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Masters/slideMaster1.xml" ContentType="application/vnd.openxmlformats-officedocument.presentationml.slideMaster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0.xml" ContentType="application/inkml+xml"/>
  <Override PartName="/ppt/ink/ink91.xml" ContentType="application/inkml+xml"/>
  <Override PartName="/ppt/ink/ink92.xml" ContentType="application/inkml+xml"/>
  <Override PartName="/ppt/ink/ink93.xml" ContentType="application/inkml+xml"/>
  <Override PartName="/ppt/ink/ink94.xml" ContentType="application/inkml+xml"/>
  <Override PartName="/ppt/ink/ink95.xml" ContentType="application/inkml+xml"/>
  <Override PartName="/ppt/ink/ink96.xml" ContentType="application/inkml+xml"/>
  <Override PartName="/ppt/ink/ink97.xml" ContentType="application/inkml+xml"/>
  <Override PartName="/ppt/ink/ink98.xml" ContentType="application/inkml+xml"/>
  <Override PartName="/ppt/ink/ink99.xml" ContentType="application/inkml+xml"/>
  <Override PartName="/ppt/ink/ink100.xml" ContentType="application/inkml+xml"/>
  <Override PartName="/ppt/ink/ink101.xml" ContentType="application/inkml+xml"/>
  <Override PartName="/ppt/ink/ink102.xml" ContentType="application/inkml+xml"/>
  <Override PartName="/ppt/ink/ink103.xml" ContentType="application/inkml+xml"/>
  <Override PartName="/ppt/ink/ink104.xml" ContentType="application/inkml+xml"/>
  <Override PartName="/ppt/ink/ink105.xml" ContentType="application/inkml+xml"/>
  <Override PartName="/ppt/ink/ink106.xml" ContentType="application/inkml+xml"/>
  <Override PartName="/ppt/ink/ink107.xml" ContentType="application/inkml+xml"/>
  <Override PartName="/ppt/ink/ink108.xml" ContentType="application/inkml+xml"/>
  <Override PartName="/ppt/ink/ink109.xml" ContentType="application/inkml+xml"/>
  <Override PartName="/ppt/ink/ink110.xml" ContentType="application/inkml+xml"/>
  <Override PartName="/ppt/ink/ink111.xml" ContentType="application/inkml+xml"/>
  <Override PartName="/ppt/ink/ink112.xml" ContentType="application/inkml+xml"/>
  <Override PartName="/ppt/ink/ink113.xml" ContentType="application/inkml+xml"/>
  <Override PartName="/ppt/ink/ink114.xml" ContentType="application/inkml+xml"/>
  <Override PartName="/ppt/ink/ink115.xml" ContentType="application/inkml+xml"/>
  <Override PartName="/ppt/ink/ink116.xml" ContentType="application/inkml+xml"/>
  <Override PartName="/ppt/ink/ink117.xml" ContentType="application/inkml+xml"/>
  <Override PartName="/ppt/ink/ink118.xml" ContentType="application/inkml+xml"/>
  <Override PartName="/ppt/ink/ink119.xml" ContentType="application/inkml+xml"/>
  <Override PartName="/ppt/ink/ink120.xml" ContentType="application/inkml+xml"/>
  <Override PartName="/ppt/ink/ink121.xml" ContentType="application/inkml+xml"/>
  <Override PartName="/ppt/ink/ink122.xml" ContentType="application/inkml+xml"/>
  <Override PartName="/ppt/ink/ink123.xml" ContentType="application/inkml+xml"/>
  <Override PartName="/ppt/ink/ink124.xml" ContentType="application/inkml+xml"/>
  <Override PartName="/ppt/ink/ink125.xml" ContentType="application/inkml+xml"/>
  <Override PartName="/ppt/ink/ink126.xml" ContentType="application/inkml+xml"/>
  <Override PartName="/ppt/ink/ink127.xml" ContentType="application/inkml+xml"/>
  <Override PartName="/ppt/ink/ink128.xml" ContentType="application/inkml+xml"/>
  <Override PartName="/ppt/ink/ink129.xml" ContentType="application/inkml+xml"/>
  <Override PartName="/ppt/ink/ink130.xml" ContentType="application/inkml+xml"/>
  <Override PartName="/ppt/ink/ink131.xml" ContentType="application/inkml+xml"/>
  <Override PartName="/ppt/ink/ink132.xml" ContentType="application/inkml+xml"/>
  <Override PartName="/ppt/ink/ink133.xml" ContentType="application/inkml+xml"/>
  <Override PartName="/ppt/ink/ink134.xml" ContentType="application/inkml+xml"/>
  <Override PartName="/ppt/ink/ink135.xml" ContentType="application/inkml+xml"/>
  <Override PartName="/ppt/ink/ink136.xml" ContentType="application/inkml+xml"/>
  <Override PartName="/ppt/ink/ink137.xml" ContentType="application/inkml+xml"/>
  <Override PartName="/ppt/ink/ink138.xml" ContentType="application/inkml+xml"/>
  <Override PartName="/ppt/ink/ink139.xml" ContentType="application/inkml+xml"/>
  <Override PartName="/ppt/ink/ink140.xml" ContentType="application/inkml+xml"/>
  <Override PartName="/ppt/ink/ink141.xml" ContentType="application/inkml+xml"/>
  <Override PartName="/ppt/ink/ink142.xml" ContentType="application/inkml+xml"/>
  <Override PartName="/ppt/ink/ink143.xml" ContentType="application/inkml+xml"/>
  <Override PartName="/ppt/ink/ink144.xml" ContentType="application/inkml+xml"/>
  <Override PartName="/ppt/ink/ink145.xml" ContentType="application/inkml+xml"/>
  <Override PartName="/ppt/ink/ink146.xml" ContentType="application/inkml+xml"/>
  <Override PartName="/ppt/ink/ink147.xml" ContentType="application/inkml+xml"/>
  <Override PartName="/ppt/ink/ink148.xml" ContentType="application/inkml+xml"/>
  <Override PartName="/ppt/ink/ink149.xml" ContentType="application/inkml+xml"/>
  <Override PartName="/ppt/ink/ink150.xml" ContentType="application/inkml+xml"/>
  <Override PartName="/ppt/ink/ink151.xml" ContentType="application/inkml+xml"/>
  <Override PartName="/ppt/ink/ink152.xml" ContentType="application/inkml+xml"/>
  <Override PartName="/ppt/ink/ink153.xml" ContentType="application/inkml+xml"/>
  <Override PartName="/ppt/ink/ink154.xml" ContentType="application/inkml+xml"/>
  <Override PartName="/ppt/ink/ink155.xml" ContentType="application/inkml+xml"/>
  <Override PartName="/ppt/ink/ink156.xml" ContentType="application/inkml+xml"/>
  <Override PartName="/ppt/ink/ink157.xml" ContentType="application/inkml+xml"/>
  <Override PartName="/ppt/ink/ink158.xml" ContentType="application/inkml+xml"/>
  <Override PartName="/ppt/ink/ink159.xml" ContentType="application/inkml+xml"/>
  <Override PartName="/ppt/ink/ink160.xml" ContentType="application/inkml+xml"/>
  <Override PartName="/ppt/ink/ink161.xml" ContentType="application/inkml+xml"/>
  <Override PartName="/ppt/ink/ink162.xml" ContentType="application/inkml+xml"/>
  <Override PartName="/ppt/ink/ink163.xml" ContentType="application/inkml+xml"/>
  <Override PartName="/ppt/ink/ink164.xml" ContentType="application/inkml+xml"/>
  <Override PartName="/ppt/ink/ink165.xml" ContentType="application/inkml+xml"/>
  <Override PartName="/ppt/ink/ink166.xml" ContentType="application/inkml+xml"/>
  <Override PartName="/ppt/ink/ink167.xml" ContentType="application/inkml+xml"/>
  <Override PartName="/ppt/ink/ink168.xml" ContentType="application/inkml+xml"/>
  <Override PartName="/ppt/ink/ink169.xml" ContentType="application/inkml+xml"/>
  <Override PartName="/ppt/ink/ink170.xml" ContentType="application/inkml+xml"/>
  <Override PartName="/ppt/ink/ink171.xml" ContentType="application/inkml+xml"/>
  <Override PartName="/ppt/ink/ink172.xml" ContentType="application/inkml+xml"/>
  <Override PartName="/ppt/ink/ink173.xml" ContentType="application/inkml+xml"/>
  <Override PartName="/ppt/ink/ink174.xml" ContentType="application/inkml+xml"/>
  <Override PartName="/ppt/ink/ink175.xml" ContentType="application/inkml+xml"/>
  <Override PartName="/ppt/ink/ink176.xml" ContentType="application/inkml+xml"/>
  <Override PartName="/ppt/ink/ink177.xml" ContentType="application/inkml+xml"/>
  <Override PartName="/ppt/ink/ink178.xml" ContentType="application/inkml+xml"/>
  <Override PartName="/ppt/ink/ink179.xml" ContentType="application/inkml+xml"/>
  <Override PartName="/ppt/ink/ink180.xml" ContentType="application/inkml+xml"/>
  <Override PartName="/ppt/ink/ink181.xml" ContentType="application/inkml+xml"/>
  <Override PartName="/ppt/ink/ink182.xml" ContentType="application/inkml+xml"/>
  <Override PartName="/ppt/ink/ink183.xml" ContentType="application/inkml+xml"/>
  <Override PartName="/ppt/ink/ink184.xml" ContentType="application/inkml+xml"/>
  <Override PartName="/ppt/ink/ink185.xml" ContentType="application/inkml+xml"/>
  <Override PartName="/ppt/ink/ink186.xml" ContentType="application/inkml+xml"/>
  <Override PartName="/ppt/ink/ink187.xml" ContentType="application/inkml+xml"/>
  <Override PartName="/ppt/ink/ink188.xml" ContentType="application/inkml+xml"/>
  <Override PartName="/ppt/ink/ink189.xml" ContentType="application/inkml+xml"/>
  <Override PartName="/ppt/ink/ink190.xml" ContentType="application/inkml+xml"/>
  <Override PartName="/ppt/ink/ink191.xml" ContentType="application/inkml+xml"/>
  <Override PartName="/ppt/ink/ink192.xml" ContentType="application/inkml+xml"/>
  <Override PartName="/ppt/ink/ink193.xml" ContentType="application/inkml+xml"/>
  <Override PartName="/ppt/ink/ink194.xml" ContentType="application/inkml+xml"/>
  <Override PartName="/ppt/ink/ink195.xml" ContentType="application/inkml+xml"/>
  <Override PartName="/ppt/ink/ink196.xml" ContentType="application/inkml+xml"/>
  <Override PartName="/ppt/ink/ink197.xml" ContentType="application/inkml+xml"/>
  <Override PartName="/ppt/ink/ink198.xml" ContentType="application/inkml+xml"/>
  <Override PartName="/ppt/ink/ink199.xml" ContentType="application/inkml+xml"/>
  <Override PartName="/ppt/ink/ink200.xml" ContentType="application/inkml+xml"/>
  <Override PartName="/ppt/ink/ink201.xml" ContentType="application/inkml+xml"/>
  <Override PartName="/ppt/ink/ink202.xml" ContentType="application/inkml+xml"/>
  <Override PartName="/ppt/ink/ink203.xml" ContentType="application/inkml+xml"/>
  <Override PartName="/ppt/ink/ink204.xml" ContentType="application/inkml+xml"/>
  <Override PartName="/ppt/ink/ink205.xml" ContentType="application/inkml+xml"/>
  <Override PartName="/ppt/ink/ink206.xml" ContentType="application/inkml+xml"/>
  <Override PartName="/ppt/ink/ink207.xml" ContentType="application/inkml+xml"/>
  <Override PartName="/ppt/ink/ink208.xml" ContentType="application/inkml+xml"/>
  <Override PartName="/ppt/ink/ink209.xml" ContentType="application/inkml+xml"/>
  <Override PartName="/ppt/ink/ink210.xml" ContentType="application/inkml+xml"/>
  <Override PartName="/ppt/ink/ink211.xml" ContentType="application/inkml+xml"/>
  <Override PartName="/ppt/ink/ink212.xml" ContentType="application/inkml+xml"/>
  <Override PartName="/ppt/ink/ink213.xml" ContentType="application/inkml+xml"/>
  <Override PartName="/ppt/ink/ink214.xml" ContentType="application/inkml+xml"/>
  <Override PartName="/ppt/ink/ink215.xml" ContentType="application/inkml+xml"/>
  <Override PartName="/ppt/ink/ink216.xml" ContentType="application/inkml+xml"/>
  <Override PartName="/ppt/ink/ink217.xml" ContentType="application/inkml+xml"/>
  <Override PartName="/ppt/ink/ink218.xml" ContentType="application/inkml+xml"/>
  <Override PartName="/ppt/ink/ink219.xml" ContentType="application/inkml+xml"/>
  <Override PartName="/ppt/ink/ink220.xml" ContentType="application/inkml+xml"/>
  <Override PartName="/ppt/ink/ink221.xml" ContentType="application/inkml+xml"/>
  <Override PartName="/ppt/ink/ink222.xml" ContentType="application/inkml+xml"/>
  <Override PartName="/ppt/ink/ink223.xml" ContentType="application/inkml+xml"/>
  <Override PartName="/ppt/ink/ink224.xml" ContentType="application/inkml+xml"/>
  <Override PartName="/ppt/ink/ink225.xml" ContentType="application/inkml+xml"/>
  <Override PartName="/ppt/ink/ink226.xml" ContentType="application/inkml+xml"/>
  <Override PartName="/ppt/ink/ink227.xml" ContentType="application/inkml+xml"/>
  <Override PartName="/ppt/ink/ink228.xml" ContentType="application/inkml+xml"/>
  <Override PartName="/ppt/ink/ink229.xml" ContentType="application/inkml+xml"/>
  <Override PartName="/ppt/ink/ink230.xml" ContentType="application/inkml+xml"/>
  <Override PartName="/ppt/ink/ink231.xml" ContentType="application/inkml+xml"/>
  <Override PartName="/ppt/ink/ink232.xml" ContentType="application/inkml+xml"/>
  <Override PartName="/ppt/ink/ink233.xml" ContentType="application/inkml+xml"/>
  <Override PartName="/ppt/ink/ink234.xml" ContentType="application/inkml+xml"/>
  <Override PartName="/ppt/ink/ink235.xml" ContentType="application/inkml+xml"/>
  <Override PartName="/ppt/ink/ink236.xml" ContentType="application/inkml+xml"/>
  <Override PartName="/ppt/ink/ink237.xml" ContentType="application/inkml+xml"/>
  <Override PartName="/ppt/ink/ink238.xml" ContentType="application/inkml+xml"/>
  <Override PartName="/ppt/ink/ink239.xml" ContentType="application/inkml+xml"/>
  <Override PartName="/ppt/ink/ink240.xml" ContentType="application/inkml+xml"/>
  <Override PartName="/ppt/ink/ink241.xml" ContentType="application/inkml+xml"/>
  <Override PartName="/ppt/ink/ink242.xml" ContentType="application/inkml+xml"/>
  <Override PartName="/ppt/ink/ink243.xml" ContentType="application/inkml+xml"/>
  <Override PartName="/ppt/ink/ink244.xml" ContentType="application/inkml+xml"/>
  <Override PartName="/ppt/ink/ink245.xml" ContentType="application/inkml+xml"/>
  <Override PartName="/ppt/ink/ink246.xml" ContentType="application/inkml+xml"/>
  <Override PartName="/ppt/ink/ink247.xml" ContentType="application/inkml+xml"/>
  <Override PartName="/ppt/ink/ink248.xml" ContentType="application/inkml+xml"/>
  <Override PartName="/ppt/ink/ink249.xml" ContentType="application/inkml+xml"/>
  <Override PartName="/ppt/ink/ink250.xml" ContentType="application/inkml+xml"/>
  <Override PartName="/ppt/ink/ink251.xml" ContentType="application/inkml+xml"/>
  <Override PartName="/ppt/ink/ink252.xml" ContentType="application/inkml+xml"/>
  <Override PartName="/ppt/ink/ink253.xml" ContentType="application/inkml+xml"/>
  <Override PartName="/ppt/ink/ink254.xml" ContentType="application/inkml+xml"/>
  <Override PartName="/ppt/ink/ink255.xml" ContentType="application/inkml+xml"/>
  <Override PartName="/ppt/ink/ink256.xml" ContentType="application/inkml+xml"/>
  <Override PartName="/ppt/ink/ink257.xml" ContentType="application/inkml+xml"/>
  <Override PartName="/ppt/ink/ink258.xml" ContentType="application/inkml+xml"/>
  <Override PartName="/ppt/ink/ink259.xml" ContentType="application/inkml+xml"/>
  <Override PartName="/ppt/ink/ink260.xml" ContentType="application/inkml+xml"/>
  <Override PartName="/ppt/ink/ink261.xml" ContentType="application/inkml+xml"/>
  <Override PartName="/ppt/ink/ink262.xml" ContentType="application/inkml+xml"/>
  <Override PartName="/ppt/ink/ink263.xml" ContentType="application/inkml+xml"/>
  <Override PartName="/ppt/ink/ink264.xml" ContentType="application/inkml+xml"/>
  <Override PartName="/ppt/ink/ink265.xml" ContentType="application/inkml+xml"/>
  <Override PartName="/ppt/ink/ink266.xml" ContentType="application/inkml+xml"/>
  <Override PartName="/ppt/ink/ink267.xml" ContentType="application/inkml+xml"/>
  <Override PartName="/ppt/ink/ink268.xml" ContentType="application/inkml+xml"/>
  <Override PartName="/ppt/ink/ink269.xml" ContentType="application/inkml+xml"/>
  <Override PartName="/ppt/ink/ink270.xml" ContentType="application/inkml+xml"/>
  <Override PartName="/ppt/ink/ink271.xml" ContentType="application/inkml+xml"/>
  <Override PartName="/ppt/ink/ink272.xml" ContentType="application/inkml+xml"/>
  <Override PartName="/ppt/ink/ink273.xml" ContentType="application/inkml+xml"/>
  <Override PartName="/ppt/ink/ink274.xml" ContentType="application/inkml+xml"/>
  <Override PartName="/ppt/ink/ink275.xml" ContentType="application/inkml+xml"/>
  <Override PartName="/ppt/ink/ink276.xml" ContentType="application/inkml+xml"/>
  <Override PartName="/ppt/ink/ink277.xml" ContentType="application/inkml+xml"/>
  <Override PartName="/ppt/ink/ink278.xml" ContentType="application/inkml+xml"/>
  <Override PartName="/ppt/ink/ink279.xml" ContentType="application/inkml+xml"/>
  <Override PartName="/ppt/ink/ink280.xml" ContentType="application/inkml+xml"/>
  <Override PartName="/ppt/ink/ink281.xml" ContentType="application/inkml+xml"/>
  <Override PartName="/ppt/ink/ink282.xml" ContentType="application/inkml+xml"/>
  <Override PartName="/ppt/ink/ink283.xml" ContentType="application/inkml+xml"/>
  <Override PartName="/ppt/ink/ink284.xml" ContentType="application/inkml+xml"/>
  <Override PartName="/ppt/ink/ink285.xml" ContentType="application/inkml+xml"/>
  <Override PartName="/ppt/ink/ink286.xml" ContentType="application/inkml+xml"/>
  <Override PartName="/ppt/ink/ink287.xml" ContentType="application/inkml+xml"/>
  <Override PartName="/ppt/ink/ink288.xml" ContentType="application/inkml+xml"/>
  <Override PartName="/ppt/ink/ink289.xml" ContentType="application/inkml+xml"/>
  <Override PartName="/ppt/ink/ink290.xml" ContentType="application/inkml+xml"/>
  <Override PartName="/ppt/ink/ink291.xml" ContentType="application/inkml+xml"/>
  <Override PartName="/ppt/ink/ink292.xml" ContentType="application/inkml+xml"/>
  <Override PartName="/ppt/ink/ink293.xml" ContentType="application/inkml+xml"/>
  <Override PartName="/ppt/ink/ink294.xml" ContentType="application/inkml+xml"/>
  <Override PartName="/ppt/ink/ink295.xml" ContentType="application/inkml+xml"/>
  <Override PartName="/ppt/ink/ink296.xml" ContentType="application/inkml+xml"/>
  <Override PartName="/ppt/ink/ink297.xml" ContentType="application/inkml+xml"/>
  <Override PartName="/ppt/ink/ink298.xml" ContentType="application/inkml+xml"/>
  <Override PartName="/ppt/ink/ink299.xml" ContentType="application/inkml+xml"/>
  <Override PartName="/ppt/ink/ink300.xml" ContentType="application/inkml+xml"/>
  <Override PartName="/ppt/ink/ink301.xml" ContentType="application/inkml+xml"/>
  <Override PartName="/ppt/ink/ink302.xml" ContentType="application/inkml+xml"/>
  <Override PartName="/ppt/ink/ink303.xml" ContentType="application/inkml+xml"/>
  <Override PartName="/ppt/ink/ink304.xml" ContentType="application/inkml+xml"/>
  <Override PartName="/ppt/ink/ink305.xml" ContentType="application/inkml+xml"/>
  <Override PartName="/ppt/ink/ink306.xml" ContentType="application/inkml+xml"/>
  <Override PartName="/ppt/ink/ink307.xml" ContentType="application/inkml+xml"/>
  <Override PartName="/ppt/ink/ink308.xml" ContentType="application/inkml+xml"/>
  <Override PartName="/ppt/ink/ink309.xml" ContentType="application/inkml+xml"/>
  <Override PartName="/ppt/ink/ink310.xml" ContentType="application/inkml+xml"/>
  <Override PartName="/ppt/ink/ink311.xml" ContentType="application/inkml+xml"/>
  <Override PartName="/ppt/ink/ink312.xml" ContentType="application/inkml+xml"/>
  <Override PartName="/ppt/ink/ink313.xml" ContentType="application/inkml+xml"/>
  <Override PartName="/ppt/ink/ink314.xml" ContentType="application/inkml+xml"/>
  <Override PartName="/ppt/ink/ink315.xml" ContentType="application/inkml+xml"/>
  <Override PartName="/ppt/ink/ink316.xml" ContentType="application/inkml+xml"/>
  <Override PartName="/ppt/ink/ink317.xml" ContentType="application/inkml+xml"/>
  <Override PartName="/ppt/ink/ink318.xml" ContentType="application/inkml+xml"/>
  <Override PartName="/ppt/ink/ink319.xml" ContentType="application/inkml+xml"/>
  <Override PartName="/ppt/ink/ink320.xml" ContentType="application/inkml+xml"/>
  <Override PartName="/ppt/ink/ink321.xml" ContentType="application/inkml+xml"/>
  <Override PartName="/ppt/ink/ink322.xml" ContentType="application/inkml+xml"/>
  <Override PartName="/ppt/ink/ink323.xml" ContentType="application/inkml+xml"/>
  <Override PartName="/ppt/ink/ink324.xml" ContentType="application/inkml+xml"/>
  <Override PartName="/ppt/ink/ink325.xml" ContentType="application/inkml+xml"/>
  <Override PartName="/ppt/ink/ink326.xml" ContentType="application/inkml+xml"/>
  <Override PartName="/ppt/ink/ink327.xml" ContentType="application/inkml+xml"/>
  <Override PartName="/ppt/ink/ink328.xml" ContentType="application/inkml+xml"/>
  <Override PartName="/ppt/ink/ink329.xml" ContentType="application/inkml+xml"/>
  <Override PartName="/ppt/ink/ink330.xml" ContentType="application/inkml+xml"/>
  <Override PartName="/ppt/ink/ink331.xml" ContentType="application/inkml+xml"/>
  <Override PartName="/ppt/ink/ink332.xml" ContentType="application/inkml+xml"/>
  <Override PartName="/ppt/ink/ink333.xml" ContentType="application/inkml+xml"/>
  <Override PartName="/ppt/ink/ink334.xml" ContentType="application/inkml+xml"/>
  <Override PartName="/ppt/ink/ink335.xml" ContentType="application/inkml+xml"/>
  <Override PartName="/ppt/ink/ink336.xml" ContentType="application/inkml+xml"/>
  <Override PartName="/ppt/ink/ink337.xml" ContentType="application/inkml+xml"/>
  <Override PartName="/ppt/ink/ink338.xml" ContentType="application/inkml+xml"/>
  <Override PartName="/ppt/ink/ink339.xml" ContentType="application/inkml+xml"/>
  <Override PartName="/ppt/ink/ink340.xml" ContentType="application/inkml+xml"/>
  <Override PartName="/ppt/ink/ink341.xml" ContentType="application/inkml+xml"/>
  <Override PartName="/ppt/ink/ink342.xml" ContentType="application/inkml+xml"/>
  <Override PartName="/ppt/ink/ink343.xml" ContentType="application/inkml+xml"/>
  <Override PartName="/ppt/ink/ink344.xml" ContentType="application/inkml+xml"/>
  <Override PartName="/ppt/ink/ink345.xml" ContentType="application/inkml+xml"/>
  <Override PartName="/ppt/ink/ink346.xml" ContentType="application/inkml+xml"/>
  <Override PartName="/ppt/ink/ink347.xml" ContentType="application/inkml+xml"/>
  <Override PartName="/ppt/ink/ink348.xml" ContentType="application/inkml+xml"/>
  <Override PartName="/ppt/ink/ink349.xml" ContentType="application/inkml+xml"/>
  <Override PartName="/ppt/ink/ink350.xml" ContentType="application/inkml+xml"/>
  <Override PartName="/ppt/ink/ink351.xml" ContentType="application/inkml+xml"/>
  <Override PartName="/ppt/ink/ink352.xml" ContentType="application/inkml+xml"/>
  <Override PartName="/ppt/ink/ink353.xml" ContentType="application/inkml+xml"/>
  <Override PartName="/ppt/ink/ink354.xml" ContentType="application/inkml+xml"/>
  <Override PartName="/ppt/ink/ink355.xml" ContentType="application/inkml+xml"/>
  <Override PartName="/ppt/ink/ink356.xml" ContentType="application/inkml+xml"/>
  <Override PartName="/ppt/ink/ink357.xml" ContentType="application/inkml+xml"/>
  <Override PartName="/ppt/ink/ink358.xml" ContentType="application/inkml+xml"/>
  <Override PartName="/ppt/ink/ink359.xml" ContentType="application/inkml+xml"/>
  <Override PartName="/ppt/ink/ink360.xml" ContentType="application/inkml+xml"/>
  <Override PartName="/ppt/ink/ink361.xml" ContentType="application/inkml+xml"/>
  <Override PartName="/ppt/ink/ink362.xml" ContentType="application/inkml+xml"/>
  <Override PartName="/ppt/ink/ink363.xml" ContentType="application/inkml+xml"/>
  <Override PartName="/ppt/ink/ink364.xml" ContentType="application/inkml+xml"/>
  <Override PartName="/ppt/ink/ink365.xml" ContentType="application/inkml+xml"/>
  <Override PartName="/ppt/ink/ink366.xml" ContentType="application/inkml+xml"/>
  <Override PartName="/ppt/ink/ink367.xml" ContentType="application/inkml+xml"/>
  <Override PartName="/ppt/ink/ink368.xml" ContentType="application/inkml+xml"/>
  <Override PartName="/ppt/ink/ink369.xml" ContentType="application/inkml+xml"/>
  <Override PartName="/ppt/ink/ink370.xml" ContentType="application/inkml+xml"/>
  <Override PartName="/ppt/ink/ink371.xml" ContentType="application/inkml+xml"/>
  <Override PartName="/ppt/ink/ink372.xml" ContentType="application/inkml+xml"/>
  <Override PartName="/ppt/ink/ink373.xml" ContentType="application/inkml+xml"/>
  <Override PartName="/ppt/ink/ink374.xml" ContentType="application/inkml+xml"/>
  <Override PartName="/ppt/ink/ink375.xml" ContentType="application/inkml+xml"/>
  <Override PartName="/ppt/ink/ink376.xml" ContentType="application/inkml+xml"/>
  <Override PartName="/ppt/ink/ink377.xml" ContentType="application/inkml+xml"/>
  <Override PartName="/ppt/ink/ink378.xml" ContentType="application/inkml+xml"/>
  <Override PartName="/ppt/ink/ink379.xml" ContentType="application/inkml+xml"/>
  <Override PartName="/ppt/ink/ink380.xml" ContentType="application/inkml+xml"/>
  <Override PartName="/ppt/ink/ink381.xml" ContentType="application/inkml+xml"/>
  <Override PartName="/ppt/ink/ink382.xml" ContentType="application/inkml+xml"/>
  <Override PartName="/ppt/ink/ink383.xml" ContentType="application/inkml+xml"/>
  <Override PartName="/ppt/ink/ink384.xml" ContentType="application/inkml+xml"/>
  <Override PartName="/ppt/ink/ink385.xml" ContentType="application/inkml+xml"/>
  <Override PartName="/ppt/ink/ink386.xml" ContentType="application/inkml+xml"/>
  <Override PartName="/ppt/ink/ink387.xml" ContentType="application/inkml+xml"/>
  <Override PartName="/ppt/ink/ink388.xml" ContentType="application/inkml+xml"/>
  <Override PartName="/ppt/ink/ink389.xml" ContentType="application/inkml+xml"/>
  <Override PartName="/ppt/ink/ink390.xml" ContentType="application/inkml+xml"/>
  <Override PartName="/ppt/ink/ink391.xml" ContentType="application/inkml+xml"/>
  <Override PartName="/ppt/ink/ink392.xml" ContentType="application/inkml+xml"/>
  <Override PartName="/ppt/ink/ink393.xml" ContentType="application/inkml+xml"/>
  <Override PartName="/ppt/ink/ink394.xml" ContentType="application/inkml+xml"/>
  <Override PartName="/ppt/ink/ink395.xml" ContentType="application/inkml+xml"/>
  <Override PartName="/ppt/ink/ink396.xml" ContentType="application/inkml+xml"/>
  <Override PartName="/ppt/ink/ink397.xml" ContentType="application/inkml+xml"/>
  <Override PartName="/ppt/ink/ink398.xml" ContentType="application/inkml+xml"/>
  <Override PartName="/ppt/ink/ink399.xml" ContentType="application/inkml+xml"/>
  <Override PartName="/ppt/ink/ink400.xml" ContentType="application/inkml+xml"/>
  <Override PartName="/ppt/ink/ink401.xml" ContentType="application/inkml+xml"/>
  <Override PartName="/ppt/ink/ink402.xml" ContentType="application/inkml+xml"/>
  <Override PartName="/ppt/ink/ink403.xml" ContentType="application/inkml+xml"/>
  <Override PartName="/ppt/ink/ink404.xml" ContentType="application/inkml+xml"/>
  <Override PartName="/ppt/ink/ink405.xml" ContentType="application/inkml+xml"/>
  <Override PartName="/ppt/ink/ink406.xml" ContentType="application/inkml+xml"/>
  <Override PartName="/ppt/ink/ink407.xml" ContentType="application/inkml+xml"/>
  <Override PartName="/ppt/ink/ink408.xml" ContentType="application/inkml+xml"/>
  <Override PartName="/ppt/ink/ink409.xml" ContentType="application/inkml+xml"/>
  <Override PartName="/ppt/ink/ink410.xml" ContentType="application/inkml+xml"/>
  <Override PartName="/ppt/ink/ink411.xml" ContentType="application/inkml+xml"/>
  <Override PartName="/ppt/ink/ink412.xml" ContentType="application/inkml+xml"/>
  <Override PartName="/ppt/ink/ink413.xml" ContentType="application/inkml+xml"/>
  <Override PartName="/ppt/ink/ink414.xml" ContentType="application/inkml+xml"/>
  <Override PartName="/ppt/ink/ink415.xml" ContentType="application/inkml+xml"/>
  <Override PartName="/ppt/ink/ink416.xml" ContentType="application/inkml+xml"/>
  <Override PartName="/ppt/ink/ink417.xml" ContentType="application/inkml+xml"/>
  <Override PartName="/ppt/ink/ink418.xml" ContentType="application/inkml+xml"/>
  <Override PartName="/ppt/ink/ink419.xml" ContentType="application/inkml+xml"/>
  <Override PartName="/ppt/ink/ink420.xml" ContentType="application/inkml+xml"/>
  <Override PartName="/ppt/ink/ink421.xml" ContentType="application/inkml+xml"/>
  <Override PartName="/ppt/ink/ink422.xml" ContentType="application/inkml+xml"/>
  <Override PartName="/ppt/ink/ink423.xml" ContentType="application/inkml+xml"/>
  <Override PartName="/ppt/ink/ink424.xml" ContentType="application/inkml+xml"/>
  <Override PartName="/ppt/ink/ink425.xml" ContentType="application/inkml+xml"/>
  <Override PartName="/ppt/ink/ink426.xml" ContentType="application/inkml+xml"/>
  <Override PartName="/ppt/ink/ink427.xml" ContentType="application/inkml+xml"/>
  <Override PartName="/ppt/ink/ink428.xml" ContentType="application/inkml+xml"/>
  <Override PartName="/ppt/ink/ink429.xml" ContentType="application/inkml+xml"/>
  <Override PartName="/ppt/ink/ink430.xml" ContentType="application/inkml+xml"/>
  <Override PartName="/ppt/ink/ink431.xml" ContentType="application/inkml+xml"/>
  <Override PartName="/ppt/ink/ink432.xml" ContentType="application/inkml+xml"/>
  <Override PartName="/ppt/ink/ink433.xml" ContentType="application/inkml+xml"/>
  <Override PartName="/ppt/ink/ink434.xml" ContentType="application/inkml+xml"/>
  <Override PartName="/ppt/ink/ink435.xml" ContentType="application/inkml+xml"/>
  <Override PartName="/ppt/ink/ink436.xml" ContentType="application/inkml+xml"/>
  <Override PartName="/ppt/ink/ink437.xml" ContentType="application/inkml+xml"/>
  <Override PartName="/ppt/ink/ink438.xml" ContentType="application/inkml+xml"/>
  <Override PartName="/ppt/ink/ink439.xml" ContentType="application/inkml+xml"/>
  <Override PartName="/ppt/ink/ink440.xml" ContentType="application/inkml+xml"/>
  <Override PartName="/ppt/ink/ink441.xml" ContentType="application/inkml+xml"/>
  <Override PartName="/ppt/ink/ink442.xml" ContentType="application/inkml+xml"/>
  <Override PartName="/ppt/ink/ink443.xml" ContentType="application/inkml+xml"/>
  <Override PartName="/ppt/ink/ink444.xml" ContentType="application/inkml+xml"/>
  <Override PartName="/ppt/ink/ink445.xml" ContentType="application/inkml+xml"/>
  <Override PartName="/ppt/ink/ink446.xml" ContentType="application/inkml+xml"/>
  <Override PartName="/ppt/ink/ink447.xml" ContentType="application/inkml+xml"/>
  <Override PartName="/ppt/ink/ink448.xml" ContentType="application/inkml+xml"/>
  <Override PartName="/ppt/ink/ink449.xml" ContentType="application/inkml+xml"/>
  <Override PartName="/ppt/ink/ink450.xml" ContentType="application/inkml+xml"/>
  <Override PartName="/ppt/ink/ink451.xml" ContentType="application/inkml+xml"/>
  <Override PartName="/ppt/ink/ink452.xml" ContentType="application/inkml+xml"/>
  <Override PartName="/ppt/ink/ink453.xml" ContentType="application/inkml+xml"/>
  <Override PartName="/ppt/ink/ink454.xml" ContentType="application/inkml+xml"/>
  <Override PartName="/ppt/ink/ink455.xml" ContentType="application/inkml+xml"/>
  <Override PartName="/ppt/ink/ink456.xml" ContentType="application/inkml+xml"/>
  <Override PartName="/ppt/ink/ink457.xml" ContentType="application/inkml+xml"/>
  <Override PartName="/ppt/ink/ink458.xml" ContentType="application/inkml+xml"/>
  <Override PartName="/ppt/ink/ink459.xml" ContentType="application/inkml+xml"/>
  <Override PartName="/ppt/ink/ink460.xml" ContentType="application/inkml+xml"/>
  <Override PartName="/ppt/ink/ink461.xml" ContentType="application/inkml+xml"/>
  <Override PartName="/ppt/ink/ink462.xml" ContentType="application/inkml+xml"/>
  <Override PartName="/ppt/ink/ink463.xml" ContentType="application/inkml+xml"/>
  <Override PartName="/ppt/ink/ink464.xml" ContentType="application/inkml+xml"/>
  <Override PartName="/ppt/ink/ink465.xml" ContentType="application/inkml+xml"/>
  <Override PartName="/ppt/ink/ink466.xml" ContentType="application/inkml+xml"/>
  <Override PartName="/ppt/ink/ink467.xml" ContentType="application/inkml+xml"/>
  <Override PartName="/ppt/ink/ink468.xml" ContentType="application/inkml+xml"/>
  <Override PartName="/ppt/ink/ink469.xml" ContentType="application/inkml+xml"/>
  <Override PartName="/ppt/ink/ink470.xml" ContentType="application/inkml+xml"/>
  <Override PartName="/ppt/ink/ink471.xml" ContentType="application/inkml+xml"/>
  <Override PartName="/ppt/ink/ink472.xml" ContentType="application/inkml+xml"/>
  <Override PartName="/ppt/ink/ink473.xml" ContentType="application/inkml+xml"/>
  <Override PartName="/ppt/ink/ink474.xml" ContentType="application/inkml+xml"/>
  <Override PartName="/ppt/ink/ink475.xml" ContentType="application/inkml+xml"/>
  <Override PartName="/ppt/ink/ink476.xml" ContentType="application/inkml+xml"/>
  <Override PartName="/ppt/ink/ink477.xml" ContentType="application/inkml+xml"/>
  <Override PartName="/ppt/ink/ink478.xml" ContentType="application/inkml+xml"/>
  <Override PartName="/ppt/ink/ink479.xml" ContentType="application/inkml+xml"/>
  <Override PartName="/ppt/ink/ink480.xml" ContentType="application/inkml+xml"/>
  <Override PartName="/ppt/ink/ink481.xml" ContentType="application/inkml+xml"/>
  <Override PartName="/ppt/ink/ink482.xml" ContentType="application/inkml+xml"/>
  <Override PartName="/ppt/ink/ink483.xml" ContentType="application/inkml+xml"/>
  <Override PartName="/ppt/ink/ink484.xml" ContentType="application/inkml+xml"/>
  <Override PartName="/ppt/ink/ink485.xml" ContentType="application/inkml+xml"/>
  <Override PartName="/ppt/ink/ink486.xml" ContentType="application/inkml+xml"/>
  <Override PartName="/ppt/ink/ink487.xml" ContentType="application/inkml+xml"/>
  <Override PartName="/ppt/ink/ink488.xml" ContentType="application/inkml+xml"/>
  <Override PartName="/ppt/ink/ink489.xml" ContentType="application/inkml+xml"/>
  <Override PartName="/ppt/ink/ink490.xml" ContentType="application/inkml+xml"/>
  <Override PartName="/ppt/ink/ink491.xml" ContentType="application/inkml+xml"/>
  <Override PartName="/ppt/ink/ink492.xml" ContentType="application/inkml+xml"/>
  <Override PartName="/ppt/ink/ink493.xml" ContentType="application/inkml+xml"/>
  <Override PartName="/ppt/ink/ink494.xml" ContentType="application/inkml+xml"/>
  <Override PartName="/ppt/ink/ink495.xml" ContentType="application/inkml+xml"/>
  <Override PartName="/ppt/ink/ink496.xml" ContentType="application/inkml+xml"/>
  <Override PartName="/ppt/ink/ink497.xml" ContentType="application/inkml+xml"/>
  <Override PartName="/ppt/ink/ink498.xml" ContentType="application/inkml+xml"/>
  <Override PartName="/ppt/ink/ink499.xml" ContentType="application/inkml+xml"/>
  <Override PartName="/ppt/ink/ink500.xml" ContentType="application/inkml+xml"/>
  <Override PartName="/ppt/ink/ink501.xml" ContentType="application/inkml+xml"/>
  <Override PartName="/ppt/ink/ink502.xml" ContentType="application/inkml+xml"/>
  <Override PartName="/ppt/ink/ink503.xml" ContentType="application/inkml+xml"/>
  <Override PartName="/ppt/ink/ink504.xml" ContentType="application/inkml+xml"/>
  <Override PartName="/ppt/ink/ink505.xml" ContentType="application/inkml+xml"/>
  <Override PartName="/ppt/ink/ink506.xml" ContentType="application/inkml+xml"/>
  <Override PartName="/ppt/ink/ink507.xml" ContentType="application/inkml+xml"/>
  <Override PartName="/ppt/ink/ink508.xml" ContentType="application/inkml+xml"/>
  <Override PartName="/ppt/ink/ink509.xml" ContentType="application/inkml+xml"/>
  <Override PartName="/ppt/ink/ink510.xml" ContentType="application/inkml+xml"/>
  <Override PartName="/ppt/ink/ink511.xml" ContentType="application/inkml+xml"/>
  <Override PartName="/ppt/ink/ink512.xml" ContentType="application/inkml+xml"/>
  <Override PartName="/ppt/ink/ink513.xml" ContentType="application/inkml+xml"/>
  <Override PartName="/ppt/ink/ink514.xml" ContentType="application/inkml+xml"/>
  <Override PartName="/ppt/ink/ink515.xml" ContentType="application/inkml+xml"/>
  <Override PartName="/ppt/ink/ink516.xml" ContentType="application/inkml+xml"/>
  <Override PartName="/ppt/ink/ink517.xml" ContentType="application/inkml+xml"/>
  <Override PartName="/ppt/ink/ink518.xml" ContentType="application/inkml+xml"/>
  <Override PartName="/ppt/ink/ink519.xml" ContentType="application/inkml+xml"/>
  <Override PartName="/ppt/ink/ink520.xml" ContentType="application/inkml+xml"/>
  <Override PartName="/ppt/ink/ink521.xml" ContentType="application/inkml+xml"/>
  <Override PartName="/ppt/ink/ink522.xml" ContentType="application/inkml+xml"/>
  <Override PartName="/ppt/ink/ink523.xml" ContentType="application/inkml+xml"/>
  <Override PartName="/ppt/ink/ink524.xml" ContentType="application/inkml+xml"/>
  <Override PartName="/ppt/ink/ink525.xml" ContentType="application/inkml+xml"/>
  <Override PartName="/ppt/ink/ink526.xml" ContentType="application/inkml+xml"/>
  <Override PartName="/ppt/ink/ink527.xml" ContentType="application/inkml+xml"/>
  <Override PartName="/ppt/ink/ink528.xml" ContentType="application/inkml+xml"/>
  <Override PartName="/ppt/ink/ink529.xml" ContentType="application/inkml+xml"/>
  <Override PartName="/ppt/ink/ink530.xml" ContentType="application/inkml+xml"/>
  <Override PartName="/ppt/ink/ink531.xml" ContentType="application/inkml+xml"/>
  <Override PartName="/ppt/ink/ink532.xml" ContentType="application/inkml+xml"/>
  <Override PartName="/ppt/ink/ink533.xml" ContentType="application/inkml+xml"/>
  <Override PartName="/ppt/ink/ink534.xml" ContentType="application/inkml+xml"/>
  <Override PartName="/ppt/ink/ink535.xml" ContentType="application/inkml+xml"/>
  <Override PartName="/ppt/ink/ink536.xml" ContentType="application/inkml+xml"/>
  <Override PartName="/ppt/ink/ink537.xml" ContentType="application/inkml+xml"/>
  <Override PartName="/ppt/ink/ink538.xml" ContentType="application/inkml+xml"/>
  <Override PartName="/ppt/ink/ink539.xml" ContentType="application/inkml+xml"/>
  <Override PartName="/ppt/ink/ink540.xml" ContentType="application/inkml+xml"/>
  <Override PartName="/ppt/ink/ink541.xml" ContentType="application/inkml+xml"/>
  <Override PartName="/ppt/ink/ink542.xml" ContentType="application/inkml+xml"/>
  <Override PartName="/ppt/ink/ink543.xml" ContentType="application/inkml+xml"/>
  <Override PartName="/ppt/ink/ink544.xml" ContentType="application/inkml+xml"/>
  <Override PartName="/ppt/ink/ink545.xml" ContentType="application/inkml+xml"/>
  <Override PartName="/ppt/ink/ink546.xml" ContentType="application/inkml+xml"/>
  <Override PartName="/ppt/ink/ink547.xml" ContentType="application/inkml+xml"/>
  <Override PartName="/ppt/ink/ink548.xml" ContentType="application/inkml+xml"/>
  <Override PartName="/ppt/ink/ink549.xml" ContentType="application/inkml+xml"/>
  <Override PartName="/ppt/ink/ink550.xml" ContentType="application/inkml+xml"/>
  <Override PartName="/ppt/ink/ink551.xml" ContentType="application/inkml+xml"/>
  <Override PartName="/ppt/ink/ink552.xml" ContentType="application/inkml+xml"/>
  <Override PartName="/ppt/ink/ink553.xml" ContentType="application/inkml+xml"/>
  <Override PartName="/ppt/ink/ink554.xml" ContentType="application/inkml+xml"/>
  <Override PartName="/ppt/ink/ink555.xml" ContentType="application/inkml+xml"/>
  <Override PartName="/ppt/ink/ink556.xml" ContentType="application/inkml+xml"/>
  <Override PartName="/ppt/ink/ink557.xml" ContentType="application/inkml+xml"/>
  <Override PartName="/ppt/ink/ink558.xml" ContentType="application/inkml+xml"/>
  <Override PartName="/ppt/ink/ink559.xml" ContentType="application/inkml+xml"/>
  <Override PartName="/ppt/ink/ink560.xml" ContentType="application/inkml+xml"/>
  <Override PartName="/ppt/ink/ink561.xml" ContentType="application/inkml+xml"/>
  <Override PartName="/ppt/ink/ink562.xml" ContentType="application/inkml+xml"/>
  <Override PartName="/ppt/ink/ink563.xml" ContentType="application/inkml+xml"/>
  <Override PartName="/ppt/ink/ink564.xml" ContentType="application/inkml+xml"/>
  <Override PartName="/ppt/ink/ink565.xml" ContentType="application/inkml+xml"/>
  <Override PartName="/ppt/ink/ink566.xml" ContentType="application/inkml+xml"/>
  <Override PartName="/ppt/ink/ink567.xml" ContentType="application/inkml+xml"/>
  <Override PartName="/ppt/ink/ink568.xml" ContentType="application/inkml+xml"/>
  <Override PartName="/ppt/ink/ink569.xml" ContentType="application/inkml+xml"/>
  <Override PartName="/ppt/ink/ink570.xml" ContentType="application/inkml+xml"/>
  <Override PartName="/ppt/ink/ink571.xml" ContentType="application/inkml+xml"/>
  <Override PartName="/ppt/ink/ink572.xml" ContentType="application/inkml+xml"/>
  <Override PartName="/ppt/ink/ink573.xml" ContentType="application/inkml+xml"/>
  <Override PartName="/ppt/ink/ink574.xml" ContentType="application/inkml+xml"/>
  <Override PartName="/ppt/ink/ink575.xml" ContentType="application/inkml+xml"/>
  <Override PartName="/ppt/ink/ink576.xml" ContentType="application/inkml+xml"/>
  <Override PartName="/ppt/ink/ink577.xml" ContentType="application/inkml+xml"/>
  <Override PartName="/ppt/ink/ink578.xml" ContentType="application/inkml+xml"/>
  <Override PartName="/ppt/ink/ink579.xml" ContentType="application/inkml+xml"/>
  <Override PartName="/ppt/ink/ink580.xml" ContentType="application/inkml+xml"/>
  <Override PartName="/ppt/ink/ink581.xml" ContentType="application/inkml+xml"/>
  <Override PartName="/ppt/ink/ink582.xml" ContentType="application/inkml+xml"/>
  <Override PartName="/ppt/ink/ink583.xml" ContentType="application/inkml+xml"/>
  <Override PartName="/ppt/ink/ink584.xml" ContentType="application/inkml+xml"/>
  <Override PartName="/ppt/ink/ink585.xml" ContentType="application/inkml+xml"/>
  <Override PartName="/ppt/ink/ink586.xml" ContentType="application/inkml+xml"/>
  <Override PartName="/ppt/ink/ink587.xml" ContentType="application/inkml+xml"/>
  <Override PartName="/ppt/ink/ink588.xml" ContentType="application/inkml+xml"/>
  <Override PartName="/ppt/ink/ink589.xml" ContentType="application/inkml+xml"/>
  <Override PartName="/ppt/ink/ink590.xml" ContentType="application/inkml+xml"/>
  <Override PartName="/ppt/ink/ink591.xml" ContentType="application/inkml+xml"/>
  <Override PartName="/ppt/ink/ink592.xml" ContentType="application/inkml+xml"/>
  <Override PartName="/ppt/ink/ink593.xml" ContentType="application/inkml+xml"/>
  <Override PartName="/ppt/ink/ink594.xml" ContentType="application/inkml+xml"/>
  <Override PartName="/ppt/ink/ink595.xml" ContentType="application/inkml+xml"/>
  <Override PartName="/ppt/ink/ink596.xml" ContentType="application/inkml+xml"/>
  <Override PartName="/ppt/ink/ink597.xml" ContentType="application/inkml+xml"/>
  <Override PartName="/ppt/ink/ink598.xml" ContentType="application/inkml+xml"/>
  <Override PartName="/ppt/ink/ink599.xml" ContentType="application/inkml+xml"/>
  <Override PartName="/ppt/ink/ink600.xml" ContentType="application/inkml+xml"/>
  <Override PartName="/ppt/ink/ink601.xml" ContentType="application/inkml+xml"/>
  <Override PartName="/ppt/ink/ink602.xml" ContentType="application/inkml+xml"/>
  <Override PartName="/ppt/ink/ink603.xml" ContentType="application/inkml+xml"/>
  <Override PartName="/ppt/ink/ink604.xml" ContentType="application/inkml+xml"/>
  <Override PartName="/ppt/ink/ink605.xml" ContentType="application/inkml+xml"/>
  <Override PartName="/ppt/ink/ink606.xml" ContentType="application/inkml+xml"/>
  <Override PartName="/ppt/ink/ink607.xml" ContentType="application/inkml+xml"/>
  <Override PartName="/ppt/ink/ink608.xml" ContentType="application/inkml+xml"/>
  <Override PartName="/ppt/ink/ink609.xml" ContentType="application/inkml+xml"/>
  <Override PartName="/ppt/ink/ink610.xml" ContentType="application/inkml+xml"/>
  <Override PartName="/ppt/ink/ink611.xml" ContentType="application/inkml+xml"/>
  <Override PartName="/ppt/ink/ink612.xml" ContentType="application/inkml+xml"/>
  <Override PartName="/ppt/ink/ink613.xml" ContentType="application/inkml+xml"/>
  <Override PartName="/ppt/ink/ink614.xml" ContentType="application/inkml+xml"/>
  <Override PartName="/ppt/ink/ink615.xml" ContentType="application/inkml+xml"/>
  <Override PartName="/ppt/ink/ink616.xml" ContentType="application/inkml+xml"/>
  <Override PartName="/ppt/ink/ink617.xml" ContentType="application/inkml+xml"/>
  <Override PartName="/ppt/ink/ink618.xml" ContentType="application/inkml+xml"/>
  <Override PartName="/ppt/ink/ink619.xml" ContentType="application/inkml+xml"/>
  <Override PartName="/ppt/ink/ink620.xml" ContentType="application/inkml+xml"/>
  <Override PartName="/ppt/ink/ink621.xml" ContentType="application/inkml+xml"/>
  <Override PartName="/ppt/ink/ink622.xml" ContentType="application/inkml+xml"/>
  <Override PartName="/ppt/ink/ink623.xml" ContentType="application/inkml+xml"/>
  <Override PartName="/ppt/ink/ink624.xml" ContentType="application/inkml+xml"/>
  <Override PartName="/ppt/ink/ink625.xml" ContentType="application/inkml+xml"/>
  <Override PartName="/ppt/ink/ink626.xml" ContentType="application/inkml+xml"/>
  <Override PartName="/ppt/ink/ink627.xml" ContentType="application/inkml+xml"/>
  <Override PartName="/ppt/ink/ink628.xml" ContentType="application/inkml+xml"/>
  <Override PartName="/ppt/ink/ink629.xml" ContentType="application/inkml+xml"/>
  <Override PartName="/ppt/ink/ink630.xml" ContentType="application/inkml+xml"/>
  <Override PartName="/ppt/ink/ink631.xml" ContentType="application/inkml+xml"/>
  <Override PartName="/ppt/ink/ink632.xml" ContentType="application/inkml+xml"/>
  <Override PartName="/ppt/ink/ink633.xml" ContentType="application/inkml+xml"/>
  <Override PartName="/ppt/ink/ink634.xml" ContentType="application/inkml+xml"/>
  <Override PartName="/ppt/ink/ink635.xml" ContentType="application/inkml+xml"/>
  <Override PartName="/ppt/ink/ink636.xml" ContentType="application/inkml+xml"/>
  <Override PartName="/ppt/ink/ink637.xml" ContentType="application/inkml+xml"/>
  <Override PartName="/ppt/ink/ink638.xml" ContentType="application/inkml+xml"/>
  <Override PartName="/ppt/ink/ink639.xml" ContentType="application/inkml+xml"/>
  <Override PartName="/ppt/ink/ink640.xml" ContentType="application/inkml+xml"/>
  <Override PartName="/ppt/ink/ink641.xml" ContentType="application/inkml+xml"/>
  <Override PartName="/ppt/ink/ink642.xml" ContentType="application/inkml+xml"/>
  <Override PartName="/ppt/ink/ink643.xml" ContentType="application/inkml+xml"/>
  <Override PartName="/ppt/ink/ink644.xml" ContentType="application/inkml+xml"/>
  <Override PartName="/ppt/ink/ink645.xml" ContentType="application/inkml+xml"/>
  <Override PartName="/ppt/ink/ink646.xml" ContentType="application/inkml+xml"/>
  <Override PartName="/ppt/ink/ink647.xml" ContentType="application/inkml+xml"/>
  <Override PartName="/ppt/ink/ink648.xml" ContentType="application/inkml+xml"/>
  <Override PartName="/ppt/ink/ink649.xml" ContentType="application/inkml+xml"/>
  <Override PartName="/ppt/ink/ink650.xml" ContentType="application/inkml+xml"/>
  <Override PartName="/ppt/ink/ink651.xml" ContentType="application/inkml+xml"/>
  <Override PartName="/ppt/ink/ink652.xml" ContentType="application/inkml+xml"/>
  <Override PartName="/ppt/ink/ink653.xml" ContentType="application/inkml+xml"/>
  <Override PartName="/ppt/ink/ink654.xml" ContentType="application/inkml+xml"/>
  <Override PartName="/ppt/ink/ink655.xml" ContentType="application/inkml+xml"/>
  <Override PartName="/ppt/ink/ink656.xml" ContentType="application/inkml+xml"/>
  <Override PartName="/ppt/ink/ink657.xml" ContentType="application/inkml+xml"/>
  <Override PartName="/ppt/ink/ink658.xml" ContentType="application/inkml+xml"/>
  <Override PartName="/ppt/ink/ink659.xml" ContentType="application/inkml+xml"/>
  <Override PartName="/ppt/ink/ink660.xml" ContentType="application/inkml+xml"/>
  <Override PartName="/ppt/ink/ink661.xml" ContentType="application/inkml+xml"/>
  <Override PartName="/ppt/ink/ink662.xml" ContentType="application/inkml+xml"/>
  <Override PartName="/ppt/ink/ink663.xml" ContentType="application/inkml+xml"/>
  <Override PartName="/ppt/ink/ink664.xml" ContentType="application/inkml+xml"/>
  <Override PartName="/ppt/ink/ink665.xml" ContentType="application/inkml+xml"/>
  <Override PartName="/ppt/ink/ink666.xml" ContentType="application/inkml+xml"/>
  <Override PartName="/ppt/ink/ink667.xml" ContentType="application/inkml+xml"/>
  <Override PartName="/ppt/ink/ink668.xml" ContentType="application/inkml+xml"/>
  <Override PartName="/ppt/ink/ink669.xml" ContentType="application/inkml+xml"/>
  <Override PartName="/ppt/ink/ink670.xml" ContentType="application/inkml+xml"/>
  <Override PartName="/ppt/ink/ink671.xml" ContentType="application/inkml+xml"/>
  <Override PartName="/ppt/ink/ink672.xml" ContentType="application/inkml+xml"/>
  <Override PartName="/ppt/ink/ink673.xml" ContentType="application/inkml+xml"/>
  <Override PartName="/ppt/ink/ink674.xml" ContentType="application/inkml+xml"/>
  <Override PartName="/ppt/ink/ink675.xml" ContentType="application/inkml+xml"/>
  <Override PartName="/ppt/ink/ink676.xml" ContentType="application/inkml+xml"/>
  <Override PartName="/ppt/ink/ink677.xml" ContentType="application/inkml+xml"/>
  <Override PartName="/ppt/ink/ink678.xml" ContentType="application/inkml+xml"/>
  <Override PartName="/ppt/ink/ink679.xml" ContentType="application/inkml+xml"/>
  <Override PartName="/ppt/ink/ink680.xml" ContentType="application/inkml+xml"/>
  <Override PartName="/ppt/ink/ink681.xml" ContentType="application/inkml+xml"/>
  <Override PartName="/ppt/ink/ink682.xml" ContentType="application/inkml+xml"/>
  <Override PartName="/ppt/ink/ink683.xml" ContentType="application/inkml+xml"/>
  <Override PartName="/ppt/ink/ink684.xml" ContentType="application/inkml+xml"/>
  <Override PartName="/ppt/ink/ink685.xml" ContentType="application/inkml+xml"/>
  <Override PartName="/ppt/ink/ink686.xml" ContentType="application/inkml+xml"/>
  <Override PartName="/ppt/ink/ink687.xml" ContentType="application/inkml+xml"/>
  <Override PartName="/ppt/ink/ink688.xml" ContentType="application/inkml+xml"/>
  <Override PartName="/ppt/ink/ink689.xml" ContentType="application/inkml+xml"/>
  <Override PartName="/ppt/ink/ink690.xml" ContentType="application/inkml+xml"/>
  <Override PartName="/ppt/ink/ink691.xml" ContentType="application/inkml+xml"/>
  <Override PartName="/ppt/ink/ink692.xml" ContentType="application/inkml+xml"/>
  <Override PartName="/ppt/ink/ink693.xml" ContentType="application/inkml+xml"/>
  <Override PartName="/ppt/ink/ink694.xml" ContentType="application/inkml+xml"/>
  <Override PartName="/ppt/ink/ink695.xml" ContentType="application/inkml+xml"/>
  <Override PartName="/ppt/ink/ink696.xml" ContentType="application/inkml+xml"/>
  <Override PartName="/ppt/ink/ink697.xml" ContentType="application/inkml+xml"/>
  <Override PartName="/ppt/ink/ink698.xml" ContentType="application/inkml+xml"/>
  <Override PartName="/ppt/ink/ink699.xml" ContentType="application/inkml+xml"/>
  <Override PartName="/ppt/ink/ink700.xml" ContentType="application/inkml+xml"/>
  <Override PartName="/ppt/ink/ink701.xml" ContentType="application/inkml+xml"/>
  <Override PartName="/ppt/ink/ink702.xml" ContentType="application/inkml+xml"/>
  <Override PartName="/ppt/ink/ink703.xml" ContentType="application/inkml+xml"/>
  <Override PartName="/ppt/ink/ink704.xml" ContentType="application/inkml+xml"/>
  <Override PartName="/ppt/ink/ink705.xml" ContentType="application/inkml+xml"/>
  <Override PartName="/ppt/ink/ink706.xml" ContentType="application/inkml+xml"/>
  <Override PartName="/ppt/ink/ink707.xml" ContentType="application/inkml+xml"/>
  <Override PartName="/ppt/ink/ink708.xml" ContentType="application/inkml+xml"/>
  <Override PartName="/ppt/ink/ink709.xml" ContentType="application/inkml+xml"/>
  <Override PartName="/ppt/ink/ink710.xml" ContentType="application/inkml+xml"/>
  <Override PartName="/ppt/ink/ink711.xml" ContentType="application/inkml+xml"/>
  <Override PartName="/ppt/ink/ink712.xml" ContentType="application/inkml+xml"/>
  <Override PartName="/ppt/ink/ink713.xml" ContentType="application/inkml+xml"/>
  <Override PartName="/ppt/ink/ink714.xml" ContentType="application/inkml+xml"/>
  <Override PartName="/ppt/ink/ink715.xml" ContentType="application/inkml+xml"/>
  <Override PartName="/ppt/ink/ink716.xml" ContentType="application/inkml+xml"/>
  <Override PartName="/ppt/ink/ink717.xml" ContentType="application/inkml+xml"/>
  <Override PartName="/ppt/ink/ink718.xml" ContentType="application/inkml+xml"/>
  <Override PartName="/ppt/ink/ink719.xml" ContentType="application/inkml+xml"/>
  <Override PartName="/ppt/ink/ink720.xml" ContentType="application/inkml+xml"/>
  <Override PartName="/ppt/ink/ink721.xml" ContentType="application/inkml+xml"/>
  <Override PartName="/ppt/ink/ink722.xml" ContentType="application/inkml+xml"/>
  <Override PartName="/ppt/ink/ink723.xml" ContentType="application/inkml+xml"/>
  <Override PartName="/ppt/ink/ink724.xml" ContentType="application/inkml+xml"/>
  <Override PartName="/ppt/ink/ink725.xml" ContentType="application/inkml+xml"/>
  <Override PartName="/ppt/ink/ink726.xml" ContentType="application/inkml+xml"/>
  <Override PartName="/ppt/ink/ink727.xml" ContentType="application/inkml+xml"/>
  <Override PartName="/ppt/ink/ink728.xml" ContentType="application/inkml+xml"/>
  <Override PartName="/ppt/ink/ink729.xml" ContentType="application/inkml+xml"/>
  <Override PartName="/ppt/ink/ink730.xml" ContentType="application/inkml+xml"/>
  <Override PartName="/ppt/ink/ink731.xml" ContentType="application/inkml+xml"/>
  <Override PartName="/ppt/ink/ink732.xml" ContentType="application/inkml+xml"/>
  <Override PartName="/ppt/ink/ink733.xml" ContentType="application/inkml+xml"/>
  <Override PartName="/ppt/ink/ink734.xml" ContentType="application/inkml+xml"/>
  <Override PartName="/ppt/ink/ink735.xml" ContentType="application/inkml+xml"/>
  <Override PartName="/ppt/ink/ink736.xml" ContentType="application/inkml+xml"/>
  <Override PartName="/ppt/ink/ink737.xml" ContentType="application/inkml+xml"/>
  <Override PartName="/ppt/ink/ink738.xml" ContentType="application/inkml+xml"/>
  <Override PartName="/ppt/ink/ink739.xml" ContentType="application/inkml+xml"/>
  <Override PartName="/ppt/ink/ink740.xml" ContentType="application/inkml+xml"/>
  <Override PartName="/ppt/ink/ink741.xml" ContentType="application/inkml+xml"/>
  <Override PartName="/ppt/ink/ink742.xml" ContentType="application/inkml+xml"/>
  <Override PartName="/ppt/ink/ink743.xml" ContentType="application/inkml+xml"/>
  <Override PartName="/ppt/ink/ink744.xml" ContentType="application/inkml+xml"/>
  <Override PartName="/ppt/ink/ink745.xml" ContentType="application/inkml+xml"/>
  <Override PartName="/ppt/ink/ink746.xml" ContentType="application/inkml+xml"/>
  <Override PartName="/ppt/ink/ink747.xml" ContentType="application/inkml+xml"/>
  <Override PartName="/ppt/ink/ink748.xml" ContentType="application/inkml+xml"/>
  <Override PartName="/ppt/ink/ink749.xml" ContentType="application/inkml+xml"/>
  <Override PartName="/ppt/ink/ink750.xml" ContentType="application/inkml+xml"/>
  <Override PartName="/ppt/ink/ink751.xml" ContentType="application/inkml+xml"/>
  <Override PartName="/ppt/ink/ink752.xml" ContentType="application/inkml+xml"/>
  <Override PartName="/ppt/ink/ink753.xml" ContentType="application/inkml+xml"/>
  <Override PartName="/ppt/ink/ink754.xml" ContentType="application/inkml+xml"/>
  <Override PartName="/ppt/ink/ink755.xml" ContentType="application/inkml+xml"/>
  <Override PartName="/ppt/ink/ink756.xml" ContentType="application/inkml+xml"/>
  <Override PartName="/ppt/ink/ink757.xml" ContentType="application/inkml+xml"/>
  <Override PartName="/ppt/ink/ink758.xml" ContentType="application/inkml+xml"/>
  <Override PartName="/ppt/ink/ink759.xml" ContentType="application/inkml+xml"/>
  <Override PartName="/ppt/ink/ink760.xml" ContentType="application/inkml+xml"/>
  <Override PartName="/ppt/ink/ink761.xml" ContentType="application/inkml+xml"/>
  <Override PartName="/ppt/ink/ink762.xml" ContentType="application/inkml+xml"/>
  <Override PartName="/ppt/ink/ink763.xml" ContentType="application/inkml+xml"/>
  <Override PartName="/ppt/ink/ink764.xml" ContentType="application/inkml+xml"/>
  <Override PartName="/ppt/ink/ink765.xml" ContentType="application/inkml+xml"/>
  <Override PartName="/ppt/ink/ink766.xml" ContentType="application/inkml+xml"/>
  <Override PartName="/ppt/ink/ink767.xml" ContentType="application/inkml+xml"/>
  <Override PartName="/ppt/ink/ink768.xml" ContentType="application/inkml+xml"/>
  <Override PartName="/ppt/ink/ink769.xml" ContentType="application/inkml+xml"/>
  <Override PartName="/ppt/ink/ink770.xml" ContentType="application/inkml+xml"/>
  <Override PartName="/ppt/ink/ink771.xml" ContentType="application/inkml+xml"/>
  <Override PartName="/ppt/ink/ink772.xml" ContentType="application/inkml+xml"/>
  <Override PartName="/ppt/ink/ink773.xml" ContentType="application/inkml+xml"/>
  <Override PartName="/ppt/ink/ink774.xml" ContentType="application/inkml+xml"/>
  <Override PartName="/ppt/ink/ink775.xml" ContentType="application/inkml+xml"/>
  <Override PartName="/ppt/ink/ink776.xml" ContentType="application/inkml+xml"/>
  <Override PartName="/ppt/ink/ink777.xml" ContentType="application/inkml+xml"/>
  <Override PartName="/ppt/ink/ink778.xml" ContentType="application/inkml+xml"/>
  <Override PartName="/ppt/ink/ink779.xml" ContentType="application/inkml+xml"/>
  <Override PartName="/ppt/ink/ink780.xml" ContentType="application/inkml+xml"/>
  <Override PartName="/ppt/ink/ink781.xml" ContentType="application/inkml+xml"/>
  <Override PartName="/ppt/ink/ink782.xml" ContentType="application/inkml+xml"/>
  <Override PartName="/ppt/ink/ink783.xml" ContentType="application/inkml+xml"/>
  <Override PartName="/ppt/ink/ink784.xml" ContentType="application/inkml+xml"/>
  <Override PartName="/ppt/ink/ink785.xml" ContentType="application/inkml+xml"/>
  <Override PartName="/ppt/ink/ink786.xml" ContentType="application/inkml+xml"/>
  <Override PartName="/ppt/ink/ink787.xml" ContentType="application/inkml+xml"/>
  <Override PartName="/ppt/ink/ink788.xml" ContentType="application/inkml+xml"/>
  <Override PartName="/ppt/ink/ink789.xml" ContentType="application/inkml+xml"/>
  <Override PartName="/ppt/ink/ink790.xml" ContentType="application/inkml+xml"/>
  <Override PartName="/ppt/ink/ink791.xml" ContentType="application/inkml+xml"/>
  <Override PartName="/ppt/ink/ink792.xml" ContentType="application/inkml+xml"/>
  <Override PartName="/ppt/ink/ink793.xml" ContentType="application/inkml+xml"/>
  <Override PartName="/ppt/ink/ink794.xml" ContentType="application/inkml+xml"/>
  <Override PartName="/ppt/ink/ink795.xml" ContentType="application/inkml+xml"/>
  <Override PartName="/ppt/ink/ink796.xml" ContentType="application/inkml+xml"/>
  <Override PartName="/ppt/ink/ink797.xml" ContentType="application/inkml+xml"/>
  <Override PartName="/ppt/ink/ink798.xml" ContentType="application/inkml+xml"/>
  <Override PartName="/ppt/ink/ink799.xml" ContentType="application/inkml+xml"/>
  <Override PartName="/ppt/ink/ink800.xml" ContentType="application/inkml+xml"/>
  <Override PartName="/ppt/ink/ink801.xml" ContentType="application/inkml+xml"/>
  <Override PartName="/ppt/ink/ink802.xml" ContentType="application/inkml+xml"/>
  <Override PartName="/ppt/ink/ink803.xml" ContentType="application/inkml+xml"/>
  <Override PartName="/ppt/ink/ink804.xml" ContentType="application/inkml+xml"/>
  <Override PartName="/ppt/ink/ink805.xml" ContentType="application/inkml+xml"/>
  <Override PartName="/ppt/ink/ink806.xml" ContentType="application/inkml+xml"/>
  <Override PartName="/ppt/ink/ink807.xml" ContentType="application/inkml+xml"/>
  <Override PartName="/ppt/ink/ink808.xml" ContentType="application/inkml+xml"/>
  <Override PartName="/ppt/ink/ink809.xml" ContentType="application/inkml+xml"/>
  <Override PartName="/ppt/ink/ink810.xml" ContentType="application/inkml+xml"/>
  <Override PartName="/ppt/ink/ink811.xml" ContentType="application/inkml+xml"/>
  <Override PartName="/ppt/ink/ink812.xml" ContentType="application/inkml+xml"/>
  <Override PartName="/ppt/ink/ink813.xml" ContentType="application/inkml+xml"/>
  <Override PartName="/ppt/ink/ink814.xml" ContentType="application/inkml+xml"/>
  <Override PartName="/ppt/ink/ink815.xml" ContentType="application/inkml+xml"/>
  <Override PartName="/ppt/ink/ink816.xml" ContentType="application/inkml+xml"/>
  <Override PartName="/ppt/ink/ink817.xml" ContentType="application/inkml+xml"/>
  <Override PartName="/ppt/ink/ink818.xml" ContentType="application/inkml+xml"/>
  <Override PartName="/ppt/ink/ink819.xml" ContentType="application/inkml+xml"/>
  <Override PartName="/ppt/ink/ink820.xml" ContentType="application/inkml+xml"/>
  <Override PartName="/ppt/ink/ink821.xml" ContentType="application/inkml+xml"/>
  <Override PartName="/ppt/ink/ink822.xml" ContentType="application/inkml+xml"/>
  <Override PartName="/ppt/ink/ink823.xml" ContentType="application/inkml+xml"/>
  <Override PartName="/ppt/ink/ink824.xml" ContentType="application/inkml+xml"/>
  <Override PartName="/ppt/ink/ink825.xml" ContentType="application/inkml+xml"/>
  <Override PartName="/ppt/ink/ink826.xml" ContentType="application/inkml+xml"/>
  <Override PartName="/ppt/ink/ink827.xml" ContentType="application/inkml+xml"/>
  <Override PartName="/ppt/ink/ink828.xml" ContentType="application/inkml+xml"/>
  <Override PartName="/ppt/ink/ink829.xml" ContentType="application/inkml+xml"/>
  <Override PartName="/ppt/ink/ink830.xml" ContentType="application/inkml+xml"/>
  <Override PartName="/ppt/ink/ink831.xml" ContentType="application/inkml+xml"/>
  <Override PartName="/ppt/ink/ink832.xml" ContentType="application/inkml+xml"/>
  <Override PartName="/ppt/ink/ink833.xml" ContentType="application/inkml+xml"/>
  <Override PartName="/ppt/ink/ink834.xml" ContentType="application/inkml+xml"/>
  <Override PartName="/ppt/ink/ink835.xml" ContentType="application/inkml+xml"/>
  <Override PartName="/ppt/ink/ink836.xml" ContentType="application/inkml+xml"/>
  <Override PartName="/ppt/ink/ink837.xml" ContentType="application/inkml+xml"/>
  <Override PartName="/ppt/ink/ink838.xml" ContentType="application/inkml+xml"/>
  <Override PartName="/ppt/ink/ink839.xml" ContentType="application/inkml+xml"/>
  <Override PartName="/ppt/ink/ink840.xml" ContentType="application/inkml+xml"/>
  <Override PartName="/ppt/ink/ink841.xml" ContentType="application/inkml+xml"/>
  <Override PartName="/ppt/ink/ink842.xml" ContentType="application/inkml+xml"/>
  <Override PartName="/ppt/ink/ink843.xml" ContentType="application/inkml+xml"/>
  <Override PartName="/ppt/ink/ink844.xml" ContentType="application/inkml+xml"/>
  <Override PartName="/ppt/ink/ink845.xml" ContentType="application/inkml+xml"/>
  <Override PartName="/ppt/ink/ink846.xml" ContentType="application/inkml+xml"/>
  <Override PartName="/ppt/ink/ink847.xml" ContentType="application/inkml+xml"/>
  <Override PartName="/ppt/ink/ink848.xml" ContentType="application/inkml+xml"/>
  <Override PartName="/ppt/ink/ink849.xml" ContentType="application/inkml+xml"/>
  <Override PartName="/ppt/ink/ink850.xml" ContentType="application/inkml+xml"/>
  <Override PartName="/ppt/ink/ink851.xml" ContentType="application/inkml+xml"/>
  <Override PartName="/ppt/ink/ink852.xml" ContentType="application/inkml+xml"/>
  <Override PartName="/ppt/ink/ink853.xml" ContentType="application/inkml+xml"/>
  <Override PartName="/ppt/ink/ink854.xml" ContentType="application/inkml+xml"/>
  <Override PartName="/ppt/ink/ink855.xml" ContentType="application/inkml+xml"/>
  <Override PartName="/ppt/ink/ink856.xml" ContentType="application/inkml+xml"/>
  <Override PartName="/ppt/ink/ink857.xml" ContentType="application/inkml+xml"/>
  <Override PartName="/ppt/ink/ink858.xml" ContentType="application/inkml+xml"/>
  <Override PartName="/ppt/ink/ink859.xml" ContentType="application/inkml+xml"/>
  <Override PartName="/ppt/ink/ink860.xml" ContentType="application/inkml+xml"/>
  <Override PartName="/ppt/ink/ink861.xml" ContentType="application/inkml+xml"/>
  <Override PartName="/ppt/ink/ink862.xml" ContentType="application/inkml+xml"/>
  <Override PartName="/ppt/ink/ink863.xml" ContentType="application/inkml+xml"/>
  <Override PartName="/ppt/ink/ink864.xml" ContentType="application/inkml+xml"/>
  <Override PartName="/ppt/ink/ink865.xml" ContentType="application/inkml+xml"/>
  <Override PartName="/ppt/ink/ink866.xml" ContentType="application/inkml+xml"/>
  <Override PartName="/ppt/ink/ink867.xml" ContentType="application/inkml+xml"/>
  <Override PartName="/ppt/ink/ink868.xml" ContentType="application/inkml+xml"/>
  <Override PartName="/ppt/ink/ink869.xml" ContentType="application/inkml+xml"/>
  <Override PartName="/ppt/ink/ink870.xml" ContentType="application/inkml+xml"/>
  <Override PartName="/ppt/ink/ink871.xml" ContentType="application/inkml+xml"/>
  <Override PartName="/ppt/ink/ink872.xml" ContentType="application/inkml+xml"/>
  <Override PartName="/ppt/ink/ink873.xml" ContentType="application/inkml+xml"/>
  <Override PartName="/ppt/ink/ink874.xml" ContentType="application/inkml+xml"/>
  <Override PartName="/ppt/ink/ink875.xml" ContentType="application/inkml+xml"/>
  <Override PartName="/ppt/ink/ink876.xml" ContentType="application/inkml+xml"/>
  <Override PartName="/ppt/ink/ink877.xml" ContentType="application/inkml+xml"/>
  <Override PartName="/ppt/ink/ink878.xml" ContentType="application/inkml+xml"/>
  <Override PartName="/ppt/ink/ink879.xml" ContentType="application/inkml+xml"/>
  <Override PartName="/ppt/ink/ink880.xml" ContentType="application/inkml+xml"/>
  <Override PartName="/ppt/ink/ink881.xml" ContentType="application/inkml+xml"/>
  <Override PartName="/ppt/ink/ink882.xml" ContentType="application/inkml+xml"/>
  <Override PartName="/ppt/ink/ink883.xml" ContentType="application/inkml+xml"/>
  <Override PartName="/ppt/ink/ink884.xml" ContentType="application/inkml+xml"/>
  <Override PartName="/ppt/ink/ink885.xml" ContentType="application/inkml+xml"/>
  <Override PartName="/ppt/ink/ink886.xml" ContentType="application/inkml+xml"/>
  <Override PartName="/ppt/ink/ink887.xml" ContentType="application/inkml+xml"/>
  <Override PartName="/ppt/ink/ink888.xml" ContentType="application/inkml+xml"/>
  <Override PartName="/ppt/ink/ink889.xml" ContentType="application/inkml+xml"/>
  <Override PartName="/ppt/ink/ink890.xml" ContentType="application/inkml+xml"/>
  <Override PartName="/ppt/ink/ink891.xml" ContentType="application/inkml+xml"/>
  <Override PartName="/ppt/ink/ink892.xml" ContentType="application/inkml+xml"/>
  <Override PartName="/ppt/ink/ink893.xml" ContentType="application/inkml+xml"/>
  <Override PartName="/ppt/ink/ink894.xml" ContentType="application/inkml+xml"/>
  <Override PartName="/ppt/ink/ink895.xml" ContentType="application/inkml+xml"/>
  <Override PartName="/ppt/ink/ink896.xml" ContentType="application/inkml+xml"/>
  <Override PartName="/ppt/ink/ink897.xml" ContentType="application/inkml+xml"/>
  <Override PartName="/ppt/ink/ink898.xml" ContentType="application/inkml+xml"/>
  <Override PartName="/ppt/ink/ink899.xml" ContentType="application/inkml+xml"/>
  <Override PartName="/ppt/ink/ink900.xml" ContentType="application/inkml+xml"/>
  <Override PartName="/ppt/ink/ink901.xml" ContentType="application/inkml+xml"/>
  <Override PartName="/ppt/ink/ink902.xml" ContentType="application/inkml+xml"/>
  <Override PartName="/ppt/ink/ink903.xml" ContentType="application/inkml+xml"/>
  <Override PartName="/ppt/ink/ink904.xml" ContentType="application/inkml+xml"/>
  <Override PartName="/ppt/ink/ink905.xml" ContentType="application/inkml+xml"/>
  <Override PartName="/ppt/ink/ink906.xml" ContentType="application/inkml+xml"/>
  <Override PartName="/ppt/ink/ink907.xml" ContentType="application/inkml+xml"/>
  <Override PartName="/ppt/ink/ink908.xml" ContentType="application/inkml+xml"/>
  <Override PartName="/ppt/ink/ink909.xml" ContentType="application/inkml+xml"/>
  <Override PartName="/ppt/ink/ink910.xml" ContentType="application/inkml+xml"/>
  <Override PartName="/ppt/ink/ink911.xml" ContentType="application/inkml+xml"/>
  <Override PartName="/ppt/ink/ink912.xml" ContentType="application/inkml+xml"/>
  <Override PartName="/ppt/ink/ink913.xml" ContentType="application/inkml+xml"/>
  <Override PartName="/ppt/ink/ink914.xml" ContentType="application/inkml+xml"/>
  <Override PartName="/ppt/ink/ink915.xml" ContentType="application/inkml+xml"/>
  <Override PartName="/ppt/ink/ink916.xml" ContentType="application/inkml+xml"/>
  <Override PartName="/ppt/ink/ink917.xml" ContentType="application/inkml+xml"/>
  <Override PartName="/ppt/ink/ink918.xml" ContentType="application/inkml+xml"/>
  <Override PartName="/ppt/ink/ink919.xml" ContentType="application/inkml+xml"/>
  <Override PartName="/ppt/ink/ink920.xml" ContentType="application/inkml+xml"/>
  <Override PartName="/ppt/ink/ink921.xml" ContentType="application/inkml+xml"/>
  <Override PartName="/ppt/ink/ink922.xml" ContentType="application/inkml+xml"/>
  <Override PartName="/ppt/ink/ink923.xml" ContentType="application/inkml+xml"/>
  <Override PartName="/ppt/ink/ink924.xml" ContentType="application/inkml+xml"/>
  <Override PartName="/ppt/ink/ink925.xml" ContentType="application/inkml+xml"/>
  <Override PartName="/ppt/ink/ink926.xml" ContentType="application/inkml+xml"/>
  <Override PartName="/ppt/ink/ink927.xml" ContentType="application/inkml+xml"/>
  <Override PartName="/ppt/ink/ink928.xml" ContentType="application/inkml+xml"/>
  <Override PartName="/ppt/ink/ink929.xml" ContentType="application/inkml+xml"/>
  <Override PartName="/ppt/ink/ink930.xml" ContentType="application/inkml+xml"/>
  <Override PartName="/ppt/ink/ink931.xml" ContentType="application/inkml+xml"/>
  <Override PartName="/ppt/ink/ink932.xml" ContentType="application/inkml+xml"/>
  <Override PartName="/ppt/ink/ink933.xml" ContentType="application/inkml+xml"/>
  <Override PartName="/ppt/ink/ink934.xml" ContentType="application/inkml+xml"/>
  <Override PartName="/ppt/ink/ink935.xml" ContentType="application/inkml+xml"/>
  <Override PartName="/ppt/ink/ink936.xml" ContentType="application/inkml+xml"/>
  <Override PartName="/ppt/ink/ink937.xml" ContentType="application/inkml+xml"/>
  <Override PartName="/ppt/ink/ink938.xml" ContentType="application/inkml+xml"/>
  <Override PartName="/ppt/ink/ink939.xml" ContentType="application/inkml+xml"/>
  <Override PartName="/ppt/ink/ink940.xml" ContentType="application/inkml+xml"/>
  <Override PartName="/ppt/ink/ink941.xml" ContentType="application/inkml+xml"/>
  <Override PartName="/ppt/ink/ink942.xml" ContentType="application/inkml+xml"/>
  <Override PartName="/ppt/ink/ink943.xml" ContentType="application/inkml+xml"/>
  <Override PartName="/ppt/ink/ink944.xml" ContentType="application/inkml+xml"/>
  <Override PartName="/ppt/ink/ink945.xml" ContentType="application/inkml+xml"/>
  <Override PartName="/ppt/ink/ink946.xml" ContentType="application/inkml+xml"/>
  <Override PartName="/ppt/ink/ink947.xml" ContentType="application/inkml+xml"/>
  <Override PartName="/ppt/ink/ink948.xml" ContentType="application/inkml+xml"/>
  <Override PartName="/ppt/ink/ink949.xml" ContentType="application/inkml+xml"/>
  <Override PartName="/ppt/ink/ink950.xml" ContentType="application/inkml+xml"/>
  <Override PartName="/ppt/ink/ink951.xml" ContentType="application/inkml+xml"/>
  <Override PartName="/ppt/ink/ink952.xml" ContentType="application/inkml+xml"/>
  <Override PartName="/ppt/ink/ink953.xml" ContentType="application/inkml+xml"/>
  <Override PartName="/ppt/ink/ink954.xml" ContentType="application/inkml+xml"/>
  <Override PartName="/ppt/ink/ink955.xml" ContentType="application/inkml+xml"/>
  <Override PartName="/ppt/ink/ink956.xml" ContentType="application/inkml+xml"/>
  <Override PartName="/ppt/ink/ink957.xml" ContentType="application/inkml+xml"/>
  <Override PartName="/ppt/ink/ink958.xml" ContentType="application/inkml+xml"/>
  <Override PartName="/ppt/ink/ink959.xml" ContentType="application/inkml+xml"/>
  <Override PartName="/ppt/ink/ink960.xml" ContentType="application/inkml+xml"/>
  <Override PartName="/ppt/ink/ink961.xml" ContentType="application/inkml+xml"/>
  <Override PartName="/ppt/ink/ink962.xml" ContentType="application/inkml+xml"/>
  <Override PartName="/ppt/ink/ink963.xml" ContentType="application/inkml+xml"/>
  <Override PartName="/ppt/ink/ink964.xml" ContentType="application/inkml+xml"/>
  <Override PartName="/ppt/ink/ink965.xml" ContentType="application/inkml+xml"/>
  <Override PartName="/ppt/ink/ink966.xml" ContentType="application/inkml+xml"/>
  <Override PartName="/ppt/ink/ink967.xml" ContentType="application/inkml+xml"/>
  <Override PartName="/ppt/ink/ink968.xml" ContentType="application/inkml+xml"/>
  <Override PartName="/ppt/ink/ink969.xml" ContentType="application/inkml+xml"/>
  <Override PartName="/ppt/ink/ink970.xml" ContentType="application/inkml+xml"/>
  <Override PartName="/ppt/ink/ink971.xml" ContentType="application/inkml+xml"/>
  <Override PartName="/ppt/ink/ink972.xml" ContentType="application/inkml+xml"/>
  <Override PartName="/ppt/ink/ink973.xml" ContentType="application/inkml+xml"/>
  <Override PartName="/ppt/ink/ink974.xml" ContentType="application/inkml+xml"/>
  <Override PartName="/ppt/ink/ink975.xml" ContentType="application/inkml+xml"/>
  <Override PartName="/ppt/ink/ink976.xml" ContentType="application/inkml+xml"/>
  <Override PartName="/ppt/ink/ink977.xml" ContentType="application/inkml+xml"/>
  <Override PartName="/ppt/ink/ink978.xml" ContentType="application/inkml+xml"/>
  <Override PartName="/ppt/ink/ink979.xml" ContentType="application/inkml+xml"/>
  <Override PartName="/ppt/ink/ink980.xml" ContentType="application/inkml+xml"/>
  <Override PartName="/ppt/ink/ink981.xml" ContentType="application/inkml+xml"/>
  <Override PartName="/ppt/ink/ink982.xml" ContentType="application/inkml+xml"/>
  <Override PartName="/ppt/ink/ink983.xml" ContentType="application/inkml+xml"/>
  <Override PartName="/ppt/ink/ink984.xml" ContentType="application/inkml+xml"/>
  <Override PartName="/ppt/ink/ink985.xml" ContentType="application/inkml+xml"/>
  <Override PartName="/ppt/ink/ink986.xml" ContentType="application/inkml+xml"/>
  <Override PartName="/ppt/ink/ink987.xml" ContentType="application/inkml+xml"/>
  <Override PartName="/ppt/ink/ink988.xml" ContentType="application/inkml+xml"/>
  <Override PartName="/ppt/ink/ink989.xml" ContentType="application/inkml+xml"/>
  <Override PartName="/ppt/ink/ink990.xml" ContentType="application/inkml+xml"/>
  <Override PartName="/ppt/ink/ink991.xml" ContentType="application/inkml+xml"/>
  <Override PartName="/ppt/ink/ink992.xml" ContentType="application/inkml+xml"/>
  <Override PartName="/ppt/ink/ink993.xml" ContentType="application/inkml+xml"/>
  <Override PartName="/ppt/ink/ink994.xml" ContentType="application/inkml+xml"/>
  <Override PartName="/ppt/ink/ink995.xml" ContentType="application/inkml+xml"/>
  <Override PartName="/ppt/ink/ink996.xml" ContentType="application/inkml+xml"/>
  <Override PartName="/ppt/ink/ink997.xml" ContentType="application/inkml+xml"/>
  <Override PartName="/ppt/ink/ink998.xml" ContentType="application/inkml+xml"/>
  <Override PartName="/ppt/ink/ink999.xml" ContentType="application/inkml+xml"/>
  <Override PartName="/ppt/ink/ink1000.xml" ContentType="application/inkml+xml"/>
  <Override PartName="/ppt/ink/ink1001.xml" ContentType="application/inkml+xml"/>
  <Override PartName="/ppt/ink/ink1002.xml" ContentType="application/inkml+xml"/>
  <Override PartName="/ppt/ink/ink1003.xml" ContentType="application/inkml+xml"/>
  <Override PartName="/ppt/ink/ink1004.xml" ContentType="application/inkml+xml"/>
  <Override PartName="/ppt/ink/ink1005.xml" ContentType="application/inkml+xml"/>
  <Override PartName="/ppt/ink/ink1006.xml" ContentType="application/inkml+xml"/>
  <Override PartName="/ppt/ink/ink1007.xml" ContentType="application/inkml+xml"/>
  <Override PartName="/ppt/ink/ink1008.xml" ContentType="application/inkml+xml"/>
  <Override PartName="/ppt/ink/ink1009.xml" ContentType="application/inkml+xml"/>
  <Override PartName="/ppt/ink/ink1010.xml" ContentType="application/inkml+xml"/>
  <Override PartName="/ppt/ink/ink1011.xml" ContentType="application/inkml+xml"/>
  <Override PartName="/ppt/ink/ink1012.xml" ContentType="application/inkml+xml"/>
  <Override PartName="/ppt/ink/ink1013.xml" ContentType="application/inkml+xml"/>
  <Override PartName="/ppt/ink/ink1014.xml" ContentType="application/inkml+xml"/>
  <Override PartName="/ppt/ink/ink1015.xml" ContentType="application/inkml+xml"/>
  <Override PartName="/ppt/ink/ink1016.xml" ContentType="application/inkml+xml"/>
  <Override PartName="/ppt/ink/ink1017.xml" ContentType="application/inkml+xml"/>
  <Override PartName="/ppt/ink/ink1018.xml" ContentType="application/inkml+xml"/>
  <Override PartName="/ppt/ink/ink1019.xml" ContentType="application/inkml+xml"/>
  <Override PartName="/ppt/ink/ink1020.xml" ContentType="application/inkml+xml"/>
  <Override PartName="/ppt/ink/ink1021.xml" ContentType="application/inkml+xml"/>
  <Override PartName="/ppt/ink/ink1022.xml" ContentType="application/inkml+xml"/>
  <Override PartName="/ppt/ink/ink1023.xml" ContentType="application/inkml+xml"/>
  <Override PartName="/ppt/ink/ink1024.xml" ContentType="application/inkml+xml"/>
  <Override PartName="/ppt/ink/ink1025.xml" ContentType="application/inkml+xml"/>
  <Override PartName="/ppt/ink/ink1026.xml" ContentType="application/inkml+xml"/>
  <Override PartName="/ppt/ink/ink1027.xml" ContentType="application/inkml+xml"/>
  <Override PartName="/ppt/ink/ink1028.xml" ContentType="application/inkml+xml"/>
  <Override PartName="/ppt/ink/ink1029.xml" ContentType="application/inkml+xml"/>
  <Override PartName="/ppt/ink/ink1030.xml" ContentType="application/inkml+xml"/>
  <Override PartName="/ppt/ink/ink1031.xml" ContentType="application/inkml+xml"/>
  <Override PartName="/ppt/ink/ink1032.xml" ContentType="application/inkml+xml"/>
  <Override PartName="/ppt/ink/ink1033.xml" ContentType="application/inkml+xml"/>
  <Override PartName="/ppt/ink/ink1034.xml" ContentType="application/inkml+xml"/>
  <Override PartName="/ppt/ink/ink1035.xml" ContentType="application/inkml+xml"/>
  <Override PartName="/ppt/ink/ink1036.xml" ContentType="application/inkml+xml"/>
  <Override PartName="/ppt/ink/ink1037.xml" ContentType="application/inkml+xml"/>
  <Override PartName="/ppt/ink/ink1038.xml" ContentType="application/inkml+xml"/>
  <Override PartName="/ppt/ink/ink1039.xml" ContentType="application/inkml+xml"/>
  <Override PartName="/ppt/ink/ink1040.xml" ContentType="application/inkml+xml"/>
  <Override PartName="/ppt/ink/ink1041.xml" ContentType="application/inkml+xml"/>
  <Override PartName="/ppt/ink/ink1042.xml" ContentType="application/inkml+xml"/>
  <Override PartName="/ppt/ink/ink1043.xml" ContentType="application/inkml+xml"/>
  <Override PartName="/ppt/ink/ink1044.xml" ContentType="application/inkml+xml"/>
  <Override PartName="/ppt/ink/ink1045.xml" ContentType="application/inkml+xml"/>
  <Override PartName="/ppt/ink/ink1046.xml" ContentType="application/inkml+xml"/>
  <Override PartName="/ppt/ink/ink1047.xml" ContentType="application/inkml+xml"/>
  <Override PartName="/ppt/ink/ink1048.xml" ContentType="application/inkml+xml"/>
  <Override PartName="/ppt/ink/ink1049.xml" ContentType="application/inkml+xml"/>
  <Override PartName="/ppt/ink/ink1050.xml" ContentType="application/inkml+xml"/>
  <Override PartName="/ppt/ink/ink1051.xml" ContentType="application/inkml+xml"/>
  <Override PartName="/ppt/ink/ink1052.xml" ContentType="application/inkml+xml"/>
  <Override PartName="/ppt/ink/ink1053.xml" ContentType="application/inkml+xml"/>
  <Override PartName="/ppt/ink/ink1054.xml" ContentType="application/inkml+xml"/>
  <Override PartName="/ppt/ink/ink1055.xml" ContentType="application/inkml+xml"/>
  <Override PartName="/ppt/ink/ink1056.xml" ContentType="application/inkml+xml"/>
  <Override PartName="/ppt/ink/ink1057.xml" ContentType="application/inkml+xml"/>
  <Override PartName="/ppt/ink/ink1058.xml" ContentType="application/inkml+xml"/>
  <Override PartName="/ppt/ink/ink1059.xml" ContentType="application/inkml+xml"/>
  <Override PartName="/ppt/ink/ink1060.xml" ContentType="application/inkml+xml"/>
  <Override PartName="/ppt/ink/ink1061.xml" ContentType="application/inkml+xml"/>
  <Override PartName="/ppt/ink/ink1062.xml" ContentType="application/inkml+xml"/>
  <Override PartName="/ppt/ink/ink1063.xml" ContentType="application/inkml+xml"/>
  <Override PartName="/ppt/ink/ink1064.xml" ContentType="application/inkml+xml"/>
  <Override PartName="/ppt/ink/ink1065.xml" ContentType="application/inkml+xml"/>
  <Override PartName="/ppt/ink/ink1066.xml" ContentType="application/inkml+xml"/>
  <Override PartName="/ppt/ink/ink1067.xml" ContentType="application/inkml+xml"/>
  <Override PartName="/ppt/ink/ink1068.xml" ContentType="application/inkml+xml"/>
  <Override PartName="/ppt/ink/ink1069.xml" ContentType="application/inkml+xml"/>
  <Override PartName="/ppt/ink/ink1070.xml" ContentType="application/inkml+xml"/>
  <Override PartName="/ppt/ink/ink1071.xml" ContentType="application/inkml+xml"/>
  <Override PartName="/ppt/ink/ink1072.xml" ContentType="application/inkml+xml"/>
  <Override PartName="/ppt/ink/ink1073.xml" ContentType="application/inkml+xml"/>
  <Override PartName="/ppt/ink/ink1074.xml" ContentType="application/inkml+xml"/>
  <Override PartName="/ppt/ink/ink1075.xml" ContentType="application/inkml+xml"/>
  <Override PartName="/ppt/ink/ink1076.xml" ContentType="application/inkml+xml"/>
  <Override PartName="/ppt/ink/ink1077.xml" ContentType="application/inkml+xml"/>
  <Override PartName="/ppt/ink/ink1078.xml" ContentType="application/inkml+xml"/>
  <Override PartName="/ppt/ink/ink1079.xml" ContentType="application/inkml+xml"/>
  <Override PartName="/ppt/ink/ink1080.xml" ContentType="application/inkml+xml"/>
  <Override PartName="/ppt/ink/ink1081.xml" ContentType="application/inkml+xml"/>
  <Override PartName="/ppt/ink/ink1082.xml" ContentType="application/inkml+xml"/>
  <Override PartName="/ppt/ink/ink1083.xml" ContentType="application/inkml+xml"/>
  <Override PartName="/ppt/ink/ink1084.xml" ContentType="application/inkml+xml"/>
  <Override PartName="/ppt/ink/ink1085.xml" ContentType="application/inkml+xml"/>
  <Override PartName="/ppt/ink/ink1086.xml" ContentType="application/inkml+xml"/>
  <Override PartName="/ppt/ink/ink1087.xml" ContentType="application/inkml+xml"/>
  <Override PartName="/ppt/ink/ink1088.xml" ContentType="application/inkml+xml"/>
  <Override PartName="/ppt/ink/ink1089.xml" ContentType="application/inkml+xml"/>
  <Override PartName="/ppt/ink/ink1090.xml" ContentType="application/inkml+xml"/>
  <Override PartName="/ppt/ink/ink1091.xml" ContentType="application/inkml+xml"/>
  <Override PartName="/ppt/ink/ink1092.xml" ContentType="application/inkml+xml"/>
  <Override PartName="/ppt/ink/ink1093.xml" ContentType="application/inkml+xml"/>
  <Override PartName="/ppt/ink/ink1094.xml" ContentType="application/inkml+xml"/>
  <Override PartName="/ppt/ink/ink1095.xml" ContentType="application/inkml+xml"/>
  <Override PartName="/ppt/ink/ink1096.xml" ContentType="application/inkml+xml"/>
  <Override PartName="/ppt/ink/ink1097.xml" ContentType="application/inkml+xml"/>
  <Override PartName="/ppt/ink/ink1098.xml" ContentType="application/inkml+xml"/>
  <Override PartName="/ppt/ink/ink1099.xml" ContentType="application/inkml+xml"/>
  <Override PartName="/ppt/ink/ink1100.xml" ContentType="application/inkml+xml"/>
  <Override PartName="/ppt/ink/ink1101.xml" ContentType="application/inkml+xml"/>
  <Override PartName="/ppt/ink/ink1102.xml" ContentType="application/inkml+xml"/>
  <Override PartName="/ppt/ink/ink1103.xml" ContentType="application/inkml+xml"/>
  <Override PartName="/ppt/ink/ink1104.xml" ContentType="application/inkml+xml"/>
  <Override PartName="/ppt/ink/ink1105.xml" ContentType="application/inkml+xml"/>
  <Override PartName="/ppt/ink/ink1106.xml" ContentType="application/inkml+xml"/>
  <Override PartName="/ppt/ink/ink1107.xml" ContentType="application/inkml+xml"/>
  <Override PartName="/ppt/ink/ink1108.xml" ContentType="application/inkml+xml"/>
  <Override PartName="/ppt/ink/ink1109.xml" ContentType="application/inkml+xml"/>
  <Override PartName="/ppt/ink/ink1110.xml" ContentType="application/inkml+xml"/>
  <Override PartName="/ppt/ink/ink1111.xml" ContentType="application/inkml+xml"/>
  <Override PartName="/ppt/ink/ink1112.xml" ContentType="application/inkml+xml"/>
  <Override PartName="/ppt/ink/ink1113.xml" ContentType="application/inkml+xml"/>
  <Override PartName="/ppt/ink/ink1114.xml" ContentType="application/inkml+xml"/>
  <Override PartName="/ppt/ink/ink1115.xml" ContentType="application/inkml+xml"/>
  <Override PartName="/ppt/ink/ink1116.xml" ContentType="application/inkml+xml"/>
  <Override PartName="/ppt/ink/ink1117.xml" ContentType="application/inkml+xml"/>
  <Override PartName="/ppt/ink/ink1118.xml" ContentType="application/inkml+xml"/>
  <Override PartName="/ppt/ink/ink1119.xml" ContentType="application/inkml+xml"/>
  <Override PartName="/ppt/ink/ink1120.xml" ContentType="application/inkml+xml"/>
  <Override PartName="/ppt/ink/ink1121.xml" ContentType="application/inkml+xml"/>
  <Override PartName="/ppt/ink/ink1122.xml" ContentType="application/inkml+xml"/>
  <Override PartName="/ppt/ink/ink1123.xml" ContentType="application/inkml+xml"/>
  <Override PartName="/ppt/ink/ink1124.xml" ContentType="application/inkml+xml"/>
  <Override PartName="/ppt/ink/ink1125.xml" ContentType="application/inkml+xml"/>
  <Override PartName="/ppt/ink/ink1126.xml" ContentType="application/inkml+xml"/>
  <Override PartName="/ppt/ink/ink1127.xml" ContentType="application/inkml+xml"/>
  <Override PartName="/ppt/ink/ink1128.xml" ContentType="application/inkml+xml"/>
  <Override PartName="/ppt/ink/ink1129.xml" ContentType="application/inkml+xml"/>
  <Override PartName="/ppt/ink/ink1130.xml" ContentType="application/inkml+xml"/>
  <Override PartName="/ppt/ink/ink1131.xml" ContentType="application/inkml+xml"/>
  <Override PartName="/ppt/ink/ink1132.xml" ContentType="application/inkml+xml"/>
  <Override PartName="/ppt/ink/ink1133.xml" ContentType="application/inkml+xml"/>
  <Override PartName="/ppt/ink/ink1134.xml" ContentType="application/inkml+xml"/>
  <Override PartName="/ppt/ink/ink1135.xml" ContentType="application/inkml+xml"/>
  <Override PartName="/ppt/ink/ink1136.xml" ContentType="application/inkml+xml"/>
  <Override PartName="/ppt/ink/ink1137.xml" ContentType="application/inkml+xml"/>
  <Override PartName="/ppt/ink/ink1138.xml" ContentType="application/inkml+xml"/>
  <Override PartName="/ppt/ink/ink1139.xml" ContentType="application/inkml+xml"/>
  <Override PartName="/ppt/ink/ink1140.xml" ContentType="application/inkml+xml"/>
  <Override PartName="/ppt/ink/ink1141.xml" ContentType="application/inkml+xml"/>
  <Override PartName="/ppt/ink/ink1142.xml" ContentType="application/inkml+xml"/>
  <Override PartName="/ppt/ink/ink1143.xml" ContentType="application/inkml+xml"/>
  <Override PartName="/ppt/ink/ink1144.xml" ContentType="application/inkml+xml"/>
  <Override PartName="/ppt/ink/ink1145.xml" ContentType="application/inkml+xml"/>
  <Override PartName="/ppt/ink/ink1146.xml" ContentType="application/inkml+xml"/>
  <Override PartName="/ppt/ink/ink1147.xml" ContentType="application/inkml+xml"/>
  <Override PartName="/ppt/ink/ink1148.xml" ContentType="application/inkml+xml"/>
  <Override PartName="/ppt/ink/ink1149.xml" ContentType="application/inkml+xml"/>
  <Override PartName="/ppt/ink/ink1150.xml" ContentType="application/inkml+xml"/>
  <Override PartName="/ppt/ink/ink1151.xml" ContentType="application/inkml+xml"/>
  <Override PartName="/ppt/ink/ink1152.xml" ContentType="application/inkml+xml"/>
  <Override PartName="/ppt/ink/ink1153.xml" ContentType="application/inkml+xml"/>
  <Override PartName="/ppt/ink/ink1154.xml" ContentType="application/inkml+xml"/>
  <Override PartName="/ppt/ink/ink1155.xml" ContentType="application/inkml+xml"/>
  <Override PartName="/ppt/ink/ink1156.xml" ContentType="application/inkml+xml"/>
  <Override PartName="/ppt/ink/ink1157.xml" ContentType="application/inkml+xml"/>
  <Override PartName="/ppt/ink/ink1158.xml" ContentType="application/inkml+xml"/>
  <Override PartName="/ppt/ink/ink1159.xml" ContentType="application/inkml+xml"/>
  <Override PartName="/ppt/ink/ink1160.xml" ContentType="application/inkml+xml"/>
  <Override PartName="/ppt/ink/ink1161.xml" ContentType="application/inkml+xml"/>
  <Override PartName="/ppt/ink/ink1162.xml" ContentType="application/inkml+xml"/>
  <Override PartName="/ppt/ink/ink1163.xml" ContentType="application/inkml+xml"/>
  <Override PartName="/ppt/ink/ink1164.xml" ContentType="application/inkml+xml"/>
  <Override PartName="/ppt/ink/ink1165.xml" ContentType="application/inkml+xml"/>
  <Override PartName="/ppt/ink/ink1166.xml" ContentType="application/inkml+xml"/>
  <Override PartName="/ppt/ink/ink1167.xml" ContentType="application/inkml+xml"/>
  <Override PartName="/ppt/ink/ink1168.xml" ContentType="application/inkml+xml"/>
  <Override PartName="/ppt/ink/ink1169.xml" ContentType="application/inkml+xml"/>
  <Override PartName="/ppt/ink/ink1170.xml" ContentType="application/inkml+xml"/>
  <Override PartName="/ppt/ink/ink1171.xml" ContentType="application/inkml+xml"/>
  <Override PartName="/ppt/ink/ink1172.xml" ContentType="application/inkml+xml"/>
  <Override PartName="/ppt/ink/ink1173.xml" ContentType="application/inkml+xml"/>
  <Override PartName="/ppt/ink/ink1174.xml" ContentType="application/inkml+xml"/>
  <Override PartName="/ppt/ink/ink1175.xml" ContentType="application/inkml+xml"/>
  <Override PartName="/ppt/ink/ink1176.xml" ContentType="application/inkml+xml"/>
  <Override PartName="/ppt/ink/ink1177.xml" ContentType="application/inkml+xml"/>
  <Override PartName="/ppt/ink/ink1178.xml" ContentType="application/inkml+xml"/>
  <Override PartName="/ppt/ink/ink1179.xml" ContentType="application/inkml+xml"/>
  <Override PartName="/ppt/ink/ink1180.xml" ContentType="application/inkml+xml"/>
  <Override PartName="/ppt/ink/ink1181.xml" ContentType="application/inkml+xml"/>
  <Override PartName="/ppt/ink/ink1182.xml" ContentType="application/inkml+xml"/>
  <Override PartName="/ppt/ink/ink1183.xml" ContentType="application/inkml+xml"/>
  <Override PartName="/ppt/ink/ink1184.xml" ContentType="application/inkml+xml"/>
  <Override PartName="/ppt/ink/ink1185.xml" ContentType="application/inkml+xml"/>
  <Override PartName="/ppt/ink/ink1186.xml" ContentType="application/inkml+xml"/>
  <Override PartName="/ppt/ink/ink1187.xml" ContentType="application/inkml+xml"/>
  <Override PartName="/ppt/ink/ink1188.xml" ContentType="application/inkml+xml"/>
  <Override PartName="/ppt/ink/ink1189.xml" ContentType="application/inkml+xml"/>
  <Override PartName="/ppt/ink/ink1190.xml" ContentType="application/inkml+xml"/>
  <Override PartName="/ppt/ink/ink1191.xml" ContentType="application/inkml+xml"/>
  <Override PartName="/ppt/ink/ink1192.xml" ContentType="application/inkml+xml"/>
  <Override PartName="/ppt/ink/ink1193.xml" ContentType="application/inkml+xml"/>
  <Override PartName="/ppt/ink/ink1194.xml" ContentType="application/inkml+xml"/>
  <Override PartName="/ppt/ink/ink1195.xml" ContentType="application/inkml+xml"/>
  <Override PartName="/ppt/ink/ink1196.xml" ContentType="application/inkml+xml"/>
  <Override PartName="/ppt/ink/ink1197.xml" ContentType="application/inkml+xml"/>
  <Override PartName="/ppt/ink/ink1198.xml" ContentType="application/inkml+xml"/>
  <Override PartName="/ppt/ink/ink1199.xml" ContentType="application/inkml+xml"/>
  <Override PartName="/ppt/ink/ink1200.xml" ContentType="application/inkml+xml"/>
  <Override PartName="/ppt/ink/ink1201.xml" ContentType="application/inkml+xml"/>
  <Override PartName="/ppt/ink/ink1202.xml" ContentType="application/inkml+xml"/>
  <Override PartName="/ppt/ink/ink1203.xml" ContentType="application/inkml+xml"/>
  <Override PartName="/ppt/ink/ink1204.xml" ContentType="application/inkml+xml"/>
  <Override PartName="/ppt/ink/ink1205.xml" ContentType="application/inkml+xml"/>
  <Override PartName="/ppt/ink/ink1206.xml" ContentType="application/inkml+xml"/>
  <Override PartName="/ppt/ink/ink1207.xml" ContentType="application/inkml+xml"/>
  <Override PartName="/ppt/ink/ink1208.xml" ContentType="application/inkml+xml"/>
  <Override PartName="/ppt/ink/ink1209.xml" ContentType="application/inkml+xml"/>
  <Override PartName="/ppt/ink/ink1210.xml" ContentType="application/inkml+xml"/>
  <Override PartName="/ppt/ink/ink1211.xml" ContentType="application/inkml+xml"/>
  <Override PartName="/ppt/ink/ink1212.xml" ContentType="application/inkml+xml"/>
  <Override PartName="/ppt/ink/ink1213.xml" ContentType="application/inkml+xml"/>
  <Override PartName="/ppt/ink/ink1214.xml" ContentType="application/inkml+xml"/>
  <Override PartName="/ppt/ink/ink1215.xml" ContentType="application/inkml+xml"/>
  <Override PartName="/ppt/ink/ink1216.xml" ContentType="application/inkml+xml"/>
  <Override PartName="/ppt/ink/ink1217.xml" ContentType="application/inkml+xml"/>
  <Override PartName="/ppt/ink/ink1218.xml" ContentType="application/inkml+xml"/>
  <Override PartName="/ppt/ink/ink1219.xml" ContentType="application/inkml+xml"/>
  <Override PartName="/ppt/ink/ink1220.xml" ContentType="application/inkml+xml"/>
  <Override PartName="/ppt/ink/ink1221.xml" ContentType="application/inkml+xml"/>
  <Override PartName="/ppt/ink/ink1222.xml" ContentType="application/inkml+xml"/>
  <Override PartName="/ppt/ink/ink1223.xml" ContentType="application/inkml+xml"/>
  <Override PartName="/ppt/ink/ink1224.xml" ContentType="application/inkml+xml"/>
  <Override PartName="/ppt/ink/ink1225.xml" ContentType="application/inkml+xml"/>
  <Override PartName="/ppt/ink/ink1226.xml" ContentType="application/inkml+xml"/>
  <Override PartName="/ppt/ink/ink1227.xml" ContentType="application/inkml+xml"/>
  <Override PartName="/ppt/ink/ink1228.xml" ContentType="application/inkml+xml"/>
  <Override PartName="/ppt/ink/ink1229.xml" ContentType="application/inkml+xml"/>
  <Override PartName="/ppt/ink/ink1230.xml" ContentType="application/inkml+xml"/>
  <Override PartName="/ppt/ink/ink1231.xml" ContentType="application/inkml+xml"/>
  <Override PartName="/ppt/ink/ink1232.xml" ContentType="application/inkml+xml"/>
  <Override PartName="/ppt/ink/ink1233.xml" ContentType="application/inkml+xml"/>
  <Override PartName="/ppt/ink/ink1234.xml" ContentType="application/inkml+xml"/>
  <Override PartName="/ppt/ink/ink1235.xml" ContentType="application/inkml+xml"/>
  <Override PartName="/ppt/ink/ink1236.xml" ContentType="application/inkml+xml"/>
  <Override PartName="/ppt/ink/ink1237.xml" ContentType="application/inkml+xml"/>
  <Override PartName="/ppt/ink/ink1238.xml" ContentType="application/inkml+xml"/>
  <Override PartName="/ppt/ink/ink1239.xml" ContentType="application/inkml+xml"/>
  <Override PartName="/ppt/ink/ink1240.xml" ContentType="application/inkml+xml"/>
  <Override PartName="/ppt/ink/ink1241.xml" ContentType="application/inkml+xml"/>
  <Override PartName="/ppt/ink/ink1242.xml" ContentType="application/inkml+xml"/>
  <Override PartName="/ppt/ink/ink1243.xml" ContentType="application/inkml+xml"/>
  <Override PartName="/ppt/ink/ink1244.xml" ContentType="application/inkml+xml"/>
  <Override PartName="/ppt/ink/ink1245.xml" ContentType="application/inkml+xml"/>
  <Override PartName="/ppt/ink/ink1246.xml" ContentType="application/inkml+xml"/>
  <Override PartName="/ppt/ink/ink1247.xml" ContentType="application/inkml+xml"/>
  <Override PartName="/ppt/ink/ink1248.xml" ContentType="application/inkml+xml"/>
  <Override PartName="/ppt/ink/ink1249.xml" ContentType="application/inkml+xml"/>
  <Override PartName="/ppt/ink/ink1250.xml" ContentType="application/inkml+xml"/>
  <Override PartName="/ppt/ink/ink1251.xml" ContentType="application/inkml+xml"/>
  <Override PartName="/ppt/ink/ink1252.xml" ContentType="application/inkml+xml"/>
  <Override PartName="/ppt/ink/ink1253.xml" ContentType="application/inkml+xml"/>
  <Override PartName="/ppt/ink/ink1254.xml" ContentType="application/inkml+xml"/>
  <Override PartName="/ppt/ink/ink1255.xml" ContentType="application/inkml+xml"/>
  <Override PartName="/ppt/ink/ink1256.xml" ContentType="application/inkml+xml"/>
  <Override PartName="/ppt/ink/ink1257.xml" ContentType="application/inkml+xml"/>
  <Override PartName="/ppt/ink/ink1258.xml" ContentType="application/inkml+xml"/>
  <Override PartName="/ppt/ink/ink1259.xml" ContentType="application/inkml+xml"/>
  <Override PartName="/ppt/ink/ink1260.xml" ContentType="application/inkml+xml"/>
  <Override PartName="/ppt/ink/ink1261.xml" ContentType="application/inkml+xml"/>
  <Override PartName="/ppt/ink/ink1262.xml" ContentType="application/inkml+xml"/>
  <Override PartName="/ppt/ink/ink1263.xml" ContentType="application/inkml+xml"/>
  <Override PartName="/ppt/ink/ink1264.xml" ContentType="application/inkml+xml"/>
  <Override PartName="/ppt/ink/ink1265.xml" ContentType="application/inkml+xml"/>
  <Override PartName="/ppt/ink/ink1266.xml" ContentType="application/inkml+xml"/>
  <Override PartName="/ppt/ink/ink1267.xml" ContentType="application/inkml+xml"/>
  <Override PartName="/ppt/ink/ink1268.xml" ContentType="application/inkml+xml"/>
  <Override PartName="/ppt/ink/ink1269.xml" ContentType="application/inkml+xml"/>
  <Override PartName="/ppt/ink/ink1270.xml" ContentType="application/inkml+xml"/>
  <Override PartName="/ppt/ink/ink1271.xml" ContentType="application/inkml+xml"/>
  <Override PartName="/ppt/ink/ink1272.xml" ContentType="application/inkml+xml"/>
  <Override PartName="/ppt/ink/ink1273.xml" ContentType="application/inkml+xml"/>
  <Override PartName="/ppt/ink/ink1274.xml" ContentType="application/inkml+xml"/>
  <Override PartName="/ppt/ink/ink1275.xml" ContentType="application/inkml+xml"/>
  <Override PartName="/ppt/ink/ink1276.xml" ContentType="application/inkml+xml"/>
  <Override PartName="/ppt/ink/ink1277.xml" ContentType="application/inkml+xml"/>
  <Override PartName="/ppt/ink/ink1278.xml" ContentType="application/inkml+xml"/>
  <Override PartName="/ppt/ink/ink1279.xml" ContentType="application/inkml+xml"/>
  <Override PartName="/ppt/ink/ink1280.xml" ContentType="application/inkml+xml"/>
  <Override PartName="/ppt/ink/ink1281.xml" ContentType="application/inkml+xml"/>
  <Override PartName="/ppt/ink/ink1282.xml" ContentType="application/inkml+xml"/>
  <Override PartName="/ppt/ink/ink1283.xml" ContentType="application/inkml+xml"/>
  <Override PartName="/ppt/ink/ink1284.xml" ContentType="application/inkml+xml"/>
  <Override PartName="/ppt/ink/ink1285.xml" ContentType="application/inkml+xml"/>
  <Override PartName="/ppt/ink/ink1286.xml" ContentType="application/inkml+xml"/>
  <Override PartName="/ppt/ink/ink1287.xml" ContentType="application/inkml+xml"/>
  <Override PartName="/ppt/ink/ink1288.xml" ContentType="application/inkml+xml"/>
  <Override PartName="/ppt/ink/ink1289.xml" ContentType="application/inkml+xml"/>
  <Override PartName="/ppt/ink/ink1290.xml" ContentType="application/inkml+xml"/>
  <Override PartName="/ppt/ink/ink1291.xml" ContentType="application/inkml+xml"/>
  <Override PartName="/ppt/ink/ink1292.xml" ContentType="application/inkml+xml"/>
  <Override PartName="/ppt/ink/ink1293.xml" ContentType="application/inkml+xml"/>
  <Override PartName="/ppt/ink/ink1294.xml" ContentType="application/inkml+xml"/>
  <Override PartName="/ppt/ink/ink1295.xml" ContentType="application/inkml+xml"/>
  <Override PartName="/ppt/ink/ink1296.xml" ContentType="application/inkml+xml"/>
  <Override PartName="/ppt/ink/ink1297.xml" ContentType="application/inkml+xml"/>
  <Override PartName="/ppt/ink/ink1298.xml" ContentType="application/inkml+xml"/>
  <Override PartName="/ppt/ink/ink1299.xml" ContentType="application/inkml+xml"/>
  <Override PartName="/ppt/ink/ink1300.xml" ContentType="application/inkml+xml"/>
  <Override PartName="/ppt/ink/ink1301.xml" ContentType="application/inkml+xml"/>
  <Override PartName="/ppt/ink/ink1302.xml" ContentType="application/inkml+xml"/>
  <Override PartName="/ppt/ink/ink1303.xml" ContentType="application/inkml+xml"/>
  <Override PartName="/ppt/ink/ink1304.xml" ContentType="application/inkml+xml"/>
  <Override PartName="/ppt/ink/ink1305.xml" ContentType="application/inkml+xml"/>
  <Override PartName="/ppt/ink/ink1306.xml" ContentType="application/inkml+xml"/>
  <Override PartName="/ppt/ink/ink1307.xml" ContentType="application/inkml+xml"/>
  <Override PartName="/ppt/ink/ink1308.xml" ContentType="application/inkml+xml"/>
  <Override PartName="/ppt/ink/ink1309.xml" ContentType="application/inkml+xml"/>
  <Override PartName="/ppt/ink/ink1310.xml" ContentType="application/inkml+xml"/>
  <Override PartName="/ppt/ink/ink1311.xml" ContentType="application/inkml+xml"/>
  <Override PartName="/ppt/ink/ink1312.xml" ContentType="application/inkml+xml"/>
  <Override PartName="/ppt/ink/ink1313.xml" ContentType="application/inkml+xml"/>
  <Override PartName="/ppt/ink/ink1314.xml" ContentType="application/inkml+xml"/>
  <Override PartName="/ppt/ink/ink1315.xml" ContentType="application/inkml+xml"/>
  <Override PartName="/ppt/ink/ink1316.xml" ContentType="application/inkml+xml"/>
  <Override PartName="/ppt/ink/ink1317.xml" ContentType="application/inkml+xml"/>
  <Override PartName="/ppt/ink/ink1318.xml" ContentType="application/inkml+xml"/>
  <Override PartName="/ppt/ink/ink1319.xml" ContentType="application/inkml+xml"/>
  <Override PartName="/ppt/ink/ink1320.xml" ContentType="application/inkml+xml"/>
  <Override PartName="/ppt/ink/ink1321.xml" ContentType="application/inkml+xml"/>
  <Override PartName="/ppt/ink/ink1322.xml" ContentType="application/inkml+xml"/>
  <Override PartName="/ppt/ink/ink1323.xml" ContentType="application/inkml+xml"/>
  <Override PartName="/ppt/ink/ink1324.xml" ContentType="application/inkml+xml"/>
  <Override PartName="/ppt/ink/ink1325.xml" ContentType="application/inkml+xml"/>
  <Override PartName="/ppt/ink/ink1326.xml" ContentType="application/inkml+xml"/>
  <Override PartName="/ppt/ink/ink1327.xml" ContentType="application/inkml+xml"/>
  <Override PartName="/ppt/ink/ink1328.xml" ContentType="application/inkml+xml"/>
  <Override PartName="/ppt/ink/ink1329.xml" ContentType="application/inkml+xml"/>
  <Override PartName="/ppt/ink/ink1330.xml" ContentType="application/inkml+xml"/>
  <Override PartName="/ppt/ink/ink1331.xml" ContentType="application/inkml+xml"/>
  <Override PartName="/ppt/ink/ink1332.xml" ContentType="application/inkml+xml"/>
  <Override PartName="/ppt/ink/ink1333.xml" ContentType="application/inkml+xml"/>
  <Override PartName="/ppt/ink/ink1334.xml" ContentType="application/inkml+xml"/>
  <Override PartName="/ppt/ink/ink1335.xml" ContentType="application/inkml+xml"/>
  <Override PartName="/ppt/ink/ink1336.xml" ContentType="application/inkml+xml"/>
  <Override PartName="/ppt/ink/ink1337.xml" ContentType="application/inkml+xml"/>
  <Override PartName="/ppt/ink/ink1338.xml" ContentType="application/inkml+xml"/>
  <Override PartName="/ppt/ink/ink1339.xml" ContentType="application/inkml+xml"/>
  <Override PartName="/ppt/ink/ink1340.xml" ContentType="application/inkml+xml"/>
  <Override PartName="/ppt/ink/ink1341.xml" ContentType="application/inkml+xml"/>
  <Override PartName="/ppt/ink/ink1342.xml" ContentType="application/inkml+xml"/>
  <Override PartName="/ppt/ink/ink1343.xml" ContentType="application/inkml+xml"/>
  <Override PartName="/ppt/ink/ink1344.xml" ContentType="application/inkml+xml"/>
  <Override PartName="/ppt/ink/ink1345.xml" ContentType="application/inkml+xml"/>
  <Override PartName="/ppt/ink/ink1346.xml" ContentType="application/inkml+xml"/>
  <Override PartName="/ppt/ink/ink1347.xml" ContentType="application/inkml+xml"/>
  <Override PartName="/ppt/ink/ink1348.xml" ContentType="application/inkml+xml"/>
  <Override PartName="/ppt/ink/ink1349.xml" ContentType="application/inkml+xml"/>
  <Override PartName="/ppt/ink/ink1350.xml" ContentType="application/inkml+xml"/>
  <Override PartName="/ppt/ink/ink1351.xml" ContentType="application/inkml+xml"/>
  <Override PartName="/ppt/ink/ink1352.xml" ContentType="application/inkml+xml"/>
  <Override PartName="/ppt/ink/ink1353.xml" ContentType="application/inkml+xml"/>
  <Override PartName="/ppt/ink/ink1354.xml" ContentType="application/inkml+xml"/>
  <Override PartName="/ppt/ink/ink1355.xml" ContentType="application/inkml+xml"/>
  <Override PartName="/ppt/ink/ink1356.xml" ContentType="application/inkml+xml"/>
  <Override PartName="/ppt/ink/ink1357.xml" ContentType="application/inkml+xml"/>
  <Override PartName="/ppt/ink/ink1358.xml" ContentType="application/inkml+xml"/>
  <Override PartName="/ppt/ink/ink1359.xml" ContentType="application/inkml+xml"/>
  <Override PartName="/ppt/ink/ink1360.xml" ContentType="application/inkml+xml"/>
  <Override PartName="/ppt/ink/ink1361.xml" ContentType="application/inkml+xml"/>
  <Override PartName="/ppt/ink/ink1362.xml" ContentType="application/inkml+xml"/>
  <Override PartName="/ppt/ink/ink1363.xml" ContentType="application/inkml+xml"/>
  <Override PartName="/ppt/ink/ink1364.xml" ContentType="application/inkml+xml"/>
  <Override PartName="/ppt/ink/ink1365.xml" ContentType="application/inkml+xml"/>
  <Override PartName="/ppt/ink/ink1366.xml" ContentType="application/inkml+xml"/>
  <Override PartName="/ppt/ink/ink1367.xml" ContentType="application/inkml+xml"/>
  <Override PartName="/ppt/ink/ink1368.xml" ContentType="application/inkml+xml"/>
  <Override PartName="/ppt/ink/ink1369.xml" ContentType="application/inkml+xml"/>
  <Override PartName="/ppt/ink/ink1370.xml" ContentType="application/inkml+xml"/>
  <Override PartName="/ppt/ink/ink1371.xml" ContentType="application/inkml+xml"/>
  <Override PartName="/ppt/ink/ink1372.xml" ContentType="application/inkml+xml"/>
  <Override PartName="/ppt/ink/ink1373.xml" ContentType="application/inkml+xml"/>
  <Override PartName="/ppt/ink/ink1374.xml" ContentType="application/inkml+xml"/>
  <Override PartName="/ppt/ink/ink1375.xml" ContentType="application/inkml+xml"/>
  <Override PartName="/ppt/ink/ink1376.xml" ContentType="application/inkml+xml"/>
  <Override PartName="/ppt/ink/ink1377.xml" ContentType="application/inkml+xml"/>
  <Override PartName="/ppt/ink/ink1378.xml" ContentType="application/inkml+xml"/>
  <Override PartName="/ppt/ink/ink1379.xml" ContentType="application/inkml+xml"/>
  <Override PartName="/ppt/ink/ink1380.xml" ContentType="application/inkml+xml"/>
  <Override PartName="/ppt/ink/ink1381.xml" ContentType="application/inkml+xml"/>
  <Override PartName="/ppt/ink/ink1382.xml" ContentType="application/inkml+xml"/>
  <Override PartName="/ppt/ink/ink1383.xml" ContentType="application/inkml+xml"/>
  <Override PartName="/ppt/ink/ink1384.xml" ContentType="application/inkml+xml"/>
  <Override PartName="/ppt/ink/ink1385.xml" ContentType="application/inkml+xml"/>
  <Override PartName="/ppt/ink/ink1386.xml" ContentType="application/inkml+xml"/>
  <Override PartName="/ppt/ink/ink1387.xml" ContentType="application/inkml+xml"/>
  <Override PartName="/ppt/ink/ink1388.xml" ContentType="application/inkml+xml"/>
  <Override PartName="/ppt/ink/ink1389.xml" ContentType="application/inkml+xml"/>
  <Override PartName="/ppt/ink/ink1390.xml" ContentType="application/inkml+xml"/>
  <Override PartName="/ppt/ink/ink1391.xml" ContentType="application/inkml+xml"/>
  <Override PartName="/ppt/ink/ink1392.xml" ContentType="application/inkml+xml"/>
  <Override PartName="/ppt/ink/ink1393.xml" ContentType="application/inkml+xml"/>
  <Override PartName="/ppt/ink/ink1394.xml" ContentType="application/inkml+xml"/>
  <Override PartName="/ppt/ink/ink1395.xml" ContentType="application/inkml+xml"/>
  <Override PartName="/ppt/ink/ink1396.xml" ContentType="application/inkml+xml"/>
  <Override PartName="/ppt/ink/ink1397.xml" ContentType="application/inkml+xml"/>
  <Override PartName="/ppt/ink/ink1398.xml" ContentType="application/inkml+xml"/>
  <Override PartName="/ppt/ink/ink1399.xml" ContentType="application/inkml+xml"/>
  <Override PartName="/ppt/ink/ink1400.xml" ContentType="application/inkml+xml"/>
  <Override PartName="/ppt/ink/ink1401.xml" ContentType="application/inkml+xml"/>
  <Override PartName="/ppt/ink/ink1402.xml" ContentType="application/inkml+xml"/>
  <Override PartName="/ppt/ink/ink1403.xml" ContentType="application/inkml+xml"/>
  <Override PartName="/ppt/ink/ink1404.xml" ContentType="application/inkml+xml"/>
  <Override PartName="/ppt/ink/ink1405.xml" ContentType="application/inkml+xml"/>
  <Override PartName="/ppt/ink/ink1406.xml" ContentType="application/inkml+xml"/>
  <Override PartName="/ppt/ink/ink1407.xml" ContentType="application/inkml+xml"/>
  <Override PartName="/ppt/ink/ink1408.xml" ContentType="application/inkml+xml"/>
  <Override PartName="/ppt/ink/ink1409.xml" ContentType="application/inkml+xml"/>
  <Override PartName="/ppt/ink/ink1410.xml" ContentType="application/inkml+xml"/>
  <Override PartName="/ppt/ink/ink1411.xml" ContentType="application/inkml+xml"/>
  <Override PartName="/ppt/ink/ink1412.xml" ContentType="application/inkml+xml"/>
  <Override PartName="/ppt/ink/ink1413.xml" ContentType="application/inkml+xml"/>
  <Override PartName="/ppt/ink/ink1414.xml" ContentType="application/inkml+xml"/>
  <Override PartName="/ppt/ink/ink1415.xml" ContentType="application/inkml+xml"/>
  <Override PartName="/ppt/ink/ink1416.xml" ContentType="application/inkml+xml"/>
  <Override PartName="/ppt/ink/ink1417.xml" ContentType="application/inkml+xml"/>
  <Override PartName="/ppt/ink/ink1418.xml" ContentType="application/inkml+xml"/>
  <Override PartName="/ppt/ink/ink1419.xml" ContentType="application/inkml+xml"/>
  <Override PartName="/ppt/ink/ink1420.xml" ContentType="application/inkml+xml"/>
  <Override PartName="/ppt/ink/ink1421.xml" ContentType="application/inkml+xml"/>
  <Override PartName="/ppt/ink/ink1422.xml" ContentType="application/inkml+xml"/>
  <Override PartName="/ppt/ink/ink1423.xml" ContentType="application/inkml+xml"/>
  <Override PartName="/ppt/ink/ink1424.xml" ContentType="application/inkml+xml"/>
  <Override PartName="/ppt/ink/ink1425.xml" ContentType="application/inkml+xml"/>
  <Override PartName="/ppt/ink/ink1426.xml" ContentType="application/inkml+xml"/>
  <Override PartName="/ppt/ink/ink1427.xml" ContentType="application/inkml+xml"/>
  <Override PartName="/ppt/ink/ink1428.xml" ContentType="application/inkml+xml"/>
  <Override PartName="/ppt/ink/ink1429.xml" ContentType="application/inkml+xml"/>
  <Override PartName="/ppt/ink/ink1430.xml" ContentType="application/inkml+xml"/>
  <Override PartName="/ppt/ink/ink1431.xml" ContentType="application/inkml+xml"/>
  <Override PartName="/ppt/ink/ink1432.xml" ContentType="application/inkml+xml"/>
  <Override PartName="/ppt/ink/ink1433.xml" ContentType="application/inkml+xml"/>
  <Override PartName="/ppt/ink/ink1434.xml" ContentType="application/inkml+xml"/>
  <Override PartName="/ppt/ink/ink1435.xml" ContentType="application/inkml+xml"/>
  <Override PartName="/ppt/ink/ink1436.xml" ContentType="application/inkml+xml"/>
  <Override PartName="/ppt/ink/ink1437.xml" ContentType="application/inkml+xml"/>
  <Override PartName="/ppt/ink/ink1438.xml" ContentType="application/inkml+xml"/>
  <Override PartName="/ppt/ink/ink1439.xml" ContentType="application/inkml+xml"/>
  <Override PartName="/ppt/ink/ink1440.xml" ContentType="application/inkml+xml"/>
  <Override PartName="/ppt/ink/ink1441.xml" ContentType="application/inkml+xml"/>
  <Override PartName="/ppt/ink/ink1442.xml" ContentType="application/inkml+xml"/>
  <Override PartName="/ppt/ink/ink1443.xml" ContentType="application/inkml+xml"/>
  <Override PartName="/ppt/ink/ink1444.xml" ContentType="application/inkml+xml"/>
  <Override PartName="/ppt/ink/ink1445.xml" ContentType="application/inkml+xml"/>
  <Override PartName="/ppt/ink/ink1446.xml" ContentType="application/inkml+xml"/>
  <Override PartName="/ppt/ink/ink1447.xml" ContentType="application/inkml+xml"/>
  <Override PartName="/ppt/ink/ink1448.xml" ContentType="application/inkml+xml"/>
  <Override PartName="/ppt/ink/ink1449.xml" ContentType="application/inkml+xml"/>
  <Override PartName="/ppt/ink/ink1450.xml" ContentType="application/inkml+xml"/>
  <Override PartName="/ppt/ink/ink1451.xml" ContentType="application/inkml+xml"/>
  <Override PartName="/ppt/ink/ink1452.xml" ContentType="application/inkml+xml"/>
  <Override PartName="/ppt/ink/ink1453.xml" ContentType="application/inkml+xml"/>
  <Override PartName="/ppt/ink/ink1454.xml" ContentType="application/inkml+xml"/>
  <Override PartName="/ppt/ink/ink1455.xml" ContentType="application/inkml+xml"/>
  <Override PartName="/ppt/ink/ink1456.xml" ContentType="application/inkml+xml"/>
  <Override PartName="/ppt/ink/ink1457.xml" ContentType="application/inkml+xml"/>
  <Override PartName="/ppt/ink/ink1458.xml" ContentType="application/inkml+xml"/>
  <Override PartName="/ppt/ink/ink1459.xml" ContentType="application/inkml+xml"/>
  <Override PartName="/ppt/ink/ink1460.xml" ContentType="application/inkml+xml"/>
  <Override PartName="/ppt/ink/ink1461.xml" ContentType="application/inkml+xml"/>
  <Override PartName="/ppt/ink/ink1462.xml" ContentType="application/inkml+xml"/>
  <Override PartName="/ppt/ink/ink1463.xml" ContentType="application/inkml+xml"/>
  <Override PartName="/ppt/ink/ink1464.xml" ContentType="application/inkml+xml"/>
  <Override PartName="/ppt/ink/ink1465.xml" ContentType="application/inkml+xml"/>
  <Override PartName="/ppt/ink/ink1466.xml" ContentType="application/inkml+xml"/>
  <Override PartName="/ppt/ink/ink1467.xml" ContentType="application/inkml+xml"/>
  <Override PartName="/ppt/ink/ink1468.xml" ContentType="application/inkml+xml"/>
  <Override PartName="/ppt/ink/ink1469.xml" ContentType="application/inkml+xml"/>
  <Override PartName="/ppt/ink/ink1470.xml" ContentType="application/inkml+xml"/>
  <Override PartName="/ppt/ink/ink1471.xml" ContentType="application/inkml+xml"/>
  <Override PartName="/ppt/ink/ink1472.xml" ContentType="application/inkml+xml"/>
  <Override PartName="/ppt/ink/ink1473.xml" ContentType="application/inkml+xml"/>
  <Override PartName="/ppt/ink/ink1474.xml" ContentType="application/inkml+xml"/>
  <Override PartName="/ppt/ink/ink1475.xml" ContentType="application/inkml+xml"/>
  <Override PartName="/ppt/ink/ink1476.xml" ContentType="application/inkml+xml"/>
  <Override PartName="/ppt/ink/ink1477.xml" ContentType="application/inkml+xml"/>
  <Override PartName="/ppt/ink/ink1478.xml" ContentType="application/inkml+xml"/>
  <Override PartName="/ppt/ink/ink1479.xml" ContentType="application/inkml+xml"/>
  <Override PartName="/ppt/ink/ink1480.xml" ContentType="application/inkml+xml"/>
  <Override PartName="/ppt/ink/ink1481.xml" ContentType="application/inkml+xml"/>
  <Override PartName="/ppt/ink/ink1482.xml" ContentType="application/inkml+xml"/>
  <Override PartName="/ppt/ink/ink1483.xml" ContentType="application/inkml+xml"/>
  <Override PartName="/ppt/ink/ink1484.xml" ContentType="application/inkml+xml"/>
  <Override PartName="/ppt/ink/ink1485.xml" ContentType="application/inkml+xml"/>
  <Override PartName="/ppt/ink/ink1486.xml" ContentType="application/inkml+xml"/>
  <Override PartName="/ppt/ink/ink1487.xml" ContentType="application/inkml+xml"/>
  <Override PartName="/ppt/ink/ink1488.xml" ContentType="application/inkml+xml"/>
  <Override PartName="/ppt/ink/ink1489.xml" ContentType="application/inkml+xml"/>
  <Override PartName="/ppt/ink/ink1490.xml" ContentType="application/inkml+xml"/>
  <Override PartName="/ppt/ink/ink1491.xml" ContentType="application/inkml+xml"/>
  <Override PartName="/ppt/ink/ink1492.xml" ContentType="application/inkml+xml"/>
  <Override PartName="/ppt/ink/ink1493.xml" ContentType="application/inkml+xml"/>
  <Override PartName="/ppt/ink/ink1494.xml" ContentType="application/inkml+xml"/>
  <Override PartName="/ppt/ink/ink1495.xml" ContentType="application/inkml+xml"/>
  <Override PartName="/ppt/ink/ink1496.xml" ContentType="application/inkml+xml"/>
  <Override PartName="/ppt/ink/ink1497.xml" ContentType="application/inkml+xml"/>
  <Override PartName="/ppt/ink/ink1498.xml" ContentType="application/inkml+xml"/>
  <Override PartName="/ppt/ink/ink1499.xml" ContentType="application/inkml+xml"/>
  <Override PartName="/ppt/ink/ink1500.xml" ContentType="application/inkml+xml"/>
  <Override PartName="/ppt/ink/ink1501.xml" ContentType="application/inkml+xml"/>
  <Override PartName="/ppt/ink/ink1502.xml" ContentType="application/inkml+xml"/>
  <Override PartName="/ppt/ink/ink1503.xml" ContentType="application/inkml+xml"/>
  <Override PartName="/ppt/ink/ink1504.xml" ContentType="application/inkml+xml"/>
  <Override PartName="/ppt/ink/ink1505.xml" ContentType="application/inkml+xml"/>
  <Override PartName="/ppt/ink/ink1506.xml" ContentType="application/inkml+xml"/>
  <Override PartName="/ppt/ink/ink1507.xml" ContentType="application/inkml+xml"/>
  <Override PartName="/ppt/ink/ink1508.xml" ContentType="application/inkml+xml"/>
  <Override PartName="/ppt/ink/ink1509.xml" ContentType="application/inkml+xml"/>
  <Override PartName="/ppt/ink/ink1510.xml" ContentType="application/inkml+xml"/>
  <Override PartName="/ppt/ink/ink1511.xml" ContentType="application/inkml+xml"/>
  <Override PartName="/ppt/ink/ink1512.xml" ContentType="application/inkml+xml"/>
  <Override PartName="/ppt/ink/ink1513.xml" ContentType="application/inkml+xml"/>
  <Override PartName="/ppt/ink/ink1514.xml" ContentType="application/inkml+xml"/>
  <Override PartName="/ppt/ink/ink1515.xml" ContentType="application/inkml+xml"/>
  <Override PartName="/ppt/ink/ink1516.xml" ContentType="application/inkml+xml"/>
  <Override PartName="/ppt/ink/ink1517.xml" ContentType="application/inkml+xml"/>
  <Override PartName="/ppt/ink/ink1518.xml" ContentType="application/inkml+xml"/>
  <Override PartName="/ppt/ink/ink1519.xml" ContentType="application/inkml+xml"/>
  <Override PartName="/ppt/ink/ink1520.xml" ContentType="application/inkml+xml"/>
  <Override PartName="/ppt/ink/ink1521.xml" ContentType="application/inkml+xml"/>
  <Override PartName="/ppt/ink/ink1522.xml" ContentType="application/inkml+xml"/>
  <Override PartName="/ppt/ink/ink1523.xml" ContentType="application/inkml+xml"/>
  <Override PartName="/ppt/ink/ink1524.xml" ContentType="application/inkml+xml"/>
  <Override PartName="/ppt/ink/ink1525.xml" ContentType="application/inkml+xml"/>
  <Override PartName="/ppt/ink/ink1526.xml" ContentType="application/inkml+xml"/>
  <Override PartName="/ppt/ink/ink1527.xml" ContentType="application/inkml+xml"/>
  <Override PartName="/ppt/ink/ink1528.xml" ContentType="application/inkml+xml"/>
  <Override PartName="/ppt/ink/ink1529.xml" ContentType="application/inkml+xml"/>
  <Override PartName="/ppt/ink/ink1530.xml" ContentType="application/inkml+xml"/>
  <Override PartName="/ppt/ink/ink1531.xml" ContentType="application/inkml+xml"/>
  <Override PartName="/ppt/ink/ink1532.xml" ContentType="application/inkml+xml"/>
  <Override PartName="/ppt/ink/ink1533.xml" ContentType="application/inkml+xml"/>
  <Override PartName="/ppt/ink/ink1534.xml" ContentType="application/inkml+xml"/>
  <Override PartName="/ppt/ink/ink1535.xml" ContentType="application/inkml+xml"/>
  <Override PartName="/ppt/ink/ink1536.xml" ContentType="application/inkml+xml"/>
  <Override PartName="/ppt/ink/ink1537.xml" ContentType="application/inkml+xml"/>
  <Override PartName="/ppt/ink/ink1538.xml" ContentType="application/inkml+xml"/>
  <Override PartName="/ppt/ink/ink1539.xml" ContentType="application/inkml+xml"/>
  <Override PartName="/ppt/ink/ink1540.xml" ContentType="application/inkml+xml"/>
  <Override PartName="/ppt/ink/ink1541.xml" ContentType="application/inkml+xml"/>
  <Override PartName="/ppt/ink/ink1542.xml" ContentType="application/inkml+xml"/>
  <Override PartName="/ppt/ink/ink1543.xml" ContentType="application/inkml+xml"/>
  <Override PartName="/ppt/ink/ink1544.xml" ContentType="application/inkml+xml"/>
  <Override PartName="/ppt/ink/ink1545.xml" ContentType="application/inkml+xml"/>
  <Override PartName="/ppt/ink/ink1546.xml" ContentType="application/inkml+xml"/>
  <Override PartName="/ppt/ink/ink1547.xml" ContentType="application/inkml+xml"/>
  <Override PartName="/ppt/ink/ink1548.xml" ContentType="application/inkml+xml"/>
  <Override PartName="/ppt/ink/ink1549.xml" ContentType="application/inkml+xml"/>
  <Override PartName="/ppt/ink/ink1550.xml" ContentType="application/inkml+xml"/>
  <Override PartName="/ppt/ink/ink1551.xml" ContentType="application/inkml+xml"/>
  <Override PartName="/ppt/ink/ink1552.xml" ContentType="application/inkml+xml"/>
  <Override PartName="/ppt/ink/ink1553.xml" ContentType="application/inkml+xml"/>
  <Override PartName="/ppt/ink/ink1554.xml" ContentType="application/inkml+xml"/>
  <Override PartName="/ppt/ink/ink1555.xml" ContentType="application/inkml+xml"/>
  <Override PartName="/ppt/ink/ink1556.xml" ContentType="application/inkml+xml"/>
  <Override PartName="/ppt/ink/ink1557.xml" ContentType="application/inkml+xml"/>
  <Override PartName="/ppt/ink/ink1558.xml" ContentType="application/inkml+xml"/>
  <Override PartName="/ppt/ink/ink1559.xml" ContentType="application/inkml+xml"/>
  <Override PartName="/ppt/ink/ink1560.xml" ContentType="application/inkml+xml"/>
  <Override PartName="/ppt/ink/ink1561.xml" ContentType="application/inkml+xml"/>
  <Override PartName="/ppt/ink/ink1562.xml" ContentType="application/inkml+xml"/>
  <Override PartName="/ppt/ink/ink1563.xml" ContentType="application/inkml+xml"/>
  <Override PartName="/ppt/ink/ink1564.xml" ContentType="application/inkml+xml"/>
  <Override PartName="/ppt/ink/ink1565.xml" ContentType="application/inkml+xml"/>
  <Override PartName="/ppt/ink/ink1566.xml" ContentType="application/inkml+xml"/>
  <Override PartName="/ppt/ink/ink1567.xml" ContentType="application/inkml+xml"/>
  <Override PartName="/ppt/ink/ink1568.xml" ContentType="application/inkml+xml"/>
  <Override PartName="/ppt/ink/ink1569.xml" ContentType="application/inkml+xml"/>
  <Override PartName="/ppt/ink/ink1570.xml" ContentType="application/inkml+xml"/>
  <Override PartName="/ppt/ink/ink1571.xml" ContentType="application/inkml+xml"/>
  <Override PartName="/ppt/ink/ink1572.xml" ContentType="application/inkml+xml"/>
  <Override PartName="/ppt/ink/ink1573.xml" ContentType="application/inkml+xml"/>
  <Override PartName="/ppt/ink/ink1574.xml" ContentType="application/inkml+xml"/>
  <Override PartName="/ppt/ink/ink1575.xml" ContentType="application/inkml+xml"/>
  <Override PartName="/ppt/ink/ink1576.xml" ContentType="application/inkml+xml"/>
  <Override PartName="/ppt/ink/ink1577.xml" ContentType="application/inkml+xml"/>
  <Override PartName="/ppt/ink/ink1578.xml" ContentType="application/inkml+xml"/>
  <Override PartName="/ppt/ink/ink1579.xml" ContentType="application/inkml+xml"/>
  <Override PartName="/ppt/ink/ink1580.xml" ContentType="application/inkml+xml"/>
  <Override PartName="/ppt/ink/ink1581.xml" ContentType="application/inkml+xml"/>
  <Override PartName="/ppt/ink/ink1582.xml" ContentType="application/inkml+xml"/>
  <Override PartName="/ppt/ink/ink1583.xml" ContentType="application/inkml+xml"/>
  <Override PartName="/ppt/ink/ink1584.xml" ContentType="application/inkml+xml"/>
  <Override PartName="/ppt/ink/ink1585.xml" ContentType="application/inkml+xml"/>
  <Override PartName="/ppt/ink/ink1586.xml" ContentType="application/inkml+xml"/>
  <Override PartName="/ppt/ink/ink1587.xml" ContentType="application/inkml+xml"/>
  <Override PartName="/ppt/ink/ink1588.xml" ContentType="application/inkml+xml"/>
  <Override PartName="/ppt/ink/ink1589.xml" ContentType="application/inkml+xml"/>
  <Override PartName="/ppt/ink/ink1590.xml" ContentType="application/inkml+xml"/>
  <Override PartName="/ppt/ink/ink1591.xml" ContentType="application/inkml+xml"/>
  <Override PartName="/ppt/ink/ink1592.xml" ContentType="application/inkml+xml"/>
  <Override PartName="/ppt/ink/ink1593.xml" ContentType="application/inkml+xml"/>
  <Override PartName="/ppt/ink/ink1594.xml" ContentType="application/inkml+xml"/>
  <Override PartName="/ppt/ink/ink1595.xml" ContentType="application/inkml+xml"/>
  <Override PartName="/ppt/ink/ink1596.xml" ContentType="application/inkml+xml"/>
  <Override PartName="/ppt/ink/ink1597.xml" ContentType="application/inkml+xml"/>
  <Override PartName="/ppt/ink/ink1598.xml" ContentType="application/inkml+xml"/>
  <Override PartName="/ppt/ink/ink1599.xml" ContentType="application/inkml+xml"/>
  <Override PartName="/ppt/ink/ink1600.xml" ContentType="application/inkml+xml"/>
  <Override PartName="/ppt/ink/ink1601.xml" ContentType="application/inkml+xml"/>
  <Override PartName="/ppt/ink/ink1602.xml" ContentType="application/inkml+xml"/>
  <Override PartName="/ppt/ink/ink1603.xml" ContentType="application/inkml+xml"/>
  <Override PartName="/ppt/ink/ink1604.xml" ContentType="application/inkml+xml"/>
  <Override PartName="/ppt/ink/ink1605.xml" ContentType="application/inkml+xml"/>
  <Override PartName="/ppt/ink/ink1606.xml" ContentType="application/inkml+xml"/>
  <Override PartName="/ppt/ink/ink1607.xml" ContentType="application/inkml+xml"/>
  <Override PartName="/ppt/ink/ink1608.xml" ContentType="application/inkml+xml"/>
  <Override PartName="/ppt/ink/ink1609.xml" ContentType="application/inkml+xml"/>
  <Override PartName="/ppt/ink/ink1610.xml" ContentType="application/inkml+xml"/>
  <Override PartName="/ppt/ink/ink1611.xml" ContentType="application/inkml+xml"/>
  <Override PartName="/ppt/ink/ink1612.xml" ContentType="application/inkml+xml"/>
  <Override PartName="/ppt/ink/ink1613.xml" ContentType="application/inkml+xml"/>
  <Override PartName="/ppt/ink/ink1614.xml" ContentType="application/inkml+xml"/>
  <Override PartName="/ppt/ink/ink1615.xml" ContentType="application/inkml+xml"/>
  <Override PartName="/ppt/ink/ink1616.xml" ContentType="application/inkml+xml"/>
  <Override PartName="/ppt/ink/ink1617.xml" ContentType="application/inkml+xml"/>
  <Override PartName="/ppt/ink/ink1618.xml" ContentType="application/inkml+xml"/>
  <Override PartName="/ppt/ink/ink1619.xml" ContentType="application/inkml+xml"/>
  <Override PartName="/ppt/ink/ink1620.xml" ContentType="application/inkml+xml"/>
  <Override PartName="/ppt/ink/ink1621.xml" ContentType="application/inkml+xml"/>
  <Override PartName="/ppt/ink/ink1622.xml" ContentType="application/inkml+xml"/>
  <Override PartName="/ppt/ink/ink1623.xml" ContentType="application/inkml+xml"/>
  <Override PartName="/ppt/ink/ink1624.xml" ContentType="application/inkml+xml"/>
  <Override PartName="/ppt/ink/ink1625.xml" ContentType="application/inkml+xml"/>
  <Override PartName="/ppt/ink/ink1626.xml" ContentType="application/inkml+xml"/>
  <Override PartName="/ppt/ink/ink1627.xml" ContentType="application/inkml+xml"/>
  <Override PartName="/ppt/ink/ink1628.xml" ContentType="application/inkml+xml"/>
  <Override PartName="/ppt/ink/ink1629.xml" ContentType="application/inkml+xml"/>
  <Override PartName="/ppt/ink/ink1630.xml" ContentType="application/inkml+xml"/>
  <Override PartName="/ppt/ink/ink1631.xml" ContentType="application/inkml+xml"/>
  <Override PartName="/ppt/ink/ink1632.xml" ContentType="application/inkml+xml"/>
  <Override PartName="/ppt/ink/ink1633.xml" ContentType="application/inkml+xml"/>
  <Override PartName="/ppt/ink/ink1634.xml" ContentType="application/inkml+xml"/>
  <Override PartName="/ppt/ink/ink1635.xml" ContentType="application/inkml+xml"/>
  <Override PartName="/ppt/ink/ink1636.xml" ContentType="application/inkml+xml"/>
  <Override PartName="/ppt/ink/ink1637.xml" ContentType="application/inkml+xml"/>
  <Override PartName="/ppt/ink/ink1638.xml" ContentType="application/inkml+xml"/>
  <Override PartName="/ppt/ink/ink1639.xml" ContentType="application/inkml+xml"/>
  <Override PartName="/ppt/ink/ink1640.xml" ContentType="application/inkml+xml"/>
  <Override PartName="/ppt/ink/ink1641.xml" ContentType="application/inkml+xml"/>
  <Override PartName="/ppt/ink/ink1642.xml" ContentType="application/inkml+xml"/>
  <Override PartName="/ppt/ink/ink1643.xml" ContentType="application/inkml+xml"/>
  <Override PartName="/ppt/ink/ink1644.xml" ContentType="application/inkml+xml"/>
  <Override PartName="/ppt/ink/ink1645.xml" ContentType="application/inkml+xml"/>
  <Override PartName="/ppt/ink/ink1646.xml" ContentType="application/inkml+xml"/>
  <Override PartName="/ppt/ink/ink1647.xml" ContentType="application/inkml+xml"/>
  <Override PartName="/ppt/ink/ink1648.xml" ContentType="application/inkml+xml"/>
  <Override PartName="/ppt/ink/ink1649.xml" ContentType="application/inkml+xml"/>
  <Override PartName="/ppt/ink/ink1650.xml" ContentType="application/inkml+xml"/>
  <Override PartName="/ppt/ink/ink1651.xml" ContentType="application/inkml+xml"/>
  <Override PartName="/ppt/ink/ink1652.xml" ContentType="application/inkml+xml"/>
  <Override PartName="/ppt/ink/ink1653.xml" ContentType="application/inkml+xml"/>
  <Override PartName="/ppt/ink/ink1654.xml" ContentType="application/inkml+xml"/>
  <Override PartName="/ppt/ink/ink1655.xml" ContentType="application/inkml+xml"/>
  <Override PartName="/ppt/ink/ink1656.xml" ContentType="application/inkml+xml"/>
  <Override PartName="/ppt/ink/ink1657.xml" ContentType="application/inkml+xml"/>
  <Override PartName="/ppt/ink/ink1658.xml" ContentType="application/inkml+xml"/>
  <Override PartName="/ppt/ink/ink1659.xml" ContentType="application/inkml+xml"/>
  <Override PartName="/ppt/ink/ink1660.xml" ContentType="application/inkml+xml"/>
  <Override PartName="/ppt/ink/ink1661.xml" ContentType="application/inkml+xml"/>
  <Override PartName="/ppt/ink/ink1662.xml" ContentType="application/inkml+xml"/>
  <Override PartName="/ppt/ink/ink1663.xml" ContentType="application/inkml+xml"/>
  <Override PartName="/ppt/ink/ink1664.xml" ContentType="application/inkml+xml"/>
  <Override PartName="/ppt/ink/ink1665.xml" ContentType="application/inkml+xml"/>
  <Override PartName="/ppt/ink/ink1666.xml" ContentType="application/inkml+xml"/>
  <Override PartName="/ppt/ink/ink1667.xml" ContentType="application/inkml+xml"/>
  <Override PartName="/ppt/ink/ink1668.xml" ContentType="application/inkml+xml"/>
  <Override PartName="/ppt/ink/ink1669.xml" ContentType="application/inkml+xml"/>
  <Override PartName="/ppt/ink/ink1670.xml" ContentType="application/inkml+xml"/>
  <Override PartName="/ppt/ink/ink1671.xml" ContentType="application/inkml+xml"/>
  <Override PartName="/ppt/ink/ink1672.xml" ContentType="application/inkml+xml"/>
  <Override PartName="/ppt/ink/ink1673.xml" ContentType="application/inkml+xml"/>
  <Override PartName="/ppt/ink/ink1674.xml" ContentType="application/inkml+xml"/>
  <Override PartName="/ppt/ink/ink1675.xml" ContentType="application/inkml+xml"/>
  <Override PartName="/ppt/ink/ink1676.xml" ContentType="application/inkml+xml"/>
  <Override PartName="/ppt/ink/ink1677.xml" ContentType="application/inkml+xml"/>
  <Override PartName="/ppt/ink/ink1678.xml" ContentType="application/inkml+xml"/>
  <Override PartName="/ppt/ink/ink1679.xml" ContentType="application/inkml+xml"/>
  <Override PartName="/ppt/ink/ink1680.xml" ContentType="application/inkml+xml"/>
  <Override PartName="/ppt/ink/ink1681.xml" ContentType="application/inkml+xml"/>
  <Override PartName="/ppt/ink/ink1682.xml" ContentType="application/inkml+xml"/>
  <Override PartName="/ppt/ink/ink1683.xml" ContentType="application/inkml+xml"/>
  <Override PartName="/ppt/ink/ink1684.xml" ContentType="application/inkml+xml"/>
  <Override PartName="/ppt/ink/ink1685.xml" ContentType="application/inkml+xml"/>
  <Override PartName="/ppt/ink/ink1686.xml" ContentType="application/inkml+xml"/>
  <Override PartName="/ppt/ink/ink1687.xml" ContentType="application/inkml+xml"/>
  <Override PartName="/ppt/ink/ink1688.xml" ContentType="application/inkml+xml"/>
  <Override PartName="/ppt/ink/ink1689.xml" ContentType="application/inkml+xml"/>
  <Override PartName="/ppt/ink/ink1690.xml" ContentType="application/inkml+xml"/>
  <Override PartName="/ppt/ink/ink1691.xml" ContentType="application/inkml+xml"/>
  <Override PartName="/ppt/ink/ink1692.xml" ContentType="application/inkml+xml"/>
  <Override PartName="/ppt/ink/ink1693.xml" ContentType="application/inkml+xml"/>
  <Override PartName="/ppt/ink/ink1694.xml" ContentType="application/inkml+xml"/>
  <Override PartName="/ppt/ink/ink1695.xml" ContentType="application/inkml+xml"/>
  <Override PartName="/ppt/ink/ink1696.xml" ContentType="application/inkml+xml"/>
  <Override PartName="/ppt/ink/ink1697.xml" ContentType="application/inkml+xml"/>
  <Override PartName="/ppt/ink/ink1698.xml" ContentType="application/inkml+xml"/>
  <Override PartName="/ppt/ink/ink1699.xml" ContentType="application/inkml+xml"/>
  <Override PartName="/ppt/ink/ink1700.xml" ContentType="application/inkml+xml"/>
  <Override PartName="/ppt/ink/ink1701.xml" ContentType="application/inkml+xml"/>
  <Override PartName="/ppt/ink/ink1702.xml" ContentType="application/inkml+xml"/>
  <Override PartName="/ppt/ink/ink1703.xml" ContentType="application/inkml+xml"/>
  <Override PartName="/ppt/ink/ink1704.xml" ContentType="application/inkml+xml"/>
  <Override PartName="/ppt/ink/ink1705.xml" ContentType="application/inkml+xml"/>
  <Override PartName="/ppt/ink/ink1706.xml" ContentType="application/inkml+xml"/>
  <Override PartName="/ppt/ink/ink1707.xml" ContentType="application/inkml+xml"/>
  <Override PartName="/ppt/ink/ink1708.xml" ContentType="application/inkml+xml"/>
  <Override PartName="/ppt/ink/ink1709.xml" ContentType="application/inkml+xml"/>
  <Override PartName="/ppt/ink/ink1710.xml" ContentType="application/inkml+xml"/>
  <Override PartName="/ppt/ink/ink1711.xml" ContentType="application/inkml+xml"/>
  <Override PartName="/ppt/ink/ink1712.xml" ContentType="application/inkml+xml"/>
  <Override PartName="/ppt/ink/ink1713.xml" ContentType="application/inkml+xml"/>
  <Override PartName="/ppt/ink/ink1714.xml" ContentType="application/inkml+xml"/>
  <Override PartName="/ppt/ink/ink1715.xml" ContentType="application/inkml+xml"/>
  <Override PartName="/ppt/ink/ink1716.xml" ContentType="application/inkml+xml"/>
  <Override PartName="/ppt/ink/ink1717.xml" ContentType="application/inkml+xml"/>
  <Override PartName="/ppt/ink/ink1718.xml" ContentType="application/inkml+xml"/>
  <Override PartName="/ppt/ink/ink1719.xml" ContentType="application/inkml+xml"/>
  <Override PartName="/ppt/ink/ink1720.xml" ContentType="application/inkml+xml"/>
  <Override PartName="/ppt/ink/ink1721.xml" ContentType="application/inkml+xml"/>
  <Override PartName="/ppt/ink/ink1722.xml" ContentType="application/inkml+xml"/>
  <Override PartName="/ppt/ink/ink1723.xml" ContentType="application/inkml+xml"/>
  <Override PartName="/ppt/ink/ink1724.xml" ContentType="application/inkml+xml"/>
  <Override PartName="/ppt/ink/ink1725.xml" ContentType="application/inkml+xml"/>
  <Override PartName="/ppt/ink/ink1726.xml" ContentType="application/inkml+xml"/>
  <Override PartName="/ppt/ink/ink1727.xml" ContentType="application/inkml+xml"/>
  <Override PartName="/ppt/ink/ink1728.xml" ContentType="application/inkml+xml"/>
  <Override PartName="/ppt/ink/ink1729.xml" ContentType="application/inkml+xml"/>
  <Override PartName="/ppt/ink/ink1730.xml" ContentType="application/inkml+xml"/>
  <Override PartName="/ppt/ink/ink1731.xml" ContentType="application/inkml+xml"/>
  <Override PartName="/ppt/ink/ink1732.xml" ContentType="application/inkml+xml"/>
  <Override PartName="/ppt/ink/ink1733.xml" ContentType="application/inkml+xml"/>
  <Override PartName="/ppt/ink/ink1734.xml" ContentType="application/inkml+xml"/>
  <Override PartName="/ppt/ink/ink1735.xml" ContentType="application/inkml+xml"/>
  <Override PartName="/ppt/ink/ink1736.xml" ContentType="application/inkml+xml"/>
  <Override PartName="/ppt/ink/ink1737.xml" ContentType="application/inkml+xml"/>
  <Override PartName="/ppt/ink/ink1738.xml" ContentType="application/inkml+xml"/>
  <Override PartName="/ppt/ink/ink1739.xml" ContentType="application/inkml+xml"/>
  <Override PartName="/ppt/ink/ink1740.xml" ContentType="application/inkml+xml"/>
  <Override PartName="/ppt/ink/ink1741.xml" ContentType="application/inkml+xml"/>
  <Override PartName="/ppt/ink/ink1742.xml" ContentType="application/inkml+xml"/>
  <Override PartName="/ppt/ink/ink1743.xml" ContentType="application/inkml+xml"/>
  <Override PartName="/ppt/ink/ink1744.xml" ContentType="application/inkml+xml"/>
  <Override PartName="/ppt/ink/ink1745.xml" ContentType="application/inkml+xml"/>
  <Override PartName="/ppt/ink/ink1746.xml" ContentType="application/inkml+xml"/>
  <Override PartName="/ppt/ink/ink1747.xml" ContentType="application/inkml+xml"/>
  <Override PartName="/ppt/ink/ink1748.xml" ContentType="application/inkml+xml"/>
  <Override PartName="/ppt/ink/ink1749.xml" ContentType="application/inkml+xml"/>
  <Override PartName="/ppt/ink/ink1750.xml" ContentType="application/inkml+xml"/>
  <Override PartName="/ppt/ink/ink1751.xml" ContentType="application/inkml+xml"/>
  <Override PartName="/ppt/ink/ink1752.xml" ContentType="application/inkml+xml"/>
  <Override PartName="/ppt/ink/ink1753.xml" ContentType="application/inkml+xml"/>
  <Override PartName="/ppt/ink/ink1754.xml" ContentType="application/inkml+xml"/>
  <Override PartName="/ppt/ink/ink1755.xml" ContentType="application/inkml+xml"/>
  <Override PartName="/ppt/ink/ink1756.xml" ContentType="application/inkml+xml"/>
  <Override PartName="/ppt/ink/ink1757.xml" ContentType="application/inkml+xml"/>
  <Override PartName="/ppt/ink/ink1758.xml" ContentType="application/inkml+xml"/>
  <Override PartName="/ppt/ink/ink1759.xml" ContentType="application/inkml+xml"/>
  <Override PartName="/ppt/ink/ink1760.xml" ContentType="application/inkml+xml"/>
  <Override PartName="/ppt/ink/ink1761.xml" ContentType="application/inkml+xml"/>
  <Override PartName="/ppt/ink/ink1762.xml" ContentType="application/inkml+xml"/>
  <Override PartName="/ppt/ink/ink1763.xml" ContentType="application/inkml+xml"/>
  <Override PartName="/ppt/ink/ink1764.xml" ContentType="application/inkml+xml"/>
  <Override PartName="/ppt/ink/ink1765.xml" ContentType="application/inkml+xml"/>
  <Override PartName="/ppt/ink/ink1766.xml" ContentType="application/inkml+xml"/>
  <Override PartName="/ppt/ink/ink1767.xml" ContentType="application/inkml+xml"/>
  <Override PartName="/ppt/ink/ink1768.xml" ContentType="application/inkml+xml"/>
  <Override PartName="/ppt/ink/ink1769.xml" ContentType="application/inkml+xml"/>
  <Override PartName="/ppt/ink/ink1770.xml" ContentType="application/inkml+xml"/>
  <Override PartName="/ppt/ink/ink1771.xml" ContentType="application/inkml+xml"/>
  <Override PartName="/ppt/ink/ink1772.xml" ContentType="application/inkml+xml"/>
  <Override PartName="/ppt/ink/ink1773.xml" ContentType="application/inkml+xml"/>
  <Override PartName="/ppt/ink/ink1774.xml" ContentType="application/inkml+xml"/>
  <Override PartName="/ppt/ink/ink1775.xml" ContentType="application/inkml+xml"/>
  <Override PartName="/ppt/ink/ink1776.xml" ContentType="application/inkml+xml"/>
  <Override PartName="/ppt/ink/ink1777.xml" ContentType="application/inkml+xml"/>
  <Override PartName="/ppt/ink/ink1778.xml" ContentType="application/inkml+xml"/>
  <Override PartName="/ppt/ink/ink1779.xml" ContentType="application/inkml+xml"/>
  <Override PartName="/ppt/ink/ink1780.xml" ContentType="application/inkml+xml"/>
  <Override PartName="/ppt/ink/ink1781.xml" ContentType="application/inkml+xml"/>
  <Override PartName="/ppt/ink/ink1782.xml" ContentType="application/inkml+xml"/>
  <Override PartName="/ppt/ink/ink1783.xml" ContentType="application/inkml+xml"/>
  <Override PartName="/ppt/ink/ink1784.xml" ContentType="application/inkml+xml"/>
  <Override PartName="/ppt/ink/ink1785.xml" ContentType="application/inkml+xml"/>
  <Override PartName="/ppt/ink/ink1786.xml" ContentType="application/inkml+xml"/>
  <Override PartName="/ppt/ink/ink1787.xml" ContentType="application/inkml+xml"/>
  <Override PartName="/ppt/ink/ink1788.xml" ContentType="application/inkml+xml"/>
  <Override PartName="/ppt/ink/ink1789.xml" ContentType="application/inkml+xml"/>
  <Override PartName="/ppt/ink/ink1790.xml" ContentType="application/inkml+xml"/>
  <Override PartName="/ppt/ink/ink1791.xml" ContentType="application/inkml+xml"/>
  <Override PartName="/ppt/ink/ink1792.xml" ContentType="application/inkml+xml"/>
  <Override PartName="/ppt/ink/ink1793.xml" ContentType="application/inkml+xml"/>
  <Override PartName="/ppt/ink/ink1794.xml" ContentType="application/inkml+xml"/>
  <Override PartName="/ppt/ink/ink1795.xml" ContentType="application/inkml+xml"/>
  <Override PartName="/ppt/ink/ink1796.xml" ContentType="application/inkml+xml"/>
  <Override PartName="/ppt/ink/ink1797.xml" ContentType="application/inkml+xml"/>
  <Override PartName="/ppt/ink/ink1798.xml" ContentType="application/inkml+xml"/>
  <Override PartName="/ppt/ink/ink1799.xml" ContentType="application/inkml+xml"/>
  <Override PartName="/ppt/ink/ink1800.xml" ContentType="application/inkml+xml"/>
  <Override PartName="/ppt/ink/ink1801.xml" ContentType="application/inkml+xml"/>
  <Override PartName="/ppt/ink/ink1802.xml" ContentType="application/inkml+xml"/>
  <Override PartName="/ppt/ink/ink1803.xml" ContentType="application/inkml+xml"/>
  <Override PartName="/ppt/ink/ink1804.xml" ContentType="application/inkml+xml"/>
  <Override PartName="/ppt/ink/ink1805.xml" ContentType="application/inkml+xml"/>
  <Override PartName="/ppt/ink/ink1806.xml" ContentType="application/inkml+xml"/>
  <Override PartName="/ppt/ink/ink1807.xml" ContentType="application/inkml+xml"/>
  <Override PartName="/ppt/ink/ink1808.xml" ContentType="application/inkml+xml"/>
  <Override PartName="/ppt/ink/ink1809.xml" ContentType="application/inkml+xml"/>
  <Override PartName="/ppt/ink/ink1810.xml" ContentType="application/inkml+xml"/>
  <Override PartName="/ppt/ink/ink1811.xml" ContentType="application/inkml+xml"/>
  <Override PartName="/ppt/ink/ink1812.xml" ContentType="application/inkml+xml"/>
  <Override PartName="/ppt/ink/ink1813.xml" ContentType="application/inkml+xml"/>
  <Override PartName="/ppt/ink/ink1814.xml" ContentType="application/inkml+xml"/>
  <Override PartName="/ppt/ink/ink1815.xml" ContentType="application/inkml+xml"/>
  <Override PartName="/ppt/ink/ink1816.xml" ContentType="application/inkml+xml"/>
  <Override PartName="/ppt/ink/ink1817.xml" ContentType="application/inkml+xml"/>
  <Override PartName="/ppt/ink/ink1818.xml" ContentType="application/inkml+xml"/>
  <Override PartName="/ppt/ink/ink1819.xml" ContentType="application/inkml+xml"/>
  <Override PartName="/ppt/ink/ink1820.xml" ContentType="application/inkml+xml"/>
  <Override PartName="/ppt/ink/ink1821.xml" ContentType="application/inkml+xml"/>
  <Override PartName="/ppt/ink/ink1822.xml" ContentType="application/inkml+xml"/>
  <Override PartName="/ppt/ink/ink1823.xml" ContentType="application/inkml+xml"/>
  <Override PartName="/ppt/ink/ink1824.xml" ContentType="application/inkml+xml"/>
  <Override PartName="/ppt/ink/ink1825.xml" ContentType="application/inkml+xml"/>
  <Override PartName="/ppt/ink/ink1826.xml" ContentType="application/inkml+xml"/>
  <Override PartName="/ppt/ink/ink1827.xml" ContentType="application/inkml+xml"/>
  <Override PartName="/ppt/ink/ink1828.xml" ContentType="application/inkml+xml"/>
  <Override PartName="/ppt/ink/ink1829.xml" ContentType="application/inkml+xml"/>
  <Override PartName="/ppt/ink/ink1830.xml" ContentType="application/inkml+xml"/>
  <Override PartName="/ppt/ink/ink1831.xml" ContentType="application/inkml+xml"/>
  <Override PartName="/ppt/ink/ink1832.xml" ContentType="application/inkml+xml"/>
  <Override PartName="/ppt/ink/ink1833.xml" ContentType="application/inkml+xml"/>
  <Override PartName="/ppt/ink/ink1834.xml" ContentType="application/inkml+xml"/>
  <Override PartName="/ppt/ink/ink1835.xml" ContentType="application/inkml+xml"/>
  <Override PartName="/ppt/ink/ink1836.xml" ContentType="application/inkml+xml"/>
  <Override PartName="/ppt/ink/ink1837.xml" ContentType="application/inkml+xml"/>
  <Override PartName="/ppt/ink/ink1838.xml" ContentType="application/inkml+xml"/>
  <Override PartName="/ppt/ink/ink1839.xml" ContentType="application/inkml+xml"/>
  <Override PartName="/ppt/ink/ink1840.xml" ContentType="application/inkml+xml"/>
  <Override PartName="/ppt/ink/ink1841.xml" ContentType="application/inkml+xml"/>
  <Override PartName="/ppt/ink/ink1842.xml" ContentType="application/inkml+xml"/>
  <Override PartName="/ppt/ink/ink1843.xml" ContentType="application/inkml+xml"/>
  <Override PartName="/ppt/ink/ink1844.xml" ContentType="application/inkml+xml"/>
  <Override PartName="/ppt/ink/ink1845.xml" ContentType="application/inkml+xml"/>
  <Override PartName="/ppt/ink/ink1846.xml" ContentType="application/inkml+xml"/>
  <Override PartName="/ppt/ink/ink1847.xml" ContentType="application/inkml+xml"/>
  <Override PartName="/ppt/ink/ink1848.xml" ContentType="application/inkml+xml"/>
  <Override PartName="/ppt/ink/ink1849.xml" ContentType="application/inkml+xml"/>
  <Override PartName="/ppt/ink/ink1850.xml" ContentType="application/inkml+xml"/>
  <Override PartName="/ppt/ink/ink1851.xml" ContentType="application/inkml+xml"/>
  <Override PartName="/ppt/ink/ink1852.xml" ContentType="application/inkml+xml"/>
  <Override PartName="/ppt/ink/ink1853.xml" ContentType="application/inkml+xml"/>
  <Override PartName="/ppt/ink/ink1854.xml" ContentType="application/inkml+xml"/>
  <Override PartName="/ppt/ink/ink1855.xml" ContentType="application/inkml+xml"/>
  <Override PartName="/ppt/ink/ink1856.xml" ContentType="application/inkml+xml"/>
  <Override PartName="/ppt/ink/ink1857.xml" ContentType="application/inkml+xml"/>
  <Override PartName="/ppt/ink/ink1858.xml" ContentType="application/inkml+xml"/>
  <Override PartName="/ppt/ink/ink1859.xml" ContentType="application/inkml+xml"/>
  <Override PartName="/ppt/ink/ink1860.xml" ContentType="application/inkml+xml"/>
  <Override PartName="/ppt/ink/ink1861.xml" ContentType="application/inkml+xml"/>
  <Override PartName="/ppt/ink/ink1862.xml" ContentType="application/inkml+xml"/>
  <Override PartName="/ppt/ink/ink1863.xml" ContentType="application/inkml+xml"/>
  <Override PartName="/ppt/ink/ink1864.xml" ContentType="application/inkml+xml"/>
  <Override PartName="/ppt/ink/ink1865.xml" ContentType="application/inkml+xml"/>
  <Override PartName="/ppt/ink/ink1866.xml" ContentType="application/inkml+xml"/>
  <Override PartName="/ppt/ink/ink1867.xml" ContentType="application/inkml+xml"/>
  <Override PartName="/ppt/ink/ink1868.xml" ContentType="application/inkml+xml"/>
  <Override PartName="/ppt/ink/ink1869.xml" ContentType="application/inkml+xml"/>
  <Override PartName="/ppt/ink/ink1870.xml" ContentType="application/inkml+xml"/>
  <Override PartName="/ppt/ink/ink1871.xml" ContentType="application/inkml+xml"/>
  <Override PartName="/ppt/ink/ink1872.xml" ContentType="application/inkml+xml"/>
  <Override PartName="/ppt/ink/ink1873.xml" ContentType="application/inkml+xml"/>
  <Override PartName="/ppt/ink/ink1874.xml" ContentType="application/inkml+xml"/>
  <Override PartName="/ppt/ink/ink1875.xml" ContentType="application/inkml+xml"/>
  <Override PartName="/ppt/ink/ink1876.xml" ContentType="application/inkml+xml"/>
  <Override PartName="/ppt/ink/ink1877.xml" ContentType="application/inkml+xml"/>
  <Override PartName="/ppt/ink/ink1878.xml" ContentType="application/inkml+xml"/>
  <Override PartName="/ppt/ink/ink1879.xml" ContentType="application/inkml+xml"/>
  <Override PartName="/ppt/ink/ink1880.xml" ContentType="application/inkml+xml"/>
  <Override PartName="/ppt/ink/ink1881.xml" ContentType="application/inkml+xml"/>
  <Override PartName="/ppt/ink/ink1882.xml" ContentType="application/inkml+xml"/>
  <Override PartName="/ppt/ink/ink1883.xml" ContentType="application/inkml+xml"/>
  <Override PartName="/ppt/ink/ink1884.xml" ContentType="application/inkml+xml"/>
  <Override PartName="/ppt/ink/ink1885.xml" ContentType="application/inkml+xml"/>
  <Override PartName="/ppt/ink/ink1886.xml" ContentType="application/inkml+xml"/>
  <Override PartName="/ppt/ink/ink1887.xml" ContentType="application/inkml+xml"/>
  <Override PartName="/ppt/ink/ink1888.xml" ContentType="application/inkml+xml"/>
  <Override PartName="/ppt/ink/ink1889.xml" ContentType="application/inkml+xml"/>
  <Override PartName="/ppt/ink/ink1890.xml" ContentType="application/inkml+xml"/>
  <Override PartName="/ppt/ink/ink1891.xml" ContentType="application/inkml+xml"/>
  <Override PartName="/ppt/ink/ink1892.xml" ContentType="application/inkml+xml"/>
  <Override PartName="/ppt/ink/ink1893.xml" ContentType="application/inkml+xml"/>
  <Override PartName="/ppt/ink/ink1894.xml" ContentType="application/inkml+xml"/>
  <Override PartName="/ppt/ink/ink1895.xml" ContentType="application/inkml+xml"/>
  <Override PartName="/ppt/ink/ink1896.xml" ContentType="application/inkml+xml"/>
  <Override PartName="/ppt/ink/ink1897.xml" ContentType="application/inkml+xml"/>
  <Override PartName="/ppt/ink/ink1898.xml" ContentType="application/inkml+xml"/>
  <Override PartName="/ppt/ink/ink1899.xml" ContentType="application/inkml+xml"/>
  <Override PartName="/ppt/ink/ink1900.xml" ContentType="application/inkml+xml"/>
  <Override PartName="/ppt/ink/ink1901.xml" ContentType="application/inkml+xml"/>
  <Override PartName="/ppt/ink/ink1902.xml" ContentType="application/inkml+xml"/>
  <Override PartName="/ppt/ink/ink1903.xml" ContentType="application/inkml+xml"/>
  <Override PartName="/ppt/ink/ink1904.xml" ContentType="application/inkml+xml"/>
  <Override PartName="/ppt/ink/ink1905.xml" ContentType="application/inkml+xml"/>
  <Override PartName="/ppt/ink/ink1906.xml" ContentType="application/inkml+xml"/>
  <Override PartName="/ppt/ink/ink1907.xml" ContentType="application/inkml+xml"/>
  <Override PartName="/ppt/ink/ink1908.xml" ContentType="application/inkml+xml"/>
  <Override PartName="/ppt/ink/ink1909.xml" ContentType="application/inkml+xml"/>
  <Override PartName="/ppt/ink/ink1910.xml" ContentType="application/inkml+xml"/>
  <Override PartName="/ppt/ink/ink1911.xml" ContentType="application/inkml+xml"/>
  <Override PartName="/ppt/ink/ink1912.xml" ContentType="application/inkml+xml"/>
  <Override PartName="/ppt/ink/ink1913.xml" ContentType="application/inkml+xml"/>
  <Override PartName="/ppt/ink/ink1914.xml" ContentType="application/inkml+xml"/>
  <Override PartName="/ppt/ink/ink1915.xml" ContentType="application/inkml+xml"/>
  <Override PartName="/ppt/ink/ink1916.xml" ContentType="application/inkml+xml"/>
  <Override PartName="/ppt/ink/ink1917.xml" ContentType="application/inkml+xml"/>
  <Override PartName="/ppt/ink/ink1918.xml" ContentType="application/inkml+xml"/>
  <Override PartName="/ppt/ink/ink1919.xml" ContentType="application/inkml+xml"/>
  <Override PartName="/ppt/ink/ink1920.xml" ContentType="application/inkml+xml"/>
  <Override PartName="/ppt/ink/ink1921.xml" ContentType="application/inkml+xml"/>
  <Override PartName="/ppt/ink/ink1922.xml" ContentType="application/inkml+xml"/>
  <Override PartName="/ppt/ink/ink1923.xml" ContentType="application/inkml+xml"/>
  <Override PartName="/ppt/ink/ink1924.xml" ContentType="application/inkml+xml"/>
  <Override PartName="/ppt/ink/ink1925.xml" ContentType="application/inkml+xml"/>
  <Override PartName="/ppt/ink/ink1926.xml" ContentType="application/inkml+xml"/>
  <Override PartName="/ppt/ink/ink1927.xml" ContentType="application/inkml+xml"/>
  <Override PartName="/ppt/ink/ink1928.xml" ContentType="application/inkml+xml"/>
  <Override PartName="/ppt/ink/ink1929.xml" ContentType="application/inkml+xml"/>
  <Override PartName="/ppt/ink/ink1930.xml" ContentType="application/inkml+xml"/>
  <Override PartName="/ppt/ink/ink1931.xml" ContentType="application/inkml+xml"/>
  <Override PartName="/ppt/ink/ink1932.xml" ContentType="application/inkml+xml"/>
  <Override PartName="/ppt/ink/ink1933.xml" ContentType="application/inkml+xml"/>
  <Override PartName="/ppt/ink/ink1934.xml" ContentType="application/inkml+xml"/>
  <Override PartName="/ppt/ink/ink1935.xml" ContentType="application/inkml+xml"/>
  <Override PartName="/ppt/ink/ink1936.xml" ContentType="application/inkml+xml"/>
  <Override PartName="/ppt/ink/ink1937.xml" ContentType="application/inkml+xml"/>
  <Override PartName="/ppt/ink/ink1938.xml" ContentType="application/inkml+xml"/>
  <Override PartName="/ppt/ink/ink1939.xml" ContentType="application/inkml+xml"/>
  <Override PartName="/ppt/ink/ink1940.xml" ContentType="application/inkml+xml"/>
  <Override PartName="/ppt/ink/ink1941.xml" ContentType="application/inkml+xml"/>
  <Override PartName="/ppt/ink/ink1942.xml" ContentType="application/inkml+xml"/>
  <Override PartName="/ppt/ink/ink1943.xml" ContentType="application/inkml+xml"/>
  <Override PartName="/ppt/ink/ink1944.xml" ContentType="application/inkml+xml"/>
  <Override PartName="/ppt/ink/ink1945.xml" ContentType="application/inkml+xml"/>
  <Override PartName="/ppt/ink/ink1946.xml" ContentType="application/inkml+xml"/>
  <Override PartName="/ppt/ink/ink1947.xml" ContentType="application/inkml+xml"/>
  <Override PartName="/ppt/ink/ink1948.xml" ContentType="application/inkml+xml"/>
  <Override PartName="/ppt/ink/ink1949.xml" ContentType="application/inkml+xml"/>
  <Override PartName="/ppt/ink/ink1950.xml" ContentType="application/inkml+xml"/>
  <Override PartName="/ppt/ink/ink1951.xml" ContentType="application/inkml+xml"/>
  <Override PartName="/ppt/ink/ink1952.xml" ContentType="application/inkml+xml"/>
  <Override PartName="/ppt/ink/ink1953.xml" ContentType="application/inkml+xml"/>
  <Override PartName="/ppt/ink/ink1954.xml" ContentType="application/inkml+xml"/>
  <Override PartName="/ppt/ink/ink1955.xml" ContentType="application/inkml+xml"/>
  <Override PartName="/ppt/ink/ink1956.xml" ContentType="application/inkml+xml"/>
  <Override PartName="/ppt/ink/ink1957.xml" ContentType="application/inkml+xml"/>
  <Override PartName="/ppt/ink/ink1958.xml" ContentType="application/inkml+xml"/>
  <Override PartName="/ppt/ink/ink1959.xml" ContentType="application/inkml+xml"/>
  <Override PartName="/ppt/ink/ink1960.xml" ContentType="application/inkml+xml"/>
  <Override PartName="/ppt/ink/ink1961.xml" ContentType="application/inkml+xml"/>
  <Override PartName="/ppt/ink/ink1962.xml" ContentType="application/inkml+xml"/>
  <Override PartName="/ppt/ink/ink1963.xml" ContentType="application/inkml+xml"/>
  <Override PartName="/ppt/ink/ink1964.xml" ContentType="application/inkml+xml"/>
  <Override PartName="/ppt/ink/ink1965.xml" ContentType="application/inkml+xml"/>
  <Override PartName="/ppt/ink/ink1966.xml" ContentType="application/inkml+xml"/>
  <Override PartName="/ppt/ink/ink1967.xml" ContentType="application/inkml+xml"/>
  <Override PartName="/ppt/ink/ink1968.xml" ContentType="application/inkml+xml"/>
  <Override PartName="/ppt/ink/ink1969.xml" ContentType="application/inkml+xml"/>
  <Override PartName="/ppt/ink/ink1970.xml" ContentType="application/inkml+xml"/>
  <Override PartName="/ppt/ink/ink1971.xml" ContentType="application/inkml+xml"/>
  <Override PartName="/ppt/ink/ink1972.xml" ContentType="application/inkml+xml"/>
  <Override PartName="/ppt/ink/ink1973.xml" ContentType="application/inkml+xml"/>
  <Override PartName="/ppt/ink/ink1974.xml" ContentType="application/inkml+xml"/>
  <Override PartName="/ppt/ink/ink1975.xml" ContentType="application/inkml+xml"/>
  <Override PartName="/ppt/ink/ink1976.xml" ContentType="application/inkml+xml"/>
  <Override PartName="/ppt/ink/ink1977.xml" ContentType="application/inkml+xml"/>
  <Override PartName="/ppt/ink/ink1978.xml" ContentType="application/inkml+xml"/>
  <Override PartName="/ppt/ink/ink1979.xml" ContentType="application/inkml+xml"/>
  <Override PartName="/ppt/ink/ink1980.xml" ContentType="application/inkml+xml"/>
  <Override PartName="/ppt/ink/ink1981.xml" ContentType="application/inkml+xml"/>
  <Override PartName="/ppt/ink/ink1982.xml" ContentType="application/inkml+xml"/>
  <Override PartName="/ppt/ink/ink1983.xml" ContentType="application/inkml+xml"/>
  <Override PartName="/ppt/ink/ink1984.xml" ContentType="application/inkml+xml"/>
  <Override PartName="/ppt/ink/ink1985.xml" ContentType="application/inkml+xml"/>
  <Override PartName="/ppt/ink/ink1986.xml" ContentType="application/inkml+xml"/>
  <Override PartName="/ppt/ink/ink1987.xml" ContentType="application/inkml+xml"/>
  <Override PartName="/ppt/ink/ink1988.xml" ContentType="application/inkml+xml"/>
  <Override PartName="/ppt/ink/ink1989.xml" ContentType="application/inkml+xml"/>
  <Override PartName="/ppt/ink/ink1990.xml" ContentType="application/inkml+xml"/>
  <Override PartName="/ppt/ink/ink1991.xml" ContentType="application/inkml+xml"/>
  <Override PartName="/ppt/ink/ink1992.xml" ContentType="application/inkml+xml"/>
  <Override PartName="/ppt/ink/ink1993.xml" ContentType="application/inkml+xml"/>
  <Override PartName="/ppt/ink/ink1994.xml" ContentType="application/inkml+xml"/>
  <Override PartName="/ppt/ink/ink1995.xml" ContentType="application/inkml+xml"/>
  <Override PartName="/ppt/ink/ink1996.xml" ContentType="application/inkml+xml"/>
  <Override PartName="/ppt/ink/ink1997.xml" ContentType="application/inkml+xml"/>
  <Override PartName="/ppt/ink/ink1998.xml" ContentType="application/inkml+xml"/>
  <Override PartName="/ppt/ink/ink1999.xml" ContentType="application/inkml+xml"/>
  <Override PartName="/ppt/ink/ink2000.xml" ContentType="application/inkml+xml"/>
  <Override PartName="/ppt/ink/ink2001.xml" ContentType="application/inkml+xml"/>
  <Override PartName="/ppt/ink/ink2002.xml" ContentType="application/inkml+xml"/>
  <Override PartName="/ppt/ink/ink2003.xml" ContentType="application/inkml+xml"/>
  <Override PartName="/ppt/ink/ink2004.xml" ContentType="application/inkml+xml"/>
  <Override PartName="/ppt/ink/ink2005.xml" ContentType="application/inkml+xml"/>
  <Override PartName="/ppt/ink/ink2006.xml" ContentType="application/inkml+xml"/>
  <Override PartName="/ppt/ink/ink2007.xml" ContentType="application/inkml+xml"/>
  <Override PartName="/ppt/ink/ink2008.xml" ContentType="application/inkml+xml"/>
  <Override PartName="/ppt/ink/ink2009.xml" ContentType="application/inkml+xml"/>
  <Override PartName="/ppt/ink/ink2010.xml" ContentType="application/inkml+xml"/>
  <Override PartName="/ppt/ink/ink2011.xml" ContentType="application/inkml+xml"/>
  <Override PartName="/ppt/ink/ink2012.xml" ContentType="application/inkml+xml"/>
  <Override PartName="/ppt/ink/ink2013.xml" ContentType="application/inkml+xml"/>
  <Override PartName="/ppt/ink/ink2014.xml" ContentType="application/inkml+xml"/>
  <Override PartName="/ppt/ink/ink2015.xml" ContentType="application/inkml+xml"/>
  <Override PartName="/ppt/ink/ink2016.xml" ContentType="application/inkml+xml"/>
  <Override PartName="/ppt/ink/ink2017.xml" ContentType="application/inkml+xml"/>
  <Override PartName="/ppt/ink/ink2018.xml" ContentType="application/inkml+xml"/>
  <Override PartName="/ppt/ink/ink2019.xml" ContentType="application/inkml+xml"/>
  <Override PartName="/ppt/ink/ink2020.xml" ContentType="application/inkml+xml"/>
  <Override PartName="/ppt/ink/ink2021.xml" ContentType="application/inkml+xml"/>
  <Override PartName="/ppt/ink/ink2022.xml" ContentType="application/inkml+xml"/>
  <Override PartName="/ppt/ink/ink2023.xml" ContentType="application/inkml+xml"/>
  <Override PartName="/ppt/ink/ink2024.xml" ContentType="application/inkml+xml"/>
  <Override PartName="/ppt/ink/ink2025.xml" ContentType="application/inkml+xml"/>
  <Override PartName="/ppt/ink/ink2026.xml" ContentType="application/inkml+xml"/>
  <Override PartName="/ppt/ink/ink2027.xml" ContentType="application/inkml+xml"/>
  <Override PartName="/ppt/ink/ink2028.xml" ContentType="application/inkml+xml"/>
  <Override PartName="/ppt/ink/ink2029.xml" ContentType="application/inkml+xml"/>
  <Override PartName="/ppt/ink/ink2030.xml" ContentType="application/inkml+xml"/>
  <Override PartName="/ppt/ink/ink2031.xml" ContentType="application/inkml+xml"/>
  <Override PartName="/ppt/ink/ink2032.xml" ContentType="application/inkml+xml"/>
  <Override PartName="/ppt/ink/ink2033.xml" ContentType="application/inkml+xml"/>
  <Override PartName="/ppt/ink/ink2034.xml" ContentType="application/inkml+xml"/>
  <Override PartName="/ppt/ink/ink2035.xml" ContentType="application/inkml+xml"/>
  <Override PartName="/ppt/ink/ink2036.xml" ContentType="application/inkml+xml"/>
  <Override PartName="/ppt/ink/ink2037.xml" ContentType="application/inkml+xml"/>
  <Override PartName="/ppt/ink/ink2038.xml" ContentType="application/inkml+xml"/>
  <Override PartName="/ppt/ink/ink2039.xml" ContentType="application/inkml+xml"/>
  <Override PartName="/ppt/ink/ink2040.xml" ContentType="application/inkml+xml"/>
  <Override PartName="/ppt/ink/ink2041.xml" ContentType="application/inkml+xml"/>
  <Override PartName="/ppt/ink/ink2042.xml" ContentType="application/inkml+xml"/>
  <Override PartName="/ppt/ink/ink2043.xml" ContentType="application/inkml+xml"/>
  <Override PartName="/ppt/ink/ink2044.xml" ContentType="application/inkml+xml"/>
  <Override PartName="/ppt/ink/ink2045.xml" ContentType="application/inkml+xml"/>
  <Override PartName="/ppt/ink/ink2046.xml" ContentType="application/inkml+xml"/>
  <Override PartName="/ppt/ink/ink2047.xml" ContentType="application/inkml+xml"/>
  <Override PartName="/ppt/ink/ink2048.xml" ContentType="application/inkml+xml"/>
  <Override PartName="/ppt/ink/ink2049.xml" ContentType="application/inkml+xml"/>
  <Override PartName="/ppt/ink/ink2050.xml" ContentType="application/inkml+xml"/>
  <Override PartName="/ppt/ink/ink2051.xml" ContentType="application/inkml+xml"/>
  <Override PartName="/ppt/ink/ink2052.xml" ContentType="application/inkml+xml"/>
  <Override PartName="/ppt/ink/ink2053.xml" ContentType="application/inkml+xml"/>
  <Override PartName="/ppt/ink/ink2054.xml" ContentType="application/inkml+xml"/>
  <Override PartName="/ppt/ink/ink2055.xml" ContentType="application/inkml+xml"/>
  <Override PartName="/ppt/ink/ink2056.xml" ContentType="application/inkml+xml"/>
  <Override PartName="/ppt/ink/ink2057.xml" ContentType="application/inkml+xml"/>
  <Override PartName="/ppt/ink/ink2058.xml" ContentType="application/inkml+xml"/>
  <Override PartName="/ppt/ink/ink2059.xml" ContentType="application/inkml+xml"/>
  <Override PartName="/ppt/ink/ink2060.xml" ContentType="application/inkml+xml"/>
  <Override PartName="/ppt/ink/ink2061.xml" ContentType="application/inkml+xml"/>
  <Override PartName="/ppt/ink/ink2062.xml" ContentType="application/inkml+xml"/>
  <Override PartName="/ppt/ink/ink2063.xml" ContentType="application/inkml+xml"/>
  <Override PartName="/ppt/ink/ink2064.xml" ContentType="application/inkml+xml"/>
  <Override PartName="/ppt/ink/ink2065.xml" ContentType="application/inkml+xml"/>
  <Override PartName="/ppt/ink/ink2066.xml" ContentType="application/inkml+xml"/>
  <Override PartName="/ppt/ink/ink2067.xml" ContentType="application/inkml+xml"/>
  <Override PartName="/ppt/ink/ink2068.xml" ContentType="application/inkml+xml"/>
  <Override PartName="/ppt/ink/ink2069.xml" ContentType="application/inkml+xml"/>
  <Override PartName="/ppt/ink/ink2070.xml" ContentType="application/inkml+xml"/>
  <Override PartName="/ppt/ink/ink2071.xml" ContentType="application/inkml+xml"/>
  <Override PartName="/ppt/ink/ink2072.xml" ContentType="application/inkml+xml"/>
  <Override PartName="/ppt/ink/ink2073.xml" ContentType="application/inkml+xml"/>
  <Override PartName="/ppt/ink/ink2074.xml" ContentType="application/inkml+xml"/>
  <Override PartName="/ppt/ink/ink2075.xml" ContentType="application/inkml+xml"/>
  <Override PartName="/ppt/ink/ink2076.xml" ContentType="application/inkml+xml"/>
  <Override PartName="/ppt/ink/ink2077.xml" ContentType="application/inkml+xml"/>
  <Override PartName="/ppt/ink/ink2078.xml" ContentType="application/inkml+xml"/>
  <Override PartName="/ppt/ink/ink2079.xml" ContentType="application/inkml+xml"/>
  <Override PartName="/ppt/ink/ink2080.xml" ContentType="application/inkml+xml"/>
  <Override PartName="/ppt/ink/ink2081.xml" ContentType="application/inkml+xml"/>
  <Override PartName="/ppt/ink/ink2082.xml" ContentType="application/inkml+xml"/>
  <Override PartName="/ppt/ink/ink2083.xml" ContentType="application/inkml+xml"/>
  <Override PartName="/ppt/ink/ink2084.xml" ContentType="application/inkml+xml"/>
  <Override PartName="/ppt/ink/ink2085.xml" ContentType="application/inkml+xml"/>
  <Override PartName="/ppt/ink/ink2086.xml" ContentType="application/inkml+xml"/>
  <Override PartName="/ppt/ink/ink2087.xml" ContentType="application/inkml+xml"/>
  <Override PartName="/ppt/ink/ink2088.xml" ContentType="application/inkml+xml"/>
  <Override PartName="/ppt/ink/ink2089.xml" ContentType="application/inkml+xml"/>
  <Override PartName="/ppt/ink/ink2090.xml" ContentType="application/inkml+xml"/>
  <Override PartName="/ppt/ink/ink2091.xml" ContentType="application/inkml+xml"/>
  <Override PartName="/ppt/ink/ink2092.xml" ContentType="application/inkml+xml"/>
  <Override PartName="/ppt/ink/ink2093.xml" ContentType="application/inkml+xml"/>
  <Override PartName="/ppt/ink/ink2094.xml" ContentType="application/inkml+xml"/>
  <Override PartName="/ppt/ink/ink2095.xml" ContentType="application/inkml+xml"/>
  <Override PartName="/ppt/ink/ink2096.xml" ContentType="application/inkml+xml"/>
  <Override PartName="/ppt/ink/ink2097.xml" ContentType="application/inkml+xml"/>
  <Override PartName="/ppt/ink/ink2098.xml" ContentType="application/inkml+xml"/>
  <Override PartName="/ppt/ink/ink2099.xml" ContentType="application/inkml+xml"/>
  <Override PartName="/ppt/ink/ink2100.xml" ContentType="application/inkml+xml"/>
  <Override PartName="/ppt/ink/ink2101.xml" ContentType="application/inkml+xml"/>
  <Override PartName="/ppt/ink/ink2102.xml" ContentType="application/inkml+xml"/>
  <Override PartName="/ppt/ink/ink2103.xml" ContentType="application/inkml+xml"/>
  <Override PartName="/ppt/ink/ink2104.xml" ContentType="application/inkml+xml"/>
  <Override PartName="/ppt/ink/ink2105.xml" ContentType="application/inkml+xml"/>
  <Override PartName="/ppt/ink/ink2106.xml" ContentType="application/inkml+xml"/>
  <Override PartName="/ppt/ink/ink2107.xml" ContentType="application/inkml+xml"/>
  <Override PartName="/ppt/ink/ink2108.xml" ContentType="application/inkml+xml"/>
  <Override PartName="/ppt/ink/ink2109.xml" ContentType="application/inkml+xml"/>
  <Override PartName="/ppt/ink/ink2110.xml" ContentType="application/inkml+xml"/>
  <Override PartName="/ppt/ink/ink2111.xml" ContentType="application/inkml+xml"/>
  <Override PartName="/ppt/ink/ink2112.xml" ContentType="application/inkml+xml"/>
  <Override PartName="/ppt/ink/ink2113.xml" ContentType="application/inkml+xml"/>
  <Override PartName="/ppt/ink/ink2114.xml" ContentType="application/inkml+xml"/>
  <Override PartName="/ppt/ink/ink2115.xml" ContentType="application/inkml+xml"/>
  <Override PartName="/ppt/ink/ink2116.xml" ContentType="application/inkml+xml"/>
  <Override PartName="/ppt/ink/ink2117.xml" ContentType="application/inkml+xml"/>
  <Override PartName="/ppt/ink/ink2118.xml" ContentType="application/inkml+xml"/>
  <Override PartName="/ppt/ink/ink2119.xml" ContentType="application/inkml+xml"/>
  <Override PartName="/ppt/ink/ink2120.xml" ContentType="application/inkml+xml"/>
  <Override PartName="/ppt/ink/ink2121.xml" ContentType="application/inkml+xml"/>
  <Override PartName="/ppt/ink/ink2122.xml" ContentType="application/inkml+xml"/>
  <Override PartName="/ppt/ink/ink2123.xml" ContentType="application/inkml+xml"/>
  <Override PartName="/ppt/ink/ink2124.xml" ContentType="application/inkml+xml"/>
  <Override PartName="/ppt/ink/ink2125.xml" ContentType="application/inkml+xml"/>
  <Override PartName="/ppt/ink/ink2126.xml" ContentType="application/inkml+xml"/>
  <Override PartName="/ppt/ink/ink2127.xml" ContentType="application/inkml+xml"/>
  <Override PartName="/ppt/ink/ink2128.xml" ContentType="application/inkml+xml"/>
  <Override PartName="/ppt/ink/ink2129.xml" ContentType="application/inkml+xml"/>
  <Override PartName="/ppt/ink/ink2130.xml" ContentType="application/inkml+xml"/>
  <Override PartName="/ppt/ink/ink2131.xml" ContentType="application/inkml+xml"/>
  <Override PartName="/ppt/ink/ink2132.xml" ContentType="application/inkml+xml"/>
  <Override PartName="/ppt/ink/ink2133.xml" ContentType="application/inkml+xml"/>
  <Override PartName="/ppt/ink/ink2134.xml" ContentType="application/inkml+xml"/>
  <Override PartName="/ppt/ink/ink2135.xml" ContentType="application/inkml+xml"/>
  <Override PartName="/ppt/ink/ink2136.xml" ContentType="application/inkml+xml"/>
  <Override PartName="/ppt/ink/ink2137.xml" ContentType="application/inkml+xml"/>
  <Override PartName="/ppt/ink/ink2138.xml" ContentType="application/inkml+xml"/>
  <Override PartName="/ppt/ink/ink2139.xml" ContentType="application/inkml+xml"/>
  <Override PartName="/ppt/ink/ink2140.xml" ContentType="application/inkml+xml"/>
  <Override PartName="/ppt/ink/ink2141.xml" ContentType="application/inkml+xml"/>
  <Override PartName="/ppt/ink/ink2142.xml" ContentType="application/inkml+xml"/>
  <Override PartName="/ppt/ink/ink2143.xml" ContentType="application/inkml+xml"/>
  <Override PartName="/ppt/ink/ink2144.xml" ContentType="application/inkml+xml"/>
  <Override PartName="/ppt/ink/ink2145.xml" ContentType="application/inkml+xml"/>
  <Override PartName="/ppt/ink/ink2146.xml" ContentType="application/inkml+xml"/>
  <Override PartName="/ppt/ink/ink2147.xml" ContentType="application/inkml+xml"/>
  <Override PartName="/ppt/ink/ink2148.xml" ContentType="application/inkml+xml"/>
  <Override PartName="/ppt/ink/ink2149.xml" ContentType="application/inkml+xml"/>
  <Override PartName="/ppt/ink/ink2150.xml" ContentType="application/inkml+xml"/>
  <Override PartName="/ppt/ink/ink2151.xml" ContentType="application/inkml+xml"/>
  <Override PartName="/ppt/ink/ink2152.xml" ContentType="application/inkml+xml"/>
  <Override PartName="/ppt/ink/ink2153.xml" ContentType="application/inkml+xml"/>
  <Override PartName="/ppt/ink/ink2154.xml" ContentType="application/inkml+xml"/>
  <Override PartName="/ppt/ink/ink2155.xml" ContentType="application/inkml+xml"/>
  <Override PartName="/ppt/ink/ink2156.xml" ContentType="application/inkml+xml"/>
  <Override PartName="/ppt/ink/ink2157.xml" ContentType="application/inkml+xml"/>
  <Override PartName="/ppt/ink/ink2158.xml" ContentType="application/inkml+xml"/>
  <Override PartName="/ppt/ink/ink2159.xml" ContentType="application/inkml+xml"/>
  <Override PartName="/ppt/ink/ink2160.xml" ContentType="application/inkml+xml"/>
  <Override PartName="/ppt/ink/ink2161.xml" ContentType="application/inkml+xml"/>
  <Override PartName="/ppt/ink/ink2162.xml" ContentType="application/inkml+xml"/>
  <Override PartName="/ppt/ink/ink2163.xml" ContentType="application/inkml+xml"/>
  <Override PartName="/ppt/ink/ink2164.xml" ContentType="application/inkml+xml"/>
  <Override PartName="/ppt/ink/ink2165.xml" ContentType="application/inkml+xml"/>
  <Override PartName="/ppt/ink/ink2166.xml" ContentType="application/inkml+xml"/>
  <Override PartName="/ppt/ink/ink2167.xml" ContentType="application/inkml+xml"/>
  <Override PartName="/ppt/ink/ink2168.xml" ContentType="application/inkml+xml"/>
  <Override PartName="/ppt/ink/ink2169.xml" ContentType="application/inkml+xml"/>
  <Override PartName="/ppt/ink/ink2170.xml" ContentType="application/inkml+xml"/>
  <Override PartName="/ppt/ink/ink2171.xml" ContentType="application/inkml+xml"/>
  <Override PartName="/ppt/ink/ink2172.xml" ContentType="application/inkml+xml"/>
  <Override PartName="/ppt/ink/ink2173.xml" ContentType="application/inkml+xml"/>
  <Override PartName="/ppt/ink/ink2174.xml" ContentType="application/inkml+xml"/>
  <Override PartName="/ppt/ink/ink2175.xml" ContentType="application/inkml+xml"/>
  <Override PartName="/ppt/ink/ink2176.xml" ContentType="application/inkml+xml"/>
  <Override PartName="/ppt/ink/ink2177.xml" ContentType="application/inkml+xml"/>
  <Override PartName="/ppt/ink/ink2178.xml" ContentType="application/inkml+xml"/>
  <Override PartName="/ppt/ink/ink2179.xml" ContentType="application/inkml+xml"/>
  <Override PartName="/ppt/ink/ink2180.xml" ContentType="application/inkml+xml"/>
  <Override PartName="/ppt/ink/ink2181.xml" ContentType="application/inkml+xml"/>
  <Override PartName="/ppt/ink/ink2182.xml" ContentType="application/inkml+xml"/>
  <Override PartName="/ppt/ink/ink2183.xml" ContentType="application/inkml+xml"/>
  <Override PartName="/ppt/ink/ink2184.xml" ContentType="application/inkml+xml"/>
  <Override PartName="/ppt/ink/ink2185.xml" ContentType="application/inkml+xml"/>
  <Override PartName="/ppt/ink/ink2186.xml" ContentType="application/inkml+xml"/>
  <Override PartName="/ppt/ink/ink2187.xml" ContentType="application/inkml+xml"/>
  <Override PartName="/ppt/ink/ink2188.xml" ContentType="application/inkml+xml"/>
  <Override PartName="/ppt/ink/ink2189.xml" ContentType="application/inkml+xml"/>
  <Override PartName="/ppt/ink/ink2190.xml" ContentType="application/inkml+xml"/>
  <Override PartName="/ppt/ink/ink2191.xml" ContentType="application/inkml+xml"/>
  <Override PartName="/ppt/ink/ink2192.xml" ContentType="application/inkml+xml"/>
  <Override PartName="/ppt/ink/ink2193.xml" ContentType="application/inkml+xml"/>
  <Override PartName="/ppt/ink/ink2194.xml" ContentType="application/inkml+xml"/>
  <Override PartName="/ppt/ink/ink2195.xml" ContentType="application/inkml+xml"/>
  <Override PartName="/ppt/ink/ink2196.xml" ContentType="application/inkml+xml"/>
  <Override PartName="/ppt/ink/ink2197.xml" ContentType="application/inkml+xml"/>
  <Override PartName="/ppt/ink/ink2198.xml" ContentType="application/inkml+xml"/>
  <Override PartName="/ppt/ink/ink2199.xml" ContentType="application/inkml+xml"/>
  <Override PartName="/ppt/ink/ink2200.xml" ContentType="application/inkml+xml"/>
  <Override PartName="/ppt/ink/ink2201.xml" ContentType="application/inkml+xml"/>
  <Override PartName="/ppt/ink/ink2202.xml" ContentType="application/inkml+xml"/>
  <Override PartName="/ppt/ink/ink2203.xml" ContentType="application/inkml+xml"/>
  <Override PartName="/ppt/ink/ink2204.xml" ContentType="application/inkml+xml"/>
  <Override PartName="/ppt/ink/ink2205.xml" ContentType="application/inkml+xml"/>
  <Override PartName="/ppt/ink/ink2206.xml" ContentType="application/inkml+xml"/>
  <Override PartName="/ppt/ink/ink2207.xml" ContentType="application/inkml+xml"/>
  <Override PartName="/ppt/ink/ink2208.xml" ContentType="application/inkml+xml"/>
  <Override PartName="/ppt/ink/ink2209.xml" ContentType="application/inkml+xml"/>
  <Override PartName="/ppt/ink/ink2210.xml" ContentType="application/inkml+xml"/>
  <Override PartName="/ppt/ink/ink2211.xml" ContentType="application/inkml+xml"/>
  <Override PartName="/ppt/ink/ink2212.xml" ContentType="application/inkml+xml"/>
  <Override PartName="/ppt/ink/ink2213.xml" ContentType="application/inkml+xml"/>
  <Override PartName="/ppt/ink/ink2214.xml" ContentType="application/inkml+xml"/>
  <Override PartName="/ppt/ink/ink2215.xml" ContentType="application/inkml+xml"/>
  <Override PartName="/ppt/ink/ink2216.xml" ContentType="application/inkml+xml"/>
  <Override PartName="/ppt/ink/ink2217.xml" ContentType="application/inkml+xml"/>
  <Override PartName="/ppt/ink/ink2218.xml" ContentType="application/inkml+xml"/>
  <Override PartName="/ppt/ink/ink2219.xml" ContentType="application/inkml+xml"/>
  <Override PartName="/ppt/ink/ink2220.xml" ContentType="application/inkml+xml"/>
  <Override PartName="/ppt/ink/ink2221.xml" ContentType="application/inkml+xml"/>
  <Override PartName="/ppt/ink/ink2222.xml" ContentType="application/inkml+xml"/>
  <Override PartName="/ppt/ink/ink2223.xml" ContentType="application/inkml+xml"/>
  <Override PartName="/ppt/ink/ink2224.xml" ContentType="application/inkml+xml"/>
  <Override PartName="/ppt/ink/ink2225.xml" ContentType="application/inkml+xml"/>
  <Override PartName="/ppt/ink/ink2226.xml" ContentType="application/inkml+xml"/>
  <Override PartName="/ppt/ink/ink2227.xml" ContentType="application/inkml+xml"/>
  <Override PartName="/ppt/ink/ink2228.xml" ContentType="application/inkml+xml"/>
  <Override PartName="/ppt/ink/ink2229.xml" ContentType="application/inkml+xml"/>
  <Override PartName="/ppt/ink/ink2230.xml" ContentType="application/inkml+xml"/>
  <Override PartName="/ppt/ink/ink2231.xml" ContentType="application/inkml+xml"/>
  <Override PartName="/ppt/ink/ink2232.xml" ContentType="application/inkml+xml"/>
  <Override PartName="/ppt/ink/ink2233.xml" ContentType="application/inkml+xml"/>
  <Override PartName="/ppt/ink/ink2234.xml" ContentType="application/inkml+xml"/>
  <Override PartName="/ppt/ink/ink2235.xml" ContentType="application/inkml+xml"/>
  <Override PartName="/ppt/ink/ink2236.xml" ContentType="application/inkml+xml"/>
  <Override PartName="/ppt/ink/ink2237.xml" ContentType="application/inkml+xml"/>
  <Override PartName="/ppt/ink/ink2238.xml" ContentType="application/inkml+xml"/>
  <Override PartName="/ppt/ink/ink2239.xml" ContentType="application/inkml+xml"/>
  <Override PartName="/ppt/ink/ink2240.xml" ContentType="application/inkml+xml"/>
  <Override PartName="/ppt/ink/ink2241.xml" ContentType="application/inkml+xml"/>
  <Override PartName="/ppt/ink/ink2242.xml" ContentType="application/inkml+xml"/>
  <Override PartName="/ppt/ink/ink2243.xml" ContentType="application/inkml+xml"/>
  <Override PartName="/ppt/ink/ink2244.xml" ContentType="application/inkml+xml"/>
  <Override PartName="/ppt/ink/ink2245.xml" ContentType="application/inkml+xml"/>
  <Override PartName="/ppt/ink/ink2246.xml" ContentType="application/inkml+xml"/>
  <Override PartName="/ppt/ink/ink2247.xml" ContentType="application/inkml+xml"/>
  <Override PartName="/ppt/ink/ink2248.xml" ContentType="application/inkml+xml"/>
  <Override PartName="/ppt/ink/ink2249.xml" ContentType="application/inkml+xml"/>
  <Override PartName="/ppt/ink/ink2250.xml" ContentType="application/inkml+xml"/>
  <Override PartName="/ppt/ink/ink2251.xml" ContentType="application/inkml+xml"/>
  <Override PartName="/ppt/ink/ink2252.xml" ContentType="application/inkml+xml"/>
  <Override PartName="/ppt/ink/ink2253.xml" ContentType="application/inkml+xml"/>
  <Override PartName="/ppt/ink/ink2254.xml" ContentType="application/inkml+xml"/>
  <Override PartName="/ppt/ink/ink2255.xml" ContentType="application/inkml+xml"/>
  <Override PartName="/ppt/ink/ink2256.xml" ContentType="application/inkml+xml"/>
  <Override PartName="/ppt/ink/ink2257.xml" ContentType="application/inkml+xml"/>
  <Override PartName="/ppt/ink/ink2258.xml" ContentType="application/inkml+xml"/>
  <Override PartName="/ppt/ink/ink2259.xml" ContentType="application/inkml+xml"/>
  <Override PartName="/ppt/ink/ink2260.xml" ContentType="application/inkml+xml"/>
  <Override PartName="/ppt/ink/ink2261.xml" ContentType="application/inkml+xml"/>
  <Override PartName="/ppt/ink/ink2262.xml" ContentType="application/inkml+xml"/>
  <Override PartName="/ppt/ink/ink2263.xml" ContentType="application/inkml+xml"/>
  <Override PartName="/ppt/ink/ink2264.xml" ContentType="application/inkml+xml"/>
  <Override PartName="/ppt/ink/ink2265.xml" ContentType="application/inkml+xml"/>
  <Override PartName="/ppt/theme/theme1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65" r:id="rId2"/>
    <p:sldId id="366" r:id="rId3"/>
    <p:sldId id="367" r:id="rId4"/>
    <p:sldId id="368" r:id="rId5"/>
    <p:sldId id="369" r:id="rId6"/>
    <p:sldId id="370" r:id="rId7"/>
    <p:sldId id="371" r:id="rId8"/>
    <p:sldId id="372" r:id="rId9"/>
    <p:sldId id="373" r:id="rId10"/>
    <p:sldId id="374" r:id="rId11"/>
    <p:sldId id="375" r:id="rId12"/>
    <p:sldId id="376" r:id="rId13"/>
    <p:sldId id="377" r:id="rId14"/>
    <p:sldId id="378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9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customXml" Target="../customXml/item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openxmlformats.org/officeDocument/2006/relationships/customXml" Target="../customXml/item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customXml" Target="../customXml/item3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7T06:08:02.9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1 440 0 0,'0'0'4140'0'0,"8"1"-1923"0"0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7T06:08:46.3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8 1044 0 0,'0'0'4601'0'0,"18"-8"-4161"0"0,1 11-624 0 0,3 1-2853 0 0,-4-3 1461 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7T06:08:46.6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0 372 0 0,'1'4'2535'0'0,"2"1"1849"0"0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7T06:10:20.0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1 824 0 0,'0'12'2168'0'0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2:39:17.9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861 183 712 0 0,'-2'-15'1152'0'0,"-1"1"-1"0"0,-1 0 1 0 0,-1 0-1 0 0,0 1 1 0 0,0-1 0 0 0,-1 1-1 0 0,-10-15 1 0 0,13 23-1044 0 0,0 1 1 0 0,0 0 0 0 0,0 0-1 0 0,-1 0 1 0 0,1 0 0 0 0,-1 1-1 0 0,0 0 1 0 0,0-1-1 0 0,-1 1 1 0 0,1 1 0 0 0,-1-1-1 0 0,1 1 1 0 0,-1-1 0 0 0,0 1-1 0 0,0 1 1 0 0,0-1-1 0 0,0 1 1 0 0,0 0 0 0 0,0 0-1 0 0,0 0 1 0 0,0 1 0 0 0,-1-1-1 0 0,-5 2 1 0 0,-25 3 15 0 0,0 1 0 0 0,1 2 0 0 0,0 2 0 0 0,-43 15 1 0 0,-132 64 165 0 0,183-76-252 0 0,-8 5 15 0 0,-1 1 0 0 0,-32 23 1 0 0,59-35-37 0 0,-1 0 0 0 0,1 1 0 0 0,0 0 0 0 0,1 1 0 0 0,0 0 0 0 0,0 1 0 0 0,1-1 0 0 0,0 1 0 0 0,0 1 0 0 0,1-1 0 0 0,-8 18 0 0 0,12-24-14 0 0,1 0 1 0 0,1-1 0 0 0,-1 1 0 0 0,0 0 0 0 0,1 0 0 0 0,-1 0 0 0 0,1 0-1 0 0,0 0 1 0 0,0 0 0 0 0,0-1 0 0 0,0 1 0 0 0,1 0 0 0 0,-1 0-1 0 0,1 0 1 0 0,0 0 0 0 0,0 0 0 0 0,0-1 0 0 0,0 1 0 0 0,2 3 0 0 0,0-2-1 0 0,0 0 1 0 0,0 0 0 0 0,0 0 0 0 0,1-1 0 0 0,0 1 0 0 0,0-1 0 0 0,0 0 0 0 0,0 0 0 0 0,0 0 0 0 0,7 2 0 0 0,9 4-5 0 0,0-1 0 0 0,1-1 0 0 0,0-1 0 0 0,22 4-1 0 0,-37-9-2 0 0,106 20-58 0 0,97 24-71 0 0,-186-38 46 0 0,-1 1 1 0 0,0 0-1 0 0,-1 2 1 0 0,0 0-1 0 0,0 2 0 0 0,35 25 1 0 0,-52-34 60 0 0,-1 0-1 0 0,1 0 1 0 0,-1 0 0 0 0,1 1 0 0 0,-1-1 0 0 0,0 1-1 0 0,0 0 1 0 0,-1-1 0 0 0,1 1 0 0 0,-1 1 0 0 0,0-1-1 0 0,0 0 1 0 0,0 0 0 0 0,0 1 0 0 0,1 8 0 0 0,-3-9 14 0 0,0 1 0 0 0,0-1 0 0 0,0 0 0 0 0,-1 1 0 0 0,0-1 0 0 0,0 0 0 0 0,0 0 0 0 0,-1 0 0 0 0,1 1 0 0 0,-1-2 0 0 0,0 1 0 0 0,0 0 0 0 0,0 0 0 0 0,0 0 0 0 0,-1-1 0 0 0,0 0 0 0 0,-4 6 0 0 0,-8 5 39 0 0,0 0 0 0 0,-1-1 0 0 0,0-1 0 0 0,-1 0 0 0 0,0-1 0 0 0,-1-1 0 0 0,0-1 0 0 0,-1 0 0 0 0,0-1 0 0 0,0-1 0 0 0,-25 5 0 0 0,3-2 211 0 0,0-2 0 0 0,-1-2-1 0 0,0-2 1 0 0,-63-2-1 0 0,85-1-94 0 0,-1-2 0 0 0,1-1 0 0 0,0 0 0 0 0,0-1 0 0 0,0-1 0 0 0,0-1 0 0 0,1-1 0 0 0,-20-9 0 0 0,37 11-2419 0 0,13 3 1194 0 0,18 4-5468 0 0,-20 0 3508 0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2:39:18.2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132 100 11329 0 0,'7'-3'-3'0'0,"-1"0"0"0"0,1-1 0 0 0,-1 0 0 0 0,0-1 0 0 0,-1 1 0 0 0,1-1 0 0 0,-1 0 1 0 0,0-1-1 0 0,0 1 0 0 0,0-1 0 0 0,-1 0 0 0 0,0 0 0 0 0,0 0 0 0 0,-1-1 0 0 0,1 1 0 0 0,2-12 0 0 0,-5 17-11 0 0,14 68 540 0 0,-1-19-310 0 0,24 175 315 0 0,13 299 1 0 0,-50-495-531 0 0,-1 0 0 0 0,-1 0 0 0 0,-1 0 1 0 0,-2 0-1 0 0,0 0 0 0 0,-2 0 0 0 0,-1-1 0 0 0,-14 33 0 0 0,17-48 0 0 0,0 0-1 0 0,-1 0 0 0 0,-1-1 0 0 0,0 0 0 0 0,0 0 0 0 0,-1-1 0 0 0,0 0 1 0 0,-1 0-1 0 0,1 0 0 0 0,-2-1 0 0 0,1 0 0 0 0,-1-1 0 0 0,-1 0 1 0 0,1 0-1 0 0,-1-1 0 0 0,0 0 0 0 0,-1-1 0 0 0,1 0 0 0 0,-1-1 1 0 0,0 0-1 0 0,-19 4 0 0 0,26-7-19 0 0,1-1 0 0 0,0 1 0 0 0,0-1 0 0 0,-1 0 0 0 0,1 1 0 0 0,0-1 0 0 0,-1-1 0 0 0,1 1 0 0 0,0-1 1 0 0,0 1-1 0 0,-1-1 0 0 0,1 0 0 0 0,0 0 0 0 0,0 0 0 0 0,0 0 0 0 0,0-1 0 0 0,0 1 0 0 0,0-1 0 0 0,0 0 0 0 0,-4-4 0 0 0,4 3-45 0 0,1-1-1 0 0,-1 1 1 0 0,1-1-1 0 0,0 0 1 0 0,0 0-1 0 0,0 0 1 0 0,0 0-1 0 0,1 0 1 0 0,-1 0-1 0 0,1-1 0 0 0,0 1 1 0 0,0-1-1 0 0,0-6 1 0 0,1-6-163 0 0,0 0 0 0 0,1 1 0 0 0,1-1 0 0 0,1 0 1 0 0,0 1-1 0 0,10-32 0 0 0,30-45-5566 0 0,-32 69 3315 0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2:39:19.5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21 388 0 0,'42'-19'4902'0'0,"-39"18"-4770"0"0,0 1-1 0 0,1 0 0 0 0,-1 0 1 0 0,1 0-1 0 0,-1 0 0 0 0,1 0 0 0 0,-1 1 1 0 0,1 0-1 0 0,-1-1 0 0 0,0 1 1 0 0,0 1-1 0 0,1-1 0 0 0,-1 0 0 0 0,0 1 1 0 0,0-1-1 0 0,4 4 0 0 0,-1-1 22 0 0,-1 1-1 0 0,1 0 1 0 0,-1 0-1 0 0,0 0 1 0 0,0 1-1 0 0,-1 0 1 0 0,6 9-1 0 0,-3-2-18 0 0,0 0 0 0 0,-1 0 0 0 0,0 0 0 0 0,-1 1 0 0 0,-1 0 0 0 0,0 0 0 0 0,2 21 0 0 0,-5-27-74 0 0,-1 0-1 0 0,0 0 1 0 0,-1 0-1 0 0,0 0 1 0 0,0 0-1 0 0,-1 0 1 0 0,-3 11-1 0 0,5-18-1 0 0,-1-1-59 0 0,1 0-1 0 0,-1 0 1 0 0,0 0 0 0 0,1-1 0 0 0,-1 1 0 0 0,1 0 0 0 0,-1 0 0 0 0,0 0 0 0 0,1 0 0 0 0,-1-1 0 0 0,1 1 0 0 0,-1 0-1 0 0,0 0 1 0 0,1-1 0 0 0,-1 1 0 0 0,1-1 0 0 0,-1 1 0 0 0,1 0 0 0 0,-1-1 0 0 0,1 1 0 0 0,0-1 0 0 0,-1 1-1 0 0,1-1 1 0 0,0 1 0 0 0,-1-1 0 0 0,1 1 0 0 0,0-1 0 0 0,-1 0 0 0 0,1 1 0 0 0,0-1 0 0 0,0 1 0 0 0,0-2 0 0 0,1-28-225 0 0,19-28-180 0 0,-20 58 406 0 0,2-4-10 0 0,0 0 0 0 0,0 1 0 0 0,1-1 0 0 0,-1 0 0 0 0,1 1 0 0 0,0-1 0 0 0,0 1 0 0 0,0 0 0 0 0,1 0 0 0 0,-1 0 0 0 0,1 0 0 0 0,-1 1 0 0 0,1-1 0 0 0,6-2 0 0 0,5-2 100 0 0,-1 2-1 0 0,28-8 0 0 0,-17 7 43 0 0,-23 5-87 0 0,1 1-1 0 0,0 0 1 0 0,0 0-1 0 0,0 0 0 0 0,0 0 1 0 0,0 1-1 0 0,0-1 1 0 0,0 1-1 0 0,0 0 1 0 0,0 0-1 0 0,0 0 0 0 0,-1 0 1 0 0,1 0-1 0 0,0 0 1 0 0,-1 1-1 0 0,1-1 1 0 0,-1 1-1 0 0,1 0 0 0 0,-1 0 1 0 0,0 0-1 0 0,0 0 1 0 0,0 0-1 0 0,0 0 1 0 0,0 1-1 0 0,2 4 1 0 0,3 2 160 0 0,0 1 1 0 0,-2 0-1 0 0,1 0 1 0 0,-1 0 0 0 0,4 14-1 0 0,-2-5-181 0 0,13 44 852 0 0,-14-24-3858 0 0,-4-32 987 0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2:39:19.9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9 888 0 0,'3'-8'6534'0'0,"6"26"-5191"0"0,-2 0 0 0 0,10 37 1 0 0,11 98 1700 0 0,-14-65-1685 0 0,32 134 962 0 0,-42-192-2031 0 0,2 50 0 0 0,-7-70-1892 0 0,-11-35-9436 0 0,11 24 10919 0 0,-2-8-3258 0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2:39:20.3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70 668 0 0,'0'0'2631'0'0,"4"-1"-1825"0"0,174-39 4517 0 0,-70 15-10818 0 0,-95 22 3282 0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2:39:21.3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256 92 120 0 0,'3'-6'800'0'0,"0"1"1"0"0,0-1-1 0 0,0 0 1 0 0,0 0-1 0 0,-1 0 1 0 0,0 0-1 0 0,-1 0 1 0 0,1 0-1 0 0,-1 0 1 0 0,0-1-1 0 0,0-7 1 0 0,-1 12-249 0 0,-22-7 630 0 0,4 14-947 0 0,0 2 0 0 0,0 0 0 0 0,1 1-1 0 0,0 1 1 0 0,0 0 0 0 0,-24 19 0 0 0,30-19-127 0 0,0-1 0 0 0,0 2-1 0 0,1-1 1 0 0,1 1 0 0 0,0 1 0 0 0,0 0-1 0 0,1 0 1 0 0,0 0 0 0 0,1 1 0 0 0,-7 14-1 0 0,13-23-90 0 0,0-1 0 0 0,1 1 0 0 0,-1-1 0 0 0,0 1 0 0 0,1-1 0 0 0,-1 1 0 0 0,1 0 0 0 0,0-1-1 0 0,0 1 1 0 0,0 0 0 0 0,0-1 0 0 0,0 1 0 0 0,1 0 0 0 0,-1-1 0 0 0,1 1 0 0 0,-1 0 0 0 0,1-1 0 0 0,0 1 0 0 0,0-1-1 0 0,1 0 1 0 0,-1 1 0 0 0,3 3 0 0 0,-3-4-21 0 0,1-1-1 0 0,0 1 0 0 0,0-1 1 0 0,-1 0-1 0 0,1 0 0 0 0,0 0 1 0 0,0 1-1 0 0,0-2 0 0 0,0 1 1 0 0,0 0-1 0 0,0 0 0 0 0,0-1 1 0 0,0 1-1 0 0,1-1 0 0 0,-1 1 1 0 0,0-1-1 0 0,0 0 0 0 0,0 0 1 0 0,1 0-1 0 0,-1 0 1 0 0,0-1-1 0 0,0 1 0 0 0,0 0 1 0 0,0-1-1 0 0,0 0 0 0 0,1 1 1 0 0,-1-1-1 0 0,2-1 0 0 0,8-3-42 0 0,1-1-1 0 0,-1-1 0 0 0,-1 0 0 0 0,1 0 1 0 0,-1-1-1 0 0,0-1 0 0 0,-1 0 0 0 0,0 0 1 0 0,13-17-1 0 0,-13 16 72 0 0,6 0 28 0 0,15 36-462 0 0,11 9-2541 0 0,-8-18-2796 0 0,-22-13 2917 0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2:39:22.1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128 615 92 0 0,'-4'-8'2120'0'0,"4"8"-2002"0"0,0-1 0 0 0,0 0 1 0 0,0 1-1 0 0,-1-1 0 0 0,1 0 0 0 0,0 1 1 0 0,0-1-1 0 0,-1 0 0 0 0,1 1 0 0 0,0-1 1 0 0,-1 1-1 0 0,1-1 0 0 0,-1 0 0 0 0,1 1 1 0 0,-1-1-1 0 0,1 1 0 0 0,-1-1 0 0 0,1 1 0 0 0,-1 0 1 0 0,1-1-1 0 0,-1 1 0 0 0,0 0 0 0 0,1-1 1 0 0,-1 1-1 0 0,0 0 0 0 0,1-1 0 0 0,-1 1 1 0 0,0 0-1 0 0,1 0 0 0 0,-1 0 0 0 0,0 0 1 0 0,0 0-1 0 0,1 0 0 0 0,-1 0 0 0 0,0 0 1 0 0,1 0-1 0 0,-1 0 0 0 0,0 0 0 0 0,1 0 0 0 0,-1 1 1 0 0,0-1-1 0 0,1 0 0 0 0,-1 0 0 0 0,0 1 1 0 0,1-1-1 0 0,-1 0 0 0 0,0 1 0 0 0,1-1 1 0 0,-1 1-1 0 0,0 0 0 0 0,-6 3 110 0 0,1 0 0 0 0,-1 0-1 0 0,1 1 1 0 0,0 0 0 0 0,0 0 0 0 0,0 1 0 0 0,1 0 0 0 0,-1 0-1 0 0,2 0 1 0 0,-1 0 0 0 0,1 1 0 0 0,0 0 0 0 0,0-1-1 0 0,0 2 1 0 0,1-1 0 0 0,0 0 0 0 0,-2 12 0 0 0,4-14-197 0 0,0 0 1 0 0,0 0 0 0 0,0 0-1 0 0,1 0 1 0 0,0 0 0 0 0,0 0-1 0 0,0 1 1 0 0,1-1 0 0 0,-1 0 0 0 0,1 0-1 0 0,1 0 1 0 0,-1 0 0 0 0,1 0-1 0 0,-1 0 1 0 0,1-1 0 0 0,1 1-1 0 0,-1-1 1 0 0,1 1 0 0 0,0-1 0 0 0,0 0-1 0 0,0 0 1 0 0,0 0 0 0 0,1 0-1 0 0,-1 0 1 0 0,1-1 0 0 0,0 0-1 0 0,0 0 1 0 0,5 3 0 0 0,-2-2-83 0 0,-1 0 1 0 0,1 0-1 0 0,0-1 1 0 0,0 0-1 0 0,1-1 1 0 0,-1 1-1 0 0,0-1 1 0 0,1-1-1 0 0,0 0 1 0 0,-1 0-1 0 0,1 0 1 0 0,0-1-1 0 0,-1 0 1 0 0,14-1-1 0 0,-11-2 7 0 0,0 1-1 0 0,0-1 1 0 0,0 0 0 0 0,-1-1-1 0 0,1 0 1 0 0,-1-1-1 0 0,0 0 1 0 0,0 0 0 0 0,16-14-1 0 0,-10 5 12 0 0,1-1 0 0 0,-2 0-1 0 0,0-1 1 0 0,0-1 0 0 0,-2 0 0 0 0,0-1-1 0 0,-1 0 1 0 0,-1-1 0 0 0,15-39 0 0 0,-9 9 113 0 0,-3 0 0 0 0,-2-1 0 0 0,-2 0 0 0 0,-2-1 0 0 0,-2 0 0 0 0,-3 0 0 0 0,-2 0 0 0 0,-2 0 0 0 0,-10-62 0 0 0,-3 63 593 0 0,15 49-610 0 0,-3 5-26 0 0,-5 10-3 0 0,0 1 1 0 0,1 0 0 0 0,0 0 0 0 0,1 1 0 0 0,1-1 0 0 0,1 2 0 0 0,0-1 0 0 0,-3 31 0 0 0,2 5 61 0 0,4 80 0 0 0,2-106-97 0 0,2-1 0 0 0,0 0 1 0 0,2 0-1 0 0,1 0 1 0 0,1-1-1 0 0,17 41 1 0 0,-18-51-50 0 0,0 0 1 0 0,1-1 0 0 0,1 0-1 0 0,1 0 1 0 0,-1-1 0 0 0,2 0 0 0 0,0-1-1 0 0,0 0 1 0 0,1 0 0 0 0,0-1-1 0 0,1-1 1 0 0,18 13 0 0 0,-27-20 105 0 0,0-1 0 0 0,0 1 0 0 0,-1-1 0 0 0,1 0 0 0 0,0 0 0 0 0,0 0 0 0 0,0 0 0 0 0,0 0 0 0 0,0-1 0 0 0,0 1 0 0 0,0-1 0 0 0,1 0 0 0 0,-1 0 0 0 0,0 0 0 0 0,0 0 0 0 0,0-1 0 0 0,0 1 0 0 0,0-1 0 0 0,0 0 0 0 0,0 1 0 0 0,0-2 0 0 0,0 1 0 0 0,0 0 0 0 0,0 0 0 0 0,-1-1 1 0 0,1 0-1 0 0,-1 1 0 0 0,1-1 0 0 0,-1 0 0 0 0,1 0 0 0 0,-1-1 0 0 0,0 1 0 0 0,3-4 0 0 0,-1 3-343 0 0,5-7 1345 0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2:39:22.4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45 112 0 0,'1'-2'465'0'0,"0"0"-1"0"0,-1 0 1 0 0,1 0-1 0 0,-1 0 1 0 0,0 0-1 0 0,0 0 1 0 0,0 0 0 0 0,0 0-1 0 0,0 0 1 0 0,0-1-1 0 0,0 1 1 0 0,0 0-1 0 0,-1 0 1 0 0,0-2 0 0 0,1-8 503 0 0,18 22-5054 0 0,-12-6 1855 0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2:39:22.8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205 27 664 0 0,'0'-1'216'0'0,"0"0"-1"0"0,0 0 1 0 0,0 0-1 0 0,0 0 1 0 0,0 0-1 0 0,0 0 1 0 0,0 0-1 0 0,0 0 1 0 0,-1 0-1 0 0,1 0 1 0 0,0 0-1 0 0,-1 0 1 0 0,1 0-1 0 0,0 0 1 0 0,-1 0 0 0 0,0 0-1 0 0,1 0 1 0 0,-1 1-1 0 0,1-1 1 0 0,-1 0-1 0 0,0 0 1 0 0,0 1-1 0 0,1-1 1 0 0,-1 0-1 0 0,0 1 1 0 0,0-1-1 0 0,0 1 1 0 0,-1-1-1 0 0,0 0-35 0 0,0 1-1 0 0,-1-1 0 0 0,1 1 0 0 0,0 0 0 0 0,-1 0 0 0 0,1 0 0 0 0,0 0 0 0 0,-1 1 1 0 0,1-1-1 0 0,0 1 0 0 0,0-1 0 0 0,-3 2 0 0 0,-9 3 196 0 0,0 1 0 0 0,1 1 0 0 0,-13 8-1 0 0,23-13-137 0 0,-6 3 36 0 0,0 1 1 0 0,0 1-1 0 0,0-1 1 0 0,1 2-1 0 0,0-1 1 0 0,1 1-1 0 0,-9 10 1 0 0,15-16-230 0 0,-1 0-1 0 0,1 0 1 0 0,-1 0 0 0 0,1 0 0 0 0,0 1 0 0 0,0-1-1 0 0,0 0 1 0 0,0 1 0 0 0,0-1 0 0 0,1 0 0 0 0,-1 1-1 0 0,1-1 1 0 0,-1 1 0 0 0,1-1 0 0 0,0 1 0 0 0,0-1-1 0 0,0 1 1 0 0,0-1 0 0 0,1 1 0 0 0,-1-1 0 0 0,1 1-1 0 0,-1-1 1 0 0,1 1 0 0 0,0-1 0 0 0,0 0 0 0 0,0 1-1 0 0,0-1 1 0 0,0 0 0 0 0,1 0 0 0 0,-1 0 0 0 0,1 0-1 0 0,-1 0 1 0 0,1 0 0 0 0,0 0 0 0 0,0-1 0 0 0,3 3-1 0 0,2 1-129 0 0,1 0 1 0 0,0-1-1 0 0,0 0 0 0 0,1 0 0 0 0,-1-1 0 0 0,1 0 0 0 0,-1-1 0 0 0,1 0 0 0 0,0 0 1 0 0,0-1-1 0 0,0 0 0 0 0,9 0 0 0 0,51-3-2322 0 0,-10-9-3607 0 0,-40 5 3063 0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2:39:23.1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64 1052 0 0,'2'-7'1140'0'0,"2"0"-108"0"0,2 2-72 0 0,1-2-68 0 0,-1 4-43 0 0,4-2-73 0 0,-1 0-96 0 0,3 1-64 0 0,-1-5-112 0 0,5 6-140 0 0,-3-2-172 0 0,1 3-236 0 0,1 0-272 0 0,2 2-280 0 0,-1 2-756 0 0,-5 0-1465 0 0,1-2 649 0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2:39:24.6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597 783 740 0 0,'1'-1'156'0'0,"1"-1"0"0"0,0 1-1 0 0,-1 0 1 0 0,1-1 0 0 0,0 1 0 0 0,-1 0 0 0 0,1 0-1 0 0,0 0 1 0 0,0 0 0 0 0,0 1 0 0 0,0-1 0 0 0,0 0 0 0 0,0 1-1 0 0,0 0 1 0 0,0-1 0 0 0,0 1 0 0 0,0 0 0 0 0,0 0-1 0 0,0 0 1 0 0,1 0 0 0 0,-1 0 0 0 0,0 1 0 0 0,0-1-1 0 0,0 0 1 0 0,0 1 0 0 0,0 0 0 0 0,0-1 0 0 0,0 1-1 0 0,0 0 1 0 0,-1 0 0 0 0,1 0 0 0 0,0 1 0 0 0,0-1-1 0 0,-1 0 1 0 0,1 0 0 0 0,-1 1 0 0 0,1-1 0 0 0,-1 1-1 0 0,0 0 1 0 0,2 2 0 0 0,-3-3-127 0 0,0 0 0 0 0,0 0-1 0 0,0 0 1 0 0,0 0 0 0 0,0 0 0 0 0,-1 0 0 0 0,1 0-1 0 0,0 0 1 0 0,-1 0 0 0 0,1 0 0 0 0,-1 0 0 0 0,1 0-1 0 0,-1 0 1 0 0,0 0 0 0 0,1-1 0 0 0,-1 1 0 0 0,0 0-1 0 0,1 0 1 0 0,-1-1 0 0 0,0 1 0 0 0,0 0 0 0 0,0-1-1 0 0,0 1 1 0 0,0-1 0 0 0,0 1 0 0 0,1-1 0 0 0,-1 0-1 0 0,-2 1 1 0 0,-30 13 262 0 0,29-13-242 0 0,-14 5 35 0 0,-1-1 1 0 0,-1 0 0 0 0,1-2-1 0 0,-1 0 1 0 0,1-1-1 0 0,-1-2 1 0 0,0 0 0 0 0,0 0-1 0 0,1-2 1 0 0,-1-1 0 0 0,1 0-1 0 0,-1-1 1 0 0,1-1-1 0 0,1-1 1 0 0,-1-1 0 0 0,1-1-1 0 0,0 0 1 0 0,0-1 0 0 0,-22-16-1 0 0,23 14-34 0 0,1 0-1 0 0,0-1 1 0 0,1-1-1 0 0,1-1 1 0 0,0 0-1 0 0,1 0 1 0 0,0-1-1 0 0,1-1 1 0 0,1 0-1 0 0,1-1 1 0 0,0 0-1 0 0,1 0 1 0 0,1-1-1 0 0,0-1 1 0 0,2 1-1 0 0,0-1 1 0 0,1 0-1 0 0,1 0 1 0 0,-3-29-1 0 0,7 36-32 0 0,0 0 0 0 0,1 0 0 0 0,0 0 0 0 0,1 1 0 0 0,0-1 0 0 0,0 0 0 0 0,2 1 0 0 0,-1 0 0 0 0,2 0 0 0 0,-1 0 0 0 0,9-14 0 0 0,-4 10-6 0 0,1 1 1 0 0,1 1 0 0 0,0-1-1 0 0,0 2 1 0 0,2 0-1 0 0,-1 0 1 0 0,17-11 0 0 0,2 2-4 0 0,1 2 0 0 0,0 1 0 0 0,1 1 0 0 0,1 2 1 0 0,0 2-1 0 0,63-16 0 0 0,-59 20-7 0 0,0 2 0 0 0,0 2 0 0 0,1 2 0 0 0,0 1 0 0 0,0 2 0 0 0,-1 1 0 0 0,1 3-1 0 0,59 12 1 0 0,-69-10 2 0 0,-1 2 0 0 0,0 1-1 0 0,0 1 1 0 0,-1 1 0 0 0,-1 2-1 0 0,0 1 1 0 0,0 0 0 0 0,-2 2-1 0 0,0 1 1 0 0,0 1-1 0 0,-2 1 1 0 0,23 24 0 0 0,-15-6 6 0 0,-1 0 1 0 0,-2 2 0 0 0,-1 1-1 0 0,-2 1 1 0 0,-2 1-1 0 0,-2 2 1 0 0,-2-1 0 0 0,-1 2-1 0 0,-3 0 1 0 0,-2 1-1 0 0,9 64 1 0 0,-19-98 23 0 0,-1 0 0 0 0,0 0 1 0 0,-1 1-1 0 0,0-1 0 0 0,-1 1 0 0 0,0-1 0 0 0,-5 19 0 0 0,5-27-177 0 0,-1 1-1 0 0,0-1 0 0 0,0 0 1 0 0,0 1-1 0 0,0-1 1 0 0,0 0-1 0 0,-1 0 0 0 0,0-1 1 0 0,-6 8-1 0 0,6-9-278 0 0,0 1 0 0 0,0-1 0 0 0,0 0 0 0 0,0 0 0 0 0,0 0 0 0 0,-1 0 0 0 0,1-1-1 0 0,-1 1 1 0 0,1-1 0 0 0,-1 0 0 0 0,0 0 0 0 0,0 0 0 0 0,-6 0 0 0 0,-9 1-2050 0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2:39:26.5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1 694 372 0 0,'87'-28'1764'0'0,"1"3"1"0"0,124-17-1 0 0,186-3-1026 0 0,-388 44-710 0 0,0 0 0 0 0,0 1 0 0 0,0 0-1 0 0,0 1 1 0 0,0 0 0 0 0,19 4 0 0 0,-25-4 9 0 0,-1 1 0 0 0,1-1-1 0 0,-1 1 1 0 0,1-1-1 0 0,-1 1 1 0 0,0 0 0 0 0,0 1-1 0 0,0-1 1 0 0,0 0 0 0 0,0 1-1 0 0,-1 0 1 0 0,1-1-1 0 0,-1 1 1 0 0,1 0 0 0 0,-1 0-1 0 0,0 0 1 0 0,0 1-1 0 0,0-1 1 0 0,-1 1 0 0 0,3 5-1 0 0,2 12 176 0 0,-1 1 0 0 0,3 24 0 0 0,-6-26-20 0 0,2-1 1 0 0,9 31-1 0 0,-13-50-187 0 0,0 1 0 0 0,1-1 0 0 0,-1 0 0 0 0,0 0 0 0 0,1 0 0 0 0,-1 1 0 0 0,0-1 0 0 0,1 0-1 0 0,-1 0 1 0 0,1 0 0 0 0,-1 0 0 0 0,0 1 0 0 0,1-1 0 0 0,-1 0 0 0 0,1 0 0 0 0,-1 0 0 0 0,0 0 0 0 0,1 0 0 0 0,-1 0 0 0 0,1 0 0 0 0,-1 0 0 0 0,0 0-1 0 0,1 0 1 0 0,-1-1 0 0 0,1 1 0 0 0,-1 0 0 0 0,0 0 0 0 0,1 0 0 0 0,-1 0 0 0 0,0-1 0 0 0,1 1 0 0 0,-1 0 0 0 0,0 0 0 0 0,1-1 0 0 0,-1 1 0 0 0,11-7-17 0 0,19-15-43 0 0,-11 7 39 0 0,1 1-1 0 0,0 1 1 0 0,36-17 0 0 0,-47 27 13 0 0,0 0 0 0 0,0 0 1 0 0,0 1-1 0 0,0 0 0 0 0,0 1 1 0 0,0 0-1 0 0,1 0 0 0 0,-1 1 1 0 0,0 0-1 0 0,1 1 0 0 0,-1 0 0 0 0,18 4 1 0 0,7 5-775 0 0,0-2 1 0 0,1-2-1 0 0,0-1 1 0 0,0-2 0 0 0,0-1-1 0 0,53-4 1 0 0,-83 2 854 0 0,0 0 0 0 0,0 0 1 0 0,0-1-1 0 0,0 0 1 0 0,0 0-1 0 0,0 0 0 0 0,0 0 1 0 0,-1-1-1 0 0,1 0 1 0 0,0 0-1 0 0,-1 0 0 0 0,1-1 1 0 0,-1 1-1 0 0,0-1 0 0 0,0 0 1 0 0,0 0-1 0 0,0-1 1 0 0,0 1-1 0 0,-1-1 0 0 0,5-6 1 0 0,-8 10-46 0 0,0-1 0 0 0,0 1 0 0 0,0-1 0 0 0,0 1 0 0 0,0 0 0 0 0,0-1 0 0 0,0 1 0 0 0,0-1 0 0 0,0 1 0 0 0,0 0 0 0 0,0-1 0 0 0,0 1 0 0 0,0-1 0 0 0,0 1 0 0 0,-1 0 0 0 0,1-1 0 0 0,0 1 0 0 0,0 0 1 0 0,-1-1-1 0 0,1 1 0 0 0,0 0 0 0 0,0-1 0 0 0,-1 1 0 0 0,1 0 0 0 0,0 0 0 0 0,-1-1 0 0 0,1 1 0 0 0,0 0 0 0 0,-1 0 0 0 0,1-1 0 0 0,0 1 0 0 0,-1 0 0 0 0,1 0 0 0 0,-1 0 0 0 0,1 0 0 0 0,0 0 0 0 0,-1 0 0 0 0,1 0 0 0 0,-1 0 0 0 0,1 0 0 0 0,-1 0 0 0 0,1 0 0 0 0,0 0 1 0 0,-1 0-1 0 0,1 0 0 0 0,-1 0 0 0 0,-21-1 543 0 0,22 1-553 0 0,-7 1 115 0 0,1 0 0 0 0,0 0 0 0 0,0 0 0 0 0,0 1 0 0 0,0 0 0 0 0,-7 3 0 0 0,12-5-113 0 0,0 1-1 0 0,-1 0 1 0 0,1-1 0 0 0,0 1 0 0 0,0 0 0 0 0,0-1 0 0 0,0 1 0 0 0,0 0-1 0 0,0 0 1 0 0,0 0 0 0 0,0 0 0 0 0,0 0 0 0 0,0 0 0 0 0,0 0-1 0 0,0 0 1 0 0,1 0 0 0 0,-1 0 0 0 0,0 1 0 0 0,1-1 0 0 0,-1 0 0 0 0,1 0-1 0 0,0 1 1 0 0,-1-1 0 0 0,1 0 0 0 0,0 1 0 0 0,0-1 0 0 0,0 0 0 0 0,0 1-1 0 0,0-1 1 0 0,0 3 0 0 0,1-3-21 0 0,-1 0 0 0 0,1 0-1 0 0,0-1 1 0 0,0 1 0 0 0,0 0 0 0 0,0 0-1 0 0,-1 0 1 0 0,1 0 0 0 0,0-1-1 0 0,1 1 1 0 0,-1-1 0 0 0,0 1 0 0 0,0 0-1 0 0,0-1 1 0 0,0 0 0 0 0,0 1 0 0 0,0-1-1 0 0,1 0 1 0 0,-1 1 0 0 0,0-1 0 0 0,0 0-1 0 0,2 0 1 0 0,27 2-263 0 0,-28-2 233 0 0,157-6-2155 0 0,-139 4 1884 0 0,0 0 0 0 0,0-2 0 0 0,0-1 1 0 0,-1 0-1 0 0,35-15 0 0 0,-44 15 323 0 0,0-1 0 0 0,-1-1 0 0 0,1 0 1 0 0,-1 0-1 0 0,0 0 0 0 0,-1-1 0 0 0,0-1 0 0 0,0 1 0 0 0,-1-2 0 0 0,0 1 0 0 0,-1-1 0 0 0,0 1 1 0 0,0-2-1 0 0,-1 1 0 0 0,8-22 0 0 0,-6 9 161 0 0,0 0-1 0 0,-2 0 1 0 0,-1-1-1 0 0,0 0 1 0 0,-2 0 0 0 0,-1-40-1 0 0,-4 26 167 0 0,-1 1 0 0 0,-2 0 0 0 0,-1 0 1 0 0,-2 1-1 0 0,-2 0 0 0 0,-22-51 0 0 0,33 87-345 0 0,0-1 0 0 0,0 1 0 0 0,0 0 0 0 0,0-1 0 0 0,-1 1-1 0 0,1 0 1 0 0,0-1 0 0 0,0 1 0 0 0,0 0 0 0 0,0-1 0 0 0,-1 1 0 0 0,1 0 0 0 0,0 0 0 0 0,0-1 0 0 0,0 1 0 0 0,-1 0 0 0 0,1-1 0 0 0,0 1 0 0 0,-1 0 0 0 0,1 0 0 0 0,0 0 0 0 0,-1-1-1 0 0,1 1 1 0 0,0 0 0 0 0,-1 0 0 0 0,1 0 0 0 0,0 0 0 0 0,-1 0 0 0 0,1 0 0 0 0,0 0 0 0 0,-1-1 0 0 0,1 1 0 0 0,0 0 0 0 0,-1 0 0 0 0,1 0 0 0 0,0 1 0 0 0,-1-1 0 0 0,1 0 0 0 0,-1 0-1 0 0,1 0 1 0 0,0 0 0 0 0,-1 0 0 0 0,1 0 0 0 0,-13 18 111 0 0,-3 28-48 0 0,16-45-64 0 0,-7 26-2 0 0,2 0-1 0 0,0 1 1 0 0,3-1 0 0 0,0 1 0 0 0,1 0-1 0 0,2 0 1 0 0,1 0 0 0 0,1 0-1 0 0,1-1 1 0 0,2 0 0 0 0,0 0 0 0 0,2 0-1 0 0,1 0 1 0 0,1-1 0 0 0,2-1 0 0 0,0 0-1 0 0,1-1 1 0 0,2 0 0 0 0,0-1-1 0 0,20 22 1 0 0,-23-32-108 0 0,1 0 1 0 0,0-1-1 0 0,1-1 0 0 0,0 0 1 0 0,1-1-1 0 0,31 17 0 0 0,-41-25 93 0 0,1 1 0 0 0,-1-1-1 0 0,0 0 1 0 0,1 0 0 0 0,-1-1 0 0 0,1 0 0 0 0,-1 0 0 0 0,1 0-1 0 0,0-1 1 0 0,0 1 0 0 0,-1-2 0 0 0,1 1 0 0 0,0 0-1 0 0,-1-1 1 0 0,1 0 0 0 0,-1 0 0 0 0,1-1 0 0 0,-1 0 0 0 0,1 0-1 0 0,-1 0 1 0 0,0 0 0 0 0,0-1 0 0 0,0 0 0 0 0,0 0-1 0 0,0 0 1 0 0,4-5 0 0 0,-4 3 126 0 0,0-1-1 0 0,0 0 1 0 0,-1 0 0 0 0,1 0-1 0 0,-1-1 1 0 0,-1 1 0 0 0,1-1 0 0 0,-1 0-1 0 0,0 0 1 0 0,-1 0 0 0 0,3-13-1 0 0,-5 19-61 0 0,0 1-53 0 0,0 0 0 0 0,0 0 0 0 0,0 0 0 0 0,0 0 1 0 0,0 0-1 0 0,0 0 0 0 0,0 0 0 0 0,-1 0 0 0 0,1 0 1 0 0,0 0-1 0 0,0 0 0 0 0,0-1 0 0 0,0 1 0 0 0,0 0 1 0 0,0 0-1 0 0,0 0 0 0 0,0 0 0 0 0,0 0 0 0 0,0 0 1 0 0,0 0-1 0 0,0 0 0 0 0,0 0 0 0 0,0 0 0 0 0,0 0 1 0 0,0 0-1 0 0,0 0 0 0 0,0 0 0 0 0,0-1 0 0 0,0 1 1 0 0,0 0-1 0 0,0 0 0 0 0,0 0 0 0 0,0 0 0 0 0,0 0 1 0 0,0 0-1 0 0,0 0 0 0 0,0 0 0 0 0,0 0 0 0 0,0 0 1 0 0,0 0-1 0 0,0 0 0 0 0,0 0 0 0 0,0-1 1 0 0,0 1-1 0 0,0 0 0 0 0,0 0 0 0 0,18 9 150 0 0,-18-9-151 0 0,1 0 0 0 0,0 0 0 0 0,0 0 0 0 0,0 0 0 0 0,0 0 1 0 0,0 0-1 0 0,-1 0 0 0 0,1 0 0 0 0,0-1 0 0 0,0 1 0 0 0,0 0 0 0 0,-1 0 0 0 0,1-1 0 0 0,0 1 1 0 0,0-1-1 0 0,0 1 0 0 0,-1-1 0 0 0,1 1 0 0 0,0-1 0 0 0,-1 1 0 0 0,1-1 0 0 0,-1 1 0 0 0,1-1 1 0 0,0 0-1 0 0,-1 1 0 0 0,0-1 0 0 0,1 0 0 0 0,-1 1 0 0 0,1-1 0 0 0,-1 0 0 0 0,0 0 0 0 0,1 0 0 0 0,-1 1 1 0 0,0-1-1 0 0,0 0 0 0 0,0 0 0 0 0,0 0 0 0 0,1-1 0 0 0,5-34 241 0 0,-6 34-176 0 0,2 85 1120 0 0,38 180-459 0 0,-23-180-541 0 0,10 162 0 0 0,-27-239-182 0 0,-2 183 129 0 0,0-163-112 0 0,-1 0 1 0 0,-2 0-1 0 0,0-1 1 0 0,-2 1-1 0 0,-11 29 1 0 0,14-48-16 0 0,1 0 1 0 0,-1-1 0 0 0,-1 1-1 0 0,1-1 1 0 0,-1 0-1 0 0,0 0 1 0 0,-1 0-1 0 0,1-1 1 0 0,-1 0-1 0 0,0 0 1 0 0,0 0 0 0 0,-1-1-1 0 0,0 0 1 0 0,1 0-1 0 0,-1-1 1 0 0,0 0-1 0 0,-1 0 1 0 0,-9 2 0 0 0,13-4-1 0 0,0 1 0 0 0,0-2 0 0 0,-1 1 0 0 0,1 0 1 0 0,0-1-1 0 0,-1 0 0 0 0,1 0 0 0 0,0 0 1 0 0,-1-1-1 0 0,1 1 0 0 0,0-1 0 0 0,-1 0 0 0 0,1 0 1 0 0,0-1-1 0 0,0 1 0 0 0,0-1 0 0 0,0 0 1 0 0,0 0-1 0 0,0 0 0 0 0,1-1 0 0 0,-1 1 1 0 0,1-1-1 0 0,0 0 0 0 0,-1 0 0 0 0,1 0 0 0 0,0 0 1 0 0,1-1-1 0 0,-1 1 0 0 0,1-1 0 0 0,-1 1 1 0 0,1-1-1 0 0,0 0 0 0 0,-2-6 0 0 0,2 1-6 0 0,-1 1 0 0 0,2 0 0 0 0,-1-1 0 0 0,1 1-1 0 0,0-1 1 0 0,1 0 0 0 0,0 1 0 0 0,1-1 0 0 0,-1 1-1 0 0,2-1 1 0 0,-1 1 0 0 0,1-1 0 0 0,0 1 0 0 0,1 0 0 0 0,0 0-1 0 0,4-8 1 0 0,6-11-20 0 0,2 0 0 0 0,0 1 0 0 0,25-31 0 0 0,13-10-49 0 0,3 2 0 0 0,83-73-1 0 0,143-102-122 0 0,-261 223 181 0 0,-3 2 6 0 0,65-58 168 0 0,-75 65-117 0 0,0-1 0 0 0,-1 0 0 0 0,0-1 0 0 0,-1 0 0 0 0,0 0 0 0 0,0 0 0 0 0,5-15 0 0 0,-10 22-38 0 0,-1 1 0 0 0,0-1 1 0 0,0 1-1 0 0,0-1 0 0 0,0 0 0 0 0,-1 1 0 0 0,1-1 0 0 0,0 1 0 0 0,-1-1 0 0 0,0 1 0 0 0,0-1 0 0 0,0 1 0 0 0,0-1 1 0 0,0 1-1 0 0,0 0 0 0 0,0-1 0 0 0,-1 1 0 0 0,1 0 0 0 0,-1 0 0 0 0,0 0 0 0 0,0 0 0 0 0,1 1 0 0 0,-1-1 1 0 0,-1 0-1 0 0,1 1 0 0 0,0-1 0 0 0,0 1 0 0 0,0 0 0 0 0,-1-1 0 0 0,1 1 0 0 0,0 0 0 0 0,-1 1 0 0 0,-3-2 1 0 0,4 1-9 0 0,1 1 0 0 0,-1-1 0 0 0,1 0 0 0 0,-1 1 0 0 0,0-1 1 0 0,1 1-1 0 0,-1 0 0 0 0,0 0 0 0 0,1-1 0 0 0,-1 1 1 0 0,0 0-1 0 0,0 0 0 0 0,1 1 0 0 0,-1-1 0 0 0,0 0 1 0 0,1 1-1 0 0,-1-1 0 0 0,0 1 0 0 0,1-1 0 0 0,-1 1 0 0 0,1 0 1 0 0,-1-1-1 0 0,1 1 0 0 0,-1 0 0 0 0,1 0 0 0 0,0 0 1 0 0,-1 0-1 0 0,1 0 0 0 0,0 1 0 0 0,0-1 0 0 0,0 0 0 0 0,0 1 1 0 0,0-1-1 0 0,0 0 0 0 0,0 1 0 0 0,0-1 0 0 0,0 1 1 0 0,1 0-1 0 0,-1-1 0 0 0,1 1 0 0 0,-1-1 0 0 0,1 1 1 0 0,0 0-1 0 0,-1 0 0 0 0,1-1 0 0 0,0 1 0 0 0,0 0 0 0 0,0-1 1 0 0,0 1-1 0 0,1 0 0 0 0,-1-1 0 0 0,0 1 0 0 0,2 2 1 0 0,2 15-88 0 0,1 0 1 0 0,0 0 0 0 0,2-1-1 0 0,13 29 1 0 0,7 19-285 0 0,-21-46 192 0 0,-1 0-1 0 0,3 27 0 0 0,-5-29 51 0 0,6 27-211 0 0,-9-45 311 0 0,8-26-28 0 0,-1 13 60 0 0,1 1 1 0 0,0 0-1 0 0,1 0 0 0 0,1 0 1 0 0,-1 2-1 0 0,2-1 0 0 0,-1 1 1 0 0,1 1-1 0 0,1-1 0 0 0,0 2 0 0 0,0 0 1 0 0,1 0-1 0 0,0 2 0 0 0,0-1 1 0 0,0 2-1 0 0,16-5 0 0 0,-27 9 5 0 0,0 1 0 0 0,0 0-1 0 0,0-1 1 0 0,0 1 0 0 0,0 0-1 0 0,0 1 1 0 0,0-1-1 0 0,0 0 1 0 0,0 0 0 0 0,0 1-1 0 0,0-1 1 0 0,0 1 0 0 0,0 0-1 0 0,0 0 1 0 0,0 0 0 0 0,0 0-1 0 0,-1 0 1 0 0,1 0 0 0 0,0 0-1 0 0,-1 0 1 0 0,1 1-1 0 0,-1-1 1 0 0,1 0 0 0 0,-1 1-1 0 0,1 0 1 0 0,-1-1 0 0 0,0 1-1 0 0,0 0 1 0 0,0-1 0 0 0,0 1-1 0 0,0 0 1 0 0,0 0-1 0 0,-1 0 1 0 0,1 2 0 0 0,1 0-111 0 0,-1 0 0 0 0,0 0 0 0 0,0 0 0 0 0,-1-1 0 0 0,1 1 1 0 0,-1 0-1 0 0,0 0 0 0 0,0 0 0 0 0,0 0 0 0 0,-1 0 0 0 0,1 0 0 0 0,-1 0 0 0 0,0 0 1 0 0,0 0-1 0 0,0 0 0 0 0,-3 5 0 0 0,-12 18-5314 0 0,7-22 2869 0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2:39:26.9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66 764 0 0,'2'-9'1012'0'0,"2"-1"-88"0"0,-2 1-36 0 0,0 1-16 0 0,-2 1-84 0 0,2 2-71 0 0,-2-2-85 0 0,3 2 292 0 0,1-1-584 0 0,6 22-1620 0 0,-10-9 180 0 0,0 0-1189 0 0,2 1 529 0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2:39:27.2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110 4 4 0 0,'-22'-3'3422'0'0,"21"2"-3355"0"0,1 1-1 0 0,-1 0 1 0 0,0 1-1 0 0,0-1 1 0 0,0 0-1 0 0,0 0 1 0 0,0 0-1 0 0,0 0 1 0 0,0 1-1 0 0,1-1 1 0 0,-1 0-1 0 0,0 1 1 0 0,0-1-1 0 0,0 1 1 0 0,1-1-1 0 0,-1 1 1 0 0,0-1-1 0 0,1 1 1 0 0,-1 0-1 0 0,0-1 1 0 0,1 1-1 0 0,-1 0 1 0 0,1-1-1 0 0,-1 1 1 0 0,1 0-1 0 0,-1 0 0 0 0,1 0 1 0 0,0-1-1 0 0,-1 1 1 0 0,1 1-1 0 0,-1 2 45 0 0,0-1-1 0 0,1 1 1 0 0,0 0-1 0 0,0-1 0 0 0,0 1 1 0 0,0-1-1 0 0,1 1 0 0 0,0 4 1 0 0,2 5 110 0 0,1 1 0 0 0,0-1 1 0 0,8 17-1 0 0,9 3 145 0 0,-17-29-302 0 0,-1 1-1 0 0,1 0 0 0 0,-1 0 1 0 0,0 0-1 0 0,-1 1 0 0 0,1-1 0 0 0,-1 1 1 0 0,0-1-1 0 0,0 1 0 0 0,1 11 1 0 0,-3-15-51 0 0,-1-1 0 0 0,0 0 0 0 0,0 0 0 0 0,0 1 0 0 0,0-1 0 0 0,0 0 0 0 0,0 0 0 0 0,0 0 0 0 0,0 0-1 0 0,-1 0 1 0 0,1 0 0 0 0,0 0 0 0 0,-1 0 0 0 0,1-1 0 0 0,0 1 0 0 0,-1 0 0 0 0,1-1 0 0 0,-1 1 0 0 0,1-1 0 0 0,-1 0 0 0 0,0 1 0 0 0,1-1 0 0 0,-3 0 0 0 0,-44 7-380 0 0,45-6 225 0 0,-6 0-141 0 0,-27-1-3826 0 0,22-5 1946 0 0</inkml:trace>
  <inkml:trace contextRef="#ctx0" brushRef="#br0" timeOffset="1">601 180 164 0 0,'0'0'148'0'0,"-2"-7"-200"0"0,-3-1-144 0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2:39:29.3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0 387 384 0 0,'2'0'5534'0'0,"11"-3"-5431"0"0,230-16 929 0 0,-39 2-832 0 0,371-9-149 0 0,-153 6-97 0 0,38 18-132 0 0,-224 4 58 0 0,218-14 31 0 0,67-3 98 0 0,-225 10 42 0 0,-25-6 43 0 0,147-2 125 0 0,342-5 70 0 0,-378 3 13 0 0,398-18 440 0 0,-482 8-300 0 0,229-13-1 0 0,37 2-219 0 0,-420 25-124 0 0,368-9 264 0 0,-321 16-236 0 0,217-2 163 0 0,81-2 728 0 0,-92-15 948 0 0,-275 18-633 0 0,-121 5-1178 0 0,16-2 920 0 0,-8 1-1298 0 0,-33 2-5955 0 0,7 1 2372 0 0,7-2 494 0 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2:39:47.1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437 232 828 0 0,'45'-203'9110'0'0,"-45"202"-9081"0"0,0 0 0 0 0,0 0 0 0 0,0 0 1 0 0,0 0-1 0 0,0 0 0 0 0,0 0 0 0 0,0 0 1 0 0,0 0-1 0 0,0 0 0 0 0,0 0 0 0 0,0 0 1 0 0,-1 0-1 0 0,1 0 0 0 0,0 0 1 0 0,-1 1-1 0 0,1-1 0 0 0,-1 0 0 0 0,1 0 1 0 0,-1 0-1 0 0,0 0 0 0 0,1 1 0 0 0,-1-1 1 0 0,0 0-1 0 0,1 0 0 0 0,-1 1 0 0 0,0-1 1 0 0,0 1-1 0 0,1-1 0 0 0,-1 1 1 0 0,0-1-1 0 0,0 1 0 0 0,0-1 0 0 0,0 1 1 0 0,0 0-1 0 0,0-1 0 0 0,0 1 0 0 0,0 0 1 0 0,0 0-1 0 0,0 0 0 0 0,0 0 0 0 0,0 0 1 0 0,0 0-1 0 0,0 0 0 0 0,0 0 0 0 0,0 0 1 0 0,0 0-1 0 0,0 1 0 0 0,-1 0 1 0 0,-55 15 262 0 0,50-14-234 0 0,-36 14 51 0 0,1 1 0 0 0,0 3 0 0 0,2 1 0 0 0,0 1 0 0 0,1 3 0 0 0,-65 54 0 0 0,101-77-117 0 0,0 2 1 0 0,0-1-1 0 0,0 0 0 0 0,0 0 0 0 0,0 1 0 0 0,1 0 0 0 0,0-1 1 0 0,-1 1-1 0 0,1 0 0 0 0,1 0 0 0 0,-1 0 0 0 0,1 1 0 0 0,-1-1 1 0 0,1 0-1 0 0,0 0 0 0 0,1 1 0 0 0,-1-1 0 0 0,1 1 1 0 0,0 6-1 0 0,1-4-21 0 0,0-1 0 0 0,1 1 0 0 0,0-1 0 0 0,0 1 0 0 0,1-1 0 0 0,0 0 1 0 0,0 0-1 0 0,0 0 0 0 0,1 0 0 0 0,0 0 0 0 0,6 7 0 0 0,9 6-58 0 0,0 0-1 0 0,1-1 0 0 0,1-1 1 0 0,1-1-1 0 0,26 15 0 0 0,-39-25 55 0 0,0-1 0 0 0,-1 1-1 0 0,0 0 1 0 0,0 1-1 0 0,-1 0 1 0 0,13 14-1 0 0,-20-21 36 0 0,-1 1 0 0 0,1 0 1 0 0,-1 0-1 0 0,1-1 1 0 0,-1 1-1 0 0,0 0 1 0 0,1-1-1 0 0,-1 1 1 0 0,0 0-1 0 0,0-1 1 0 0,1 1-1 0 0,-1-1 1 0 0,0 1-1 0 0,0-1 1 0 0,0 0 0 0 0,0 1-1 0 0,0-1 1 0 0,0 0-1 0 0,1 0 1 0 0,-1 0-1 0 0,0 1 1 0 0,0-1-1 0 0,0 0 1 0 0,0 0-1 0 0,0 0 1 0 0,0 0-1 0 0,0-1 1 0 0,0 1-1 0 0,0 0 1 0 0,-2-1-1 0 0,-32-3 111 0 0,33 3-104 0 0,-103-19-52 0 0,99 19-271 0 0,3 0-433 0 0,22-10-7682 0 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2:39:47.9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44 148 0 0,'0'0'798'0'0,"7"3"1241"0"0,11 4-396 0 0,-4-4-1166 0 0,0-1 0 0 0,1-1 1 0 0,-1 0-1 0 0,1-1 0 0 0,14-1 1 0 0,-23 0-385 0 0,0 0 1 0 0,0 0-1 0 0,0-1 1 0 0,-1 0-1 0 0,1 0 1 0 0,0 0-1 0 0,-1-1 1 0 0,1 0-1 0 0,-1 0 1 0 0,0 0-1 0 0,0 0 1 0 0,0-1-1 0 0,0 0 1 0 0,5-6-1 0 0,-9 9-71 0 0,0 0-1 0 0,0-1 1 0 0,0 1-1 0 0,0 0 1 0 0,0 0 0 0 0,0 0-1 0 0,0 0 1 0 0,1 0-1 0 0,-1 1 1 0 0,0-1-1 0 0,1 0 1 0 0,-1 1 0 0 0,0-1-1 0 0,1 0 1 0 0,-1 1-1 0 0,1 0 1 0 0,-1-1-1 0 0,1 1 1 0 0,-1 0-1 0 0,1 0 1 0 0,-1 0 0 0 0,1 0-1 0 0,-1 0 1 0 0,1 0-1 0 0,-1 0 1 0 0,1 0-1 0 0,-1 1 1 0 0,3 0 0 0 0,-1 1-4 0 0,0 0 1 0 0,0 0-1 0 0,0 0 1 0 0,0 0-1 0 0,0 1 1 0 0,-1 0-1 0 0,0-1 1 0 0,1 1-1 0 0,-1 0 1 0 0,0 0-1 0 0,3 6 1 0 0,4 8 18 0 0,-1 1 0 0 0,-1 0 0 0 0,8 29 0 0 0,-3 8 34 0 0,-2 0-1 0 0,-3 1 1 0 0,-2 0 0 0 0,-2 0-1 0 0,-3 0 1 0 0,-14 109-1 0 0,-4-96-16 0 0,17-65-12 0 0,-1 0-1 0 0,1 0 0 0 0,-1-1 1 0 0,0 1-1 0 0,0 0 1 0 0,0-1-1 0 0,-1 1 1 0 0,1-1-1 0 0,-1 0 1 0 0,0 0-1 0 0,0 0 0 0 0,0 0 1 0 0,0 0-1 0 0,-7 4 1 0 0,9-7-30 0 0,0 0 1 0 0,0 0 0 0 0,0 0 0 0 0,0 0-1 0 0,0 0 1 0 0,0 0 0 0 0,0 0 0 0 0,-1 0 0 0 0,1-1-1 0 0,0 1 1 0 0,0 0 0 0 0,0 0 0 0 0,0-1-1 0 0,0 1 1 0 0,0-1 0 0 0,0 1 0 0 0,0-1-1 0 0,1 0 1 0 0,-1 1 0 0 0,0-1 0 0 0,0 0-1 0 0,0 1 1 0 0,1-1 0 0 0,-1 0 0 0 0,0 0-1 0 0,1 0 1 0 0,-1 0 0 0 0,0 0 0 0 0,1 0 0 0 0,-1 0-1 0 0,1 0 1 0 0,0 0 0 0 0,-1 0 0 0 0,1 0-1 0 0,0-1 1 0 0,-12-40 152 0 0,11 17-163 0 0,2-1 0 0 0,0 0 0 0 0,2 1-1 0 0,1 0 1 0 0,0 0 0 0 0,2 0 0 0 0,1 0 0 0 0,1 1-1 0 0,1 0 1 0 0,1 0 0 0 0,15-23 0 0 0,-4 9-72 0 0,2 2 1 0 0,2 0 0 0 0,1 2-1 0 0,2 1 1 0 0,58-55 0 0 0,-78 81 54 0 0,1-1 1 0 0,0 1 0 0 0,0 1 0 0 0,1 0 0 0 0,0 0-1 0 0,0 1 1 0 0,18-7 0 0 0,-25 11 10 0 0,0 0 0 0 0,1 0 0 0 0,-1 0 1 0 0,0 1-1 0 0,1-1 0 0 0,-1 1 0 0 0,0 0 0 0 0,1 0 0 0 0,-1 0 0 0 0,0 0 1 0 0,1 1-1 0 0,-1 0 0 0 0,0-1 0 0 0,0 1 0 0 0,1 0 0 0 0,-1 1 0 0 0,0-1 1 0 0,0 0-1 0 0,0 1 0 0 0,0 0 0 0 0,-1-1 0 0 0,1 1 0 0 0,0 1 0 0 0,-1-1 1 0 0,1 0-1 0 0,-1 0 0 0 0,0 1 0 0 0,0 0 0 0 0,0-1 0 0 0,3 6 0 0 0,-1-1 2 0 0,0 0 0 0 0,-1 1 1 0 0,0-1-1 0 0,0 1 0 0 0,-1 0 0 0 0,0 0 0 0 0,0 0 0 0 0,-1 0 0 0 0,0 0 0 0 0,0 0 0 0 0,-1 0 0 0 0,-1 15 0 0 0,1-22 9 0 0,6-5-18 0 0,-1 0 3 0 0,0 0-1 0 0,0-1 0 0 0,-1 1 1 0 0,1-1-1 0 0,6-9 1 0 0,0 0-12 0 0,11-8-6 0 0,-5 4 0 0 0,0 1 0 0 0,1 0 0 0 0,0 2 0 0 0,2 0 0 0 0,25-15 0 0 0,-42 29 28 0 0,-1 0 0 0 0,1-1 0 0 0,0 1 0 0 0,-1 1 0 0 0,1-1 0 0 0,0 0 0 0 0,0 1 1 0 0,0-1-1 0 0,0 1 0 0 0,-1 0 0 0 0,1 0 0 0 0,0 0 0 0 0,0 0 0 0 0,0 1 0 0 0,0-1 0 0 0,-1 1 1 0 0,1 0-1 0 0,0 0 0 0 0,0 0 0 0 0,3 1 0 0 0,-2 1 43 0 0,1 0-1 0 0,-1 0 1 0 0,1 1 0 0 0,-1-1-1 0 0,0 1 1 0 0,-1 0 0 0 0,1 0-1 0 0,-1 0 1 0 0,1 1-1 0 0,2 5 1 0 0,0 0-246 0 0,0 1-1 0 0,-1 0 0 0 0,0 0 1 0 0,-1 0-1 0 0,-1 1 0 0 0,1-1 1 0 0,-2 1-1 0 0,0 0 0 0 0,1 15 1 0 0,-3-10-4382 0 0,0-10 1933 0 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2:39:48.2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 7 1052 0 0,'-6'-6'5650'0'0,"6"6"-5573"0"0,-1 36 1172 0 0,1 0-1 0 0,2 0 1 0 0,12 67-1 0 0,36 111 645 0 0,-36-160-1440 0 0,-4-5-2929 0 0,-10-47 1700 0 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2:39:49.0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1 119 376 0 0,'199'-55'3660'0'0,"1"0"-1718"0"0,-178 47-277 0 0,-34 12-601 0 0,4-2-924 0 0,1 1 0 0 0,0 0 0 0 0,1 1 0 0 0,-1-1-1 0 0,-8 7 1 0 0,11-6-72 0 0,0 0 1 0 0,1 0-1 0 0,0 1 0 0 0,-1-1 0 0 0,1 1 1 0 0,1 0-1 0 0,-1 0 0 0 0,-2 8 0 0 0,4-12-60 0 0,1 0-1 0 0,0 0 0 0 0,0 0 0 0 0,0-1 1 0 0,0 1-1 0 0,-1 0 0 0 0,1 0 1 0 0,0 0-1 0 0,1 0 0 0 0,-1 0 1 0 0,0-1-1 0 0,0 1 0 0 0,0 0 1 0 0,0 0-1 0 0,1 0 0 0 0,-1 0 1 0 0,0-1-1 0 0,1 1 0 0 0,-1 0 1 0 0,1 0-1 0 0,-1-1 0 0 0,0 1 0 0 0,2 1 1 0 0,0-1-11 0 0,-1 0 0 0 0,1 0-1 0 0,0-1 1 0 0,0 1 0 0 0,-1 0 0 0 0,1-1 0 0 0,0 1 0 0 0,0-1 0 0 0,0 0-1 0 0,0 0 1 0 0,0 1 0 0 0,-1-1 0 0 0,1 0 0 0 0,0-1 0 0 0,4 1 0 0 0,99-16-1015 0 0,-102 16 1001 0 0,1 1 1 0 0,-1 0-1 0 0,0 0 0 0 0,1 0 0 0 0,-1 0 1 0 0,0 1-1 0 0,0-1 0 0 0,0 1 0 0 0,0 0 0 0 0,0 0 1 0 0,0 0-1 0 0,4 4 0 0 0,22 13-37 0 0,-27-19 52 0 0,1 0 1 0 0,0 1-1 0 0,0-1 0 0 0,-1-1 0 0 0,1 1 1 0 0,0 0-1 0 0,-1 0 0 0 0,1-1 0 0 0,0 0 0 0 0,-1 1 1 0 0,1-1-1 0 0,-1 0 0 0 0,1 0 0 0 0,-1-1 1 0 0,1 1-1 0 0,-1 0 0 0 0,0-1 0 0 0,3-1 0 0 0,37-31-5 0 0,-29 21-5 0 0,-8 7 9 0 0,-1 1 0 0 0,1 0 0 0 0,0 0 0 0 0,0 1 1 0 0,1 0-1 0 0,0 0 0 0 0,-1 0 0 0 0,1 0 0 0 0,1 1 0 0 0,-1 0 0 0 0,0 0 1 0 0,1 1-1 0 0,11-4 0 0 0,-16 6 5 0 0,1 0 0 0 0,-1 1 1 0 0,1-1-1 0 0,-1 1 0 0 0,0-1 0 0 0,1 1 0 0 0,-1 0 1 0 0,0-1-1 0 0,1 1 0 0 0,-1 1 0 0 0,0-1 1 0 0,0 0-1 0 0,0 0 0 0 0,0 1 0 0 0,3 2 1 0 0,28 28 22 0 0,-28-26-22 0 0,13 11-3 0 0,1-1 1 0 0,0-1 0 0 0,1 0-1 0 0,1-1 1 0 0,0-2 0 0 0,41 19-1 0 0,-58-29-2 0 0,-1-1-1 0 0,1 1 0 0 0,-1-1 0 0 0,1 0 0 0 0,0 0 0 0 0,-1 0 1 0 0,1-1-1 0 0,0 1 0 0 0,0-1 0 0 0,-1 0 0 0 0,1 0 0 0 0,0-1 0 0 0,0 1 1 0 0,-1-1-1 0 0,1 1 0 0 0,0-1 0 0 0,-1 0 0 0 0,1-1 0 0 0,-1 1 0 0 0,1 0 1 0 0,-1-1-1 0 0,0 0 0 0 0,1 0 0 0 0,-1 0 0 0 0,0 0 0 0 0,0-1 0 0 0,-1 1 1 0 0,1-1-1 0 0,0 1 0 0 0,-1-1 0 0 0,1 0 0 0 0,-1 0 0 0 0,0 0 0 0 0,0-1 1 0 0,0 1-1 0 0,-1 0 0 0 0,1-1 0 0 0,1-5 0 0 0,-3 8 38 0 0,1 0 0 0 0,-1 0 0 0 0,1 0-1 0 0,-1 0 1 0 0,0 0 0 0 0,1 0 0 0 0,-1-1 0 0 0,0 1-1 0 0,0 0 1 0 0,0 0 0 0 0,0 0 0 0 0,0 0-1 0 0,0 0 1 0 0,0 0 0 0 0,0-1 0 0 0,-1 1 0 0 0,1 0-1 0 0,0 0 1 0 0,-1 0 0 0 0,1 0 0 0 0,0 0 0 0 0,-1 0-1 0 0,1 0 1 0 0,-1 0 0 0 0,0 0 0 0 0,1 0 0 0 0,-1 0-1 0 0,-1-1 1 0 0,0 1 5 0 0,0 1-1 0 0,0-1 1 0 0,0 1 0 0 0,0-1-1 0 0,0 1 1 0 0,0 0 0 0 0,0 0-1 0 0,0 0 1 0 0,0 0-1 0 0,-1 0 1 0 0,1 0 0 0 0,0 0-1 0 0,0 1 1 0 0,-3 0-1 0 0,-13 5 133 0 0,0 1 0 0 0,-29 15-1 0 0,40-18-118 0 0,-33 18-307 0 0,2 3 0 0 0,0 1 0 0 0,-33 31 0 0 0,-11 7-4878 0 0,44-36 2385 0 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2:39:54.5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0 875 144 0 0,'0'0'5875'0'0,"3"-3"-5488"0"0,113-113 1477 0 0,-77 81-1538 0 0,61-73-1 0 0,9-46 90 0 0,-98 135-357 0 0,0-1 0 0 0,-1 0 0 0 0,-2 0 0 0 0,0 0 0 0 0,-1-1 0 0 0,7-33 0 0 0,-12 24 41 0 0,-2 30-96 0 0,0-1 0 0 0,0 0 1 0 0,0 0-1 0 0,0 0 0 0 0,0 1 1 0 0,0-1-1 0 0,0 0 0 0 0,0 0 1 0 0,0 0-1 0 0,0 1 0 0 0,-1-1 1 0 0,1 0-1 0 0,0 0 0 0 0,0 1 1 0 0,-1-1-1 0 0,1 0 0 0 0,0 1 1 0 0,-1-1-1 0 0,1 0 1 0 0,-1 1-1 0 0,1-1 0 0 0,-1 0 1 0 0,1 1-1 0 0,-1-1 0 0 0,0 1 1 0 0,1-1-1 0 0,-1 1 0 0 0,0 0 1 0 0,1-1-1 0 0,-2 0 0 0 0,-2 2 0 0 0,1 0-1 0 0,-1 0 1 0 0,1 0-1 0 0,-1 0 1 0 0,1 1-1 0 0,0-1 0 0 0,-1 1 1 0 0,1 0-1 0 0,0 0 1 0 0,0 0-1 0 0,1 1 1 0 0,-1-1-1 0 0,0 1 1 0 0,-3 3-1 0 0,-31 42 25 0 0,35-44-25 0 0,0-1-1 0 0,0 0 1 0 0,1 1-1 0 0,-1 0 1 0 0,1-1 0 0 0,0 1-1 0 0,0 0 1 0 0,0 0-1 0 0,1-1 1 0 0,-1 1-1 0 0,1 0 1 0 0,0 0-1 0 0,0 0 1 0 0,0 0 0 0 0,1 0-1 0 0,-1-1 1 0 0,3 8-1 0 0,-1-5 4 0 0,1 0 0 0 0,-1 0 0 0 0,1 0-1 0 0,1-1 1 0 0,-1 1 0 0 0,1-1 0 0 0,0 0-1 0 0,0 0 1 0 0,9 8 0 0 0,0-2 0 0 0,1 0 1 0 0,0-1-1 0 0,0-1 0 0 0,1 0 0 0 0,0-1 1 0 0,1-1-1 0 0,18 6 0 0 0,-13-6-18 0 0,0-2 0 0 0,1 0-1 0 0,0-2 1 0 0,0 0 0 0 0,23-1 0 0 0,-31-2-18 0 0,-1 0 0 0 0,1-1 0 0 0,-1-1 0 0 0,1 0 0 0 0,-1 0 0 0 0,0-2 0 0 0,0 0 0 0 0,0 0 0 0 0,19-10 0 0 0,-30 13 23 0 0,1-1 1 0 0,-1 1-1 0 0,0-1 1 0 0,1 0-1 0 0,-1 1 0 0 0,0-1 1 0 0,0 0-1 0 0,0 0 1 0 0,0-1-1 0 0,-1 1 0 0 0,1 0 1 0 0,-1-1-1 0 0,1 1 1 0 0,1-6-1 0 0,1 1-7 0 0,-3 6 3 0 0,-1 1 11 0 0,0-1 0 0 0,-1 1 0 0 0,1 0 0 0 0,0-1 0 0 0,-1 1 0 0 0,1 0 0 0 0,0 0 0 0 0,-1-1 0 0 0,1 1 0 0 0,0 0 0 0 0,-1 0 0 0 0,1-1 0 0 0,-1 1 0 0 0,1 0 0 0 0,-1 0 0 0 0,1 0 0 0 0,0 0 0 0 0,-1 0 0 0 0,1 0 1 0 0,-1 0-1 0 0,1 0 0 0 0,-1 0 0 0 0,1 0 0 0 0,0 0 0 0 0,-1 0 0 0 0,1 0 0 0 0,-1 0 0 0 0,1 0 0 0 0,-1 0 0 0 0,1 0 0 0 0,0 1 0 0 0,-1-1 0 0 0,1 0 0 0 0,-1 0 0 0 0,1 0 0 0 0,0 1 0 0 0,-1-1 0 0 0,1 0 0 0 0,0 0 1 0 0,-1 1-1 0 0,1-1 0 0 0,0 0 0 0 0,0 1 0 0 0,-1-1 0 0 0,1 1 0 0 0,0-1 0 0 0,0 0 0 0 0,-1 1 0 0 0,1-1 0 0 0,0 1 0 0 0,0-1 0 0 0,0 0 0 0 0,0 1 0 0 0,0-1 0 0 0,0 1 0 0 0,0-1 0 0 0,0 1 0 0 0,0-1 0 0 0,0 0 1 0 0,0 1-1 0 0,0-1 0 0 0,0 1 0 0 0,0-1 0 0 0,0 1 0 0 0,0-1 0 0 0,0 0 0 0 0,1 1 0 0 0,-1 2 0 0 0,1-1 1 0 0,0 0-1 0 0,0 1 1 0 0,0-1-1 0 0,0 0 1 0 0,1 0-1 0 0,-1 0 1 0 0,0 0 0 0 0,1 0-1 0 0,0 0 1 0 0,-1 0-1 0 0,1-1 1 0 0,0 1-1 0 0,4 2 1 0 0,4 1-4 0 0,1 0 0 0 0,0 0 0 0 0,0-2 0 0 0,1 1 0 0 0,-1-2 0 0 0,1 1 0 0 0,0-2 0 0 0,0 1 1 0 0,0-2-1 0 0,-1 1 0 0 0,1-2 0 0 0,13-1 0 0 0,-3-1 1 0 0,0 0-1 0 0,0-2 1 0 0,0 0-1 0 0,-1-1 1 0 0,32-15-1 0 0,-41 15 3 0 0,0-1-1 0 0,0 0 1 0 0,-1-1-1 0 0,0 0 1 0 0,-1-1 0 0 0,0 0-1 0 0,0 0 1 0 0,-1-1-1 0 0,0 0 1 0 0,0-1-1 0 0,-1 0 1 0 0,-1-1-1 0 0,0 1 1 0 0,-1-1 0 0 0,8-21-1 0 0,-7 15 22 0 0,-1-1-1 0 0,-1 0 1 0 0,-1 0 0 0 0,-1-1-1 0 0,0 1 1 0 0,-2-1-1 0 0,0 0 1 0 0,-1 1 0 0 0,-1-1-1 0 0,-4-23 1 0 0,2 29 65 0 0,1 1-1 0 0,-2 0 1 0 0,0 0 0 0 0,-1 0-1 0 0,-7-15 1 0 0,12 28 1 0 0,-3 4-49 0 0,-2 6-2 0 0,-1 0 0 0 0,1 1-1 0 0,1-1 1 0 0,0 1-1 0 0,0 0 1 0 0,1 1 0 0 0,1-1-1 0 0,0 0 1 0 0,-1 17 0 0 0,1 117 320 0 0,4-72-183 0 0,14 502 893 0 0,-10-517-934 0 0,-2 1-1 0 0,-3-1 1 0 0,-10 96 0 0 0,8-150-121 0 0,1-1-1 0 0,-1 0 1 0 0,0 1 0 0 0,0-1 0 0 0,0 0 0 0 0,0 0 0 0 0,0 1-1 0 0,-1-1 1 0 0,1 0 0 0 0,-1 0 0 0 0,0 0 0 0 0,0-1-1 0 0,-4 5 1 0 0,5-6-8 0 0,0-1-1 0 0,0 1 0 0 0,0-1 0 0 0,-1 1 1 0 0,1-1-1 0 0,0 0 0 0 0,0 1 1 0 0,0-1-1 0 0,-1 0 0 0 0,1 0 1 0 0,0 0-1 0 0,0 0 0 0 0,-1 0 1 0 0,1 0-1 0 0,0 0 0 0 0,0 0 1 0 0,-1-1-1 0 0,1 1 0 0 0,0 0 1 0 0,0-1-1 0 0,0 1 0 0 0,0-1 0 0 0,-1 1 1 0 0,1-1-1 0 0,0 0 0 0 0,0 1 1 0 0,0-1-1 0 0,0 0 0 0 0,0 0 1 0 0,1 0-1 0 0,-1 0 0 0 0,0 0 1 0 0,0 0-1 0 0,0 0 0 0 0,1 0 1 0 0,-1 0-1 0 0,1 0 0 0 0,-1-1 1 0 0,-2-3-9 0 0,0-1 1 0 0,0 1 0 0 0,1-1 0 0 0,0 0 0 0 0,0 0 0 0 0,0 1 0 0 0,1-1 0 0 0,0 0-1 0 0,0 0 1 0 0,1-1 0 0 0,-1 1 0 0 0,1 0 0 0 0,1 0 0 0 0,-1 0 0 0 0,1 0 0 0 0,0 0-1 0 0,1 0 1 0 0,-1 0 0 0 0,4-7 0 0 0,3-11-22 0 0,1 1 1 0 0,0 0-1 0 0,20-30 1 0 0,-8 19-4 0 0,1 2-1 0 0,2 1 1 0 0,1 1 0 0 0,1 1 0 0 0,31-27-1 0 0,160-116-151 0 0,-10 8 19 0 0,-197 155 149 0 0,32-30 38 0 0,-39 36-7 0 0,-1 1 1 0 0,0 0-1 0 0,0-1 0 0 0,0 1 1 0 0,0-1-1 0 0,-1 1 1 0 0,1-1-1 0 0,0 0 0 0 0,-1 0 1 0 0,0 0-1 0 0,0 0 0 0 0,2-6 1 0 0,-3 8 5 0 0,-1 0-18 0 0,1 0 0 0 0,-1 1 0 0 0,0-1 0 0 0,1 0 1 0 0,-1 1-1 0 0,0-1 0 0 0,1 1 0 0 0,-1-1 0 0 0,0 0 0 0 0,0 1 0 0 0,0-1 0 0 0,1 1 1 0 0,-1 0-1 0 0,0-1 0 0 0,0 1 0 0 0,0 0 0 0 0,0 0 0 0 0,-1-1 0 0 0,-2 2 0 0 0,-1 0 0 0 0,1 0-1 0 0,-1 0 1 0 0,1 0 0 0 0,0 1 0 0 0,0-1-1 0 0,-1 1 1 0 0,1 0 0 0 0,0 1-1 0 0,1-1 1 0 0,-1 1 0 0 0,0-1-1 0 0,1 1 1 0 0,-1 0 0 0 0,1 1-1 0 0,0-1 1 0 0,0 0 0 0 0,0 1-1 0 0,1 0 1 0 0,-1 0 0 0 0,1-1-1 0 0,0 2 1 0 0,0-1 0 0 0,0 0-1 0 0,1 0 1 0 0,-1 0 0 0 0,1 1-1 0 0,0-1 1 0 0,0 1 0 0 0,1-1-1 0 0,-1 9 1 0 0,1-5-2 0 0,0 0 0 0 0,1 0 0 0 0,0 0-1 0 0,0-1 1 0 0,1 1 0 0 0,0 0 0 0 0,0-1 0 0 0,0 1 0 0 0,1-1 0 0 0,1 0-1 0 0,-1 0 1 0 0,1 0 0 0 0,0 0 0 0 0,1-1 0 0 0,-1 0 0 0 0,1 0-1 0 0,1 0 1 0 0,8 8 0 0 0,-10-10-10 0 0,1 0-1 0 0,0 0 0 0 0,0 0 1 0 0,0-1-1 0 0,1 0 0 0 0,-1 0 1 0 0,1 0-1 0 0,0-1 1 0 0,0 1-1 0 0,0-1 0 0 0,0-1 1 0 0,0 1-1 0 0,0-1 0 0 0,0 0 1 0 0,1-1-1 0 0,-1 1 1 0 0,0-1-1 0 0,1-1 0 0 0,-1 1 1 0 0,0-1-1 0 0,0 0 0 0 0,1 0 1 0 0,-1-1-1 0 0,0 0 1 0 0,0 0-1 0 0,0 0 0 0 0,-1-1 1 0 0,1 0-1 0 0,-1 0 0 0 0,8-5 1 0 0,74-63-171 0 0,-70 54 133 0 0,1 1 0 0 0,1 1 0 0 0,1 1 0 0 0,40-23-1 0 0,-60 37 41 0 0,1-1-1 0 0,0 1 1 0 0,0 0-1 0 0,-1 0 0 0 0,1 0 1 0 0,0-1-1 0 0,-1 1 0 0 0,1 0 1 0 0,0 0-1 0 0,0 0 0 0 0,-1 0 1 0 0,1 0-1 0 0,0 0 1 0 0,0 0-1 0 0,-1 1 0 0 0,1-1 1 0 0,0 0-1 0 0,0 0 0 0 0,-1 0 1 0 0,1 1-1 0 0,0-1 1 0 0,-1 0-1 0 0,1 1 0 0 0,0-1 1 0 0,-1 1-1 0 0,1-1 0 0 0,-1 1 1 0 0,1-1-1 0 0,-1 1 0 0 0,1-1 1 0 0,-1 1-1 0 0,1 0 1 0 0,-1-1-1 0 0,1 1 0 0 0,0 1 1 0 0,11 32-72 0 0,1-1 14 0 0,-8-27 38 0 0,1 0 1 0 0,-1-1-1 0 0,1 1 1 0 0,0-1-1 0 0,0 0 1 0 0,1-1-1 0 0,11 7 1 0 0,-13-9 15 0 0,0-1 0 0 0,0 1 0 0 0,0-1 0 0 0,0-1 0 0 0,0 1 0 0 0,0-1 1 0 0,0 0-1 0 0,0 0 0 0 0,0 0 0 0 0,0-1 0 0 0,0 1 0 0 0,0-1 1 0 0,7-3-1 0 0,-3 2 3 0 0,1-2 0 0 0,-1 1 0 0 0,0-1 0 0 0,0 0 0 0 0,0-1 0 0 0,-1 0 0 0 0,1-1 0 0 0,-1 0 0 0 0,-1 0 0 0 0,1 0 0 0 0,-1-1 0 0 0,0 0 0 0 0,-1-1 0 0 0,9-11 0 0 0,-5 3 11 0 0,0 0-1 0 0,-1 0 1 0 0,-1-1 0 0 0,-1 0 0 0 0,0-1-1 0 0,6-29 1 0 0,-6 25 155 0 0,-5 35 14 0 0,2 21-94 0 0,5-2 31 0 0,22 54 1 0 0,-20-58-30 0 0,-1 0-1 0 0,12 50 1 0 0,-22-76-86 0 0,0 1-1 0 0,0-1 1 0 0,0 0 0 0 0,0 0-1 0 0,0 0 1 0 0,0 0 0 0 0,0 0-1 0 0,-1 0 1 0 0,1 0 0 0 0,-1 0-1 0 0,1 0 1 0 0,-1 0 0 0 0,0 0-1 0 0,0 0 1 0 0,0 0 0 0 0,0 0-1 0 0,0 0 1 0 0,0-1 0 0 0,0 1-1 0 0,-1 0 1 0 0,1-1-1 0 0,-1 1 1 0 0,1-1 0 0 0,-1 0-1 0 0,0 1 1 0 0,1-1 0 0 0,-1 0-1 0 0,-2 1 1 0 0,-28 9-1831 0 0,0-10-3361 0 0,17-3 2472 0 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2:39:56.6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 58 388 0 0,'-6'-43'4588'0'0,"4"28"-639"0"0,1 40-2734 0 0,18 432 793 0 0,-17-450-2028 0 0,1 5-491 0 0,-2 0 1 0 0,1 0-1 0 0,-2 0 0 0 0,-3 19 0 0 0,4-25-525 0 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2:39:57.0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1 190 76 0 0,'0'0'569'0'0,"3"-2"-49"0"0,14-4-82 0 0,-1 0 0 0 0,2 1 0 0 0,-1 1 0 0 0,0 0 0 0 0,25-1 1 0 0,25-6 127 0 0,450-113 1553 0 0,-500 119-2057 0 0,-1 0 47 0 0,0 1-1 0 0,0 0 1 0 0,25-1-1 0 0,-40 5-104 0 0,-1 0-1 0 0,1 0 1 0 0,-1 0-1 0 0,1 0 0 0 0,-1 1 1 0 0,0-1-1 0 0,1 0 1 0 0,-1 0-1 0 0,1 0 0 0 0,-1 0 1 0 0,0 1-1 0 0,1-1 1 0 0,-1 0-1 0 0,1 1 1 0 0,-1-1-1 0 0,0 0 0 0 0,1 0 1 0 0,-1 1-1 0 0,0-1 1 0 0,0 1-1 0 0,1-1 0 0 0,-1 0 1 0 0,0 1-1 0 0,0-1 1 0 0,1 1-1 0 0,-1-1 1 0 0,0 0-1 0 0,0 1 0 0 0,0-1 1 0 0,0 1-1 0 0,0-1 1 0 0,0 1-1 0 0,0-1 0 0 0,0 1 1 0 0,0-1-1 0 0,0 0 1 0 0,0 1-1 0 0,0-1 1 0 0,0 1-1 0 0,0-1 0 0 0,0 1 1 0 0,0-1-1 0 0,0 1 1 0 0,-1-1-1 0 0,1 0 0 0 0,0 1 1 0 0,0-1-1 0 0,-1 1 1 0 0,1 0-1 0 0,-13 24 91 0 0,12-22-89 0 0,-2 1 7 0 0,1 0 0 0 0,0 0 0 0 0,0 1 0 0 0,0-1 0 0 0,1 1-1 0 0,0 0 1 0 0,0-1 0 0 0,0 1 0 0 0,0 0 0 0 0,1 0 0 0 0,-1 0 0 0 0,1 0-1 0 0,1-1 1 0 0,-1 1 0 0 0,1 0 0 0 0,1 7 0 0 0,-1-9-4 0 0,0 0 1 0 0,1 1 0 0 0,-1-1-1 0 0,1 0 1 0 0,0-1 0 0 0,0 1-1 0 0,0 0 1 0 0,0 0 0 0 0,0-1-1 0 0,1 1 1 0 0,-1-1-1 0 0,1 0 1 0 0,0 0 0 0 0,-1 0-1 0 0,1 0 1 0 0,0 0 0 0 0,0-1-1 0 0,0 1 1 0 0,0-1-1 0 0,1 0 1 0 0,-1 0 0 0 0,6 2-1 0 0,-7-3 17 0 0,-1 0 1 0 0,1 1-1 0 0,-1-1 0 0 0,1 0 0 0 0,-1 0 0 0 0,1 0 0 0 0,-1 0 0 0 0,0 0 0 0 0,1-1 0 0 0,-1 1 0 0 0,1 0 0 0 0,-1-1 0 0 0,1 1 0 0 0,-1-1 0 0 0,0 1 0 0 0,1-1 0 0 0,-1 1 1 0 0,0-1-1 0 0,0 0 0 0 0,0 0 0 0 0,1 0 0 0 0,-1 0 0 0 0,0 0 0 0 0,0 0 0 0 0,0 0 0 0 0,0 0 0 0 0,0 0 0 0 0,-1 0 0 0 0,1-1 0 0 0,0 1 0 0 0,0 0 0 0 0,-1 0 1 0 0,1-1-1 0 0,-1 1 0 0 0,1-1 0 0 0,-1 1 0 0 0,0 0 0 0 0,0-1 0 0 0,1 1 0 0 0,-1-1 0 0 0,0-1 0 0 0,0 0 5 0 0,0 0 1 0 0,0 0-1 0 0,0 1 0 0 0,0-1 0 0 0,0 0 0 0 0,0 0 0 0 0,-1 1 1 0 0,1-1-1 0 0,-1 0 0 0 0,0 1 0 0 0,0-1 0 0 0,0 0 1 0 0,0 1-1 0 0,0-1 0 0 0,0 1 0 0 0,-1 0 0 0 0,1-1 1 0 0,-1 1-1 0 0,0 0 0 0 0,-3-3 0 0 0,0 2-19 0 0,0 0 0 0 0,0 1 0 0 0,-1 0 1 0 0,1 0-1 0 0,-1 1 0 0 0,1-1 0 0 0,-8 0 0 0 0,-16-5-770 0 0,27 7 501 0 0,1 0-1 0 0,-1 1 1 0 0,0-1-1 0 0,1 0 1 0 0,-1 1 0 0 0,1-1-1 0 0,-1 1 1 0 0,1 0-1 0 0,-1 0 1 0 0,1 0 0 0 0,0-1-1 0 0,-1 1 1 0 0,1 0-1 0 0,0 0 1 0 0,0 1 0 0 0,0-1-1 0 0,-1 0 1 0 0,0 3-1 0 0,-1 2-1853 0 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2:39:57.4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65 244 10297 0 0,'3'-15'274'0'0,"0"0"1"0"0,0-1-1 0 0,-2 1 0 0 0,0-1 1 0 0,0 0-1 0 0,-2 1 0 0 0,0-1 1 0 0,-1 1-1 0 0,0-1 1 0 0,-1 1-1 0 0,-1 0 0 0 0,0 0 1 0 0,-12-25-1 0 0,16 39-258 0 0,0 1 0 0 0,0 0 0 0 0,0 0-1 0 0,0 0 1 0 0,0 0 0 0 0,0 0 0 0 0,0-1 0 0 0,0 1 0 0 0,0 0-1 0 0,0 0 1 0 0,-1 0 0 0 0,1 0 0 0 0,0 0 0 0 0,0 0 0 0 0,0 0 0 0 0,0-1-1 0 0,0 1 1 0 0,0 0 0 0 0,0 0 0 0 0,-1 0 0 0 0,1 0 0 0 0,0 0-1 0 0,0 0 1 0 0,0 0 0 0 0,0 0 0 0 0,0 0 0 0 0,0 0 0 0 0,-1 0 0 0 0,1 0-1 0 0,0 0 1 0 0,0 0 0 0 0,0 0 0 0 0,0 0 0 0 0,-1 0 0 0 0,1 0-1 0 0,0 0 1 0 0,0 0 0 0 0,0 0 0 0 0,0 0 0 0 0,0 0 0 0 0,-1 0 0 0 0,1 0-1 0 0,0 0 1 0 0,0 0 0 0 0,0 0 0 0 0,0 0 0 0 0,0 0 0 0 0,0 0 0 0 0,-1 0-1 0 0,1 1 1 0 0,0-1 0 0 0,0 0 0 0 0,0 0 0 0 0,0 0 0 0 0,-8 12 214 0 0,-2 15-93 0 0,4 6-97 0 0,0 0 1 0 0,2 0 0 0 0,2 0-1 0 0,0 1 1 0 0,3 0-1 0 0,1-1 1 0 0,1 0 0 0 0,16 66-1 0 0,-19-97-140 0 0,29 79-1539 0 0,-6-45-1001 0 0,-20-33 1835 0 0,0 1-1 0 0,1-1 1 0 0,-1 0-1 0 0,1 0 1 0 0,-1 0-1 0 0,1-1 1 0 0,4 3-1 0 0,-1-3-1961 0 0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2:39:58.0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0 560 8 0 0,'261'-77'3400'0'0,"-163"51"-2198"0"0,162-65 1 0 0,-253 88-1117 0 0,1-1 0 0 0,-1 0 0 0 0,0 0 0 0 0,0-1 0 0 0,0 0 0 0 0,-1 0 1 0 0,0-1-1 0 0,0 0 0 0 0,0 0 0 0 0,0 0 0 0 0,-1-1 0 0 0,0 0 1 0 0,-1 0-1 0 0,1 0 0 0 0,-1 0 0 0 0,-1-1 0 0 0,1 1 0 0 0,-1-1 1 0 0,-1 0-1 0 0,0 0 0 0 0,0 0 0 0 0,0 0 0 0 0,-1-1 0 0 0,0 1 1 0 0,0 0-1 0 0,-1-1 0 0 0,-1 1 0 0 0,1-1 0 0 0,-1 1 0 0 0,0 0 0 0 0,-1 0 1 0 0,0 0-1 0 0,-1 0 0 0 0,1 0 0 0 0,-1 0 0 0 0,-1 0 0 0 0,0 1 1 0 0,0-1-1 0 0,0 1 0 0 0,-1 0 0 0 0,0 1 0 0 0,0-1 0 0 0,-11-9 1 0 0,12 11 9 0 0,0 0 0 0 0,-1 0 1 0 0,0 1-1 0 0,0 0 0 0 0,0 0 1 0 0,0 0-1 0 0,-1 0 1 0 0,1 1-1 0 0,-1 0 0 0 0,-12-4 1 0 0,17 7-85 0 0,-1 0 0 0 0,0 0 0 0 0,1 0 0 0 0,-1 0 0 0 0,0 1 0 0 0,1-1 0 0 0,-1 1 1 0 0,0-1-1 0 0,1 1 0 0 0,-1 0 0 0 0,1-1 0 0 0,-1 1 0 0 0,1 0 0 0 0,-1 0 0 0 0,1 0 0 0 0,0 0 1 0 0,-1 0-1 0 0,1 0 0 0 0,0 1 0 0 0,0-1 0 0 0,0 0 0 0 0,0 1 0 0 0,0-1 0 0 0,0 1 0 0 0,0-1 1 0 0,0 2-1 0 0,-19 40 133 0 0,13-19-86 0 0,1 0 0 0 0,0 0 0 0 0,2 1 0 0 0,1-1 0 0 0,-1 39 0 0 0,15 123 190 0 0,-7-148-193 0 0,0 31 14 0 0,-2-33-11 0 0,1-1 1 0 0,14 65-1 0 0,-15-92-41 0 0,-1-3-2 0 0,0 0-1 0 0,0-1 0 0 0,1 1 1 0 0,-1-1-1 0 0,1 1 0 0 0,0-1 1 0 0,1 1-1 0 0,-1-1 0 0 0,4 5 0 0 0,-5-8 19 0 0,36-26 15 0 0,-31 20-47 0 0,0-1 0 0 0,0 1 0 0 0,1 0 0 0 0,-1 1 0 0 0,1 0 0 0 0,1 0 0 0 0,-1 0 0 0 0,0 1 0 0 0,1 0 0 0 0,0 0 0 0 0,10-2 0 0 0,7 1-3 0 0,1 1 0 0 0,31-1 1 0 0,13-1-21 0 0,-56 5 24 0 0,-13 0-2 0 0,0 1 1 0 0,0-1 0 0 0,0 0-1 0 0,0 0 1 0 0,0 0 0 0 0,0 0-1 0 0,0 0 1 0 0,1 0-1 0 0,-1 0 1 0 0,0-1 0 0 0,0 1-1 0 0,0 0 1 0 0,0-1 0 0 0,0 1-1 0 0,0 0 1 0 0,0-1-1 0 0,0 0 1 0 0,0 1 0 0 0,0-1-1 0 0,0 1 1 0 0,1-2-1 0 0,-2 1 1 0 0,21-4-1528 0 0,20 0-4280 0 0,-24 5 2988 0 0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2:40:12.1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185 57 136 0 0,'-2'-9'1098'0'0,"1"3"-163"0"0,0-1 0 0 0,-1 1 0 0 0,0 0 0 0 0,0 0 0 0 0,-5-10 1 0 0,7 15-469 0 0,-3 3-45 0 0,-6 6-197 0 0,0 0-1 0 0,1 1 1 0 0,0 0 0 0 0,0 0-1 0 0,1 1 1 0 0,0 0 0 0 0,-8 16-1 0 0,-35 80 585 0 0,41-81-615 0 0,1 0 0 0 0,0 0 0 0 0,2 1 0 0 0,1 0 0 0 0,-2 35 0 0 0,6-54-154 0 0,1 0 0 0 0,1 1 0 0 0,-1-1 0 0 0,1 1 0 0 0,1-1 1 0 0,-1 1-1 0 0,1-1 0 0 0,1 0 0 0 0,-1 0 0 0 0,1 0 0 0 0,0 0 0 0 0,1-1 0 0 0,3 7 1 0 0,-5-11-32 0 0,0 1 1 0 0,0-1 0 0 0,0 0 0 0 0,0 0 0 0 0,0-1 0 0 0,0 1-1 0 0,0 0 1 0 0,1-1 0 0 0,-1 1 0 0 0,0-1 0 0 0,1 0 0 0 0,-1 1-1 0 0,1-1 1 0 0,0-1 0 0 0,-1 1 0 0 0,1 0 0 0 0,0-1-1 0 0,0 1 1 0 0,-1-1 0 0 0,1 0 0 0 0,0 0 0 0 0,0 0 0 0 0,0 0-1 0 0,-1 0 1 0 0,1-1 0 0 0,0 1 0 0 0,0-1 0 0 0,-1 0 0 0 0,1 0-1 0 0,0 0 1 0 0,-1 0 0 0 0,1 0 0 0 0,-1 0 0 0 0,1-1-1 0 0,-1 1 1 0 0,2-3 0 0 0,9-5 2 0 0,0-1 0 0 0,-2 0 0 0 0,1-1 1 0 0,-1-1-1 0 0,-1 0 0 0 0,0 0 0 0 0,0-1 0 0 0,-1 0 0 0 0,-1 0 0 0 0,-1-1 0 0 0,0-1 0 0 0,8-22 0 0 0,26 110-7 0 0,4-30 13 0 0,-24-26-15 0 0,-20-16-2 0 0,0-1 0 0 0,0 1-1 0 0,-1-1 1 0 0,1 0 0 0 0,0 0 0 0 0,0 1 0 0 0,0-1 0 0 0,0 0-1 0 0,0 0 1 0 0,-1 0 0 0 0,1 0 0 0 0,0 0 0 0 0,0 0 0 0 0,0 0 0 0 0,0 0-1 0 0,0-1 1 0 0,0 1 0 0 0,-1 0 0 0 0,1 0 0 0 0,0-1 0 0 0,0 1 0 0 0,0 0-1 0 0,-1-1 1 0 0,1 1 0 0 0,0-1 0 0 0,0 1 0 0 0,-1-1 0 0 0,1 1-1 0 0,-1-1 1 0 0,1 0 0 0 0,0 1 0 0 0,0-2 0 0 0,18-20 10 0 0,25-54-14 0 0,-36 58 1 0 0,2 0 0 0 0,0 1 0 0 0,1 0 0 0 0,0 1 0 0 0,2 0 0 0 0,0 1-1 0 0,0 1 1 0 0,22-18 0 0 0,-34 31 2 0 0,1 0 0 0 0,-1 0 0 0 0,1 0 0 0 0,-1 0-1 0 0,1 0 1 0 0,0 1 0 0 0,-1-1 0 0 0,1 1 0 0 0,0-1 0 0 0,-1 1 0 0 0,1 0-1 0 0,0 0 1 0 0,0 0 0 0 0,-1 0 0 0 0,1 0 0 0 0,0 0 0 0 0,0 0 0 0 0,-1 0-1 0 0,1 1 1 0 0,0-1 0 0 0,-1 0 0 0 0,1 1 0 0 0,0 0 0 0 0,-1-1 0 0 0,1 1-1 0 0,-1 0 1 0 0,1 0 0 0 0,-1 0 0 0 0,0 0 0 0 0,1 0 0 0 0,-1 0 0 0 0,0 0-1 0 0,1 1 1 0 0,-1-1 0 0 0,0 0 0 0 0,1 2 0 0 0,6 8-2 0 0,0 0 0 0 0,-1 0 0 0 0,11 23 0 0 0,-7-12 0 0 0,2 0 11 0 0,1-1 1 0 0,1 0-1 0 0,1-1 1 0 0,28 28-1 0 0,-39-43-7 0 0,0-1-1 0 0,0 1 0 0 0,0-1 0 0 0,1 0 0 0 0,-1 0 1 0 0,1-1-1 0 0,0 0 0 0 0,0 0 0 0 0,0 0 0 0 0,1 0 1 0 0,-1-1-1 0 0,1 0 0 0 0,-1-1 0 0 0,1 1 0 0 0,0-1 1 0 0,-1-1-1 0 0,1 1 0 0 0,0-1 0 0 0,0 0 1 0 0,-1-1-1 0 0,1 1 0 0 0,9-3 0 0 0,-13 2 8 0 0,0 0 0 0 0,1 0-1 0 0,-1-1 1 0 0,0 1 0 0 0,0 0 0 0 0,0-1-1 0 0,0 0 1 0 0,-1 0 0 0 0,1 0 0 0 0,0 0-1 0 0,-1 0 1 0 0,1 0 0 0 0,-1-1 0 0 0,0 1-1 0 0,0-1 1 0 0,0 0 0 0 0,0 0 0 0 0,0 1 0 0 0,0-1-1 0 0,-1 0 1 0 0,2-4 0 0 0,-2 1 21 0 0,0 0 0 0 0,0 1 0 0 0,0-1 1 0 0,-1 0-1 0 0,0 0 0 0 0,0 0 0 0 0,0 1 0 0 0,-1-1 1 0 0,0 0-1 0 0,0 0 0 0 0,-3-7 0 0 0,-1-2 66 0 0,0 1-1 0 0,-1-1 1 0 0,-1 2 0 0 0,-1-1-1 0 0,1 1 1 0 0,-2 0-1 0 0,0 1 1 0 0,-17-19 0 0 0,21 26-36 0 0,0 0 1 0 0,-1 1 0 0 0,0-1-1 0 0,0 1 1 0 0,0 0 0 0 0,0 0-1 0 0,-1 1 1 0 0,1 0 0 0 0,-11-4-1 0 0,15 7-89 0 0,0-1 0 0 0,0 1 0 0 0,-1 0 0 0 0,1 0-1 0 0,0 0 1 0 0,0 0 0 0 0,0 0 0 0 0,0 0 0 0 0,-1 1 0 0 0,1-1-1 0 0,0 1 1 0 0,0-1 0 0 0,0 1 0 0 0,0 0 0 0 0,0 0 0 0 0,0 0-1 0 0,0 0 1 0 0,0 0 0 0 0,1 0 0 0 0,-1 0 0 0 0,0 1 0 0 0,1-1-1 0 0,-1 1 1 0 0,1-1 0 0 0,-1 1 0 0 0,1 0 0 0 0,0-1 0 0 0,-1 1-1 0 0,1 0 1 0 0,0 0 0 0 0,0 0 0 0 0,0 0 0 0 0,1 0 0 0 0,-1 0-1 0 0,0 4 1 0 0,-1-2-272 0 0,1 0 0 0 0,-1 1 0 0 0,2-1 0 0 0,-1 1 0 0 0,0-1 0 0 0,1 1 0 0 0,0-1 0 0 0,0 1 0 0 0,1 8 0 0 0,11 19-5423 0 0,-6-22 2949 0 0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2:40:12.5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29 804 0 0,'16'2'519'0'0,"0"1"0"0"0,-1 0 0 0 0,1 1 0 0 0,-1 1 0 0 0,0 1 0 0 0,0 0 0 0 0,-1 1 0 0 0,0 0 0 0 0,0 1 0 0 0,0 1 0 0 0,-1 0 0 0 0,-1 1-1 0 0,19 18 1 0 0,-29-27-454 0 0,-1 1-1 0 0,1-1 1 0 0,-1 1-1 0 0,0 0 1 0 0,1 0-1 0 0,-1-1 0 0 0,0 1 1 0 0,0 0-1 0 0,0 0 1 0 0,0 0-1 0 0,0 0 1 0 0,-1 0-1 0 0,1 0 1 0 0,-1 1-1 0 0,1-1 0 0 0,-1 0 1 0 0,0 0-1 0 0,0 0 1 0 0,0 0-1 0 0,0 1 1 0 0,0-1-1 0 0,0 0 0 0 0,-1 0 1 0 0,1 0-1 0 0,-1 0 1 0 0,1 0-1 0 0,-1 1 1 0 0,0-1-1 0 0,0 0 0 0 0,-1 2 1 0 0,1-3-37 0 0,0-1 0 0 0,0 0 0 0 0,1 1 0 0 0,-1-1 0 0 0,0 0 0 0 0,0 0 0 0 0,0 0 1 0 0,1 0-1 0 0,-1 0 0 0 0,0 0 0 0 0,0 0 0 0 0,0 0 0 0 0,0 0 0 0 0,1 0 0 0 0,-1 0 0 0 0,0 0 0 0 0,0-1 0 0 0,0 1 0 0 0,0 0 1 0 0,1-1-1 0 0,-1 1 0 0 0,0 0 0 0 0,1-1 0 0 0,-1 1 0 0 0,0-1 0 0 0,0 1 0 0 0,1-1 0 0 0,-1 0 0 0 0,1 1 0 0 0,-1-1 0 0 0,1 1 0 0 0,-1-1 1 0 0,1 0-1 0 0,-1-1 0 0 0,-14-24 362 0 0,14 20-401 0 0,1-1 0 0 0,0 1 0 0 0,1-1 0 0 0,-1 1 0 0 0,1-1 0 0 0,1 1 0 0 0,-1 0 0 0 0,1 0 0 0 0,0-1 0 0 0,1 1 0 0 0,-1 0 1 0 0,1 1-1 0 0,1-1 0 0 0,-1 0 0 0 0,1 1 0 0 0,-1 0 0 0 0,9-8 0 0 0,-7 8-622 0 0,0 0 1 0 0,1 0 0 0 0,0 1-1 0 0,0 0 1 0 0,0 0-1 0 0,0 0 1 0 0,0 1-1 0 0,1 0 1 0 0,-1 0-1 0 0,10-2 1 0 0,-3 2-1782 0 0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2:40:13.1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56 399 328 0 0,'-1'4'369'0'0,"0"0"0"0"0,0 0-1 0 0,-1 0 1 0 0,0-1 0 0 0,1 1 0 0 0,-2 0-1 0 0,1-1 1 0 0,0 0 0 0 0,-1 1 0 0 0,-3 3-1 0 0,-13 22 997 0 0,8 15-21 0 0,11-42-1304 0 0,-1-1 0 0 0,1 1 0 0 0,0-1-1 0 0,-1 1 1 0 0,1-1 0 0 0,0 1 0 0 0,0-1 0 0 0,1 1 0 0 0,-1 0 0 0 0,0-1 0 0 0,0 1 0 0 0,1-1 0 0 0,-1 1 0 0 0,1-1 0 0 0,-1 1 0 0 0,1-1-1 0 0,-1 0 1 0 0,1 1 0 0 0,0-1 0 0 0,0 0 0 0 0,0 1 0 0 0,0-1 0 0 0,0 0 0 0 0,0 0 0 0 0,2 1 0 0 0,-3-1 151 0 0,2-2-175 0 0,0 1 0 0 0,0-1 0 0 0,0 0 1 0 0,0 1-1 0 0,0-1 0 0 0,0 0 0 0 0,0 0 0 0 0,-1 0 0 0 0,1-1 0 0 0,0 1 0 0 0,-1 0 0 0 0,1-1 1 0 0,-1 1-1 0 0,1-1 0 0 0,-1 1 0 0 0,0-1 0 0 0,1 0 0 0 0,-1 1 0 0 0,0-1 0 0 0,0 0 1 0 0,0 0-1 0 0,0-3 0 0 0,20-53 148 0 0,-16 45-128 0 0,6-32 39 0 0,-2 0-1 0 0,-1 0 0 0 0,-3-1 0 0 0,0-85 0 0 0,-13-7 1296 0 0,8 137-1261 0 0,-1 2-82 0 0,0 0 1 0 0,0 0-1 0 0,0 0 0 0 0,0 0 1 0 0,1 0-1 0 0,-1 0 0 0 0,0 1 1 0 0,0-1-1 0 0,1 0 0 0 0,-1 0 1 0 0,1 1-1 0 0,-1-1 1 0 0,1 0-1 0 0,-1 1 0 0 0,1-1 1 0 0,0 0-1 0 0,0 1 0 0 0,0 1 1 0 0,-8 45 25 0 0,4-24 5 0 0,0 1-23 0 0,0 1 1 0 0,2 0-1 0 0,1 0 1 0 0,1 0-1 0 0,1 0 1 0 0,7 35 0 0 0,-6-45-28 0 0,2-1 1 0 0,0-1 0 0 0,0 1 0 0 0,1 0 0 0 0,1-1 0 0 0,0 0 0 0 0,1-1-1 0 0,1 1 1 0 0,0-1 0 0 0,1-1 0 0 0,0 1 0 0 0,12 10 0 0 0,-18-19-7 0 0,1-2 0 0 0,0 1 1 0 0,-1 0-1 0 0,1-1 0 0 0,1 1 1 0 0,-1-1-1 0 0,0 0 0 0 0,1 0 1 0 0,-1-1-1 0 0,1 0 0 0 0,-1 1 1 0 0,1-1-1 0 0,-1-1 0 0 0,1 1 1 0 0,0-1-1 0 0,0 0 0 0 0,-1 0 1 0 0,1 0-1 0 0,0-1 0 0 0,-1 1 0 0 0,1-1 1 0 0,0 0-1 0 0,-1-1 0 0 0,1 1 1 0 0,-1-1-1 0 0,0 0 0 0 0,1 0 1 0 0,-1 0-1 0 0,6-5 0 0 0,6-2-3 0 0,-2-2 1 0 0,0 0-1 0 0,0 0 0 0 0,-1-1 0 0 0,0-1 0 0 0,16-21 0 0 0,-21 23 12 0 0,-1-1-1 0 0,-1 0 1 0 0,0 0 0 0 0,-1 0 0 0 0,6-21-1 0 0,-2 8 89 0 0,-9 33-69 0 0,-1 1 0 0 0,2-1 0 0 0,-1 1 1 0 0,1-1-1 0 0,0 0 0 0 0,1 1 0 0 0,0-1 0 0 0,4 10 1 0 0,-2-5 11 0 0,0 0 0 0 0,-1-1 0 0 0,-1 1 0 0 0,0 1 0 0 0,0-1 0 0 0,-2 0 0 0 0,1 0 0 0 0,-2 0 0 0 0,-3 25 0 0 0,2-32 18 0 0,-1-1 0 0 0,0 0 0 0 0,-1 0 0 0 0,1 0 0 0 0,-1 0 0 0 0,0 0 0 0 0,0-1-1 0 0,0 0 1 0 0,-1 1 0 0 0,0-2 0 0 0,1 1 0 0 0,-1-1 0 0 0,-1 1 0 0 0,-4 1 0 0 0,-39 16-1406 0 0,4-14-5187 0 0,27-8 3341 0 0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2:40:16.1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13 227 256 0 0,'-6'-29'9019'0'0,"55"-11"-8368"0"0,-35 30-602 0 0,-1 0 1 0 0,0-1 0 0 0,0 0-1 0 0,-1-1 1 0 0,-1 0-1 0 0,0-1 1 0 0,-1-1 0 0 0,11-17-1 0 0,-20 30-47 0 0,0 0 1 0 0,-1 0-1 0 0,1 0 0 0 0,0 0 0 0 0,0 0 0 0 0,-1 0 0 0 0,1 0 0 0 0,-1-1 1 0 0,1 1-1 0 0,-1 0 0 0 0,1 0 0 0 0,-1 0 0 0 0,0-1 0 0 0,0 1 0 0 0,1 0 1 0 0,-1 0-1 0 0,0-1 0 0 0,0 1 0 0 0,0 0 0 0 0,-1-1 0 0 0,1 1 0 0 0,0 0 1 0 0,0 0-1 0 0,-1-1 0 0 0,1 1 0 0 0,-1-1 0 0 0,-1 2-1 0 0,1 0 0 0 0,-1 0 0 0 0,1 0 1 0 0,-1 0-1 0 0,1 0 0 0 0,-1 0 0 0 0,0 1 0 0 0,1-1 0 0 0,-1 1 0 0 0,1-1 0 0 0,-1 1 0 0 0,1-1 0 0 0,0 1 0 0 0,-1 0 1 0 0,1 0-1 0 0,-2 1 0 0 0,-62 49-4 0 0,53-41 8 0 0,1 1 1 0 0,1 1-1 0 0,0 0 0 0 0,1 1 1 0 0,0 0-1 0 0,-9 18 1 0 0,16-28-5 0 0,1 0-1 0 0,0 0 1 0 0,0 1 0 0 0,0-1 0 0 0,0 0 0 0 0,0 1 0 0 0,1-1-1 0 0,0 1 1 0 0,0-1 0 0 0,0 1 0 0 0,0-1 0 0 0,0 1-1 0 0,0-1 1 0 0,1 1 0 0 0,0-1 0 0 0,0 0 0 0 0,0 1-1 0 0,0-1 1 0 0,0 0 0 0 0,1 0 0 0 0,-1 0 0 0 0,1 0 0 0 0,0 0-1 0 0,0 0 1 0 0,0 0 0 0 0,0 0 0 0 0,1-1 0 0 0,-1 1-1 0 0,1-1 1 0 0,0 0 0 0 0,-1 0 0 0 0,1 0 0 0 0,0 0-1 0 0,6 3 1 0 0,-1-1-2 0 0,0 0-1 0 0,0-1 1 0 0,0 0-1 0 0,1-1 1 0 0,-1 0-1 0 0,1 0 1 0 0,-1-1-1 0 0,1 0 1 0 0,0 0-1 0 0,-1-1 1 0 0,1 0 0 0 0,0 0-1 0 0,-1-1 1 0 0,1-1-1 0 0,-1 1 1 0 0,1-1-1 0 0,-1-1 1 0 0,14-5-1 0 0,-6 2-1 0 0,0-1-1 0 0,0-1 1 0 0,-1 0-1 0 0,0-1 1 0 0,-1 0-1 0 0,0-2 1 0 0,-1 1-1 0 0,18-19 1 0 0,39-55 9 0 0,-66 84-6 0 0,-1 1-1 0 0,0-1 1 0 0,0 1 0 0 0,0-1-1 0 0,0 1 1 0 0,0 0 0 0 0,0 0-1 0 0,-1 1 1 0 0,1-1 0 0 0,0 1 0 0 0,0-1-1 0 0,4 4 1 0 0,23 21 18 0 0,-27-22-15 0 0,1 0 0 0 0,0 0 0 0 0,0-1 0 0 0,0 1 0 0 0,1-1 0 0 0,-1 0 0 0 0,1 0 0 0 0,0 0 0 0 0,0-1 1 0 0,0 0-1 0 0,0 0 0 0 0,0 0 0 0 0,0 0 0 0 0,1-1 0 0 0,-1 0 0 0 0,1 0 0 0 0,-1 0 0 0 0,0-1 0 0 0,1 0 0 0 0,-1 0 0 0 0,11-1 0 0 0,20-6 26 0 0,48-17 0 0 0,44-9 4 0 0,-127 33-42 0 0,4 0-615 0 0,-13 6-538 0 0,0-1 0 0 0,0-1 0 0 0,0 1 0 0 0,-17 5 0 0 0,8-6-1198 0 0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2:40:16.4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61 86 156 0 0,'-9'-9'1202'0'0,"0"-1"0"0"0,0 1 0 0 0,0-2 0 0 0,1 1 1 0 0,-9-17-1 0 0,17 27-1176 0 0,0 0 1 0 0,0-1 0 0 0,0 1-1 0 0,0-1 1 0 0,1 1-1 0 0,-1 0 1 0 0,0-1 0 0 0,0 1-1 0 0,0-1 1 0 0,0 1 0 0 0,0 0-1 0 0,1-1 1 0 0,-1 1-1 0 0,0 0 1 0 0,0-1 0 0 0,0 1-1 0 0,1 0 1 0 0,-1-1-1 0 0,0 1 1 0 0,1 0 0 0 0,-1-1-1 0 0,0 1 1 0 0,1 0 0 0 0,-1 0-1 0 0,0 0 1 0 0,1-1-1 0 0,-1 1 1 0 0,0 0 0 0 0,1 0-1 0 0,-1 0 1 0 0,1 0 0 0 0,-1 0-1 0 0,0-1 1 0 0,1 1-1 0 0,-1 0 1 0 0,1 0 0 0 0,-1 0-1 0 0,0 0 1 0 0,1 0 0 0 0,-1 1-1 0 0,1-1 1 0 0,-1 0-1 0 0,1 0 1 0 0,-1 0 0 0 0,0 0-1 0 0,1 0 1 0 0,-1 0 0 0 0,0 1-1 0 0,1-1 1 0 0,25 2-243 0 0,-24-1 208 0 0,36 9-2495 0 0,48 19-1 0 0,-59-18 551 0 0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2:40:16.8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121 14 28 0 0,'-1'0'368'0'0,"1"-1"1"0"0,0 0-1 0 0,0 0 0 0 0,0 1 0 0 0,-1-1 1 0 0,1 0-1 0 0,0 0 0 0 0,-1 1 1 0 0,1-1-1 0 0,0 0 0 0 0,-1 1 0 0 0,1-1 1 0 0,-1 1-1 0 0,1-1 0 0 0,-1 0 1 0 0,0 1-1 0 0,1-1 0 0 0,-1 1 0 0 0,1 0 1 0 0,-2-1-1 0 0,-46 40 958 0 0,37-31-1073 0 0,1 0-1 0 0,0 0 0 0 0,1 1 1 0 0,-14 14-1 0 0,24-18 188 0 0,11-6-253 0 0,24-12-146 0 0,-26 9 21 0 0,6-1-60 0 0,0 0 0 0 0,1 1 1 0 0,-1 0-1 0 0,1 2 1 0 0,-1 0-1 0 0,1 0 1 0 0,0 2-1 0 0,-1 0 0 0 0,20 3 1 0 0,-20 0-1027 0 0,1 1 1 0 0,-1 0 0 0 0,17 8 0 0 0,-17-6-1631 0 0,0 0 205 0 0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2:40:17.5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2 640 288 0 0,'0'0'761'0'0,"0"-2"-552"0"0,-1 1 0 0 0,1-1 0 0 0,0 1 0 0 0,0-1 0 0 0,-1 1-1 0 0,1-1 1 0 0,0 1 0 0 0,0-1 0 0 0,1 1 0 0 0,-1-1 0 0 0,0 1 0 0 0,1-3-1 0 0,14-14 532 0 0,2 2-1 0 0,-1 0 1 0 0,2 1-1 0 0,28-19 0 0 0,-22 17-361 0 0,0-2 0 0 0,20-21 0 0 0,-25 19-135 0 0,-2 0 0 0 0,-1-1 0 0 0,0-1 0 0 0,-2 0 1 0 0,0-1-1 0 0,-2-1 0 0 0,-1 0 0 0 0,-1 0 0 0 0,-1-1 0 0 0,-1-1 1 0 0,-1 1-1 0 0,-2-1 0 0 0,4-42 0 0 0,-3 12 1213 0 0,-6 55-1306 0 0,-57 59 87 0 0,46-45-206 0 0,5-6-30 0 0,0 0 1 0 0,1 0 0 0 0,0 0 0 0 0,0 1 0 0 0,1-1 0 0 0,0 1 0 0 0,0 0 0 0 0,0 1 0 0 0,1-1-1 0 0,0 1 1 0 0,1-1 0 0 0,-1 1 0 0 0,1 0 0 0 0,1 0 0 0 0,0 0 0 0 0,0 0 0 0 0,0 0-1 0 0,1 0 1 0 0,0 0 0 0 0,1 0 0 0 0,0 0 0 0 0,0 0 0 0 0,1 0 0 0 0,-1 0 0 0 0,2-1 0 0 0,-1 1-1 0 0,7 12 1 0 0,6 6-15 0 0,1 0 1 0 0,19 23-1 0 0,-20-30-75 0 0,-2 0 0 0 0,0 1 1 0 0,-1 1-1 0 0,13 28 1 0 0,-24-46 71 0 0,0-1 1 0 0,0 1 0 0 0,0 0 0 0 0,-1-1 0 0 0,1 1 0 0 0,-1 0 0 0 0,1 0 0 0 0,-1-1-1 0 0,0 1 1 0 0,0 0 0 0 0,0 0 0 0 0,-1 0 0 0 0,1-1 0 0 0,-1 1 0 0 0,1 0-1 0 0,-1-1 1 0 0,0 1 0 0 0,0 0 0 0 0,0-1 0 0 0,0 1 0 0 0,-3 3 0 0 0,0-2 2 0 0,1-1 0 0 0,0 1 0 0 0,-1-1-1 0 0,0 0 1 0 0,0 0 0 0 0,0 0 0 0 0,0-1 0 0 0,0 1 0 0 0,-1-1 0 0 0,1 0 0 0 0,-8 2 0 0 0,-6 1 3 0 0,-1-1-1 0 0,-1 0 1 0 0,1-1 0 0 0,0-1 0 0 0,-22-1-1 0 0,4-3 266 0 0,-49-8 0 0 0,84 10-249 0 0,4-1-241 0 0,0 0 0 0 0,-1 1 0 0 0,1-1 0 0 0,-1 1 0 0 0,1-1 0 0 0,0 1 0 0 0,-1-1 0 0 0,1 1 0 0 0,0 0 0 0 0,0 0 0 0 0,-1 0 0 0 0,1 0 0 0 0,0 0 0 0 0,1 1 0 0 0,38-4-4548 0 0,-22 0 1910 0 0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2:40:19.0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0 742 300 0 0,'34'-11'1571'0'0,"-1"-1"0"0"0,-1-3 0 0 0,0 0 0 0 0,42-28 0 0 0,-69 39-1419 0 0,-1 0 0 0 0,1 0 1 0 0,-1-1-1 0 0,0 0 1 0 0,0 1-1 0 0,0-1 0 0 0,-1 0 1 0 0,6-11-1 0 0,-9 15-128 0 0,1 0 0 0 0,0 0 0 0 0,-1 0 1 0 0,1 0-1 0 0,-1-1 0 0 0,1 1 0 0 0,-1 0 0 0 0,0-1 0 0 0,1 1 0 0 0,-1 0 1 0 0,0-1-1 0 0,0 1 0 0 0,0 0 0 0 0,0-1 0 0 0,0 1 0 0 0,0 0 0 0 0,0-1 1 0 0,-1 1-1 0 0,1 0 0 0 0,0 0 0 0 0,-1-1 0 0 0,1 1 0 0 0,-1 0 0 0 0,1 0 1 0 0,-1-1-1 0 0,0 1 0 0 0,1 0 0 0 0,-1 0 0 0 0,0 0 0 0 0,0 0 0 0 0,0 0 1 0 0,0 0-1 0 0,0 0 0 0 0,0 0 0 0 0,0 1 0 0 0,0-1 0 0 0,0 0 0 0 0,0 1 1 0 0,-1-1-1 0 0,1 1 0 0 0,0-1 0 0 0,0 1 0 0 0,-3-1 0 0 0,0 0 7 0 0,-1 0 0 0 0,0 0-1 0 0,1 1 1 0 0,-1 0 0 0 0,0 0 0 0 0,0 0-1 0 0,1 0 1 0 0,-1 1 0 0 0,0 0-1 0 0,1 0 1 0 0,-1 0 0 0 0,1 0 0 0 0,-1 1-1 0 0,1 0 1 0 0,-1 0 0 0 0,-4 3-1 0 0,5-3-20 0 0,1 0-1 0 0,0 0 1 0 0,0 0-1 0 0,1 0 1 0 0,-1 1-1 0 0,0-1 0 0 0,1 1 1 0 0,-1-1-1 0 0,1 1 1 0 0,0 0-1 0 0,0 0 1 0 0,0 0-1 0 0,0 1 0 0 0,1-1 1 0 0,-1 0-1 0 0,1 1 1 0 0,0-1-1 0 0,0 1 0 0 0,0-1 1 0 0,0 1-1 0 0,0 6 1 0 0,1-7-6 0 0,1 1 0 0 0,0-1-1 0 0,0 0 1 0 0,-1 0 0 0 0,2 0 0 0 0,-1 0 0 0 0,0 0 0 0 0,1 0 0 0 0,-1 0 0 0 0,1 0 0 0 0,0 0-1 0 0,0 0 1 0 0,0-1 0 0 0,0 1 0 0 0,1-1 0 0 0,-1 0 0 0 0,1 0 0 0 0,-1 0 0 0 0,1 0 0 0 0,0 0 0 0 0,0 0-1 0 0,0-1 1 0 0,0 1 0 0 0,0-1 0 0 0,0 0 0 0 0,0 0 0 0 0,0 0 0 0 0,5 1 0 0 0,1 0-7 0 0,0 1 1 0 0,1-2-1 0 0,0 1 1 0 0,-1-1-1 0 0,1-1 1 0 0,0 0-1 0 0,-1 0 1 0 0,14-3-1 0 0,8-6 11 0 0,-2-2 0 0 0,1-1 0 0 0,-1-2-1 0 0,-1-1 1 0 0,-1-1 0 0 0,39-29 0 0 0,-60 41 4 0 0,9-3 131 0 0,-9 10-36 0 0,-8 22 9 0 0,-1-1-107 0 0,2-23-9 0 0,1 1-1 0 0,0-1 0 0 0,0 0 0 0 0,0 0 0 0 0,0 1 0 0 0,0-1 1 0 0,0 0-1 0 0,1 1 0 0 0,-1-1 0 0 0,0 0 0 0 0,1 0 0 0 0,-1 1 1 0 0,0-1-1 0 0,1 0 0 0 0,0 0 0 0 0,-1 0 0 0 0,1 0 0 0 0,0 0 1 0 0,-1 0-1 0 0,1 0 0 0 0,0 0 0 0 0,0 0 0 0 0,0 0 0 0 0,0 0 1 0 0,0 0-1 0 0,0-1 0 0 0,0 1 0 0 0,2 1 0 0 0,1-1-23 0 0,1-1-1 0 0,-1 1 1 0 0,0-1 0 0 0,1 0-1 0 0,-1 0 1 0 0,0 0-1 0 0,8-2 1 0 0,17-2-245 0 0,0-1-1 0 0,0-1 1 0 0,0-1 0 0 0,0-2-1 0 0,-1-1 1 0 0,-1-1 0 0 0,43-23-1 0 0,-57 26 216 0 0,1-1 0 0 0,-2 0 0 0 0,1-1 0 0 0,-2-1 0 0 0,1 1 0 0 0,-1-2 0 0 0,-1 0 0 0 0,0 0 0 0 0,0-1 0 0 0,-2 0 0 0 0,1 0 0 0 0,-2-1 0 0 0,0 0 0 0 0,0 0 0 0 0,-2-1 0 0 0,5-17-1 0 0,-2 0 98 0 0,-1 0 0 0 0,-2-1-1 0 0,1-41 1 0 0,-6 56 351 0 0,0 0 0 0 0,-1-1 1 0 0,-1 1-1 0 0,-1 0 0 0 0,0 0 1 0 0,-1 0-1 0 0,-11-26 0 0 0,15 43-371 0 0,0 1-1 0 0,0 0 0 0 0,0-1 1 0 0,0 1-1 0 0,0 0 1 0 0,-1-1-1 0 0,1 1 0 0 0,0 0 1 0 0,0-1-1 0 0,0 1 0 0 0,-1 0 1 0 0,1 0-1 0 0,0-1 0 0 0,-1 1 1 0 0,1 0-1 0 0,0 0 1 0 0,0-1-1 0 0,-1 1 0 0 0,1 0 1 0 0,0 0-1 0 0,-1 0 0 0 0,1 0 1 0 0,0 0-1 0 0,-1-1 0 0 0,1 1 1 0 0,0 0-1 0 0,-1 0 0 0 0,1 0 1 0 0,-1 0-1 0 0,1 0 1 0 0,0 0-1 0 0,-1 0 0 0 0,1 0 1 0 0,0 0-1 0 0,-1 0 0 0 0,1 0 1 0 0,0 1-1 0 0,-1-1 0 0 0,1 0 1 0 0,-1 0-1 0 0,1 0 1 0 0,0 0-1 0 0,0 0 0 0 0,-1 1 1 0 0,1-1-1 0 0,0 0 0 0 0,-1 0 1 0 0,1 1-1 0 0,0-1 0 0 0,0 0 1 0 0,-1 0-1 0 0,1 1 0 0 0,-21 28 316 0 0,-11 38-196 0 0,21-32-82 0 0,2 1-1 0 0,2 0 1 0 0,1 0-1 0 0,2 1 0 0 0,0 41 1 0 0,0-10-13 0 0,4-54-54 0 0,1-1 1 0 0,0 1-1 0 0,1 0 1 0 0,0 0-1 0 0,1-1 1 0 0,0 1-1 0 0,1-1 1 0 0,1 0-1 0 0,0 0 1 0 0,1-1-1 0 0,0 1 0 0 0,1-1 1 0 0,1-1-1 0 0,-1 1 1 0 0,2-1-1 0 0,15 16 1 0 0,-18-23-7 0 0,0 0 0 0 0,0-1-1 0 0,1 1 1 0 0,-1-1 0 0 0,1-1 0 0 0,0 1 0 0 0,0-1 0 0 0,0 0 0 0 0,0-1-1 0 0,0 0 1 0 0,0 0 0 0 0,0 0 0 0 0,0-1 0 0 0,0 0 0 0 0,1 0-1 0 0,-1-1 1 0 0,0 0 0 0 0,13-4 0 0 0,-11 3 6 0 0,-1 0 1 0 0,0-1-1 0 0,1 0 0 0 0,-1-1 1 0 0,0 0-1 0 0,0 0 0 0 0,-1 0 1 0 0,1-1-1 0 0,-1-1 0 0 0,0 1 1 0 0,-1-1-1 0 0,1 0 0 0 0,-1 0 1 0 0,10-14-1 0 0,-15 19 6 0 0,0-1 0 0 0,0 1-1 0 0,-1 0 1 0 0,1 0 0 0 0,-1-1 0 0 0,1 1 0 0 0,-1 0 0 0 0,1 0 0 0 0,-1-1-1 0 0,1 1 1 0 0,-1-1 0 0 0,0 1 0 0 0,0 0 0 0 0,0-1 0 0 0,0 1 0 0 0,0-1 0 0 0,0 1-1 0 0,0 0 1 0 0,0-1 0 0 0,-1 1 0 0 0,1 0 0 0 0,0-1 0 0 0,-1 1 0 0 0,1 0-1 0 0,-1-1 1 0 0,0 1 0 0 0,1 0 0 0 0,-1 0 0 0 0,0-1 0 0 0,0 1 0 0 0,0 0-1 0 0,0 0 1 0 0,0 0 0 0 0,0 0 0 0 0,0 0 0 0 0,0 1 0 0 0,0-1 0 0 0,0 0-1 0 0,0 0 1 0 0,-1 1 0 0 0,1-1 0 0 0,0 1 0 0 0,-1-1 0 0 0,1 1 0 0 0,0-1-1 0 0,-3 1 1 0 0,1-1 1 0 0,0 0-1 0 0,0 0 1 0 0,-1 0-1 0 0,1 1 0 0 0,0 0 1 0 0,0-1-1 0 0,0 1 1 0 0,0 1-1 0 0,-1-1 0 0 0,1 0 1 0 0,0 1-1 0 0,0-1 1 0 0,0 1-1 0 0,0 0 0 0 0,0 0 1 0 0,0 0-1 0 0,0 1 1 0 0,0-1-1 0 0,0 1 0 0 0,1-1 1 0 0,-4 4-1 0 0,3-3-2 0 0,1 0-1 0 0,0 1 1 0 0,0-1 0 0 0,1 0-1 0 0,-1 1 1 0 0,0 0-1 0 0,1-1 1 0 0,0 1-1 0 0,0 0 1 0 0,-1 0 0 0 0,2 0-1 0 0,-1 0 1 0 0,0 0-1 0 0,0 0 1 0 0,1 0-1 0 0,0 0 1 0 0,0 0 0 0 0,0 0-1 0 0,0 0 1 0 0,0 0-1 0 0,0 0 1 0 0,1 0 0 0 0,-1 0-1 0 0,1 0 1 0 0,0 0-1 0 0,0 0 1 0 0,0 0-1 0 0,2 3 1 0 0,-1-3-14 0 0,1 1-1 0 0,-1-1 1 0 0,1 1 0 0 0,-1-1-1 0 0,1 0 1 0 0,0 0-1 0 0,0-1 1 0 0,1 1 0 0 0,-1 0-1 0 0,0-1 1 0 0,1 0 0 0 0,-1 0-1 0 0,1 0 1 0 0,0 0-1 0 0,0-1 1 0 0,0 1 0 0 0,0-1-1 0 0,0 0 1 0 0,0 0 0 0 0,5 0-1 0 0,7-2 1 0 0,0 0-1 0 0,0-1 1 0 0,0-1-1 0 0,-1 0 1 0 0,1-1 0 0 0,-1-1-1 0 0,0 0 1 0 0,0-1-1 0 0,-1-1 1 0 0,19-11-1 0 0,-7 5 8 0 0,46-16-1 0 0,-47 19-6 0 0,-22 8 15 0 0,-1 1 0 0 0,1-1 1 0 0,0 1-1 0 0,0 0 1 0 0,0 0-1 0 0,1 0 1 0 0,-1 0-1 0 0,0 0 1 0 0,0 1-1 0 0,1 0 1 0 0,-1-1-1 0 0,0 1 1 0 0,4 1-1 0 0,0 14 7 0 0,-7-14-9 0 0,0 0-1 0 0,0 0 1 0 0,0 0 0 0 0,0 0-1 0 0,1-1 1 0 0,-1 1 0 0 0,0 0-1 0 0,0 0 1 0 0,1 0 0 0 0,-1 0 0 0 0,0-1-1 0 0,1 1 1 0 0,-1 0 0 0 0,1 0-1 0 0,-1-1 1 0 0,1 1 0 0 0,-1 0-1 0 0,1-1 1 0 0,1 2 0 0 0,0-2-2 0 0,0 1 1 0 0,1-1 0 0 0,-1 1-1 0 0,1-1 1 0 0,-1 0 0 0 0,1 0-1 0 0,-1 0 1 0 0,1 0-1 0 0,-1-1 1 0 0,1 1 0 0 0,-1-1-1 0 0,1 1 1 0 0,-1-1 0 0 0,1 0-1 0 0,-1 0 1 0 0,3-2 0 0 0,1 1 2 0 0,-1 0 1 0 0,1 0 0 0 0,-1 1 0 0 0,1-1 0 0 0,0 1 0 0 0,0 0 0 0 0,-1 0 0 0 0,8 1 0 0 0,4 8-2617 0 0,-3 1-3056 0 0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2:40:19.4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47 128 312 0 0,'-14'-25'6836'0'0,"13"25"-6767"0"0,0 0 0 0 0,0-1 0 0 0,0 1 0 0 0,0 0 0 0 0,-1 0 0 0 0,1 0 0 0 0,0 0 0 0 0,0 0 0 0 0,0 1 0 0 0,0-1 0 0 0,0 0 0 0 0,0 0 0 0 0,0 1 0 0 0,0-1 0 0 0,0 1 0 0 0,0-1 0 0 0,0 1 0 0 0,0-1 0 0 0,0 1 0 0 0,0-1 0 0 0,0 1 0 0 0,0 0 0 0 0,0 0 0 0 0,1-1 0 0 0,-1 1 0 0 0,0 0 0 0 0,0 0 0 0 0,1 0 0 0 0,-1 0 0 0 0,1 0 0 0 0,-1 0 0 0 0,1 0 0 0 0,-1 0 0 0 0,1 0 0 0 0,0 0 0 0 0,-1 0 0 0 0,1 0 0 0 0,0 1-1 0 0,0-1 1 0 0,0 0 0 0 0,0 0 0 0 0,0 0 0 0 0,0 0 0 0 0,0 2 0 0 0,0 0-42 0 0,1-1-1 0 0,-1 0 0 0 0,1 1 1 0 0,-1-1-1 0 0,1 0 0 0 0,0 0 1 0 0,-1 1-1 0 0,1-1 0 0 0,0 0 1 0 0,1 0-1 0 0,-1 0 0 0 0,0 0 1 0 0,1 0-1 0 0,-1 0 0 0 0,1-1 0 0 0,-1 1 1 0 0,1 0-1 0 0,0-1 0 0 0,0 1 1 0 0,-1-1-1 0 0,1 0 0 0 0,4 2 1 0 0,4 1-27 0 0,1-2 1 0 0,-1 1 0 0 0,1-1 0 0 0,0-1 0 0 0,0 0 0 0 0,0-1-1 0 0,0 0 1 0 0,-1 0 0 0 0,1-1 0 0 0,19-4 0 0 0,-17 2-1 0 0,1-1 0 0 0,-1 1 0 0 0,0-2 0 0 0,-1 0 0 0 0,1-1 0 0 0,-1 0 0 0 0,0-1 1 0 0,13-9-1 0 0,-17 9 47 0 0,1 0 1 0 0,-1-1 0 0 0,-1 0 0 0 0,12-16-1 0 0,-17 22 36 0 0,0-1-1 0 0,0 1 0 0 0,-1 0 0 0 0,1-1 0 0 0,-1 1 0 0 0,0-1 1 0 0,1 0-1 0 0,-1 1 0 0 0,-1-1 0 0 0,1 0 0 0 0,0 0 0 0 0,-1 0 1 0 0,1 0-1 0 0,-1 1 0 0 0,0-1 0 0 0,0 0 0 0 0,0 0 1 0 0,0 0-1 0 0,0 0 0 0 0,-1 0 0 0 0,0 0 0 0 0,1 1 0 0 0,-2-4 1 0 0,1 5-64 0 0,1 1 1 0 0,0-1 0 0 0,-1 0-1 0 0,1 1 1 0 0,-1-1 0 0 0,1 1 0 0 0,-1-1-1 0 0,1 1 1 0 0,-1 0 0 0 0,0-1-1 0 0,1 1 1 0 0,-1-1 0 0 0,1 1 0 0 0,-1 0-1 0 0,0 0 1 0 0,1-1 0 0 0,-1 1 0 0 0,0 0-1 0 0,0 0 1 0 0,1 0 0 0 0,-1 0-1 0 0,0 0 1 0 0,1 0 0 0 0,-1 0 0 0 0,0 0-1 0 0,0 0 1 0 0,1 0 0 0 0,-1 0-1 0 0,0 0 1 0 0,1 0 0 0 0,-1 1 0 0 0,0-1-1 0 0,1 0 1 0 0,-1 0 0 0 0,0 1 0 0 0,1-1-1 0 0,-1 0 1 0 0,0 1 0 0 0,1-1-1 0 0,-1 1 1 0 0,1-1 0 0 0,-1 1 0 0 0,1-1-1 0 0,-1 1 1 0 0,1 0 0 0 0,0-1-1 0 0,-1 1 1 0 0,1-1 0 0 0,-1 2 0 0 0,-1 1 19 0 0,-1 0 1 0 0,1-1 0 0 0,0 1-1 0 0,0 0 1 0 0,1 1 0 0 0,-1-1 0 0 0,1 0-1 0 0,-3 6 1 0 0,4-6-67 0 0,0 0-1 0 0,0 1 1 0 0,0-1 0 0 0,0 0-1 0 0,1 0 1 0 0,-1 0 0 0 0,1 0-1 0 0,0 0 1 0 0,-1 0 0 0 0,1 0-1 0 0,1-1 1 0 0,-1 1 0 0 0,0 0-1 0 0,1 0 1 0 0,0-1 0 0 0,-1 1-1 0 0,1-1 1 0 0,0 1 0 0 0,0-1-1 0 0,0 0 1 0 0,1 0 0 0 0,-1 0-1 0 0,0 0 1 0 0,4 2 0 0 0,31 12-2694 0 0,2-11-3493 0 0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2:40:19.7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53 37 11829 0 0,'-2'0'57'0'0,"-31"-3"620"0"0,32 3-669 0 0,0 0 1 0 0,1 0 0 0 0,-1 0-1 0 0,0 0 1 0 0,1 0 0 0 0,-1 0 0 0 0,0 0-1 0 0,1 0 1 0 0,-1 0 0 0 0,0-1 0 0 0,1 1-1 0 0,-1 0 1 0 0,1-1 0 0 0,-1 1 0 0 0,1 0-1 0 0,-1-1 1 0 0,0 1 0 0 0,1-1-1 0 0,-1 1 1 0 0,1 0 0 0 0,0-1 0 0 0,-1 1-1 0 0,1-1 1 0 0,-1 0 0 0 0,1 1 0 0 0,0-1-1 0 0,-1 1 1 0 0,1-1 0 0 0,0 0 0 0 0,0 1-1 0 0,-1-1 1 0 0,1 1 0 0 0,0-1-1 0 0,0 0 1 0 0,0 1 0 0 0,0-1 0 0 0,0 0-1 0 0,0 1 1 0 0,0-2 0 0 0,1 1-43 0 0,-1 0 1 0 0,1 0 0 0 0,0 0-1 0 0,-1 0 1 0 0,1 1 0 0 0,0-1-1 0 0,0 0 1 0 0,0 0 0 0 0,0 1-1 0 0,0-1 1 0 0,0 0 0 0 0,0 1-1 0 0,0-1 1 0 0,0 1-1 0 0,0-1 1 0 0,0 1 0 0 0,0 0-1 0 0,0-1 1 0 0,0 1 0 0 0,0 0-1 0 0,0 0 1 0 0,2-1 0 0 0,31-1-3080 0 0,-23 2-641 0 0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2:39:58.7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313 111 720 0 0,'-4'-7'577'0'0,"1"1"-1"0"0,-1-1 1 0 0,-1 1-1 0 0,1 0 1 0 0,-1 0-1 0 0,-8-7 1 0 0,6 6-195 0 0,-1 1 1 0 0,1 1-1 0 0,-1-1 0 0 0,-1 1 1 0 0,1 0-1 0 0,0 1 1 0 0,-1 0-1 0 0,-13-4 0 0 0,15 6-247 0 0,0 0-1 0 0,-1 0 0 0 0,1 1 0 0 0,0 0 0 0 0,0 0 0 0 0,-1 1 0 0 0,1 0 1 0 0,0 0-1 0 0,0 1 0 0 0,-1-1 0 0 0,1 2 0 0 0,0-1 0 0 0,0 1 0 0 0,0 0 1 0 0,0 1-1 0 0,0-1 0 0 0,1 1 0 0 0,-1 1 0 0 0,1-1 0 0 0,-11 8 0 0 0,15-9-116 0 0,-1 0 0 0 0,1 0 0 0 0,0 1 0 0 0,0-1 0 0 0,-1 0 0 0 0,2 1 0 0 0,-1-1-1 0 0,0 1 1 0 0,0 0 0 0 0,1 0 0 0 0,-1-1 0 0 0,1 1 0 0 0,0 0 0 0 0,0 0 0 0 0,0 0 0 0 0,0 0-1 0 0,1 1 1 0 0,-1-1 0 0 0,1 0 0 0 0,0 0 0 0 0,0 0 0 0 0,0 0 0 0 0,1 4 0 0 0,-1-5-39 0 0,1 0 0 0 0,0 1 0 0 0,0-1-1 0 0,0 0 1 0 0,0 0 0 0 0,1 0 0 0 0,-1 0 0 0 0,0 0 0 0 0,1 0 0 0 0,0-1 0 0 0,-1 1 0 0 0,1 0 0 0 0,0-1 0 0 0,0 1 0 0 0,0-1-1 0 0,0 0 1 0 0,0 1 0 0 0,0-1 0 0 0,0 0 0 0 0,0 0 0 0 0,1-1 0 0 0,-1 1 0 0 0,0 0 0 0 0,0-1 0 0 0,1 1 0 0 0,-1-1 0 0 0,1 0 0 0 0,-1 0-1 0 0,0 0 1 0 0,4 0 0 0 0,4-1-19 0 0,0 0-1 0 0,0-1 0 0 0,-1 0 0 0 0,1 0 1 0 0,-1-1-1 0 0,0 0 0 0 0,12-7 0 0 0,-13 6 30 0 0,0 1-1 0 0,1 0 1 0 0,-1 0-1 0 0,1 0 0 0 0,-1 1 1 0 0,1 0-1 0 0,0 1 1 0 0,0 0-1 0 0,15 0 0 0 0,-18 2 16 0 0,0 0 0 0 0,0 0-1 0 0,0 0 1 0 0,0 1-1 0 0,0 0 1 0 0,0 0 0 0 0,0 1-1 0 0,0 0 1 0 0,-1-1 0 0 0,0 2-1 0 0,1-1 1 0 0,-1 1 0 0 0,0 0-1 0 0,-1 0 1 0 0,6 6-1 0 0,-3-2 9 0 0,-1 0-1 0 0,0 1 0 0 0,0 0 0 0 0,-1 0 0 0 0,0 0 0 0 0,-1 1 0 0 0,0 0 0 0 0,4 14 0 0 0,-2 1 22 0 0,-1-1-1 0 0,-2 1 1 0 0,0 0-1 0 0,-1 0 1 0 0,-2 0-1 0 0,-5 48 1 0 0,0-34 8 0 0,-2 0 0 0 0,-2 0 0 0 0,-1-1 0 0 0,-16 38 0 0 0,21-64-30 0 0,0 0 0 0 0,0 0-1 0 0,-2-1 1 0 0,1 0 0 0 0,-1 0 0 0 0,-1-1-1 0 0,0 0 1 0 0,0 0 0 0 0,-1-1 0 0 0,0 0 0 0 0,-1 0-1 0 0,0-1 1 0 0,0-1 0 0 0,-1 1 0 0 0,0-2 0 0 0,-15 8-1 0 0,22-12-4 0 0,1 0 0 0 0,-1-1-1 0 0,0 0 1 0 0,0 0 0 0 0,0 0 0 0 0,0 0-1 0 0,-1 0 1 0 0,1-1 0 0 0,0 0-1 0 0,0 0 1 0 0,0 0 0 0 0,0 0-1 0 0,0-1 1 0 0,-1 1 0 0 0,1-1 0 0 0,0 0-1 0 0,0 0 1 0 0,0-1 0 0 0,1 1-1 0 0,-1-1 1 0 0,0 0 0 0 0,1 0-1 0 0,-1 0 1 0 0,1 0 0 0 0,-1-1 0 0 0,1 0-1 0 0,-4-3 1 0 0,4 2-2 0 0,0 0 0 0 0,1 0-1 0 0,-1 0 1 0 0,1-1 0 0 0,0 1 0 0 0,0-1 0 0 0,0 1 0 0 0,0-1-1 0 0,1 0 1 0 0,0 0 0 0 0,0 0 0 0 0,0 0 0 0 0,1 0 0 0 0,-1 0 0 0 0,1 0-1 0 0,1 1 1 0 0,-1-1 0 0 0,1 0 0 0 0,-1 0 0 0 0,1 0 0 0 0,4-9-1 0 0,5-12 0 0 0,1 0 0 0 0,2 1 0 0 0,1 0-1 0 0,0 1 1 0 0,2 1 0 0 0,1 0 0 0 0,0 1 0 0 0,23-20-1 0 0,15-12 3 0 0,104-78 0 0 0,-137 115-10 0 0,1 2-1 0 0,48-25 1 0 0,-63 36 5 0 0,-1 0 0 0 0,1 1 1 0 0,0 1-1 0 0,0-1 0 0 0,0 1 0 0 0,0 0 0 0 0,0 1 0 0 0,0 0 1 0 0,0 0-1 0 0,1 1 0 0 0,-1 0 0 0 0,0 1 0 0 0,1-1 1 0 0,8 3-1 0 0,-13-1-1 0 0,0-1 0 0 0,0 0 0 0 0,-1 1 0 0 0,1 0 0 0 0,-1 0 0 0 0,1 0 1 0 0,-1 0-1 0 0,0 1 0 0 0,0-1 0 0 0,0 1 0 0 0,0 0 0 0 0,0 0 0 0 0,0 0 0 0 0,-1 0 0 0 0,1 0 1 0 0,-1 0-1 0 0,0 1 0 0 0,0-1 0 0 0,-1 1 0 0 0,1 0 0 0 0,-1-1 0 0 0,1 1 0 0 0,-1 0 1 0 0,0 0-1 0 0,-1 0 0 0 0,1 0 0 0 0,-1 0 0 0 0,1 0 0 0 0,-1 0 0 0 0,-1 8 0 0 0,0-6 11 0 0,1 0 0 0 0,-1 0-1 0 0,-1 0 1 0 0,1 0 0 0 0,-1 0-1 0 0,0 0 1 0 0,-1 0 0 0 0,1 0-1 0 0,-1-1 1 0 0,0 1 0 0 0,-1-1-1 0 0,1 0 1 0 0,-1 0 0 0 0,0 0-1 0 0,0 0 1 0 0,-1-1 0 0 0,1 0-1 0 0,-1 1 1 0 0,-5 2 0 0 0,9-6 110 0 0,-4-10-6 0 0,4 8-110 0 0,0 0 0 0 0,0 0-1 0 0,1 0 1 0 0,-1 0 0 0 0,0 0-1 0 0,1 0 1 0 0,-1 0 0 0 0,1 0-1 0 0,-1 0 1 0 0,1 0 0 0 0,-1 0 0 0 0,1 0-1 0 0,0 0 1 0 0,0 0 0 0 0,0 0-1 0 0,-1-3 1 0 0,3-5 14 0 0,0 0-1 0 0,1 0 1 0 0,0-1-1 0 0,0 1 1 0 0,1 1-1 0 0,0-1 1 0 0,1 1-1 0 0,0-1 1 0 0,7-8 0 0 0,2-3-108 0 0,1 1 1 0 0,26-25-1 0 0,-28 32-444 0 0,1 0 0 0 0,0 1 0 0 0,19-12-1 0 0,-25 19-595 0 0,0-1 0 0 0,0 2 0 0 0,1-1 0 0 0,15-4-1 0 0,-9 5-1103 0 0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2:39:59.1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150 23 788 0 0,'0'-2'241'0'0,"-1"1"1"0"0,0 0-1 0 0,1-1 0 0 0,-1 1 1 0 0,0 0-1 0 0,0 0 0 0 0,0 0 0 0 0,0 0 1 0 0,0-1-1 0 0,0 1 0 0 0,0 0 1 0 0,0 1-1 0 0,0-1 0 0 0,0 0 1 0 0,0 0-1 0 0,-1 0 0 0 0,1 1 0 0 0,0-1 1 0 0,-1 1-1 0 0,1-1 0 0 0,0 1 1 0 0,-1-1-1 0 0,-1 1 0 0 0,-2 0-64 0 0,1 1 0 0 0,0 0-1 0 0,-1 0 1 0 0,1 0 0 0 0,0 1-1 0 0,0 0 1 0 0,0-1 0 0 0,-4 4-1 0 0,0-1 6 0 0,1 0 0 0 0,0 0-1 0 0,1 1 1 0 0,-1 0 0 0 0,1 0-1 0 0,-10 10 1 0 0,14-12-130 0 0,-1-1-1 0 0,1 1 1 0 0,0 0-1 0 0,0 0 1 0 0,0 0 0 0 0,1 0-1 0 0,-1 0 1 0 0,1 0-1 0 0,-1 0 1 0 0,1 0-1 0 0,0 1 1 0 0,0-1 0 0 0,1 0-1 0 0,-1 1 1 0 0,1-1-1 0 0,0 1 1 0 0,-1-1-1 0 0,2 5 1 0 0,-1-7-43 0 0,1 0 0 0 0,0 0 0 0 0,-1 1 1 0 0,1-1-1 0 0,0 0 0 0 0,0 0 0 0 0,0 0 0 0 0,0 0 0 0 0,0 0 0 0 0,0 0 1 0 0,0 0-1 0 0,0-1 0 0 0,0 1 0 0 0,0 0 0 0 0,1-1 0 0 0,-1 1 1 0 0,0 0-1 0 0,0-1 0 0 0,1 0 0 0 0,-1 1 0 0 0,0-1 0 0 0,1 0 0 0 0,-1 1 1 0 0,1-1-1 0 0,1 0 0 0 0,40 2-26 0 0,-38-2 19 0 0,133-9-325 0 0,-99 21-1287 0 0,-18 0-3439 0 0,-15-8 2987 0 0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2:39:59.7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21 176 0 0,'0'-1'200'0'0,"1"-1"-1"0"0,0 1 1 0 0,-1 0 0 0 0,1 0-1 0 0,0 0 1 0 0,0 0 0 0 0,0-1-1 0 0,0 1 1 0 0,0 0 0 0 0,0 1-1 0 0,0-1 1 0 0,0 0 0 0 0,0 0 0 0 0,0 0-1 0 0,1 1 1 0 0,-1-1 0 0 0,0 0-1 0 0,1 1 1 0 0,-1-1 0 0 0,0 1-1 0 0,1 0 1 0 0,-1-1 0 0 0,0 1-1 0 0,1 0 1 0 0,-1 0 0 0 0,1 0-1 0 0,-1 0 1 0 0,1 0 0 0 0,-1 0-1 0 0,0 0 1 0 0,3 1 0 0 0,-2 0-110 0 0,0 1 1 0 0,0-1 0 0 0,1 1-1 0 0,-1 0 1 0 0,0 0 0 0 0,-1 0 0 0 0,1 0-1 0 0,0 0 1 0 0,0 0 0 0 0,-1 0-1 0 0,1 0 1 0 0,-1 1 0 0 0,0-1-1 0 0,0 1 1 0 0,0-1 0 0 0,2 6-1 0 0,-2-4-36 0 0,1 0 0 0 0,-1 1-1 0 0,0-1 1 0 0,-1 1 0 0 0,1-1-1 0 0,-1 1 1 0 0,1-1-1 0 0,-1 1 1 0 0,-1-1 0 0 0,1 1-1 0 0,-1-1 1 0 0,1 1-1 0 0,-1-1 1 0 0,-1 0 0 0 0,-1 6-1 0 0,-2 0 36 0 0,-1 0 1 0 0,0-1-1 0 0,0 1 0 0 0,-14 13 0 0 0,19-21-78 0 0,0-1 33 0 0,0-1-48 0 0,1 0 3 0 0,0 0 0 0 0,-1-1 0 0 0,1 1 0 0 0,0 0 0 0 0,-1 0 0 0 0,1-1 0 0 0,0 1 0 0 0,0 0-1 0 0,-1-1 1 0 0,1 1 0 0 0,0 0 0 0 0,0-1 0 0 0,-1 1 0 0 0,1-1 0 0 0,0 1 0 0 0,0 0 0 0 0,0-1-1 0 0,0 1 1 0 0,0-1 0 0 0,0 1 0 0 0,0-1 0 0 0,0 1 0 0 0,0 0 0 0 0,0-1 0 0 0,0 1 0 0 0,0-1-1 0 0,0 1 1 0 0,0-1 0 0 0,0 1 0 0 0,0 0 0 0 0,0-1 0 0 0,0 1 0 0 0,0-1 0 0 0,1 1-1 0 0,-1 0 1 0 0,0-1 0 0 0,0 1 0 0 0,1 0 0 0 0,-1-1 0 0 0,0 1 0 0 0,9-19-38 0 0,0 8 19 0 0,1 1-1 0 0,0 0 1 0 0,1 0-1 0 0,0 1 1 0 0,0 0-1 0 0,1 1 1 0 0,0 0-1 0 0,0 1 1 0 0,1 1-1 0 0,-1 0 1 0 0,23-7-1 0 0,-34 13 20 0 0,0-1 0 0 0,0 1 0 0 0,0 0 1 0 0,0 0-1 0 0,1 0 0 0 0,-1 0 0 0 0,0 0 0 0 0,0 0 0 0 0,0 0 0 0 0,0 0 0 0 0,0 1 0 0 0,1-1 0 0 0,-1 0 0 0 0,0 1 1 0 0,0-1-1 0 0,0 1 0 0 0,0-1 0 0 0,0 1 0 0 0,0 0 0 0 0,0-1 0 0 0,0 1 0 0 0,0 0 0 0 0,0-1 0 0 0,-1 1 0 0 0,1 0 1 0 0,0 0-1 0 0,0 0 0 0 0,-1 0 0 0 0,1 0 0 0 0,0 0 0 0 0,0 2 0 0 0,11 41-29 0 0,-2-8 91 0 0,-9-36-47 0 0,11-4-1 0 0,0-1-1 0 0,0 2 1 0 0,1 0-1 0 0,18-3 1 0 0,18-4-10 0 0,-43 9 1 0 0,0-1 1 0 0,0 1 0 0 0,1 0 0 0 0,-1 1 0 0 0,1 0-1 0 0,-1 0 1 0 0,8 0 0 0 0,-12 1 2 0 0,0-1-1 0 0,0 0 1 0 0,0 1-1 0 0,0-1 1 0 0,0 0-1 0 0,-1 1 1 0 0,1 0-1 0 0,0 0 1 0 0,0-1-1 0 0,-1 1 1 0 0,1 0 0 0 0,0 0-1 0 0,-1 1 1 0 0,1-1-1 0 0,-1 0 1 0 0,0 0-1 0 0,1 1 1 0 0,-1-1-1 0 0,0 1 1 0 0,0-1-1 0 0,0 1 1 0 0,0-1-1 0 0,0 1 1 0 0,2 3 0 0 0,-3-1-27 0 0,1 0 0 0 0,0 0 1 0 0,-1 0-1 0 0,0-1 1 0 0,0 1-1 0 0,0 0 0 0 0,-1 0 1 0 0,1 0-1 0 0,-1 0 1 0 0,0-1-1 0 0,0 1 0 0 0,0 0 1 0 0,0-1-1 0 0,-1 1 1 0 0,1-1-1 0 0,-4 6 1 0 0,-24 29-5380 0 0,21-32 3327 0 0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2:40:00.5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42 0 696 0 0,'0'0'2653'0'0,"14"49"-105"0"0,-13-46-2476 0 0,0 0 0 0 0,-1 0 0 0 0,1 1 0 0 0,-1-1 0 0 0,1 0 1 0 0,-1 0-1 0 0,0 1 0 0 0,0-1 0 0 0,0 0 0 0 0,-1 1 0 0 0,1-1 1 0 0,-1 0-1 0 0,0 0 0 0 0,0 0 0 0 0,0 1 0 0 0,0-1 0 0 0,0 0 1 0 0,-1 0-1 0 0,1-1 0 0 0,-1 1 0 0 0,0 0 0 0 0,0 0 1 0 0,0-1-1 0 0,0 1 0 0 0,0-1 0 0 0,-1 0 0 0 0,-2 3 0 0 0,4-5-20 0 0,0 1-33 0 0,0-1-1 0 0,0 0 1 0 0,-1 0-1 0 0,1 1 0 0 0,0-1 1 0 0,0 0-1 0 0,0 0 0 0 0,0 0 1 0 0,0 0-1 0 0,0-1 1 0 0,0 1-1 0 0,0 0 0 0 0,0 0 1 0 0,0 0-1 0 0,0-1 1 0 0,-1 1-1 0 0,1-1 0 0 0,0 1 1 0 0,1-1-1 0 0,-1 1 0 0 0,0-1 1 0 0,0 0-1 0 0,0 1 1 0 0,0-1-1 0 0,0 0 0 0 0,1 0 1 0 0,-2 0-1 0 0,3-2-17 0 0,-1 1 0 0 0,1 0-1 0 0,0 0 1 0 0,0 0 0 0 0,1-1-1 0 0,-1 1 1 0 0,0 0 0 0 0,1 1 0 0 0,-1-1-1 0 0,1 0 1 0 0,-1 0 0 0 0,4-2-1 0 0,0-1-1 0 0,0 0-1 0 0,0 0 0 0 0,0 0 0 0 0,1 0 1 0 0,0 1-1 0 0,0 0 0 0 0,0 0 0 0 0,0 0 1 0 0,1 1-1 0 0,0 0 0 0 0,-1 1 1 0 0,9-3-1 0 0,-13 5 2 0 0,-2-1 1 0 0,1 1-1 0 0,0 0 0 0 0,0 0 0 0 0,0 0 0 0 0,0 0 0 0 0,0 0 1 0 0,0 0-1 0 0,0 0 0 0 0,0 0 0 0 0,0 0 0 0 0,0 0 0 0 0,0 0 1 0 0,-1 0-1 0 0,1 1 0 0 0,0-1 0 0 0,0 0 0 0 0,0 1 0 0 0,0-1 1 0 0,0 1-1 0 0,-1-1 0 0 0,1 1 0 0 0,0-1 0 0 0,1 2 0 0 0,18 14 24 0 0,-16-13-16 0 0,2 4-1 0 0,0-1 1 0 0,1-1 0 0 0,-1 1 0 0 0,1-1 0 0 0,0 0 0 0 0,1-1 0 0 0,-1 1 0 0 0,1-2-1 0 0,0 1 1 0 0,0-1 0 0 0,0 0 0 0 0,0 0 0 0 0,17 2 0 0 0,26 6 24 0 0,-38-7 57 0 0,0 0 1 0 0,0-1 0 0 0,1-1 0 0 0,-1 0-1 0 0,1-1 1 0 0,-1 0 0 0 0,1-1 0 0 0,0-1-1 0 0,24-3 1 0 0,-12-1 778 0 0,-20 3-4084 0 0,-21-3 16 0 0,7 1 950 0 0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2:40:01.8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262 41 100 0 0,'5'-12'2598'0'0,"5"-10"1836"0"0,-15 16-2835 0 0,-11 7-1036 0 0,-14 10-315 0 0,0 2-1 0 0,2 1 1 0 0,0 1-1 0 0,0 1 1 0 0,1 1-1 0 0,-38 33 1 0 0,64-49-240 0 0,0-1 1 0 0,0 1-1 0 0,-1 0 1 0 0,1-1-1 0 0,0 1 1 0 0,0 0-1 0 0,0 0 0 0 0,0 0 1 0 0,0 0-1 0 0,0 0 1 0 0,0 0-1 0 0,0 0 0 0 0,0 1 1 0 0,1-1-1 0 0,-1 0 1 0 0,0 0-1 0 0,1 1 1 0 0,-1-1-1 0 0,1 0 0 0 0,-1 1 1 0 0,1-1-1 0 0,0 0 1 0 0,0 1-1 0 0,-1-1 0 0 0,1 1 1 0 0,0-1-1 0 0,0 0 1 0 0,0 1-1 0 0,1-1 1 0 0,-1 1-1 0 0,0-1 0 0 0,0 0 1 0 0,2 3-1 0 0,-1-3-1 0 0,1 1 0 0 0,0 0 0 0 0,-1-1 0 0 0,1 0 0 0 0,0 1 0 0 0,0-1 0 0 0,0 0 0 0 0,0 0 0 0 0,0 0 0 0 0,0 0 0 0 0,1 0 0 0 0,-1-1 0 0 0,0 1 0 0 0,0-1 0 0 0,1 1 0 0 0,-1-1 0 0 0,0 0-1 0 0,1 0 1 0 0,2 0 0 0 0,12-2-38 0 0,0 0 0 0 0,-1-1 0 0 0,0-1 0 0 0,1 0 0 0 0,-1-2-1 0 0,-1 0 1 0 0,29-15 0 0 0,-19 10-49 0 0,-21 10-220 0 0,1 0 1 0 0,0 0-1 0 0,0 0 1 0 0,-1 1-1 0 0,1 0 0 0 0,0 0 1 0 0,0 0-1 0 0,0 0 0 0 0,0 1 1 0 0,8 2-1 0 0,14 0-3569 0 0,-10-1 1639 0 0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2:40:02.4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61 525 64 0 0,'0'-1'207'0'0,"0"0"0"0"0,0 0 1 0 0,0-1-1 0 0,0 1 0 0 0,0 0 0 0 0,0 0 0 0 0,0 0 0 0 0,0 0 1 0 0,0 0-1 0 0,0 0 0 0 0,0 0 0 0 0,-1 0 0 0 0,1 0 0 0 0,0 0 1 0 0,-1 0-1 0 0,1 1 0 0 0,-1-1 0 0 0,1 0 0 0 0,-1 0 0 0 0,1 0 1 0 0,-1 0-1 0 0,0 0 0 0 0,1 1 0 0 0,-2-2 0 0 0,1 2-90 0 0,0 0-1 0 0,0 1 1 0 0,1-1-1 0 0,-1 0 1 0 0,0 0-1 0 0,0 1 1 0 0,0-1-1 0 0,0 1 0 0 0,0-1 1 0 0,1 1-1 0 0,-1-1 1 0 0,0 1-1 0 0,0-1 1 0 0,1 1-1 0 0,-1 0 1 0 0,0-1-1 0 0,1 1 1 0 0,-1 0-1 0 0,0 1 1 0 0,-28 46 1135 0 0,27-45-1232 0 0,1 0 0 0 0,0 1-1 0 0,0-1 1 0 0,0 0 0 0 0,1 0 0 0 0,-1 0 0 0 0,1 1 0 0 0,-1-1 0 0 0,1 0-1 0 0,0 0 1 0 0,1 1 0 0 0,-1-1 0 0 0,0 0 0 0 0,1 0 0 0 0,0 1 0 0 0,0-1-1 0 0,0 0 1 0 0,0 0 0 0 0,0 0 0 0 0,1 0 0 0 0,-1 0 0 0 0,1 0 0 0 0,0-1-1 0 0,0 1 1 0 0,0 0 0 0 0,0-1 0 0 0,0 0 0 0 0,0 1 0 0 0,1-1 0 0 0,-1 0-1 0 0,1 0 1 0 0,0 0 0 0 0,-1 0 0 0 0,6 1 0 0 0,-2 0 19 0 0,1 0 1 0 0,0 0-1 0 0,0-1 1 0 0,0 0 0 0 0,0-1-1 0 0,0 0 1 0 0,0 0-1 0 0,0 0 1 0 0,0-1-1 0 0,1 0 1 0 0,-1 0-1 0 0,0-1 1 0 0,0 0-1 0 0,12-3 1 0 0,-3-1-40 0 0,-1-1-1 0 0,1-1 1 0 0,-2-1-1 0 0,1 0 1 0 0,-1-1 0 0 0,0 0-1 0 0,-1-1 1 0 0,0-1 0 0 0,-1 0-1 0 0,0 0 1 0 0,0-2-1 0 0,-1 1 1 0 0,-1-1 0 0 0,0-1-1 0 0,-1 0 1 0 0,-1 0-1 0 0,12-27 1 0 0,-4 2 0 0 0,-2-1-1 0 0,-1 0 1 0 0,-2-1 0 0 0,-2 0 0 0 0,7-80-1 0 0,-16 108 50 0 0,-1-1-1 0 0,0 1 0 0 0,0-1 1 0 0,-7-23-1 0 0,2 7 281 0 0,5 29-322 0 0,1 1 1 0 0,0-1-1 0 0,0 0 1 0 0,-1 1-1 0 0,1-1 0 0 0,0 1 1 0 0,-1-1-1 0 0,1 1 1 0 0,-1-1-1 0 0,1 1 1 0 0,-1-1-1 0 0,1 1 0 0 0,-1-1 1 0 0,1 1-1 0 0,-1-1 1 0 0,0 1-1 0 0,1 0 0 0 0,-1-1 1 0 0,1 1-1 0 0,-1 0 1 0 0,0 0-1 0 0,1-1 1 0 0,-1 1-1 0 0,0 0 0 0 0,1 0 1 0 0,-1 0-1 0 0,0 0 1 0 0,1 0-1 0 0,-1 0 0 0 0,0 0 1 0 0,0 0-1 0 0,1 0 1 0 0,-1 0-1 0 0,0 0 1 0 0,1 1-1 0 0,-1-1 0 0 0,1 0 1 0 0,-1 0-1 0 0,0 1 1 0 0,1-1-1 0 0,-1 0 0 0 0,0 1 1 0 0,1-1-1 0 0,-1 1 1 0 0,1-1-1 0 0,-1 1 1 0 0,0 0-1 0 0,-28 20 94 0 0,17-8-77 0 0,0 0 1 0 0,2 0-1 0 0,-1 1 0 0 0,2 0 0 0 0,0 1 0 0 0,1 0 0 0 0,0 1 0 0 0,1 0 1 0 0,1 0-1 0 0,0 0 0 0 0,2 1 0 0 0,0 0 0 0 0,0 0 0 0 0,2 0 0 0 0,0 0 0 0 0,1 0 1 0 0,2 29-1 0 0,0-19 0 0 0,2 1 1 0 0,2-1-1 0 0,0 0 1 0 0,2 0-1 0 0,0-1 0 0 0,2 1 1 0 0,1-2-1 0 0,1 1 1 0 0,2-2-1 0 0,19 31 1 0 0,-27-47-15 0 0,0-2 0 0 0,0 1 0 0 0,1 0 0 0 0,0-1 0 0 0,0 0-1 0 0,1-1 1 0 0,0 1 0 0 0,0-1 0 0 0,0 0 0 0 0,0-1 0 0 0,1 0 0 0 0,0 0 0 0 0,-1-1 0 0 0,11 3 0 0 0,-16-5 6 0 0,-1-1 0 0 0,0 1-1 0 0,1-1 1 0 0,-1 0 0 0 0,0 0 0 0 0,1 0 0 0 0,-1 0-1 0 0,0 0 1 0 0,1 0 0 0 0,-1 0 0 0 0,0 0-1 0 0,1-1 1 0 0,-1 1 0 0 0,0 0 0 0 0,1-1 0 0 0,-1 1-1 0 0,0-1 1 0 0,0 1 0 0 0,1-1 0 0 0,-1 0-1 0 0,0 0 1 0 0,0 1 0 0 0,0-1 0 0 0,0 0 0 0 0,0 0-1 0 0,0 0 1 0 0,0 0 0 0 0,0 0 0 0 0,1-3-1 0 0,6-16-1512 0 0,-5-1-5280 0 0,-3 13 4421 0 0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2:40:02.7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21 596 0 0,'0'0'856'0'0,"4"-5"800"0"0,-3 0-228 0 0,1-1 701 0 0,0 1-1497 0 0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2:40:03.5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99 465 820 0 0,'-5'0'333'0'0,"0"1"-1"0"0,0 0 1 0 0,0 0-1 0 0,0 0 1 0 0,0 1-1 0 0,1 0 1 0 0,-1 0-1 0 0,0 0 1 0 0,1 0-1 0 0,-1 1 1 0 0,1-1-1 0 0,0 1 1 0 0,0 1 0 0 0,0-1-1 0 0,0 0 1 0 0,1 1-1 0 0,-1 0 1 0 0,-3 4-1 0 0,6-6-297 0 0,-1 0 0 0 0,1 0 0 0 0,0 0 0 0 0,0 0 0 0 0,0 0 0 0 0,0 0 0 0 0,0 0 0 0 0,1 0 0 0 0,-1 0 0 0 0,0 0 0 0 0,1 0 0 0 0,0 0 0 0 0,-1 1 0 0 0,1-1 0 0 0,0 0 0 0 0,0 0 0 0 0,0 0 0 0 0,1 1 0 0 0,-1-1 0 0 0,0 0 0 0 0,1 0 0 0 0,-1 0 0 0 0,1 0 0 0 0,0 0 0 0 0,0 0 0 0 0,0 0 0 0 0,0 0 0 0 0,0 0 0 0 0,0 0 0 0 0,1 0 0 0 0,-1 0 0 0 0,0-1 0 0 0,1 1 0 0 0,0-1 0 0 0,-1 1 0 0 0,1-1 0 0 0,0 1 0 0 0,0-1 0 0 0,-1 0 0 0 0,1 0 0 0 0,0 0 0 0 0,0 0 0 0 0,3 1 0 0 0,8 3-125 0 0,0 0 0 0 0,0-1 0 0 0,0-1 0 0 0,0 0 0 0 0,1 0-1 0 0,0-1 1 0 0,-1-1 0 0 0,1 0 0 0 0,0-1 0 0 0,0-1 0 0 0,20-3 0 0 0,-18 2 44 0 0,1-1 1 0 0,-1-1-1 0 0,0-1 1 0 0,0 0-1 0 0,0-1 0 0 0,0 0 1 0 0,-1-2-1 0 0,0 1 1 0 0,15-13-1 0 0,-26 18 89 0 0,2-2 171 0 0,0-1 0 0 0,0 0 0 0 0,0 0 1 0 0,0 0-1 0 0,-1 0 0 0 0,0-1 0 0 0,7-9 0 0 0,-12 14-65 0 0,0 0 1 0 0,0 0 0 0 0,1 0-1 0 0,-1 0 1 0 0,0 0 0 0 0,1 0-1 0 0,-1 0 1 0 0,1 1 0 0 0,-1-1-1 0 0,1 0 1 0 0,-1 0 0 0 0,1 1-1 0 0,0-1 1 0 0,-1 0 0 0 0,1 0-1 0 0,0 1 1 0 0,0-1 0 0 0,0 1-1 0 0,1-1 1 0 0,-2 2-127 0 0,-1 0-1 0 0,1 0 1 0 0,0 0-1 0 0,-1 0 1 0 0,1 0 0 0 0,0 0-1 0 0,-1-1 1 0 0,1 1-1 0 0,-1 0 1 0 0,1 0 0 0 0,-1 0-1 0 0,0 0 1 0 0,1 0-1 0 0,-1-1 1 0 0,0 1 0 0 0,0 0-1 0 0,1-1 1 0 0,-1 1-1 0 0,0 0 1 0 0,-2 0-1 0 0,-69 76 138 0 0,66-65-160 0 0,6-11-5 0 0,0 0 0 0 0,1-1 1 0 0,-1 1-1 0 0,0 0 0 0 0,0-1 0 0 0,1 1 1 0 0,-1 0-1 0 0,0-1 0 0 0,1 1 0 0 0,-1-1 1 0 0,1 1-1 0 0,-1 0 0 0 0,1-1 0 0 0,-1 1 1 0 0,1-1-1 0 0,0 0 0 0 0,-1 1 1 0 0,1-1-1 0 0,-1 1 0 0 0,1-1 0 0 0,0 0 1 0 0,-1 0-1 0 0,1 1 0 0 0,0-1 0 0 0,-1 0 1 0 0,1 0-1 0 0,0 0 0 0 0,0 0 0 0 0,-1 1 1 0 0,1-1-1 0 0,0 0 0 0 0,0 0 0 0 0,-1-1 1 0 0,1 1-1 0 0,0 0 0 0 0,1 0 0 0 0,45-10-298 0 0,-23 5-29 0 0,0 0-1 0 0,0 2 0 0 0,0 0 0 0 0,1 2 1 0 0,35 2-1 0 0,-50 0 157 0 0,18 3-376 0 0,0-2 1 0 0,0-1-1 0 0,38-2 1 0 0,-57-1 505 0 0,-1 1-1 0 0,1-1 1 0 0,0 0 0 0 0,-1-1 0 0 0,1 1 0 0 0,-1-2 0 0 0,0 1 0 0 0,0-1 0 0 0,-1-1 0 0 0,1 1 0 0 0,-1-1 0 0 0,0-1-1 0 0,0 1 1 0 0,11-13 0 0 0,-5 4 165 0 0,-2-2 0 0 0,0 1 0 0 0,-1-2-1 0 0,0 1 1 0 0,-2-1 0 0 0,0-1 0 0 0,0 1 0 0 0,-2-1-1 0 0,0-1 1 0 0,-2 1 0 0 0,6-34 0 0 0,-7 18 501 0 0,-1 0 0 0 0,-1 0 0 0 0,-2 0 0 0 0,-1 0-1 0 0,-11-58 1 0 0,13 92-589 0 0,0-1-1 0 0,0 0 1 0 0,0 0-1 0 0,0 1 1 0 0,0-1-1 0 0,-1 0 1 0 0,1 0-1 0 0,0 1 0 0 0,0-1 1 0 0,-1 0-1 0 0,1 0 1 0 0,0 1-1 0 0,-1-1 1 0 0,1 0-1 0 0,0 1 1 0 0,-1-1-1 0 0,1 0 1 0 0,-1 1-1 0 0,1-1 0 0 0,-1 1 1 0 0,0-1-1 0 0,1 1 1 0 0,-1-1-1 0 0,1 1 1 0 0,-1-1-1 0 0,0 1 1 0 0,1 0-1 0 0,-1-1 0 0 0,0 1 1 0 0,0 0-1 0 0,1 0 1 0 0,-1-1-1 0 0,0 1 1 0 0,-1 0-1 0 0,0 1 6 0 0,0-1-1 0 0,0 1 1 0 0,0 0-1 0 0,0 0 1 0 0,0 0-1 0 0,0 0 1 0 0,0 0 0 0 0,1 1-1 0 0,-1-1 1 0 0,0 0-1 0 0,1 1 1 0 0,-3 2-1 0 0,-43 57 254 0 0,43-56-209 0 0,-7 13 9 0 0,1 1-1 0 0,0 1 1 0 0,2-1 0 0 0,0 1 0 0 0,1 1 0 0 0,1-1 0 0 0,-5 33 0 0 0,4-3-281 0 0,2 0 0 0 0,1 54 1 0 0,-1-66-2179 0 0,-6-16-4147 0 0,8-18 3555 0 0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2:40:03.8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 79 12245 0 0,'-1'0'3'0'0,"0"-1"-1"0"0,0 1 1 0 0,-1 0 0 0 0,1-1-1 0 0,1 1 1 0 0,-1 0 0 0 0,0-1-1 0 0,0 1 1 0 0,0-1-1 0 0,0 0 1 0 0,0 1 0 0 0,0-1-1 0 0,0 0 1 0 0,1 1 0 0 0,-1-1-1 0 0,0 0 1 0 0,1 0 0 0 0,-1 0-1 0 0,0 0 1 0 0,1 1-1 0 0,-1-1 1 0 0,1 0 0 0 0,0 0-1 0 0,-1 0 1 0 0,1 0 0 0 0,0 0-1 0 0,-1 0 1 0 0,1 0-1 0 0,0 0 1 0 0,0 0 0 0 0,0-1-1 0 0,0 1 1 0 0,0 0 0 0 0,0-1-1 0 0,1 0-3 0 0,1 0-1 0 0,-1 0 1 0 0,0 0 0 0 0,1 0-1 0 0,-1 1 1 0 0,1-1-1 0 0,0 0 1 0 0,0 1-1 0 0,-1 0 1 0 0,1-1 0 0 0,0 1-1 0 0,0 0 1 0 0,0 0-1 0 0,1 0 1 0 0,-1 0 0 0 0,3-1-1 0 0,11-3-207 0 0,-1 1 0 0 0,1 0 0 0 0,0 1 0 0 0,23-1-1 0 0,31 1-4036 0 0,-52 2 2337 0 0,12 1-967 0 0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2:40:06.5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305 79 140 0 0,'1'-7'769'0'0,"0"1"0"0"0,0 0 0 0 0,0 0 0 0 0,-1-1-1 0 0,0 1 1 0 0,-1 0 0 0 0,1-1 0 0 0,-4-11 0 0 0,4 17-683 0 0,-1 1-1 0 0,1-1 1 0 0,-1 0 0 0 0,1 1-1 0 0,-1-1 1 0 0,1 0 0 0 0,-1 1-1 0 0,0-1 1 0 0,0 1 0 0 0,1-1-1 0 0,-1 1 1 0 0,0-1 0 0 0,0 1-1 0 0,1 0 1 0 0,-1-1 0 0 0,0 1 0 0 0,0 0-1 0 0,0 0 1 0 0,0-1 0 0 0,1 1-1 0 0,-1 0 1 0 0,0 0 0 0 0,0 0-1 0 0,0 0 1 0 0,-1 0 0 0 0,-29 10 696 0 0,-30 28-623 0 0,51-31 104 0 0,-17 12 59 0 0,-48 43 0 0 0,65-53-249 0 0,1 1 0 0 0,0 0 1 0 0,1 1-1 0 0,0 0 1 0 0,0 1-1 0 0,1-1 1 0 0,-8 20-1 0 0,14-30-62 0 0,1 0 0 0 0,-1 1 1 0 0,0-1-1 0 0,1 1 0 0 0,-1-1 0 0 0,1 1 0 0 0,-1-1 1 0 0,1 1-1 0 0,0-1 0 0 0,-1 1 0 0 0,1-1 0 0 0,0 1 1 0 0,0 0-1 0 0,0-1 0 0 0,0 1 0 0 0,1-1 0 0 0,-1 1 1 0 0,0-1-1 0 0,1 1 0 0 0,-1-1 0 0 0,1 1 0 0 0,-1-1 1 0 0,1 1-1 0 0,0-1 0 0 0,-1 1 0 0 0,2 1 0 0 0,0-2-3 0 0,0 0-1 0 0,1 0 0 0 0,-1 0 1 0 0,0 0-1 0 0,0 0 0 0 0,0 0 1 0 0,0-1-1 0 0,1 1 0 0 0,-1-1 1 0 0,0 1-1 0 0,1-1 0 0 0,-1 0 1 0 0,0 0-1 0 0,1 0 0 0 0,3-1 1 0 0,12-1 1 0 0,1-1-1 0 0,-1-2 1 0 0,25-8 0 0 0,-38 12 0 0 0,68-31 26 0 0,-50 21-20 0 0,44-15 0 0 0,-65 26-26 0 0,17 17-23 0 0,-9 8 29 0 0,-9-22 3 0 0,0 1 1 0 0,0 0 0 0 0,0-1-1 0 0,1 0 1 0 0,-1 1 0 0 0,1-1-1 0 0,0 0 1 0 0,0 1-1 0 0,0-1 1 0 0,1 0 0 0 0,-1-1-1 0 0,1 1 1 0 0,0 0 0 0 0,-1-1-1 0 0,1 1 1 0 0,6 3-1 0 0,-7-6 2 0 0,1 1-1 0 0,-1 0 1 0 0,1-1-1 0 0,-1 1 1 0 0,1-1 0 0 0,0 0-1 0 0,-1 0 1 0 0,1 0-1 0 0,0 0 1 0 0,-1 0-1 0 0,1 0 1 0 0,-1-1-1 0 0,1 0 1 0 0,-1 1-1 0 0,1-1 1 0 0,-1 0-1 0 0,1 0 1 0 0,-1 0-1 0 0,0 0 1 0 0,1-1-1 0 0,-1 1 1 0 0,0-1-1 0 0,0 1 1 0 0,0-1-1 0 0,0 0 1 0 0,0 0-1 0 0,0 0 1 0 0,-1 0-1 0 0,4-4 1 0 0,8-8 0 0 0,47-34-47 0 0,-33 24-17 0 0,0 2 1 0 0,2 1-1 0 0,0 1 1 0 0,40-19 0 0 0,-68 39 60 0 0,0-1-1 0 0,1 0 1 0 0,-1 1 0 0 0,0-1 0 0 0,1 1-1 0 0,-1-1 1 0 0,1 1 0 0 0,-1 0 0 0 0,1 0-1 0 0,-1-1 1 0 0,1 1 0 0 0,-1 0 0 0 0,1 0-1 0 0,-1 0 1 0 0,1 1 0 0 0,-1-1 0 0 0,0 0-1 0 0,1 1 1 0 0,-1-1 0 0 0,1 1 0 0 0,-1-1 0 0 0,0 1-1 0 0,1-1 1 0 0,-1 1 0 0 0,0 0 0 0 0,0 0-1 0 0,1 0 1 0 0,-1 0 0 0 0,0 0 0 0 0,0 0-1 0 0,0 0 1 0 0,0 0 0 0 0,0 0 0 0 0,0 0-1 0 0,0 0 1 0 0,-1 1 0 0 0,1-1 0 0 0,0 0-1 0 0,-1 1 1 0 0,1 1 0 0 0,3 9 0 0 0,-1-1 0 0 0,0 1 1 0 0,-1-1-1 0 0,2 18 0 0 0,2 9 158 0 0,-4-29-121 0 0,1-1 1 0 0,0 1-1 0 0,1-1 0 0 0,0 0 1 0 0,0 0-1 0 0,1 0 1 0 0,0 0-1 0 0,10 11 0 0 0,-13-17-27 0 0,1 0-1 0 0,-1 0 0 0 0,0-1 0 0 0,0 0 0 0 0,1 1 0 0 0,-1-1 0 0 0,1 0 1 0 0,-1 0-1 0 0,1 0 0 0 0,-1 0 0 0 0,1-1 0 0 0,0 1 0 0 0,-1-1 1 0 0,1 0-1 0 0,0 1 0 0 0,-1-1 0 0 0,1 0 0 0 0,0-1 0 0 0,0 1 0 0 0,-1 0 1 0 0,1-1-1 0 0,-1 1 0 0 0,1-1 0 0 0,0 0 0 0 0,-1 0 0 0 0,1 0 1 0 0,-1 0-1 0 0,0-1 0 0 0,1 1 0 0 0,-1-1 0 0 0,0 1 0 0 0,4-4 0 0 0,25-17 18 0 0,-9 5-18 0 0,1 0-1 0 0,1 2 1 0 0,0 1-1 0 0,0 1 0 0 0,2 1 1 0 0,0 1-1 0 0,30-9 1 0 0,-51 20-3 0 0,1 0 0 0 0,-1 0 0 0 0,0 0 0 0 0,1 0 0 0 0,-1 1 0 0 0,0 0 0 0 0,1 0 0 0 0,-1 0 1 0 0,0 1-1 0 0,0-1 0 0 0,0 1 0 0 0,0 1 0 0 0,0-1 0 0 0,-1 1 0 0 0,1 0 0 0 0,-1 0 0 0 0,1 0 0 0 0,-1 0 0 0 0,0 1 0 0 0,0 0 0 0 0,-1-1 1 0 0,1 1-1 0 0,-1 1 0 0 0,0-1 0 0 0,0 1 0 0 0,0-1 0 0 0,0 1 0 0 0,2 8 0 0 0,7 23-1149 0 0,-10-27 344 0 0,0-1 0 0 0,0 0 0 0 0,1 0-1 0 0,8 15 1 0 0,-10-21 655 0 0,1 0-1 0 0,-1 0 1 0 0,1 0 0 0 0,-1 0 0 0 0,1-1 0 0 0,0 1-1 0 0,-1 0 1 0 0,1-1 0 0 0,0 0 0 0 0,0 1-1 0 0,0-1 1 0 0,0 0 0 0 0,0 0 0 0 0,1 0 0 0 0,-1 0-1 0 0,0 0 1 0 0,0-1 0 0 0,1 1 0 0 0,-1-1-1 0 0,0 0 1 0 0,1 1 0 0 0,3-1 0 0 0,5 0-2067 0 0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2:40:07.9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138 95 600 0 0,'0'-2'298'0'0,"-1"0"-1"0"0,0 1 1 0 0,1-1-1 0 0,-1 0 1 0 0,0 1-1 0 0,0-1 1 0 0,0 1 0 0 0,0-1-1 0 0,0 1 1 0 0,0 0-1 0 0,-1-1 1 0 0,1 1-1 0 0,0 0 1 0 0,-1 0-1 0 0,1 0 1 0 0,-1 0 0 0 0,1 0-1 0 0,-1 0 1 0 0,1 1-1 0 0,-1-1 1 0 0,-2 0-1 0 0,2 0-128 0 0,-1 1 0 0 0,0-1-1 0 0,0 1 1 0 0,0 0-1 0 0,0 1 1 0 0,0-1-1 0 0,0 0 1 0 0,1 1 0 0 0,-1-1-1 0 0,0 1 1 0 0,0 0-1 0 0,-2 1 1 0 0,-3 1 32 0 0,1 1 0 0 0,0 0 0 0 0,0 0 0 0 0,0 1 0 0 0,0 0 0 0 0,1 0 0 0 0,0 0 1 0 0,-7 8-1 0 0,13-12-195 0 0,-1-1 0 0 0,1 0 0 0 0,0 0 0 0 0,0 0 0 0 0,0 1 1 0 0,0-1-1 0 0,-1 0 0 0 0,1 0 0 0 0,0 0 0 0 0,0 1 0 0 0,0-1 0 0 0,0 0 1 0 0,0 1-1 0 0,0-1 0 0 0,0 0 0 0 0,0 0 0 0 0,0 1 0 0 0,0-1 1 0 0,0 0-1 0 0,0 0 0 0 0,0 1 0 0 0,0-1 0 0 0,0 0 0 0 0,0 0 0 0 0,0 1 1 0 0,0-1-1 0 0,0 0 0 0 0,0 0 0 0 0,0 1 0 0 0,0-1 0 0 0,1 0 0 0 0,-1 0 1 0 0,0 1-1 0 0,0-1 0 0 0,0 0 0 0 0,0 0 0 0 0,1 0 0 0 0,-1 1 1 0 0,0-1-1 0 0,0 0 0 0 0,15 6 26 0 0,14-1-217 0 0,-29-5 176 0 0,67 2-813 0 0,-49-3 605 0 0,0 1 0 0 0,0 2-1 0 0,22 3 1 0 0,-35-4 182 0 0,0 0 0 0 0,0-1 0 0 0,0 0 0 0 0,0 0 0 0 0,0 0 1 0 0,0 0-1 0 0,0-1 0 0 0,0 1 0 0 0,0-1 0 0 0,0-1 0 0 0,0 1 0 0 0,0-1 0 0 0,0 0 0 0 0,-1 0 1 0 0,5-3-1 0 0,6-4-20 0 0,-1-1 0 0 0,0 0 1 0 0,13-14-1 0 0,11-7 12 0 0,-37 30 62 0 0,0 1-1 0 0,0-1 0 0 0,0 1 1 0 0,0-1-1 0 0,1 1 0 0 0,-1-1 1 0 0,0 1-1 0 0,0 0 0 0 0,1 0 1 0 0,-1-1-1 0 0,0 1 0 0 0,0 0 1 0 0,1 0-1 0 0,-1 0 0 0 0,0 1 1 0 0,1-1-1 0 0,-1 0 0 0 0,0 0 1 0 0,0 1-1 0 0,0-1 0 0 0,1 1 1 0 0,-1-1-1 0 0,0 1 0 0 0,0-1 0 0 0,0 1 1 0 0,0 0-1 0 0,0-1 0 0 0,0 1 1 0 0,0 0-1 0 0,0 0 0 0 0,0 0 1 0 0,0 0-1 0 0,0 0 0 0 0,0 1 1 0 0,37 51 331 0 0,-10-14-149 0 0,-27-37-197 0 0,1 0 1 0 0,0-1 0 0 0,0 1 0 0 0,0-1 0 0 0,0 0 0 0 0,0 1-1 0 0,0-1 1 0 0,0 0 0 0 0,1 0 0 0 0,-1-1 0 0 0,0 1 0 0 0,1 0-1 0 0,-1-1 1 0 0,0 1 0 0 0,1-1 0 0 0,-1 0 0 0 0,1 0 0 0 0,-1 0-1 0 0,1 0 1 0 0,-1 0 0 0 0,0 0 0 0 0,5-2 0 0 0,2-1 28 0 0,-2-1 0 0 0,1 1 0 0 0,0-2 0 0 0,-1 1 0 0 0,10-8 0 0 0,-12 8-17 0 0,2-1-1 0 0,-1 1 1 0 0,1 0 0 0 0,-1 1 0 0 0,1-1-1 0 0,0 1 1 0 0,0 1 0 0 0,12-4-1 0 0,-9 6-16 0 0,-1 0 0 0 0,1 1 0 0 0,0 0 0 0 0,-1 0-1 0 0,1 1 1 0 0,-1 0 0 0 0,0 1 0 0 0,14 5 0 0 0,36 9-17 0 0,-34-13-41 0 0,1-1 1 0 0,0-1 0 0 0,0-1-1 0 0,43-4 1 0 0,-61 2 60 0 0,0 0 0 0 0,-1-1 0 0 0,1 1 0 0 0,-1-2 1 0 0,0 1-1 0 0,1-1 0 0 0,-1-1 0 0 0,0 1 0 0 0,-1-1 0 0 0,1 0 0 0 0,-1 0 1 0 0,0-1-1 0 0,0 0 0 0 0,0 0 0 0 0,0-1 0 0 0,-1 1 0 0 0,0-1 0 0 0,0 0 1 0 0,-1-1-1 0 0,5-7 0 0 0,-9 13 5 0 0,1 0 0 0 0,0 0 0 0 0,-1 0 0 0 0,0-1 0 0 0,1 1 0 0 0,-1 0 0 0 0,0-1-1 0 0,1 1 1 0 0,-1 0 0 0 0,0-1 0 0 0,0 1 0 0 0,0 0 0 0 0,0-1 0 0 0,0 1 0 0 0,-1 0 0 0 0,1 0 0 0 0,0-1 0 0 0,-1 1 0 0 0,1 0 0 0 0,-1-1 0 0 0,1 1 0 0 0,-1 0 0 0 0,1 0-1 0 0,-1 0 1 0 0,0 0 0 0 0,0 0 0 0 0,1 0 0 0 0,-1 0 0 0 0,0 0 0 0 0,0 0 0 0 0,0 0 0 0 0,0 0 0 0 0,0 0 0 0 0,0 0 0 0 0,-1 1 0 0 0,1-1 0 0 0,0 0 0 0 0,0 1 0 0 0,0-1-1 0 0,-1 1 1 0 0,1 0 0 0 0,0-1 0 0 0,-1 1 0 0 0,-1 0 0 0 0,-2-2 5 0 0,1 1 0 0 0,-1 0 0 0 0,1 0 1 0 0,-1 1-1 0 0,0-1 0 0 0,1 1 0 0 0,-1 0 0 0 0,0 0 0 0 0,1 1 0 0 0,-1-1 0 0 0,-8 3 0 0 0,10-2-7 0 0,1 0-1 0 0,-1 0 0 0 0,1 1 0 0 0,0-1 1 0 0,-1 0-1 0 0,1 1 0 0 0,0 0 0 0 0,0-1 0 0 0,0 1 1 0 0,0 0-1 0 0,0 0 0 0 0,1 0 0 0 0,-1 0 1 0 0,1 0-1 0 0,-3 4 0 0 0,4-5-5 0 0,0-1-1 0 0,0 1 0 0 0,0 0 0 0 0,0-1 1 0 0,-1 1-1 0 0,1 0 0 0 0,0 0 1 0 0,1-1-1 0 0,-1 1 0 0 0,0 0 1 0 0,0-1-1 0 0,0 1 0 0 0,0 0 1 0 0,0-1-1 0 0,1 1 0 0 0,-1 0 1 0 0,0-1-1 0 0,0 1 0 0 0,1 0 1 0 0,-1-1-1 0 0,1 1 0 0 0,0 0 1 0 0,23 12-111 0 0,-18-12 109 0 0,0-1 0 0 0,0 0 0 0 0,0 0 1 0 0,0 0-1 0 0,0-1 0 0 0,0 0 1 0 0,-1 0-1 0 0,1 0 0 0 0,0-1 0 0 0,0 0 1 0 0,-1 0-1 0 0,1 0 0 0 0,6-5 1 0 0,-11 7 174 0 0,0 0-149 0 0,1 1-1 0 0,-1-1 1 0 0,0 1-1 0 0,1 0 0 0 0,-1-1 1 0 0,0 1-1 0 0,0 0 1 0 0,0 0-1 0 0,1 0 1 0 0,-1 0-1 0 0,0 0 0 0 0,0 0 1 0 0,0 0-1 0 0,-1 0 1 0 0,1 1-1 0 0,0-1 1 0 0,0 0-1 0 0,-1 1 0 0 0,1-1 1 0 0,-1 0-1 0 0,1 1 1 0 0,0 2-1 0 0,11 44 406 0 0,-7-25-209 0 0,4 6-53 0 0,-2 1 0 0 0,-2 0 0 0 0,0 0 0 0 0,-2 0 0 0 0,-1 1 1 0 0,-2-1-1 0 0,-1 1 0 0 0,-1-1 0 0 0,-2 1 0 0 0,-7 31 0 0 0,-9 47 125 0 0,-5 19-26 0 0,21-114-231 0 0,0 0 0 0 0,-1-1 0 0 0,-1 1 0 0 0,0-1 0 0 0,-1 0 0 0 0,-12 18 0 0 0,14-24-20 0 0,-1 0 0 0 0,1-1 0 0 0,-1 0 0 0 0,0 0 0 0 0,0-1 0 0 0,-1 1 0 0 0,0-1 0 0 0,0-1 0 0 0,0 1 0 0 0,0-1 0 0 0,-1 0 0 0 0,1-1 0 0 0,-1 0 0 0 0,0 0 0 0 0,0-1 0 0 0,0 0 0 0 0,-1 0 0 0 0,1-1-1 0 0,0 0 1 0 0,-1 0 0 0 0,1-1 0 0 0,-1 0 0 0 0,-15-3 0 0 0,21 3-11 0 0,0-1 0 0 0,0 0 0 0 0,0 0 0 0 0,0 0 0 0 0,0-1 0 0 0,0 1 0 0 0,0-1 0 0 0,0 1 0 0 0,0-1-1 0 0,1 0 1 0 0,-1 0 0 0 0,1 0 0 0 0,-1-1 0 0 0,1 1 0 0 0,0 0 0 0 0,0-1 0 0 0,0 0 0 0 0,0 1 0 0 0,1-1 0 0 0,-1 0-1 0 0,-1-4 1 0 0,1 2-5 0 0,1-1-1 0 0,0 1 0 0 0,1 0 0 0 0,-1 0 0 0 0,1-1 1 0 0,0 1-1 0 0,0 0 0 0 0,1-1 0 0 0,0 1 0 0 0,0 0 1 0 0,3-11-1 0 0,1 1-30 0 0,2-1 0 0 0,-1 1 0 0 0,2 0 1 0 0,0 0-1 0 0,1 0 0 0 0,0 2 0 0 0,14-16 0 0 0,38-31-188 0 0,2 3 0 0 0,3 2-1 0 0,87-54 1 0 0,83-68-168 0 0,-183 123 322 0 0,-48 49 70 0 0,-1 0 0 0 0,0 0 0 0 0,-1-1 1 0 0,1 1-1 0 0,-1-1 0 0 0,0 0 0 0 0,-1 0 0 0 0,1 0 1 0 0,1-9-1 0 0,-3 12 14 0 0,-1 0 1 0 0,0 1-1 0 0,0-1 1 0 0,0 0-1 0 0,-1 1 1 0 0,1-1-1 0 0,-1 0 1 0 0,1 1-1 0 0,-1-1 1 0 0,0 1-1 0 0,0-1 1 0 0,0 1-1 0 0,0-1 1 0 0,-1 1-1 0 0,1 0 1 0 0,-1 0-1 0 0,1-1 1 0 0,-1 1-1 0 0,0 0 1 0 0,0 0-1 0 0,0 1 1 0 0,0-1-1 0 0,0 0 1 0 0,0 1-1 0 0,0-1 1 0 0,0 1-1 0 0,-1 0 1 0 0,1-1-1 0 0,-1 1 1 0 0,1 0-1 0 0,-1 1 1 0 0,1-1-1 0 0,-1 0 0 0 0,0 1 1 0 0,-4-1-1 0 0,4 1-8 0 0,1-1-1 0 0,-1 1 0 0 0,1 0 0 0 0,-1 0 0 0 0,1 0 0 0 0,-1 1 0 0 0,1-1 0 0 0,-1 0 1 0 0,1 1-1 0 0,-1 0 0 0 0,1 0 0 0 0,0-1 0 0 0,-1 1 0 0 0,1 1 0 0 0,0-1 0 0 0,0 0 1 0 0,0 1-1 0 0,0-1 0 0 0,0 1 0 0 0,0-1 0 0 0,0 1 0 0 0,0 0 0 0 0,1 0 0 0 0,-1 0 1 0 0,1 0-1 0 0,-1 0 0 0 0,1 0 0 0 0,0 0 0 0 0,0 0 0 0 0,0 1 0 0 0,0-1 0 0 0,0 0 1 0 0,0 1-1 0 0,0-1 0 0 0,1 1 0 0 0,0-1 0 0 0,-1 1 0 0 0,1-1 0 0 0,0 1 0 0 0,0 2 1 0 0,1 6-66 0 0,-1 1 1 0 0,2-1 0 0 0,-1 0 0 0 0,2 0 0 0 0,-1 0 0 0 0,2 0 0 0 0,-1-1-1 0 0,1 1 1 0 0,1-1 0 0 0,0 0 0 0 0,1 0 0 0 0,-1 0 0 0 0,2-1-1 0 0,-1 0 1 0 0,13 12 0 0 0,-13-14-636 0 0,2 0-1 0 0,-1-1 1 0 0,1 0-1 0 0,-1-1 1 0 0,2 0-1 0 0,-1 0 1 0 0,0-1-1 0 0,1 0 1 0 0,0 0-1 0 0,0-1 1 0 0,17 4-1 0 0,-7-4-2083 0 0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2:40:09.1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0 388 476 0 0,'0'-1'186'0'0,"1"0"1"0"0,-1 0-1 0 0,1 1 0 0 0,-1-1 1 0 0,1 0-1 0 0,-1 1 0 0 0,1-1 1 0 0,-1 0-1 0 0,1 1 0 0 0,-1-1 0 0 0,1 0 1 0 0,0 1-1 0 0,-1-1 0 0 0,1 1 1 0 0,0-1-1 0 0,0 1 0 0 0,-1 0 1 0 0,1-1-1 0 0,0 1 0 0 0,0 0 1 0 0,0-1-1 0 0,0 1 0 0 0,-1 0 1 0 0,1 0-1 0 0,0 0 0 0 0,0 0 0 0 0,0 0 1 0 0,0 0-1 0 0,1 0 0 0 0,0 1-6 0 0,0 0-1 0 0,0-1 0 0 0,0 1 1 0 0,0 1-1 0 0,0-1 0 0 0,0 0 1 0 0,0 0-1 0 0,0 1 0 0 0,-1-1 1 0 0,1 1-1 0 0,2 2 0 0 0,1 1 1 0 0,-1 1-1 0 0,0 0 0 0 0,0 0 0 0 0,0 0 0 0 0,-1 0 1 0 0,0 0-1 0 0,2 8 0 0 0,6 42 742 0 0,-13-44-670 0 0,-1-11-103 0 0,3-3-148 0 0,0 1 0 0 0,0 0 0 0 0,0 0 0 0 0,0 0 1 0 0,0 0-1 0 0,0 0 0 0 0,1 0 0 0 0,-1 0 0 0 0,0 0 1 0 0,0-1-1 0 0,1 1 0 0 0,-1 0 0 0 0,1 0 0 0 0,-1 0 0 0 0,1 0 1 0 0,-1 0-1 0 0,1 1 0 0 0,-1-1 0 0 0,2-1 0 0 0,3-5-10 0 0,0 1 1 0 0,1 0-1 0 0,0 0 0 0 0,-1 1 0 0 0,2 0 0 0 0,-1 0 0 0 0,1 0 1 0 0,0 1-1 0 0,0 0 0 0 0,0 0 0 0 0,0 1 0 0 0,8-3 0 0 0,-12 5 10 0 0,0 1 0 0 0,0-1 0 0 0,0 1 0 0 0,0 0 0 0 0,0 0 0 0 0,1 0 0 0 0,-1 1 0 0 0,0-1 0 0 0,0 1 0 0 0,0 0 0 0 0,0-1 0 0 0,-1 1 0 0 0,1 1 0 0 0,0-1 0 0 0,0 0 0 0 0,0 1 0 0 0,-1-1 0 0 0,1 1 0 0 0,-1 0 0 0 0,1 0 0 0 0,-1 0-1 0 0,0 0 1 0 0,0 0 0 0 0,0 1 0 0 0,0-1 0 0 0,0 0 0 0 0,0 1 0 0 0,-1 0 0 0 0,1-1 0 0 0,-1 1 0 0 0,0 0 0 0 0,0 0 0 0 0,1 3 0 0 0,-2-6-1 0 0,0 1 1 0 0,1-1-1 0 0,-1 1 0 0 0,0-1 1 0 0,0 1-1 0 0,1-1 1 0 0,-1 1-1 0 0,0-1 0 0 0,1 1 1 0 0,-1-1-1 0 0,1 1 0 0 0,-1-1 1 0 0,0 0-1 0 0,1 1 0 0 0,-1-1 1 0 0,1 0-1 0 0,-1 1 0 0 0,1-1 1 0 0,-1 0-1 0 0,1 0 1 0 0,-1 0-1 0 0,1 1 0 0 0,-1-1 1 0 0,1 0-1 0 0,-1 0 0 0 0,1 0 1 0 0,0 0-1 0 0,-1 0 0 0 0,1 0 1 0 0,-1 0-1 0 0,1 0 1 0 0,-1 0-1 0 0,1 0 0 0 0,0 0 1 0 0,-1 0-1 0 0,1-1 0 0 0,-1 1 1 0 0,1 0-1 0 0,-1 0 0 0 0,1 0 1 0 0,-1-1-1 0 0,1 1 1 0 0,-1 0-1 0 0,1-1 0 0 0,-1 1 1 0 0,1-1-1 0 0,32-15-13 0 0,-29 14 12 0 0,5-1-2 0 0,1 0 0 0 0,-1 1-1 0 0,1 0 1 0 0,-1 0 0 0 0,1 1 0 0 0,-1 1 0 0 0,1 0 0 0 0,0 0-1 0 0,-1 1 1 0 0,1 0 0 0 0,0 0 0 0 0,-1 1 0 0 0,14 5 0 0 0,-6-4-37 0 0,0 1 1 0 0,28 0 0 0 0,-19-3-13 0 0,-18 0 41 0 0,0-1 1 0 0,-1 0 0 0 0,1 0 0 0 0,0 0 0 0 0,-1-1 0 0 0,11-3-1 0 0,-16 3 11 0 0,1 1-1 0 0,-1-1 1 0 0,0-1 0 0 0,0 1-1 0 0,0 0 1 0 0,-1 0-1 0 0,1-1 1 0 0,0 1-1 0 0,0-1 1 0 0,-1 1 0 0 0,1-1-1 0 0,-1 0 1 0 0,1 0-1 0 0,-1 0 1 0 0,0 0-1 0 0,0 0 1 0 0,0 0 0 0 0,0 0-1 0 0,0 0 1 0 0,0 0-1 0 0,0 0 1 0 0,-1-1-1 0 0,1 1 1 0 0,-1 0-1 0 0,0 0 1 0 0,1-3 0 0 0,-1 4 0 0 0,0-1 1 0 0,0 1-1 0 0,0 0 0 0 0,0-1 1 0 0,0 1-1 0 0,0-1 1 0 0,0 1-1 0 0,0 0 1 0 0,-1 0-1 0 0,1-1 1 0 0,0 1-1 0 0,-1 0 1 0 0,1-1-1 0 0,-1 1 1 0 0,0 0-1 0 0,1 0 1 0 0,-1 0-1 0 0,0 0 1 0 0,0-1-1 0 0,1 1 0 0 0,-1 0 1 0 0,0 0-1 0 0,0 1 1 0 0,0-1-1 0 0,0 0 1 0 0,0 0-1 0 0,-1 0 1 0 0,1 1-1 0 0,0-1 1 0 0,0 0-1 0 0,0 1 1 0 0,-1 0-1 0 0,1-1 1 0 0,0 1-1 0 0,-1-1 0 0 0,1 1 1 0 0,0 0-1 0 0,-1 0 1 0 0,1 0-1 0 0,0 0 1 0 0,-1 0-1 0 0,1 0 1 0 0,-2 1-1 0 0,1-1 2 0 0,1 0-1 0 0,-1 0 0 0 0,1 1 1 0 0,-1-1-1 0 0,1 0 1 0 0,0 1-1 0 0,-1-1 0 0 0,1 1 1 0 0,0 0-1 0 0,-1 0 0 0 0,1-1 1 0 0,0 1-1 0 0,0 0 1 0 0,-1 0-1 0 0,1 0 0 0 0,0 0 1 0 0,0 0-1 0 0,0 1 0 0 0,0-1 1 0 0,1 0-1 0 0,-1 0 1 0 0,0 0-1 0 0,0 1 0 0 0,1-1 1 0 0,-1 1-1 0 0,1-1 1 0 0,-1 0-1 0 0,1 1 0 0 0,0-1 1 0 0,-1 1-1 0 0,1-1 0 0 0,0 1 1 0 0,0-1-1 0 0,0 1 1 0 0,0-1-1 0 0,0 1 0 0 0,1-1 1 0 0,-1 1-1 0 0,0-1 1 0 0,1 1-1 0 0,0 1 0 0 0,0 1 3 0 0,0 1-1 0 0,1-1 1 0 0,0 0-1 0 0,-1 1 0 0 0,2-1 1 0 0,-1 0-1 0 0,0 0 1 0 0,1-1-1 0 0,0 1 0 0 0,0 0 1 0 0,0-1-1 0 0,0 0 1 0 0,0 1-1 0 0,1-1 0 0 0,0-1 1 0 0,-1 1-1 0 0,1 0 1 0 0,0-1-1 0 0,5 2 1 0 0,-2-1-9 0 0,0-1 0 0 0,0-1 0 0 0,0 1 1 0 0,1-1-1 0 0,-1-1 0 0 0,0 1 0 0 0,0-1 0 0 0,1 0 1 0 0,-1-1-1 0 0,0 0 0 0 0,8-2 0 0 0,12-4-20 0 0,-2-1 0 0 0,1-1-1 0 0,-1-1 1 0 0,-1-1 0 0 0,34-21 0 0 0,-57 30 32 0 0,0 1 0 0 0,1 1 0 0 0,0-1 1 0 0,-1 0-1 0 0,1 0 0 0 0,-1 0 1 0 0,1 1-1 0 0,0-1 0 0 0,-1 1 0 0 0,1-1 1 0 0,0 1-1 0 0,0 0 0 0 0,0 0 0 0 0,-1 0 1 0 0,1 0-1 0 0,0 0 0 0 0,0 0 1 0 0,-1 0-1 0 0,1 1 0 0 0,0-1 0 0 0,0 1 1 0 0,-1-1-1 0 0,1 1 0 0 0,0-1 1 0 0,-1 1-1 0 0,1 0 0 0 0,2 2 0 0 0,13 4 8 0 0,6 3-12 0 0,1-2-1 0 0,0-1 1 0 0,1-1 0 0 0,0-2 0 0 0,39 4-1 0 0,-46-7-39 0 0,0-1 0 0 0,1 0 0 0 0,-1-2 0 0 0,0 0 0 0 0,0-1 0 0 0,-1-1 1 0 0,1 0-1 0 0,26-11 0 0 0,-35 10 15 0 0,0 0 0 0 0,-1-1 1 0 0,0 0-1 0 0,0-1 1 0 0,0 1-1 0 0,-1-1 0 0 0,1-1 1 0 0,-2 1-1 0 0,1-1 1 0 0,-1 0-1 0 0,-1-1 0 0 0,1 0 1 0 0,-1 0-1 0 0,-1 0 1 0 0,0 0-1 0 0,0-1 0 0 0,-1 1 1 0 0,0-1-1 0 0,2-13 1 0 0,3-17 203 0 0,-2 0 0 0 0,-2 0 1 0 0,-1-62-1 0 0,-2 76 76 0 0,-1-9 1741 0 0,-2 34-1173 0 0,-2 19-672 0 0,-3 28 345 0 0,3 1 0 0 0,1-1-1 0 0,5 60 1 0 0,0-20-34 0 0,1-26-313 0 0,0 22-1131 0 0,-4-74 199 0 0,0 0 0 0 0,0 0 1 0 0,-1 0-1 0 0,-6 14 0 0 0,1-11-4852 0 0,2-7 2416 0 0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2:40:09.4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51 856 0 0,'12'-9'972'0'0,"-1"2"-32"0"0,3-2-48 0 0,1 4-84 0 0,0-2-80 0 0,1 4-67 0 0,5-2-53 0 0,-4 1-92 0 0,-1 2-76 0 0,5 2-192 0 0,-2 4-216 0 0,-2-2-252 0 0,2 3-256 0 0,4-2-696 0 0,-3 1-1261 0 0,6 1 561 0 0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2:40:10.5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127 479 840 0 0,'-13'-6'7497'0'0,"11"7"-7406"0"0,-41 23 2171 0 0,41-23-2170 0 0,0 1 0 0 0,0-1 0 0 0,0 1 0 0 0,1-1 0 0 0,-1 1 0 0 0,1 0-1 0 0,-1 0 1 0 0,1 0 0 0 0,-1 0 0 0 0,1 0 0 0 0,0 0 0 0 0,0 0 0 0 0,0 0 0 0 0,0 0-1 0 0,1 0 1 0 0,-1 1 0 0 0,0-1 0 0 0,1 0 0 0 0,-1 4 0 0 0,2-5-69 0 0,0 1 0 0 0,0-1 0 0 0,0 0-1 0 0,0 0 1 0 0,0 0 0 0 0,0 0 0 0 0,0 0 0 0 0,0 0 0 0 0,0 0 0 0 0,0-1 0 0 0,1 1 0 0 0,-1 0-1 0 0,0-1 1 0 0,1 1 0 0 0,-1 0 0 0 0,0-1 0 0 0,1 0 0 0 0,-1 1 0 0 0,1-1 0 0 0,-1 0 0 0 0,0 0 0 0 0,1 0-1 0 0,-1 0 1 0 0,1 0 0 0 0,1 0 0 0 0,0 0-15 0 0,-1 1 28 0 0,32-30 89 0 0,-34 26-118 0 0,0 1-7 0 0,0 1 1 0 0,0 0-1 0 0,1 0 1 0 0,-2 0-1 0 0,1 1 1 0 0,0-1-1 0 0,0 0 1 0 0,0 0-1 0 0,0 0 1 0 0,0 0-1 0 0,-1 1 1 0 0,1-1-1 0 0,0 0 1 0 0,-1 0-1 0 0,1 1 1 0 0,-1-1-1 0 0,1 0 1 0 0,-1 1-1 0 0,1-1 1 0 0,-1 0-1 0 0,0 0 1 0 0,0-1-8 0 0,0 1 7 0 0,1-1 0 0 0,0 1 0 0 0,-1 0 0 0 0,1 0-1 0 0,-1 0 1 0 0,0 0 0 0 0,1 0 0 0 0,-1 0 0 0 0,0 0 0 0 0,0 0-1 0 0,1 0 1 0 0,-1 0 0 0 0,0 0 0 0 0,0 0 0 0 0,0 1 0 0 0,0-1-1 0 0,0 0 1 0 0,0 1 0 0 0,0-1 0 0 0,-1 1 0 0 0,1-1 0 0 0,0 1-1 0 0,0-1 1 0 0,0 1 0 0 0,0 0 0 0 0,-1 0 0 0 0,1-1 0 0 0,0 1-1 0 0,-2 0 1 0 0,1 0 0 0 0,1 0 0 0 0,-1-1 0 0 0,0 1 0 0 0,0 0 0 0 0,0 0 0 0 0,0 0 0 0 0,1 0 0 0 0,-1 0 0 0 0,0 0 0 0 0,0 1 0 0 0,0-1 0 0 0,1 1 0 0 0,-1-1 0 0 0,0 1 0 0 0,0 0 0 0 0,1 0 0 0 0,-1-1 0 0 0,-2 3 0 0 0,-2 5 3 0 0,-1 1 1 0 0,2-1-1 0 0,-1 1 1 0 0,1 0-1 0 0,1 1 1 0 0,-4 9-1 0 0,7-15-1 0 0,0 0 0 0 0,0 0 0 0 0,1 0 0 0 0,-1-1 0 0 0,1 1 0 0 0,0 0 0 0 0,0 0 0 0 0,1 0 1 0 0,-1 0-1 0 0,1-1 0 0 0,0 1 0 0 0,0 0 0 0 0,0 0 0 0 0,0-1 0 0 0,1 1 0 0 0,-1-1 0 0 0,1 1 0 0 0,0-1 0 0 0,0 0 0 0 0,0 1 0 0 0,3 2 0 0 0,-1-1 3 0 0,1 0 0 0 0,-1 0 0 0 0,1-1-1 0 0,-1 1 1 0 0,1-1 0 0 0,1 0 0 0 0,-1 0 0 0 0,1-1 0 0 0,-1 1-1 0 0,1-1 1 0 0,0-1 0 0 0,11 5 0 0 0,-14-7-3 0 0,0 1 1 0 0,-1-1 0 0 0,1 1-1 0 0,0-1 1 0 0,0 0-1 0 0,0 0 1 0 0,0-1-1 0 0,0 1 1 0 0,0-1 0 0 0,0 1-1 0 0,0-1 1 0 0,0 0-1 0 0,-1 0 1 0 0,1 0 0 0 0,0 0-1 0 0,-1 0 1 0 0,1-1-1 0 0,-1 1 1 0 0,1-1-1 0 0,-1 0 1 0 0,0 0 0 0 0,1 0-1 0 0,-1 0 1 0 0,0 0-1 0 0,0 0 1 0 0,-1-1 0 0 0,1 1-1 0 0,0 0 1 0 0,-1-1-1 0 0,2-4 1 0 0,1 1-1 0 0,-1 0-1 0 0,0 0 1 0 0,0 0 0 0 0,0 0-1 0 0,-1-1 1 0 0,0 1 0 0 0,0-1-1 0 0,-1 0 1 0 0,0 1 0 0 0,0-1 0 0 0,-1 0-1 0 0,0 0 1 0 0,0 0 0 0 0,0 1-1 0 0,-1-1 1 0 0,0 0 0 0 0,0 0-1 0 0,-1 1 1 0 0,0-1 0 0 0,0 1 0 0 0,-3-8-1 0 0,4 13-2 0 0,1 1 0 0 0,0 0 1 0 0,-1-1-1 0 0,1 1 0 0 0,-1-1 0 0 0,1 1 0 0 0,-1-1 0 0 0,1 1 0 0 0,-1 0 0 0 0,1-1 0 0 0,-1 1 1 0 0,1 0-1 0 0,-1 0 0 0 0,1-1 0 0 0,-1 1 0 0 0,1 0 0 0 0,-1 0 0 0 0,0 0 0 0 0,1 0 0 0 0,-1 0 0 0 0,1 0 1 0 0,-1 0-1 0 0,0 0 0 0 0,1 0 0 0 0,-1 0 0 0 0,1 0 0 0 0,-1 0 0 0 0,0 0 0 0 0,1 0 0 0 0,-1 0 1 0 0,1 1-1 0 0,-1-1 0 0 0,1 0 0 0 0,-1 0 0 0 0,0 1 0 0 0,1-1 0 0 0,-1 0 0 0 0,1 1 0 0 0,0-1 1 0 0,-1 1-1 0 0,1-1 0 0 0,-1 1 0 0 0,0 0-1 0 0,1-1 1 0 0,-1 0-1 0 0,1 1 1 0 0,0-1-1 0 0,-1 0 0 0 0,1 1 1 0 0,0-1-1 0 0,-1 0 1 0 0,1 1-1 0 0,0-1 1 0 0,0 1-1 0 0,-1-1 0 0 0,1 0 1 0 0,0 1-1 0 0,0-1 1 0 0,0 1-1 0 0,0-1 1 0 0,0 1-1 0 0,-1-1 1 0 0,1 1-1 0 0,0-1 0 0 0,0 1 1 0 0,0-1-1 0 0,0 1 1 0 0,0-1-1 0 0,1 1 1 0 0,-1-1-1 0 0,0 1 0 0 0,0-1 1 0 0,0 1-1 0 0,0-1 1 0 0,0 0-1 0 0,1 1 1 0 0,-1-1-1 0 0,0 1 0 0 0,0-1 1 0 0,1 1-1 0 0,-1-1 1 0 0,0 0-1 0 0,1 1 1 0 0,-1-1-1 0 0,0 0 0 0 0,1 1 1 0 0,-1-1-1 0 0,0 0 1 0 0,1 0-1 0 0,-1 1 1 0 0,1-1-1 0 0,-1 0 0 0 0,1 0 1 0 0,-1 0-1 0 0,1 1 1 0 0,-1-1-1 0 0,1 0 1 0 0,-1 0-1 0 0,0 0 1 0 0,1 0-1 0 0,-1 0 0 0 0,1 0 1 0 0,0 0-1 0 0,11 3-11 0 0,-1-1-1 0 0,1 0 1 0 0,0-1-1 0 0,-1-1 1 0 0,1 1-1 0 0,0-2 1 0 0,-1 1-1 0 0,1-2 1 0 0,0 0-1 0 0,-1 0 1 0 0,0-1-1 0 0,20-7 1 0 0,-15 3 2 0 0,-1-1 0 0 0,0 0 1 0 0,-1-1-1 0 0,0-1 1 0 0,0 0-1 0 0,-1-1 1 0 0,0 0-1 0 0,13-16 1 0 0,-8 6 10 0 0,0-1-1 0 0,-2-1 1 0 0,0-1 0 0 0,-2 0 0 0 0,0-1 0 0 0,-2-1 0 0 0,-1 0 0 0 0,-1 0 0 0 0,-1-1 0 0 0,7-39 0 0 0,-13 55 27 0 0,-2-1 0 0 0,1 1 0 0 0,-1 0 1 0 0,-1-1-1 0 0,0 1 0 0 0,-1-1 0 0 0,-2-14 0 0 0,3 25 6 0 0,-4 3-30 0 0,1 0 0 0 0,1 0 0 0 0,-1 1 0 0 0,0-1 0 0 0,0 1 0 0 0,1-1-1 0 0,0 1 1 0 0,-1 0 0 0 0,1 0 0 0 0,0 0 0 0 0,0 0 0 0 0,1 0 0 0 0,-1 1 0 0 0,1-1 0 0 0,-1 0 0 0 0,1 1 0 0 0,0-1 0 0 0,0 5 0 0 0,-3 9 7 0 0,2 1 1 0 0,-1 27-1 0 0,1-17 3 0 0,-4 52 3 0 0,-48 359 101 0 0,-82 61 27 0 0,131-487-143 0 0,0 0 0 0 0,-1 0 0 0 0,-9 14 0 0 0,14-24 39 0 0,0 0 0 0 0,-1-1-1 0 0,0 1 1 0 0,0 0 0 0 0,1-1 0 0 0,-1 0 0 0 0,-1 1 0 0 0,1-1 0 0 0,0 0 0 0 0,-1 0 0 0 0,1 0 0 0 0,-1-1 0 0 0,1 1 0 0 0,-1 0 0 0 0,0-1 0 0 0,0 0 0 0 0,1 0 0 0 0,-1 0 0 0 0,-6 2 0 0 0,7-4-10 0 0,1 1 0 0 0,0 0 0 0 0,-1-1 0 0 0,1 1 0 0 0,0-1-1 0 0,-1 1 1 0 0,1-1 0 0 0,0 0 0 0 0,-1 0 0 0 0,1 1 0 0 0,0-1 0 0 0,0 0 0 0 0,0 0 0 0 0,0 0 0 0 0,0 0-1 0 0,0 0 1 0 0,0-1 0 0 0,0 1 0 0 0,0 0 0 0 0,1 0 0 0 0,-1-1 0 0 0,0 1 0 0 0,1 0 0 0 0,-1-1 0 0 0,1 1-1 0 0,0 0 1 0 0,-1-1 0 0 0,1 1 0 0 0,0-1 0 0 0,0 1 0 0 0,0 0 0 0 0,0-1 0 0 0,0 1 0 0 0,0-1 0 0 0,0-1-1 0 0,0-4 51 0 0,1 0-1 0 0,-1 1 1 0 0,1-1-1 0 0,0 0 0 0 0,0 1 1 0 0,4-10-1 0 0,7-9 44 0 0,2 1-1 0 0,0 0 1 0 0,2 1-1 0 0,0 0 1 0 0,2 1-1 0 0,0 1 1 0 0,1 1 0 0 0,1 1-1 0 0,28-21 1 0 0,32-19-198 0 0,106-60 0 0 0,-161 104-15 0 0,15-8-482 0 0,0 2 1 0 0,2 1-1 0 0,71-23 0 0 0,-77 33-2185 0 0,1 1 1 0 0,60-6-1 0 0,-43 10-976 0 0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2:40:23.0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731 608 512 0 0,'-16'-6'815'0'0,"13"5"-45"0"0,-8-7 1271 0 0,-14-10-285 0 0,-69-54 901 0 0,-79-63-1150 0 0,151 114-1432 0 0,1 0 0 0 0,0-1 0 0 0,2-1 0 0 0,1 0 0 0 0,-19-32 0 0 0,33 48-59 0 0,1 0 0 0 0,0-1 0 0 0,0 1 0 0 0,1-1 0 0 0,0 0-1 0 0,0 1 1 0 0,1-1 0 0 0,0 0 0 0 0,0 0 0 0 0,1 0 0 0 0,0 0-1 0 0,0 0 1 0 0,1 0 0 0 0,3-14 0 0 0,-4 18-20 0 0,1 0 0 0 0,0 1-1 0 0,1-1 1 0 0,-1 1 0 0 0,1-1 0 0 0,-1 1 0 0 0,1-1-1 0 0,0 1 1 0 0,0 0 0 0 0,1 0 0 0 0,-1 0-1 0 0,1 0 1 0 0,-1 0 0 0 0,1 1 0 0 0,0-1 0 0 0,0 1-1 0 0,0 0 1 0 0,0-1 0 0 0,1 1 0 0 0,-1 1 0 0 0,0-1-1 0 0,1 0 1 0 0,-1 1 0 0 0,1 0 0 0 0,0 0-1 0 0,-1 0 1 0 0,1 0 0 0 0,0 1 0 0 0,0-1 0 0 0,0 1-1 0 0,-1 0 1 0 0,7 1 0 0 0,-7-1-6 0 0,0 0 0 0 0,-1 0 0 0 0,1 0 0 0 0,0 1 0 0 0,0-1 0 0 0,0 1 0 0 0,-1 0 0 0 0,1 0 0 0 0,0 0 0 0 0,-1 0 0 0 0,1 1 0 0 0,-1-1 0 0 0,1 1 0 0 0,-1-1 0 0 0,0 1 0 0 0,0 0 0 0 0,0 0 0 0 0,0 0 0 0 0,0 0 0 0 0,2 3 0 0 0,-2-2 1 0 0,0 1 0 0 0,-1 0-1 0 0,1-1 1 0 0,-1 1 0 0 0,0 0 0 0 0,0 0-1 0 0,0 0 1 0 0,0 0 0 0 0,-1 0-1 0 0,0 0 1 0 0,0 0 0 0 0,0 6 0 0 0,-2 6-5 0 0,-1-1 0 0 0,0 0 1 0 0,-1-1-1 0 0,-1 1 0 0 0,0-1 1 0 0,-9 17-1 0 0,-3 2-4 0 0,-3-2 0 0 0,0 0 1 0 0,-2-1-1 0 0,-31 34 0 0 0,-113 101 35 0 0,139-139-4 0 0,14-15-3 0 0,-16 15 16 0 0,28-25-23 0 0,0 0 0 0 0,0 0 0 0 0,0 1-1 0 0,0-1 1 0 0,0 0 0 0 0,0 1 0 0 0,0-1 0 0 0,0 1 0 0 0,0-1 0 0 0,1 1 0 0 0,-1-1 0 0 0,1 1 0 0 0,-1-1 0 0 0,1 1 0 0 0,0 0-1 0 0,-1-1 1 0 0,1 4 0 0 0,1-5-2 0 0,-1 1-1 0 0,0 0 1 0 0,1-1-1 0 0,-1 1 1 0 0,1 0-1 0 0,-1-1 1 0 0,1 1-1 0 0,0-1 1 0 0,-1 1 0 0 0,1-1-1 0 0,-1 1 1 0 0,1-1-1 0 0,0 0 1 0 0,0 1-1 0 0,-1-1 1 0 0,1 0-1 0 0,0 1 1 0 0,-1-1-1 0 0,1 0 1 0 0,0 0-1 0 0,0 0 1 0 0,0 1-1 0 0,-1-1 1 0 0,1 0-1 0 0,0 0 1 0 0,1-1-1 0 0,28 1 13 0 0,-23-1-12 0 0,54-4-507 0 0,0-4-1 0 0,91-24 0 0 0,-24 5-408 0 0,-8 5-2946 0 0,-48 4 1639 0 0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2:40:23.4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91 136 10097 0 0,'-84'-135'1585'0'0,"80"138"-1140"0"0,2 14-229 0 0,1 17 121 0 0,10 273 1556 0 0,3-126-1178 0 0,0 30-68 0 0,-6-135-1775 0 0,-23-86-8467 0 0,11-3 6663 0 0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2:40:24.8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0 591 136 0 0,'30'4'669'0'0,"0"-1"-1"0"0,0-2 1 0 0,0-1 0 0 0,1-2-1 0 0,46-7 1 0 0,149-42 51 0 0,-201 44-570 0 0,-4 2-82 0 0,-1-1-1 0 0,0-1 1 0 0,-1 0 0 0 0,1-2 0 0 0,-1 0 0 0 0,-1-2 0 0 0,0 0 0 0 0,17-13-1 0 0,-29 19-50 0 0,-1 0 0 0 0,1 0-1 0 0,-1-1 1 0 0,0 0 0 0 0,0 0-1 0 0,-1 0 1 0 0,0 0 0 0 0,0-1-1 0 0,0 1 1 0 0,-1-1 0 0 0,0 0-1 0 0,0 0 1 0 0,-1 0 0 0 0,0-1 0 0 0,0 1-1 0 0,-1 0 1 0 0,1-1 0 0 0,-2 1-1 0 0,1-1 1 0 0,-1 0 0 0 0,0 1-1 0 0,-1-1 1 0 0,0 1 0 0 0,0-1-1 0 0,-3-10 1 0 0,-1 4 64 0 0,0-1 1 0 0,-1 1-1 0 0,0 0 1 0 0,-1 1-1 0 0,-1-1 0 0 0,0 2 1 0 0,-1-1-1 0 0,-15-17 1 0 0,-1 4 783 0 0,0 1 1 0 0,-44-32 0 0 0,69 56-842 0 0,-1 1-1 0 0,0-1 0 0 0,1 1 1 0 0,-1-1-1 0 0,0 1 1 0 0,0-1-1 0 0,1 1 1 0 0,-1-1-1 0 0,0 1 0 0 0,0 0 1 0 0,0-1-1 0 0,1 1 1 0 0,-1 0-1 0 0,0 0 1 0 0,0 0-1 0 0,0-1 0 0 0,0 1 1 0 0,0 0-1 0 0,0 0 1 0 0,1 0-1 0 0,-1 1 1 0 0,0-1-1 0 0,0 0 0 0 0,0 0 1 0 0,0 0-1 0 0,0 1 1 0 0,1-1-1 0 0,-1 0 0 0 0,0 1 1 0 0,0-1-1 0 0,0 1 1 0 0,1-1-1 0 0,-1 1 1 0 0,0-1-1 0 0,1 1 0 0 0,-1-1 1 0 0,0 1-1 0 0,1 0 1 0 0,-1-1-1 0 0,1 1 1 0 0,-1 0-1 0 0,1 0 0 0 0,-1-1 1 0 0,1 1-1 0 0,0 0 1 0 0,-1 0-1 0 0,1 0 1 0 0,-1 1-1 0 0,-13 53 255 0 0,11-36-136 0 0,-4 20 20 0 0,2-1 1 0 0,1 1-1 0 0,2 0 0 0 0,2 0 0 0 0,1 0 0 0 0,8 40 0 0 0,-1 42 219 0 0,14 57 118 0 0,-11-104-275 0 0,-4-51-143 0 0,-7-23-77 0 0,1 0 1 0 0,-1 0-1 0 0,0 1 1 0 0,0-1-1 0 0,0 0 1 0 0,1 0-1 0 0,-1 0 1 0 0,0 0-1 0 0,0 0 1 0 0,1 0-1 0 0,-1 1 1 0 0,0-1-1 0 0,0 0 1 0 0,1 0-1 0 0,-1 0 1 0 0,0 0-1 0 0,0 0 1 0 0,1 0-1 0 0,-1 0 1 0 0,0 0-1 0 0,0 0 1 0 0,1 0-1 0 0,-1 0 1 0 0,0 0-1 0 0,1-1 1 0 0,-1 1-1 0 0,0 0 1 0 0,0 0-1 0 0,1 0 1 0 0,-1 0-1 0 0,0 0 1 0 0,0 0-1 0 0,0-1 1 0 0,1 1-1 0 0,-1 0 1 0 0,0 0-1 0 0,0 0 1 0 0,0 0-1 0 0,1-1 1 0 0,-1 1-1 0 0,23-40 394 0 0,-13 19-324 0 0,-8 19-74 0 0,-1 1 1 0 0,0-1-1 0 0,0 1 1 0 0,1-1-1 0 0,-1 1 1 0 0,1 0-1 0 0,0-1 1 0 0,-1 1-1 0 0,1 0 0 0 0,0 0 1 0 0,0 0-1 0 0,-1 1 1 0 0,1-1-1 0 0,0 0 1 0 0,0 1-1 0 0,0-1 1 0 0,0 1-1 0 0,0-1 0 0 0,0 1 1 0 0,0 0-1 0 0,0 0 1 0 0,0 0-1 0 0,3 1 1 0 0,51 8 12 0 0,-42-6-12 0 0,22 2-69 0 0,-1-2 1 0 0,1-1-1 0 0,-1-2 1 0 0,1-1-1 0 0,0-2 1 0 0,-1-1-1 0 0,65-17 1 0 0,-91 18 46 0 0,-1 0 1 0 0,0-1-1 0 0,0 0 1 0 0,0 0-1 0 0,-1-1 1 0 0,1 1-1 0 0,-1-2 1 0 0,0 1-1 0 0,-1-1 1 0 0,9-8-1 0 0,-13 11 14 0 0,1 1 0 0 0,-1-1 0 0 0,1 0-1 0 0,-1 1 1 0 0,0-1 0 0 0,0 0 0 0 0,0 0 0 0 0,0-1-1 0 0,-1 1 1 0 0,1 0 0 0 0,-1-1 0 0 0,0 1 0 0 0,0 0-1 0 0,0-1 1 0 0,0 1 0 0 0,-1-1 0 0 0,1 0-1 0 0,-1 1 1 0 0,0-1 0 0 0,0 1 0 0 0,0-1 0 0 0,-1 0-1 0 0,1 1 1 0 0,-1-1 0 0 0,0 1 0 0 0,0-1-1 0 0,-2-4 1 0 0,2 7 6 0 0,-1-1 0 0 0,1 0 1 0 0,-1 0-1 0 0,0 0 0 0 0,1 1 0 0 0,-1-1 0 0 0,0 1 0 0 0,0 0 0 0 0,0-1 0 0 0,0 1 0 0 0,0 0 1 0 0,0 0-1 0 0,0 0 0 0 0,-1 0 0 0 0,1 1 0 0 0,0-1 0 0 0,0 0 0 0 0,-1 1 0 0 0,1 0 0 0 0,0 0 1 0 0,-1-1-1 0 0,1 1 0 0 0,0 1 0 0 0,-1-1 0 0 0,1 0 0 0 0,0 0 0 0 0,-1 1 0 0 0,1 0 0 0 0,-3 0 1 0 0,-2 1-2 0 0,0 0 0 0 0,1 1 1 0 0,-1-1-1 0 0,1 1 0 0 0,-1 1 1 0 0,1-1-1 0 0,0 1 0 0 0,-7 6 1 0 0,11-8-1 0 0,-1 0 1 0 0,0 0-1 0 0,1 0 1 0 0,-1 1 0 0 0,1-1-1 0 0,0 1 1 0 0,0 0-1 0 0,0 0 1 0 0,0 0-1 0 0,0 0 1 0 0,0 0-1 0 0,1 0 1 0 0,0 0-1 0 0,0 0 1 0 0,0 0-1 0 0,0 1 1 0 0,0-1 0 0 0,0 1-1 0 0,1-1 1 0 0,0 0-1 0 0,-1 1 1 0 0,1-1-1 0 0,1 1 1 0 0,-1-1-1 0 0,0 1 1 0 0,1-1-1 0 0,0 0 1 0 0,0 1-1 0 0,0-1 1 0 0,0 0 0 0 0,0 0-1 0 0,1 1 1 0 0,-1-1-1 0 0,1 0 1 0 0,3 4-1 0 0,0-2-19 0 0,0 0-1 0 0,0 0 0 0 0,0 0 0 0 0,0-1 1 0 0,1 0-1 0 0,0 0 0 0 0,-1 0 0 0 0,2-1 1 0 0,-1 1-1 0 0,0-2 0 0 0,1 1 0 0 0,-1-1 1 0 0,1 0-1 0 0,0 0 0 0 0,-1 0 0 0 0,1-1 1 0 0,8 0-1 0 0,5-1-53 0 0,0 0 0 0 0,-1-1 0 0 0,1-1 0 0 0,0-1 0 0 0,0-1 1 0 0,-1-1-1 0 0,0-1 0 0 0,0 0 0 0 0,0-1 0 0 0,-1-1 0 0 0,0-1 0 0 0,32-21 0 0 0,-45 26 99 0 0,0 0 0 0 0,-1 0 0 0 0,1 0 0 0 0,-1 0 0 0 0,0 0 0 0 0,0-1 0 0 0,0 0 0 0 0,-1 0 0 0 0,0 0 0 0 0,0 0-1 0 0,0-1 1 0 0,0 1 0 0 0,-1-1 0 0 0,3-8 0 0 0,-5 13 82 0 0,-18 5 80 0 0,15-1-181 0 0,-1 1 0 0 0,1-1 0 0 0,0 1 1 0 0,0-1-1 0 0,0 1 0 0 0,0 0 0 0 0,0 0 0 0 0,1 0 0 0 0,0 1 0 0 0,0-1 0 0 0,0 1 0 0 0,1-1 0 0 0,-1 1 1 0 0,1-1-1 0 0,0 1 0 0 0,0 0 0 0 0,1 0 0 0 0,-1-1 0 0 0,1 1 0 0 0,0 0 0 0 0,1 0 0 0 0,-1 0 0 0 0,1-1 1 0 0,0 1-1 0 0,0 0 0 0 0,0-1 0 0 0,0 1 0 0 0,1-1 0 0 0,0 1 0 0 0,0-1 0 0 0,0 0 0 0 0,1 0 0 0 0,-1 0 1 0 0,1 0-1 0 0,0 0 0 0 0,0 0 0 0 0,1-1 0 0 0,-1 1 0 0 0,7 4 0 0 0,-6-6-13 0 0,0-1 0 0 0,0 1 0 0 0,0 0 1 0 0,0-1-1 0 0,0 0 0 0 0,1 0 0 0 0,-1 0 0 0 0,1-1 0 0 0,-1 1 0 0 0,0-1 0 0 0,1 0 0 0 0,-1 0 1 0 0,1-1-1 0 0,-1 1 0 0 0,0-1 0 0 0,1 0 0 0 0,-1 0 0 0 0,0 0 0 0 0,0-1 0 0 0,0 0 0 0 0,5-2 1 0 0,10-6-11 0 0,0-1 0 0 0,-1 0 1 0 0,18-15-1 0 0,-22 15 12 0 0,32-24-23 0 0,-33 23 17 0 0,1 1 1 0 0,1 0-1 0 0,-1 1 0 0 0,2 0 0 0 0,0 1 0 0 0,0 1 0 0 0,0 1 1 0 0,30-10-1 0 0,-45 17 11 0 0,0-1 0 0 0,1 1 1 0 0,-1 0-1 0 0,0 0 1 0 0,0 0-1 0 0,0 0 0 0 0,0 0 1 0 0,0 0-1 0 0,0 0 0 0 0,0 0 1 0 0,1 0-1 0 0,-1 0 0 0 0,0 0 1 0 0,0 1-1 0 0,0-1 1 0 0,0 1-1 0 0,0-1 0 0 0,0 0 1 0 0,0 1-1 0 0,0 0 0 0 0,0-1 1 0 0,0 1-1 0 0,0 0 0 0 0,-1-1 1 0 0,1 1-1 0 0,0 0 0 0 0,0 0 1 0 0,-1 0-1 0 0,1 0 1 0 0,0 0-1 0 0,-1-1 0 0 0,1 1 1 0 0,-1 0-1 0 0,1 1 0 0 0,-1-1 1 0 0,1 0-1 0 0,-1 0 0 0 0,0 1 1 0 0,2 7 1 0 0,-1 0 0 0 0,-1 0 1 0 0,1-1-1 0 0,-2 15 1 0 0,0-17 0 0 0,0 0 0 0 0,1 0 0 0 0,0-1 0 0 0,0 1 0 0 0,1 0 0 0 0,0 0 0 0 0,0 0 0 0 0,2 7 0 0 0,-1-10 0 0 0,0 0 0 0 0,0-1 0 0 0,0 1-1 0 0,1-1 1 0 0,-1 0 0 0 0,1 0 0 0 0,-1 0-1 0 0,1 0 1 0 0,0 0 0 0 0,0-1-1 0 0,0 1 1 0 0,0-1 0 0 0,0 1 0 0 0,0-1-1 0 0,0 0 1 0 0,0 0 0 0 0,0-1 0 0 0,0 1-1 0 0,1-1 1 0 0,-1 1 0 0 0,5-1-1 0 0,11 0-29 0 0,-1-1 0 0 0,32-5 1 0 0,-18 1-245 0 0,-24 4-119 0 0,38-6-330 0 0,-43 7 401 0 0,-1-1 0 0 0,0 0 0 0 0,0 1 0 0 0,0-1 0 0 0,-1 0-1 0 0,1 0 1 0 0,0 0 0 0 0,0 0 0 0 0,0-1 0 0 0,-1 1-1 0 0,1 0 1 0 0,-1-1 0 0 0,1 1 0 0 0,-1-1 0 0 0,1 0-1 0 0,-1 1 1 0 0,0-1 0 0 0,0 0 0 0 0,2-2 0 0 0,-1-6-2028 0 0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2:40:25.1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117 107 10853 0 0,'-21'-11'124'0'0,"-36"-23"306"0"0,53 32-410 0 0,0-1 0 0 0,1 0 0 0 0,0 0 0 0 0,0 0 0 0 0,0 0 0 0 0,0-1 0 0 0,0 1 0 0 0,1-1 0 0 0,-1 1 1 0 0,1-1-1 0 0,0 0 0 0 0,-2-5 0 0 0,4 9-74 0 0,0-1 0 0 0,0 0 0 0 0,0 1 1 0 0,1-1-1 0 0,-1 1 0 0 0,0-1 0 0 0,0 0 1 0 0,0 1-1 0 0,1-1 0 0 0,-1 1 0 0 0,0-1 0 0 0,0 1 1 0 0,1-1-1 0 0,-1 1 0 0 0,1-1 0 0 0,-1 1 1 0 0,0-1-1 0 0,1 1 0 0 0,-1 0 0 0 0,1-1 1 0 0,-1 1-1 0 0,1-1 0 0 0,-1 1 0 0 0,1 0 0 0 0,-1 0 1 0 0,1-1-1 0 0,0 1 0 0 0,-1 0 0 0 0,1 0 1 0 0,-1 0-1 0 0,1 0 0 0 0,0-1 0 0 0,-1 1 1 0 0,1 0-1 0 0,-1 0 0 0 0,1 0 0 0 0,0 0 0 0 0,-1 1 1 0 0,2-1-1 0 0,30-1-3677 0 0,-27 1 2553 0 0,11 0-1414 0 0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2:40:26.3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1188 832 0 0,'17'-23'6405'0'0,"31"-17"-4298"0"0,0 0-1287 0 0,5-16 96 0 0,72-80 381 0 0,-111 118-1166 0 0,0-1-1 0 0,-2-1 1 0 0,0 0-1 0 0,-1 0 1 0 0,15-40 0 0 0,-24 54-91 0 0,-1 0 1 0 0,0 0 0 0 0,0 0 0 0 0,-1 0 0 0 0,0-1-1 0 0,0-7 1 0 0,-1-1 61 0 0,1 15-89 0 0,-13 4 31 0 0,9-2-51 0 0,1 1-1 0 0,0 0 1 0 0,0 0-1 0 0,0 0 1 0 0,0 1-1 0 0,0-1 1 0 0,1 1-1 0 0,-1-1 1 0 0,1 1-1 0 0,0 0 1 0 0,0 0-1 0 0,1 0 0 0 0,-1 0 1 0 0,1 0-1 0 0,0 0 1 0 0,0 0-1 0 0,0 0 1 0 0,0 1-1 0 0,1-1 1 0 0,0 0-1 0 0,0 1 1 0 0,0-1-1 0 0,0 0 1 0 0,1 1-1 0 0,0-1 1 0 0,0 0-1 0 0,0 0 1 0 0,0 0-1 0 0,0 0 1 0 0,1 0-1 0 0,0 0 1 0 0,0 0-1 0 0,0 0 1 0 0,0-1-1 0 0,1 1 1 0 0,-1-1-1 0 0,1 1 0 0 0,0-1 1 0 0,0 0-1 0 0,0 0 1 0 0,1 0-1 0 0,6 4 1 0 0,10 6-312 0 0,1-1 0 0 0,1 0-1 0 0,44 15 1 0 0,9 5-799 0 0,-72-31 1058 0 0,0 0 1 0 0,0 0-1 0 0,0 1 0 0 0,-1-1 1 0 0,1 1-1 0 0,-1 0 1 0 0,1-1-1 0 0,-1 1 0 0 0,1 0 1 0 0,-1 0-1 0 0,0 1 0 0 0,0-1 1 0 0,0 0-1 0 0,0 1 1 0 0,0-1-1 0 0,-1 1 0 0 0,1 0 1 0 0,-1-1-1 0 0,1 1 0 0 0,-1 0 1 0 0,0 0-1 0 0,0 0 1 0 0,-1 0-1 0 0,1 0 0 0 0,0 0 1 0 0,-1 0-1 0 0,0 0 0 0 0,0 0 1 0 0,0 0-1 0 0,0 0 0 0 0,-1 5 1 0 0,1-6 55 0 0,1 0 0 0 0,-1 0 0 0 0,1 0 0 0 0,0 0 0 0 0,0-1 0 0 0,-1 1 0 0 0,1 0 0 0 0,0 0 0 0 0,1 0-1 0 0,-1-1 1 0 0,0 1 0 0 0,0-1 0 0 0,1 1 0 0 0,-1-1 0 0 0,1 1 0 0 0,-1-1 0 0 0,1 0 0 0 0,-1 0 0 0 0,1 0 0 0 0,0 0 0 0 0,0 0 0 0 0,0 0 0 0 0,-1 0 0 0 0,1 0 0 0 0,0-1 0 0 0,0 1 0 0 0,0-1 0 0 0,0 0 0 0 0,0 1 0 0 0,4-1 0 0 0,4 1 1 0 0,0 0 1 0 0,0 0 0 0 0,1-1-1 0 0,18-2 1 0 0,-10-1-4 0 0,-1-1 0 0 0,0 0 0 0 0,0-2 0 0 0,0 0 0 0 0,-1 0 0 0 0,0-2 0 0 0,21-12 0 0 0,-31 15 24 0 0,0 1 0 0 0,0-1-1 0 0,-1 0 1 0 0,1-1 0 0 0,-1 1-1 0 0,-1-1 1 0 0,1 0 0 0 0,-1-1 0 0 0,0 1-1 0 0,0-1 1 0 0,-1 0 0 0 0,0 0 0 0 0,0-1-1 0 0,-1 1 1 0 0,0-1 0 0 0,0 0 0 0 0,-1 0-1 0 0,0 0 1 0 0,1-9 0 0 0,-2 16 6 0 0,-1 0 1 0 0,0-1-1 0 0,1 1 1 0 0,-1 0-1 0 0,0-1 1 0 0,0 1-1 0 0,0 0 1 0 0,0-1 0 0 0,0 1-1 0 0,0 0 1 0 0,0-1-1 0 0,-1 1 1 0 0,1 0-1 0 0,0-1 1 0 0,-1 1-1 0 0,1 0 1 0 0,-1-1-1 0 0,1 1 1 0 0,-1 0-1 0 0,0 0 1 0 0,1 0-1 0 0,-1 0 1 0 0,0 0-1 0 0,0 0 1 0 0,0 0-1 0 0,-1-2 1 0 0,0 3-5 0 0,0 0 1 0 0,1 0-1 0 0,-1-1 1 0 0,1 1-1 0 0,-1 0 1 0 0,0 1 0 0 0,1-1-1 0 0,-1 0 1 0 0,0 0-1 0 0,1 1 1 0 0,-1-1-1 0 0,1 1 1 0 0,-1-1-1 0 0,1 1 1 0 0,-1 0-1 0 0,1 0 1 0 0,0 0-1 0 0,-2 1 1 0 0,-4 2 19 0 0,1 0 0 0 0,0 1 0 0 0,0 0 1 0 0,1 0-1 0 0,-1 0 0 0 0,1 1 0 0 0,0 0 1 0 0,-6 11-1 0 0,8-11-17 0 0,1 0 0 0 0,0 0 0 0 0,0 0 0 0 0,0 0 0 0 0,1 0 0 0 0,0 0-1 0 0,0 1 1 0 0,1-1 0 0 0,0 0 0 0 0,0 1 0 0 0,2 11 0 0 0,-2-15-20 0 0,1 0 1 0 0,0 0-1 0 0,0 0 0 0 0,0 0 0 0 0,1 0 0 0 0,-1 0 0 0 0,1 0 1 0 0,-1-1-1 0 0,1 1 0 0 0,0 0 0 0 0,0-1 0 0 0,0 1 1 0 0,1-1-1 0 0,-1 0 0 0 0,0 0 0 0 0,1 0 0 0 0,0 0 1 0 0,-1 0-1 0 0,1-1 0 0 0,0 1 0 0 0,0-1 0 0 0,0 0 0 0 0,0 1 1 0 0,0-1-1 0 0,6 1 0 0 0,3 0-6 0 0,1-1 0 0 0,-1 0 0 0 0,0-1-1 0 0,1 0 1 0 0,-1-1 0 0 0,0-1 0 0 0,1 1 0 0 0,-1-2 0 0 0,0 0 0 0 0,0 0-1 0 0,-1-1 1 0 0,1-1 0 0 0,-1 0 0 0 0,0 0 0 0 0,0-1 0 0 0,0-1 0 0 0,18-14 0 0 0,-1-2 7 0 0,-1-1 1 0 0,-1-1 0 0 0,-1-1 0 0 0,41-57-1 0 0,-40 44-7 0 0,-1-1-1 0 0,-2-1 0 0 0,-2 0 1 0 0,-2-2-1 0 0,-2-1 0 0 0,-1 0 1 0 0,-3-1-1 0 0,-1 0 0 0 0,-2-1 1 0 0,-3 0-1 0 0,3-68 0 0 0,-10 104 11 0 0,2-6 44 0 0,-1 0 0 0 0,-1 1 0 0 0,-1-1 0 0 0,0 0 0 0 0,-1 0-1 0 0,-1 0 1 0 0,0 1 0 0 0,-2-1 0 0 0,-6-18 0 0 0,10 32-44 0 0,0 1 0 0 0,1 0 0 0 0,-1 0 1 0 0,0 0-1 0 0,0 0 0 0 0,1 1 1 0 0,-1-1-1 0 0,0 0 0 0 0,0 0 0 0 0,0 0 1 0 0,0 1-1 0 0,0-1 0 0 0,0 0 0 0 0,-1 1 1 0 0,1-1-1 0 0,0 1 0 0 0,0 0 0 0 0,0-1 1 0 0,0 1-1 0 0,-1 0 0 0 0,1 0 0 0 0,0-1 1 0 0,0 1-1 0 0,0 0 0 0 0,-1 0 0 0 0,1 0 1 0 0,0 1-1 0 0,0-1 0 0 0,-1 0 0 0 0,1 0 1 0 0,0 1-1 0 0,0-1 0 0 0,0 0 0 0 0,0 1 1 0 0,-1 0-1 0 0,1-1 0 0 0,0 1 0 0 0,0-1 1 0 0,0 1-1 0 0,0 0 0 0 0,0 0 1 0 0,0 0-1 0 0,1 0 0 0 0,-2 1 0 0 0,-5 4 7 0 0,1 0-1 0 0,0 0 0 0 0,0 1 1 0 0,-9 13-1 0 0,3 2 10 0 0,0 0 0 0 0,2 1 0 0 0,0 0 0 0 0,2 0 0 0 0,1 1 0 0 0,0 0 0 0 0,-4 42 0 0 0,-6 177 70 0 0,19-177-51 0 0,15 107 0 0 0,-15-160-46 0 0,0 0 0 0 0,2 1 0 0 0,-1-1 0 0 0,1-1 0 0 0,1 1 0 0 0,0-1 0 0 0,1 1-1 0 0,0-1 1 0 0,1-1 0 0 0,1 1 0 0 0,8 9 0 0 0,-11-15-123 0 0,0-1 0 0 0,0 0 0 0 0,1 0 0 0 0,0 0 0 0 0,0-1 0 0 0,0 0 0 0 0,0 0-1 0 0,0-1 1 0 0,1 0 0 0 0,0 0 0 0 0,0 0 0 0 0,0-1 0 0 0,0 0 0 0 0,0 0 0 0 0,0-1 0 0 0,0 0-1 0 0,0 0 1 0 0,1 0 0 0 0,-1-1 0 0 0,0-1 0 0 0,13-1 0 0 0,30-10-4876 0 0,-34 7 2601 0 0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2:40:29.0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127 541 68 0 0,'0'0'3108'0'0,"-15"-4"-1385"0"0,2 10-1313 0 0,0 0-1 0 0,1 1 1 0 0,0 0-1 0 0,0 1 0 0 0,0 0 1 0 0,-17 17-1 0 0,28-24-401 0 0,1-1 0 0 0,-1 0-1 0 0,1 0 1 0 0,-1 1 0 0 0,1-1-1 0 0,0 0 1 0 0,-1 0 0 0 0,1 1-1 0 0,-1-1 1 0 0,1 0 0 0 0,-1 1-1 0 0,1-1 1 0 0,0 1 0 0 0,-1-1-1 0 0,1 1 1 0 0,0-1 0 0 0,0 0-1 0 0,-1 1 1 0 0,1-1 0 0 0,0 1-1 0 0,0-1 1 0 0,0 1 0 0 0,-1-1 0 0 0,1 1-1 0 0,0 0 1 0 0,0-1 0 0 0,0 1-1 0 0,0-1 1 0 0,0 1 0 0 0,0-1-1 0 0,0 1 1 0 0,0-1 0 0 0,0 1-1 0 0,0-1 1 0 0,1 1 0 0 0,-1-1-1 0 0,0 1 1 0 0,0-1 0 0 0,0 1-1 0 0,1-1 1 0 0,-1 1 0 0 0,0-1-1 0 0,1 1 1 0 0,-1-1 0 0 0,0 1-1 0 0,1-1 1 0 0,-1 0 0 0 0,0 1-1 0 0,1-1 1 0 0,-1 0 0 0 0,1 1-1 0 0,-1-1 1 0 0,1 0 0 0 0,-1 1-1 0 0,1-1 1 0 0,-1 0 0 0 0,1 0-1 0 0,-1 0 1 0 0,1 0 0 0 0,-1 1-1 0 0,1-1 1 0 0,0 0 0 0 0,2 0-10 0 0,-1 1 0 0 0,1 0 0 0 0,0-1 0 0 0,0 0 1 0 0,-1 0-1 0 0,1 0 0 0 0,0 0 0 0 0,0 0 0 0 0,-1 0 1 0 0,4-1-1 0 0,69-39-477 0 0,-73 39 488 0 0,1 3-241 0 0,0-1 236 0 0,0 0-1 0 0,1 0 1 0 0,-1-1 0 0 0,1 1-1 0 0,-1-1 1 0 0,1 1-1 0 0,-1-1 1 0 0,1 0 0 0 0,-1-1-1 0 0,1 1 1 0 0,3-1 0 0 0,8-2 1 0 0,-1-1-1 0 0,1 0 1 0 0,-1-1 0 0 0,0 0 0 0 0,-1-1 0 0 0,1-1-1 0 0,-1 0 1 0 0,0-1 0 0 0,-1 0 0 0 0,0-1 0 0 0,0 0-1 0 0,-1-1 1 0 0,10-11 0 0 0,-11 8 6 0 0,0-1 0 0 0,-1 1 0 0 0,0-1 0 0 0,-1-1 0 0 0,-1 1 0 0 0,0-1 0 0 0,-1-1 0 0 0,-1 1 0 0 0,0-1 0 0 0,3-24 0 0 0,-1-9 213 0 0,-3-1 0 0 0,-3-55 0 0 0,-1 100-194 0 0,0-10 171 0 0,-2 1-1 0 0,0 0 0 0 0,0 0 1 0 0,-6-16-1 0 0,8 30-190 0 0,0 0 0 0 0,0 0 0 0 0,0-1 0 0 0,0 1 0 0 0,0 0 0 0 0,0-1 0 0 0,0 1 0 0 0,0 0 1 0 0,0-1-1 0 0,0 1 0 0 0,-1 0 0 0 0,1 0 0 0 0,0-1 0 0 0,0 1 0 0 0,0 0 0 0 0,0 0 0 0 0,-1-1 0 0 0,1 1 0 0 0,0 0 0 0 0,0 0 0 0 0,-1 0 1 0 0,1-1-1 0 0,0 1 0 0 0,0 0 0 0 0,-1 0 0 0 0,1 0 0 0 0,0 0 0 0 0,-1 0 0 0 0,1 0 0 0 0,0-1 0 0 0,0 1 0 0 0,-1 0 0 0 0,1 0 0 0 0,0 0 1 0 0,-1 0-1 0 0,1 0 0 0 0,0 0 0 0 0,-1 0 0 0 0,1 0 0 0 0,0 0 0 0 0,-1 1 0 0 0,1-1 0 0 0,0 0 0 0 0,0 0 0 0 0,-1 0 0 0 0,1 0 0 0 0,0 0 1 0 0,-1 1-1 0 0,-15 17 153 0 0,-9 28-52 0 0,18-27-83 0 0,2-1 1 0 0,0 1-1 0 0,2 1 0 0 0,0-1 1 0 0,1 0-1 0 0,0 1 0 0 0,2-1 1 0 0,1 1-1 0 0,0-1 0 0 0,6 32 1 0 0,-4-37-19 0 0,0-1 0 0 0,0 0 1 0 0,1 0-1 0 0,1 0 0 0 0,0 0 1 0 0,0-1-1 0 0,2 0 1 0 0,-1 0-1 0 0,2-1 0 0 0,-1 0 1 0 0,2 0-1 0 0,-1 0 0 0 0,1-1 1 0 0,1-1-1 0 0,0 1 1 0 0,13 8-1 0 0,-17-14 143 0 0,1-1 0 0 0,0 0-1 0 0,1 0 1 0 0,-1 0 0 0 0,0-1 0 0 0,1 0 0 0 0,-1-1 0 0 0,1 1-1 0 0,-1-2 1 0 0,1 1 0 0 0,0-1 0 0 0,-1 0 0 0 0,1 0 0 0 0,0-1-1 0 0,-1 0 1 0 0,1-1 0 0 0,-1 0 0 0 0,1 0 0 0 0,-1 0-1 0 0,0-1 1 0 0,0 0 0 0 0,10-6 0 0 0,-16 8 168 0 0,-1 10-5311 0 0,-7 3 752 0 0,5-8 1243 0 0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2:40:29.3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85 980 0 0,'0'-83'11432'0'0,"0"81"-11392"0"0,0 31-3861 0 0,1-19-366 0 0,0-4 1687 0 0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2:40:29.7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133 31 632 0 0,'-2'1'173'0'0,"0"0"0"0"0,0 0 0 0 0,0 0 0 0 0,0 0 0 0 0,0 0 0 0 0,0 1-1 0 0,0-1 1 0 0,0 1 0 0 0,1 0 0 0 0,-1-1 0 0 0,1 1 0 0 0,-1 0 0 0 0,1 0 0 0 0,0 0 0 0 0,0 0 0 0 0,-1 0 0 0 0,1 0 0 0 0,1 0-1 0 0,-1 0 1 0 0,0 0 0 0 0,0 1 0 0 0,1-1 0 0 0,-1 0 0 0 0,1 1 0 0 0,0-1 0 0 0,0 0 0 0 0,0 0 0 0 0,0 1 0 0 0,0-1 0 0 0,0 0-1 0 0,1 1 1 0 0,-1-1 0 0 0,1 0 0 0 0,0 0 0 0 0,-1 1 0 0 0,1-1 0 0 0,0 0 0 0 0,0 0 0 0 0,0 0 0 0 0,1 0 0 0 0,-1 0 0 0 0,0 0-1 0 0,1 0 1 0 0,-1-1 0 0 0,1 1 0 0 0,0 0 0 0 0,0-1 0 0 0,-1 0 0 0 0,1 1 0 0 0,0-1 0 0 0,0 0 0 0 0,0 0 0 0 0,5 2 1212 0 0,-6-3-1340 0 0,0-1 1 0 0,0 1-1 0 0,0-1 0 0 0,0 1 0 0 0,0-1 0 0 0,0 1 0 0 0,-1-1 0 0 0,1 1 0 0 0,0-1 0 0 0,0 0 0 0 0,-1 0 0 0 0,1 1 0 0 0,0-1 0 0 0,-1 0 0 0 0,1 0 1 0 0,0 0-1 0 0,-1 0 0 0 0,1 0 0 0 0,-1 0 0 0 0,0 0 0 0 0,1 0 0 0 0,-1 0 0 0 0,0 0 0 0 0,0 0 0 0 0,1 0 0 0 0,-1 0 0 0 0,0 0 0 0 0,0 0 1 0 0,0 0-1 0 0,0 0 0 0 0,0 0 0 0 0,-1 0 0 0 0,1 0 0 0 0,0 0 0 0 0,0 0 0 0 0,-1 0 0 0 0,0-2 0 0 0,-9-39 984 0 0,9 39-994 0 0,0 0 1 0 0,0 0-1 0 0,0 0 1 0 0,-1 0-1 0 0,1 0 0 0 0,-1 0 1 0 0,0 0-1 0 0,0 1 1 0 0,0-1-1 0 0,0 1 0 0 0,-1 0 1 0 0,1-1-1 0 0,0 1 1 0 0,-1 0-1 0 0,0 0 1 0 0,1 0-1 0 0,-1 1 0 0 0,0-1 1 0 0,0 1-1 0 0,0-1 1 0 0,0 1-1 0 0,-6-1 0 0 0,6 1-293 0 0,-1 1-1 0 0,0-1 0 0 0,1 1 0 0 0,-1 0 1 0 0,0 0-1 0 0,1 1 0 0 0,-1-1 0 0 0,-5 2 0 0 0,4-1-808 0 0,0 1-1 0 0,1 0 1 0 0,0 0-1 0 0,-1 0 1 0 0,1 0-1 0 0,-8 6 0 0 0,7-4-1708 0 0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2:40:30.0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7 36 0 0,'35'15'4980'0'0,"-32"-12"-4720"0"0,0 0 0 0 0,0 0-1 0 0,1-1 1 0 0,-1 1 0 0 0,1-1 0 0 0,0 0 0 0 0,0 0 0 0 0,0 0 0 0 0,0-1 0 0 0,0 1 0 0 0,0-1 0 0 0,0 0 0 0 0,0 0-1 0 0,1-1 1 0 0,7 1 0 0 0,-6-1-196 0 0,1-1 0 0 0,-1 0-1 0 0,1-1 1 0 0,-1 0 0 0 0,0 0-1 0 0,0 0 1 0 0,0 0 0 0 0,0-1 0 0 0,0 0-1 0 0,5-4 1 0 0,-4 3 25 0 0,0 0 0 0 0,0 1-1 0 0,0 0 1 0 0,1 0 0 0 0,-1 1 0 0 0,14-3 0 0 0,-19 5-87 0 0,1-1 0 0 0,-1 1 0 0 0,0 0-1 0 0,1 0 1 0 0,-1 0 0 0 0,1 0 0 0 0,-1 0 0 0 0,0 0 0 0 0,1 1 0 0 0,-1-1 0 0 0,0 1 0 0 0,1-1 0 0 0,-1 1 0 0 0,0 0 0 0 0,0 0 0 0 0,1 0 0 0 0,-1 0-1 0 0,0 1 1 0 0,0-1 0 0 0,0 1 0 0 0,0-1 0 0 0,-1 1 0 0 0,1-1 0 0 0,2 4 0 0 0,-3-4-92 0 0,4 8-1449 0 0,-6 0-3193 0 0,0-5 2376 0 0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2:40:30.4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40 131 9877 0 0,'-2'-4'9'0'0,"-4"-5"110"0"0,0-1 1 0 0,0 0-1 0 0,1 0 1 0 0,1-1-1 0 0,-5-13 0 0 0,9 22-109 0 0,-1 0-1 0 0,1 1 1 0 0,0-1-1 0 0,-1 0 0 0 0,1 1 1 0 0,0-1-1 0 0,0 0 0 0 0,0 0 1 0 0,0 1-1 0 0,1-1 1 0 0,-1 0-1 0 0,0 1 0 0 0,1-1 1 0 0,-1 0-1 0 0,1 1 0 0 0,-1-1 1 0 0,1 1-1 0 0,0-1 1 0 0,0 1-1 0 0,0-1 0 0 0,0 1 1 0 0,0-1-1 0 0,0 1 0 0 0,0 0 1 0 0,0 0-1 0 0,0-1 1 0 0,1 1-1 0 0,-1 0 0 0 0,0 0 1 0 0,1 0-1 0 0,-1 1 0 0 0,1-1 1 0 0,-1 0-1 0 0,1 0 1 0 0,0 1-1 0 0,-1-1 0 0 0,1 1 1 0 0,0-1-1 0 0,-1 1 0 0 0,1 0 1 0 0,0 0-1 0 0,-1 0 1 0 0,1 0-1 0 0,2 0 0 0 0,20-1-627 0 0,0 2 0 0 0,-1 0 0 0 0,1 1 0 0 0,0 2 0 0 0,-1 0 0 0 0,45 16 0 0 0,-19-7-2232 0 0,-9-3 686 0 0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2:40:30.9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57 440 696 0 0,'0'0'1378'0'0,"-32"-13"2702"0"0,31 13-4020 0 0,1-1-1 0 0,-1 1 1 0 0,0 0 0 0 0,1 0 0 0 0,-1-1-1 0 0,0 1 1 0 0,0 0 0 0 0,1 0-1 0 0,-1 0 1 0 0,0 0 0 0 0,0 0 0 0 0,1 0-1 0 0,-1 0 1 0 0,0 0 0 0 0,1 0-1 0 0,-1 0 1 0 0,0 0 0 0 0,0 1 0 0 0,1-1-1 0 0,-1 0 1 0 0,0 0 0 0 0,1 1 0 0 0,-1-1-1 0 0,0 0 1 0 0,1 1 0 0 0,-1-1-1 0 0,1 1 1 0 0,-1-1 0 0 0,1 1 0 0 0,-1-1-1 0 0,1 1 1 0 0,-1-1 0 0 0,1 1 0 0 0,-1 0-1 0 0,0 0 1 0 0,1 2 10 0 0,0-1 0 0 0,0 0 0 0 0,0 1 1 0 0,0-1-1 0 0,0 0 0 0 0,1 1 0 0 0,-1-1 0 0 0,1 0 0 0 0,0 0 1 0 0,-1 0-1 0 0,3 4 0 0 0,38 66 276 0 0,-36-66-186 0 0,-2-2-128 0 0,-1 1-1 0 0,1-1 0 0 0,-1 1 1 0 0,1-1-1 0 0,-1 1 0 0 0,-1 0 1 0 0,1 0-1 0 0,-1 0 1 0 0,1 0-1 0 0,0 9 0 0 0,-3-12-24 0 0,1-1 0 0 0,0 1 0 0 0,0 0 0 0 0,-1-1 0 0 0,1 1 0 0 0,-1-1 0 0 0,0 1 0 0 0,1-1 0 0 0,-1 1 0 0 0,0-1 0 0 0,0 1 0 0 0,0-1 0 0 0,0 1 0 0 0,0-1 0 0 0,0 0 0 0 0,0 0 0 0 0,0 0 0 0 0,-1 0 0 0 0,1 0 0 0 0,0 0-1 0 0,-1 0 1 0 0,1 0 0 0 0,-1 0 0 0 0,1 0 0 0 0,-1-1 0 0 0,1 1 0 0 0,-1-1 0 0 0,0 1 0 0 0,1-1 0 0 0,-1 0 0 0 0,0 1 0 0 0,1-1 0 0 0,-1 0 0 0 0,-2 0 0 0 0,2 0 18 0 0,0-1-24 0 0,2 1-1 0 0,0 0-1 0 0,0 0 1 0 0,1 0-1 0 0,-1 0 1 0 0,0-1 0 0 0,0 1-1 0 0,1 0 1 0 0,-1 0 0 0 0,0 0-1 0 0,0-1 1 0 0,0 1-1 0 0,1 0 1 0 0,-1 0 0 0 0,0 0-1 0 0,0-1 1 0 0,0 1-1 0 0,0 0 1 0 0,1 0 0 0 0,-1-1-1 0 0,0 1 1 0 0,0 0 0 0 0,0 0-1 0 0,0-1 1 0 0,0 1-1 0 0,0 0 1 0 0,0-1 0 0 0,0 1-1 0 0,0 0 1 0 0,0 0-1 0 0,0-1 1 0 0,0 1 0 0 0,0 0-1 0 0,0-1 1 0 0,0 1 0 0 0,0 0-1 0 0,0 0 1 0 0,0-1-1 0 0,0 1 1 0 0,-1 0 0 0 0,1 0-1 0 0,0-1 1 0 0,0 1-1 0 0,0 0 1 0 0,0 0 0 0 0,-1-1-1 0 0,1 1 1 0 0,0 0 0 0 0,0 0-1 0 0,0 0 1 0 0,-1 0-1 0 0,1-1 1 0 0,0 1 0 0 0,0 0-1 0 0,-1 0 1 0 0,1 0 0 0 0,0 0-1 0 0,0 0 1 0 0,-1 0-1 0 0,1 0 1 0 0,0-1 0 0 0,-1 1-1 0 0,1 0 1 0 0,0 0-1 0 0,0 0 1 0 0,-1 0 0 0 0,1 0-1 0 0,-1 0 1 0 0,119-65-979 0 0,-73 41 67 0 0,74-51 1 0 0,-103 64 907 0 0,-1-1 1 0 0,0-1-1 0 0,-1 0 1 0 0,0-1 0 0 0,-1-1-1 0 0,-1 0 1 0 0,0-1-1 0 0,-1 0 1 0 0,-1 0 0 0 0,0-1-1 0 0,-1-1 1 0 0,-1 0-1 0 0,-1 0 1 0 0,-1 0 0 0 0,0-1-1 0 0,-1 0 1 0 0,-1 0-1 0 0,-1 0 1 0 0,1-23 0 0 0,-5 35 190 0 0,1-1 1 0 0,-1 1 0 0 0,0 0 0 0 0,-1-1-1 0 0,0 1 1 0 0,0 0 0 0 0,0 0-1 0 0,-1 1 1 0 0,0-1 0 0 0,0 0-1 0 0,-1 1 1 0 0,0 0 0 0 0,0 0 0 0 0,-6-7-1 0 0,9 12-164 0 0,0 1 0 0 0,0-1-1 0 0,0 1 1 0 0,0-1 0 0 0,0 1 0 0 0,-1 0-1 0 0,1-1 1 0 0,0 1 0 0 0,0 0-1 0 0,0 0 1 0 0,-1 0 0 0 0,1 0 0 0 0,0 0-1 0 0,0 0 1 0 0,0 0 0 0 0,-1 0-1 0 0,1 1 1 0 0,0-1 0 0 0,0 0 0 0 0,0 1-1 0 0,0-1 1 0 0,0 1 0 0 0,0-1-1 0 0,0 1 1 0 0,0-1 0 0 0,0 1 0 0 0,0 0-1 0 0,0 0 1 0 0,0-1 0 0 0,0 1-1 0 0,0 0 1 0 0,0 0 0 0 0,1 0 0 0 0,-1 0-1 0 0,0 0 1 0 0,0 2 0 0 0,-25 43 180 0 0,24-42-136 0 0,-5 12-29 0 0,2 0 0 0 0,0 0-1 0 0,1 1 1 0 0,1-1 0 0 0,0 1 0 0 0,1 0 0 0 0,1 0 0 0 0,0 0-1 0 0,2 0 1 0 0,1 17 0 0 0,2-6-2 0 0,0 0-1 0 0,2 0 1 0 0,1-1-1 0 0,1 0 1 0 0,15 33-1 0 0,-20-53-34 0 0,1 1 0 0 0,1-1-1 0 0,-1 0 1 0 0,1 0-1 0 0,1 0 1 0 0,-1-1 0 0 0,1 0-1 0 0,0 0 1 0 0,0 0-1 0 0,1-1 1 0 0,0 1-1 0 0,0-2 1 0 0,0 1 0 0 0,1-1-1 0 0,-1 0 1 0 0,1-1-1 0 0,0 0 1 0 0,0 0 0 0 0,10 2-1 0 0,-5-2 139 0 0,0-1 0 0 0,0 0 0 0 0,1-1 0 0 0,-1-1 0 0 0,0 0 0 0 0,0 0 0 0 0,1-2 0 0 0,-1 1-1 0 0,0-2 1 0 0,0 0 0 0 0,22-8 0 0 0,-11 4 629 0 0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2:40:31.4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97 692 0 0,'0'-11'1427'0'0,"1"-1"1"0"0,0 0-1 0 0,0 1 0 0 0,1-1 1 0 0,5-16-1 0 0,-7 28-1591 0 0,15-6-1173 0 0,-5 3-2817 0 0,-2 1 2129 0 0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2:40:31.7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 86 360 0 0,'10'4'7649'0'0,"-4"1"-8011"0"0,-4 0 585 0 0,-1 1 1 0 0,1-1 0 0 0,-1 1-1 0 0,0-1 1 0 0,0 1 0 0 0,0 0-1 0 0,-1 5 1 0 0,4 19 408 0 0,14 66 703 0 0,9 132-1 0 0,-12-79-693 0 0,-13-132-523 0 0,0-11-58 0 0,-1-1 1 0 0,0 1-1 0 0,0 0 0 0 0,-1 0 1 0 0,0 0-1 0 0,0 0 1 0 0,0 0-1 0 0,0 0 0 0 0,-1 0 1 0 0,0-1-1 0 0,-1 1 1 0 0,1 0-1 0 0,-3 6 0 0 0,3-12-19 0 0,0 0-1 0 0,0 0 1 0 0,0 0-1 0 0,1 0 1 0 0,-1 0-1 0 0,0 0 1 0 0,0 0-1 0 0,0 0 1 0 0,0 0-1 0 0,0 0 1 0 0,0-1-1 0 0,0 1 1 0 0,1 0-1 0 0,-1 0 1 0 0,0-1-1 0 0,0 1 1 0 0,0-1-1 0 0,0 1 1 0 0,1-1-1 0 0,-1 1 1 0 0,0-1-1 0 0,1 1 0 0 0,-1-1 1 0 0,0 0-1 0 0,1 1 1 0 0,-1-1-1 0 0,1 0 1 0 0,-1-1-1 0 0,0 2-67 0 0,-7-9 144 0 0,1 0 0 0 0,-1-1 0 0 0,2 0 0 0 0,-1 0 0 0 0,2-1 0 0 0,-1 1 0 0 0,1-1 0 0 0,1 0 1 0 0,-4-16-1 0 0,2 7 14 0 0,2 0 1 0 0,0-1-1 0 0,1 0 1 0 0,0-29-1 0 0,4 27-57 0 0,1-1-1 0 0,1 1 0 0 0,1 0 0 0 0,2 0 1 0 0,0 0-1 0 0,1 1 0 0 0,1 0 1 0 0,1 0-1 0 0,1 1 0 0 0,1 1 1 0 0,18-26-1 0 0,-17 28-47 0 0,0 1 0 0 0,1 1 1 0 0,1 0-1 0 0,1 1 0 0 0,0 0 0 0 0,1 1 1 0 0,1 1-1 0 0,0 1 0 0 0,0 0 0 0 0,2 1 1 0 0,-1 1-1 0 0,39-15 0 0 0,-53 24-27 0 0,0 0 0 0 0,0 0-1 0 0,0 0 1 0 0,0 0 0 0 0,0 1 0 0 0,0 0-1 0 0,0-1 1 0 0,0 2 0 0 0,0-1 0 0 0,0 0 0 0 0,0 1-1 0 0,0 0 1 0 0,0 0 0 0 0,0 0 0 0 0,0 0-1 0 0,0 0 1 0 0,0 1 0 0 0,0 0 0 0 0,-1 0 0 0 0,1 0-1 0 0,-1 0 1 0 0,0 1 0 0 0,1-1 0 0 0,-1 1-1 0 0,3 3 1 0 0,-4-4-5 0 0,-1 1-1 0 0,1-1 1 0 0,-1 1-1 0 0,1-1 1 0 0,-1 1-1 0 0,0 0 1 0 0,0 0-1 0 0,0-1 1 0 0,-1 1-1 0 0,1 0 1 0 0,-1 0-1 0 0,1 0 1 0 0,-1 0-1 0 0,0 0 1 0 0,0 0-1 0 0,0 0 1 0 0,-1 0-1 0 0,1 0 1 0 0,-1-1-1 0 0,1 1 1 0 0,-1 0-1 0 0,0 0 1 0 0,0 0-1 0 0,0-1 1 0 0,-1 1-1 0 0,1 0 1 0 0,0-1-1 0 0,-1 1 1 0 0,0-1-1 0 0,0 0 1 0 0,0 0-1 0 0,0 1 1 0 0,0-1-1 0 0,0 0 1 0 0,-3 2-1 0 0,-11 9-176 0 0,0 0 1 0 0,-1-2-1 0 0,-1 1 0 0 0,-36 16 1 0 0,-83 28-2940 0 0,116-48 2182 0 0,-32 8-5645 0 0,33-11 2810 0 0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2:40:36.1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198 27 384 0 0,'-9'-13'2619'0'0,"9"12"-2394"0"0,0 0 0 0 0,-1 1 0 0 0,1-1-1 0 0,-1 0 1 0 0,1 0 0 0 0,-1 1 0 0 0,1-1 0 0 0,-1 0 0 0 0,1 1 0 0 0,-1-1 0 0 0,1 0 0 0 0,-1 1 0 0 0,0-1 0 0 0,0 1 0 0 0,1-1 0 0 0,-1 1 0 0 0,0-1 0 0 0,0 1 0 0 0,1 0 0 0 0,-3-1 0 0 0,1 2-130 0 0,0 0 1 0 0,0 0 0 0 0,0 0-1 0 0,0 0 1 0 0,0 1 0 0 0,0-1 0 0 0,0 1-1 0 0,0-1 1 0 0,0 1 0 0 0,1 0 0 0 0,-3 3-1 0 0,-23 23 459 0 0,2 1-1 0 0,-25 36 0 0 0,44-56-478 0 0,0 0 0 0 0,1 0 1 0 0,0 0-1 0 0,1 1 0 0 0,-1 0 0 0 0,2 0 1 0 0,0 0-1 0 0,0 0 0 0 0,0 1 0 0 0,1-1 1 0 0,1 0-1 0 0,-1 20 0 0 0,2-27-62 0 0,1-1 0 0 0,-1 1 0 0 0,0 0 0 0 0,1-1 0 0 0,-1 1 0 0 0,1-1 0 0 0,0 1 0 0 0,0-1 0 0 0,0 1 0 0 0,0-1 0 0 0,0 1 0 0 0,0-1 0 0 0,1 0 0 0 0,-1 0 0 0 0,1 0 0 0 0,0 0 0 0 0,-1 0 0 0 0,1 0 0 0 0,0 0 0 0 0,0 0 0 0 0,3 1 0 0 0,-1-1-3 0 0,-1-1 0 0 0,1 1-1 0 0,-1-1 1 0 0,1 0 0 0 0,0-1 0 0 0,0 1 0 0 0,0 0 0 0 0,-1-1 0 0 0,1 0 0 0 0,0 0-1 0 0,0 0 1 0 0,0-1 0 0 0,4 0 0 0 0,6-2-1 0 0,1-1 0 0 0,-1-1 1 0 0,0 0-1 0 0,0 0 0 0 0,-1-2 0 0 0,17-9 0 0 0,-4-2-17 0 0,-18 12 9 0 0,0 0-1 0 0,1 1 1 0 0,-1 0-1 0 0,17-7 1 0 0,-24 12-7 0 0,2 1 1 0 0,-1 1 1 0 0,1 0-1 0 0,-1 0 1 0 0,0 0 0 0 0,0 0-1 0 0,0 0 1 0 0,0 1-1 0 0,0-1 1 0 0,0 1-1 0 0,-1-1 1 0 0,1 1 0 0 0,-1 0-1 0 0,2 4 1 0 0,-2-6 4 0 0,0 0 1 0 0,-1 0 0 0 0,1-1-1 0 0,0 1 1 0 0,0 0 0 0 0,-1-1-1 0 0,1 1 1 0 0,0-1 0 0 0,0 1 0 0 0,0-1-1 0 0,0 0 1 0 0,0 1 0 0 0,0-1-1 0 0,0 0 1 0 0,0 0 0 0 0,0 1-1 0 0,-1-1 1 0 0,1 0 0 0 0,0 0-1 0 0,0 0 1 0 0,0 0 0 0 0,0 0-1 0 0,0 0 1 0 0,0 0 0 0 0,0-1-1 0 0,0 1 1 0 0,0 0 0 0 0,0-1-1 0 0,0 1 1 0 0,0 0 0 0 0,0-1-1 0 0,1 0 1 0 0,-2 1 0 0 0,0 0-1 0 0,16-11 1 0 0,-1 0 0 0 0,0-2 0 0 0,0 1 0 0 0,18-23 0 0 0,32-26-25 0 0,-58 55 24 0 0,1 1-1 0 0,-1 0 1 0 0,1 0-1 0 0,0 1 1 0 0,0 0-1 0 0,1 1 0 0 0,-1-1 1 0 0,10-1-1 0 0,-16 5 4 0 0,1-1 0 0 0,-1 1 0 0 0,0 0 0 0 0,1-1 0 0 0,-1 1-1 0 0,0 0 1 0 0,1 0 0 0 0,-1 1 0 0 0,0-1 0 0 0,1 0 0 0 0,-1 1 0 0 0,0 0-1 0 0,0-1 1 0 0,0 1 0 0 0,1 0 0 0 0,-1 0 0 0 0,0 0 0 0 0,0 0 0 0 0,0 1-1 0 0,0-1 1 0 0,-1 0 0 0 0,1 1 0 0 0,0 0 0 0 0,-1-1 0 0 0,1 1 0 0 0,0 0-1 0 0,-1 0 1 0 0,0 0 0 0 0,0 0 0 0 0,1 0 0 0 0,-1 0 0 0 0,0 0 0 0 0,-1 0 0 0 0,1 0-1 0 0,0 0 1 0 0,0 5 0 0 0,9 22 55 0 0,-8-21-32 0 0,1-1 1 0 0,-1 1 0 0 0,0 0-1 0 0,0 0 1 0 0,-1 0 0 0 0,0 0-1 0 0,0 0 1 0 0,-2 14-1 0 0,-11 22 553 0 0,-2-23-1939 0 0,14-20 956 0 0,-1 0 1 0 0,0 0-1 0 0,0 0 1 0 0,0-1 0 0 0,0 1-1 0 0,0 0 1 0 0,0-1-1 0 0,0 1 1 0 0,0-1-1 0 0,0 1 1 0 0,0-1 0 0 0,0 0-1 0 0,0 1 1 0 0,0-1-1 0 0,0 0 1 0 0,-2 0-1 0 0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2:40:36.8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114 287 328 0 0,'-3'56'7551'0'0,"-23"95"-4638"0"0,8-63-1990 0 0,-34 136 645 0 0,38-167-4111 0 0,14-56 2023 0 0,6-18-3989 0 0,-3 8 4345 0 0,1-1 0 0 0,-1 1 1 0 0,2-1-1 0 0,-1 1 0 0 0,1 0 0 0 0,1 1 1 0 0,-1-1-1 0 0,1 1 0 0 0,1 0 0 0 0,0 1 1 0 0,0-1-1 0 0,0 1 0 0 0,12-8 0 0 0,81-47 630 0 0,-51 34 98 0 0,-2-3 0 0 0,0-1 1 0 0,58-54-1 0 0,-94 75-397 0 0,0 0 0 0 0,0-1-1 0 0,-1 0 1 0 0,-1-1 0 0 0,0 0-1 0 0,-1-1 1 0 0,0 0 0 0 0,-1 0-1 0 0,-1 0 1 0 0,0-1 0 0 0,-1 0-1 0 0,0 0 1 0 0,-1-1 0 0 0,-1 1-1 0 0,-1-1 1 0 0,2-29 0 0 0,-4 29 101 0 0,-1 0 0 0 0,-1 0 1 0 0,0 0-1 0 0,0 1 0 0 0,-2-1 1 0 0,0 0-1 0 0,-1 1 0 0 0,0 0 1 0 0,-1 0-1 0 0,-1 1 0 0 0,-1 0 1 0 0,-11-18-1 0 0,18 31-141 0 0,-26 19 192 0 0,15-3-232 0 0,0 0 0 0 0,1 1-1 0 0,0 0 1 0 0,2 0 0 0 0,0 1-1 0 0,-8 20 1 0 0,-35 112 369 0 0,46-128-383 0 0,-17 53 147 0 0,4 1 0 0 0,4 0 0 0 0,-11 136 0 0 0,26-210-216 0 0,0 49 143 0 0,0-48-130 0 0,0 1 0 0 0,1 0-1 0 0,-1 0 1 0 0,1 0 0 0 0,-1 0 0 0 0,1-1-1 0 0,0 1 1 0 0,0 0 0 0 0,1-1 0 0 0,-1 1-1 0 0,0-1 1 0 0,1 1 0 0 0,-1-1 0 0 0,3 3-1 0 0,-3-5 19 0 0,46-13 119 0 0,-24 6-89 0 0,-21 5-118 0 0,1 1-1 0 0,-1 0 0 0 0,0 1 1 0 0,0-1-1 0 0,1 0 1 0 0,-1 1-1 0 0,1-1 0 0 0,-1 1 1 0 0,0 0-1 0 0,1 0 1 0 0,-1 0-1 0 0,1 0 0 0 0,-1 0 1 0 0,0 0-1 0 0,1 1 1 0 0,-1-1-1 0 0,1 1 0 0 0,-1 0 1 0 0,0-1-1 0 0,0 1 1 0 0,1 0-1 0 0,-1 0 0 0 0,0 1 1 0 0,2 1-1 0 0,34 15-3140 0 0,-11-10-2033 0 0,-7-4 1955 0 0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2:40:38.0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0 601 720 0 0,'24'-23'3180'0'0,"-12"12"-2418"0"0,0-1 1 0 0,1 1 0 0 0,1 1-1 0 0,27-16 1 0 0,8 3 121 0 0,52-28 505 0 0,-92 46-1248 0 0,-1-1 1 0 0,0 0 0 0 0,0 0 0 0 0,-1 0 0 0 0,1-1-1 0 0,-1 0 1 0 0,-1-1 0 0 0,11-14 0 0 0,-16 20-116 0 0,1 0 0 0 0,-1 0 0 0 0,0 0 0 0 0,0 0 0 0 0,0 0 0 0 0,0-1 0 0 0,0 1 0 0 0,-1 0 0 0 0,1-1 0 0 0,-1 1 0 0 0,1-1 0 0 0,-1 1 0 0 0,0-1 0 0 0,0 1 0 0 0,0-5 0 0 0,-1 5-12 0 0,1 1 0 0 0,-1 0 0 0 0,1-1 0 0 0,-1 1 0 0 0,0 0 0 0 0,1 0 0 0 0,-1 0 0 0 0,0 0 0 0 0,0-1 0 0 0,0 1 0 0 0,0 0-1 0 0,0 1 1 0 0,0-1 0 0 0,0 0 0 0 0,0 0 0 0 0,-1 0 0 0 0,1 1 0 0 0,0-1 0 0 0,0 0 0 0 0,-3 0 0 0 0,-1 0 3 0 0,-1-1-1 0 0,1 1 1 0 0,-1 1 0 0 0,1-1-1 0 0,-1 1 1 0 0,1 0 0 0 0,-1 0-1 0 0,0 1 1 0 0,1-1 0 0 0,-1 1-1 0 0,1 1 1 0 0,-8 2 0 0 0,-7 3 26 0 0,1 1 0 0 0,0 1 0 0 0,1 0 0 0 0,-35 25 0 0 0,46-30-31 0 0,0 2-1 0 0,1-1 1 0 0,0 1 0 0 0,-1 0 0 0 0,2 1 0 0 0,-1-1-1 0 0,1 1 1 0 0,0 0 0 0 0,0 0 0 0 0,1 1 0 0 0,0-1-1 0 0,1 1 1 0 0,-1 0 0 0 0,-3 15 0 0 0,6-19-7 0 0,1-1-1 0 0,-1 0 1 0 0,1 1 0 0 0,0-1-1 0 0,0 1 1 0 0,1-1 0 0 0,-1 0-1 0 0,0 1 1 0 0,1-1 0 0 0,0 0-1 0 0,0 1 1 0 0,0-1 0 0 0,0 0-1 0 0,1 0 1 0 0,-1 0 0 0 0,1 0 0 0 0,0 0-1 0 0,3 5 1 0 0,0-3-1 0 0,-1-1 0 0 0,1 1 0 0 0,0-1 0 0 0,1 0 0 0 0,-1-1 0 0 0,1 1 0 0 0,-1-1 0 0 0,1 0 0 0 0,8 3 0 0 0,3 0-6 0 0,0-1-1 0 0,0-1 1 0 0,1 0 0 0 0,-1-2-1 0 0,1 0 1 0 0,28 0-1 0 0,-19-3 30 0 0,1-1 0 0 0,0-2 0 0 0,-1 0 0 0 0,0-2 0 0 0,0-1 0 0 0,0-2-1 0 0,-1 0 1 0 0,0-1 0 0 0,-1-2 0 0 0,0-1 0 0 0,-1 0 0 0 0,0-2-1 0 0,-1-1 1 0 0,-1-1 0 0 0,22-21 0 0 0,-8-2 1797 0 0,-66 56-1643 0 0,25-13-151 0 0,1 0 1 0 0,-1 0 0 0 0,1 1 0 0 0,0-1-1 0 0,0 1 1 0 0,0 0 0 0 0,1 0 0 0 0,-1 0-1 0 0,1 1 1 0 0,-4 5 0 0 0,7-9-29 0 0,-1 0 0 0 0,1 1 0 0 0,0-1 0 0 0,-1 0 0 0 0,1 0 0 0 0,0 0 0 0 0,0 1 0 0 0,-1-1 0 0 0,1 0 0 0 0,0 0 0 0 0,0 1 0 0 0,0-1 0 0 0,1 0 0 0 0,-1 0 0 0 0,0 1 0 0 0,0-1 1 0 0,1 0-1 0 0,-1 0 0 0 0,1 2 0 0 0,1-1-25 0 0,-1 0-1 0 0,1-1 1 0 0,-1 1 0 0 0,1 0 0 0 0,-1-1 0 0 0,1 1 0 0 0,0-1 0 0 0,0 1 0 0 0,0-1 0 0 0,0 0-1 0 0,0 0 1 0 0,0 0 0 0 0,5 2 0 0 0,9 2-589 0 0,0 0 0 0 0,1-1 0 0 0,0-1 0 0 0,0-1 0 0 0,0 0 0 0 0,0-1 0 0 0,0-1 1 0 0,0 0-1 0 0,0-1 0 0 0,0-1 0 0 0,0-1 0 0 0,-1-1 0 0 0,1 0 0 0 0,-1-1 0 0 0,0 0 0 0 0,19-10 0 0 0,-33 14 608 0 0,3-2 355 0 0,-1 1 0 0 0,1-1 0 0 0,0 0 0 0 0,-1-1 0 0 0,0 1 0 0 0,0-1 0 0 0,8-8 1516 0 0,4 46-1224 0 0,-12-31-625 0 0,1-1 0 0 0,-1 1 0 0 0,1-1 0 0 0,0 0 1 0 0,-1-1-1 0 0,1 1 0 0 0,0-1 0 0 0,0 0 0 0 0,0 0 1 0 0,0 0-1 0 0,0-1 0 0 0,0 0 0 0 0,0 0 1 0 0,0 0-1 0 0,0-1 0 0 0,0 1 0 0 0,0-1 0 0 0,0 0 1 0 0,-1-1-1 0 0,1 1 0 0 0,0-1 0 0 0,-1 0 0 0 0,1 0 1 0 0,-1 0-1 0 0,1-1 0 0 0,-1 0 0 0 0,0 0 0 0 0,0 0 1 0 0,0 0-1 0 0,-1 0 0 0 0,7-8 0 0 0,2-3 21 0 0,0 0 0 0 0,-1 0-1 0 0,-1-1 1 0 0,0-1 0 0 0,-1 1-1 0 0,0-2 1 0 0,7-23 0 0 0,-5 4 161 0 0,-2 0 1 0 0,-2 0 0 0 0,-1-1-1 0 0,-2 0 1 0 0,-1 0 0 0 0,-3-48-1 0 0,-3 68 447 0 0,-5 14-247 0 0,6 5-372 0 0,0-1 1 0 0,-1 0 0 0 0,1 1 0 0 0,0 0-1 0 0,0 0 1 0 0,0-1 0 0 0,0 1 0 0 0,1 0-1 0 0,-4 5 1 0 0,-38 62 102 0 0,34-50-93 0 0,2 1 0 0 0,0 0 1 0 0,1 0-1 0 0,0 0 1 0 0,2 1-1 0 0,1 0 0 0 0,0 0 1 0 0,2 0-1 0 0,0 0 0 0 0,1 0 1 0 0,6 37-1 0 0,-5-55-25 0 0,-1 0 0 0 0,1 1 0 0 0,0-1 0 0 0,0 0 0 0 0,0 0 0 0 0,0 0 0 0 0,1 0 0 0 0,-1 0 0 0 0,1 0 0 0 0,0-1 0 0 0,0 1 0 0 0,0 0 0 0 0,0-1 0 0 0,0 1 0 0 0,1-1 0 0 0,-1 0 0 0 0,1 0 0 0 0,-1 0 0 0 0,1 0 0 0 0,0 0 0 0 0,0-1 0 0 0,0 1 0 0 0,3 1-1 0 0,4-1 101 0 0,0 0-1 0 0,-1 0 0 0 0,1-1 1 0 0,0 0-1 0 0,0-1 0 0 0,10 0 0 0 0,-5-1 13 0 0,-13 1-328 0 0,0 0 1 0 0,1 0-1 0 0,-1 0 1 0 0,0 1-1 0 0,1-1 1 0 0,-1 0-1 0 0,0 1 0 0 0,0 0 1 0 0,1-1-1 0 0,-1 1 1 0 0,0 0-1 0 0,0 0 1 0 0,0 0-1 0 0,0 0 1 0 0,0 1-1 0 0,0-1 1 0 0,-1 0-1 0 0,4 3 1 0 0,7 6-5743 0 0,-6-6 2913 0 0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2:40:38.5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0 506 28 0 0,'0'0'1005'0'0,"14"9"4733"0"0,16 10-4080 0 0,-28-17-1557 0 0,1-1-1 0 0,-1 1 1 0 0,1-1 0 0 0,-1 0 0 0 0,1 0 0 0 0,-1 0 0 0 0,1 0-1 0 0,-1 0 1 0 0,1-1 0 0 0,0 1 0 0 0,-1-1 0 0 0,1 0 0 0 0,0 1-1 0 0,0-1 1 0 0,-1 0 0 0 0,1-1 0 0 0,0 1 0 0 0,3-1 0 0 0,-4 0-43 0 0,0 0 1 0 0,0 0 0 0 0,0 0 0 0 0,0-1 0 0 0,0 1-1 0 0,0 0 1 0 0,-1-1 0 0 0,1 0 0 0 0,0 1 0 0 0,-1-1-1 0 0,1 0 1 0 0,-1 0 0 0 0,0 0 0 0 0,1 0 0 0 0,-1 0-1 0 0,0 0 1 0 0,1-2 0 0 0,1-4 18 0 0,-1 0-1 0 0,0-1 1 0 0,0 1 0 0 0,-1-1 0 0 0,1 1-1 0 0,-2-1 1 0 0,0 1 0 0 0,0-1 0 0 0,-2-17-1 0 0,-6-8 104 0 0,-18-54 0 0 0,18 67-126 0 0,0-1 0 0 0,2 0 1 0 0,1 0-1 0 0,0 0 0 0 0,2-1 0 0 0,-1-40 0 0 0,4 59-49 0 0,1-1-1 0 0,0 1 1 0 0,0 0 0 0 0,1-1-1 0 0,-1 1 1 0 0,1 0 0 0 0,0 0-1 0 0,0 0 1 0 0,1 0-1 0 0,-1 0 1 0 0,1 0 0 0 0,0 1-1 0 0,0-1 1 0 0,0 1-1 0 0,0 0 1 0 0,0 0 0 0 0,1 0-1 0 0,-1 0 1 0 0,1 1 0 0 0,0-1-1 0 0,0 1 1 0 0,0 0-1 0 0,0 0 1 0 0,0 0 0 0 0,1 1-1 0 0,-1-1 1 0 0,0 1 0 0 0,1 0-1 0 0,-1 1 1 0 0,6-1-1 0 0,-3 0 0 0 0,0 0-1 0 0,0 0 0 0 0,0 1 1 0 0,0 0-1 0 0,0 0 0 0 0,0 1 1 0 0,0-1-1 0 0,0 2 0 0 0,-1-1 0 0 0,1 1 1 0 0,0 0-1 0 0,-1 0 0 0 0,1 1 1 0 0,-1 0-1 0 0,0 0 0 0 0,1 1 1 0 0,-2 0-1 0 0,1 0 0 0 0,5 4 1 0 0,-3 2 4 0 0,-1-1 1 0 0,-1 1 0 0 0,0 0 0 0 0,0 1-1 0 0,-1 0 1 0 0,0-1 0 0 0,-1 2 0 0 0,0-1-1 0 0,-1 0 1 0 0,0 1 0 0 0,-1-1 0 0 0,1 14-1 0 0,1 21 63 0 0,-4 80 0 0 0,-1-102-47 0 0,-3 162 147 0 0,3-177-350 0 0,0 0-1 0 0,0 1 1 0 0,0-1 0 0 0,-1 0 0 0 0,-1 0 0 0 0,0 0 0 0 0,0 0 0 0 0,0 0 0 0 0,-1 0 0 0 0,-9 12 0 0 0,0-17-6431 0 0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2:40:39.3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92 486 112 0 0,'11'-7'352'0'0,"-1"-2"1"0"0,0 0-1 0 0,0 0 1 0 0,-1 0-1 0 0,0-1 1 0 0,0-1-1 0 0,-1 0 1 0 0,-1 0-1 0 0,0 0 1 0 0,0-1-1 0 0,-1 0 1 0 0,6-17-1 0 0,-5 7 43 0 0,0 0-1 0 0,-1 0 1 0 0,-1-1 0 0 0,-1 0-1 0 0,-2 0 1 0 0,1-31 0 0 0,-3 43-150 0 0,-1 0-1 0 0,0 0 1 0 0,-1 0 0 0 0,0 0 0 0 0,-6-17 0 0 0,7 23-148 0 0,-1 1 0 0 0,1 0-1 0 0,-1 0 1 0 0,0 0 0 0 0,0 0 0 0 0,-1 0-1 0 0,1 0 1 0 0,-1 1 0 0 0,0-1 0 0 0,0 1-1 0 0,0 0 1 0 0,0 0 0 0 0,-1 0 0 0 0,1 0-1 0 0,-1 1 1 0 0,-4-4 0 0 0,6 6-65 0 0,0 0 0 0 0,0 0-1 0 0,0 0 1 0 0,0 0 0 0 0,0 0 0 0 0,0 0-1 0 0,0 1 1 0 0,0-1 0 0 0,1 0 0 0 0,-1 1 0 0 0,0 0-1 0 0,0-1 1 0 0,0 1 0 0 0,1 0 0 0 0,-1 0-1 0 0,0 0 1 0 0,1 0 0 0 0,-1 0 0 0 0,1 0 0 0 0,-1 1-1 0 0,1-1 1 0 0,-3 3 0 0 0,-27 32 352 0 0,18-14-237 0 0,1 1 0 0 0,1 0 0 0 0,1 1 0 0 0,1 0-1 0 0,1 0 1 0 0,-8 39 0 0 0,6-8 152 0 0,-5 108 0 0 0,25-23 80 0 0,-10-139-375 0 0,0-1-1 0 0,0 1 1 0 0,0-1-1 0 0,0 0 0 0 0,0 1 1 0 0,0-1-1 0 0,0 1 1 0 0,0-1-1 0 0,0 0 1 0 0,0 1-1 0 0,0-1 1 0 0,1 0-1 0 0,-1 1 0 0 0,0-1 1 0 0,0 0-1 0 0,0 1 1 0 0,1-1-1 0 0,-1 0 1 0 0,0 1-1 0 0,0-1 1 0 0,1 0-1 0 0,-1 1 0 0 0,0-1 1 0 0,0 0-1 0 0,1 0 1 0 0,-1 1-1 0 0,0-1 1 0 0,1 0-1 0 0,-1 0 1 0 0,0 0-1 0 0,1 0 0 0 0,-1 1 1 0 0,1-1-1 0 0,-1 0 1 0 0,0 0-1 0 0,1 0 1 0 0,-1 0-1 0 0,1 0 1 0 0,20-6 70 0 0,28-23 2 0 0,-38 22-39 0 0,-10 6-37 0 0,0 0 1 0 0,1 1-1 0 0,-1-1 1 0 0,1 0-1 0 0,-1 1 1 0 0,1-1-1 0 0,-1 1 1 0 0,1 0-1 0 0,-1 0 1 0 0,1-1-1 0 0,-1 1 1 0 0,1 0-1 0 0,-1 0 1 0 0,1 0 0 0 0,-1 1-1 0 0,1-1 1 0 0,-1 0-1 0 0,1 1 1 0 0,-1-1-1 0 0,1 0 1 0 0,-1 1-1 0 0,1 0 1 0 0,-1-1-1 0 0,0 1 1 0 0,1 0-1 0 0,0 1 1 0 0,29 29-21 0 0,-19-17 4 0 0,-7-9 14 0 0,0-1 1 0 0,0 0-1 0 0,1 0 1 0 0,0 0 0 0 0,-1-1-1 0 0,9 4 1 0 0,-11-6 2 0 0,-1 0 1 0 0,1 0-1 0 0,-1-1 0 0 0,1 1 1 0 0,0-1-1 0 0,-1 1 1 0 0,1-1-1 0 0,-1 0 0 0 0,1 0 1 0 0,0 0-1 0 0,-1-1 1 0 0,1 1-1 0 0,0 0 0 0 0,-1-1 1 0 0,1 0-1 0 0,-1 0 0 0 0,1 1 1 0 0,-1-1-1 0 0,1-1 1 0 0,2-1-1 0 0,0 0-2 0 0,-1 0 0 0 0,1-1 0 0 0,-1 1 0 0 0,0-1 0 0 0,-1 0 0 0 0,1-1 0 0 0,-1 1 0 0 0,1 0-1 0 0,-1-1 1 0 0,3-7 0 0 0,11-15-12 0 0,-14 23 5 0 0,-20 25-3 0 0,13-17 12 0 0,0 1-1 0 0,1-1 1 0 0,-1 1-1 0 0,1 0 1 0 0,-1-1-1 0 0,2 2 1 0 0,-1-1-1 0 0,0 0 1 0 0,1 1-1 0 0,0-1 1 0 0,1 1-1 0 0,-1-1 1 0 0,1 1-1 0 0,-1 11 1 0 0,2-16-1 0 0,0-1 1 0 0,1 1-1 0 0,-1 0 1 0 0,0 0-1 0 0,1-1 1 0 0,-1 1-1 0 0,1 0 1 0 0,-1 0-1 0 0,1-1 1 0 0,0 1-1 0 0,-1 0 1 0 0,1-1-1 0 0,0 1 1 0 0,-1-1-1 0 0,1 1 1 0 0,0-1-1 0 0,0 1 1 0 0,-1-1-1 0 0,1 0 1 0 0,0 1-1 0 0,0-1 1 0 0,0 0-1 0 0,0 0 1 0 0,-1 1-1 0 0,1-1 1 0 0,0 0-1 0 0,0 0 1 0 0,0 0-1 0 0,0 0 1 0 0,0 0-1 0 0,0 0 1 0 0,0 0-1 0 0,-1-1 0 0 0,1 1 1 0 0,0 0-1 0 0,1-1 1 0 0,37-6-8 0 0,-36 7 12 0 0,101-23-518 0 0,-102 22 495 0 0,0 0 0 0 0,0 1 0 0 0,0 0 1 0 0,0-1-1 0 0,-1 1 0 0 0,1 0 0 0 0,0 0 1 0 0,0 0-1 0 0,0 0 0 0 0,0 1 0 0 0,0-1 1 0 0,0 0-1 0 0,-1 1 0 0 0,1-1 0 0 0,0 1 1 0 0,0 0-1 0 0,-1-1 0 0 0,1 1 0 0 0,0 0 1 0 0,-1 0-1 0 0,1 0 0 0 0,-1 0 0 0 0,1 1 1 0 0,-1-1-1 0 0,1 0 0 0 0,-1 0 0 0 0,0 1 1 0 0,0-1-1 0 0,0 1 0 0 0,0 0 0 0 0,0-1 1 0 0,0 1-1 0 0,0 0 0 0 0,0-1 0 0 0,-1 1 1 0 0,1 0-1 0 0,0 0 0 0 0,0 3 0 0 0,8 15-2041 0 0,-6-10-3791 0 0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2:40:39.7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 36 336 0 0,'0'0'4316'0'0,"4"-15"-555"0"0,-2 10-1845 0 0,-4-2 416 0 0,6 2-2372 0 0,-18 1-7084 0 0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2:40:48.2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117 382 828 0 0,'-23'-41'7208'0'0,"-14"87"-5962"0"0,27-28-1068 0 0,2 1 0 0 0,0 1 0 0 0,1 0 0 0 0,1 0 0 0 0,1 0 0 0 0,1 1 0 0 0,-3 31 0 0 0,6-42-144 0 0,0-1 1 0 0,1 1 0 0 0,1-1-1 0 0,-1 1 1 0 0,2-1 0 0 0,-1 1 0 0 0,1-1-1 0 0,1 0 1 0 0,-1 0 0 0 0,2 0-1 0 0,-1 0 1 0 0,1 0 0 0 0,0-1-1 0 0,1 0 1 0 0,0 0 0 0 0,1 0 0 0 0,-1 0-1 0 0,13 12 1 0 0,-14-17-24 0 0,-1 1 0 0 0,1-1-1 0 0,0 0 1 0 0,0-1 0 0 0,0 1 0 0 0,0-1 0 0 0,1 1-1 0 0,-1-1 1 0 0,1-1 0 0 0,-1 1 0 0 0,1-1 0 0 0,-1 1-1 0 0,1-1 1 0 0,0 0 0 0 0,0-1 0 0 0,0 1 0 0 0,-1-1-1 0 0,8-1 1 0 0,-6 0-5 0 0,0 0-1 0 0,0-1 1 0 0,0 0 0 0 0,0 0-1 0 0,-1-1 1 0 0,1 0-1 0 0,-1 0 1 0 0,1 0-1 0 0,-1 0 1 0 0,0-1-1 0 0,-1 0 1 0 0,9-8 0 0 0,-3 1-3 0 0,0-1 1 0 0,0 0-1 0 0,-1-1 1 0 0,-1 0-1 0 0,0-1 1 0 0,-1 0-1 0 0,0 0 1 0 0,-2 0-1 0 0,1-1 1 0 0,4-22-1 0 0,-6 18-1 0 0,-2 0 0 0 0,0 0-1 0 0,-1-1 1 0 0,-1 1 0 0 0,-1 0 0 0 0,-1-1-1 0 0,-7-33 1 0 0,7 44-1 0 0,-1 0-1 0 0,1 1 1 0 0,-1-1-1 0 0,-1 1 1 0 0,0-1 0 0 0,0 1-1 0 0,-1 1 1 0 0,0-1-1 0 0,0 1 1 0 0,0-1-1 0 0,-1 2 1 0 0,0-1-1 0 0,-1 0 1 0 0,0 1 0 0 0,0 1-1 0 0,0-1 1 0 0,0 1-1 0 0,-12-6 1 0 0,15 9-1 0 0,-1 0 1 0 0,0 1-1 0 0,0-1 1 0 0,0 1-1 0 0,0 0 1 0 0,0 0-1 0 0,0 1 1 0 0,0 0-1 0 0,0 0 1 0 0,0 0-1 0 0,0 0 1 0 0,0 1 0 0 0,0-1-1 0 0,0 1 1 0 0,0 1-1 0 0,0-1 1 0 0,1 1-1 0 0,-1 0 1 0 0,0 0-1 0 0,1 0 1 0 0,-1 1-1 0 0,1-1 1 0 0,0 1-1 0 0,-7 5 1 0 0,9-5 0 0 0,-1-1 0 0 0,1 0 0 0 0,0 1 0 0 0,0-1 0 0 0,0 1 0 0 0,0-1 0 0 0,1 1 0 0 0,-1 0 0 0 0,1 0 0 0 0,-1 0 0 0 0,1 0-1 0 0,0 0 1 0 0,0 0 0 0 0,0 0 0 0 0,1 0 0 0 0,-1 1 0 0 0,1-1 0 0 0,0 0 0 0 0,0 0 0 0 0,0 1 0 0 0,0-1 0 0 0,0 0 0 0 0,1 0 0 0 0,-1 0 0 0 0,1 1 0 0 0,0-1 0 0 0,0 0 0 0 0,0 0 0 0 0,0 0 0 0 0,1 0 0 0 0,-1 0 0 0 0,1-1 0 0 0,0 1 0 0 0,0 0 0 0 0,0-1 0 0 0,0 1 0 0 0,4 3 0 0 0,4 3 2 0 0,0-1 1 0 0,1 0 0 0 0,-1 0-1 0 0,1-1 1 0 0,1-1 0 0 0,-1 0-1 0 0,1 0 1 0 0,0-1 0 0 0,1-1-1 0 0,22 6 1 0 0,-4-4-27 0 0,0-1 1 0 0,0-1-1 0 0,46 0 1 0 0,-59-5-13 0 0,0 0 0 0 0,0-1 0 0 0,0-1 0 0 0,0 0 0 0 0,0-1 1 0 0,-1-1-1 0 0,0-1 0 0 0,0-1 0 0 0,17-8 0 0 0,-27 11 22 0 0,0 0 0 0 0,0 0-1 0 0,0 0 1 0 0,-1-1 0 0 0,0 0 0 0 0,0 0 0 0 0,0-1-1 0 0,0 0 1 0 0,-1 0 0 0 0,0 0 0 0 0,0-1-1 0 0,-1 1 1 0 0,1-1 0 0 0,-1 0 0 0 0,-1-1 0 0 0,0 1-1 0 0,0 0 1 0 0,0-1 0 0 0,-1 0 0 0 0,0 0-1 0 0,0 0 1 0 0,0-12 0 0 0,-2-9 14 0 0,-1 1 0 0 0,-2-1 0 0 0,-1 1 0 0 0,-1-1 0 0 0,-2 1 0 0 0,0 1-1 0 0,-19-44 1 0 0,26 71 1 0 0,0-1 0 0 0,0 1 0 0 0,0 0 0 0 0,0 0 0 0 0,0 0 0 0 0,0 0 0 0 0,0-1 0 0 0,0 1 0 0 0,0 0 0 0 0,0 0 0 0 0,0 0 0 0 0,0 0 0 0 0,0 0 0 0 0,-1-1 0 0 0,1 1 0 0 0,0 0-1 0 0,0 0 1 0 0,0 0 0 0 0,0 0 0 0 0,0 0 0 0 0,0 0 0 0 0,0 0 0 0 0,0-1 0 0 0,-1 1 0 0 0,1 0 0 0 0,0 0 0 0 0,0 0 0 0 0,0 0 0 0 0,0 0 0 0 0,0 0 0 0 0,-1 0 0 0 0,1 0 0 0 0,0 0 0 0 0,0 0 0 0 0,0 0-1 0 0,0 0 1 0 0,0 0 0 0 0,-1 0 0 0 0,1 0 0 0 0,0 0 0 0 0,0 0 0 0 0,0 0 0 0 0,0 0 0 0 0,0 0 0 0 0,-1 0 0 0 0,1 0 0 0 0,0 0 0 0 0,0 0 0 0 0,0 0 0 0 0,0 0 0 0 0,0 0 0 0 0,-1 1 0 0 0,1-1 0 0 0,0 0-1 0 0,0 0 1 0 0,0 0 0 0 0,-7 13 23 0 0,-3 16-11 0 0,8-1 12 0 0,1 1-1 0 0,1-1 1 0 0,2 0-1 0 0,1 1 1 0 0,1-1-1 0 0,1 0 0 0 0,13 41 1 0 0,-6-22 8 0 0,8 62 1 0 0,-17-75-10 0 0,3 0 0 0 0,0 0 0 0 0,15 43 0 0 0,-20-75-20 0 0,-1 2-5 0 0,0-3-2 0 0,26-30 12 0 0,-14 18-8 0 0,-3 1-2 0 0,-3 2-1 0 0,0 0 0 0 0,1 1-1 0 0,1 0 1 0 0,-1 1 0 0 0,15-11-1 0 0,-14 12 2 0 0,24-13-6 0 0,-19 20 9 0 0,-10 19 8 0 0,-5-16-8 0 0,1 1 0 0 0,-1 0 0 0 0,0-1 0 0 0,0 0 0 0 0,-1 1 0 0 0,1-1 0 0 0,-1 0 0 0 0,0 0 0 0 0,-6 7 0 0 0,-40 44-411 0 0,24-30-675 0 0,2 1-4365 0 0,20-23 2811 0 0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2:40:48.6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312 0 400 0 0,'10'13'469'0'0,"0"1"0"0"0,-1-1 1 0 0,0 2-1 0 0,-1-1 0 0 0,0 1 0 0 0,-2 0 0 0 0,0 1 1 0 0,0-1-1 0 0,-1 1 0 0 0,-1 0 0 0 0,-1 1 1 0 0,2 32-1 0 0,-3-26-229 0 0,-1 0 1 0 0,-2 0 0 0 0,0 0 0 0 0,-2 0-1 0 0,0 0 1 0 0,-2 0 0 0 0,0-1-1 0 0,-16 39 1 0 0,15-48-100 0 0,-2-1 1 0 0,1 0-1 0 0,-2 0 1 0 0,1-1-1 0 0,-2 0 0 0 0,1 0 1 0 0,-1-1-1 0 0,-1 0 0 0 0,0-1 1 0 0,0 0-1 0 0,-1-1 0 0 0,0 0 1 0 0,-1-1-1 0 0,1-1 0 0 0,-1 0 1 0 0,-1 0-1 0 0,1-1 0 0 0,-1-1 1 0 0,0 0-1 0 0,0-1 0 0 0,0-1 1 0 0,-26 2-1 0 0,37-4-97 0 0,0 0 1 0 0,0 0-1 0 0,0 0 1 0 0,0 0-1 0 0,0 0 0 0 0,0-1 1 0 0,0 1-1 0 0,0-1 0 0 0,0 0 1 0 0,0 0-1 0 0,0 0 0 0 0,1 0 1 0 0,-1 0-1 0 0,0-1 0 0 0,0 1 1 0 0,1-1-1 0 0,-1 0 1 0 0,1 0-1 0 0,0 0 0 0 0,-1 0 1 0 0,1 0-1 0 0,0 0 0 0 0,0 0 1 0 0,0-1-1 0 0,1 1 0 0 0,-1-1 1 0 0,1 0-1 0 0,-1 1 1 0 0,1-1-1 0 0,0 0 0 0 0,0 0 1 0 0,0 0-1 0 0,0 0 0 0 0,1 0 1 0 0,-1 0-1 0 0,1 0 0 0 0,-1 0 1 0 0,1 0-1 0 0,0 0 0 0 0,1 0 1 0 0,-1 0-1 0 0,0 0 1 0 0,2-4-1 0 0,0-5 1 0 0,0-1 0 0 0,1 1 0 0 0,1 0 0 0 0,0 0 0 0 0,1 1 0 0 0,0-1 0 0 0,1 1 0 0 0,0 0 0 0 0,10-14 0 0 0,-4 10-115 0 0,0 0 0 0 0,0 1 1 0 0,2 1-1 0 0,19-17 1 0 0,-25 24-455 0 0,1 1 0 0 0,0 0 0 0 0,0 0 0 0 0,0 1 0 0 0,0 0 0 0 0,11-3 1 0 0,-2 2-5071 0 0,-13 3 2944 0 0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2:40:48.9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 89 508 0 0,'-6'-26'1792'0'0,"4"21"-1358"0"0,1 1 1 0 0,0-1-1 0 0,0 0 1 0 0,0 0 0 0 0,1 0-1 0 0,-1 0 1 0 0,1 1-1 0 0,1-10 1 0 0,-1 13-416 0 0,0 1 1 0 0,0-1 0 0 0,1 1 0 0 0,-1-1 0 0 0,0 1 0 0 0,0-1 0 0 0,1 1 0 0 0,-1-1 0 0 0,0 1 0 0 0,1-1 0 0 0,-1 1 0 0 0,1-1-1 0 0,-1 1 1 0 0,0 0 0 0 0,1-1 0 0 0,-1 1 0 0 0,1 0 0 0 0,-1-1 0 0 0,1 1 0 0 0,-1 0 0 0 0,1 0 0 0 0,-1 0 0 0 0,1-1 0 0 0,-1 1-1 0 0,1 0 1 0 0,-1 0 0 0 0,1 0 0 0 0,-1 0 0 0 0,1 0 0 0 0,0 0 0 0 0,-1 0 0 0 0,1 0 0 0 0,-1 0 0 0 0,1 0 0 0 0,-1 0 0 0 0,1 0-1 0 0,-1 1 1 0 0,1-1 0 0 0,-1 0 0 0 0,1 0 0 0 0,-1 0 0 0 0,1 1 0 0 0,0-1 0 0 0,26 17-2164 0 0,-20-12 309 0 0,3 2 87 0 0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2:40:49.3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1 160 672 0 0,'34'-14'3071'0'0,"22"-14"-721"0"0,67-46 0 0 0,-100 59-1902 0 0,-18 12-283 0 0,26-22 2241 0 0,-37 25-2337 0 0,1 1 0 0 0,-1 0 1 0 0,0 1-1 0 0,1-1 0 0 0,-1 1 1 0 0,0 0-1 0 0,1 0 0 0 0,0 1 1 0 0,0-1-1 0 0,0 1 0 0 0,0 0 1 0 0,0 1-1 0 0,0-1 0 0 0,1 1 1 0 0,0 0-1 0 0,-1 0 0 0 0,2 1 1 0 0,-7 7-1 0 0,9-10-120 0 0,1-1-1 0 0,-1 1 0 0 0,1-1 1 0 0,0 1-1 0 0,0-1 0 0 0,-1 1 1 0 0,1-1-1 0 0,0 1 1 0 0,0 0-1 0 0,1-1 0 0 0,-1 1 1 0 0,0-1-1 0 0,0 1 0 0 0,1-1 1 0 0,-1 1-1 0 0,1-1 1 0 0,-1 0-1 0 0,1 1 0 0 0,0-1 1 0 0,0 0-1 0 0,-1 1 0 0 0,1-1 1 0 0,0 0-1 0 0,0 0 1 0 0,0 1-1 0 0,0-1 0 0 0,1 0 1 0 0,-1 0-1 0 0,0 0 0 0 0,0-1 1 0 0,1 1-1 0 0,-1 0 1 0 0,3 1-1 0 0,2 1-842 0 0,0 1-1 0 0,0-2 1 0 0,1 1-1 0 0,-1-1 1 0 0,0 0 0 0 0,10 2-1 0 0,3-2-1788 0 0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2:40:49.7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1 644 408 0 0,'-1'-23'9222'0'0,"4"27"-9150"0"0,-1-1 0 0 0,1 0 0 0 0,0 0 0 0 0,0-1 0 0 0,0 1 0 0 0,0-1 0 0 0,0 1 0 0 0,1-1 0 0 0,-1 0 0 0 0,1 0 0 0 0,0-1 0 0 0,-1 1 0 0 0,1-1 0 0 0,0 1 0 0 0,0-1 0 0 0,0-1 0 0 0,0 1 0 0 0,0 0 0 0 0,0-1 0 0 0,0 0 0 0 0,0 0 0 0 0,0 0 0 0 0,0 0 0 0 0,0-1 0 0 0,0 1 0 0 0,0-1 0 0 0,0 0 0 0 0,-1-1 0 0 0,1 1 0 0 0,0-1 0 0 0,0 1 0 0 0,-1-1 0 0 0,5-3 0 0 0,1 0-43 0 0,-1-1 0 0 0,0 0 1 0 0,0 0-1 0 0,0-1 0 0 0,-1 0 0 0 0,0 0 0 0 0,0-1 0 0 0,-1 0 1 0 0,0 0-1 0 0,-1 0 0 0 0,1-1 0 0 0,5-14 0 0 0,-1-3-6 0 0,-2 0 1 0 0,-1-1-1 0 0,-1 0 0 0 0,-1-1 1 0 0,-1 1-1 0 0,0-31 0 0 0,-4 12 26 0 0,-2 1-1 0 0,-15-87 1 0 0,15 122 30 0 0,0 0-1 0 0,-1 1 1 0 0,0-1 0 0 0,-5-10-1 0 0,7 18-47 0 0,0 0-1 0 0,0 0 1 0 0,0 0-1 0 0,0 1 1 0 0,0-1-1 0 0,0 0 1 0 0,0 0-1 0 0,-1 0 1 0 0,1 1-1 0 0,-1-1 1 0 0,0 1-1 0 0,1-1 1 0 0,-1 1-1 0 0,0 0 1 0 0,0 0-1 0 0,0 0 1 0 0,0 0-1 0 0,0 0 1 0 0,0 0-1 0 0,0 0 1 0 0,0 0-1 0 0,0 1 1 0 0,-4-1-1 0 0,4 1-5 0 0,-1 1 0 0 0,0 0 0 0 0,0 0 0 0 0,0 0 0 0 0,1 0-1 0 0,-1 1 1 0 0,0-1 0 0 0,1 1 0 0 0,0-1 0 0 0,-1 1 0 0 0,1 0 0 0 0,0 0 0 0 0,0 0-1 0 0,0 0 1 0 0,0 0 0 0 0,-3 5 0 0 0,-27 42 308 0 0,30-47-305 0 0,-2 8 17 0 0,-1 1-1 0 0,1-1 0 0 0,1 1 1 0 0,0-1-1 0 0,1 1 0 0 0,0 0 1 0 0,0 0-1 0 0,1 0 1 0 0,1 0-1 0 0,0 0 0 0 0,0 0 1 0 0,1 0-1 0 0,0 0 0 0 0,1 0 1 0 0,1 0-1 0 0,-1 0 0 0 0,2-1 1 0 0,-1 1-1 0 0,7 11 0 0 0,1 2 1 0 0,1-1-1 0 0,1 0 0 0 0,1-1 0 0 0,1 0 0 0 0,1-1 0 0 0,0-1 0 0 0,21 20 0 0 0,-12-17-68 0 0,0-1 0 0 0,35 22-1 0 0,-50-36-36 0 0,1-2 0 0 0,1 1 0 0 0,-1-2 0 0 0,1 1 0 0 0,0-2 0 0 0,0 1 0 0 0,0-2 0 0 0,1 0 0 0 0,12 2 0 0 0,-20-5 66 0 0,-1 0 0 0 0,0 0 0 0 0,0-1-1 0 0,0 0 1 0 0,0 0 0 0 0,0 0 0 0 0,0 0 0 0 0,0 0 0 0 0,0-1-1 0 0,0 0 1 0 0,-1 0 0 0 0,1 0 0 0 0,4-3 0 0 0,-5 3 151 0 0,-1 0 1 0 0,1 0-1 0 0,-1 0 1 0 0,0 0-1 0 0,0 0 1 0 0,0 0 0 0 0,0 0-1 0 0,0-1 1 0 0,0 1-1 0 0,-1-1 1 0 0,1 1-1 0 0,-1-1 1 0 0,0 0-1 0 0,0 0 1 0 0,0 1-1 0 0,0-1 1 0 0,0 0-1 0 0,0 0 1 0 0,0-4-1 0 0,-1 7 301 0 0,-1-5-1390 0 0,-24 42-2032 0 0,10-9-3267 0 0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2:40:50.1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6 106 44 0 0,'0'-18'1844'0'0,"1"3"-5"0"0,-1 0 0 0 0,-1 0 0 0 0,-4-26 0 0 0,4 40-1983 0 0,3 17-5360 0 0,-2-8 3480 0 0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2:40:50.4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0 460 0 0,'6'44'5771'0'0,"-5"-41"-5606"0"0,-1 1 1 0 0,0-1-1 0 0,1 1 1 0 0,0-1-1 0 0,0 0 1 0 0,0 1 0 0 0,0-1-1 0 0,0 0 1 0 0,1 0-1 0 0,-1 0 1 0 0,1 0-1 0 0,0 0 1 0 0,0 0 0 0 0,0 0-1 0 0,0-1 1 0 0,0 1-1 0 0,1-1 1 0 0,-1 0-1 0 0,1 1 1 0 0,5 2 0 0 0,-5-4-122 0 0,0 0 1 0 0,1 0-1 0 0,-1-1 1 0 0,0 1 0 0 0,0-1-1 0 0,1 0 1 0 0,-1 0-1 0 0,0 0 1 0 0,0 0-1 0 0,1-1 1 0 0,-1 1 0 0 0,0-1-1 0 0,0 0 1 0 0,0 0-1 0 0,0 0 1 0 0,0 0 0 0 0,0-1-1 0 0,0 1 1 0 0,0-1-1 0 0,0 0 1 0 0,-1 0-1 0 0,4-2 1 0 0,4-2 34 0 0,-8 6-51 0 0,1-1 0 0 0,-1-1 0 0 0,1 1-1 0 0,-1 0 1 0 0,1 0 0 0 0,-1-1 0 0 0,0 1 0 0 0,0-1 0 0 0,0 0 0 0 0,0 0 0 0 0,0 0 0 0 0,0 0 0 0 0,-1 0-1 0 0,3-3 1 0 0,-1 5-6 0 0,0-1-1 0 0,0 1 1 0 0,1-1-1 0 0,-1 1 1 0 0,0 0-1 0 0,1 1 1 0 0,-1-1-1 0 0,0 0 1 0 0,1 1-1 0 0,3 1 1 0 0,-3-2 1 0 0,12 3 63 0 0,-1-1 9 0 0,0 0 0 0 0,0-1 0 0 0,0 0 1 0 0,0-1-1 0 0,30-5 0 0 0,-39 4-423 0 0,13-5-972 0 0,-17-5-4554 0 0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2:40:50.8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117 98 9001 0 0,'-9'-3'171'0'0,"-1"0"1"0"0,1 0-1 0 0,0-1 1 0 0,0 0-1 0 0,0 0 1 0 0,1-1-1 0 0,-1-1 1 0 0,1 1-1 0 0,0-1 0 0 0,1-1 1 0 0,-14-13-1 0 0,21 19-164 0 0,0 1 0 0 0,0-1 0 0 0,0 1 0 0 0,0-1 0 0 0,0 1 0 0 0,0-1-1 0 0,0 0 1 0 0,0 1 0 0 0,0-1 0 0 0,0 1 0 0 0,0-1 0 0 0,1 1 0 0 0,-1-1-1 0 0,0 1 1 0 0,0-1 0 0 0,1 1 0 0 0,-1-1 0 0 0,0 1 0 0 0,0-1 0 0 0,1 1-1 0 0,-1-1 1 0 0,1 1 0 0 0,-1 0 0 0 0,0-1 0 0 0,1 1 0 0 0,-1 0 0 0 0,1-1-1 0 0,-1 1 1 0 0,1 0 0 0 0,-1 0 0 0 0,1-1 0 0 0,-1 1 0 0 0,1 0 0 0 0,-1 0 0 0 0,1 0-1 0 0,0 0 1 0 0,-1 0 0 0 0,1-1 0 0 0,-1 1 0 0 0,2 0 0 0 0,22-6-239 0 0,42 1-1516 0 0,-20 7-2885 0 0,-22 0 1974 0 0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2:40:51.8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1 911 264 0 0,'0'-1'108'0'0,"1"0"-1"0"0,-1-1 1 0 0,0 1 0 0 0,1 0-1 0 0,-1 0 1 0 0,1 0 0 0 0,-1 0-1 0 0,1 0 1 0 0,0-1 0 0 0,0 1-1 0 0,-1 0 1 0 0,1 0-1 0 0,0 1 1 0 0,0-1 0 0 0,0 0-1 0 0,0 0 1 0 0,0 0 0 0 0,0 1-1 0 0,0-1 1 0 0,0 0 0 0 0,2 0-1 0 0,38-20 938 0 0,-17 8-466 0 0,5-6-162 0 0,-1-1 0 0 0,0-1 0 0 0,-2-2 0 0 0,0-1 0 0 0,29-34 0 0 0,-45 45-343 0 0,0-1 0 0 0,-1 0 0 0 0,0-1-1 0 0,-1 1 1 0 0,-1-2 0 0 0,0 1 0 0 0,-1-1-1 0 0,-1 0 1 0 0,-1 0 0 0 0,0 0-1 0 0,-1-1 1 0 0,0 0 0 0 0,0-19 0 0 0,-3 7 7 0 0,0 0 0 0 0,-2 0 0 0 0,-1 0 1 0 0,-1 1-1 0 0,-2-1 0 0 0,-1 1 0 0 0,-1 0 0 0 0,-1 0 1 0 0,-2 1-1 0 0,0 1 0 0 0,-2 0 0 0 0,-1 0 0 0 0,-1 1 1 0 0,-18-23-1 0 0,32 47-63 0 0,1 0 1 0 0,-1-1-1 0 0,0 1 1 0 0,0 0-1 0 0,0 0 1 0 0,0-1-1 0 0,0 1 1 0 0,0 0-1 0 0,0 0 1 0 0,0 0 0 0 0,0 1-1 0 0,0-1 1 0 0,-1 0-1 0 0,1 0 1 0 0,0 0-1 0 0,-1 1 1 0 0,1-1-1 0 0,0 1 1 0 0,-1-1-1 0 0,1 1 1 0 0,-1 0-1 0 0,1-1 1 0 0,-1 1-1 0 0,1 0 1 0 0,-1 0-1 0 0,1 0 1 0 0,-3 0-1 0 0,1 2 5 0 0,1 0-1 0 0,0 0 0 0 0,0-1 0 0 0,-1 1 0 0 0,2 1 1 0 0,-1-1-1 0 0,0 0 0 0 0,0 0 0 0 0,1 1 1 0 0,-1-1-1 0 0,1 1 0 0 0,0-1 0 0 0,-1 1 0 0 0,1 0 1 0 0,0 3-1 0 0,-14 38 183 0 0,2 0-1 0 0,2 1 1 0 0,2 0-1 0 0,2 0 1 0 0,2 1 0 0 0,1 68-1 0 0,34 276 639 0 0,-27-361-809 0 0,17 148 300 0 0,-20-176-320 0 0,0-1 1 0 0,0 1-1 0 0,0-1 1 0 0,0 1 0 0 0,0-1-1 0 0,0 1 1 0 0,0-1-1 0 0,0 1 1 0 0,0-1-1 0 0,0 1 1 0 0,0-1-1 0 0,0 1 1 0 0,0-1 0 0 0,1 1-1 0 0,-1-1 1 0 0,0 1-1 0 0,0-1 1 0 0,0 0-1 0 0,1 1 1 0 0,-1-1-1 0 0,0 1 1 0 0,1-1 0 0 0,-1 0-1 0 0,0 1 1 0 0,1-1-1 0 0,-1 0 1 0 0,0 0-1 0 0,1 1 1 0 0,-1-1-1 0 0,1 0 1 0 0,0 1 0 0 0,10-14 216 0 0,13-44-123 0 0,-14 33-37 0 0,15-46 352 0 0,-24 69-410 0 0,0 0-1 0 0,0 0 0 0 0,0 0 1 0 0,0 1-1 0 0,0-1 0 0 0,0 0 1 0 0,0 0-1 0 0,1 1 1 0 0,-1-1-1 0 0,0 0 0 0 0,0 1 1 0 0,1-1-1 0 0,-1 1 0 0 0,0 0 1 0 0,0-1-1 0 0,1 1 1 0 0,-1 0-1 0 0,0 0 0 0 0,1 0 1 0 0,-1 0-1 0 0,1 0 0 0 0,-1 0 1 0 0,0 0-1 0 0,1 0 0 0 0,-1 0 1 0 0,0 1-1 0 0,2 0 1 0 0,43 17 17 0 0,-20-7 5 0 0,10 1-11 0 0,-24-7-19 0 0,0-1 0 0 0,0 0 0 0 0,1 0 0 0 0,0-2 0 0 0,-1 1 0 0 0,1-2 0 0 0,18 1 0 0 0,-19-3 1 0 0,15 1-3 0 0,-1-3 0 0 0,40-7 0 0 0,-60 9 0 0 0,0 0-1 0 0,0-1 1 0 0,0 0 0 0 0,-1 0-1 0 0,1 0 1 0 0,-1-1-1 0 0,1 0 1 0 0,-1 0 0 0 0,0 0-1 0 0,0-1 1 0 0,0 0 0 0 0,0 0-1 0 0,-1 0 1 0 0,0 0-1 0 0,0-1 1 0 0,7-9 0 0 0,-10 13-3 0 0,-1 0 0 0 0,1 0 0 0 0,0 0-1 0 0,-1 0 1 0 0,0 0 0 0 0,1 0 0 0 0,-1 0 0 0 0,1 0 0 0 0,-1 0 0 0 0,0 0 0 0 0,0-1 0 0 0,0 1 0 0 0,0 0 0 0 0,0 0 0 0 0,0 0 0 0 0,0 0 0 0 0,0 0 0 0 0,0 0 0 0 0,0 0 0 0 0,0-1 0 0 0,-1 1 0 0 0,1 0 0 0 0,0 0 0 0 0,-1 0 0 0 0,1 0 0 0 0,-1 0 0 0 0,0 0-1 0 0,1 0 1 0 0,-1 0 0 0 0,0 1 0 0 0,1-1 0 0 0,-1 0 0 0 0,0 0 0 0 0,0 0 0 0 0,0 1 0 0 0,1-1 0 0 0,-1 0 0 0 0,0 1 0 0 0,0-1 0 0 0,0 1 0 0 0,0-1 0 0 0,0 1 0 0 0,0 0 0 0 0,-1-1 0 0 0,1 1 0 0 0,-1 0 0 0 0,-2-1 1 0 0,1 0 1 0 0,0 0-1 0 0,0 1 1 0 0,0-1 0 0 0,-1 1-1 0 0,1 0 1 0 0,0 0-1 0 0,0 0 1 0 0,-1 1 0 0 0,1-1-1 0 0,0 1 1 0 0,0 0-1 0 0,0 0 1 0 0,-6 2 0 0 0,2 2 4 0 0,1 0 0 0 0,0 0 0 0 0,0 1 1 0 0,0 0-1 0 0,1 0 0 0 0,0 1 1 0 0,0-1-1 0 0,-6 12 0 0 0,10-17-5 0 0,0 0 0 0 0,0 1 1 0 0,0-1-1 0 0,0 1 0 0 0,0-1 0 0 0,0 1 0 0 0,1 0 0 0 0,-1-1 1 0 0,1 1-1 0 0,-1 0 0 0 0,1-1 0 0 0,-1 1 0 0 0,1 0 0 0 0,0 0 1 0 0,0-1-1 0 0,0 1 0 0 0,0 0 0 0 0,0 0 0 0 0,1-1 0 0 0,-1 1 0 0 0,0 0 1 0 0,1 0-1 0 0,-1-1 0 0 0,1 1 0 0 0,0-1 0 0 0,-1 1 0 0 0,1 0 1 0 0,0-1-1 0 0,0 1 0 0 0,0-1 0 0 0,0 0 0 0 0,0 1 0 0 0,0-1 1 0 0,1 0-1 0 0,-1 0 0 0 0,0 1 0 0 0,1-1 0 0 0,-1 0 0 0 0,1 0 1 0 0,-1-1-1 0 0,1 1 0 0 0,-1 0 0 0 0,1 0 0 0 0,3 0 0 0 0,1 0 0 0 0,0 0 0 0 0,0 0 0 0 0,0 0 0 0 0,0-1-1 0 0,0 0 1 0 0,0 0 0 0 0,1-1 0 0 0,-1 1 0 0 0,0-1 0 0 0,0-1-1 0 0,0 1 1 0 0,6-3 0 0 0,72-32-75 0 0,-69 29 59 0 0,-13 6 11 0 0,164-84-199 0 0,-164 85 192 0 0,2 0 10 0 0,0 0-1 0 0,0 1 0 0 0,-1 0 0 0 0,1 0 1 0 0,-1 0-1 0 0,1 0 0 0 0,-1 1 1 0 0,1-1-1 0 0,-1 1 0 0 0,0 0 0 0 0,0 0 1 0 0,0 0-1 0 0,0 0 0 0 0,0 1 1 0 0,0-1-1 0 0,0 1 0 0 0,-1-1 0 0 0,4 6 1 0 0,-4-5 1 0 0,1 0 1 0 0,0 0-1 0 0,0 0 1 0 0,0 0 0 0 0,0 0-1 0 0,0-1 1 0 0,0 0-1 0 0,1 1 1 0 0,-1-1-1 0 0,1-1 1 0 0,-1 1 0 0 0,1 0-1 0 0,0-1 1 0 0,5 2-1 0 0,-2-2-4 0 0,1-1 0 0 0,-1 1 0 0 0,1-1-1 0 0,-1-1 1 0 0,1 1 0 0 0,-1-1 0 0 0,1-1 0 0 0,9-2-1 0 0,-13 3 75 0 0,-1 0 0 0 0,1-1 0 0 0,-1 1-1 0 0,0-1 1 0 0,0 0 0 0 0,1 0 0 0 0,-1 0-1 0 0,-1 0 1 0 0,1 0 0 0 0,0-1 0 0 0,0 1-1 0 0,-1-1 1 0 0,1 1 0 0 0,-1-1 0 0 0,0 0-1 0 0,0 0 1 0 0,0 0 0 0 0,3-7 0 0 0,-5 9 51 0 0,1-1 0 0 0,-1 1 0 0 0,1 0 0 0 0,-1 0 0 0 0,1-1 0 0 0,-1 1 0 0 0,0 0 1 0 0,0-1-1 0 0,1 1 0 0 0,-1-1 0 0 0,0 1 0 0 0,0 0 0 0 0,0-1 0 0 0,-1 1 0 0 0,1 0 0 0 0,0-1 0 0 0,0 1 0 0 0,-2-3 1 0 0,2 5-153 0 0,-1 0 0 0 0,1-1 1 0 0,0 1-1 0 0,-1 0 1 0 0,1 0-1 0 0,0 0 1 0 0,0 0-1 0 0,-1 0 0 0 0,1-1 1 0 0,0 1-1 0 0,0 0 1 0 0,0 0-1 0 0,0 0 1 0 0,0 0-1 0 0,0 0 0 0 0,0 0 1 0 0,1-1-1 0 0,-1 1 1 0 0,0 0-1 0 0,0 0 1 0 0,1 0-1 0 0,-1 0 0 0 0,0-1 1 0 0,1 1-1 0 0,-1 0 1 0 0,1 0-1 0 0,0 0 1 0 0,2 5-699 0 0,1 0 0 0 0,0 0 1 0 0,0 0-1 0 0,0-1 1 0 0,0 0-1 0 0,1 0 1 0 0,0 0-1 0 0,0 0 1 0 0,0-1-1 0 0,0 0 0 0 0,1 0 1 0 0,0 0-1 0 0,0-1 1 0 0,11 5-1 0 0,11 4-2634 0 0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2:40:52.2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 28 116 0 0,'-14'-16'12021'0'0,"14"25"-10988"0"0,0-7-1249 0 0,1-1 240 0 0,-1 0 0 0 0,1 0 0 0 0,-1-1 0 0 0,1 1 0 0 0,-1 0 0 0 0,1 0 0 0 0,-1-1-1 0 0,1 1 1 0 0,0 0 0 0 0,-1-1 0 0 0,1 1 0 0 0,0-1 0 0 0,-1 1 0 0 0,1-1 0 0 0,0 1 0 0 0,0-1 0 0 0,0 1 0 0 0,0-1 0 0 0,-1 0 0 0 0,1 1 0 0 0,0-1 0 0 0,0 0 0 0 0,0 0 0 0 0,0 0 0 0 0,0 0 0 0 0,0 0-1 0 0,0 0 1 0 0,0 0 0 0 0,0 0 0 0 0,1 0 0 0 0,29-3 186 0 0,-31 3-197 0 0,60-14 275 0 0,-47 9-240 0 0,0 2-1 0 0,0 0 1 0 0,1 0-1 0 0,-1 1 1 0 0,1 1-1 0 0,-1 0 1 0 0,1 1-1 0 0,14 2 1 0 0,-22-1 6 0 0,0 1 1 0 0,0 0 0 0 0,0 1-1 0 0,-1-1 1 0 0,1 1 0 0 0,-1 0 0 0 0,0 0-1 0 0,7 6 1 0 0,-11-8-98 0 0,0-1 0 0 0,0 1 0 0 0,0 0 0 0 0,0-1 0 0 0,-1 1 0 0 0,1 0-1 0 0,0-1 1 0 0,-1 1 0 0 0,1 0 0 0 0,0 0 0 0 0,-1 0 0 0 0,1 0 0 0 0,-1 0 0 0 0,1 0 0 0 0,-1 0 0 0 0,0 0 0 0 0,1 0 0 0 0,-1 0 0 0 0,0 0 0 0 0,0 0-1 0 0,0 0 1 0 0,0 0 0 0 0,0 0 0 0 0,0 0 0 0 0,0 0 0 0 0,0 0 0 0 0,0 0 0 0 0,0 0 0 0 0,0 0 0 0 0,-1 0 0 0 0,1 0 0 0 0,0 0 0 0 0,-1 0 0 0 0,1 0-1 0 0,-1 0 1 0 0,1 0 0 0 0,-1-1 0 0 0,1 1 0 0 0,-1 0 0 0 0,0 0 0 0 0,1 0 0 0 0,-1-1 0 0 0,0 1 0 0 0,0 0 0 0 0,1-1 0 0 0,-1 1 0 0 0,0-1-1 0 0,0 1 1 0 0,0-1 0 0 0,0 1 0 0 0,0-1 0 0 0,0 1 0 0 0,0-1 0 0 0,0 0 0 0 0,0 0 0 0 0,-2 1 0 0 0,2-1-264 0 0,-12 4-1563 0 0,5-5-2842 0 0,-8-2 1457 0 0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2:40:52.6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81 68 752 0 0,'0'-7'1332'0'0,"2"-1"-108"0"0,-2 1-120 0 0,0 0-88 0 0,-2-2-103 0 0,2 2-69 0 0,-2 1-112 0 0,1 0-68 0 0,-1 1 0 0 0,-8 0-740 0 0,0 5-304 0 0,-13 9-1680 0 0,6-2-749 0 0,2-2 653 0 0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2:40:54.3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100 143 9473 0 0,'0'-11'213'0'0,"-1"0"-1"0"0,0 1 1 0 0,-1-1 0 0 0,0 0 0 0 0,-1 1 0 0 0,0-1-1 0 0,-1 1 1 0 0,0 0 0 0 0,0 0 0 0 0,-1 0 0 0 0,-11-16-1 0 0,16 26-185 0 0,0 0 0 0 0,0 0 0 0 0,-1 0 0 0 0,1 0 0 0 0,0-1 0 0 0,0 1 0 0 0,0 0 1 0 0,0 0-1 0 0,0 0 0 0 0,-1 0 0 0 0,1 0 0 0 0,0 0 0 0 0,0-1 0 0 0,0 1 0 0 0,-1 0 0 0 0,1 0 0 0 0,0 0 0 0 0,0 0 0 0 0,0 0 0 0 0,-1 0 0 0 0,1 0 0 0 0,0 0 0 0 0,0 0 0 0 0,0 0 0 0 0,-1 0 0 0 0,1 0 0 0 0,0 0 0 0 0,0 0 0 0 0,0 0 0 0 0,-1 0 0 0 0,1 0 0 0 0,0 0 0 0 0,0 1 0 0 0,0-1 0 0 0,-1 0 0 0 0,1 0 0 0 0,0 0 0 0 0,0 0 0 0 0,0 0 0 0 0,0 0 0 0 0,-1 1 0 0 0,1-1 0 0 0,0 0 0 0 0,0 0 0 0 0,0 0 0 0 0,0 0 0 0 0,-1 1 0 0 0,-7 14 434 0 0,-3 17-45 0 0,2 24 118 0 0,3-1 1 0 0,1 1-1 0 0,3 0 0 0 0,11 105 1 0 0,-3-43-100 0 0,-1-54-242 0 0,-2-40-895 0 0,-2-1 1 0 0,0 1-1 0 0,-4 32 1 0 0,-3-39-985 0 0,6-17 1471 0 0,0 1 1 0 0,0-1-1 0 0,0 0 0 0 0,0 1 1 0 0,0-1-1 0 0,0 0 1 0 0,0 0-1 0 0,0 1 1 0 0,-7 2-5363 0 0,6-3 5362 0 0,-11-8-2758 0 0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2:40:54.8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1 172 424 0 0,'2'3'3567'0'0,"16"6"-2639"0"0,90-15 257 0 0,1-4 1 0 0,172-41-1 0 0,-138 22-708 0 0,-82 15-286 0 0,-41 8-53 0 0,1 1 0 0 0,1 1 0 0 0,32-2 1 0 0,-53 7-128 0 0,1-1 1 0 0,-1 1 0 0 0,1 0-1 0 0,-1-1 1 0 0,0 1 0 0 0,0 0-1 0 0,1 0 1 0 0,-1 0 0 0 0,0 0 0 0 0,0 0-1 0 0,0 0 1 0 0,0 0 0 0 0,0 1-1 0 0,0-1 1 0 0,0 0 0 0 0,0 1-1 0 0,-1-1 1 0 0,1 0 0 0 0,-1 1 0 0 0,1-1-1 0 0,-1 1 1 0 0,1-1 0 0 0,-1 1-1 0 0,0-1 1 0 0,1 1 0 0 0,-1-1-1 0 0,0 1 1 0 0,0 2 0 0 0,0-2-2 0 0,0 0 1 0 0,0 0-1 0 0,1 0 1 0 0,-1 0-1 0 0,1 0 1 0 0,-1 0-1 0 0,1 0 0 0 0,0 0 1 0 0,-1 0-1 0 0,1 0 1 0 0,0 0-1 0 0,1 0 1 0 0,-1 0-1 0 0,0-1 1 0 0,0 1-1 0 0,1-1 0 0 0,-1 1 1 0 0,1-1-1 0 0,0 1 1 0 0,3 2-1 0 0,-5-4 23 0 0,0 0 0 0 0,1 0-1 0 0,-1 1 1 0 0,1-1 0 0 0,-1 0 0 0 0,0 0-1 0 0,1 0 1 0 0,-1 0 0 0 0,1 1 0 0 0,-1-1-1 0 0,1 0 1 0 0,-1 0 0 0 0,1 0 0 0 0,-1 0-1 0 0,0 0 1 0 0,1 0 0 0 0,-1 0 0 0 0,1 0-1 0 0,-1 0 1 0 0,1-1 0 0 0,-1 1-1 0 0,1 0 1 0 0,-1 0 0 0 0,1 0 0 0 0,-1 0-1 0 0,0-1 1 0 0,1 1 0 0 0,-1 0 0 0 0,0 0-1 0 0,1-1 1 0 0,-1 1 0 0 0,1 0 0 0 0,-1-1-1 0 0,0 1 1 0 0,0 0 0 0 0,1-1 0 0 0,-1 1-1 0 0,0 0 1 0 0,0-1 0 0 0,1 1-1 0 0,-1-1 1 0 0,0 0 0 0 0,-3-24 805 0 0,-1 16-635 0 0,0 0 0 0 0,-2 1 1 0 0,1-1-1 0 0,-1 1 0 0 0,0 0 0 0 0,0 0 1 0 0,-15-13-1 0 0,19 19-217 0 0,0 0 0 0 0,0 1 0 0 0,0-1 0 0 0,0 0 0 0 0,0 1 0 0 0,0-1 0 0 0,0 1 0 0 0,0 0 0 0 0,-1 0 0 0 0,1 0 0 0 0,0 0 0 0 0,-1 0 0 0 0,1 0 0 0 0,-3 0 0 0 0,3 2-172 0 0,1-1 0 0 0,0 1 0 0 0,0-1-1 0 0,-1 1 1 0 0,1 0 0 0 0,0 0 0 0 0,0-1 0 0 0,0 1-1 0 0,0 0 1 0 0,0 0 0 0 0,0 0 0 0 0,0 0-1 0 0,0 1 1 0 0,0-1 0 0 0,0 0 0 0 0,1 0-1 0 0,-1 0 1 0 0,1 1 0 0 0,-1-1 0 0 0,1 0 0 0 0,-1 1-1 0 0,1-1 1 0 0,-1 0 0 0 0,1 1 0 0 0,0-1-1 0 0,0 2 1 0 0,-1 7-3178 0 0,3 0 256 0 0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2:40:55.5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1 729 480 0 0,'70'-43'3619'0'0,"122"-100"-1"0"0,-179 133-3252 0 0,0-2-132 0 0,0 0 1 0 0,0-1-1 0 0,-1 0 1 0 0,-1-1 0 0 0,-1 0-1 0 0,0-1 1 0 0,0 0-1 0 0,-1 0 1 0 0,-1-1 0 0 0,-1 0-1 0 0,0-1 1 0 0,-2 0-1 0 0,1 0 1 0 0,3-27 0 0 0,-7 32-129 0 0,0-1 0 0 0,-1 1 0 0 0,0 0 0 0 0,-1-1 0 0 0,-1 1 0 0 0,0-1 0 0 0,-1 1 0 0 0,0 0 0 0 0,-1 0 0 0 0,0 0 0 0 0,-1 0 0 0 0,0 0 1 0 0,-1 1-1 0 0,0-1 0 0 0,-1 1 0 0 0,0 1 0 0 0,-1-1 0 0 0,0 1 0 0 0,-1 0 0 0 0,0 1 0 0 0,-11-11 0 0 0,17 18-81 0 0,0 0 0 0 0,0 0 0 0 0,0 1 0 0 0,0-1 1 0 0,0 1-1 0 0,0-1 0 0 0,0 1 0 0 0,-1 0 0 0 0,1 0 0 0 0,0 0 0 0 0,-1 0 0 0 0,1 1 0 0 0,-1-1 0 0 0,1 0 0 0 0,-1 1 0 0 0,1 0 0 0 0,-1 0 0 0 0,1-1 0 0 0,-1 2 0 0 0,1-1 0 0 0,-1 0 0 0 0,-4 1 0 0 0,3 1 4 0 0,0 0-1 0 0,0 0 0 0 0,0 0 1 0 0,1 0-1 0 0,-1 1 0 0 0,0 0 1 0 0,1-1-1 0 0,0 1 0 0 0,-1 0 1 0 0,1 1-1 0 0,1-1 0 0 0,-4 4 0 0 0,-5 10 62 0 0,1 0 0 0 0,0 0 0 0 0,2 1-1 0 0,-12 33 1 0 0,2 9 206 0 0,2 1 0 0 0,-15 119-1 0 0,16 128 586 0 0,16-223-661 0 0,4 1-1 0 0,4-1 1 0 0,29 120-1 0 0,-19-123-26 0 0,-4 1-1 0 0,7 107 0 0 0,-21-187-245 0 0,-1 0 0 0 0,0 0 1 0 0,0 0-1 0 0,0 0 0 0 0,0 0 0 0 0,0 1 0 0 0,-1-1 0 0 0,1 0 1 0 0,-1 0-1 0 0,0 0 0 0 0,0 0 0 0 0,0-1 0 0 0,-1 1 0 0 0,1 0 1 0 0,-4 5-1 0 0,5-8 24 0 0,-1 1 0 0 0,0-1 0 0 0,1 1 0 0 0,-1-1 0 0 0,0 1 0 0 0,0-1 1 0 0,1 0-1 0 0,-1 1 0 0 0,0-1 0 0 0,0 0 0 0 0,0 0 0 0 0,0 1 0 0 0,1-1 0 0 0,-1 0 1 0 0,0 0-1 0 0,0 0 0 0 0,0 0 0 0 0,0 0 0 0 0,0 0 0 0 0,0 0 0 0 0,0-1 0 0 0,-28-15-373 0 0,22 10 221 0 0,0-1 1 0 0,0 0 0 0 0,0-1 0 0 0,1 0 0 0 0,0 0-1 0 0,1 0 1 0 0,0 0 0 0 0,0-1 0 0 0,1 0 0 0 0,0 0 0 0 0,-4-14-1 0 0,4 8-7 0 0,1 0 0 0 0,0-1-1 0 0,1 1 1 0 0,1 0-1 0 0,1-1 1 0 0,2-29 0 0 0,1 23 59 0 0,0 1 1 0 0,2-1-1 0 0,0 1 1 0 0,2 1-1 0 0,0-1 1 0 0,1 1-1 0 0,1 0 1 0 0,1 1 0 0 0,1 0-1 0 0,21-28 1 0 0,-16 27 67 0 0,2 2 1 0 0,0 0-1 0 0,1 1 1 0 0,0 1-1 0 0,41-26 1 0 0,-50 36 101 0 0,0 1 1 0 0,0-1-1 0 0,0 2 0 0 0,1-1 0 0 0,-1 1 1 0 0,1 1-1 0 0,0 0 0 0 0,0 0 0 0 0,0 1 1 0 0,0 1-1 0 0,1 0 0 0 0,-1 0 0 0 0,0 1 1 0 0,1 1-1 0 0,15 2 0 0 0,-23-2-1 0 0,0 0-1 0 0,-1 1 0 0 0,1-1 1 0 0,0 1-1 0 0,-1 0 1 0 0,1 0-1 0 0,-1 0 1 0 0,0 0-1 0 0,0 1 0 0 0,0 0 1 0 0,0-1-1 0 0,0 1 1 0 0,0 0-1 0 0,-1 0 1 0 0,1 0-1 0 0,-1 1 0 0 0,0-1 1 0 0,0 1-1 0 0,0-1 1 0 0,0 1-1 0 0,-1 0 1 0 0,0 0-1 0 0,2 5 0 0 0,-2-4 11 0 0,0 1-1 0 0,0 0 0 0 0,0 0 0 0 0,-1 0 1 0 0,0 0-1 0 0,0 0 0 0 0,0 0 0 0 0,-1 0 1 0 0,0-1-1 0 0,0 1 0 0 0,0 0 0 0 0,-1 0 0 0 0,0-1 1 0 0,-5 11-1 0 0,4-10-169 0 0,-18 26-860 0 0,0-20-3491 0 0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2:40:55.9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1 154 956 0 0,'6'-31'2263'0'0,"10"-37"2227"0"0,-15 64-4240 0 0,0 1 1 0 0,0-1 0 0 0,1 0 0 0 0,0 1-1 0 0,-1-1 1 0 0,1 1 0 0 0,0 0 0 0 0,1 0-1 0 0,-1 0 1 0 0,1 0 0 0 0,-1 0 0 0 0,1 0-1 0 0,4-3 1 0 0,-6 5-339 0 0,0 1 0 0 0,0-1 1 0 0,0 1-1 0 0,-1-1 0 0 0,1 1 0 0 0,0-1 0 0 0,0 1 1 0 0,0 0-1 0 0,0-1 0 0 0,0 1 0 0 0,0 0 1 0 0,0 0-1 0 0,0 0 0 0 0,0 0 0 0 0,0 0 0 0 0,0 0 1 0 0,0 0-1 0 0,0 0 0 0 0,0 0 0 0 0,0 0 0 0 0,0 1 1 0 0,0-1-1 0 0,0 0 0 0 0,-1 1 0 0 0,1-1 0 0 0,0 0 1 0 0,1 2-1 0 0,9 14-4690 0 0,-7-8 2535 0 0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2:40:56.2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31 336 0 0,'3'14'1284'0'0,"-3"-10"-796"0"0,1-1 0 0 0,-1 0 0 0 0,1 1 0 0 0,0-1 0 0 0,0 0 0 0 0,1 1 0 0 0,-1-1 0 0 0,1 0 0 0 0,3 5 2189 0 0,-1-9-2340 0 0,13-11 411 0 0,0 1-1 0 0,0-2 1 0 0,20-21-1 0 0,-28 26-303 0 0,-8 8-269 0 0,-1 0-157 0 0,0-1 1 0 0,1 1-1 0 0,-1 0 0 0 0,1-1 1 0 0,-1 1-1 0 0,0 0 0 0 0,1 0 0 0 0,-1-1 1 0 0,1 1-1 0 0,-1 0 0 0 0,1 0 1 0 0,-1 0-1 0 0,1 0 0 0 0,-1 0 0 0 0,1 0 1 0 0,-1-1-1 0 0,0 1 0 0 0,1 0 1 0 0,-1 0-1 0 0,1 1 0 0 0,-1-1 0 0 0,1 0 1 0 0,-1 0-1 0 0,1 0 0 0 0,-1 0 1 0 0,1 0-1 0 0,-1 0 0 0 0,1 1 0 0 0,-1-1 1 0 0,0 0-1 0 0,1 0 0 0 0,0 1 1 0 0,17 7 197 0 0,-2 7-776 0 0,1 0 0 0 0,25 15 1 0 0,-35-26-184 0 0,0 0 0 0 0,1 0 0 0 0,0-1 1 0 0,-1 0-1 0 0,1-1 0 0 0,0 1 1 0 0,0-2-1 0 0,0 1 0 0 0,14 0 0 0 0,-6 0-1705 0 0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2:40:56.5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15 463 536 0 0,'0'0'4390'0'0,"-14"23"-1491"0"0,14-22-2504 0 0,2-2-353 0 0,0 1 1 0 0,0-1-1 0 0,0 0 0 0 0,0 0 1 0 0,0 1-1 0 0,0-1 0 0 0,-1-1 1 0 0,1 1-1 0 0,0 0 0 0 0,-1 0 1 0 0,1-1-1 0 0,-1 1 0 0 0,1-1 1 0 0,-1 1-1 0 0,0-1 0 0 0,1 1 1 0 0,-1-1-1 0 0,0 0 1 0 0,0 0-1 0 0,0 1 0 0 0,-1-1 1 0 0,1 0-1 0 0,0 0 0 0 0,-1 0 1 0 0,1 0-1 0 0,-1-3 0 0 0,12-56 138 0 0,-11 58-147 0 0,16-214 1018 0 0,-17 172 931 0 0,-6-55 0 0 0,0 81-506 0 0,-2 28-171 0 0,-2 34-342 0 0,3 17-693 0 0,1 2 0 0 0,4-1-1 0 0,2 0 1 0 0,9 66 0 0 0,-4-95-1406 0 0,2 0 0 0 0,13 39 1 0 0,-23-56-1678 0 0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2:40:58.9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35 115 808 0 0,'-34'-113'9522'0'0,"33"112"-8623"0"0,1 5-496 0 0,1 172 2120 0 0,3-98-1989 0 0,11 199 894 0 0,-7-202-1246 0 0,1-3-3103 0 0,-12-132-5993 0 0,-2 43 6402 0 0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2:40:59.7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26 614 120 0 0,'-25'-53'2525'0'0,"25"53"-2492"0"0,0-1-1 0 0,1 0 1 0 0,-1 0 0 0 0,0 0 0 0 0,1 1 0 0 0,-1-1-1 0 0,0 0 1 0 0,1 0 0 0 0,-1 1 0 0 0,1-1 0 0 0,-1 0-1 0 0,1 1 1 0 0,0-1 0 0 0,-1 0 0 0 0,1 1-1 0 0,0-1 1 0 0,-1 1 0 0 0,1-1 0 0 0,0 1 0 0 0,-1 0-1 0 0,1-1 1 0 0,0 1 0 0 0,0 0 0 0 0,0-1-1 0 0,1 1 1 0 0,22-9 387 0 0,232-59 1114 0 0,-197 49-1094 0 0,-1-3-1 0 0,72-37 1 0 0,-119 52-342 0 0,0 0 0 0 0,0-1 1 0 0,0 0-1 0 0,-1-1 0 0 0,0 0 0 0 0,-1 0 0 0 0,0-1 0 0 0,0-1 1 0 0,-1 1-1 0 0,0-1 0 0 0,-1-1 0 0 0,9-18 0 0 0,-13 22-2 0 0,1 1 0 0 0,-1-1 0 0 0,-1 1-1 0 0,0-1 1 0 0,0 0 0 0 0,0 0-1 0 0,-1 0 1 0 0,0 0 0 0 0,-1 0-1 0 0,0 0 1 0 0,0 0 0 0 0,-1 0 0 0 0,0 0-1 0 0,0 0 1 0 0,-1 0 0 0 0,0 0-1 0 0,0 0 1 0 0,-1 1 0 0 0,0-1 0 0 0,0 1-1 0 0,0-1 1 0 0,-6-6 0 0 0,6 10 37 0 0,-1-1 1 0 0,0 0 0 0 0,0 1-1 0 0,0 0 1 0 0,0 0-1 0 0,-1 0 1 0 0,0 1 0 0 0,-6-5-1 0 0,10 8 3 0 0,-3 1-7 0 0,-2 2-71 0 0,1 0 1 0 0,-1 1-1 0 0,1-1 1 0 0,0 1-1 0 0,0 0 1 0 0,0 1-1 0 0,0 0 0 0 0,1-1 1 0 0,-1 1-1 0 0,1 1 1 0 0,1-1-1 0 0,-1 0 0 0 0,1 1 1 0 0,0 0-1 0 0,0 0 1 0 0,-3 8-1 0 0,-3 10 160 0 0,1 0 0 0 0,-11 49 1 0 0,9-6 112 0 0,2 0 0 0 0,3 79 0 0 0,10 25 64 0 0,1-87-160 0 0,11-102 175 0 0,14-27-450 0 0,-20 28 68 0 0,-9 14-27 0 0,0 0 0 0 0,0 1 0 0 0,0-1 0 0 0,0 1 0 0 0,0-1 0 0 0,1 1-1 0 0,-1 0 1 0 0,1 0 0 0 0,-1 0 0 0 0,1 0 0 0 0,0 0 0 0 0,0 1 0 0 0,0-1 0 0 0,0 1 0 0 0,0 0 0 0 0,0 0 0 0 0,0 0 0 0 0,0 0-1 0 0,4 0 1 0 0,1 1 0 0 0,1 0-1 0 0,-1 1 0 0 0,0 0 0 0 0,1 1 0 0 0,-1 0 0 0 0,8 3 0 0 0,7 0-16 0 0,-4 0 12 0 0,0-2 0 0 0,0 0 0 0 0,0-1-1 0 0,36-1 1 0 0,-47-2 0 0 0,0 1-1 0 0,0-1 0 0 0,-1 0 0 0 0,1-1 0 0 0,0 0 0 0 0,-1 0 0 0 0,1-1 0 0 0,-1 1 1 0 0,0-2-1 0 0,0 1 0 0 0,0-1 0 0 0,0 0 0 0 0,-1 0 0 0 0,11-10 0 0 0,-16 13 12 0 0,1-1-1 0 0,-1 1 0 0 0,1-1 1 0 0,-1 1-1 0 0,0-1 0 0 0,0 0 1 0 0,0 0-1 0 0,0 0 0 0 0,0 1 0 0 0,0-1 1 0 0,-1 0-1 0 0,1 0 0 0 0,-1 0 1 0 0,1 0-1 0 0,-1 0 0 0 0,0 0 1 0 0,1-1-1 0 0,-1 1 0 0 0,0 0 1 0 0,-1-2-1 0 0,0-1 183 0 0,0-1-1 0 0,-1 1 1 0 0,0 0 0 0 0,0 0 0 0 0,0 1 0 0 0,-4-7 0 0 0,5 10 105 0 0,1 2-293 0 0,-1-1 0 0 0,1 0-1 0 0,0 1 1 0 0,-1-1 0 0 0,1 0 0 0 0,-1 1-1 0 0,1-1 1 0 0,0 0 0 0 0,-1 1-1 0 0,1-1 1 0 0,0 1 0 0 0,0-1 0 0 0,-1 1-1 0 0,1-1 1 0 0,0 1 0 0 0,0-1-1 0 0,0 1 1 0 0,-1-1 0 0 0,1 1 0 0 0,0-1-1 0 0,0 1 1 0 0,0-1 0 0 0,0 1-1 0 0,0-1 1 0 0,0 1 0 0 0,0-1 0 0 0,0 1-1 0 0,0-1 1 0 0,0 1 0 0 0,1-1-1 0 0,-1 1 1 0 0,0-1 0 0 0,0 1 0 0 0,0-1-1 0 0,1 1 1 0 0,-1-1 0 0 0,0 1-1 0 0,0-1 1 0 0,1 0 0 0 0,-1 1 0 0 0,0-1-1 0 0,1 1 1 0 0,0 0 0 0 0,13 22-514 0 0,-1-11-264 0 0,0 0-1 0 0,1-1 1 0 0,0-1 0 0 0,29 17 0 0 0,28 8-5519 0 0,-42-23 2709 0 0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2:41:00.1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1 302 212 0 0,'0'-7'614'0'0,"0"0"1"0"0,1-1-1 0 0,0 1 1 0 0,1 0-1 0 0,0 0 1 0 0,0 0-1 0 0,0 0 1 0 0,1 0-1 0 0,0 0 0 0 0,0 0 1 0 0,8-10-1 0 0,-3 6-224 0 0,0 1-1 0 0,1 0 1 0 0,0 1-1 0 0,1 0 1 0 0,0 0 0 0 0,12-8-1 0 0,5 0-26 0 0,0 1-1 0 0,1 1 0 0 0,1 2 1 0 0,53-18-1 0 0,-57 23-154 0 0,-1 0-1 0 0,1 1 0 0 0,0 2 0 0 0,0 0 0 0 0,0 2 0 0 0,1 1 0 0 0,37 1 0 0 0,-60 1-183 0 0,0 0-1 0 0,0 1 0 0 0,0-1 1 0 0,1 1-1 0 0,-1-1 1 0 0,0 1-1 0 0,0 0 0 0 0,0 1 1 0 0,0-1-1 0 0,0 0 1 0 0,-1 1-1 0 0,1 0 1 0 0,0-1-1 0 0,-1 1 0 0 0,1 0 1 0 0,-1 0-1 0 0,1 1 1 0 0,-1-1-1 0 0,0 0 0 0 0,0 1 1 0 0,0 0-1 0 0,0-1 1 0 0,-1 1-1 0 0,1 0 0 0 0,-1 0 1 0 0,1 0-1 0 0,-1 0 1 0 0,0 0-1 0 0,1 4 0 0 0,-2 0 3 0 0,1 0-1 0 0,-2-1 0 0 0,1 1 0 0 0,0 0 0 0 0,-1-1 0 0 0,-1 1 1 0 0,1-1-1 0 0,-1 1 0 0 0,0-1 0 0 0,0 0 0 0 0,-1 0 1 0 0,-6 12-1 0 0,2-7 53 0 0,-1 0 0 0 0,0 0 1 0 0,0-1-1 0 0,-1 0 0 0 0,-1 0 0 0 0,1-1 1 0 0,-2-1-1 0 0,1 1 0 0 0,-1-1 1 0 0,0-1-1 0 0,-1 0 0 0 0,0-1 0 0 0,0 0 1 0 0,0-1-1 0 0,-1 0 0 0 0,-15 3 0 0 0,27-8 158 0 0,1 0-233 0 0,-1 1-1 0 0,1-1 1 0 0,-1 0 0 0 0,1 0 0 0 0,0 0 0 0 0,-1 0-1 0 0,1 0 1 0 0,-1 0 0 0 0,1 0 0 0 0,-1 0-1 0 0,1 0 1 0 0,0 0 0 0 0,-1 0 0 0 0,1 0 0 0 0,-1-1-1 0 0,1 1 1 0 0,-1 0 0 0 0,1 0 0 0 0,0 0-1 0 0,-1 0 1 0 0,1-1 0 0 0,0 1 0 0 0,-1 0 0 0 0,1 0-1 0 0,0-1 1 0 0,-1 1 0 0 0,1 0 0 0 0,0-1-1 0 0,-1 1 1 0 0,1 0 0 0 0,0-1 0 0 0,0 1 0 0 0,-1 0-1 0 0,1-1 1 0 0,0 1 0 0 0,0-1 0 0 0,0 1 0 0 0,0-1-1 0 0,0 1 1 0 0,-1 0 0 0 0,1-1 0 0 0,0 1-1 0 0,0-1 1 0 0,0 1 0 0 0,0-1 0 0 0,0 1 0 0 0,0 0-1 0 0,1-1 1 0 0,-1 1 0 0 0,0-1 0 0 0,0 1-1 0 0,0-1 1 0 0,0 1 0 0 0,0 0 0 0 0,0-1 0 0 0,1 1-1 0 0,-1 0 1 0 0,0-1 0 0 0,0 1 0 0 0,1-1-1 0 0,-1 1 1 0 0,0 0 0 0 0,1 0 0 0 0,-1-1 0 0 0,0 1-1 0 0,1 0 1 0 0,-1-1 0 0 0,1 1 0 0 0,23-22-675 0 0,-12 18-158 0 0,1-1 0 0 0,0 2-1 0 0,18-4 1 0 0,17 3-6057 0 0,-29 3 3686 0 0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2:41:00.9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 50 512 0 0,'0'0'2706'0'0,"-1"0"-2593"0"0,0-1 0 0 0,1 1 0 0 0,-1-1 0 0 0,1 1 0 0 0,-1-1 0 0 0,1 1 0 0 0,0-1 0 0 0,-1 1 0 0 0,1-1 0 0 0,0 0 0 0 0,-1 1 0 0 0,1-1 0 0 0,0 1 0 0 0,-1-1 0 0 0,1 0 0 0 0,0 1 0 0 0,0-1 0 0 0,0 0 0 0 0,0 0 0 0 0,0 1 0 0 0,0-1 0 0 0,0 0 0 0 0,54-6 1843 0 0,-40 6-1629 0 0,0 0 0 0 0,-1-1 1 0 0,0 0-1 0 0,1-1 1 0 0,-1 0-1 0 0,0-1 1 0 0,15-7-1 0 0,-28 10-308 0 0,1 1-1 0 0,-1 0 1 0 0,0 0-1 0 0,0 0 1 0 0,1 0-1 0 0,-1 0 1 0 0,0 0-1 0 0,0-1 1 0 0,1 1-1 0 0,-1 0 1 0 0,0 0-1 0 0,1 0 1 0 0,-1 0-1 0 0,0 0 1 0 0,0 0-1 0 0,1 0 1 0 0,-1 0-1 0 0,0 0 1 0 0,1 0-1 0 0,-1 1 1 0 0,0-1-1 0 0,0 0 0 0 0,1 0 1 0 0,-1 0-1 0 0,0 0 1 0 0,0 0-1 0 0,1 0 1 0 0,-1 0-1 0 0,0 1 1 0 0,0-1-1 0 0,1 0 1 0 0,-1 0-1 0 0,0 0 1 0 0,0 1-1 0 0,0-1 1 0 0,1 0-1 0 0,-1 0 1 0 0,0 1-1 0 0,0-1 1 0 0,0 0-1 0 0,0 0 1 0 0,1 1-1 0 0,3 20 290 0 0,-4 36-264 0 0,0-44 63 0 0,0 102 224 0 0,-5-1-1 0 0,-23 136 0 0 0,27-243-310 0 0,-21 82 112 0 0,21-84-107 0 0,-1 0 1 0 0,0 0-1 0 0,0 0 0 0 0,-1 0 1 0 0,1 0-1 0 0,-1 0 0 0 0,0-1 0 0 0,0 1 1 0 0,-1-1-1 0 0,1 0 0 0 0,-1 0 1 0 0,0 0-1 0 0,-6 4 0 0 0,9-7-18 0 0,0 0 0 0 0,-1 0 1 0 0,1-1-1 0 0,0 1 0 0 0,-1-1 0 0 0,1 1 0 0 0,-1-1 0 0 0,1 1 0 0 0,0-1 1 0 0,-1 0-1 0 0,1 0 0 0 0,-1 0 0 0 0,1 0 0 0 0,-1 0 0 0 0,1 0 0 0 0,-1 0 1 0 0,1 0-1 0 0,-1-1 0 0 0,1 1 0 0 0,0 0 0 0 0,-1-1 0 0 0,1 0 0 0 0,-1 1 1 0 0,1-1-1 0 0,0 0 0 0 0,0 1 0 0 0,-1-1 0 0 0,1 0 0 0 0,0 0 0 0 0,0 0 1 0 0,0 0-1 0 0,0 0 0 0 0,0 0 0 0 0,0 0 0 0 0,0-1 0 0 0,0 1 0 0 0,1 0 1 0 0,-1 0-1 0 0,0-1 0 0 0,1 1 0 0 0,-1 0 0 0 0,1-1 0 0 0,-1 1 0 0 0,1-4 1 0 0,-3-2-3 0 0,1-1 0 0 0,0 0 0 0 0,0 1 1 0 0,1-1-1 0 0,0 0 0 0 0,1-15 0 0 0,2 8-31 0 0,1 0 0 0 0,0 0-1 0 0,1 0 1 0 0,1 1 0 0 0,1 0 0 0 0,-1 0-1 0 0,11-16 1 0 0,59-90-221 0 0,-30 56 76 0 0,73-82 0 0 0,-97 123 144 0 0,2 1 0 0 0,0 1 1 0 0,2 1-1 0 0,0 0 0 0 0,1 2 1 0 0,37-19-1 0 0,-60 36 33 0 0,0-1-1 0 0,-1 1 1 0 0,1 0-1 0 0,0 0 1 0 0,0 0 0 0 0,-1 1-1 0 0,1-1 1 0 0,0 1-1 0 0,0-1 1 0 0,0 1 0 0 0,0 0-1 0 0,0 0 1 0 0,0 1-1 0 0,0-1 1 0 0,0 0 0 0 0,0 1-1 0 0,-1 0 1 0 0,1-1-1 0 0,0 1 1 0 0,0 1-1 0 0,-1-1 1 0 0,1 0 0 0 0,0 1-1 0 0,-1-1 1 0 0,0 1-1 0 0,1-1 1 0 0,-1 1 0 0 0,0 0-1 0 0,0 0 1 0 0,0 0-1 0 0,0 1 1 0 0,0-1 0 0 0,0 0-1 0 0,-1 1 1 0 0,1-1-1 0 0,-1 1 1 0 0,3 4-1 0 0,-1 0 12 0 0,0 1-1 0 0,0-1 0 0 0,-1 0 0 0 0,0 1 0 0 0,0-1 0 0 0,-1 1 0 0 0,0 0 0 0 0,0 0 1 0 0,-1-1-1 0 0,1 1 0 0 0,-2 0 0 0 0,1 0 0 0 0,-4 13 0 0 0,4-19-8 0 0,8-6-4 0 0,0 1 1 0 0,0-1-1 0 0,0 0 0 0 0,0-1 0 0 0,0 0 1 0 0,-1 0-1 0 0,9-8 0 0 0,18-11-18 0 0,-18 13 30 0 0,-11 8-11 0 0,-1 0 0 0 0,1 0-1 0 0,-1 0 1 0 0,1 0 0 0 0,0 1-1 0 0,0 0 1 0 0,1 0 0 0 0,-1 0-1 0 0,0 1 1 0 0,1 0 0 0 0,-1 0-1 0 0,7-1 1 0 0,-10 2-1 0 0,-1 0 0 0 0,0 1 0 0 0,0-1 0 0 0,1 0 1 0 0,-1 1-1 0 0,0-1 0 0 0,0 1 0 0 0,0-1 0 0 0,0 1 0 0 0,0-1 0 0 0,1 1 1 0 0,-1 0-1 0 0,0 0 0 0 0,0-1 0 0 0,-1 1 0 0 0,1 0 0 0 0,0 0 1 0 0,0 0-1 0 0,0 0 0 0 0,-1 0 0 0 0,1 0 0 0 0,0 0 0 0 0,-1 0 0 0 0,2 3 1 0 0,9 31 72 0 0,-8-20-69 0 0,-2-11-134 0 0,0 0 1 0 0,-1 0 0 0 0,1 0 0 0 0,-1 0 0 0 0,0 0 0 0 0,0 0 0 0 0,0 0 0 0 0,-1 0 0 0 0,0 0 0 0 0,-1 5 0 0 0,-1 32-4123 0 0,5-32 1363 0 0,-1-2 219 0 0</inkml:trace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2:41:04.1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54 122 156 0 0,'28'-32'2745'0'0,"-24"29"-2375"0"0,0 0-1 0 0,-1 0 1 0 0,1-1-1 0 0,-1 1 1 0 0,0-1-1 0 0,0 0 1 0 0,0 0 0 0 0,-1 0-1 0 0,0 0 1 0 0,1 0-1 0 0,-1 0 1 0 0,-1-1-1 0 0,1 1 1 0 0,-1-1 0 0 0,2-7-1 0 0,3-8 3449 0 0,-3 22-2272 0 0,-6 11-1377 0 0,-16 48 495 0 0,2 1-1 0 0,4 1 0 0 0,-12 122 1 0 0,23-152-478 0 0,-2 1-1 0 0,-15 61 1 0 0,13-72-164 0 0,-14-30-12448 0 0,14 2 9524 0 0</inkml:trace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2:41:04.8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84 436 0 0,'2'-2'5493'0'0,"12"-4"-4970"0"0,130-1 2320 0 0,-91 6-2257 0 0,74-10 1 0 0,-91 7-384 0 0,1 1 1 0 0,46 3-1 0 0,36-2-764 0 0,-65-2-166 0 0,-53 4 689 0 0,0-1 51 0 0,-1 0 1 0 0,0-1-1 0 0,0 1 0 0 0,1 0 0 0 0,-1-1 0 0 0,0 1 1 0 0,-1 0-1 0 0,1-1 0 0 0,0 1 0 0 0,0 0 0 0 0,0-1 0 0 0,-1 1 1 0 0,1 0-1 0 0,-1-1 0 0 0,1 1 0 0 0,-1 0 0 0 0,1 0 1 0 0,-1 0-1 0 0,0 0 0 0 0,0 0 0 0 0,1-1 0 0 0,-1 1 0 0 0,0 0 1 0 0,0 1-1 0 0,0-1 0 0 0,0 0 0 0 0,0 0 0 0 0,0 0 1 0 0,0 1-1 0 0,-1-1 0 0 0,1 0 0 0 0,0 1 0 0 0,0-1 0 0 0,-1 1 1 0 0,1-1-1 0 0,-2 1 0 0 0,-8-4 249 0 0,10 3-130 0 0,-34 11 440 0 0,26-6-454 0 0,-62 33 527 0 0,67-35-616 0 0,0 1 0 0 0,1-1 1 0 0,0 1-1 0 0,-1 0 0 0 0,1 0 1 0 0,0 0-1 0 0,0 0 1 0 0,1 1-1 0 0,-1-1 0 0 0,1 1 1 0 0,-1-1-1 0 0,1 1 0 0 0,0 0 1 0 0,0 0-1 0 0,-2 8 0 0 0,4-12-23 0 0,0 1 0 0 0,-1 0-1 0 0,1 0 1 0 0,0 0 0 0 0,0 0-1 0 0,0 0 1 0 0,0 0-1 0 0,0 0 1 0 0,0 0 0 0 0,0 0-1 0 0,0-1 1 0 0,0 1 0 0 0,0 0-1 0 0,0 0 1 0 0,1 0-1 0 0,-1 0 1 0 0,0 0 0 0 0,1 0-1 0 0,-1 0 1 0 0,0-1-1 0 0,1 1 1 0 0,-1 0 0 0 0,1 0-1 0 0,0 0 1 0 0,1 0-2 0 0,0 0 0 0 0,0 0 0 0 0,0-1 0 0 0,1 1 1 0 0,-1-1-1 0 0,0 0 0 0 0,0 0 0 0 0,0 0 0 0 0,0 0 0 0 0,0 0 0 0 0,1 0 0 0 0,2-1 0 0 0,74-17 47 0 0,-32 6 5 0 0,-46 11-36 0 0,13 6 64 0 0,-3 9-427 0 0,-9-11-51 0 0,0 0 1 0 0,1 1 0 0 0,-1-1-1 0 0,0-1 1 0 0,1 1 0 0 0,0 0-1 0 0,-1 0 1 0 0,1-1 0 0 0,0 0 0 0 0,0 1-1 0 0,1-1 1 0 0,-1 0 0 0 0,0-1-1 0 0,1 1 1 0 0,-1-1 0 0 0,1 1 0 0 0,0-1-1 0 0,-1 0 1 0 0,1 0 0 0 0,0-1-1 0 0,3 1 1 0 0,5 1-1770 0 0</inkml:trace>
</inkml:ink>
</file>

<file path=ppt/ink/ink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2:41:05.4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59 555 796 0 0,'0'-1'184'0'0,"1"1"1"0"0,-1-1-1 0 0,0 0 0 0 0,1 1 1 0 0,-1-1-1 0 0,0 0 0 0 0,1 1 1 0 0,-1-1-1 0 0,0 0 0 0 0,0 1 0 0 0,0-1 1 0 0,0 0-1 0 0,0 0 0 0 0,0 1 1 0 0,0-1-1 0 0,0 0 0 0 0,0 0 1 0 0,0 1-1 0 0,0-1 0 0 0,0 0 0 0 0,0 0 1 0 0,-1 1-1 0 0,1-1 0 0 0,0 0 1 0 0,0 1-1 0 0,-1-1 0 0 0,1 0 1 0 0,-1 0-1 0 0,0 1-39 0 0,0 0-1 0 0,0-1 1 0 0,0 1-1 0 0,0 0 1 0 0,0 0-1 0 0,0 1 1 0 0,0-1 0 0 0,0 0-1 0 0,0 0 1 0 0,0 0-1 0 0,0 1 1 0 0,0-1-1 0 0,0 0 1 0 0,1 1 0 0 0,-1-1-1 0 0,0 1 1 0 0,0-1-1 0 0,-1 2 1 0 0,-1 0 24 0 0,0 0 1 0 0,-1 0-1 0 0,1 0 1 0 0,0 1-1 0 0,1 0 0 0 0,-1 0 1 0 0,0 0-1 0 0,1 0 1 0 0,-1 0-1 0 0,1 0 1 0 0,-3 7-1 0 0,4-8-131 0 0,0 0 1 0 0,1 1-1 0 0,-1-1 0 0 0,1 0 1 0 0,0 1-1 0 0,0-1 0 0 0,0 1 1 0 0,0-1-1 0 0,0 1 0 0 0,1-1 1 0 0,-1 0-1 0 0,1 1 0 0 0,-1-1 1 0 0,1 0-1 0 0,0 0 0 0 0,0 1 1 0 0,0-1-1 0 0,0 0 0 0 0,0 0 1 0 0,0 0-1 0 0,1 0 0 0 0,-1 0 1 0 0,1 0-1 0 0,0 0 0 0 0,-1-1 1 0 0,1 1-1 0 0,0-1 0 0 0,0 1 1 0 0,0-1-1 0 0,0 0 0 0 0,3 2 1 0 0,-2-1-25 0 0,1-1 0 0 0,-1 0 0 0 0,1 0 1 0 0,-1 0-1 0 0,1 0 0 0 0,-1-1 0 0 0,1 1 1 0 0,0-1-1 0 0,0 0 0 0 0,-1 0 1 0 0,1 0-1 0 0,0-1 0 0 0,-1 1 0 0 0,1-1 1 0 0,-1 0-1 0 0,1 0 0 0 0,0 0 1 0 0,-1-1-1 0 0,6-2 0 0 0,6-4 3 0 0,-2 0-1 0 0,0-1 0 0 0,0-1 1 0 0,0 0-1 0 0,-1-1 1 0 0,-1 0-1 0 0,0-1 1 0 0,15-19-1 0 0,-7 5-41 0 0,-1 0 1 0 0,-1-1-1 0 0,-1-1 0 0 0,-2 0 1 0 0,-1-1-1 0 0,-1-1 0 0 0,-1 0 0 0 0,-2 0 1 0 0,-1-1-1 0 0,-1 0 0 0 0,3-49 0 0 0,-9 61 161 0 0,-2 1-1 0 0,0-1 0 0 0,-1 1 1 0 0,-1 0-1 0 0,-6-23 1 0 0,9 41-131 0 0,-1 0 0 0 0,1 0 1 0 0,0-1-1 0 0,0 1 1 0 0,-1 0-1 0 0,1 0 0 0 0,0 0 1 0 0,0-1-1 0 0,-1 1 1 0 0,1 0-1 0 0,0 0 1 0 0,0 0-1 0 0,-1 0 0 0 0,1 0 1 0 0,0 0-1 0 0,-1 0 1 0 0,1-1-1 0 0,0 1 1 0 0,0 0-1 0 0,-1 0 0 0 0,1 0 1 0 0,0 0-1 0 0,-1 0 1 0 0,1 1-1 0 0,0-1 0 0 0,-1 0 1 0 0,1 0-1 0 0,0 0 1 0 0,0 0-1 0 0,-1 0 1 0 0,1 0-1 0 0,0 0 0 0 0,-1 1 1 0 0,1-1-1 0 0,0 0 1 0 0,0 0-1 0 0,-1 0 0 0 0,1 0 1 0 0,0 1-1 0 0,0-1 1 0 0,0 0-1 0 0,-1 0 1 0 0,1 1-1 0 0,0-1 0 0 0,0 0 1 0 0,0 0-1 0 0,0 1 1 0 0,-10 9 8 0 0,-1 3 30 0 0,2 0 0 0 0,0 1 0 0 0,0 0 0 0 0,1 1 0 0 0,1-1 0 0 0,1 1 0 0 0,0 1 0 0 0,0-1 0 0 0,-5 31-1 0 0,2 6 57 0 0,-5 88-1 0 0,14-123-84 0 0,0 0 0 0 0,0 0 0 0 0,2 0 0 0 0,0 0 0 0 0,1 0 0 0 0,1 0 1 0 0,0-1-1 0 0,1 1 0 0 0,1-1 0 0 0,15 29 0 0 0,-20-43 2 0 0,0 0 1 0 0,0 0-1 0 0,0 0 0 0 0,1-1 1 0 0,-1 1-1 0 0,1 0 1 0 0,-1 0-1 0 0,1-1 1 0 0,-1 1-1 0 0,1-1 0 0 0,0 0 1 0 0,0 1-1 0 0,0-1 1 0 0,-1 0-1 0 0,1 0 1 0 0,1 0-1 0 0,-1 0 1 0 0,0 0-1 0 0,0-1 0 0 0,0 1 1 0 0,0-1-1 0 0,0 1 1 0 0,1-1-1 0 0,-1 0 1 0 0,0 0-1 0 0,0 0 0 0 0,5 0 1 0 0,-3-2 138 0 0,0 0-1 0 0,0 0 1 0 0,-1 0 0 0 0,1 0-1 0 0,0 0 1 0 0,-1-1 0 0 0,1 0 0 0 0,-1 1-1 0 0,0-1 1 0 0,0-1 0 0 0,0 1-1 0 0,0 0 1 0 0,3-5 0 0 0,-5 5-50 0 0,5-9 495 0 0</inkml:trace>
</inkml:ink>
</file>

<file path=ppt/ink/ink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2:41:05.7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148 26 16 0 0,'-2'-3'568'0'0,"-1"1"0"0"0,1 0 0 0 0,-1-1 0 0 0,0 1 0 0 0,0 1 0 0 0,0-1 0 0 0,0 0 0 0 0,0 1 1 0 0,0-1-1 0 0,0 1 0 0 0,0 0 0 0 0,-1 0 0 0 0,1 0 0 0 0,-7 0 0 0 0,5 1-172 0 0,0-1 1 0 0,0 1 0 0 0,0 1-1 0 0,-1-1 1 0 0,1 1-1 0 0,0 0 1 0 0,0 0-1 0 0,0 0 1 0 0,0 1-1 0 0,0 0 1 0 0,0 0 0 0 0,0 0-1 0 0,1 0 1 0 0,-7 5-1 0 0,10-7-340 0 0,0 1 0 0 0,0 0 0 0 0,0-1 0 0 0,0 1 0 0 0,0 0 0 0 0,0 0 0 0 0,0-1 0 0 0,0 1 0 0 0,0 0 0 0 0,1 0 0 0 0,-1 0 0 0 0,0 0 0 0 0,1 0 0 0 0,-1 0 0 0 0,1 0 0 0 0,-1 0 0 0 0,1 1 0 0 0,-1-1 0 0 0,1 0 0 0 0,0 0 0 0 0,0 0 0 0 0,-1 0 0 0 0,1 1 0 0 0,0-1 0 0 0,0 0 0 0 0,0 0 0 0 0,0 0 0 0 0,1 2 0 0 0,0 0 3 0 0,0-1 0 0 0,0 0 0 0 0,1-1 1 0 0,-1 1-1 0 0,0 0 0 0 0,1 0 0 0 0,0 0 0 0 0,-1-1 1 0 0,1 1-1 0 0,0-1 0 0 0,0 1 0 0 0,0-1 1 0 0,3 2-1 0 0,6 2-136 0 0,0 0 0 0 0,0 0-1 0 0,0-1 1 0 0,20 4 0 0 0,-17-5-510 0 0,1-1-1 0 0,0-1 1 0 0,-1 0-1 0 0,25-2 0 0 0,-30 0-669 0 0,0 0 0 0 0,-1-1 0 0 0,1 0-1 0 0,-1-1 1 0 0,13-4 0 0 0,-2-2-2158 0 0</inkml:trace>
</inkml:ink>
</file>

<file path=ppt/ink/ink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2:41:06.1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 29 1160 0 0,'-14'-22'7703'0'0,"15"21"-7685"0"0,1 0 0 0 0,-1 0 0 0 0,1 1 0 0 0,-1-1 0 0 0,1 0 0 0 0,-1 1 0 0 0,1-1 0 0 0,0 1 0 0 0,-1 0 0 0 0,1 0 0 0 0,-1-1 0 0 0,1 1 0 0 0,0 0 0 0 0,2 1 0 0 0,18 5-5217 0 0,-16-3 2985 0 0</inkml:trace>
</inkml:ink>
</file>

<file path=ppt/ink/ink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2:41:08.5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13 798 44 0 0,'0'0'840'0'0,"-1"0"-584"0"0,0 0 1 0 0,1 0-1 0 0,-1 0 0 0 0,1 0 1 0 0,-1-1-1 0 0,1 1 0 0 0,-1 0 1 0 0,1 0-1 0 0,-1-1 1 0 0,1 1-1 0 0,-1 0 0 0 0,1 0 1 0 0,-1-1-1 0 0,1 1 0 0 0,0 0 1 0 0,-1-1-1 0 0,1 1 0 0 0,-1-1 1 0 0,1 1-1 0 0,0-1 0 0 0,-1 1 1 0 0,1-1-1 0 0,0 1 0 0 0,0-1 1 0 0,-1 1-1 0 0,1-1 0 0 0,23-26 365 0 0,1 1-1 0 0,1 1 1 0 0,43-32-1 0 0,15-15-77 0 0,29-28 15 0 0,-50 47-224 0 0,60-67 0 0 0,-105 101-267 0 0,-1 0 0 0 0,-1-2 0 0 0,-1 0 0 0 0,0 0-1 0 0,-2-1 1 0 0,-1-1 0 0 0,16-43 0 0 0,-26 60-49 0 0,1 0-1 0 0,-1 0 1 0 0,0 0-1 0 0,0 0 0 0 0,-1 0 1 0 0,0 0-1 0 0,0-1 1 0 0,-1-7-1 0 0,0 12-14 0 0,1 0-1 0 0,0 1 0 0 0,-1-1 0 0 0,1 1 1 0 0,-1-1-1 0 0,1 1 0 0 0,-1-1 1 0 0,0 1-1 0 0,1-1 0 0 0,-1 1 0 0 0,0 0 1 0 0,0-1-1 0 0,0 1 0 0 0,0 0 1 0 0,0 0-1 0 0,-1 0 0 0 0,1 0 0 0 0,0 0 1 0 0,0 0-1 0 0,-1 0 0 0 0,1 0 1 0 0,-1 0-1 0 0,1 1 0 0 0,0-1 1 0 0,-1 0-1 0 0,0 1 0 0 0,1-1 0 0 0,-1 1 1 0 0,1 0-1 0 0,-1-1 0 0 0,1 1 1 0 0,-1 0-1 0 0,0 0 0 0 0,1 0 0 0 0,-1 0 1 0 0,0 1-1 0 0,1-1 0 0 0,-1 0 1 0 0,-2 1-1 0 0,-1 0-4 0 0,0 1 0 0 0,0-1-1 0 0,0 1 1 0 0,0 0 0 0 0,1 0 0 0 0,-1 1 0 0 0,1-1 0 0 0,-1 1 0 0 0,1 0-1 0 0,0 0 1 0 0,0 0 0 0 0,0 1 0 0 0,0 0 0 0 0,-5 7 0 0 0,3-3-1 0 0,0 1 1 0 0,1 0 0 0 0,0 0 0 0 0,1 0-1 0 0,0 1 1 0 0,0 0 0 0 0,-2 10-1 0 0,-1 12 0 0 0,2 0-1 0 0,1 1 0 0 0,0 60 1 0 0,5-31-5 0 0,1-18-14 0 0,-3 0 0 0 0,-9 69 0 0 0,9-109 26 0 0,0 0-1 0 0,0 0 0 0 0,0 0 1 0 0,-1 0-1 0 0,1 0 0 0 0,-1 0 1 0 0,0 0-1 0 0,0-1 1 0 0,0 1-1 0 0,-1 0 0 0 0,1-1 1 0 0,-1 0-1 0 0,-3 4 0 0 0,4-6 2 0 0,1-1-1 0 0,0 1 0 0 0,-1 0 0 0 0,1 0 0 0 0,-1-1 1 0 0,1 1-1 0 0,-1-1 0 0 0,1 1 0 0 0,-1-1 0 0 0,0 1 1 0 0,1-1-1 0 0,-1 0 0 0 0,1 0 0 0 0,-1 0 0 0 0,0 0 1 0 0,1 0-1 0 0,-1 0 0 0 0,1 0 0 0 0,-1-1 0 0 0,0 1 1 0 0,1-1-1 0 0,-1 1 0 0 0,1-1 0 0 0,-1 1 0 0 0,1-1 1 0 0,0 0-1 0 0,-1 0 0 0 0,1 0 0 0 0,0 0 0 0 0,-1 0 0 0 0,1 0 1 0 0,0 0-1 0 0,0 0 0 0 0,0 0 0 0 0,0 0 0 0 0,0-1 1 0 0,-2-2-1 0 0,-35-65-1082 0 0,38 68 797 0 0,0 0 1 0 0,0 0-1 0 0,0 0 1 0 0,0 0-1 0 0,0 0 1 0 0,1 0-1 0 0,-1 0 1 0 0,0 0-1 0 0,1 0 1 0 0,-1 0-1 0 0,1 0 1 0 0,-1 0 0 0 0,1 1-1 0 0,-1-1 1 0 0,1 0-1 0 0,0 0 1 0 0,-1 0-1 0 0,1 1 1 0 0,0-1-1 0 0,0 0 1 0 0,-1 1-1 0 0,1-1 1 0 0,0 1-1 0 0,1-1 1 0 0</inkml:trace>
</inkml:ink>
</file>

<file path=ppt/ink/ink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2:41:08.8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154 48 400 0 0,'-11'-46'8421'0'0,"11"45"-7850"0"0,-6 33 957 0 0,-28 196 1378 0 0,25-149-2217 0 0,-18 77 0 0 0,-20 24 170 0 0,43-160-771 0 0,4-17-182 0 0,0 0-1 0 0,-1-1 1 0 0,1 1 0 0 0,-1 0 0 0 0,0-1 0 0 0,0 1-1 0 0,0 0 1 0 0,0-1 0 0 0,0 1 0 0 0,0-1 0 0 0,-1 0-1 0 0,1 1 1 0 0,-3 2 0 0 0,3-2-327 0 0</inkml:trace>
</inkml:ink>
</file>

<file path=ppt/ink/ink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2:41:09.2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57 60 0 0,'6'-6'324'0'0,"0"1"-1"0"0,1 0 1 0 0,-1 0 0 0 0,1 0-1 0 0,0 1 1 0 0,0 0 0 0 0,1 0-1 0 0,-1 1 1 0 0,1 0 0 0 0,-1 0-1 0 0,1 1 1 0 0,0 0 0 0 0,0 0-1 0 0,0 1 1 0 0,1 0 0 0 0,8 0-1 0 0,7 0-963 0 0,1 2-1 0 0,-1 0 0 0 0,0 1 1 0 0,30 7-1 0 0,-37-6-690 0 0</inkml:trace>
</inkml:ink>
</file>

<file path=ppt/ink/ink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2:41:09.6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45 57 316 0 0,'27'33'4131'0'0,"-25"-28"-3927"0"0,-1 1-1 0 0,0 0 0 0 0,0-1 1 0 0,0 1-1 0 0,-1 0 1 0 0,1 0-1 0 0,-2 0 1 0 0,1-1-1 0 0,0 1 1 0 0,-1 0-1 0 0,0 0 1 0 0,-1-1-1 0 0,1 1 1 0 0,-1-1-1 0 0,0 1 1 0 0,0-1-1 0 0,-1 0 0 0 0,1 0 1 0 0,-1 0-1 0 0,-1 0 1 0 0,1 0-1 0 0,0-1 1 0 0,-1 1-1 0 0,0-1 1 0 0,0 0-1 0 0,-1 0 1 0 0,1 0-1 0 0,-8 4 1 0 0,11-7 458 0 0,-5-6-379 0 0,5 5-277 0 0,1 0 1 0 0,0 0 0 0 0,-1 0-1 0 0,1 0 1 0 0,0 0-1 0 0,-1 0 1 0 0,1-1 0 0 0,0 1-1 0 0,-1 0 1 0 0,1 0-1 0 0,0 0 1 0 0,-1 0 0 0 0,1-1-1 0 0,0 1 1 0 0,-1 0 0 0 0,1 0-1 0 0,0-1 1 0 0,0 1-1 0 0,-1 0 1 0 0,1-1 0 0 0,0 1-1 0 0,0 0 1 0 0,0-1 0 0 0,-1 1-1 0 0,1 0 1 0 0,0-1-1 0 0,0 1 1 0 0,0 0 0 0 0,0-1-1 0 0,0 1 1 0 0,0 0-1 0 0,0-1 1 0 0,0 1 0 0 0,0-1-1 0 0,0 1 1 0 0,0 0 0 0 0,0-1-1 0 0,0 1 1 0 0,0 0-1 0 0,0-1 1 0 0,0 1 0 0 0,0 0-1 0 0,0-1 1 0 0,1 1 0 0 0,-1 0-1 0 0,0-1 1 0 0,0 0-1 0 0,7-12 72 0 0,1 1-1 0 0,0-1 0 0 0,0 1 0 0 0,1 1 0 0 0,1-1 0 0 0,19-17 0 0 0,-8 10 5 0 0,1 2 0 0 0,42-27 0 0 0,-48 35-57 0 0,1 1 0 0 0,0 1 0 0 0,0 0 0 0 0,23-4 0 0 0,-38 10-24 0 0,0 1 0 0 0,1-1 0 0 0,-1 1 1 0 0,0 0-1 0 0,0 0 0 0 0,1 0 0 0 0,-1 1 0 0 0,0-1 0 0 0,1 0 0 0 0,-1 1 0 0 0,0-1 0 0 0,0 1 0 0 0,0 0 0 0 0,0 0 1 0 0,0 0-1 0 0,0 0 0 0 0,0 0 0 0 0,0 0 0 0 0,0 1 0 0 0,0-1 0 0 0,2 3 0 0 0,0 0 2 0 0,1 0 0 0 0,-1 1 0 0 0,-1 0 0 0 0,1 0-1 0 0,-1 0 1 0 0,6 10 0 0 0,28 87 12 0 0,-37-102-16 0 0,1 0 1 0 0,-1 1-1 0 0,0-1 0 0 0,0 1 0 0 0,0-1 0 0 0,1 1 0 0 0,-1-1 0 0 0,0 0 0 0 0,0 1 0 0 0,1-1 0 0 0,-1 0 0 0 0,0 1 0 0 0,1-1 0 0 0,-1 0 0 0 0,0 1 0 0 0,1-1 0 0 0,-1 0 0 0 0,0 0 0 0 0,1 1 0 0 0,-1-1 0 0 0,1 0 0 0 0,-1 0 0 0 0,1 0 0 0 0,-1 0 0 0 0,1 1 0 0 0,-1-1 0 0 0,0 0 0 0 0,1 0 0 0 0,-1 0 0 0 0,1 0 0 0 0,-1 0 0 0 0,1 0 0 0 0,-1 0 0 0 0,1 0 0 0 0,-1 0 0 0 0,1-1 0 0 0,-1 1 0 0 0,1 0 0 0 0,-1 0 0 0 0,0 0 0 0 0,1-1 0 0 0,20-18-3 0 0,10-34 10 0 0,-31 53-2 0 0,0 0 0 0 0,0 0 0 0 0,0-1-1 0 0,0 1 1 0 0,0 0 0 0 0,0-1 0 0 0,0 1 0 0 0,0 0 0 0 0,0 0-1 0 0,0-1 1 0 0,0 1 0 0 0,0 0 0 0 0,0 0 0 0 0,0-1 0 0 0,1 1 0 0 0,-1 0-1 0 0,0 0 1 0 0,0-1 0 0 0,0 1 0 0 0,0 0 0 0 0,1 0 0 0 0,-1 0-1 0 0,0-1 1 0 0,0 1 0 0 0,0 0 0 0 0,1 0 0 0 0,-1 0 0 0 0,0 0-1 0 0,0-1 1 0 0,1 1 0 0 0,-1 0 0 0 0,0 0 0 0 0,0 0 0 0 0,1 0-1 0 0,-1 0 1 0 0,0 0 0 0 0,1 0 0 0 0,-1 0 0 0 0,0 0 0 0 0,0 0-1 0 0,1 0 1 0 0,-1 0 0 0 0,0 0 0 0 0,1 0 0 0 0,-1 0 0 0 0,0 0-1 0 0,0 0 1 0 0,1 0 0 0 0,-1 0 0 0 0,0 1 0 0 0,0-1 0 0 0,1 0-1 0 0,-1 0 1 0 0,0 0 0 0 0,1 1 0 0 0,12 18-668 0 0,8 10-2365 0 0,-4-21-1459 0 0,-8-6 1913 0 0</inkml:trace>
</inkml:ink>
</file>

<file path=ppt/ink/ink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2:41:10.9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2 612 552 0 0,'0'0'3645'0'0,"-2"23"-2438"0"0,3-21-1161 0 0,0-1 0 0 0,1 0 0 0 0,-1 1-1 0 0,0-1 1 0 0,1 0 0 0 0,-1 0-1 0 0,0 0 1 0 0,1 0 0 0 0,-1 0-1 0 0,1 0 1 0 0,0 0 0 0 0,-1-1 0 0 0,1 1-1 0 0,0 0 1 0 0,0-1 0 0 0,-1 1-1 0 0,1-1 1 0 0,0 0 0 0 0,0 0-1 0 0,-1 0 1 0 0,1 0 0 0 0,3 0 0 0 0,-1-1 5 0 0,-1 1 0 0 0,1-2 1 0 0,0 1-1 0 0,0 0 0 0 0,0-1 1 0 0,-1 1-1 0 0,1-1 0 0 0,-1 0 1 0 0,7-5-1 0 0,-2 0 14 0 0,1 0-1 0 0,-1-1 1 0 0,-1 0-1 0 0,1 0 1 0 0,-1-1-1 0 0,9-15 1 0 0,-4 0 45 0 0,-2 0 1 0 0,0-1-1 0 0,-2-1 1 0 0,-1 0 0 0 0,0 0-1 0 0,4-51 1 0 0,-2-165 666 0 0,-9 238-762 0 0,-4-84 1977 0 0,-22 135-1681 0 0,16-17-237 0 0,1 0 1 0 0,2 1 0 0 0,1 0-1 0 0,1 0 1 0 0,-1 47 0 0 0,5-69-66 0 0,0 19 26 0 0,1-1-1 0 0,2 0 0 0 0,0 0 1 0 0,12 52-1 0 0,-9-60-34 0 0,0 0 0 0 0,1-1 0 0 0,1 0 0 0 0,1 0-1 0 0,0 0 1 0 0,2-1 0 0 0,18 27 0 0 0,-25-41-8 0 0,0 0 0 0 0,0 0 0 0 0,0-1-1 0 0,0 1 1 0 0,0-1 0 0 0,1 1 0 0 0,-1-1 0 0 0,1 0 0 0 0,0 0 0 0 0,-1-1 0 0 0,1 1 0 0 0,0-1 0 0 0,0 0 0 0 0,0 0 0 0 0,0 0 0 0 0,0 0 0 0 0,0-1 0 0 0,0 1-1 0 0,0-1 1 0 0,1 0 0 0 0,-1 0 0 0 0,0-1 0 0 0,0 0 0 0 0,0 1 0 0 0,0-1 0 0 0,0 0 0 0 0,0-1 0 0 0,0 1 0 0 0,-1-1 0 0 0,7-3 0 0 0,7-4-7 0 0,0 0 0 0 0,0-1 0 0 0,-1-2 0 0 0,-1 1 0 0 0,17-16 0 0 0,0-13 915 0 0,-32 40-565 0 0,-3 2-279 0 0,0 0-36 0 0,0-1 0 0 0,1 1 1 0 0,-1 0-1 0 0,1 0 1 0 0,-1 1-1 0 0,1-1 1 0 0,0 1-1 0 0,-1-1 1 0 0,1 1-1 0 0,0 0 1 0 0,1-1-1 0 0,-1 1 0 0 0,1 0 1 0 0,-1 0-1 0 0,-1 5 1 0 0,1-2-3 0 0,1 1 0 0 0,-1-1 0 0 0,1 1 0 0 0,0-1 0 0 0,1 1 1 0 0,0 8-1 0 0,0-13-16 0 0,0 1-1 0 0,0-1 1 0 0,0 0 0 0 0,1 0 0 0 0,-1 0 0 0 0,1 0-1 0 0,-1 0 1 0 0,1 0 0 0 0,0 0 0 0 0,0 0 0 0 0,0 0 0 0 0,0 0-1 0 0,0-1 1 0 0,0 1 0 0 0,1 0 0 0 0,-1-1 0 0 0,1 1 0 0 0,-1-1-1 0 0,1 1 1 0 0,-1-1 0 0 0,1 0 0 0 0,0 1 0 0 0,3 1 0 0 0,-2-2 0 0 0,-1-1 0 0 0,1 1 0 0 0,0 0 1 0 0,0-1-1 0 0,-1 0 0 0 0,1 0 1 0 0,0 1-1 0 0,0-2 0 0 0,-1 1 0 0 0,1 0 1 0 0,0 0-1 0 0,0-1 0 0 0,-1 0 0 0 0,1 1 1 0 0,0-1-1 0 0,-1 0 0 0 0,1 0 1 0 0,-1-1-1 0 0,1 1 0 0 0,-1 0 0 0 0,0-1 1 0 0,1 0-1 0 0,-1 1 0 0 0,2-3 1 0 0,4-4-1 0 0,0 1 1 0 0,-1-1 0 0 0,0 0-1 0 0,8-12 1 0 0,15-34 27 0 0,-30 53 10 0 0,0 46-53 0 0,1-39 6 0 0,-1 0 8 0 0,1-1-1 0 0,0 1 1 0 0,0-1 0 0 0,1 1-1 0 0,-1-1 1 0 0,5 9-1 0 0,-5-12 2 0 0,1 0-1 0 0,-1 0 0 0 0,0 0 0 0 0,1 0 0 0 0,0-1 0 0 0,0 1 0 0 0,-1 0 0 0 0,1-1 0 0 0,0 1 0 0 0,0-1 0 0 0,0 0 0 0 0,0 0 0 0 0,1 1 0 0 0,-1-1 0 0 0,0-1 0 0 0,0 1 0 0 0,1 0 0 0 0,-1-1 0 0 0,1 1 0 0 0,-1-1 0 0 0,4 1 0 0 0,1-1 1 0 0,0-1-1 0 0,0 1 1 0 0,0-1 0 0 0,0-1-1 0 0,-1 1 1 0 0,1-1 0 0 0,0-1-1 0 0,-1 1 1 0 0,1-1 0 0 0,-1 0 0 0 0,0 0-1 0 0,0-1 1 0 0,0 0 0 0 0,-1 0-1 0 0,8-7 1 0 0,20-11-19 0 0,57-33-44 0 0,-89 54 60 0 0,-1 1 1 0 0,1 0 0 0 0,-1 0-1 0 0,1 0 1 0 0,-1 0 0 0 0,1 0 0 0 0,-1 0-1 0 0,1 0 1 0 0,0 0 0 0 0,-1 0-1 0 0,1 0 1 0 0,-1 1 0 0 0,1-1 0 0 0,-1 0-1 0 0,1 0 1 0 0,-1 0 0 0 0,1 1-1 0 0,-1-1 1 0 0,1 0 0 0 0,-1 1-1 0 0,1-1 1 0 0,-1 0 0 0 0,1 1 0 0 0,-1-1-1 0 0,0 0 1 0 0,1 1 0 0 0,-1-1-1 0 0,0 1 1 0 0,1-1 0 0 0,-1 1 0 0 0,0-1-1 0 0,0 1 1 0 0,1-1 0 0 0,-1 1-1 0 0,0-1 1 0 0,0 1 0 0 0,0 0 0 0 0,9 23-9 0 0,-8-21 0 0 0,-1-1 9 0 0,1 1 0 0 0,0-1-1 0 0,-1 1 1 0 0,1-1 0 0 0,0 1 0 0 0,1-1 0 0 0,-1 1-1 0 0,0-1 1 0 0,1 0 0 0 0,-1 0 0 0 0,1 0 0 0 0,-1 0-1 0 0,1 0 1 0 0,0 0 0 0 0,0 0 0 0 0,0 0 0 0 0,0-1-1 0 0,0 1 1 0 0,1-1 0 0 0,-1 0 0 0 0,0 1 0 0 0,1-1-1 0 0,-1 0 1 0 0,1 0 0 0 0,-1-1 0 0 0,1 1 0 0 0,-1 0 0 0 0,4-1-1 0 0,1 0 17 0 0,0-1-1 0 0,0 0 0 0 0,0 0 1 0 0,0-1-1 0 0,-1 0 0 0 0,1 0 1 0 0,0-1-1 0 0,-1 1 1 0 0,0-2-1 0 0,7-3 0 0 0,42-33 2457 0 0,-54 39-2273 0 0,29 7 1360 0 0,-13 5-3253 0 0,0 0-3947 0 0</inkml:trace>
</inkml:ink>
</file>

<file path=ppt/ink/ink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2:41:11.2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42 97 904 0 0,'-5'-5'841'0'0,"1"1"1"0"0,-1-1-1 0 0,1 0 0 0 0,-1-1 0 0 0,1 1 1 0 0,1-1-1 0 0,-5-8 0 0 0,7 13-726 0 0,1 0 0 0 0,-1-1 0 0 0,1 1-1 0 0,0 0 1 0 0,-1 0 0 0 0,1-1 0 0 0,0 1 0 0 0,0 0 0 0 0,0 0-1 0 0,0-1 1 0 0,0 1 0 0 0,0 0 0 0 0,0 0 0 0 0,0-1-1 0 0,0 1 1 0 0,1 0 0 0 0,-1 0 0 0 0,0-1 0 0 0,1 1 0 0 0,-1 0-1 0 0,1 0 1 0 0,-1 0 0 0 0,1 0 0 0 0,0 0 0 0 0,0 0-1 0 0,-1 0 1 0 0,1 0 0 0 0,0 0 0 0 0,0 0 0 0 0,0 0-1 0 0,0 0 1 0 0,0 0 0 0 0,0 1 0 0 0,0-1 0 0 0,0 0 0 0 0,0 1-1 0 0,1-1 1 0 0,-1 1 0 0 0,0-1 0 0 0,0 1 0 0 0,0 0-1 0 0,1 0 1 0 0,-1-1 0 0 0,0 1 0 0 0,1 0 0 0 0,1 0 0 0 0,9-2-163 0 0,0 1 0 0 0,1 0 0 0 0,-1 1 0 0 0,1 0 0 0 0,-1 1 0 0 0,0 1 0 0 0,17 3 1 0 0,88 29-2805 0 0,-76-21 1293 0 0,7 2-1558 0 0,1 0 237 0 0</inkml:trace>
</inkml:ink>
</file>

<file path=ppt/ink/ink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2:41:11.9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196 313 712 0 0,'-38'-27'5180'0'0,"35"25"-4832"0"0,1 0 0 0 0,-1 0 0 0 0,1 0 0 0 0,0 0 0 0 0,0 0 0 0 0,-1 0 0 0 0,2 0 0 0 0,-1-1 0 0 0,0 1 0 0 0,0-1 0 0 0,-2-4 0 0 0,2 6-228 0 0,0 1 0 0 0,0 0 1 0 0,0 0-1 0 0,0-1 1 0 0,0 2-1 0 0,0-1 0 0 0,0 0 1 0 0,0 0-1 0 0,0 1 0 0 0,0-1 1 0 0,0 1-1 0 0,0-1 1 0 0,0 1-1 0 0,1 0 0 0 0,-4 1 1 0 0,-9 12 224 0 0,1 1 0 0 0,0 0-1 0 0,-20 32 1 0 0,29-41-311 0 0,1 1 1 0 0,0-1-1 0 0,1 0 0 0 0,-1 1 0 0 0,1 0 0 0 0,1-1 0 0 0,-1 1 0 0 0,1 0 0 0 0,0 0 1 0 0,1 0-1 0 0,-1 0 0 0 0,2 0 0 0 0,-1 0 0 0 0,3 12 0 0 0,-3-17-30 0 0,0 0 0 0 0,0 0 0 0 0,1-1 0 0 0,-1 1-1 0 0,1 0 1 0 0,0 0 0 0 0,-1-1 0 0 0,1 1 0 0 0,0-1-1 0 0,0 1 1 0 0,0-1 0 0 0,0 1 0 0 0,0-1 0 0 0,0 0 0 0 0,0 1-1 0 0,0-1 1 0 0,1 0 0 0 0,-1 0 0 0 0,1 0 0 0 0,-1 0-1 0 0,1 0 1 0 0,-1 0 0 0 0,1 0 0 0 0,-1 0 0 0 0,1-1-1 0 0,0 1 1 0 0,-1-1 0 0 0,1 1 0 0 0,0-1 0 0 0,-1 1 0 0 0,1-1-1 0 0,0 0 1 0 0,0 0 0 0 0,0 0 0 0 0,-1 0 0 0 0,1 0-1 0 0,3-1 1 0 0,2-1 12 0 0,0 0-1 0 0,0 0 0 0 0,0 0 1 0 0,0-1-1 0 0,0 0 1 0 0,0-1-1 0 0,7-4 0 0 0,-6 1-10 0 0,0 0 0 0 0,0 0 0 0 0,0-1-1 0 0,-1 0 1 0 0,-1 0 0 0 0,1-1 0 0 0,-1 0-1 0 0,7-14 1 0 0,-5 10 6 0 0,0-1 1 0 0,21-22-1 0 0,-26 33-11 0 0,1 0 0 0 0,0 0 0 0 0,0 1 0 0 0,0-1 0 0 0,0 1 0 0 0,0 0 0 0 0,0 0 1 0 0,0 1-1 0 0,1-1 0 0 0,6-1 0 0 0,54-7-10 0 0,-39 7 32 0 0,-17 2-23 0 0,-1 0 0 0 0,1-1 0 0 0,0 0 0 0 0,-1-1 0 0 0,1 1 0 0 0,-1-2 0 0 0,0 1 0 0 0,0-1 0 0 0,0 0 0 0 0,0-1 0 0 0,-1 0 1 0 0,0 0-1 0 0,0-1 0 0 0,0 0 0 0 0,-1 0 0 0 0,0 0 0 0 0,0-1 0 0 0,0 0 0 0 0,-1 0 0 0 0,0 0 0 0 0,0-1 0 0 0,-1 0 0 0 0,0 0 0 0 0,-1 0 1 0 0,1 0-1 0 0,-2-1 0 0 0,1 1 0 0 0,-1-1 0 0 0,0 1 0 0 0,0-16 0 0 0,-1 17 1 0 0,0 1-2 0 0,0-1 0 0 0,0 0 0 0 0,-1 0 0 0 0,0 1 0 0 0,0-1-1 0 0,-1 0 1 0 0,0 0 0 0 0,0 1 0 0 0,0-1 0 0 0,-1 0 0 0 0,-3-7 0 0 0,5 14 32 0 0,-17 18-53 0 0,10-4 23 0 0,1 0 0 0 0,1 0 1 0 0,1 0-1 0 0,0 1 0 0 0,-3 21 0 0 0,1-7 2 0 0,-169 787 24 0 0,173-805-25 0 0,-1 0-1 0 0,-1 0 1 0 0,0-1-1 0 0,0 1 1 0 0,-1-1-1 0 0,-1 0 0 0 0,0-1 1 0 0,0 1-1 0 0,-9 9 1 0 0,14-17 5 0 0,-1 0 0 0 0,0 0-1 0 0,0 0 1 0 0,0 0 0 0 0,0 0 0 0 0,0 0 0 0 0,0-1 0 0 0,-1 1 0 0 0,1-1 0 0 0,-1 0 0 0 0,1 1-1 0 0,-1-1 1 0 0,1-1 0 0 0,-1 1 0 0 0,0 0 0 0 0,1 0 0 0 0,-1-1 0 0 0,0 0 0 0 0,0 1 0 0 0,1-1 0 0 0,-1 0-1 0 0,0 0 1 0 0,0-1 0 0 0,1 1 0 0 0,-1-1 0 0 0,0 1 0 0 0,1-1 0 0 0,-1 0 0 0 0,0 0 0 0 0,1 0 0 0 0,-1 0-1 0 0,1 0 1 0 0,0-1 0 0 0,-1 1 0 0 0,1-1 0 0 0,0 1 0 0 0,0-1 0 0 0,0 0 0 0 0,0 0 0 0 0,0 0 0 0 0,0 0-1 0 0,-2-4 1 0 0,-1 1 28 0 0,1-1-1 0 0,-1 0 1 0 0,1 0-1 0 0,1 0 1 0 0,-1 0-1 0 0,1 0 1 0 0,0-1-1 0 0,0 0 0 0 0,1 1 1 0 0,0-1-1 0 0,0 0 1 0 0,1 0-1 0 0,0 0 1 0 0,-1-9-1 0 0,2 4 14 0 0,1 0 0 0 0,0 0 1 0 0,0 0-1 0 0,1 1 0 0 0,1-1 0 0 0,0 0 0 0 0,9-21 0 0 0,-1 9-54 0 0,1 1-1 0 0,1 0 1 0 0,1 1-1 0 0,1 1 1 0 0,1 0-1 0 0,0 1 1 0 0,24-21-1 0 0,-16 19-436 0 0,1 2-1 0 0,1 1 0 0 0,1 0 1 0 0,0 3-1 0 0,35-17 1 0 0,80-23-6616 0 0,-99 42 3925 0 0</inkml:trace>
</inkml:ink>
</file>

<file path=ppt/ink/ink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2:41:12.2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79 33 1044 0 0,'-4'-29'4771'0'0,"4"29"-4684"0"0,0 0 0 0 0,0 0-1 0 0,-1-1 1 0 0,1 1 0 0 0,0 0 0 0 0,0 0-1 0 0,0 0 1 0 0,0-1 0 0 0,0 1 0 0 0,-1 0-1 0 0,1 0 1 0 0,0 0 0 0 0,0 0 0 0 0,0-1-1 0 0,-1 1 1 0 0,1 0 0 0 0,0 0 0 0 0,0 0-1 0 0,-1 0 1 0 0,1 0 0 0 0,0 0 0 0 0,0 0-1 0 0,-1 0 1 0 0,1 0 0 0 0,0 0 0 0 0,0 0-1 0 0,-1 0 1 0 0,1 0 0 0 0,0 0 0 0 0,0 0-1 0 0,-1 0 1 0 0,1 0 0 0 0,0 0 0 0 0,0 0-1 0 0,0 0 1 0 0,-1 0 0 0 0,1 0 0 0 0,0 1-1 0 0,0-1 1 0 0,-1 0 0 0 0,1 0 0 0 0,0 0-1 0 0,0 0 1 0 0,0 0 0 0 0,0 1 0 0 0,-1-1-1 0 0,1 0 1 0 0,-4 5 332 0 0,0 0 0 0 0,1 0-1 0 0,0 1 1 0 0,0-1 0 0 0,0 1 0 0 0,-3 8 0 0 0,-3 12 132 0 0,1 0 0 0 0,2 1 0 0 0,0 0 0 0 0,2 0 0 0 0,-1 34 1 0 0,4 137 833 0 0,1-193-1351 0 0,14 139 778 0 0,-3-34-1599 0 0,-5-84-4 0 0,0-1-1981 0 0,-7-14-6111 0 0,9-28 5947 0 0</inkml:trace>
</inkml:ink>
</file>

<file path=ppt/ink/ink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2:41:12.9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1 552 20 0 0,'33'-20'805'0'0,"-1"-2"-1"0"0,-1-1 1 0 0,0-1-1 0 0,51-55 1 0 0,-63 57-369 0 0,-2-1 0 0 0,0 0 0 0 0,-1-1-1 0 0,-2 0 1 0 0,0-2 0 0 0,-2 0 0 0 0,13-36 0 0 0,-14 23 1979 0 0,13-76 0 0 0,-90 210-57 0 0,32-42-1984 0 0,2 3 0 0 0,3 0 0 0 0,2 2 1 0 0,3 1-1 0 0,-19 66 0 0 0,-2 96 335 0 0,45-220-690 0 0,-2 12 28 0 0,2-12-46 0 0,1-1 1 0 0,-1 1 0 0 0,1-1-1 0 0,-1 1 1 0 0,1-1 0 0 0,-1 0-1 0 0,1 1 1 0 0,0-1 0 0 0,-1 1-1 0 0,1-1 1 0 0,-1 0 0 0 0,1 0-1 0 0,0 1 1 0 0,-1-1 0 0 0,1 0 0 0 0,0 0-1 0 0,0 0 1 0 0,-1 0 0 0 0,1 0-1 0 0,0 1 1 0 0,-1-2 0 0 0,1 1-1 0 0,0 0 1 0 0,0 0 0 0 0,-1 0-1 0 0,1 0 1 0 0,0 0 0 0 0,-1 0 0 0 0,1-1-1 0 0,0 1 1 0 0,-1 0 0 0 0,1-1-1 0 0,1 0 1 0 0,5-2 2 0 0,1 0 0 0 0,-1 0 0 0 0,0-1-1 0 0,0 0 1 0 0,11-8 0 0 0,-12 7-14 0 0,1 1 0 0 0,-1 0 0 0 0,1 0 0 0 0,0 0 0 0 0,8-2 0 0 0,-8 5 5 0 0,1 1 1 0 0,-1 0 0 0 0,0 0-1 0 0,1 1 1 0 0,-1 0 0 0 0,0 0-1 0 0,0 1 1 0 0,0 0 0 0 0,0 0-1 0 0,0 1 1 0 0,0-1 0 0 0,10 7-1 0 0,39 11-95 0 0,-49-18 79 0 0,-1-1-1 0 0,0-1 1 0 0,1 1-1 0 0,0-1 1 0 0,-1 0 0 0 0,1 0-1 0 0,-1-1 1 0 0,9-2 0 0 0,-12 3 23 0 0,0-1 1 0 0,-1 0-1 0 0,1 0 1 0 0,-1 0-1 0 0,1 0 1 0 0,-1-1-1 0 0,1 1 1 0 0,-1-1 0 0 0,1 1-1 0 0,-1-1 1 0 0,0 0-1 0 0,0 0 1 0 0,0 0-1 0 0,0 0 1 0 0,0 0 0 0 0,-1-1-1 0 0,1 1 1 0 0,-1 0-1 0 0,1-1 1 0 0,-1 1-1 0 0,2-6 1 0 0,-2 4 126 0 0,1-1 0 0 0,-1 1 1 0 0,0-1-1 0 0,0 1 0 0 0,-1-1 0 0 0,1 0 0 0 0,-1 0 0 0 0,0 1 1 0 0,0-1-1 0 0,-1 0 0 0 0,1 0 0 0 0,-3-6 0 0 0,3 9 17 0 0,-1 4-151 0 0,1-1 0 0 0,-1 1 0 0 0,1-1 0 0 0,-1 1 0 0 0,1-1-1 0 0,0 1 1 0 0,0-1 0 0 0,0 1 0 0 0,0-1 0 0 0,0 1 0 0 0,0-1-1 0 0,0 1 1 0 0,1-1 0 0 0,-1 1 0 0 0,0-1 0 0 0,1 0 0 0 0,-1 1-1 0 0,1-1 1 0 0,0 1 0 0 0,-1-1 0 0 0,1 0 0 0 0,1 2 0 0 0,18 39-2224 0 0,-15-34 1444 0 0,1-1-1 0 0,0 1 1 0 0,1-1 0 0 0,10 9-1 0 0,17 8-6023 0 0,-18-15 3318 0 0</inkml:trace>
</inkml:ink>
</file>

<file path=ppt/ink/ink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2:41:31.5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1 831 188 0 0,'44'-24'1598'0'0,"218"-123"3098"0"0,-195 105-3852 0 0,111-94-1 0 0,-141 104-574 0 0,-2-2 1 0 0,53-65-1 0 0,-75 83-203 0 0,-2-1 0 0 0,0 0 0 0 0,-1-1 1 0 0,-1 0-1 0 0,0-1 0 0 0,-1 0 0 0 0,-1 0 0 0 0,-1-1 0 0 0,4-23 0 0 0,-10 39-54 0 0,0-1 0 0 0,1 1 0 0 0,-2 0 0 0 0,1 0 0 0 0,0 0 0 0 0,-1 0 0 0 0,1 0 0 0 0,-1 0 0 0 0,0 0 0 0 0,-1 0 0 0 0,1 0 0 0 0,-1 0 0 0 0,0 1 0 0 0,1-1 0 0 0,-2 0 0 0 0,1 1 0 0 0,0 0 0 0 0,-1-1 0 0 0,1 1 0 0 0,-1 0 0 0 0,0 0-1 0 0,0 1 1 0 0,0-1 0 0 0,-1 0 0 0 0,1 1 0 0 0,-1 0 0 0 0,1 0 0 0 0,-1 0 0 0 0,0 0 0 0 0,1 1 0 0 0,-1-1 0 0 0,-4 0 0 0 0,4 1-8 0 0,1 0-1 0 0,0 0 1 0 0,-1 1-1 0 0,1-1 1 0 0,-1 1-1 0 0,1 0 1 0 0,-1 0-1 0 0,1 0 1 0 0,-1 0-1 0 0,1 0 1 0 0,0 1 0 0 0,-1 0-1 0 0,1 0 1 0 0,-1 0-1 0 0,1 0 1 0 0,0 0-1 0 0,0 0 1 0 0,0 1-1 0 0,0 0 1 0 0,0 0-1 0 0,0 0 1 0 0,0 0-1 0 0,0 0 1 0 0,1 0-1 0 0,-1 1 1 0 0,1-1 0 0 0,0 1-1 0 0,0-1 1 0 0,0 1-1 0 0,0 0 1 0 0,0 0-1 0 0,0 0 1 0 0,1 0-1 0 0,-1 1 1 0 0,1-1-1 0 0,0 0 1 0 0,0 0-1 0 0,0 5 1 0 0,-2 7 3 0 0,1 1 1 0 0,0 0-1 0 0,2-1 1 0 0,0 1-1 0 0,0 0 1 0 0,5 20-1 0 0,24 96 29 0 0,-6-40-11 0 0,-15-51-13 0 0,13 77 20 0 0,-20-107-29 0 0,0 1 1 0 0,-1 0-1 0 0,-1 0 0 0 0,1 0 0 0 0,-2 0 0 0 0,0 0 0 0 0,-6 20 1 0 0,7-28-4 0 0,-2 1 0 0 0,1-1 0 0 0,0 0 0 0 0,-1 0 0 0 0,0 0 0 0 0,0 0 1 0 0,0 0-1 0 0,0-1 0 0 0,0 1 0 0 0,-1-1 0 0 0,0 0 0 0 0,0 0 1 0 0,0 0-1 0 0,0 0 0 0 0,0-1 0 0 0,0 0 0 0 0,-1 0 0 0 0,1 0 0 0 0,-9 2 1 0 0,10-2-4 0 0,-1-1 0 0 0,0-1 0 0 0,-1 1 0 0 0,1 0 0 0 0,0-1 0 0 0,0 0 0 0 0,0 0 0 0 0,0 0 0 0 0,0-1 0 0 0,0 1 0 0 0,0-1 0 0 0,0 0 0 0 0,0 0 1 0 0,0 0-1 0 0,0-1 0 0 0,0 1 0 0 0,0-1 0 0 0,1 0 0 0 0,-1 0 0 0 0,1 0 0 0 0,0-1 0 0 0,-1 1 0 0 0,-3-5 0 0 0,6 6 0 0 0,0 0 0 0 0,0 0 0 0 0,0 1-1 0 0,1-1 1 0 0,-1 0 0 0 0,0 0 0 0 0,1 0 0 0 0,-1 0-1 0 0,1 0 1 0 0,-1 0 0 0 0,1 1 0 0 0,-1-1 0 0 0,1 0-1 0 0,0-1 1 0 0,0 1 0 0 0,-1 0 0 0 0,1 0-1 0 0,0 0 1 0 0,0 0 0 0 0,0 0 0 0 0,0 0 0 0 0,0 0-1 0 0,0 0 1 0 0,0 0 0 0 0,0 0 0 0 0,1-2 0 0 0,0 1-3 0 0,0 1 0 0 0,1-1 0 0 0,-1 1 1 0 0,0 0-1 0 0,0-1 0 0 0,1 1 1 0 0,-1 0-1 0 0,1 0 0 0 0,-1 0 1 0 0,1 0-1 0 0,0 0 0 0 0,-1 0 1 0 0,5-1-1 0 0,7-3-17 0 0,0 1-1 0 0,0 1 1 0 0,18-2-1 0 0,-26 4 22 0 0,45-8-45 0 0,0-1 1 0 0,-1-3-1 0 0,93-37 0 0 0,-127 43 41 0 0,0-1 0 0 0,-1 0 0 0 0,1-1 0 0 0,-1 0 0 0 0,16-16 0 0 0,-26 22 8 0 0,-1 0-1 0 0,0 0 1 0 0,0 0-1 0 0,0 0 0 0 0,0 0 1 0 0,0-1-1 0 0,-1 0 1 0 0,0 1-1 0 0,0-1 0 0 0,0 0 1 0 0,0 0-1 0 0,0 0 1 0 0,-1 0-1 0 0,0 0 1 0 0,0 0-1 0 0,0-1 0 0 0,0 1 1 0 0,0 0-1 0 0,-1-1 1 0 0,0 1-1 0 0,0 0 1 0 0,0-1-1 0 0,-1 1 0 0 0,1 0 1 0 0,-3-7-1 0 0,2 8 1 0 0,-5-7 10 0 0,-22 5-15 0 0,23 5 2 0 0,1 0 1 0 0,0 0-1 0 0,-1 1 1 0 0,1-1-1 0 0,0 1 1 0 0,0 0 0 0 0,-1 0-1 0 0,1 0 1 0 0,0 1-1 0 0,0 0 1 0 0,0-1-1 0 0,1 1 1 0 0,-1 1-1 0 0,0-1 1 0 0,1 0-1 0 0,-1 1 1 0 0,1 0-1 0 0,0 0 1 0 0,0 0-1 0 0,0 0 1 0 0,-4 6-1 0 0,4-4 4 0 0,1 0-1 0 0,-1 0 0 0 0,1 0 0 0 0,0 0 1 0 0,1 0-1 0 0,-1 1 0 0 0,1-1 1 0 0,0 0-1 0 0,0 1 0 0 0,1-1 0 0 0,0 1 1 0 0,0-1-1 0 0,0 1 0 0 0,0-1 1 0 0,2 7-1 0 0,-1-7-3 0 0,-1-1 1 0 0,1 1-1 0 0,0 0 1 0 0,1 0-1 0 0,-1-1 0 0 0,1 1 1 0 0,0-1-1 0 0,0 1 1 0 0,0-1-1 0 0,1 0 1 0 0,-1 0-1 0 0,1 0 0 0 0,0 0 1 0 0,1-1-1 0 0,-1 1 1 0 0,0-1-1 0 0,1 1 0 0 0,0-1 1 0 0,0 0-1 0 0,0-1 1 0 0,0 1-1 0 0,0-1 1 0 0,0 0-1 0 0,1 0 0 0 0,-1 0 1 0 0,1 0-1 0 0,0-1 1 0 0,-1 0-1 0 0,1 0 0 0 0,0 0 1 0 0,0 0-1 0 0,0-1 1 0 0,0 0-1 0 0,-1 0 0 0 0,1 0 1 0 0,0-1-1 0 0,0 0 1 0 0,0 1-1 0 0,5-3 1 0 0,15-7 3 0 0,-1 0 0 0 0,0-2 0 0 0,0-1 1 0 0,-2 0-1 0 0,1-2 0 0 0,-2-1 0 0 0,38-34 1 0 0,-59 50-6 0 0,0-1 1 0 0,1 1 0 0 0,-1-1 0 0 0,0 1 0 0 0,1-1 0 0 0,-1 1 0 0 0,1 0-1 0 0,-1-1 1 0 0,0 1 0 0 0,1 0 0 0 0,-1-1 0 0 0,1 1 0 0 0,-1 0-1 0 0,1 0 1 0 0,-1 0 0 0 0,1-1 0 0 0,-1 1 0 0 0,1 0 0 0 0,0 0 0 0 0,-1 0-1 0 0,1 0 1 0 0,-1 0 0 0 0,1 0 0 0 0,-1 0 0 0 0,1 0 0 0 0,-1 0-1 0 0,1 0 1 0 0,-1 0 0 0 0,1 0 0 0 0,-1 0 0 0 0,1 1 0 0 0,0-1 0 0 0,4 17-1 0 0,-8 19 35 0 0,-4 5-54 0 0,3-9 49 0 0,4-32-27 0 0,0 1-1 0 0,0-1 1 0 0,0 1-1 0 0,0-1 1 0 0,0 1 0 0 0,-1-1-1 0 0,1 1 1 0 0,0-1-1 0 0,0 1 1 0 0,0-1-1 0 0,0 1 1 0 0,1-1-1 0 0,-1 1 1 0 0,0-1-1 0 0,0 1 1 0 0,0-1 0 0 0,0 1-1 0 0,0-1 1 0 0,1 1-1 0 0,-1-1 1 0 0,0 1-1 0 0,0-1 1 0 0,1 0-1 0 0,-1 1 1 0 0,0-1-1 0 0,1 1 1 0 0,-1-1 0 0 0,0 0-1 0 0,1 1 1 0 0,-1-1-1 0 0,0 0 1 0 0,1 0-1 0 0,-1 1 1 0 0,1-1-1 0 0,-1 0 1 0 0,1 0 0 0 0,-1 0-1 0 0,1 1 1 0 0,-1-1-1 0 0,1 0 1 0 0,-1 0-1 0 0,0 0 1 0 0,1 0-1 0 0,-1 0 1 0 0,1 0-1 0 0,-1 0 1 0 0,1 0 0 0 0,-1 0-1 0 0,1 0 1 0 0,-1 0-1 0 0,1 0 1 0 0,-1 0-1 0 0,1-1 1 0 0,-1 1-1 0 0,1 0 1 0 0,-1 0-1 0 0,1 0 1 0 0,0-1 0 0 0,32-16 7 0 0,-28 14-12 0 0,14-4-24 0 0,0 0 1 0 0,0 1 0 0 0,1 1-1 0 0,0 1 1 0 0,-1 1-1 0 0,1 0 1 0 0,24 1 0 0 0,-35 2 25 0 0,-1-1 0 0 0,1 0-1 0 0,-1-1 1 0 0,1 0 0 0 0,-1 0 0 0 0,0-1 0 0 0,0 0 0 0 0,0 0 0 0 0,0-1 0 0 0,-1 0 0 0 0,0-1 0 0 0,1 1 0 0 0,-1-1 0 0 0,-1-1 0 0 0,12-10 0 0 0,-5 0-3 0 0,-1 0 0 0 0,-1 0 0 0 0,0-1 0 0 0,-1 0 0 0 0,13-33 0 0 0,-6 7-16 0 0,-3-1 1 0 0,-1-1-1 0 0,11-73 0 0 0,-23 113 5 0 0,0 4 15 0 0,-2 1 3 0 0,-3-4-8 0 0,1 5 5 0 0,0 1 0 0 0,0 0 0 0 0,1-1 0 0 0,-1 1 0 0 0,1 0-1 0 0,-1 0 1 0 0,1 0 0 0 0,-1 1 0 0 0,-1 2 0 0 0,-7 8 5 0 0,1 1 0 0 0,1 0 0 0 0,0 1 0 0 0,1 0 1 0 0,1 0-1 0 0,0 1 0 0 0,1 0 0 0 0,-6 23 0 0 0,5-10 10 0 0,1 1 1 0 0,2 0 0 0 0,-2 57 0 0 0,7-63 54 0 0,2-1 0 0 0,6 34 0 0 0,2 5 86 0 0,-11-60-152 0 0,0-1 0 0 0,0 1 0 0 0,0-1 0 0 0,1 1 0 0 0,-1 0 0 0 0,1-1 0 0 0,-1 1 0 0 0,1-1 0 0 0,-1 0 0 0 0,1 1 0 0 0,0-1 0 0 0,0 1 0 0 0,0-1 0 0 0,0 0 0 0 0,0 0 0 0 0,0 1 0 0 0,0-1 0 0 0,0 0 0 0 0,0 0 0 0 0,1 0 0 0 0,-1 0 0 0 0,0 0 0 0 0,1-1 0 0 0,-1 1 0 0 0,1 0 0 0 0,-1-1 0 0 0,1 1 0 0 0,-1-1 0 0 0,1 1 0 0 0,-1-1 0 0 0,1 0 0 0 0,-1 1 0 0 0,1-1 0 0 0,0 0 0 0 0,-1 0 0 0 0,1 0-1 0 0,-1 0 1 0 0,1-1 0 0 0,-1 1 0 0 0,3-1 0 0 0,3 0 2 0 0,0-1 0 0 0,0 0 0 0 0,-1 0 0 0 0,1-1 1 0 0,-1 0-1 0 0,0 0 0 0 0,0 0 0 0 0,7-5 0 0 0,-3-1 0 0 0,0-1 1 0 0,0 0 0 0 0,-1-1 0 0 0,-1 1 0 0 0,0-2 0 0 0,0 1 0 0 0,7-16 0 0 0,20-28-5 0 0,-26 43 1 0 0,3-1-14 0 0,-13 38 16 0 0,-4 13-5 0 0,1-16 3 0 0,1-1 1 0 0,0 27-1 0 0,4-44-4 0 0,3 8 6 0 0,4-10-8 0 0,-4-2-1 0 0,51-27 6 0 0,14-10 31 0 0,-68 36-26 0 0,10-3-8 0 0,-6 2 0 0 0,-4 1 44 0 0,1 2-24 0 0,1 0-1 0 0,-1 0 1 0 0,0 1-1 0 0,0-1 1 0 0,0 0-1 0 0,0 1 1 0 0,0-1-1 0 0,0 1 1 0 0,0-1-1 0 0,0 1 1 0 0,-1 0-1 0 0,1 0 1 0 0,0 0-1 0 0,-1 0 1 0 0,0 0-1 0 0,1 0 1 0 0,1 4-1 0 0,11 15 97 0 0,-12-19-275 0 0,1 0 0 0 0,-1 0 0 0 0,0 0 0 0 0,1 0 0 0 0,-1-1 0 0 0,1 1 0 0 0,0-1 0 0 0,-1 0 0 0 0,1 1 0 0 0,0-1 0 0 0,0-1 0 0 0,0 1 0 0 0,5 1 0 0 0</inkml:trace>
</inkml:ink>
</file>

<file path=ppt/ink/ink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2:41:31.8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29 780 0 0,'14'-20'4014'0'0,"-8"18"-3821"0"0,0 0-1 0 0,0 1 0 0 0,0-1 0 0 0,0 1 0 0 0,0 1 0 0 0,1-1 0 0 0,-1 1 0 0 0,0 0 1 0 0,0 0-1 0 0,1 1 0 0 0,-1 0 0 0 0,0 0 0 0 0,10 3 0 0 0,7 3-2384 0 0,46 20 0 0 0,-54-20 444 0 0</inkml:trace>
</inkml:ink>
</file>

<file path=ppt/ink/ink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2:41:32.3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82 56 780 0 0,'-1'-1'233'0'0,"0"0"0"0"0,0 0-1 0 0,0 0 1 0 0,0 0 0 0 0,0 0-1 0 0,0 1 1 0 0,0-1 0 0 0,0 0 0 0 0,0 1-1 0 0,0-1 1 0 0,0 1 0 0 0,0-1-1 0 0,-1 1 1 0 0,1-1 0 0 0,0 1 0 0 0,0 0-1 0 0,-1 0 1 0 0,1-1 0 0 0,0 1-1 0 0,0 0 1 0 0,-1 0 0 0 0,1 0 0 0 0,-3 1-1 0 0,2 0-64 0 0,-1-1-1 0 0,0 1 0 0 0,0 0 0 0 0,1 0 1 0 0,-1 0-1 0 0,1 1 0 0 0,-1-1 0 0 0,1 0 1 0 0,-1 1-1 0 0,1 0 0 0 0,-2 2 0 0 0,2-3-140 0 0,1 0 0 0 0,-1 0 0 0 0,1 0 0 0 0,-1 0 0 0 0,1 1 0 0 0,0-1 0 0 0,0 1 0 0 0,0-1 0 0 0,0 1 0 0 0,0-1 0 0 0,0 1 0 0 0,0-1 0 0 0,0 1 0 0 0,1 0 0 0 0,-1 0 0 0 0,1-1 0 0 0,-1 1-1 0 0,1 0 1 0 0,0 0 0 0 0,-1 0 0 0 0,1-1 0 0 0,0 1 0 0 0,0 0 0 0 0,0 0 0 0 0,1 0 0 0 0,-1 0 0 0 0,0-1 0 0 0,1 1 0 0 0,-1 0 0 0 0,1 0 0 0 0,0-1 0 0 0,-1 1 0 0 0,1 0 0 0 0,0-1 0 0 0,0 1 0 0 0,0-1 0 0 0,0 1 0 0 0,3 2 0 0 0,2 0-3 0 0,0 0 1 0 0,1 0-1 0 0,0-1 1 0 0,-1 0-1 0 0,1 0 1 0 0,1-1-1 0 0,-1 1 1 0 0,0-2-1 0 0,0 1 1 0 0,1-1-1 0 0,-1 0 1 0 0,1 0-1 0 0,-1-1 1 0 0,1 0-1 0 0,0-1 1 0 0,-1 0-1 0 0,1 0 1 0 0,-1 0-1 0 0,9-3 1 0 0,-9 2-11 0 0,0 1 1 0 0,1-1 0 0 0,-1-1-1 0 0,0 1 1 0 0,-1-1 0 0 0,1-1 0 0 0,0 1-1 0 0,-1-1 1 0 0,0 0 0 0 0,0 0-1 0 0,0-1 1 0 0,0 0 0 0 0,-1 0-1 0 0,0 0 1 0 0,0-1 0 0 0,0 0 0 0 0,0 0-1 0 0,-1 0 1 0 0,5-9 0 0 0,-4-17 363 0 0,-5 30-354 0 0,0 1-1 0 0,0 0 1 0 0,0 0-1 0 0,0 0 1 0 0,0-1-1 0 0,0 1 0 0 0,0 0 1 0 0,-1 0-1 0 0,1 0 1 0 0,0 0-1 0 0,-1-1 0 0 0,1 1 1 0 0,-1 0-1 0 0,1 0 1 0 0,-1 0-1 0 0,0 0 0 0 0,1 0 1 0 0,-1 0-1 0 0,0 0 1 0 0,0 0-1 0 0,0 1 1 0 0,0-1-1 0 0,-1-1 0 0 0,1 2 243 0 0,-4 11-175 0 0,4-10-87 0 0,1 0 1 0 0,-1-1 0 0 0,0 1-1 0 0,1 0 1 0 0,-1 0 0 0 0,1 0-1 0 0,0 0 1 0 0,-1-1 0 0 0,1 1-1 0 0,0 0 1 0 0,-1 0 0 0 0,1 0 0 0 0,0 0-1 0 0,0 0 1 0 0,0 0 0 0 0,0 0-1 0 0,0 0 1 0 0,0 0 0 0 0,0 0-1 0 0,0 0 1 0 0,0 0 0 0 0,0 0-1 0 0,1 1 1 0 0,2 7-121 0 0,16 42-1033 0 0,-1-19-4225 0 0,-7-18 2572 0 0</inkml:trace>
</inkml:ink>
</file>

<file path=ppt/ink/ink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2:41:32.6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1 106 576 0 0,'6'-5'918'0'0,"0"-1"1"0"0,-1-1-1 0 0,0 1 0 0 0,0-1 0 0 0,0 1 1 0 0,0-2-1 0 0,-1 1 0 0 0,-1 0 0 0 0,1-1 1 0 0,2-9-1 0 0,4-5 1030 0 0,-33 23-8991 0 0,9 6 3901 0 0</inkml:trace>
</inkml:ink>
</file>

<file path=ppt/ink/ink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2:41:39.8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 5 456 0 0,'0'0'1936'0'0,"-5"-3"-1704"0"0,4 2 95 0 0,4 1 1693 0 0,56 15-1945 0 0,1-4 1 0 0,0-1-1 0 0,90 1 1 0 0,-40-3 21 0 0,282 17-19 0 0,306 40-55 0 0,-188-7-20 0 0,-453-53-10 0 0,245 2-6 0 0,-131-6 16 0 0,427 5 35 0 0,720 13 606 0 0,-881-19-108 0 0,-1 26 798 0 0,-129 10-21 0 0,-266-29-1198 0 0,-40-7-125 0 0,-1 0 0 0 0,0 0 0 0 0,0 0 1 0 0,0 0-1 0 0,0 0 0 0 0,0 0 0 0 0,0 0 1 0 0,1 0-1 0 0,-1 0 0 0 0,0 0 0 0 0,0 0 1 0 0,0 0-1 0 0,0 0 0 0 0,0 0 0 0 0,0 0 1 0 0,0 0-1 0 0,1 0 0 0 0,-1 0 0 0 0,0 0 0 0 0,0 0 1 0 0,0 0-1 0 0,0 0 0 0 0,0 0 0 0 0,0 0 1 0 0,0 1-1 0 0,0-1 0 0 0,0 0 0 0 0,1 0 1 0 0,-1 0-1 0 0,0 0 0 0 0,0 0 0 0 0,0 0 1 0 0,0 0-1 0 0,0 1 0 0 0,0-1 0 0 0,0 0 1 0 0,0 0-1 0 0,0 0 0 0 0,0 0 0 0 0,0 0 1 0 0,0 0-1 0 0,0 0 0 0 0,0 1 0 0 0,0-1 1 0 0,0 0-1 0 0,0 0 0 0 0,0 0 0 0 0,0 0 1 0 0,0 0-1 0 0,0 0 0 0 0,0 1 0 0 0,0-1 0 0 0,0 0 1 0 0,-1 0-1 0 0,1 0 0 0 0,0 0 0 0 0,0 0 1 0 0,0 0-1 0 0,0 0 0 0 0,0 1 0 0 0,-19 5-552 0 0,4-3-680 0 0,0-1 0 0 0,-30 0 0 0 0,36-2 491 0 0,-28 1-1387 0 0</inkml:trace>
</inkml:ink>
</file>

<file path=ppt/ink/ink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2:41:40.2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41 136 0 0,'1045'-40'4439'0'0,"1042"161"-1350"0"0,-1938-104-2913 0 0,189 11 476 0 0,-299-38 438 0 0,-72-7-807 0 0,14 13-743 0 0,0 0 1 0 0,-1 2-1 0 0,1 1 1 0 0,-32 1-1 0 0,-9-1-3001 0 0,18-3 1147 0 0</inkml:trace>
</inkml:ink>
</file>

<file path=ppt/ink/ink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2:41:40.6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39 14 640 0 0,'5'-2'676'0'0,"1"-1"-56"0"0,0-1 360 0 0,2-1-108 0 0,-35 21-1912 0 0,9-8-108 0 0,-1 1 268 0 0</inkml:trace>
</inkml:ink>
</file>

<file path=ppt/ink/ink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2:41:41.1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169 58 592 0 0,'5'-13'1506'0'0,"15"-32"4567"0"0,-43 109-2481 0 0,5-11-3277 0 0,-102 268 1100 0 0,115-304-1339 0 0,3-12-49 0 0,1 1 1 0 0,-1-1-1 0 0,0 0 0 0 0,0 0 0 0 0,0 0 1 0 0,-1-1-1 0 0,0 1 0 0 0,0-1 1 0 0,-4 6-1 0 0,6-10-96 0 0,13-46-5436 0 0,-8 33 1705 0 0,0 3 1284 0 0</inkml:trace>
</inkml:ink>
</file>

<file path=ppt/ink/ink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2:41:41.6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61 588 0 0,'22'-10'817'0'0,"1"1"1"0"0,1 1-1 0 0,-1 1 0 0 0,1 1 1 0 0,45-5-1 0 0,124 2 817 0 0,-155 9-1581 0 0,71 11 0 0 0,-14 12-3376 0 0,-93-23 3275 0 0,-1 0-1 0 0,1 0 1 0 0,0 0 0 0 0,0 0 0 0 0,-1 0-1 0 0,1 0 1 0 0,0 0 0 0 0,-1 0 0 0 0,1-1-1 0 0,0 1 1 0 0,-1-1 0 0 0,1 1 0 0 0,0-1-1 0 0,1-1 1 0 0,23-3 845 0 0,-20 6-671 0 0,0 0-1 0 0,0 0 1 0 0,0 1-1 0 0,0 0 1 0 0,-1 0-1 0 0,1 0 1 0 0,0 0-1 0 0,-1 1 1 0 0,0 0-1 0 0,1 1 0 0 0,-1-1 1 0 0,0 1-1 0 0,-1 0 1 0 0,1 0-1 0 0,-1 0 1 0 0,1 1-1 0 0,-2-1 1 0 0,7 9-1 0 0,-3-1 120 0 0,0 1-1 0 0,-1-1 0 0 0,-1 1 1 0 0,0 0-1 0 0,0 1 0 0 0,-2-1 0 0 0,4 19 1 0 0,-1-20 1414 0 0,2-24-319 0 0,1-5-1333 0 0,-3 7-85 0 0,1 1 0 0 0,1-1 0 0 0,0 1 0 0 0,0 1-1 0 0,1 0 1 0 0,0 0 0 0 0,12-8 0 0 0,45-18-6526 0 0,-55 29 4298 0 0</inkml:trace>
</inkml:ink>
</file>

<file path=ppt/ink/ink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2:41:42.1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76 104 36 0 0,'11'-4'852'0'0,"0"0"0"0"0,-1 0 0 0 0,1-1 0 0 0,13-10 0 0 0,-19 13-551 0 0,-1-1 0 0 0,0 0 1 0 0,0 0-1 0 0,0-1 0 0 0,0 1 0 0 0,-1-1 1 0 0,0 0-1 0 0,1 0 0 0 0,-1 0 0 0 0,-1 0 1 0 0,1-1-1 0 0,2-4 0 0 0,-5 8-268 0 0,0 1 1 0 0,-1-1-1 0 0,1 0 0 0 0,0 0 0 0 0,0 1 0 0 0,0-1 1 0 0,-1 0-1 0 0,1 0 0 0 0,0 1 0 0 0,-1-1 1 0 0,1 0-1 0 0,0 1 0 0 0,-1-1 0 0 0,1 1 0 0 0,-1-1 1 0 0,1 1-1 0 0,-1-1 0 0 0,1 0 0 0 0,-1 1 1 0 0,0 0-1 0 0,1-1 0 0 0,-1 1 0 0 0,0-1 0 0 0,1 1 1 0 0,-1 0-1 0 0,0-1 0 0 0,1 1 0 0 0,-1 0 1 0 0,0 0-1 0 0,0 0 0 0 0,1 0 0 0 0,-1-1 0 0 0,0 1 1 0 0,0 0-1 0 0,1 0 0 0 0,-2 1 0 0 0,-28-5 294 0 0,21 5-271 0 0,0 1 0 0 0,0 0 0 0 0,1 0 0 0 0,-1 0 0 0 0,1 1 0 0 0,-1 0 0 0 0,1 1 0 0 0,0 0 1 0 0,0 0-1 0 0,1 1 0 0 0,-1 0 0 0 0,-8 7 0 0 0,14-10-43 0 0,0 0 0 0 0,0 0 0 0 0,0 1 0 0 0,0-1 0 0 0,0 0 0 0 0,0 1 0 0 0,1-1 0 0 0,-1 1 0 0 0,1 0 0 0 0,0-1 1 0 0,0 1-1 0 0,0 0 0 0 0,0 0 0 0 0,0 0 0 0 0,1 0 0 0 0,-1 4 0 0 0,1-3-4 0 0,1-1 1 0 0,-1 1-1 0 0,1-1 1 0 0,0 1-1 0 0,0-1 1 0 0,0 0-1 0 0,1 0 0 0 0,-1 0 1 0 0,1 1-1 0 0,0-1 1 0 0,0 0-1 0 0,0-1 1 0 0,0 1-1 0 0,0 0 1 0 0,0-1-1 0 0,1 1 1 0 0,4 3-1 0 0,2 1 2 0 0,1 0 0 0 0,0-1-1 0 0,0 0 1 0 0,0-1 0 0 0,1 0 0 0 0,0 0-1 0 0,0-1 1 0 0,0 0 0 0 0,1-1 0 0 0,-1-1 0 0 0,23 3-1 0 0,-8-3 14 0 0,0-1-1 0 0,0-1 1 0 0,0-1-1 0 0,35-7 1 0 0,-47 5-16 0 0,-1 0 0 0 0,1-1 0 0 0,-1 0 0 0 0,0-1 0 0 0,-1-1 0 0 0,24-13 0 0 0,-29 15-2 0 0,-1-1-1 0 0,1 1 1 0 0,-1-1-1 0 0,0-1 1 0 0,-1 1 0 0 0,1-1-1 0 0,-1 0 1 0 0,0 0 0 0 0,-1 0-1 0 0,0-1 1 0 0,0 0 0 0 0,0 0-1 0 0,4-11 1 0 0,-7 17 6 0 0,-1 0-1 0 0,1 0 1 0 0,-1 0 0 0 0,1 0-1 0 0,-1 0 1 0 0,0 0-1 0 0,1 0 1 0 0,-1 0 0 0 0,0-1-1 0 0,0 1 1 0 0,0 0 0 0 0,0 0-1 0 0,0 0 1 0 0,0 0 0 0 0,0 0-1 0 0,0-1 1 0 0,0 1-1 0 0,0 0 1 0 0,-1 0 0 0 0,1 0-1 0 0,-1 0 1 0 0,1 0 0 0 0,-1 0-1 0 0,1 0 1 0 0,-1 0-1 0 0,1 0 1 0 0,-1 0 0 0 0,0 0-1 0 0,1 0 1 0 0,-1 0 0 0 0,0 0-1 0 0,0 0 1 0 0,0 1 0 0 0,0-1-1 0 0,0 0 1 0 0,0 1-1 0 0,0-1 1 0 0,0 1 0 0 0,0-1-1 0 0,0 1 1 0 0,0-1 0 0 0,0 1-1 0 0,0 0 1 0 0,0-1-1 0 0,-1 1 1 0 0,1 0 0 0 0,0 0-1 0 0,0 0 1 0 0,0 0 0 0 0,0 0-1 0 0,-2 0 1 0 0,1 1 3 0 0,0-1-1 0 0,1 0 1 0 0,-1 0-1 0 0,0 1 1 0 0,1-1 0 0 0,-1 1-1 0 0,1-1 1 0 0,-1 1 0 0 0,0 0-1 0 0,1 0 1 0 0,-1 0-1 0 0,1-1 1 0 0,0 2 0 0 0,-1-1-1 0 0,1 0 1 0 0,0 0 0 0 0,0 0-1 0 0,-1 0 1 0 0,1 1-1 0 0,0-1 1 0 0,0 1 0 0 0,1-1-1 0 0,-1 1 1 0 0,0-1 0 0 0,0 1-1 0 0,1-1 1 0 0,-1 1-1 0 0,1 0 1 0 0,-1-1 0 0 0,1 1-1 0 0,0 0 1 0 0,-1-1 0 0 0,1 1-1 0 0,0 0 1 0 0,0 2-1 0 0,2 3-59 0 0,-1 0-1 0 0,1 0 0 0 0,0 0 0 0 0,1 0 0 0 0,-1-1 0 0 0,1 1 0 0 0,1-1 0 0 0,-1 1 0 0 0,1-1 0 0 0,0 0 0 0 0,1-1 0 0 0,-1 1 0 0 0,7 5 0 0 0,0-1-1140 0 0,0 0-1 0 0,1-1 0 0 0,0 0 1 0 0,1-1-1 0 0,18 10 1 0 0,-15-11-1426 0 0</inkml:trace>
</inkml:ink>
</file>

<file path=ppt/ink/ink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2:41:43.6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0 391 968 0 0,'5'-5'1126'0'0,"2"-3"167"0"0,12-8 436 0 0,-4 6-1297 0 0,0 1-1 0 0,0 1 0 0 0,1 0 0 0 0,0 2 0 0 0,1-1 0 0 0,0 2 0 0 0,27-6 0 0 0,-8 4 32 0 0,-1 2 1 0 0,63 0-1 0 0,-90 5-392 0 0,0 0 1 0 0,0 1-1 0 0,-1 0 1 0 0,1 0-1 0 0,0 1 1 0 0,-1 0-1 0 0,1 1 1 0 0,-1-1-1 0 0,8 5 1 0 0,-13-6-55 0 0,-1 0 1 0 0,1 0-1 0 0,-1 0 1 0 0,1 0 0 0 0,-1 0-1 0 0,0 0 1 0 0,1 1-1 0 0,-1-1 1 0 0,0 0 0 0 0,0 1-1 0 0,0-1 1 0 0,0 1-1 0 0,0 0 1 0 0,0-1 0 0 0,-1 1-1 0 0,1-1 1 0 0,1 5-1 0 0,-2-4-7 0 0,0 0 0 0 0,0 1-1 0 0,0-1 1 0 0,-1 1-1 0 0,1-1 1 0 0,-1 0 0 0 0,1 1-1 0 0,-1-1 1 0 0,0 0-1 0 0,0 0 1 0 0,0 1-1 0 0,0-1 1 0 0,0 0 0 0 0,0 0-1 0 0,-1 0 1 0 0,1 0-1 0 0,-3 2 1 0 0,-6 7 34 0 0,-1 0 0 0 0,0 0 0 0 0,-1-1 0 0 0,0-1 0 0 0,-17 10 0 0 0,20-12-13 0 0,8-7 2 0 0,25-26-51 0 0,19-2-14 0 0,-1-3 0 0 0,-1-1 0 0 0,-2-1 1 0 0,58-65-1 0 0,-89 88 70 0 0,0 0 0 0 0,0 0 0 0 0,-1-1 1 0 0,0 0-1 0 0,-1 0 0 0 0,-1-1 0 0 0,1 1 1 0 0,-2-1-1 0 0,0 0 0 0 0,0-1 0 0 0,-1 1 0 0 0,-1 0 1 0 0,0-1-1 0 0,1-25 0 0 0,-3 37 156 0 0,-3 3-183 0 0,0-1 0 0 0,0 1 0 0 0,0 0 0 0 0,0 1 0 0 0,1-1 0 0 0,-1 0 0 0 0,1 1 0 0 0,0-1 0 0 0,0 1 0 0 0,-2 3 0 0 0,-3 10 25 0 0,0 1 0 0 0,2-1 0 0 0,0 1 1 0 0,0 1-1 0 0,2-1 0 0 0,0 1 0 0 0,1-1 1 0 0,1 1-1 0 0,1 0 0 0 0,0-1 0 0 0,2 1 0 0 0,-1 0 1 0 0,2-1-1 0 0,7 24 0 0 0,-10-39-36 0 0,1 0 0 0 0,0 0-1 0 0,0-1 1 0 0,0 1 0 0 0,0 0 0 0 0,0-1-1 0 0,1 1 1 0 0,-1-1 0 0 0,0 1 0 0 0,1-1-1 0 0,-1 0 1 0 0,1 0 0 0 0,-1 1 0 0 0,1-1-1 0 0,0 0 1 0 0,-1 0 0 0 0,1-1 0 0 0,0 1-1 0 0,0 0 1 0 0,0 0 0 0 0,-1-1 0 0 0,1 1-1 0 0,0-1 1 0 0,4 0 0 0 0,60 4-860 0 0,-30-4-385 0 0,17 8-441 0 0,-35-4 1250 0 0,0-1-1 0 0,-1-1 1 0 0,1 0-1 0 0,0-1 1 0 0,0-1-1 0 0,0-1 1 0 0,0-1 0 0 0,0 0-1 0 0,0-1 1 0 0,17-6-1 0 0,-3-10 1810 0 0,-31 18-1211 0 0,1 0 0 0 0,-1 0 0 0 0,0 0-1 0 0,0 0 1 0 0,0 0 0 0 0,0-1 0 0 0,0 1 0 0 0,-1 0 0 0 0,1 0 0 0 0,0-1-1 0 0,-1 1 1 0 0,1 0 0 0 0,0-1 0 0 0,-1 1 0 0 0,0 0 0 0 0,1-1-1 0 0,-1 1 1 0 0,0-1 0 0 0,0 1 0 0 0,0-1 0 0 0,0 1 0 0 0,0-1-1 0 0,0-1 1 0 0,0 2 6 0 0,-2 1-68 0 0,0-1-65 0 0,0 1 0 0 0,1 0 0 0 0,-1 0 1 0 0,0 0-1 0 0,0 0 0 0 0,1 0 1 0 0,-1 0-1 0 0,0 1 0 0 0,1-1 1 0 0,-1 1-1 0 0,0-1 0 0 0,1 1 1 0 0,-1-1-1 0 0,1 1 0 0 0,-1 0 1 0 0,1 0-1 0 0,-1 0 0 0 0,1 0 1 0 0,-1 0-1 0 0,1 0 0 0 0,0 0 0 0 0,0 0 1 0 0,0 0-1 0 0,-1 1 0 0 0,1-1 1 0 0,0 1-1 0 0,1-1 0 0 0,-3 3 1 0 0,3-3-34 0 0,0 0 0 0 0,0 0 1 0 0,0 0-1 0 0,0 0 0 0 0,0-1 1 0 0,0 1-1 0 0,0 0 0 0 0,1 0 1 0 0,-1 0-1 0 0,0 0 0 0 0,0-1 1 0 0,1 1-1 0 0,-1 0 0 0 0,0 0 1 0 0,1-1-1 0 0,-1 1 0 0 0,1 0 1 0 0,-1-1-1 0 0,1 1 0 0 0,-1 0 1 0 0,1-1-1 0 0,0 1 0 0 0,-1-1 1 0 0,1 1-1 0 0,0-1 0 0 0,-1 1 1 0 0,1-1-1 0 0,0 1 0 0 0,0-1 1 0 0,-1 0-1 0 0,1 1 0 0 0,0-1 1 0 0,0 0-1 0 0,0 0 0 0 0,1 1 1 0 0,28 7 65 0 0,-22-8-65 0 0,0 1 1 0 0,0-1-1 0 0,0-1 1 0 0,0 0 0 0 0,0 0-1 0 0,-1 0 1 0 0,1-1-1 0 0,0 0 1 0 0,12-6 0 0 0,-2-1 12 0 0,-2 0 0 0 0,30-22 0 0 0,-46 31-14 0 0,0 0 1 0 0,0 1-1 0 0,0-1 1 0 0,0 0-1 0 0,0 0 1 0 0,0 0-1 0 0,0 0 1 0 0,-1 0-1 0 0,1 0 1 0 0,0 0-1 0 0,0 1 1 0 0,0-1 0 0 0,0 0-1 0 0,0 0 1 0 0,0 0-1 0 0,0 0 1 0 0,1 0-1 0 0,-1 0 1 0 0,0 0-1 0 0,0 1 1 0 0,0-1-1 0 0,0 0 1 0 0,0 0-1 0 0,0 0 1 0 0,0 0-1 0 0,0 0 1 0 0,0 0-1 0 0,0 0 1 0 0,0 0-1 0 0,0 1 1 0 0,0-1 0 0 0,0 0-1 0 0,1 0 1 0 0,-1 0-1 0 0,0 0 1 0 0,0 0-1 0 0,0 0 1 0 0,0 0-1 0 0,0 0 1 0 0,0 0-1 0 0,0 0 1 0 0,0 0-1 0 0,1 0 1 0 0,-1 0-1 0 0,0 0 1 0 0,0 0-1 0 0,0 0 1 0 0,0 0 0 0 0,0 0-1 0 0,0 0 1 0 0,0 0-1 0 0,1 0 1 0 0,-1 0-1 0 0,0 0 1 0 0,0 0-1 0 0,0 0 1 0 0,0 0-1 0 0,0 0 1 0 0,0 0-1 0 0,0 0 1 0 0,1 0-1 0 0,-1 0 1 0 0,0 0-1 0 0,0 0 1 0 0,0 0-1 0 0,0-1 1 0 0,0 1 0 0 0,0 0-1 0 0,0 0 1 0 0,-4 19 101 0 0,-18 43 15 0 0,2-1 115 0 0,7-13-71 0 0,-13 63 128 0 0,25-105-261 0 0,0 1-1 0 0,-1-1 1 0 0,1 0 0 0 0,-2 1 0 0 0,1-1-1 0 0,0 0 1 0 0,-1 0 0 0 0,-6 9 0 0 0,8-14 1 0 0,-16-44 117 0 0,17 32-136 0 0,1 1-1 0 0,0-1 0 0 0,0 1 1 0 0,1 0-1 0 0,0 0 0 0 0,1 0 1 0 0,0 0-1 0 0,1 0 0 0 0,0 1 1 0 0,1-1-1 0 0,0 1 1 0 0,0 0-1 0 0,1 0 0 0 0,0 1 1 0 0,13-14-1 0 0,10-10-3 0 0,2 2 1 0 0,49-37-1 0 0,-59 50 3 0 0,-12 9-46 0 0,0 1 0 0 0,1 0 0 0 0,0 1 0 0 0,1 0 0 0 0,-1 0 0 0 0,1 1 0 0 0,0 1 0 0 0,0 0 0 0 0,1 0 0 0 0,-1 1 0 0 0,17-2 0 0 0,-28 5 23 0 0,1 0-1 0 0,0 0 1 0 0,-1 0-1 0 0,1 0 1 0 0,0 0 0 0 0,0 0-1 0 0,-1 0 1 0 0,1 0-1 0 0,0 0 1 0 0,0 1-1 0 0,-1-1 1 0 0,1 0 0 0 0,0 0-1 0 0,-1 1 1 0 0,1-1-1 0 0,0 0 1 0 0,-1 1-1 0 0,1-1 1 0 0,0 1 0 0 0,-1-1-1 0 0,1 1 1 0 0,-1-1-1 0 0,1 1 1 0 0,-1-1-1 0 0,1 1 1 0 0,-1-1 0 0 0,1 1-1 0 0,0 1 1 0 0,-6 19-238 0 0,-29 29-102 0 0,27-41 226 0 0,5-8 112 0 0,1 0 1 0 0,0 1-1 0 0,0-1 1 0 0,0 0-1 0 0,0 1 0 0 0,0-1 1 0 0,0 1-1 0 0,1-1 1 0 0,-1 1-1 0 0,1 0 0 0 0,-1-1 1 0 0,1 1-1 0 0,-1 0 1 0 0,1-1-1 0 0,0 1 0 0 0,0 0 1 0 0,-1 0-1 0 0,1-1 1 0 0,1 1-1 0 0,-1 0 0 0 0,0 0 1 0 0,0-1-1 0 0,1 1 1 0 0,-1 0-1 0 0,1-1 0 0 0,0 3 1 0 0,1-2 3 0 0,0 0 0 0 0,0 0 1 0 0,0 0-1 0 0,0-1 0 0 0,0 1 1 0 0,1-1-1 0 0,-1 1 0 0 0,0-1 0 0 0,1 0 1 0 0,-1 0-1 0 0,1 0 0 0 0,-1-1 1 0 0,1 1-1 0 0,-1 0 0 0 0,4 0 1 0 0,9 0-2 0 0,-1 0 0 0 0,1 0 0 0 0,0-1 0 0 0,-1-1 0 0 0,17-3 0 0 0,-23 3 37 0 0,0-1-1 0 0,-1 0 1 0 0,0-1 0 0 0,1 0 0 0 0,-1 0-1 0 0,0 0 1 0 0,0-1 0 0 0,-1 0 0 0 0,1 0-1 0 0,-1-1 1 0 0,0 0 0 0 0,0 0 0 0 0,0 0-1 0 0,-1-1 1 0 0,0 0 0 0 0,0 0 0 0 0,0 0-1 0 0,-1-1 1 0 0,0 1 0 0 0,5-13 0 0 0,-6 7 855 0 0,-13 18-635 0 0,9-4-221 0 0,-1 0 0 0 0,1 0 1 0 0,-1 0-1 0 0,1 0 1 0 0,0 0-1 0 0,-1 0 0 0 0,1 0 1 0 0,0 0-1 0 0,1 0 0 0 0,-1 1 1 0 0,0-1-1 0 0,1 0 0 0 0,-1 0 1 0 0,1 1-1 0 0,-1 4 0 0 0,12 33-1596 0 0,7-18-4633 0 0,-10-14 3457 0 0</inkml:trace>
</inkml:ink>
</file>

<file path=ppt/ink/ink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2:41:44.0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91 28 804 0 0,'7'0'1132'0'0,"-1"-4"868"0"0,-4-3-331 0 0,-2-1-381 0 0,-9 1-948 0 0,-3 7-344 0 0,1-2-420 0 0,-11 4-712 0 0,-4-2-1229 0 0,1 2 545 0 0</inkml:trace>
</inkml:ink>
</file>

<file path=ppt/ink/ink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2:41:56.7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 11 268 0 0,'0'0'316'0'0,"-2"-6"752"0"0,-2 1-552 0 0,10 22-1788 0 0</inkml:trace>
</inkml:ink>
</file>

<file path=ppt/ink/ink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2:41:57.2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 10 472 0 0,'-6'-9'5264'0'0,"-4"114"-4334"0"0,4 1 0 0 0,5 0 0 0 0,13 112 0 0 0,-11-208-621 0 0,7 47-1206 0 0,-6-52 194 0 0,-1-8-61 0 0,0-32-685 0 0,-1-23-1819 0 0,-2 30 1756 0 0</inkml:trace>
</inkml:ink>
</file>

<file path=ppt/ink/ink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0-16T12:41:57.5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54 120,'9'-54'4904,"-7"58"-4748,0-1 1,0 1 0,1-1-1,-1 0 1,1 0-1,-1 0 1,7 5-1,1 2 146,222 249 1831,-185-213-1950,127 112-2803,-152-145-490,-13-9 1330</inkml:trace>
</inkml:ink>
</file>

<file path=ppt/ink/ink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0-16T12:41:57.8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209 7 540,'0'-1'107,"0"1"0,-1-1 1,1 1-1,0 0 0,0-1 0,-1 1 0,1 0 0,0-1 1,-1 1-1,1 0 0,0 0 0,-1-1 0,1 1 0,0 0 1,-1 0-1,1 0 0,0-1 0,-1 1 0,1 0 0,-1 0 1,1 0-1,-1 0 0,1 0 0,0 0 0,-1 0 0,1 0 1,-1 0-1,1 0 0,-1 0 0,1 0 0,0 0 1,-1 0-1,1 0 0,-1 0 0,-16 13 993,-9 22-317,-4 15 326,-44 105 1,64-130-1404,2 1 0,0 0 0,2 0 0,0 1 0,2 0 0,-1 38 0,3-48-2843,5-11 1335</inkml:trace>
</inkml:ink>
</file>

<file path=ppt/ink/ink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2:41:58.1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 95 392 0 0,'-3'2'154'0'0,"0"2"0"0"0,1-1 0 0 0,-1 0 0 0 0,0 0-1 0 0,1 1 1 0 0,0 0 0 0 0,0-1 0 0 0,0 1 0 0 0,0 0 0 0 0,0 0 0 0 0,1 0-1 0 0,0 0 1 0 0,0 0 0 0 0,0 1 0 0 0,0-1 0 0 0,1 0 0 0 0,-1 7 0 0 0,2-7-87 0 0,0-1 0 0 0,0 1 1 0 0,0 0-1 0 0,0-1 0 0 0,1 1 0 0 0,-1 0 1 0 0,1-1-1 0 0,0 0 0 0 0,0 1 1 0 0,0-1-1 0 0,1 0 0 0 0,-1 0 1 0 0,1 0-1 0 0,0-1 0 0 0,0 1 1 0 0,0-1-1 0 0,0 1 0 0 0,0-1 0 0 0,0 0 1 0 0,4 2-1 0 0,11 6 83 0 0,0-1 0 0 0,0-1 0 0 0,0 0 0 0 0,1-2 0 0 0,0 0 0 0 0,26 5 0 0 0,-38-10-111 0 0,0 0 0 0 0,0-1-1 0 0,1 0 1 0 0,-1 0 0 0 0,0 0 0 0 0,0-1-1 0 0,0 0 1 0 0,0 0 0 0 0,11-4-1 0 0,-15 3-19 0 0,1 0 1 0 0,-1 1-1 0 0,1-1 0 0 0,-1 0 0 0 0,0-1 0 0 0,1 1 0 0 0,-1-1 0 0 0,-1 1 1 0 0,1-1-1 0 0,0 0 0 0 0,-1 0 0 0 0,1 0 0 0 0,-1 0 0 0 0,0-1 0 0 0,0 1 1 0 0,0 0-1 0 0,0-1 0 0 0,1-5 0 0 0,-1 2 24 0 0,-1 0-1 0 0,0 0 1 0 0,-1 0 0 0 0,1 0-1 0 0,-1 0 1 0 0,-1 0 0 0 0,1 0-1 0 0,-1 0 1 0 0,0 0-1 0 0,-1 1 1 0 0,0-1 0 0 0,0 0-1 0 0,0 1 1 0 0,-1-1 0 0 0,0 1-1 0 0,0 0 1 0 0,-7-11 0 0 0,3 7 16 0 0,1 0 1 0 0,-1 1-1 0 0,-1 0 1 0 0,0 0 0 0 0,0 1-1 0 0,0 0 1 0 0,-1 0-1 0 0,-1 1 1 0 0,-16-11-1 0 0,26 18-86 0 0,-1 0-1 0 0,0-1 1 0 0,1 1-1 0 0,-1 0 1 0 0,1 0-1 0 0,-1 0 1 0 0,0-1-1 0 0,1 1 1 0 0,-1 0-1 0 0,1 0 1 0 0,-1 0-1 0 0,0 0 1 0 0,1 0-1 0 0,-1 0 0 0 0,0 0 1 0 0,1 0-1 0 0,-1 0 1 0 0,0 1-1 0 0,1-1 1 0 0,-1 0-1 0 0,1 0 1 0 0,-1 0-1 0 0,0 1 1 0 0,1-1-1 0 0,-1 0 1 0 0,1 1-1 0 0,-1-1 1 0 0,1 1-1 0 0,-1-1 1 0 0,1 0-1 0 0,-1 1 1 0 0,1-1-1 0 0,0 1 1 0 0,-1-1-1 0 0,1 1 0 0 0,0-1 1 0 0,-1 1-1 0 0,1 0 1 0 0,-1 0-1 0 0,1 0-155 0 0,-1 0 0 0 0,1 1 0 0 0,0-1 0 0 0,-1 0 0 0 0,1 0 0 0 0,0 0 0 0 0,0 1 0 0 0,0-1-1 0 0,0 0 1 0 0,0 0 0 0 0,0 1 0 0 0,0-1 0 0 0,0 0 0 0 0,0 0 0 0 0,1 1 0 0 0,-1-1 0 0 0,0 0-1 0 0,1 0 1 0 0,0 2 0 0 0,6 7-1493 0 0</inkml:trace>
</inkml:ink>
</file>

<file path=ppt/ink/ink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2:41:58.8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87 534 380 0 0,'-13'9'814'0'0,"1"1"-1"0"0,1 0 0 0 0,-21 22 1 0 0,30-29-708 0 0,0-1 0 0 0,0 1 0 0 0,0 0 1 0 0,0 0-1 0 0,1 0 0 0 0,-1 0 0 0 0,1 0 0 0 0,0 0 0 0 0,0 1 1 0 0,-2 5-1 0 0,3-7-65 0 0,0 0 0 0 0,0-1 0 0 0,1 1 0 0 0,-1 0 0 0 0,0-1 0 0 0,0 1 0 0 0,1 0 0 0 0,-1-1 1 0 0,1 1-1 0 0,0 0 0 0 0,-1-1 0 0 0,1 1 0 0 0,0-1 0 0 0,0 0 0 0 0,0 1 0 0 0,0-1 0 0 0,0 0 0 0 0,0 1 0 0 0,0-1 1 0 0,1 0-1 0 0,-1 0 0 0 0,0 0 0 0 0,2 1 0 0 0,-1-1-21 0 0,-1-1 0 0 0,1 1 0 0 0,0-1 0 0 0,-1 1 0 0 0,1-1 0 0 0,-1 0 0 0 0,1 0 0 0 0,0 0 0 0 0,-1 0 0 0 0,1 0 0 0 0,0 0 0 0 0,-1 0 0 0 0,1-1 1 0 0,0 1-1 0 0,-1 0 0 0 0,1-1 0 0 0,-1 0 0 0 0,1 1 0 0 0,-1-1 0 0 0,1 0 0 0 0,-1 0 0 0 0,1 1 0 0 0,-1-1 0 0 0,0 0 0 0 0,1-1 0 0 0,-1 1 0 0 0,0 0 0 0 0,0 0 0 0 0,0 0 0 0 0,0-1 0 0 0,1-1 0 0 0,31-43 154 0 0,-17 7-118 0 0,-1-1 0 0 0,-2-1 0 0 0,-2 0 1 0 0,-2-1-1 0 0,-1 0 0 0 0,1-45 1 0 0,-6 52 145 0 0,-1 1 0 0 0,-2 0 0 0 0,-2-1 1 0 0,-1 1-1 0 0,-9-41 0 0 0,3 50 348 0 0,9 25-537 0 0,-1-1-1 0 0,1 1 1 0 0,0 0 0 0 0,0 0 0 0 0,0-1 0 0 0,0 1 0 0 0,-1 0 0 0 0,1 0 0 0 0,0 0 0 0 0,0-1 0 0 0,-1 1 0 0 0,1 0 0 0 0,0 0-1 0 0,0 0 1 0 0,-1 0 0 0 0,1 0 0 0 0,0-1 0 0 0,0 1 0 0 0,-1 0 0 0 0,1 0 0 0 0,0 0 0 0 0,-1 0 0 0 0,1 0 0 0 0,0 0 0 0 0,-1 0-1 0 0,1 0 1 0 0,0 0 0 0 0,0 0 0 0 0,-1 0 0 0 0,1 0 0 0 0,0 0 0 0 0,-1 0 0 0 0,1 0 0 0 0,0 1 0 0 0,0-1 0 0 0,-1 0 0 0 0,1 0-1 0 0,-3 3 23 0 0,0 1 0 0 0,0-1 0 0 0,1 1 0 0 0,0 0 0 0 0,0 0 1 0 0,0-1-1 0 0,0 1 0 0 0,-2 7 0 0 0,-3 11 16 0 0,1-1 1 0 0,0 1 0 0 0,2 1-1 0 0,0-1 1 0 0,2 0 0 0 0,0 1 0 0 0,2 0-1 0 0,3 32 1 0 0,0-26-16 0 0,1 0 0 0 0,2-1 1 0 0,0 0-1 0 0,2 0 0 0 0,1-1 0 0 0,16 34 0 0 0,-22-55-30 0 0,-1-1 0 0 0,1 0 0 0 0,0 0 0 0 0,1 0 0 0 0,-1 0 0 0 0,1 0-1 0 0,0-1 1 0 0,0 0 0 0 0,0 1 0 0 0,1-2 0 0 0,0 1 0 0 0,-1 0 0 0 0,1-1 0 0 0,9 4-1 0 0,-10-5-5 0 0,0-1 0 0 0,0 0 0 0 0,0 0 0 0 0,0-1-1 0 0,0 1 1 0 0,1-1 0 0 0,-1 0 0 0 0,0 0 0 0 0,0-1 0 0 0,0 1-1 0 0,0-1 1 0 0,0 0 0 0 0,0 0 0 0 0,0 0 0 0 0,0 0-1 0 0,0-1 1 0 0,0 0 0 0 0,0 0 0 0 0,-1 0 0 0 0,1 0-1 0 0,4-4 1 0 0,13-12-2 0 0,0-1 0 0 0,-2 0 1 0 0,-1-2-1 0 0,22-29 0 0 0,-22 27 28 0 0,-16 20-1 0 0,-4 6-13 0 0,-11 17-9 0 0,10-16-1 0 0,-1 1-1 0 0,1 0 1 0 0,1 1 0 0 0,-1-1 0 0 0,1 0 0 0 0,0 1 0 0 0,0-1 0 0 0,-1 12 0 0 0,3-16-2 0 0,0 1 0 0 0,0 0 0 0 0,0 0 0 0 0,0-1 0 0 0,1 1 0 0 0,-1 0 0 0 0,1 0 0 0 0,-1-1 0 0 0,1 1 0 0 0,0-1 0 0 0,-1 1 0 0 0,1 0 0 0 0,0-1 0 0 0,0 1 0 0 0,0-1 0 0 0,0 0 0 0 0,0 1 0 0 0,1-1 0 0 0,-1 0 0 0 0,0 0 0 0 0,1 0 0 0 0,-1 0 0 0 0,2 1 0 0 0,1 1-1 0 0,1-2 0 0 0,-1 1 0 0 0,0 0 0 0 0,1-1 0 0 0,-1 0 1 0 0,1 0-1 0 0,-1 0 0 0 0,10-1 0 0 0,7 0 0 0 0,1-1 0 0 0,42-8-1 0 0,-59 8 4 0 0,23-4-17 0 0,45-2-1 0 0,-65 7 13 0 0,0 0 0 0 0,0 0-1 0 0,0 1 1 0 0,-1 0 0 0 0,1 0-1 0 0,0 1 1 0 0,0 0-1 0 0,-1 0 1 0 0,1 0 0 0 0,11 7-1 0 0,-16-7 6 0 0,-1-1 0 0 0,0 1 0 0 0,0 0-1 0 0,0-1 1 0 0,0 1 0 0 0,0 0 0 0 0,0 1-1 0 0,0-1 1 0 0,0 0 0 0 0,-1 0-1 0 0,0 1 1 0 0,1-1 0 0 0,-1 1 0 0 0,0-1-1 0 0,0 1 1 0 0,0 0 0 0 0,0-1 0 0 0,-1 1-1 0 0,1 0 1 0 0,-1-1 0 0 0,0 1 0 0 0,1 0-1 0 0,-1 0 1 0 0,-1 0 0 0 0,1-1 0 0 0,0 1-1 0 0,-1 0 1 0 0,1 0 0 0 0,-1-1 0 0 0,0 1-1 0 0,0 0 1 0 0,-2 4 0 0 0,2-4-17 0 0,-1 1 0 0 0,0-1 0 0 0,0 0 0 0 0,0 0 0 0 0,0 0 0 0 0,0 0 0 0 0,-1 0 0 0 0,1 0 0 0 0,-1-1 0 0 0,0 1 0 0 0,0-1 0 0 0,0 1 0 0 0,0-1 1 0 0,0 0-1 0 0,0-1 0 0 0,-1 1 0 0 0,1 0 0 0 0,-1-1 0 0 0,1 0 0 0 0,-1 0 0 0 0,1 0 0 0 0,-1 0 0 0 0,-5 0 0 0 0,7-1-338 0 0,-7-11-5472 0 0</inkml:trace>
</inkml:ink>
</file>

<file path=ppt/ink/ink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2:41:59.4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49 157 116 0 0,'-37'-9'5096'0'0,"35"9"-3504"0"0,1 0-1334 0 0,-7-3 2571 0 0,17 1-2562 0 0,0 0 0 0 0,0 1 1 0 0,0 1-1 0 0,15 0 0 0 0,-9 0-110 0 0,405-7 468 0 0,399-18-295 0 0,-807 25-354 0 0,1-1 0 0 0,0 0-1 0 0,-1-1 1 0 0,1-1 0 0 0,-1 0 0 0 0,0-1-1 0 0,20-8 1 0 0,-31 12 17 0 0,-1 0 0 0 0,1 0 1 0 0,0-1-1 0 0,-1 1 0 0 0,1 0 0 0 0,-1-1 0 0 0,1 1 0 0 0,-1-1 0 0 0,1 1 1 0 0,-1 0-1 0 0,1-1 0 0 0,-1 1 0 0 0,1-1 0 0 0,-1 0 0 0 0,0 1 0 0 0,1-1 1 0 0,-1 1-1 0 0,0-1 0 0 0,1 1 0 0 0,-1-1 0 0 0,0 0 0 0 0,0 1 0 0 0,0-1 1 0 0,1 0-1 0 0,-1 1 0 0 0,0-1 0 0 0,0 0 0 0 0,0 1 0 0 0,0-1 0 0 0,-1-1 1 0 0,-15-15-97 0 0,-36-6 23 0 0,46 21 55 0 0,-72-20-130 0 0,78 22 154 0 0,-1 0 0 0 0,1 0 0 0 0,-1 0-1 0 0,1 0 1 0 0,-1-1 0 0 0,1 1-1 0 0,-1 0 1 0 0,1 0 0 0 0,0 0 0 0 0,-1 0-1 0 0,1 0 1 0 0,-1 0 0 0 0,1 0-1 0 0,-1 0 1 0 0,1 0 0 0 0,-1 0-1 0 0,1 0 1 0 0,-1 1 0 0 0,1-1 0 0 0,0 0-1 0 0,-1 0 1 0 0,1 0 0 0 0,-1 1-1 0 0,1-1 1 0 0,-1 0 0 0 0,1 0 0 0 0,0 1-1 0 0,-1-1 1 0 0,1 0 0 0 0,0 1-1 0 0,-1-1 1 0 0,1 0 0 0 0,-1 1 0 0 0,1 18-27 0 0,10 15 9 0 0,12 0-101 0 0,-17-27 136 0 0,-1 0-1 0 0,1 0 1 0 0,-1 1 0 0 0,0 0-1 0 0,-1-1 1 0 0,4 13 0 0 0,-6-17-101 0 0,-1-1 1 0 0,0 0-1 0 0,0 0 1 0 0,0 0 0 0 0,0 1-1 0 0,0-1 1 0 0,0 0-1 0 0,-1 0 1 0 0,1 0 0 0 0,-1 1-1 0 0,1-1 1 0 0,-1 0-1 0 0,0 0 1 0 0,0 0-1 0 0,0 0 1 0 0,0 0 0 0 0,0 0-1 0 0,-1-1 1 0 0,1 1-1 0 0,-1 0 1 0 0,1 0 0 0 0,-1-1-1 0 0,1 1 1 0 0,-1-1-1 0 0,0 0 1 0 0,0 1 0 0 0,0-1-1 0 0,1 0 1 0 0,-5 2-1 0 0,-28 13-4342 0 0,16-10 1889 0 0</inkml:trace>
</inkml:ink>
</file>

<file path=ppt/ink/ink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2:42:00.8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1 676 156 0 0,'0'3'1552'0'0,"0"55"4611"0"0,1-10-5705 0 0,2-1 0 0 0,13 68-1 0 0,-4-74-120 0 0,20 43-1 0 0,-19-53-74 0 0,-1 1 1 0 0,12 53-1 0 0,-63-162 121 0 0,29 42-373 0 0,1 0 1 0 0,2-1-1 0 0,2 0 0 0 0,1 0 0 0 0,2 0 1 0 0,2 0-1 0 0,5-55 0 0 0,-2 71-11 0 0,1 0-1 0 0,1 0 1 0 0,0 0-1 0 0,1 0 1 0 0,1 1-1 0 0,1 0 1 0 0,1 1-1 0 0,1 0 1 0 0,0 0-1 0 0,1 1 1 0 0,1 0-1 0 0,1 1 1 0 0,0 0-1 0 0,28-24 1 0 0,-33 33-3 0 0,1 0 0 0 0,0 1 0 0 0,0 1 0 0 0,1-1 0 0 0,-1 1 0 0 0,1 1 0 0 0,0 0 0 0 0,1 0 0 0 0,-1 1 0 0 0,0 0 0 0 0,1 1 0 0 0,0 0 0 0 0,0 1-1 0 0,21-1 1 0 0,-27 3 4 0 0,1-1 0 0 0,-1 1-1 0 0,0 0 1 0 0,1 0-1 0 0,-1 0 1 0 0,0 1-1 0 0,0 0 1 0 0,0 0-1 0 0,0 0 1 0 0,0 1-1 0 0,0-1 1 0 0,0 1 0 0 0,-1 0-1 0 0,0 1 1 0 0,1-1-1 0 0,-1 1 1 0 0,0 0-1 0 0,-1 0 1 0 0,1 0-1 0 0,-1 0 1 0 0,0 1-1 0 0,0-1 1 0 0,0 1 0 0 0,0 0-1 0 0,-1 0 1 0 0,0 0-1 0 0,0 0 1 0 0,0 0-1 0 0,-1 0 1 0 0,2 11-1 0 0,-2-4 1 0 0,0 0-1 0 0,-1 0 1 0 0,-1-1 0 0 0,0 1-1 0 0,0 0 1 0 0,-1 0-1 0 0,-1-1 1 0 0,0 1-1 0 0,0-1 1 0 0,-1 0-1 0 0,-1 0 1 0 0,0 0-1 0 0,0 0 1 0 0,-1-1 0 0 0,0 0-1 0 0,-1 0 1 0 0,0-1-1 0 0,-1 0 1 0 0,0 0-1 0 0,0-1 1 0 0,-1 1-1 0 0,0-2 1 0 0,0 0-1 0 0,-17 11 1 0 0,24-18-20 0 0,5-2-35 0 0,12-11-117 0 0,21-15-142 0 0,25-14-206 0 0,-3-2 0 0 0,73-71-1 0 0,-107 91 430 0 0,-2-2 0 0 0,0 0 0 0 0,-2-1 0 0 0,-1-2 0 0 0,-1 0-1 0 0,-1-1 1 0 0,17-43 0 0 0,-20 40 188 0 0,-1 1 0 0 0,-2-2 0 0 0,-1 0 0 0 0,-2 0 0 0 0,-2 0 0 0 0,5-57 0 0 0,-11 90-77 0 0,0 0 0 0 0,0 1 1 0 0,1-1-1 0 0,-1 0 0 0 0,0 0 1 0 0,0 0-1 0 0,0 0 0 0 0,0 0 1 0 0,0 1-1 0 0,-1-1 0 0 0,1 0 0 0 0,0 0 1 0 0,0 0-1 0 0,0 0 0 0 0,-1 1 1 0 0,1-1-1 0 0,0 0 0 0 0,-1 0 1 0 0,1 0-1 0 0,-1 1 0 0 0,1-1 0 0 0,-1 0 1 0 0,0 0-1 0 0,-11 13 219 0 0,-9 33-18 0 0,13-12-127 0 0,2 0 0 0 0,1 0 0 0 0,1 1 0 0 0,2 0 0 0 0,2-1 0 0 0,1 1 0 0 0,1 0 0 0 0,10 46 0 0 0,-7-52-37 0 0,1 1 0 0 0,2-2 0 0 0,0 1 0 0 0,2-1 0 0 0,1 0 0 0 0,1-1 0 0 0,22 35 0 0 0,-31-57-46 0 0,-1 0 0 0 0,1-1 1 0 0,-1 1-1 0 0,1-1 1 0 0,0 0-1 0 0,0 0 0 0 0,1 0 1 0 0,-1-1-1 0 0,0 1 0 0 0,1-1 1 0 0,0 0-1 0 0,0 1 1 0 0,-1-2-1 0 0,1 1 0 0 0,0 0 1 0 0,6 1-1 0 0,-2-3 7 0 0,0 1 1 0 0,1-1-1 0 0,-1 0 1 0 0,0-1-1 0 0,0 0 0 0 0,0 0 1 0 0,0-1-1 0 0,9-2 0 0 0,-13 2-18 0 0,-1 2 0 0 0,1-1 0 0 0,-1 0 0 0 0,1 1-1 0 0,0 0 1 0 0,-1-1 0 0 0,1 2 0 0 0,0-1 0 0 0,-1 0 0 0 0,1 1-1 0 0,-1-1 1 0 0,1 1 0 0 0,0 0 0 0 0,-1 0 0 0 0,0 1-1 0 0,1-1 1 0 0,-1 1 0 0 0,0 0 0 0 0,0-1 0 0 0,0 1 0 0 0,5 4-1 0 0,-5-3-560 0 0,-1 0 0 0 0,1 0 0 0 0,-1 0 0 0 0,1 1 1 0 0,-1-1-1 0 0,0 1 0 0 0,0-1 0 0 0,-1 1 0 0 0,1 0 0 0 0,-1 0 0 0 0,0 0 0 0 0,2 7 0 0 0,-2-7-1803 0 0</inkml:trace>
</inkml:ink>
</file>

<file path=ppt/ink/ink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2:42:01.1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18 44 0 0,'2'-2'206'0'0,"1"0"0"0"0,0 0-1 0 0,0 0 1 0 0,0 1 0 0 0,1-1 0 0 0,-1 1-1 0 0,0 0 1 0 0,0 0 0 0 0,1 0 0 0 0,-1 0-1 0 0,1 0 1 0 0,-1 1 0 0 0,1 0 0 0 0,-1 0-1 0 0,1 0 1 0 0,-1 0 0 0 0,1 0 0 0 0,-1 1-1 0 0,1-1 1 0 0,-1 1 0 0 0,6 2 0 0 0,-2 0 15 0 0,-1 0 0 0 0,1 1-1 0 0,-1 0 1 0 0,0 0 0 0 0,0 0 0 0 0,0 1 0 0 0,-1 0 0 0 0,0 0 0 0 0,7 8 0 0 0,2 7 124 0 0,-1 9 272 0 0,-3-6-171 0 0,-10-22-411 0 0,0 0-1 0 0,1 0 1 0 0,-1 0-1 0 0,0 0 1 0 0,0 0-1 0 0,1 0 1 0 0,-1 0-1 0 0,1-1 1 0 0,-1 1 0 0 0,1 0-1 0 0,-1 0 1 0 0,1-1-1 0 0,0 1 1 0 0,-1 0-1 0 0,1 0 1 0 0,0-1-1 0 0,-1 1 1 0 0,1-1 0 0 0,0 1-1 0 0,0-1 1 0 0,0 1-1 0 0,0-1 1 0 0,-1 1-1 0 0,1-1 1 0 0,0 0-1 0 0,1 1 1 0 0,17-19 558 0 0,-6 4-627 0 0,-4 5-203 0 0,0 0 0 0 0,0 1-1 0 0,1 1 1 0 0,0-1-1 0 0,0 1 1 0 0,15-6 0 0 0,40-14-4428 0 0,-41 20 2779 0 0</inkml:trace>
</inkml:ink>
</file>

<file path=ppt/ink/ink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2:42:01.8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173 18 532 0 0,'-19'-8'2404'0'0,"17"7"-2262"0"0,0 0 0 0 0,0-1 1 0 0,0 1-1 0 0,0 1 0 0 0,0-1 1 0 0,-1 0-1 0 0,1 0 0 0 0,0 1 0 0 0,0-1 1 0 0,-1 1-1 0 0,1 0 0 0 0,0 0 0 0 0,-1 0 1 0 0,1 0-1 0 0,0 0 0 0 0,-1 0 0 0 0,1 1 1 0 0,0-1-1 0 0,-1 1 0 0 0,1 0 0 0 0,0-1 1 0 0,-3 2-1 0 0,-5 4 222 0 0,0 1 0 0 0,0 0 1 0 0,1 0-1 0 0,0 1 0 0 0,-14 15 1 0 0,20-21-310 0 0,0 1 0 0 0,1 0 1 0 0,0 0-1 0 0,-1 0 1 0 0,1 0-1 0 0,0 0 0 0 0,1 0 1 0 0,-1 1-1 0 0,0-1 1 0 0,1 1-1 0 0,0-1 0 0 0,0 1 1 0 0,0-1-1 0 0,0 1 0 0 0,1 0 1 0 0,-1 0-1 0 0,1-1 1 0 0,0 1-1 0 0,0 0 0 0 0,0 0 1 0 0,1-1-1 0 0,0 6 1 0 0,0-7-50 0 0,0-1 1 0 0,0 0 0 0 0,0 1 0 0 0,0-1 0 0 0,0 0 0 0 0,1 0 0 0 0,-1 0-1 0 0,0 0 1 0 0,1 0 0 0 0,-1 0 0 0 0,0 0 0 0 0,1-1 0 0 0,-1 1 0 0 0,1 0-1 0 0,-1-1 1 0 0,1 1 0 0 0,-1-1 0 0 0,1 0 0 0 0,0 1 0 0 0,-1-1 0 0 0,1 0-1 0 0,0 0 1 0 0,-1 0 0 0 0,1 0 0 0 0,-1 0 0 0 0,1 0 0 0 0,0-1 0 0 0,-1 1-1 0 0,1 0 1 0 0,-1-1 0 0 0,1 0 0 0 0,-1 1 0 0 0,1-1 0 0 0,1-1 0 0 0,5 0-92 0 0,0-2 0 0 0,0 1 0 0 0,0-1 0 0 0,0-1 0 0 0,7-4 0 0 0,3-1-153 0 0,-8 14 64 0 0,-9 31-20 0 0,-1-3 146 0 0,1-31 48 0 0,-1 1 0 0 0,1-1 0 0 0,-1 1 0 0 0,1 0 0 0 0,0-1 0 0 0,-1 1 0 0 0,1-1 0 0 0,0 0 0 0 0,0 1 0 0 0,0-1 0 0 0,0 0 1 0 0,0 1-1 0 0,1-1 0 0 0,-1 0 0 0 0,0 0 0 0 0,1 0 0 0 0,-1 0 0 0 0,0 0 0 0 0,1 0 0 0 0,-1 0 0 0 0,1-1 0 0 0,0 1 0 0 0,-1-1 0 0 0,1 1 0 0 0,-1-1 0 0 0,1 1 0 0 0,0-1 0 0 0,-1 0 0 0 0,1 0 0 0 0,0 0 0 0 0,0 0 0 0 0,-1 0 0 0 0,1 0 0 0 0,0 0 0 0 0,-1-1 0 0 0,1 1 0 0 0,2-1 0 0 0,12-2 4 0 0,0-1 0 0 0,0-1-1 0 0,17-7 1 0 0,-10 4-13 0 0,25-8 12 0 0,43-14-4 0 0,-82 28-5 0 0,1 0 0 0 0,-1 0-1 0 0,1 1 1 0 0,-1 0 0 0 0,1 1-1 0 0,-1 0 1 0 0,13 2 0 0 0,-21-2 5 0 0,-1 0 0 0 0,1 0 0 0 0,0 1 1 0 0,-1-1-1 0 0,1 0 0 0 0,0 1 0 0 0,-1-1 0 0 0,1 0 1 0 0,-1 1-1 0 0,1-1 0 0 0,-1 0 0 0 0,1 1 0 0 0,-1-1 1 0 0,1 1-1 0 0,-1-1 0 0 0,0 1 0 0 0,1-1 0 0 0,-1 1 1 0 0,0-1-1 0 0,1 1 0 0 0,-1 0 0 0 0,0-1 0 0 0,1 1 1 0 0,-1-1-1 0 0,0 1 0 0 0,0 0 0 0 0,0-1 1 0 0,0 1-1 0 0,0 0 0 0 0,0-1 0 0 0,0 1 0 0 0,0 0 1 0 0,0-1-1 0 0,0 1 0 0 0,0-1 0 0 0,0 1 0 0 0,0 0 1 0 0,0-1-1 0 0,-1 1 0 0 0,1 0 0 0 0,0-1 0 0 0,0 1 1 0 0,-1-1-1 0 0,1 1 0 0 0,-1 0 0 0 0,-18 34-11 0 0,12-25 9 0 0,7-9 4 0 0,-1 0-1 0 0,0 0 0 0 0,1 0 0 0 0,-1 1 0 0 0,1-1 0 0 0,-1 0 0 0 0,1 0 0 0 0,0 1 0 0 0,-1-1 0 0 0,1 0 1 0 0,0 0-1 0 0,0 1 0 0 0,0-1 0 0 0,0 0 0 0 0,0 1 0 0 0,0-1 0 0 0,0 0 0 0 0,0 1 0 0 0,1-1 0 0 0,-1 0 1 0 0,1 0-1 0 0,-1 1 0 0 0,1-1 0 0 0,-1 0 0 0 0,1 0 0 0 0,-1 0 0 0 0,1 0 0 0 0,0 1 0 0 0,0-1 0 0 0,1 1 1 0 0,0-1-1 0 0,1 1 1 0 0,0 0 0 0 0,0-1 0 0 0,0 1 0 0 0,0-1 0 0 0,0 0-1 0 0,0 0 1 0 0,0 0 0 0 0,0-1 0 0 0,1 1 0 0 0,-1-1 0 0 0,4 1 0 0 0,1-1 1 0 0,1 0 0 0 0,-1 0 1 0 0,0 0-1 0 0,1-1 1 0 0,-1-1-1 0 0,0 1 1 0 0,1-1-1 0 0,-1-1 1 0 0,12-5-1 0 0,-7 0 399 0 0,0-2 0 0 0,-1 0 0 0 0,-1 0 0 0 0,0-1 0 0 0,0 0-1 0 0,13-18 1066 0 0,-23 32-1394 0 0,1 0-1 0 0,-1 1 0 0 0,0 0 1 0 0,0-1-1 0 0,0 1 1 0 0,0 0-1 0 0,-1-1 1 0 0,1 1-1 0 0,-1 5 1 0 0,1-2 32 0 0,1-1-262 0 0,0 0-1 0 0,0 0 1 0 0,0 0 0 0 0,1 0-1 0 0,0 0 1 0 0,0-1 0 0 0,0 1 0 0 0,1-1-1 0 0,5 6 1 0 0,27 21-6432 0 0,-21-23 3659 0 0</inkml:trace>
</inkml:ink>
</file>

<file path=ppt/ink/ink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2:42:02.1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37 28 312 0 0,'0'0'592'0'0,"-6"-8"-92"0"0,3 3-196 0 0,-1 1-236 0 0,-2 1-364 0 0,-2-1-324 0 0,-1 1 144 0 0</inkml:trace>
</inkml:ink>
</file>

<file path=ppt/ink/ink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2:42:09.1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 1055 196 0 0,'0'0'598'0'0,"-6"-17"1574"0"0,79-99 437 0 0,-44 73-1860 0 0,47-92 0 0 0,-46 60-552 0 0,-4-2 1 0 0,-3-2 0 0 0,-3 0-1 0 0,-4 0 1 0 0,10-127 0 0 0,-30 69 374 0 0,4 137-568 0 0,0-1 0 0 0,1 1 0 0 0,-1 0-1 0 0,0-1 1 0 0,0 1 0 0 0,0 0 0 0 0,0-1 0 0 0,0 1 0 0 0,0-1 0 0 0,0 1 0 0 0,0 0 0 0 0,0-1 0 0 0,0 1-1 0 0,0 0 1 0 0,-1-1 0 0 0,1 1 0 0 0,0 0 0 0 0,0-1 0 0 0,0 1 0 0 0,0 0 0 0 0,-1-1 0 0 0,1 1 0 0 0,0 0 0 0 0,0-1-1 0 0,0 1 1 0 0,-1 0 0 0 0,1 0 0 0 0,0-1 0 0 0,-1 1 0 0 0,1 0 0 0 0,0 0 0 0 0,0-1 0 0 0,-1 1 0 0 0,1 0 0 0 0,0 0-1 0 0,-1 0 1 0 0,1 0 0 0 0,-1 0 0 0 0,1 0 0 0 0,0-1 0 0 0,-1 1 0 0 0,1 0 0 0 0,0 0 0 0 0,-1 0 0 0 0,1 0-1 0 0,0 0 1 0 0,-1 0 0 0 0,1 0 0 0 0,-1 1 0 0 0,1-1 0 0 0,0 0 0 0 0,-1 0 0 0 0,1 0 0 0 0,0 0 0 0 0,-1 0 0 0 0,1 0-1 0 0,0 1 1 0 0,-1-1 0 0 0,1 0 0 0 0,0 0 0 0 0,-1 1 0 0 0,-18 16 49 0 0,-1 11-17 0 0,2 2 1 0 0,1 1-1 0 0,1 0 1 0 0,1 1 0 0 0,2 0-1 0 0,2 1 1 0 0,1 1-1 0 0,1 0 1 0 0,2 0 0 0 0,-5 58-1 0 0,10-72-6 0 0,2-1 1 0 0,0 1-1 0 0,1-1 0 0 0,1 1 0 0 0,1-1 0 0 0,1 0 0 0 0,0 0 1 0 0,1 0-1 0 0,2-1 0 0 0,0 1 0 0 0,15 27 0 0 0,-17-36-20 0 0,1-1 0 0 0,0 0 0 0 0,1 0 0 0 0,0-1-1 0 0,1 0 1 0 0,-1 0 0 0 0,1 0 0 0 0,1-1 0 0 0,0-1 0 0 0,0 1-1 0 0,0-1 1 0 0,1-1 0 0 0,-1 0 0 0 0,1 0 0 0 0,0-1-1 0 0,1 0 1 0 0,-1-1 0 0 0,1 0 0 0 0,0-1 0 0 0,0 0 0 0 0,0 0-1 0 0,11-1 1 0 0,-6 0-2 0 0,0-2-1 0 0,0 0 1 0 0,1 0-1 0 0,-1-2 0 0 0,-1 0 1 0 0,1-1-1 0 0,0 0 1 0 0,-1-2-1 0 0,0 0 0 0 0,24-12 1 0 0,-33 14-9 0 0,0 1 0 0 0,0-1 0 0 0,0-1 0 0 0,0 1 0 0 0,0-1 0 0 0,-1 0 0 0 0,0-1 0 0 0,0 1 0 0 0,0-1 0 0 0,-1 0 0 0 0,0 0 0 0 0,0 0 0 0 0,-1-1 0 0 0,1 1 0 0 0,-1-1 1 0 0,-1 0-1 0 0,1 0 0 0 0,-1 0 0 0 0,0 0 0 0 0,-1-1 0 0 0,0 1 0 0 0,0 0 0 0 0,-1-1 0 0 0,1 1 0 0 0,-2-9 0 0 0,1 12 1 0 0,0 0 0 0 0,-1 0 0 0 0,1-1 0 0 0,-1 1 0 0 0,0 0 0 0 0,0 0 1 0 0,-1 0-1 0 0,1 0 0 0 0,-1 0 0 0 0,0 0 0 0 0,0 0 0 0 0,0 0 0 0 0,0 1 0 0 0,-1-1 0 0 0,-3-3 0 0 0,5 6 0 0 0,-1 0 0 0 0,1 1 0 0 0,-1-1 0 0 0,1 0 0 0 0,-1 1 0 0 0,1-1 0 0 0,-1 1 0 0 0,0-1 0 0 0,1 1 0 0 0,-1 0 0 0 0,0 0 0 0 0,1 0 0 0 0,-1 0-1 0 0,0 0 1 0 0,1 0 0 0 0,-1 0 0 0 0,0 1 0 0 0,1-1 0 0 0,-1 1 0 0 0,1-1 0 0 0,-1 1 0 0 0,1-1 0 0 0,-1 1 0 0 0,1 0 0 0 0,-3 1 0 0 0,2-1 1 0 0,-7 4 2 0 0,-1 1 0 0 0,1 0-1 0 0,-1 1 1 0 0,2 0 0 0 0,-1 1 0 0 0,1-1-1 0 0,0 1 1 0 0,1 1 0 0 0,0 0 0 0 0,0 0-1 0 0,1 0 1 0 0,0 1 0 0 0,-5 11 0 0 0,9-17-3 0 0,0 0 1 0 0,0 0 0 0 0,1 0-1 0 0,0 1 1 0 0,0-1-1 0 0,0 1 1 0 0,0-1 0 0 0,1 1-1 0 0,-1-1 1 0 0,1 1 0 0 0,0-1-1 0 0,1 1 1 0 0,-1-1 0 0 0,1 1-1 0 0,0-1 1 0 0,0 1-1 0 0,0-1 1 0 0,0 0 0 0 0,1 1-1 0 0,0-1 1 0 0,0 0 0 0 0,0 0-1 0 0,0 0 1 0 0,1-1 0 0 0,0 1-1 0 0,-1 0 1 0 0,1-1 0 0 0,1 0-1 0 0,-1 0 1 0 0,0 0-1 0 0,1 0 1 0 0,-1 0 0 0 0,1-1-1 0 0,0 1 1 0 0,6 2 0 0 0,3 1 16 0 0,0 0 0 0 0,0-1 0 0 0,0-1 0 0 0,1 0 0 0 0,0-1 0 0 0,0 0 0 0 0,0-1 0 0 0,0-1 0 0 0,0 0 0 0 0,27-2 0 0 0,-7-2-452 0 0,-1-2 0 0 0,0-1 0 0 0,45-14 0 0 0,-77 20-106 0 0</inkml:trace>
</inkml:ink>
</file>

<file path=ppt/ink/ink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2:42:12.1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159 81 364 0 0,'0'0'1072'0'0,"-2"-14"2236"0"0,-3 13-3145 0 0,-1 1-1 0 0,0 0 1 0 0,1 0-1 0 0,-1 1 0 0 0,1 0 1 0 0,-1 0-1 0 0,1 0 1 0 0,0 0-1 0 0,-1 1 0 0 0,1 0 1 0 0,0 0-1 0 0,0 0 0 0 0,0 1 1 0 0,0 0-1 0 0,1 0 1 0 0,-1 0-1 0 0,1 0 0 0 0,-8 8 1 0 0,7-7-85 0 0,0 1-1 0 0,1 0 1 0 0,0 0 0 0 0,0 0 0 0 0,0 0-1 0 0,1 1 1 0 0,-1-1 0 0 0,1 1 0 0 0,1 0 0 0 0,-1 0-1 0 0,1 0 1 0 0,0 0 0 0 0,0 1 0 0 0,1-1 0 0 0,0 0-1 0 0,-1 8 1 0 0,2-12-69 0 0,0 0 0 0 0,-1 0 0 0 0,1 0 1 0 0,0 0-1 0 0,0 1 0 0 0,0-1 0 0 0,1 0 0 0 0,-1 0 0 0 0,1 0 0 0 0,-1 0 0 0 0,1 0 0 0 0,-1 0 0 0 0,1 0 0 0 0,0-1 0 0 0,0 1 0 0 0,0 0 1 0 0,0 0-1 0 0,0-1 0 0 0,0 1 0 0 0,1 0 0 0 0,-1-1 0 0 0,1 1 0 0 0,-1-1 0 0 0,1 0 0 0 0,-1 1 0 0 0,1-1 0 0 0,0 0 0 0 0,-1 0 1 0 0,1 0-1 0 0,0 0 0 0 0,0 0 0 0 0,0-1 0 0 0,0 1 0 0 0,0 0 0 0 0,0-1 0 0 0,0 0 0 0 0,0 1 0 0 0,0-1 0 0 0,0 0 0 0 0,0 0 1 0 0,2 0-1 0 0,0-1-5 0 0,0 0 0 0 0,0 1 1 0 0,0-2-1 0 0,0 1 0 0 0,0 0 0 0 0,0-1 1 0 0,-1 0-1 0 0,1 0 0 0 0,0 0 0 0 0,-1 0 1 0 0,0 0-1 0 0,1-1 0 0 0,-1 0 1 0 0,0 1-1 0 0,-1-1 0 0 0,1 0 0 0 0,0-1 1 0 0,-1 1-1 0 0,1 0 0 0 0,1-5 1 0 0,8-27-6 0 0,-4 9 3 0 0,-5 24-1 0 0,0 10-1 0 0,-3-1 2 0 0,1-1 1 0 0,0 0-1 0 0,1 0 0 0 0,-1 0 0 0 0,1-1 1 0 0,1 1-1 0 0,-1 0 0 0 0,1-1 0 0 0,0 1 1 0 0,0-1-1 0 0,0 0 0 0 0,1 0 0 0 0,0 0 0 0 0,0-1 1 0 0,0 1-1 0 0,0-1 0 0 0,1 0 0 0 0,0 0 1 0 0,10 6-1 0 0,-13-9-2 0 0,0-1 0 0 0,-1 0 1 0 0,1 1-1 0 0,0-1 0 0 0,0 0 1 0 0,0 0-1 0 0,0-1 0 0 0,0 1 0 0 0,0 0 1 0 0,-1-1-1 0 0,1 1 0 0 0,0-1 0 0 0,0 1 1 0 0,-1-1-1 0 0,1 0 0 0 0,0 0 1 0 0,0 0-1 0 0,-1 0 0 0 0,1 0 0 0 0,2-2 1 0 0,33-30-4 0 0,-27 23 6 0 0,8-8-4 0 0,-1-1 1 0 0,-1-1 0 0 0,19-32-1 0 0,-15 22-12 0 0,-19 29 12 0 0,-1 0 1 0 0,1 0 0 0 0,0-1 0 0 0,-1 1 0 0 0,1 0-1 0 0,0 0 1 0 0,0 0 0 0 0,0 0 0 0 0,0 1-1 0 0,0-1 1 0 0,0 0 0 0 0,0 0 0 0 0,0 0 0 0 0,0 1-1 0 0,0-1 1 0 0,0 0 0 0 0,0 1 0 0 0,0-1 0 0 0,1 1-1 0 0,-1 0 1 0 0,0-1 0 0 0,0 1 0 0 0,0 0 0 0 0,1 0-1 0 0,-1 0 1 0 0,0 0 0 0 0,1 0 0 0 0,-1 0-1 0 0,0 0 1 0 0,0 0 0 0 0,1 0 0 0 0,-1 0 0 0 0,0 1-1 0 0,0-1 1 0 0,1 1 0 0 0,-1-1 0 0 0,0 1 0 0 0,0-1-1 0 0,0 1 1 0 0,2 1 0 0 0,4 4-2 0 0,-1 0 1 0 0,-1 0-1 0 0,1 0 0 0 0,-1 1 1 0 0,6 10-1 0 0,8 9 0 0 0,-6-11 26 0 0,9 8 84 0 0,-21-23-105 0 0,0 0 0 0 0,0 1 0 0 0,0-1-1 0 0,0 0 1 0 0,0 0 0 0 0,0 0 0 0 0,0 0-1 0 0,0 0 1 0 0,-1 0 0 0 0,1 0-1 0 0,0 0 1 0 0,0-1 0 0 0,0 1 0 0 0,0 0-1 0 0,0 0 1 0 0,0-1 0 0 0,0 1 0 0 0,-1-1-1 0 0,1 1 1 0 0,0 0 0 0 0,0-1 0 0 0,0 0-1 0 0,-1 1 1 0 0,1-1 0 0 0,0 1-1 0 0,-1-1 1 0 0,1 0 0 0 0,-1 0 0 0 0,1 1-1 0 0,-1-1 1 0 0,1 0 0 0 0,0-1 0 0 0,7-11 65 0 0,0 0 1 0 0,-1 0 0 0 0,0-1 0 0 0,-1 0 0 0 0,-1 0 0 0 0,0 0 0 0 0,-1 0 0 0 0,3-24 0 0 0,2 21-1462 0 0,-9 17 1214 0 0,1 0 0 0 0,-1 0 1 0 0,1-1-1 0 0,-1 1 0 0 0,1 0 1 0 0,-1 0-1 0 0,0 0 0 0 0,1 0 1 0 0,-1 0-1 0 0,1 0 0 0 0,-1 0 1 0 0,1 0-1 0 0,-1 0 0 0 0,1 0 1 0 0,-1 0-1 0 0,1 0 0 0 0,-1 0 0 0 0,0 0 1 0 0,1 1-1 0 0,-1-1 0 0 0,1 0 1 0 0,-1 0-1 0 0,0 0 0 0 0,1 1 1 0 0,-1-1-1 0 0,1 0 0 0 0,-1 1 1 0 0,0-1-1 0 0,1 0 0 0 0,-1 1 1 0 0,6 4-1822 0 0</inkml:trace>
</inkml:ink>
</file>

<file path=ppt/ink/ink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2:42:12.6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1 113 60 0 0,'60'-17'3471'0'0,"-53"15"-3232"0"0,0-1 0 0 0,0 0 0 0 0,0 0-1 0 0,-1 0 1 0 0,1-1 0 0 0,-1 0 0 0 0,0 0 0 0 0,0-1 0 0 0,0 0-1 0 0,0 0 1 0 0,-1 0 0 0 0,0-1 0 0 0,0 0 0 0 0,0 1 0 0 0,-1-2 0 0 0,5-9-1 0 0,-8 16-215 0 0,-1 0 1 0 0,0 0-1 0 0,0 0 0 0 0,0-1 0 0 0,0 1 0 0 0,0 0 0 0 0,1 0 0 0 0,-1-1 0 0 0,0 1 0 0 0,0 0 0 0 0,0 0 1 0 0,0-1-1 0 0,0 1 0 0 0,0 0 0 0 0,0-1 0 0 0,0 1 0 0 0,0 0 0 0 0,0 0 0 0 0,0-1 0 0 0,0 1 0 0 0,0 0 1 0 0,0-1-1 0 0,0 1 0 0 0,0 0 0 0 0,0 0 0 0 0,0-1 0 0 0,0 1 0 0 0,-1 0 0 0 0,1 0 0 0 0,0-1 0 0 0,0 1 1 0 0,0 0-1 0 0,0 0 0 0 0,-1 0 0 0 0,1-1 0 0 0,0 1 0 0 0,0 0 0 0 0,0 0 0 0 0,-1 0 0 0 0,1-1 0 0 0,-13 5 480 0 0,-13 17-72 0 0,23-15-383 0 0,1-1-1 0 0,0 1 0 0 0,0-1 1 0 0,0 1-1 0 0,1 0 0 0 0,0 0 1 0 0,0-1-1 0 0,1 1 0 0 0,-1 0 1 0 0,1 0-1 0 0,1 0 1 0 0,-1 0-1 0 0,1 0 0 0 0,1 7 1 0 0,-1-10-39 0 0,0-1-1 0 0,0 1 1 0 0,0-1 0 0 0,0 0 0 0 0,1 1 0 0 0,-1-1 0 0 0,1 0 0 0 0,-1 0 0 0 0,1 0 0 0 0,0 0 0 0 0,-1 0 0 0 0,1 0 0 0 0,0-1 0 0 0,0 1-1 0 0,1-1 1 0 0,-1 1 0 0 0,0-1 0 0 0,0 0 0 0 0,1 1 0 0 0,-1-1 0 0 0,1-1 0 0 0,-1 1 0 0 0,1 0 0 0 0,-1-1 0 0 0,1 1 0 0 0,-1-1 0 0 0,1 1 0 0 0,-1-1-1 0 0,1 0 1 0 0,0 0 0 0 0,-1-1 0 0 0,1 1 0 0 0,-1 0 0 0 0,6-2 0 0 0,85-22 15 0 0,-73 17-19 0 0,0 1-1 0 0,1 1 1 0 0,0 1-1 0 0,0 0 1 0 0,43 0-1 0 0,-61 4-3 0 0,0 0-1 0 0,0 1 0 0 0,-1-1 0 0 0,1 1 1 0 0,0-1-1 0 0,-1 1 0 0 0,1 0 0 0 0,0 0 1 0 0,-1 0-1 0 0,1 0 0 0 0,-1 1 0 0 0,0-1 1 0 0,1 1-1 0 0,-1-1 0 0 0,0 1 1 0 0,0 0-1 0 0,0 0 0 0 0,0 0 0 0 0,0 0 1 0 0,0 0-1 0 0,-1 0 0 0 0,1 1 0 0 0,1 3 1 0 0,-2-4-2 0 0,-1 0 1 0 0,1 0 0 0 0,-1 0 0 0 0,0 1-1 0 0,1-1 1 0 0,-1 0 0 0 0,0 0 0 0 0,0 0 0 0 0,-1 1-1 0 0,1-1 1 0 0,0 0 0 0 0,-1 0 0 0 0,1 0-1 0 0,-1 0 1 0 0,0 0 0 0 0,0 1 0 0 0,0-1 0 0 0,0-1-1 0 0,0 1 1 0 0,0 0 0 0 0,0 0 0 0 0,-1 0-1 0 0,1-1 1 0 0,-1 1 0 0 0,1 0 0 0 0,-1-1 0 0 0,1 1-1 0 0,-1-1 1 0 0,0 0 0 0 0,-2 2 0 0 0,-11 15-672 0 0</inkml:trace>
</inkml:ink>
</file>

<file path=ppt/ink/ink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2:42:13.4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26 115 432 0 0,'-26'-2'6966'0'0,"39"-1"-4845"0"0,57-6-3100 0 0,-51 7 1801 0 0,446-43 192 0 0,-126 14-684 0 0,-203 18 24 0 0,-135 12-197 0 0,-2 0-146 0 0,-1 0 0 0 0,1 0 0 0 0,0 0 0 0 0,-1 1 0 0 0,0-1 1 0 0,1 0-1 0 0,-1 0 0 0 0,1 1 0 0 0,-1-1 0 0 0,0 1 0 0 0,1 0 0 0 0,-1-1 0 0 0,0 1 0 0 0,1 0 0 0 0,-1 0 0 0 0,0 0 0 0 0,0 0 0 0 0,-1 1 1 0 0,-38-1 54 0 0,-13 8-14 0 0,54-8-75 0 0,1 0 0 0 0,-1 1 0 0 0,1-1-1 0 0,-1 0 1 0 0,0 0 0 0 0,1 1 0 0 0,-1-1 0 0 0,1 0 0 0 0,-1 1 0 0 0,0-1 0 0 0,1 0 0 0 0,-1 1 0 0 0,0-1 0 0 0,1 0 0 0 0,-1 1 0 0 0,0-1 0 0 0,0 1-1 0 0,1-1 1 0 0,-1 1 0 0 0,0-1 0 0 0,0 1 0 0 0,0-1 0 0 0,0 0 0 0 0,1 1 0 0 0,-1-1 0 0 0,0 1 0 0 0,0-1 0 0 0,0 1 0 0 0,0-1 0 0 0,0 1 0 0 0,0-1 0 0 0,0 1-1 0 0,-1-1 1 0 0,1 1 0 0 0,0-1 0 0 0,0 1 0 0 0,0-1 0 0 0,0 1 0 0 0,-1-1 0 0 0,1 1 0 0 0,0-1 0 0 0,0 0 0 0 0,-1 1 0 0 0,1-1 0 0 0,0 1 0 0 0,-1-1-1 0 0,1 0 1 0 0,0 1 0 0 0,-1-1 0 0 0,1 0 0 0 0,-1 0 0 0 0,1 1 0 0 0,0-1 0 0 0,-1 0 0 0 0,1 0 0 0 0,-1 1 0 0 0,1-1 0 0 0,-1 0 0 0 0,1 0 0 0 0,-1 0 0 0 0,1 0-1 0 0,-1 0 1 0 0,1 0 0 0 0,-1 0 0 0 0,1 0 0 0 0,-1 0 0 0 0,1 0 0 0 0,-2 0 0 0 0,33 16-1986 0 0,-30-16 1833 0 0,4 3 5 0 0</inkml:trace>
</inkml:ink>
</file>

<file path=ppt/ink/ink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2:42:13.7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25 68 0 0,'3'-2'218'0'0,"0"-1"0"0"0,0 1-1 0 0,0 0 1 0 0,0 0 0 0 0,0 0 0 0 0,0 0 0 0 0,0 0 0 0 0,1 1-1 0 0,-1-1 1 0 0,1 1 0 0 0,-1 0 0 0 0,1 0 0 0 0,0 1-1 0 0,-1-1 1 0 0,1 1 0 0 0,0-1 0 0 0,6 2 0 0 0,70 4 1004 0 0,-67-3-904 0 0,8 1-9 0 0,1 1 0 0 0,0 1 0 0 0,-1 1 0 0 0,0 1 0 0 0,-1 1 0 0 0,30 15-1 0 0,-42-19-218 0 0,0 1 0 0 0,0-1 0 0 0,0 2-1 0 0,0-1 1 0 0,-1 1 0 0 0,0 0-1 0 0,-1 0 1 0 0,1 1 0 0 0,-1 0 0 0 0,0 0-1 0 0,-1 1 1 0 0,0-1 0 0 0,0 1 0 0 0,0 0-1 0 0,-1 1 1 0 0,-1-1 0 0 0,1 1-1 0 0,1 9 1 0 0,-4-15-57 0 0,0 1-1 0 0,-1 0 1 0 0,0 0-1 0 0,0-1 0 0 0,0 1 1 0 0,0 0-1 0 0,-1-1 1 0 0,1 1-1 0 0,-1 0 1 0 0,0-1-1 0 0,0 1 1 0 0,0-1-1 0 0,-1 1 1 0 0,1-1-1 0 0,-1 1 0 0 0,-2 2 1 0 0,0 0 8 0 0,-1 0 0 0 0,1-1 0 0 0,-1 0 0 0 0,0 0 1 0 0,0 0-1 0 0,-1-1 0 0 0,-11 8 0 0 0,-7 1 33 0 0,0-2 0 0 0,-1 0 0 0 0,-37 11 0 0 0,51-19-53 0 0,-4 2-215 0 0,-67 20-659 0 0,27-13-4560 0 0,43-11 3087 0 0</inkml:trace>
</inkml:ink>
</file>

<file path=ppt/ink/ink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2:42:16.2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176 45 380 0 0,'2'-3'502'0'0,"0"0"0"0"0,-1 0 0 0 0,1 0-1 0 0,-1-1 1 0 0,1 1 0 0 0,-1 0 0 0 0,0-1 0 0 0,0 1 0 0 0,0-1 0 0 0,0-6 0 0 0,-1 8 286 0 0,-7 6-563 0 0,0-1 0 0 0,0 1 0 0 0,0 0 0 0 0,0 1 0 0 0,1 0 0 0 0,0 0 0 0 0,0 0 0 0 0,-5 6-1 0 0,4-4-14 0 0,-6 5 11 0 0,1 0 0 0 0,1 2 0 0 0,0-1-1 0 0,1 1 1 0 0,1 0 0 0 0,0 1-1 0 0,-7 16 1 0 0,11-20-117 0 0,1 0 0 0 0,0-1 0 0 0,0 2-1 0 0,1-1 1 0 0,0 0 0 0 0,1 0 0 0 0,1 1 0 0 0,0-1 0 0 0,0 1-1 0 0,1 0 1 0 0,2 16 0 0 0,-2-25-93 0 0,1-1 0 0 0,-1 1 0 0 0,1-1 0 0 0,0 1 0 0 0,0-1 0 0 0,0 0 1 0 0,0 1-1 0 0,0-1 0 0 0,1 0 0 0 0,-1 0 0 0 0,1 1 0 0 0,0-1 0 0 0,-1-1 0 0 0,1 1 0 0 0,0 0 0 0 0,0 0 0 0 0,0-1 0 0 0,0 1 0 0 0,0-1 0 0 0,1 1 0 0 0,-1-1 0 0 0,0 0 1 0 0,1 0-1 0 0,-1 0 0 0 0,1 0 0 0 0,-1 0 0 0 0,1-1 0 0 0,-1 1 0 0 0,1-1 0 0 0,-1 0 0 0 0,1 1 0 0 0,0-1 0 0 0,-1 0 0 0 0,1-1 0 0 0,-1 1 0 0 0,1 0 0 0 0,-1-1 0 0 0,4 0 1 0 0,3-1-50 0 0,0 0 1 0 0,1-1 0 0 0,-1 0 0 0 0,0-1 0 0 0,0 1 0 0 0,0-2 0 0 0,-1 1-1 0 0,0-1 1 0 0,10-8 0 0 0,60-60-638 0 0,-77 72 631 0 0,1 1 29 0 0,-1 0 0 0 0,1 0 0 0 0,0 0 0 0 0,-1 0 0 0 0,1 1 0 0 0,-1-1 0 0 0,1 0 0 0 0,0 1-1 0 0,-1-1 1 0 0,1 1 0 0 0,-1-1 0 0 0,0 1 0 0 0,1 0 0 0 0,1 1 0 0 0,4 4 12 0 0,0-1-1 0 0,0 0 0 0 0,1 0 0 0 0,0-1 0 0 0,-1 0 0 0 0,1-1 1 0 0,0 1-1 0 0,1-2 0 0 0,-1 1 0 0 0,1-1 0 0 0,-1 0 0 0 0,1-1 1 0 0,0 0-1 0 0,-1 0 0 0 0,1-1 0 0 0,0 0 0 0 0,-1 0 1 0 0,1-1-1 0 0,0-1 0 0 0,-1 1 0 0 0,1-1 0 0 0,-1-1 0 0 0,1 1 1 0 0,-1-2-1 0 0,0 1 0 0 0,0-1 0 0 0,-1 0 0 0 0,1 0 1 0 0,10-9-1 0 0,-15 10 5 0 0,1 0-1 0 0,-1-1 1 0 0,0 1 0 0 0,0-1 0 0 0,0 0 0 0 0,-1 0 0 0 0,1 0 0 0 0,-1 0 0 0 0,0 0-1 0 0,0 0 1 0 0,0-1 0 0 0,-1 1 0 0 0,1-1 0 0 0,-1 1 0 0 0,0-1 0 0 0,0 1 0 0 0,-1-1-1 0 0,0 0 1 0 0,0-8 0 0 0,0 10-1 0 0,0-1-1 0 0,-1 0 1 0 0,0 0-1 0 0,0 1 1 0 0,0-1-1 0 0,0 0 1 0 0,0 1-1 0 0,-1-1 1 0 0,1 1-1 0 0,-1-1 1 0 0,0 1-1 0 0,0 0 1 0 0,-1 0-1 0 0,1 0 1 0 0,0 0-1 0 0,-1 0 1 0 0,0 0-1 0 0,0 1 1 0 0,0-1-1 0 0,0 1 1 0 0,0 0-1 0 0,0 0 1 0 0,-1 0-1 0 0,1 0 1 0 0,-6-1-1 0 0,4-2-78 0 0,17 4 59 0 0,25 1 35 0 0,-31 0-24 0 0,24 0 2 0 0,-1 1 0 0 0,55 9 0 0 0,-76-9 7 0 0,-1 1 0 0 0,1 0 0 0 0,-1 0 0 0 0,0 1 0 0 0,0 0 0 0 0,0 0 0 0 0,0 0 0 0 0,-1 1 0 0 0,1 0 0 0 0,-1 0 0 0 0,0 1 1 0 0,0 0-1 0 0,-1 0 0 0 0,1 0 0 0 0,-1 1 0 0 0,5 6 0 0 0,-5-3-3 0 0,-1 0 0 0 0,0 0 0 0 0,-1 0 0 0 0,4 13 1 0 0,-5-13 2 0 0,1-1 1 0 0,0 1-1 0 0,0-1 1 0 0,1 0 0 0 0,6 11-1 0 0,-8-17 2 0 0,0 0-1 0 0,0 1 1 0 0,0-1-1 0 0,0 0 1 0 0,0-1-1 0 0,0 1 1 0 0,0 0 0 0 0,1-1-1 0 0,-1 1 1 0 0,1-1-1 0 0,-1 1 1 0 0,1-1-1 0 0,0 0 1 0 0,-1 0-1 0 0,1-1 1 0 0,0 1 0 0 0,0 0-1 0 0,0-1 1 0 0,-1 0-1 0 0,1 0 1 0 0,4 0-1 0 0,-3 0 20 0 0,0 0 0 0 0,0-1 0 0 0,0 1 0 0 0,0-1 0 0 0,0 0 0 0 0,0 0 0 0 0,0-1 0 0 0,0 1 0 0 0,0-1 0 0 0,-1 0 0 0 0,1 0 0 0 0,-1 0 0 0 0,1-1 0 0 0,-1 1 0 0 0,0-1 0 0 0,0 1 0 0 0,0-1 0 0 0,0 0 0 0 0,0-1 0 0 0,-1 1 0 0 0,1 0 0 0 0,-1-1 0 0 0,0 1 0 0 0,0-1 0 0 0,0 0 0 0 0,-1 1 0 0 0,1-1 0 0 0,-1 0 0 0 0,0 0 0 0 0,0 0 0 0 0,0 0 0 0 0,0 0 0 0 0,-1-5 0 0 0,1 3 25 0 0,0 0-1 0 0,-1 1 1 0 0,0-1-1 0 0,0 0 1 0 0,-1 0-1 0 0,1 0 1 0 0,-1 1-1 0 0,-1-1 1 0 0,1 0-1 0 0,-1 1 1 0 0,0-1-1 0 0,0 1 1 0 0,0 0-1 0 0,-1-1 1 0 0,0 1-1 0 0,0 0 1 0 0,0 1-1 0 0,-1-1 1 0 0,1 0-1 0 0,-1 1 1 0 0,0 0-1 0 0,-1 0 1 0 0,-6-5-1 0 0,8 7-43 0 0,-1 0 0 0 0,0 1 0 0 0,1-1 0 0 0,-1 1 0 0 0,0 0 0 0 0,0 0 0 0 0,0 0-1 0 0,0 1 1 0 0,0-1 0 0 0,1 1 0 0 0,-1 0 0 0 0,0 0 0 0 0,0 1 0 0 0,0-1-1 0 0,0 1 1 0 0,0 0 0 0 0,-5 1 0 0 0,6-1-193 0 0,1 0 1 0 0,-1 0-1 0 0,0 1 0 0 0,1-1 0 0 0,-1 0 0 0 0,1 1 1 0 0,0 0-1 0 0,0 0 0 0 0,-1 0 0 0 0,-2 3 0 0 0,4-3-260 0 0,-1 0 1 0 0,1 0-1 0 0,0 1 0 0 0,0-1 0 0 0,0 0 0 0 0,0 0 0 0 0,0 0 0 0 0,0 1 0 0 0,0-1 0 0 0,1 1 0 0 0,0-1 0 0 0,-1 0 0 0 0,1 5 0 0 0,1-1-1955 0 0</inkml:trace>
</inkml:ink>
</file>

<file path=ppt/ink/ink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2:42:16.6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0 584 0 0,'14'4'680'0'0,"1"1"0"0"0,0 1 1 0 0,-1 0-1 0 0,0 1 0 0 0,19 12 0 0 0,-25-14-510 0 0,1 0-1 0 0,-1 1 1 0 0,-1 1-1 0 0,1-1 1 0 0,-1 1-1 0 0,0 0 1 0 0,-1 0 0 0 0,0 1-1 0 0,9 13 1 0 0,-14-19-151 0 0,-1-1 0 0 0,1 0 0 0 0,0 1 1 0 0,0-1-1 0 0,-1 0 0 0 0,1 1 0 0 0,-1-1 0 0 0,0 1 1 0 0,1-1-1 0 0,-1 1 0 0 0,0-1 0 0 0,0 1 1 0 0,0-1-1 0 0,0 1 0 0 0,0-1 0 0 0,0 1 1 0 0,0-1-1 0 0,0 1 0 0 0,-1-1 0 0 0,1 1 0 0 0,0-1 1 0 0,-1 1-1 0 0,0-1 0 0 0,1 0 0 0 0,-1 1 1 0 0,0-1-1 0 0,0 0 0 0 0,1 1 0 0 0,-1-1 1 0 0,0 0-1 0 0,0 0 0 0 0,0 0 0 0 0,-1 0 0 0 0,1 0 1 0 0,0 0-1 0 0,0 0 0 0 0,-1 0 0 0 0,1 0 1 0 0,0-1-1 0 0,-1 1 0 0 0,1-1 0 0 0,0 1 1 0 0,-1-1-1 0 0,1 1 0 0 0,-1-1 0 0 0,1 0 1 0 0,-1 1-1 0 0,1-1 0 0 0,-1 0 0 0 0,1 0 0 0 0,-3-1 1 0 0,2 1 62 0 0,-2-4 52 0 0,3 4-128 0 0,0 0 0 0 0,1 0-1 0 0,-1-1 1 0 0,1 1 0 0 0,-1 0 0 0 0,1-1-1 0 0,0 1 1 0 0,-1 0 0 0 0,1-1-1 0 0,-1 1 1 0 0,1 0 0 0 0,0-1 0 0 0,-1 1-1 0 0,1 0 1 0 0,0-1 0 0 0,-1 1 0 0 0,1-1-1 0 0,0 1 1 0 0,-1-1 0 0 0,1 1-1 0 0,0-1 1 0 0,0 1 0 0 0,0-1 0 0 0,0 1-1 0 0,0-1 1 0 0,-1 0 0 0 0,1 1-1 0 0,0-1 1 0 0,0 1 0 0 0,0-1 0 0 0,0 1-1 0 0,0-1 1 0 0,1 1 0 0 0,-1-1 0 0 0,0 1-1 0 0,0-1 1 0 0,0 0 0 0 0,3-8-2 0 0,0 1 0 0 0,1-1 0 0 0,0 1 1 0 0,0 0-1 0 0,1 0 0 0 0,0 0 0 0 0,0 1 1 0 0,1-1-1 0 0,0 1 0 0 0,0 1 0 0 0,0-1 1 0 0,1 1-1 0 0,0 0 0 0 0,0 1 0 0 0,1-1 1 0 0,0 2-1 0 0,0-1 0 0 0,0 1 0 0 0,0 0 1 0 0,1 1-1 0 0,-1 0 0 0 0,1 0 0 0 0,0 0 1 0 0,0 2-1 0 0,0-1 0 0 0,10 0 0 0 0,11 0-2591 0 0,53 4-1 0 0,-66 0 1050 0 0</inkml:trace>
</inkml:ink>
</file>

<file path=ppt/ink/ink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2:42:17.0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80 309 540 0 0,'-5'1'354'0'0,"0"0"0"0"0,-1 1 0 0 0,1 0 0 0 0,0 0 0 0 0,0 0 1 0 0,0 0-1 0 0,0 1 0 0 0,0 0 0 0 0,0 0 0 0 0,1 0 0 0 0,-1 1 0 0 0,-3 3 0 0 0,7-6-301 0 0,0 0 0 0 0,0 0 0 0 0,0 0 0 0 0,0 1 0 0 0,0-1-1 0 0,0 0 1 0 0,1 1 0 0 0,-1-1 0 0 0,0 0 0 0 0,1 1 0 0 0,-1-1 0 0 0,1 1 0 0 0,-1-1-1 0 0,1 1 1 0 0,0-1 0 0 0,-1 1 0 0 0,1-1 0 0 0,0 1 0 0 0,0-1 0 0 0,0 1 0 0 0,0-1-1 0 0,0 1 1 0 0,1-1 0 0 0,-1 1 0 0 0,0-1 0 0 0,1 1 0 0 0,-1-1 0 0 0,1 1 0 0 0,0-1-1 0 0,-1 0 1 0 0,1 1 0 0 0,0-1 0 0 0,0 0 0 0 0,0 0 0 0 0,0 1 0 0 0,0-1-1 0 0,0 0 1 0 0,0 0 0 0 0,0 0 0 0 0,0 0 0 0 0,0 0 0 0 0,1-1 0 0 0,-1 1 0 0 0,0 0-1 0 0,3 1 1 0 0,-1-1-26 0 0,0 0 0 0 0,0 1 0 0 0,0-1 0 0 0,0 0 0 0 0,1-1 0 0 0,-1 1 0 0 0,0-1 0 0 0,0 1 0 0 0,1-1 0 0 0,-1 0-1 0 0,0 0 1 0 0,1 0 0 0 0,-1 0 0 0 0,0-1 0 0 0,0 0 0 0 0,1 1 0 0 0,-1-1 0 0 0,0 0 0 0 0,0-1 0 0 0,0 1 0 0 0,0 0 0 0 0,0-1 0 0 0,0 0-1 0 0,-1 1 1 0 0,1-1 0 0 0,-1 0 0 0 0,1-1 0 0 0,2-2 0 0 0,3-1-4 0 0,-1-1 0 0 0,0-1 0 0 0,0 0 0 0 0,-1 0 0 0 0,0 0 0 0 0,0-1 0 0 0,8-16-1 0 0,-6 2 82 0 0,-1-1 0 0 0,-1 0-1 0 0,-1-1 1 0 0,-1 1 0 0 0,-1-1 0 0 0,-1 0-1 0 0,-1 1 1 0 0,-2-1 0 0 0,-4-35-1 0 0,5 59-31 0 0,0 0-1 0 0,0-1 1 0 0,0 1-1 0 0,0-1 0 0 0,0 1 1 0 0,0 0-1 0 0,0-1 1 0 0,-1 1-1 0 0,1-1 1 0 0,0 1-1 0 0,-1 0 0 0 0,1-1 1 0 0,-1 1-1 0 0,0 0 1 0 0,1 0-1 0 0,-1-1 1 0 0,0 1-1 0 0,0 0 0 0 0,0 0 1 0 0,-1-1-1 0 0,1 2-24 0 0,0 0-1 0 0,0 1 1 0 0,0-1-1 0 0,0 1 1 0 0,1-1-1 0 0,-1 1 1 0 0,0 0-1 0 0,0-1 1 0 0,1 1-1 0 0,-1 0 1 0 0,0-1-1 0 0,1 1 1 0 0,-1 0-1 0 0,0 0 1 0 0,1 0-1 0 0,0-1 1 0 0,-1 1-1 0 0,1 0 1 0 0,-1 0-1 0 0,1 2 1 0 0,-21 61 795 0 0,18-46-695 0 0,1 1 0 0 0,1 0 1 0 0,0 0-1 0 0,2 0 0 0 0,0-1 0 0 0,7 36 1 0 0,38 111-3499 0 0,-26-102-1852 0 0,-13-41 2179 0 0</inkml:trace>
</inkml:ink>
</file>

<file path=ppt/ink/ink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2:42:19.9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172 59 124 0 0,'4'-39'6219'0'0,"-6"37"-6121"0"0,0 1 0 0 0,0-1 1 0 0,0 0-1 0 0,0 1 1 0 0,0 0-1 0 0,0-1 0 0 0,0 1 1 0 0,0 0-1 0 0,-1 0 1 0 0,1 0-1 0 0,0 1 0 0 0,-1-1 1 0 0,1 0-1 0 0,-1 1 0 0 0,1 0 1 0 0,-4-1-1 0 0,-45-1 953 0 0,43 2-700 0 0,7 0-340 0 0,1 0 1 0 0,-1 0 0 0 0,1 0-1 0 0,0 1 1 0 0,-1-1-1 0 0,1 0 1 0 0,-1 0 0 0 0,1 0-1 0 0,-1 0 1 0 0,1 1-1 0 0,-1-1 1 0 0,1 0 0 0 0,0 1-1 0 0,-1-1 1 0 0,1 0-1 0 0,-1 0 1 0 0,1 1-1 0 0,0-1 1 0 0,-1 1 0 0 0,1-1-1 0 0,0 0 1 0 0,0 1-1 0 0,-1-1 1 0 0,1 1 0 0 0,0-1-1 0 0,0 1 1 0 0,0-1-1 0 0,-1 1 1 0 0,1-1 0 0 0,0 1-1 0 0,0-1 1 0 0,0 0-1 0 0,0 1 1 0 0,0-1 0 0 0,0 1-1 0 0,0-1 1 0 0,0 1-1 0 0,0-1 1 0 0,0 1-1 0 0,0-1 1 0 0,0 1 0 0 0,1-1-1 0 0,-1 1 1 0 0,0-1-1 0 0,0 1 1 0 0,0-1 0 0 0,1 1-1 0 0,0 0 1 0 0,9 21 229 0 0,24 17 33 0 0,-28-33-238 0 0,0 0 0 0 0,0 1-1 0 0,-1-1 1 0 0,0 1 0 0 0,0 0 0 0 0,-1 0-1 0 0,1 1 1 0 0,5 13 0 0 0,-10-19-28 0 0,0 0 1 0 0,0 0-1 0 0,0 0 1 0 0,0 0 0 0 0,0 0-1 0 0,-1-1 1 0 0,1 1-1 0 0,0 0 1 0 0,-1 0 0 0 0,1 0-1 0 0,-1-1 1 0 0,0 1-1 0 0,0 0 1 0 0,0-1-1 0 0,1 1 1 0 0,-2 0 0 0 0,1-1-1 0 0,0 1 1 0 0,0-1-1 0 0,0 0 1 0 0,-1 1 0 0 0,1-1-1 0 0,0 0 1 0 0,-1 0-1 0 0,1 0 1 0 0,-1 0 0 0 0,0 0-1 0 0,1 0 1 0 0,-1 0-1 0 0,0-1 1 0 0,0 1-1 0 0,1 0 1 0 0,-1-1 0 0 0,-2 1-1 0 0,-11 3-132 0 0,-1 0 0 0 0,0 0 1 0 0,-16 0-1 0 0,15-1-493 0 0,-1-1-938 0 0,5-2-2231 0 0</inkml:trace>
</inkml:ink>
</file>

<file path=ppt/ink/ink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2:42:25.8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0 103 32 0 0,'0'-32'3364'0'0,"1"29"-3260"0"0,-1 1 0 0 0,1-1 0 0 0,-1 1 0 0 0,1 0 0 0 0,0 0 0 0 0,0-1-1 0 0,0 1 1 0 0,0 0 0 0 0,0 0 0 0 0,0 0 0 0 0,1 0 0 0 0,-1 0 0 0 0,1 0 0 0 0,-1 1 0 0 0,1-1 0 0 0,0 0 0 0 0,0 1 0 0 0,0-1 0 0 0,0 1 0 0 0,0 0 0 0 0,0 0 0 0 0,0-1 0 0 0,0 1 0 0 0,0 1 0 0 0,1-1 0 0 0,-1 0 0 0 0,0 0 0 0 0,0 1 0 0 0,4-1 0 0 0,7-2 52 0 0,1 1 0 0 0,0 0 0 0 0,26 1 0 0 0,-38 1-116 0 0,26 12 414 0 0,-24-9-412 0 0,0 0 0 0 0,-1 0 0 0 0,1 1 0 0 0,-1-1-1 0 0,0 1 1 0 0,1 0 0 0 0,-2 0 0 0 0,1 0 0 0 0,0 0-1 0 0,-1 1 1 0 0,0-1 0 0 0,0 1 0 0 0,0 0 0 0 0,-1-1-1 0 0,0 1 1 0 0,1 0 0 0 0,-1 6 0 0 0,2 7 45 0 0,-2 0 1 0 0,0 0 0 0 0,-2 24 0 0 0,0-28-39 0 0,-1-1 1 0 0,0 1 0 0 0,-7 18-1 0 0,8-28 4 0 0,0 0 0 0 0,0 1 0 0 0,-1-1 0 0 0,0 0 1 0 0,0-1-1 0 0,0 1 0 0 0,0 0 0 0 0,0 0 0 0 0,-1-1 0 0 0,0 1 0 0 0,0-1 0 0 0,0 0 0 0 0,0 0 0 0 0,-6 4 0 0 0,8-6-20 0 0,0 0-1 0 0,0-1 1 0 0,0 1 0 0 0,0-1 0 0 0,0 1 0 0 0,-1-1-1 0 0,1 0 1 0 0,0 1 0 0 0,0-1 0 0 0,0 0-1 0 0,-1 0 1 0 0,1 0 0 0 0,0 0 0 0 0,0 0 0 0 0,0 0-1 0 0,-1 0 1 0 0,1 0 0 0 0,0 0 0 0 0,0-1-1 0 0,0 1 1 0 0,-1 0 0 0 0,1-1 0 0 0,0 1 0 0 0,0-1-1 0 0,0 1 1 0 0,-2-2 0 0 0,2 0 6 0 0,-1 0 0 0 0,0 0 0 0 0,1 0 0 0 0,-1 0 0 0 0,1 0 0 0 0,0 0 0 0 0,0 0 0 0 0,0-1 0 0 0,0 1 0 0 0,0 0 0 0 0,0-1 0 0 0,0-2 0 0 0,-1-5 28 0 0,1 1 1 0 0,0 0-1 0 0,0-1 1 0 0,1 1 0 0 0,2-18-1 0 0,2 11-13 0 0,0 0-1 0 0,1 0 1 0 0,1 1-1 0 0,0 0 1 0 0,1 0-1 0 0,14-23 1 0 0,-16 30-124 0 0,0 0 1 0 0,1 0-1 0 0,0 0 1 0 0,0 1-1 0 0,1 0 1 0 0,0 0-1 0 0,0 1 1 0 0,0 0-1 0 0,1 0 1 0 0,0 1 0 0 0,0 0-1 0 0,14-7 1 0 0,-17 11-159 0 0,0 0 1 0 0,0 0-1 0 0,0 0 1 0 0,0 1-1 0 0,0 0 0 0 0,0 0 1 0 0,0 0-1 0 0,0 0 1 0 0,0 1-1 0 0,8 2 1 0 0,25 11-4550 0 0,-29-9 2685 0 0</inkml:trace>
</inkml:ink>
</file>

<file path=ppt/ink/ink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2:42:26.9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113 392 180 0 0,'0'0'577'0'0,"0"0"-534"0"0,0 0 0 0 0,0 0 1 0 0,0 0-1 0 0,0 0 1 0 0,0 0-1 0 0,0 0 0 0 0,-1 1 1 0 0,1-1-1 0 0,0 0 0 0 0,0 0 1 0 0,0 0-1 0 0,0 0 0 0 0,0 0 1 0 0,0 0-1 0 0,-1 0 0 0 0,1 0 1 0 0,0 0-1 0 0,0 0 1 0 0,0 0-1 0 0,0-1 0 0 0,0 1 1 0 0,-1 0-1 0 0,1 0 0 0 0,0 0 1 0 0,0 0-1 0 0,0 0 0 0 0,0 0 1 0 0,0 0-1 0 0,0 0 0 0 0,0 0 1 0 0,0 0-1 0 0,-1 0 0 0 0,1 0 1 0 0,0-1-1 0 0,0 1 1 0 0,0 0-1 0 0,0 0 0 0 0,0 0 1 0 0,0 0-1 0 0,0 0 0 0 0,0 0 1 0 0,0 0-1 0 0,0-1 0 0 0,0 1 1 0 0,0 0-1 0 0,0 0 0 0 0,0 0 1 0 0,0 0-1 0 0,0 0 1 0 0,0-1-1 0 0,0 1 0 0 0,0 0 1 0 0,0 0-1 0 0,0 0 0 0 0,0 0 1 0 0,0 0-1 0 0,0 0 0 0 0,0-1 1 0 0,0 1-1 0 0,0 0 0 0 0,0 0 1 0 0,0 0-1 0 0,0 0 1 0 0,0 0-1 0 0,0 0 0 0 0,0 0 1 0 0,0-1-1 0 0,1 1 0 0 0,-1 0 1 0 0,-10 6 173 0 0,1 0 0 0 0,1 1 0 0 0,-1 0 1 0 0,1 0-1 0 0,0 1 0 0 0,0 0 0 0 0,1 0 0 0 0,0 1 1 0 0,-9 15-1 0 0,14-20-155 0 0,-1 1 1 0 0,1-1 0 0 0,0 1-1 0 0,0-1 1 0 0,0 1-1 0 0,0 0 1 0 0,1 0-1 0 0,0 0 1 0 0,0 0-1 0 0,0 0 1 0 0,1 0 0 0 0,0 0-1 0 0,0 0 1 0 0,0 0-1 0 0,1 0 1 0 0,-1 1-1 0 0,1-1 1 0 0,0-1 0 0 0,1 1-1 0 0,-1 0 1 0 0,1 0-1 0 0,0 0 1 0 0,4 7-1 0 0,-5-10-37 0 0,0-1 0 0 0,0 0 0 0 0,0 0 0 0 0,1 0 0 0 0,-1 0 0 0 0,0 0 0 0 0,0 0 0 0 0,1 0 0 0 0,-1 0 0 0 0,0 0 0 0 0,1 0 0 0 0,-1-1 0 0 0,1 1 0 0 0,-1-1 0 0 0,1 1 0 0 0,-1-1 0 0 0,1 0 0 0 0,0 1 0 0 0,-1-1 0 0 0,1 0-1 0 0,-1 0 1 0 0,1 0 0 0 0,0 0 0 0 0,-1 0 0 0 0,1-1 0 0 0,-1 1 0 0 0,1 0 0 0 0,-1-1 0 0 0,1 1 0 0 0,-1-1 0 0 0,1 0 0 0 0,-1 1 0 0 0,1-1 0 0 0,0-1 0 0 0,3 0 18 0 0,-1-1 1 0 0,0 1 0 0 0,0-1-1 0 0,-1 0 1 0 0,1 0-1 0 0,0 0 1 0 0,-1 0-1 0 0,0-1 1 0 0,0 1 0 0 0,4-6-1 0 0,-4 3-12 0 0,-1 0 0 0 0,0 0 0 0 0,0 0-1 0 0,0 0 1 0 0,0 0 0 0 0,-1-1 0 0 0,0 1 0 0 0,-1 0 0 0 0,1-11-1 0 0,4-32 72 0 0,-3 44-99 0 0,0 0 0 0 0,0 1 0 0 0,1-1 1 0 0,-1 1-1 0 0,1-1 0 0 0,0 1 0 0 0,0 0 1 0 0,1 0-1 0 0,-1 0 0 0 0,1 0 0 0 0,0 1 1 0 0,0 0-1 0 0,0-1 0 0 0,0 1 0 0 0,0 1 1 0 0,1-1-1 0 0,-1 1 0 0 0,1 0 0 0 0,0 0 1 0 0,0 0-1 0 0,9-2 0 0 0,-11 3-1 0 0,1 0 1 0 0,0 0-1 0 0,0 0 0 0 0,0 1 0 0 0,0-1 0 0 0,0 1 1 0 0,0 0-1 0 0,0 0 0 0 0,0 0 0 0 0,-1 1 0 0 0,1 0 0 0 0,0-1 1 0 0,0 1-1 0 0,0 1 0 0 0,0-1 0 0 0,-1 0 0 0 0,1 1 1 0 0,-1 0-1 0 0,1 0 0 0 0,-1 0 0 0 0,0 0 0 0 0,1 0 1 0 0,-1 1-1 0 0,0 0 0 0 0,-1-1 0 0 0,1 1 0 0 0,0 0 0 0 0,-1 0 1 0 0,3 4-1 0 0,1 6 5 0 0,2-1 0 0 0,-1 0 1 0 0,2-1-1 0 0,-1 1 0 0 0,2-1 1 0 0,11 10-1 0 0,-17-17-4 0 0,1 0 1 0 0,0-1-1 0 0,0 0 0 0 0,0 0 1 0 0,0 0-1 0 0,0-1 0 0 0,1 1 1 0 0,-1-1-1 0 0,1-1 0 0 0,0 1 1 0 0,0-1-1 0 0,-1 0 0 0 0,1 0 1 0 0,0-1-1 0 0,0 1 1 0 0,0-1-1 0 0,9-2 0 0 0,-8 2 18 0 0,-1-1 0 0 0,0 0 0 0 0,1-1 0 0 0,-1 1 0 0 0,0-1-1 0 0,0-1 1 0 0,0 1 0 0 0,0-1 0 0 0,0 0 0 0 0,-1 0 0 0 0,10-8 0 0 0,-12 8 10 0 0,0 0 0 0 0,0 0 1 0 0,0 0-1 0 0,-1 0 1 0 0,1-1-1 0 0,-1 0 0 0 0,0 1 1 0 0,0-1-1 0 0,0 0 1 0 0,0 0-1 0 0,-1 0 0 0 0,0 0 1 0 0,0 0-1 0 0,0 0 0 0 0,0-1 1 0 0,0 1-1 0 0,-1 0 1 0 0,0-6-1 0 0,0 9-26 0 0,0 0 1 0 0,-1 0-1 0 0,1 0 1 0 0,-1 0 0 0 0,1 0-1 0 0,-1 0 1 0 0,1 0-1 0 0,-1 0 1 0 0,0 1-1 0 0,0-1 1 0 0,1 0-1 0 0,-1 0 1 0 0,0 1-1 0 0,0-1 1 0 0,0 0-1 0 0,1 1 1 0 0,-1-1-1 0 0,0 1 1 0 0,0-1-1 0 0,0 1 1 0 0,0-1-1 0 0,0 1 1 0 0,0 0-1 0 0,0-1 1 0 0,-1 1-1 0 0,1 0 1 0 0,-1 0-1 0 0,-25-4 62 0 0,-65 16 18 0 0,90-12-80 0 0,-4-1 5 0 0,5 1-9 0 0,1 0-1 0 0,-1 0 1 0 0,1 0-1 0 0,-1 0 1 0 0,1 0-1 0 0,-1 0 0 0 0,1 0 1 0 0,-1 0-1 0 0,1 0 1 0 0,-1 0-1 0 0,0 0 1 0 0,1 0-1 0 0,-1 0 1 0 0,1 0-1 0 0,-1 0 1 0 0,1-1-1 0 0,-1 1 1 0 0,1 0-1 0 0,0 0 0 0 0,-1 0 1 0 0,1-1-1 0 0,-1 1 1 0 0,1 0-1 0 0,-1-1 1 0 0,1 1-1 0 0,0 0 1 0 0,-1-1-1 0 0,1 1 1 0 0,0-1-1 0 0,-1 1 0 0 0,1-1 1 0 0,0 1-1 0 0,0 0 1 0 0,-1-1-1 0 0,1 1 1 0 0,0-1-1 0 0,0 1 1 0 0,0-1-1 0 0,0 1 1 0 0,-1-1-1 0 0,1 1 0 0 0,0-1 1 0 0,0 0-1 0 0,0 1 1 0 0,0-1-1 0 0,0 1 1 0 0,0-1-1 0 0,1 1 1 0 0,-1-1-1 0 0,0 1 1 0 0,0-1-1 0 0,0 1 1 0 0,1-1-1 0 0,8-20-5 0 0,0 0 0 0 0,2 1 0 0 0,0 1 0 0 0,25-32 0 0 0,65-65-62 0 0,-83 98 55 0 0,1 0 0 0 0,0 1-1 0 0,2 2 1 0 0,26-17 0 0 0,-35 25 7 0 0,-1 0-1 0 0,1 1 1 0 0,1 1-1 0 0,-1 0 1 0 0,1 0-1 0 0,-1 1 1 0 0,1 1-1 0 0,0 0 0 0 0,27-2 1 0 0,-36 5 4 0 0,1 0 1 0 0,-1 1-1 0 0,1-1 0 0 0,-1 1 0 0 0,1 0 1 0 0,-1 0-1 0 0,1 0 0 0 0,-1 1 0 0 0,0-1 1 0 0,0 1-1 0 0,0 0 0 0 0,0 1 1 0 0,0-1-1 0 0,0 1 0 0 0,0-1 0 0 0,6 7 1 0 0,-6-4 7 0 0,1 1 1 0 0,-1 0-1 0 0,0 0 1 0 0,0 0 0 0 0,-1 0-1 0 0,0 0 1 0 0,0 1 0 0 0,-1 0-1 0 0,4 12 1 0 0,-1 9 40 0 0,-1 1 0 0 0,-1-1 0 0 0,-2 1 0 0 0,-2 34 0 0 0,1-56-39 0 0,-10 272 387 0 0,10-272-378 0 0,1 6 4 0 0,-1 1-1 0 0,-1-1 1 0 0,-1 0 0 0 0,-2 13-1 0 0,4-24 50 0 0,-9 19-1340 0 0,9-21 1099 0 0,-1-1-1 0 0,1 1 1 0 0,0 0-1 0 0,-1 0 1 0 0,1 0-1 0 0,-1 0 0 0 0,1 0 1 0 0,0-1-1 0 0,-1 1 1 0 0,1 0-1 0 0,-1 0 0 0 0,1 0 1 0 0,0-1-1 0 0,-1 1 1 0 0,1 0-1 0 0,0-1 1 0 0,0 1-1 0 0,-1 0 0 0 0,1-1 1 0 0,0 1-1 0 0,0 0 1 0 0,-1-1-1 0 0,1 1 1 0 0,0-1-1 0 0,0 1 0 0 0,0 0 1 0 0,0-1-1 0 0,0 1 1 0 0,0-1-1 0 0,0 1 1 0 0,0 0-1 0 0,-1-1 0 0 0,1 1 1 0 0,1-1-1 0 0,-1 0 1 0 0,-4-8-2060 0 0</inkml:trace>
</inkml:ink>
</file>

<file path=ppt/ink/ink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2:42:27.2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40 348 0 0,'2'-5'712'0'0,"2"0"-120"0"0,0 1-4 0 0,2 1-60 0 0,3 1-64 0 0,-1-1-52 0 0,-2-1-40 0 0,3 1-44 0 0,3 1-24 0 0,5-1-48 0 0,-1 3-148 0 0,3-2-180 0 0,0 0-164 0 0,8 2-188 0 0,-8 0-292 0 0,6 0-772 0 0,0-2 340 0 0</inkml:trace>
</inkml:ink>
</file>

<file path=ppt/ink/ink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2:42:27.6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1 167 512 0 0,'14'-6'2938'0'0,"85"-9"-1673"0"0,-58 13-943 0 0,493-39 2013 0 0,-520 39-2278 0 0,0-1 0 0 0,-1 0 0 0 0,1-1 0 0 0,18-7 0 0 0,-30 10-47 0 0,0 0 0 0 0,0 0 0 0 0,0 0 0 0 0,0 0 0 0 0,0-1 0 0 0,-1 1 0 0 0,1-1 0 0 0,0 1 0 0 0,-1-1-1 0 0,1 1 1 0 0,-1-1 0 0 0,1 0 0 0 0,-1 0 0 0 0,0 0 0 0 0,2-2 0 0 0,-3 2-3 0 0,1 0-1 0 0,-1 1 1 0 0,0-1-1 0 0,0 0 1 0 0,0 0-1 0 0,0 1 1 0 0,0-1-1 0 0,-1 0 1 0 0,1 1-1 0 0,0-1 1 0 0,-1 0-1 0 0,0 1 1 0 0,1-1-1 0 0,-1 1 1 0 0,0-1-1 0 0,1 1 1 0 0,-1-1-1 0 0,0 1 1 0 0,0-1-1 0 0,0 1 1 0 0,-1 0-1 0 0,1 0 1 0 0,-3-3-1 0 0,3 3 2 0 0,0 0-1 0 0,0 0 0 0 0,0 0 1 0 0,0 0-1 0 0,0 0 1 0 0,-1 0-1 0 0,1 0 1 0 0,0 0-1 0 0,-1 0 1 0 0,1 1-1 0 0,-1-1 1 0 0,1 1-1 0 0,-1-1 1 0 0,1 1-1 0 0,-1 0 0 0 0,1-1 1 0 0,-1 1-1 0 0,0 0 1 0 0,1 0-1 0 0,-1 0 1 0 0,1 0-1 0 0,-1 0 1 0 0,-1 1-1 0 0,0 0 7 0 0,-1 0-1 0 0,1 0 0 0 0,0 1 1 0 0,0-1-1 0 0,0 1 1 0 0,0 0-1 0 0,1 0 0 0 0,-1 0 1 0 0,0 0-1 0 0,-3 4 1 0 0,-6 8-30 0 0,0 1 0 0 0,1 0 0 0 0,-12 21 0 0 0,15-22-111 0 0,4-7-70 0 0,-24 43-4225 0 0,27-43 2457 0 0</inkml:trace>
</inkml:ink>
</file>

<file path=ppt/ink/ink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2:42:29.6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151 596 748 0 0,'-4'-16'2503'0'0,"-2"4"1204"0"0,-14 32-3149 0 0,2 3-54 0 0,1 1 1 0 0,1 1-1 0 0,-16 34 0 0 0,26-45-369 0 0,0 0 1 0 0,0 1-1 0 0,2-1 0 0 0,0 1 0 0 0,0 0 1 0 0,2 1-1 0 0,-2 29 0 0 0,3-43-122 0 0,1-1 0 0 0,0 1 0 0 0,0 0 0 0 0,-1-1 1 0 0,1 1-1 0 0,1 0 0 0 0,-1-1 0 0 0,0 1 0 0 0,0 0 0 0 0,1-1 0 0 0,-1 1 0 0 0,0-1 1 0 0,1 1-1 0 0,0 0 0 0 0,-1-1 0 0 0,1 1 0 0 0,0-1 0 0 0,0 0 0 0 0,0 1 0 0 0,0-1 0 0 0,0 0 1 0 0,0 1-1 0 0,0-1 0 0 0,0 0 0 0 0,1 0 0 0 0,-1 0 0 0 0,0 0 0 0 0,1 0 0 0 0,1 1 1 0 0,1-2-5 0 0,0 0 1 0 0,0 0 0 0 0,-1 0 0 0 0,1 0 0 0 0,0-1 0 0 0,-1 1 0 0 0,1-1 0 0 0,0 0 0 0 0,-1 0 0 0 0,1-1 0 0 0,-1 1 0 0 0,6-3 0 0 0,41-31 37 0 0,-44 30-57 0 0,-1 0 0 0 0,1 1 0 0 0,0 0 1 0 0,0 0-1 0 0,0 0 0 0 0,1 1 0 0 0,-1 0 1 0 0,1 0-1 0 0,10-3 0 0 0,-12 6 5 0 0,1 1-1 0 0,-1 0 1 0 0,0 0-1 0 0,0 0 1 0 0,-1 0-1 0 0,1 1 1 0 0,0 0 0 0 0,0 0-1 0 0,-1 0 1 0 0,7 4-1 0 0,12 4-10 0 0,-12-5 14 0 0,1-1 1 0 0,0-1-1 0 0,1 0 1 0 0,-1-1-1 0 0,0 0 0 0 0,1-1 1 0 0,-1 0-1 0 0,1-1 0 0 0,15-1 1 0 0,-22 0 2 0 0,-1-1 0 0 0,1 1 0 0 0,-1-1 1 0 0,1 0-1 0 0,-1-1 0 0 0,0 1 0 0 0,0-1 0 0 0,0 0 0 0 0,0 0 1 0 0,-1 0-1 0 0,1-1 0 0 0,-1 0 0 0 0,0 0 0 0 0,0 0 0 0 0,0 0 1 0 0,-1-1-1 0 0,1 1 0 0 0,-1-1 0 0 0,0 0 0 0 0,-1 0 0 0 0,1 0 1 0 0,3-9-1 0 0,1-10-6 0 0,-1 0 1 0 0,0-1 0 0 0,-2 0 0 0 0,-1 1-1 0 0,-1-1 1 0 0,-1-1 0 0 0,-3-33-1 0 0,2 12-8 0 0,0 46 11 0 0,0-1 0 0 0,0 1 0 0 0,1 0 0 0 0,-1-1 0 0 0,0 1 0 0 0,1 0 0 0 0,-1-1 0 0 0,1 1 0 0 0,-1 0 0 0 0,1 0 1 0 0,0 0-1 0 0,0-1 0 0 0,-1 1 0 0 0,1 0 0 0 0,0 0 0 0 0,0 0 0 0 0,0 0 0 0 0,0 0 0 0 0,0 1 0 0 0,0-1 0 0 0,1 0 0 0 0,-1 0 1 0 0,0 1-1 0 0,0-1 0 0 0,0 0 0 0 0,1 1 0 0 0,-1 0 0 0 0,0-1 0 0 0,1 1 0 0 0,-1 0 0 0 0,0-1 0 0 0,1 1 0 0 0,-1 0 0 0 0,3 0 1 0 0,58 4-24 0 0,-43-2 23 0 0,34 2-12 0 0,-9 0-2 0 0,0-1-1 0 0,0-3 0 0 0,0-1 0 0 0,50-8 0 0 0,-82 7 11 0 0,0-1 0 0 0,-1 0 1 0 0,1 0-1 0 0,-1-1 0 0 0,0-1 1 0 0,0 0-1 0 0,-1 0 0 0 0,1-1 0 0 0,-1-1 1 0 0,0 1-1 0 0,-1-2 0 0 0,1 1 0 0 0,-2-1 1 0 0,1-1-1 0 0,-1 0 0 0 0,0 0 1 0 0,-1 0-1 0 0,0-1 0 0 0,0 0 0 0 0,5-13 1 0 0,-5 9-5 0 0,-1 0 0 0 0,-1-1 0 0 0,0 0 0 0 0,-1 1 0 0 0,-1-1 0 0 0,0-1 0 0 0,-1 1 1 0 0,0-21-1 0 0,-2 25 3 0 0,0 0 0 0 0,-1 1 0 0 0,-1-1 1 0 0,0 0-1 0 0,0 1 0 0 0,-1-1 0 0 0,0 1 1 0 0,-1 0-1 0 0,0 0 0 0 0,0 0 0 0 0,-1 1 1 0 0,-11-15-1 0 0,15 21 5 0 0,-1 1-1 0 0,1 0 1 0 0,-1 0-1 0 0,0 0 1 0 0,0 0 0 0 0,0 0-1 0 0,0 1 1 0 0,0-1 0 0 0,0 1-1 0 0,0-1 1 0 0,0 1-1 0 0,-1 0 1 0 0,1-1 0 0 0,0 1-1 0 0,-1 1 1 0 0,1-1-1 0 0,-1 0 1 0 0,0 0 0 0 0,1 1-1 0 0,-1 0 1 0 0,1-1 0 0 0,-1 1-1 0 0,-3 0 1 0 0,2 1 1 0 0,-1 0 1 0 0,0 1-1 0 0,0-1 1 0 0,1 1-1 0 0,-1 0 1 0 0,1 0-1 0 0,0 1 0 0 0,0-1 1 0 0,0 1-1 0 0,0 0 1 0 0,-6 5-1 0 0,-5 7 7 0 0,1 0-1 0 0,1 0 0 0 0,0 2 0 0 0,-19 33 1 0 0,9-4 6 0 0,2 1 1 0 0,2 0 0 0 0,3 2 0 0 0,1 0-1 0 0,3 1 1 0 0,2 0 0 0 0,-6 85 0 0 0,8 55 45 0 0,3-172 87 0 0,4-16-127 0 0,0 0-1 0 0,0 0 0 0 0,0 0 0 0 0,1 1 1 0 0,-1-1-1 0 0,1 0 0 0 0,0 0 1 0 0,-1 1-1 0 0,1-1 0 0 0,0 0 0 0 0,0 1 1 0 0,0-1-1 0 0,1 0 0 0 0,-1 1 1 0 0,1-1-1 0 0,-1 0 0 0 0,1 0 0 0 0,0 3 1 0 0,0-4-20 0 0,-1-1 1 0 0,0 0 1 0 0,0 0-1 0 0,0 0 1 0 0,0 0-1 0 0,0 0 1 0 0,0 0 0 0 0,0 0-1 0 0,0 1 1 0 0,0-1-1 0 0,0 0 1 0 0,0 0-1 0 0,0 0 1 0 0,0 0-1 0 0,0 0 1 0 0,0 0 0 0 0,0 0-1 0 0,0 0 1 0 0,0 0-1 0 0,0 1 1 0 0,0-1-1 0 0,0 0 1 0 0,0 0-1 0 0,0 0 1 0 0,0 0 0 0 0,0 0-1 0 0,0 0 1 0 0,0 0-1 0 0,1 0 1 0 0,-1 0-1 0 0,0 0 1 0 0,0 0-1 0 0,0 0 1 0 0,0 0 0 0 0,0 0-1 0 0,0 0 1 0 0,0 0-1 0 0,0 0 1 0 0,0 1-1 0 0,0-1 1 0 0,1 0-1 0 0,-1 0 1 0 0,0 0 0 0 0,0 0-1 0 0,0 0 1 0 0,0 0-1 0 0,0 0 1 0 0,0 0-1 0 0,0-1 1 0 0,0 1-1 0 0,0 0 1 0 0,1 0 0 0 0,-1 0-1 0 0,0 0 1 0 0,0 0-1 0 0,0 0 1 0 0,0 0-1 0 0,0 0 1 0 0,0 0-1 0 0,0 0 1 0 0,0 0 0 0 0,0 0-1 0 0,0 0 1 0 0,0 0-1 0 0,1 0 1 0 0,-1-1-1 0 0,40-38-28 0 0,-34 32 26 0 0,1 0 0 0 0,0 1-1 0 0,0 0 1 0 0,0 0 0 0 0,14-7 0 0 0,8-6 3 0 0,-22 14 0 0 0,1 0 0 0 0,-1 1 1 0 0,1 0-1 0 0,0 0 0 0 0,11-3 1 0 0,-18 6-5 0 0,32 6-27 0 0,-27 0 30 0 0,-1-1 0 0 0,1 1 0 0 0,-1 0 0 0 0,0 0 0 0 0,-1 0-1 0 0,1 1 1 0 0,-1 0 0 0 0,0 0 0 0 0,3 8 0 0 0,-4-9 2 0 0,-1 0 0 0 0,1 0 0 0 0,0-1-1 0 0,1 1 1 0 0,-1 0 0 0 0,1-1 0 0 0,0 0 0 0 0,0 0 0 0 0,0 0-1 0 0,1-1 1 0 0,-1 1 0 0 0,8 3 0 0 0,-6-5-1 0 0,0 0 0 0 0,1 0 0 0 0,0 0 1 0 0,-1-1-1 0 0,1 0 0 0 0,0-1 0 0 0,0 1 0 0 0,-1-1 0 0 0,1 0 0 0 0,0-1 0 0 0,0 0 1 0 0,0 0-1 0 0,-1 0 0 0 0,1-1 0 0 0,11-5 0 0 0,-13 6 0 0 0,-1 0-1 0 0,0-1 0 0 0,0 0 1 0 0,-1 1-1 0 0,1-2 1 0 0,0 1-1 0 0,-1 0 1 0 0,1-1-1 0 0,-1 1 0 0 0,1-1 1 0 0,-1 0-1 0 0,0 0 1 0 0,0 0-1 0 0,-1-1 1 0 0,1 1-1 0 0,-1-1 0 0 0,0 1 1 0 0,1-1-1 0 0,-2 0 1 0 0,1 0-1 0 0,0 0 1 0 0,-1 0-1 0 0,0 0 0 0 0,0 0 1 0 0,1-8-1 0 0,0 5 1 0 0,-2 6-2 0 0,1 0 0 0 0,-1 0-1 0 0,0-1 1 0 0,1 1 0 0 0,-1 0 0 0 0,0 0 0 0 0,0 0 0 0 0,0 0 0 0 0,0 0 0 0 0,0 0 0 0 0,0 0-1 0 0,0 0 1 0 0,0 0 0 0 0,-1-1 0 0 0,1 1 0 0 0,0 0 0 0 0,-1 0 0 0 0,1 0 0 0 0,-1-1 0 0 0,0 1-3 0 0,-20 33 9 0 0,20-28-4 0 0,0-1-1 0 0,1 1 1 0 0,0 0-1 0 0,0 0 1 0 0,0 0 0 0 0,0 0-1 0 0,1 0 1 0 0,-1 0-1 0 0,1 0 1 0 0,0 0-1 0 0,0-1 1 0 0,0 1 0 0 0,1 0-1 0 0,-1-1 1 0 0,4 7-1 0 0,-3-8 1 0 0,-1 1 0 0 0,1 0-1 0 0,-1-1 1 0 0,1 1 0 0 0,0-1 0 0 0,0 1-1 0 0,0-1 1 0 0,0 0 0 0 0,0 0-1 0 0,0 0 1 0 0,1 0 0 0 0,-1 0-1 0 0,1-1 1 0 0,0 1 0 0 0,-1-1-1 0 0,1 1 1 0 0,0-1 0 0 0,0 0 0 0 0,0 0-1 0 0,0 0 1 0 0,5 0 0 0 0,-5-1 1 0 0,-1 0 0 0 0,1 0 0 0 0,-1-1 1 0 0,0 1-1 0 0,1-1 0 0 0,-1 1 0 0 0,0-1 1 0 0,0 0-1 0 0,0 0 0 0 0,1 0 1 0 0,-1 0-1 0 0,0 0 0 0 0,0-1 0 0 0,0 1 1 0 0,0-1-1 0 0,-1 1 0 0 0,1-1 0 0 0,0 0 1 0 0,-1 1-1 0 0,1-1 0 0 0,-1 0 0 0 0,0 0 1 0 0,2-4-1 0 0,1-1 7 0 0,0-1 0 0 0,-1 0 0 0 0,-1 0 1 0 0,4-14-1 0 0,-4 13-5 0 0,13-57 31 0 0,-7 30-46 0 0,1 0-1 0 0,22-55 0 0 0,-27 80 15 0 0,6-14-5 0 0,0 1 0 0 0,1 0-1 0 0,2 1 1 0 0,0 0 0 0 0,2 1 0 0 0,0 1 0 0 0,1 0 0 0 0,21-20 0 0 0,-24 29-8 0 0,-7 6 7 0 0,0 1 0 0 0,1-1 0 0 0,0 1 0 0 0,-1 0 0 0 0,2 1 0 0 0,-1 0 0 0 0,10-5 0 0 0,-16 9 3 0 0,0 0 1 0 0,-1 0-1 0 0,1 0 1 0 0,0 0-1 0 0,-1 0 1 0 0,1 0-1 0 0,0 0 0 0 0,-1 0 1 0 0,1 0-1 0 0,0 0 1 0 0,-1 1-1 0 0,1-1 1 0 0,0 0-1 0 0,-1 0 0 0 0,1 1 1 0 0,0-1-1 0 0,-1 0 1 0 0,1 1-1 0 0,-1-1 0 0 0,1 0 1 0 0,-1 1-1 0 0,1-1 1 0 0,-1 1-1 0 0,1-1 1 0 0,-1 1-1 0 0,1-1 0 0 0,-1 1 1 0 0,0-1-1 0 0,1 1 1 0 0,-1 0-1 0 0,0-1 1 0 0,1 1-1 0 0,-1-1 0 0 0,0 1 1 0 0,0 0-1 0 0,0-1 1 0 0,1 1-1 0 0,-1 0 1 0 0,0-1-1 0 0,0 1 0 0 0,0 1 1 0 0,3 28-23 0 0,-28 97 51 0 0,-2 22-9 0 0,24-126-14 0 0,1 0 1 0 0,1 0-1 0 0,1 0 1 0 0,6 46-1 0 0,-5-63-4 0 0,0-1-1 0 0,0 1 0 0 0,1-1 1 0 0,0 1-1 0 0,0-1 1 0 0,0 0-1 0 0,0 0 1 0 0,1 0-1 0 0,0 0 1 0 0,0 0-1 0 0,0 0 1 0 0,1-1-1 0 0,-1 0 0 0 0,1 1 1 0 0,0-1-1 0 0,0-1 1 0 0,1 1-1 0 0,-1-1 1 0 0,1 1-1 0 0,0-1 1 0 0,0-1-1 0 0,0 1 1 0 0,0-1-1 0 0,0 1 0 0 0,0-2 1 0 0,7 3-1 0 0,-7-4-1 0 0,0 1 1 0 0,0-1-1 0 0,1 0 0 0 0,-1 0 0 0 0,0-1 0 0 0,1 1 0 0 0,-1-1 0 0 0,0 0 0 0 0,0-1 1 0 0,0 1-1 0 0,0-1 0 0 0,0 0 0 0 0,0 0 0 0 0,-1-1 0 0 0,1 1 0 0 0,-1-1 1 0 0,1 0-1 0 0,6-7 0 0 0,-4 4 34 0 0,0 0 0 0 0,-1 0 0 0 0,0-1 0 0 0,0 0 0 0 0,-1 0 0 0 0,0 0 0 0 0,0-1-1 0 0,-1 0 1 0 0,0 1 0 0 0,4-11 0 0 0,3-7 802 0 0,-9 44-481 0 0,3 21-1141 0 0,-1-28 304 0 0,15 40-5622 0 0,-13-38 3237 0 0</inkml:trace>
</inkml:ink>
</file>

<file path=ppt/ink/ink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2:42:31.2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0 505 368 0 0,'73'-71'7254'0'0,"21"-17"-5511"0"0,-85 79-1611 0 0,1 0 0 0 0,-1 0 0 0 0,-1 0 0 0 0,1-2 0 0 0,-2 1 0 0 0,0-1 0 0 0,0 0 0 0 0,-1 0 0 0 0,0-1 0 0 0,-1 1 0 0 0,8-26 0 0 0,-11 30-96 0 0,-1 0 0 0 0,0 0 0 0 0,0 0 0 0 0,0 0 0 0 0,-1-1 0 0 0,0 1 0 0 0,0 0 0 0 0,-1 0-1 0 0,0 0 1 0 0,-1 0 0 0 0,1 0 0 0 0,-1 0 0 0 0,0 0 0 0 0,-1 0 0 0 0,0 0 0 0 0,0 1 0 0 0,0 0 0 0 0,-1-1-1 0 0,0 1 1 0 0,0 0 0 0 0,-1 1 0 0 0,-7-8 0 0 0,-25-20 175 0 0,36 32-177 0 0,-2 18 3 0 0,2 12-16 0 0,7-6-36 0 0,2-1 1 0 0,0 0-1 0 0,1 0 1 0 0,1-1-1 0 0,15 23 1 0 0,21 48-93 0 0,-32-62-3 0 0,-6-12 21 0 0,0 1 0 0 0,0 0-1 0 0,5 25 1 0 0,-12-40 73 0 0,0-1 0 0 0,0 0 0 0 0,-1 1 1 0 0,1-1-1 0 0,-1 0 0 0 0,0 1 0 0 0,0-1 0 0 0,0 1 0 0 0,0-1 0 0 0,-1 1 0 0 0,0-1 0 0 0,1 0 0 0 0,-1 1 0 0 0,0-1 0 0 0,-1 0 0 0 0,1 0 0 0 0,0 0 0 0 0,-1 0 0 0 0,0 0 0 0 0,0 0 0 0 0,0 0 0 0 0,0 0 0 0 0,0-1 0 0 0,0 1 0 0 0,-5 3 0 0 0,8-7 11 0 0,0 0 1 0 0,0 0-1 0 0,-1 1 0 0 0,1-1 0 0 0,-1 0 0 0 0,1 0 0 0 0,0 0 1 0 0,-1 0-1 0 0,1 0 0 0 0,-1 0 0 0 0,0 0 0 0 0,1 0 0 0 0,-1 0 0 0 0,0 0 1 0 0,0 0-1 0 0,0 0 0 0 0,1 0 0 0 0,-1-1 0 0 0,0 1 0 0 0,0 0 1 0 0,-1 0-1 0 0,1 0 0 0 0,0 0 0 0 0,0 0 0 0 0,0 0 0 0 0,-1 0 0 0 0,1 0 1 0 0,-1 0-1 0 0,1 0 0 0 0,-1 0 0 0 0,1 0 0 0 0,-1 0 0 0 0,1 0 0 0 0,-1 0 1 0 0,0 0-1 0 0,1 1 0 0 0,-1-1 0 0 0,0 0 0 0 0,0 0 0 0 0,0 1 1 0 0,0-1-1 0 0,0 1 0 0 0,1-1 0 0 0,-1 1 0 0 0,0-1 0 0 0,0 1 0 0 0,0-1 1 0 0,0 1-1 0 0,-1 0 0 0 0,1 0 0 0 0,0-1 0 0 0,0 1 0 0 0,0 0 1 0 0,0 0-1 0 0,0 0 0 0 0,0 0 0 0 0,0 0 0 0 0,0 0 0 0 0,0 1 0 0 0,0-1 1 0 0,0 0-1 0 0,0 0 0 0 0,-1 1 0 0 0,1-1 0 0 0,1 1 0 0 0,-1-1 0 0 0,0 1 1 0 0,0-1-1 0 0,-1 2 0 0 0,9-9-39 0 0,0 0 0 0 0,1 0-1 0 0,0 1 1 0 0,0 0 0 0 0,0 1 0 0 0,1-1 0 0 0,15-5-1 0 0,75-26-237 0 0,-32 14 146 0 0,-41 13 94 0 0,39-18-47 0 0,-62 26 87 0 0,0 0 0 0 0,1 0 0 0 0,-1-1 0 0 0,0 1 0 0 0,0-1 0 0 0,0 1 0 0 0,-1-1 0 0 0,1 0 0 0 0,-1 0 0 0 0,1-1 0 0 0,-1 1 0 0 0,0 0 0 0 0,0-1 0 0 0,2-6 0 0 0,-2 3 4 0 0,-2 7-2 0 0,0-1 0 0 0,0 0 0 0 0,0 1 1 0 0,0-1-1 0 0,0 1 0 0 0,0-1 0 0 0,0 1 1 0 0,-1-1-1 0 0,1 0 0 0 0,0 1 0 0 0,0-1 1 0 0,0 1-1 0 0,-1-1 0 0 0,1 1 0 0 0,0-1 1 0 0,-1 1-1 0 0,1-1 0 0 0,0 1 0 0 0,-1-1 1 0 0,1 1-1 0 0,-1 0 0 0 0,1-1 0 0 0,-1 1 1 0 0,1 0-1 0 0,-1-1 0 0 0,0 1 0 0 0,-2-2 5 0 0,2 1-5 0 0,1 1 1 0 0,-1-1-1 0 0,0 1 0 0 0,1 0 1 0 0,-1-1-1 0 0,0 1 0 0 0,1 0 1 0 0,-1 0-1 0 0,0-1 1 0 0,0 1-1 0 0,1 0 0 0 0,-1 0 1 0 0,0 0-1 0 0,0 0 0 0 0,1 0 1 0 0,-1 0-1 0 0,0 0 1 0 0,0 0-1 0 0,1 0 0 0 0,-1 1 1 0 0,0-1-1 0 0,1 0 0 0 0,-1 0 1 0 0,0 1-1 0 0,1-1 1 0 0,-1 0-1 0 0,0 1 0 0 0,1-1 1 0 0,-1 0-1 0 0,0 1 0 0 0,1-1 1 0 0,-1 1-1 0 0,1-1 1 0 0,-1 1-1 0 0,1 0 0 0 0,-1-1 1 0 0,1 1-1 0 0,0-1 0 0 0,-1 1 1 0 0,1 0-1 0 0,0-1 0 0 0,-1 1 1 0 0,1 0-1 0 0,0 0 1 0 0,-9 28-25 0 0,10-22 26 0 0,-1-1-1 0 0,1 1 1 0 0,1 0-1 0 0,-1-1 1 0 0,1 1 0 0 0,0-1-1 0 0,0 1 1 0 0,1-1-1 0 0,0 0 1 0 0,0 0-1 0 0,0 0 1 0 0,1-1-1 0 0,0 1 1 0 0,0-1-1 0 0,1 0 1 0 0,-1 0 0 0 0,1 0-1 0 0,10 7 1 0 0,-11-9-2 0 0,-1 0-1 0 0,1-1 1 0 0,0 1 0 0 0,0-1 0 0 0,0 0 0 0 0,1 0 0 0 0,-1-1 0 0 0,0 1 0 0 0,0-1 0 0 0,1 0 0 0 0,-1 0 0 0 0,1-1 0 0 0,-1 1 0 0 0,1-1 0 0 0,0 0-1 0 0,-1 0 1 0 0,1-1 0 0 0,-1 1 0 0 0,1-1 0 0 0,-1 0 0 0 0,1 0 0 0 0,-1 0 0 0 0,0-1 0 0 0,0 0 0 0 0,1 1 0 0 0,-1-2 0 0 0,0 1 0 0 0,5-4 0 0 0,58-56 20 0 0,-54 48-13 0 0,1 1-1 0 0,1-1 0 0 0,30-20 1 0 0,-44 34-6 0 0,-1 0 0 0 0,1-1 0 0 0,0 1 0 0 0,-1 0 0 0 0,1-1 0 0 0,0 1 1 0 0,-1 0-1 0 0,1 0 0 0 0,0 0 0 0 0,0 0 0 0 0,0-1 0 0 0,-1 1 1 0 0,1 0-1 0 0,0 0 0 0 0,0 1 0 0 0,-1-1 0 0 0,1 0 0 0 0,0 0 1 0 0,0 0-1 0 0,-1 0 0 0 0,1 1 0 0 0,0-1 0 0 0,0 0 0 0 0,-1 1 0 0 0,1-1 1 0 0,0 0-1 0 0,-1 1 0 0 0,1-1 0 0 0,0 2 0 0 0,16 24 23 0 0,-14-18-14 0 0,0 0 0 0 0,-1 1 1 0 0,0-1-1 0 0,2 16 0 0 0,-3-12 2 0 0,0-10-9 0 0,-1 0 1 0 0,1 1 0 0 0,-1-1-1 0 0,0 0 1 0 0,0 0 0 0 0,0 0-1 0 0,0 1 1 0 0,0-1 0 0 0,-1 0 0 0 0,1 0-1 0 0,-2 5 1 0 0,2-7 7 0 0,7-1-8 0 0,0-1 1 0 0,0 0 0 0 0,0-1 0 0 0,-1 0 0 0 0,1 0 0 0 0,0 0 0 0 0,-1-1 0 0 0,12-9 0 0 0,37-19-28 0 0,-52 31 29 0 0,2 0 6 0 0,-4 0 0 0 0,2 2-7 0 0,1 0 1 0 0,-1 0 0 0 0,0 0 0 0 0,1 0 0 0 0,-1 0-1 0 0,0 1 1 0 0,0-1 0 0 0,0 1 0 0 0,0 0-1 0 0,3 2 1 0 0,14 22-302 0 0,-15-2-5463 0 0,-5-20 3497 0 0</inkml:trace>
</inkml:ink>
</file>

<file path=ppt/ink/ink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2:42:32.4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39 256 0 0,'5'-18'2347'0'0,"0"-1"462"0"0,-2 17-1602 0 0,1 11-321 0 0,-3-6-835 0 0,-1 1-1 0 0,0 0 0 0 0,0 0 1 0 0,0 0-1 0 0,0-1 0 0 0,-1 1 1 0 0,1 0-1 0 0,-1-1 0 0 0,-2 7 1 0 0,-2 17 121 0 0,1 71 239 0 0,1-71-335 0 0,2 1 1 0 0,0-1 0 0 0,2 1-1 0 0,0-1 1 0 0,2 1 0 0 0,2-1-1 0 0,13 50 1 0 0,-15-70-62 0 0,0 1-1 0 0,0-1 1 0 0,1-1 0 0 0,-1 1 0 0 0,1 0 0 0 0,1-1-1 0 0,-1 0 1 0 0,1 0 0 0 0,0 0 0 0 0,10 8-1 0 0,-12-12-11 0 0,0-1 0 0 0,0 1-1 0 0,0 0 1 0 0,0-1 0 0 0,1 0-1 0 0,-1 0 1 0 0,0 0 0 0 0,1 0-1 0 0,-1 0 1 0 0,1-1 0 0 0,-1 1-1 0 0,1-1 1 0 0,-1 0 0 0 0,1 0-1 0 0,-1 0 1 0 0,1-1 0 0 0,-1 1 0 0 0,1-1-1 0 0,-1 0 1 0 0,1 0 0 0 0,-1 0-1 0 0,0 0 1 0 0,0-1 0 0 0,1 1-1 0 0,4-4 1 0 0,-2 0 0 0 0,1 0 0 0 0,-1-1 0 0 0,0 1 0 0 0,0-1 0 0 0,0-1 0 0 0,-1 1 0 0 0,0-1 1 0 0,0 0-1 0 0,-1 0 0 0 0,0 0 0 0 0,0-1 0 0 0,-1 1 0 0 0,0-1 0 0 0,0 0 0 0 0,2-12 0 0 0,-5 18-1 0 0,0 1 0 0 0,0 0-1 0 0,0 0 1 0 0,0 0 0 0 0,0-1 0 0 0,-1 1-1 0 0,1 0 1 0 0,-1 0 0 0 0,1 0 0 0 0,-1 0-1 0 0,1 0 1 0 0,-1 0 0 0 0,1 0 0 0 0,-1 0-1 0 0,0 0 1 0 0,0 0 0 0 0,1 0 0 0 0,-1 0-1 0 0,0 0 1 0 0,0 1 0 0 0,0-1 0 0 0,0 0-1 0 0,0 1 1 0 0,0-1 0 0 0,0 0-1 0 0,0 1 1 0 0,0-1 0 0 0,0 1 0 0 0,-1 0-1 0 0,0-1 1 0 0,0 1 12 0 0,-11 12-5 0 0,11-11-7 0 0,0 0-1 0 0,0 0 0 0 0,1 0 1 0 0,-1 1-1 0 0,0-1 0 0 0,1 0 0 0 0,-1 1 1 0 0,1 0-1 0 0,0-1 0 0 0,0 1 1 0 0,-1 0-1 0 0,0 2 0 0 0,0 0 0 0 0,1-1-1 0 0,0 1 1 0 0,0 0 0 0 0,0-1-1 0 0,1 1 1 0 0,-1 0 0 0 0,1 0-1 0 0,0-1 1 0 0,0 1-1 0 0,0 0 1 0 0,0 0 0 0 0,1 0-1 0 0,0-1 1 0 0,-1 1-1 0 0,1 0 1 0 0,1-1 0 0 0,-1 1-1 0 0,0 0 1 0 0,1-1 0 0 0,0 0-1 0 0,0 1 1 0 0,0-1-1 0 0,0 0 1 0 0,0 0 0 0 0,1 0-1 0 0,-1 0 1 0 0,1-1 0 0 0,0 1-1 0 0,0-1 1 0 0,6 5-1 0 0,-5-5 1 0 0,0 0 0 0 0,0 0-1 0 0,0 0 1 0 0,0-1-1 0 0,1 1 1 0 0,-1-1 0 0 0,0 0-1 0 0,1-1 1 0 0,-1 1-1 0 0,0 0 1 0 0,1-1 0 0 0,-1 0-1 0 0,1 0 1 0 0,-1-1-1 0 0,1 1 1 0 0,-1-1 0 0 0,0 0-1 0 0,1 0 1 0 0,-1 0-1 0 0,0-1 1 0 0,0 0 0 0 0,0 1-1 0 0,0-1 1 0 0,0-1-1 0 0,0 1 1 0 0,4-4 0 0 0,105-89 38 0 0,-113 95-45 0 0,2 1-5 0 0,-1 0 13 0 0,1 0-1 0 0,-1 0 1 0 0,0 0-1 0 0,0 1 1 0 0,0-1-1 0 0,1 0 1 0 0,-1 1-1 0 0,0-1 1 0 0,-1 1-1 0 0,1-1 1 0 0,0 1-1 0 0,0-1 1 0 0,-1 1-1 0 0,1 0 1 0 0,-1-1 0 0 0,1 1-1 0 0,-1 0 1 0 0,0-1-1 0 0,1 1 1 0 0,-1 0-1 0 0,0 0 1 0 0,0-1-1 0 0,-1 3 1 0 0,8 24 61 0 0,-7-28-18 0 0,18 2 168 0 0,-16-1-192 0 0,1-1-1 0 0,-1 1 0 0 0,0-1 0 0 0,1 0 1 0 0,-1 0-1 0 0,0 0 0 0 0,1 0 1 0 0,-1 0-1 0 0,1 0 0 0 0,-1-1 0 0 0,4 0 1 0 0,29-8 131 0 0,-31 9-422 0 0,0 0-1 0 0,-1 0 1 0 0,1 0-1 0 0,0 1 1 0 0,-1 0-1 0 0,1 0 1 0 0,-1 0-1 0 0,1 0 1 0 0,3 2-1 0 0,33 7-4568 0 0,-32-10 3235 0 0</inkml:trace>
</inkml:ink>
</file>

<file path=ppt/ink/ink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2:42:32.8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66 14 288 0 0,'0'0'510'0'0,"-27"-13"2968"0"0,25 13-3399 0 0,0 0 1 0 0,1 0 0 0 0,-1 0-1 0 0,1 0 1 0 0,-1 0 0 0 0,1 1-1 0 0,-1-1 1 0 0,1 1 0 0 0,-1-1-1 0 0,1 1 1 0 0,-1-1 0 0 0,1 1-1 0 0,-1 0 1 0 0,1 0 0 0 0,0 0-1 0 0,0 0 1 0 0,-1 0 0 0 0,1 0-1 0 0,0 0 1 0 0,0 0 0 0 0,0 0-1 0 0,0 1 1 0 0,0-1 0 0 0,0 0-1 0 0,1 1 1 0 0,-1-1 0 0 0,0 0-1 0 0,1 1 1 0 0,-1-1-1 0 0,1 1 1 0 0,-1-1 0 0 0,1 1-1 0 0,0-1 1 0 0,0 1 0 0 0,-1 0-1 0 0,1-1 1 0 0,0 1 0 0 0,0-1-1 0 0,1 3 1 0 0,0-1-6 0 0,-1 0 0 0 0,1 0 0 0 0,1 0 0 0 0,-1 0 0 0 0,0 0 0 0 0,1-1 0 0 0,-1 1 0 0 0,1 0 0 0 0,0-1 0 0 0,0 1 0 0 0,0-1 1 0 0,0 1-1 0 0,1-1 0 0 0,-1 0 0 0 0,1 0 0 0 0,-1 0 0 0 0,1 0 0 0 0,-1-1 0 0 0,6 3 0 0 0,-3-2-46 0 0,0 0 0 0 0,0 0 0 0 0,0 0 0 0 0,0-1 0 0 0,1 1 0 0 0,-1-1 0 0 0,1-1 0 0 0,-1 1 0 0 0,1-1 0 0 0,-1 0 0 0 0,1 0 0 0 0,-1-1 1 0 0,0 1-1 0 0,1-1 0 0 0,-1 0 0 0 0,1-1 0 0 0,-1 1 0 0 0,0-1 0 0 0,6-3 0 0 0,3-4 136 0 0,0 1-1 0 0,0-2 1 0 0,-1 0-1 0 0,21-22 1 0 0,-11 11 537 0 0,-23 21-338 0 0,4 52-20 0 0,-4-52-350 0 0,8 45-346 0 0,1-18-2937 0 0</inkml:trace>
</inkml:ink>
</file>

<file path=ppt/ink/ink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2:42:33.1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 40 0 0,'6'-2'1592'0'0,"13"4"-792"0"0,-3 3-576 0 0,-9-1-228 0 0,3 1-440 0 0,0 0-476 0 0,-1 0 208 0 0</inkml:trace>
</inkml:ink>
</file>

<file path=ppt/ink/ink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2:43:06.2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319 272 460 0 0,'-85'-224'8323'0'0,"67"178"-5703"0"0,18 45-1986 0 0,-8 27-310 0 0,-29 97 110 0 0,4 2 0 0 0,-28 238 0 0 0,46-286-737 0 0,14-71-100 0 0,-1 0 0 0 0,0 1 0 0 0,-1-1 0 0 0,1 0 0 0 0,-1 0-1 0 0,0-1 1 0 0,-1 1 0 0 0,0-1 0 0 0,-6 9 0 0 0,9-14-53 0 0,-6 5-410 0 0,0-6-2937 0 0,-5-5 1435 0 0</inkml:trace>
</inkml:ink>
</file>

<file path=ppt/ink/ink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2:43:06.6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1 259 256 0 0,'129'-46'1229'0'0,"250"-53"0"0"0,-346 92-1122 0 0,594-89 1172 0 0,-602 94-1242 0 0,108-7 252 0 0,-120 9-302 0 0,-1 1 1 0 0,0 0-1 0 0,0 1 1 0 0,0 0-1 0 0,1 0 1 0 0,-2 1-1 0 0,1 1 1 0 0,14 6-1 0 0,-24-9-55 0 0,-1 0 0 0 0,1-1-1 0 0,-1 1 1 0 0,1 0 0 0 0,-1 0 0 0 0,1 0-1 0 0,-1 0 1 0 0,0 0 0 0 0,0 0 0 0 0,1 0 0 0 0,-1 0-1 0 0,0 0 1 0 0,0 1 0 0 0,0-1 0 0 0,0 1-1 0 0,0-1 1 0 0,-1 0 0 0 0,1 1 0 0 0,0-1-1 0 0,-1 1 1 0 0,1 0 0 0 0,-1-1 0 0 0,1 1 0 0 0,-1-1-1 0 0,0 1 1 0 0,0 0 0 0 0,0-1 0 0 0,0 1-1 0 0,0 0 1 0 0,0-1 0 0 0,0 1 0 0 0,0 0 0 0 0,-1-1-1 0 0,1 1 1 0 0,0 0 0 0 0,-1-1 0 0 0,0 1-1 0 0,-1 2 1 0 0,-3 8-864 0 0</inkml:trace>
</inkml:ink>
</file>

<file path=ppt/ink/ink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2:43:06.9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30 238 256 0 0,'-10'11'200'0'0,"8"-8"-23"0"0,-1-1 0 0 0,1 1 0 0 0,0-1 1 0 0,0 1-1 0 0,0 0 0 0 0,1 0 0 0 0,-1 0 0 0 0,-2 5 0 0 0,4-8-150 0 0,0 0-1 0 0,0 1 1 0 0,0-1-1 0 0,0 1 1 0 0,0-1-1 0 0,0 0 1 0 0,0 1-1 0 0,1-1 1 0 0,-1 0-1 0 0,0 1 1 0 0,0-1-1 0 0,0 0 1 0 0,0 0-1 0 0,0 1 0 0 0,1-1 1 0 0,-1 0-1 0 0,0 1 1 0 0,0-1-1 0 0,0 0 1 0 0,1 0-1 0 0,-1 1 1 0 0,0-1-1 0 0,0 0 1 0 0,1 0-1 0 0,-1 0 1 0 0,0 1-1 0 0,1-1 1 0 0,-1 0-1 0 0,0 0 1 0 0,1 0-1 0 0,-1 0 1 0 0,1 1-1 0 0,25 0 526 0 0,22-9-187 0 0,0-2 0 0 0,0-2 0 0 0,79-32 1 0 0,-51 18-165 0 0,69-25 50 0 0,113-36 199 0 0,-202 72-465 0 0,-1 2 0 0 0,99-10 0 0 0,-52 27-3235 0 0,-81-4 1814 0 0</inkml:trace>
</inkml:ink>
</file>

<file path=ppt/ink/ink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2:43:07.3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179 565 528 0 0,'-11'3'271'0'0,"1"0"-1"0"0,0 0 0 0 0,0 1 1 0 0,0 1-1 0 0,1-1 1 0 0,0 2-1 0 0,0-1 1 0 0,0 1-1 0 0,0 1 1 0 0,1-1-1 0 0,0 1 1 0 0,1 1-1 0 0,-12 13 1 0 0,15-16-182 0 0,-1 1 0 0 0,1 0 0 0 0,0 0 0 0 0,1 1 0 0 0,-1-1 0 0 0,1 1 0 0 0,0-1 1 0 0,1 1-1 0 0,0 0 0 0 0,0 0 0 0 0,0 0 0 0 0,1 0 0 0 0,0 1 0 0 0,1-1 0 0 0,-1 0 0 0 0,1 0 0 0 0,1 1 1 0 0,-1-1-1 0 0,1 0 0 0 0,4 13 0 0 0,-4-17-68 0 0,-1 0 1 0 0,1 1-1 0 0,1-1 1 0 0,-1 0-1 0 0,0 0 1 0 0,1 0-1 0 0,0 0 1 0 0,0-1-1 0 0,0 1 1 0 0,0 0-1 0 0,0-1 1 0 0,0 1-1 0 0,0-1 1 0 0,1 0-1 0 0,0 0 1 0 0,-1 0-1 0 0,1 0 1 0 0,0 0-1 0 0,0 0 0 0 0,0-1 1 0 0,0 0-1 0 0,0 1 1 0 0,0-1-1 0 0,0 0 1 0 0,0 0-1 0 0,1-1 1 0 0,-1 1-1 0 0,0-1 1 0 0,1 0-1 0 0,-1 0 1 0 0,0 0-1 0 0,1 0 1 0 0,-1 0-1 0 0,0-1 1 0 0,1 1-1 0 0,-1-1 1 0 0,6-2-1 0 0,2-1 0 0 0,-1 0-1 0 0,0-1 1 0 0,0 0 0 0 0,0 0-1 0 0,0-1 1 0 0,-1 0-1 0 0,0-1 1 0 0,0 0-1 0 0,-1-1 1 0 0,10-11 0 0 0,-4 3 8 0 0,-2-1 0 0 0,0 0 0 0 0,-1-1 0 0 0,-1 0-1 0 0,0-1 1 0 0,-2 0 0 0 0,0 0 0 0 0,-1-1 0 0 0,-1 0 0 0 0,-1-1 0 0 0,0 1 0 0 0,-2-1 0 0 0,-1 0 0 0 0,0 1 0 0 0,-1-1 0 0 0,-3-24 0 0 0,-1 17 18 0 0,-1-1 1 0 0,-2 1-1 0 0,0 0 0 0 0,-2 1 0 0 0,-1 0 1 0 0,-2 0-1 0 0,0 1 0 0 0,-2 0 0 0 0,0 1 1 0 0,-2 0-1 0 0,-22-27 0 0 0,31 44-44 0 0,-3-6 42 0 0,-2 2-1 0 0,-19-20 0 0 0,29 30-45 0 0,-1 0-1 0 0,0 1 0 0 0,0-1 1 0 0,1 1-1 0 0,-1-1 1 0 0,0 1-1 0 0,0 0 0 0 0,0-1 1 0 0,0 1-1 0 0,-1 0 0 0 0,1 0 1 0 0,0 1-1 0 0,0-1 0 0 0,-1 0 1 0 0,1 1-1 0 0,0-1 0 0 0,-1 1 1 0 0,1 0-1 0 0,0 0 1 0 0,-1 0-1 0 0,1 0 0 0 0,0 0 1 0 0,-1 1-1 0 0,1-1 0 0 0,0 1 1 0 0,-4 0-1 0 0,4 1-67 0 0,-1 0-1 0 0,1 0 1 0 0,0 0 0 0 0,0 0-1 0 0,0 0 1 0 0,0 1 0 0 0,0-1-1 0 0,1 0 1 0 0,-1 1 0 0 0,1 0-1 0 0,-1-1 1 0 0,1 1 0 0 0,0 0-1 0 0,0 0 1 0 0,0-1-1 0 0,0 1 1 0 0,1 0 0 0 0,-1 0-1 0 0,1 0 1 0 0,0 4 0 0 0,-1 3-691 0 0,1 1 1 0 0,0-1 0 0 0,1 1 0 0 0,3 15 0 0 0,1-1-1001 0 0</inkml:trace>
</inkml:ink>
</file>

<file path=ppt/ink/ink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2:43:08.3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0 831 212 0 0,'103'-57'2131'0'0,"-64"37"-1150"0"0,-1-2 0 0 0,61-45-1 0 0,-94 63-877 0 0,0-1 1 0 0,0 0-1 0 0,-1 0 1 0 0,1 0-1 0 0,-1 0 0 0 0,0-1 1 0 0,-1 0-1 0 0,1 0 0 0 0,-1 0 1 0 0,0 0-1 0 0,3-10 0 0 0,-5 14-81 0 0,-1 0 0 0 0,0 0-1 0 0,1-1 1 0 0,-1 1 0 0 0,0 0-1 0 0,0 0 1 0 0,0 0 0 0 0,0 0-1 0 0,-1 0 1 0 0,1 0-1 0 0,0 0 1 0 0,-1 0 0 0 0,0 0-1 0 0,1 0 1 0 0,-1 0 0 0 0,0 0-1 0 0,0 1 1 0 0,0-1 0 0 0,0 0-1 0 0,0 0 1 0 0,-1 1 0 0 0,1-1-1 0 0,0 1 1 0 0,-1-1 0 0 0,1 1-1 0 0,-1-1 1 0 0,0 1 0 0 0,1 0-1 0 0,-1 0 1 0 0,0 0-1 0 0,0 0 1 0 0,1 0 0 0 0,-1 0-1 0 0,0 1 1 0 0,0-1 0 0 0,0 0-1 0 0,0 1 1 0 0,0 0 0 0 0,-4-1-1 0 0,2 1-11 0 0,0 0 1 0 0,0 0-1 0 0,0 0 0 0 0,1 0 0 0 0,-1 1 0 0 0,0-1 0 0 0,0 1 0 0 0,1 0 0 0 0,-1 0 1 0 0,0 0-1 0 0,1 1 0 0 0,-1-1 0 0 0,1 1 0 0 0,0 0 0 0 0,-1 0 0 0 0,1 0 1 0 0,0 1-1 0 0,-4 3 0 0 0,2-2 2 0 0,-1 1 1 0 0,1 1 0 0 0,0-1 0 0 0,0 1-1 0 0,1 0 1 0 0,0 0 0 0 0,0 0-1 0 0,-4 9 1 0 0,5-7-6 0 0,1 0 0 0 0,0 1 0 0 0,0-1 0 0 0,1 0 0 0 0,0 1 0 0 0,0-1 0 0 0,1 1 0 0 0,0-1 0 0 0,1 1 1 0 0,0-1-1 0 0,0 1 0 0 0,1-1 0 0 0,0 0 0 0 0,0 0 0 0 0,1 0 0 0 0,0 0 0 0 0,1 0 0 0 0,-1 0 0 0 0,2-1 0 0 0,-1 0 0 0 0,1 0 0 0 0,0 0 0 0 0,0 0 0 0 0,1-1 0 0 0,0 0 0 0 0,0 0 0 0 0,0 0 0 0 0,1-1 1 0 0,0 0-1 0 0,0 0 0 0 0,0-1 0 0 0,10 5 0 0 0,-5-5-15 0 0,0-1 1 0 0,1 1-1 0 0,-1-2 1 0 0,1 0-1 0 0,0 0 1 0 0,0-1-1 0 0,-1-1 1 0 0,1 0-1 0 0,0-1 1 0 0,0 0-1 0 0,0-1 1 0 0,24-7-1 0 0,-16 2-42 0 0,0-2 1 0 0,-1 0-1 0 0,1-1 0 0 0,-2-2 1 0 0,0 0-1 0 0,28-22 0 0 0,22-17-63 0 0,-33 25 70 0 0,0-2 0 0 0,37-38 0 0 0,-72 65 48 0 0,-1 0-1 0 0,1 1 0 0 0,0-1 0 0 0,-1 0 1 0 0,1 0-1 0 0,0 0 0 0 0,-1 1 1 0 0,1-1-1 0 0,0 0 0 0 0,0 1 1 0 0,0-1-1 0 0,-1 1 0 0 0,1-1 0 0 0,0 1 1 0 0,0-1-1 0 0,0 1 0 0 0,0 0 1 0 0,0-1-1 0 0,0 1 0 0 0,0 0 0 0 0,0 0 1 0 0,0 0-1 0 0,0 0 0 0 0,0-1 1 0 0,0 2-1 0 0,0-1 0 0 0,0 0 0 0 0,0 0 1 0 0,0 0-1 0 0,0 0 0 0 0,0 1 1 0 0,0-1-1 0 0,0 0 0 0 0,0 1 0 0 0,0-1 1 0 0,0 1-1 0 0,0-1 0 0 0,-1 1 1 0 0,1-1-1 0 0,0 1 0 0 0,0-1 0 0 0,0 1 1 0 0,-1 0-1 0 0,1 0 0 0 0,0-1 1 0 0,-1 1-1 0 0,1 0 0 0 0,-1 0 0 0 0,1 0 1 0 0,-1 0-1 0 0,1 0 0 0 0,-1 0 1 0 0,0 0-1 0 0,1 1 0 0 0,4 10 48 0 0,-1 0-1 0 0,0 1 1 0 0,3 21 0 0 0,-1-9-43 0 0,0-1 3 0 0,-5-14 5 0 0,2-1 0 0 0,-1 0 0 0 0,1 0-1 0 0,6 11 1 0 0,-9-20-16 0 0,0 0-1 0 0,0 0 0 0 0,0 1 0 0 0,0-1 1 0 0,1 0-1 0 0,-1 0 0 0 0,0 0 0 0 0,0 1 1 0 0,1-1-1 0 0,-1 0 0 0 0,0 0 0 0 0,0 0 1 0 0,1 0-1 0 0,-1 1 0 0 0,0-1 0 0 0,0 0 0 0 0,1 0 1 0 0,-1 0-1 0 0,0 0 0 0 0,1 0 0 0 0,-1 0 1 0 0,0 0-1 0 0,0 0 0 0 0,1 0 0 0 0,-1 0 1 0 0,0 0-1 0 0,1 0 0 0 0,-1 0 0 0 0,0 0 1 0 0,1 0-1 0 0,-1 0 0 0 0,0 0 0 0 0,0 0 1 0 0,1-1-1 0 0,-1 1 0 0 0,0 0 0 0 0,1 0 1 0 0,14-13 10 0 0,20-31 9 0 0,-19 23-14 0 0,-13 18-7 0 0,0 1-1 0 0,0 0 1 0 0,0-1-1 0 0,0 1 1 0 0,0 0 0 0 0,0 1-1 0 0,0-1 1 0 0,1 0 0 0 0,-1 1-1 0 0,0 0 1 0 0,1 0-1 0 0,0 0 1 0 0,-1 0 0 0 0,1 1-1 0 0,-1-1 1 0 0,8 1-1 0 0,1 0-7 0 0,0 2-1 0 0,0-1 0 0 0,19 6 1 0 0,8 1-1 0 0,-27-7 10 0 0,-1 0-1 0 0,0-1 1 0 0,1 0-1 0 0,-1 0 1 0 0,1-2-1 0 0,-1 1 1 0 0,0-2-1 0 0,0 1 1 0 0,0-1-1 0 0,0-1 1 0 0,-1 0-1 0 0,1-1 1 0 0,14-8-1 0 0,-14 5 19 0 0,0 0 0 0 0,-1 0-1 0 0,0-1 1 0 0,0-1 0 0 0,-1 0-1 0 0,0 0 1 0 0,-1-1 0 0 0,0 0-1 0 0,-1 0 1 0 0,0-1 0 0 0,6-13-1 0 0,-5 6 39 0 0,0-1-1 0 0,-1 0 1 0 0,-1-1-1 0 0,-1 1 1 0 0,5-42 0 0 0,-7 9 42 0 0,-3-61 0 0 0,-1 87-69 0 0,-2 1 1 0 0,-1-1-1 0 0,-1 1 1 0 0,-1 1-1 0 0,-9-27 0 0 0,15 51-27 0 0,0 0-1 0 0,-1 1 1 0 0,1-1-1 0 0,0 0 1 0 0,0 0-1 0 0,0 0 1 0 0,-1 1-1 0 0,1-1 1 0 0,-1 0-1 0 0,1 1 1 0 0,0-1-1 0 0,-1 0 1 0 0,1 1-1 0 0,-1-1 1 0 0,1 0-1 0 0,-1 1 1 0 0,1-1-1 0 0,-1 1 1 0 0,0-1-1 0 0,1 1 1 0 0,-1-1-1 0 0,0 1 0 0 0,1 0 1 0 0,-1-1-1 0 0,0 1 1 0 0,0 0-1 0 0,1-1 1 0 0,-1 1-1 0 0,0 0 1 0 0,-1 0-1 0 0,0 0 2 0 0,1 1 0 0 0,0 0-1 0 0,-1-1 1 0 0,1 1 0 0 0,0 0 0 0 0,0 0-1 0 0,0 0 1 0 0,0 0 0 0 0,0 0 0 0 0,0 0-1 0 0,0 0 1 0 0,0 1 0 0 0,0-1 0 0 0,0 0-1 0 0,0 2 1 0 0,-24 54 62 0 0,21-29-22 0 0,0 0-1 0 0,1 1 1 0 0,2-1-1 0 0,1 1 1 0 0,2 0 0 0 0,0-1-1 0 0,9 37 1 0 0,-6-41-16 0 0,1-1 0 0 0,1 1 0 0 0,0-1 0 0 0,2 0 0 0 0,1-1 0 0 0,1 0 0 0 0,1-1 0 0 0,1 0 0 0 0,1-1 0 0 0,17 20 0 0 0,-28-36-1 0 0,1 0-1 0 0,0 0 0 0 0,0-1 1 0 0,0 1-1 0 0,0-1 0 0 0,1 0 1 0 0,-1 0-1 0 0,1-1 0 0 0,0 1 1 0 0,0-1-1 0 0,0 0 0 0 0,0-1 1 0 0,0 1-1 0 0,0-1 1 0 0,0 0-1 0 0,1 0 0 0 0,-1 0 1 0 0,0-1-1 0 0,1 0 0 0 0,-1 0 1 0 0,0 0-1 0 0,1-1 0 0 0,-1 1 1 0 0,0-1-1 0 0,0-1 0 0 0,1 1 1 0 0,-1-1-1 0 0,0 0 1 0 0,0 0-1 0 0,-1 0 0 0 0,1-1 1 0 0,0 0-1 0 0,6-5 0 0 0,-10 8-139 0 0</inkml:trace>
</inkml:ink>
</file>

<file path=ppt/ink/ink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2:43:08.7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56 372 0 0,'0'-7'696'0'0,"0"-2"-88"0"0,2 1-76 0 0,2 1-24 0 0,0 0-44 0 0,0 0-36 0 0,-1 4 268 0 0,7-3-452 0 0,-6 5-200 0 0,13 4-1196 0 0</inkml:trace>
</inkml:ink>
</file>

<file path=ppt/ink/ink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2:43:09.0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66 216 6017 0 0,'-9'-11'120'0'0,"0"-1"1"0"0,1 1 0 0 0,0-2 0 0 0,1 1-1 0 0,0-1 1 0 0,-5-16 0 0 0,11 27-94 0 0,0-1 0 0 0,0 0 0 0 0,0 0 0 0 0,1 0 0 0 0,-1 0 0 0 0,1 0 1 0 0,-1 0-1 0 0,1 0 0 0 0,0 0 0 0 0,1 0 0 0 0,-1 0 0 0 0,0 0 0 0 0,1 0 0 0 0,0 0 0 0 0,-1 0 0 0 0,1 0 0 0 0,0 0 0 0 0,1 1 0 0 0,-1-1 1 0 0,0 0-1 0 0,1 1 0 0 0,0-1 0 0 0,-1 1 0 0 0,1-1 0 0 0,0 1 0 0 0,0 0 0 0 0,0 0 0 0 0,1 0 0 0 0,-1 0 0 0 0,0 0 0 0 0,1 0 0 0 0,-1 1 0 0 0,1-1 1 0 0,0 1-1 0 0,5-2 0 0 0,4-2-42 0 0,0 1-1 0 0,1 0 1 0 0,0 1 0 0 0,0 1 0 0 0,0 0 0 0 0,0 0 0 0 0,18 1 0 0 0,97 10-1965 0 0,-69-4-406 0 0,-12 0 500 0 0</inkml:trace>
</inkml:ink>
</file>

<file path=ppt/ink/ink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2:43:09.4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81 483 380 0 0,'0'0'1818'0'0,"7"-1"-1298"0"0,30-8-12 0 0,-1-1 1 0 0,0-2-1 0 0,0-2 0 0 0,-2-1 0 0 0,1-2 1 0 0,-2-1-1 0 0,59-42 0 0 0,-84 53-460 0 0,1 0-1 0 0,-1-1 1 0 0,0 0-1 0 0,-1 0 1 0 0,0-1-1 0 0,-1 0 1 0 0,1 0 0 0 0,-2-1-1 0 0,1 0 1 0 0,-1 1-1 0 0,-1-2 1 0 0,0 1-1 0 0,0 0 1 0 0,3-21 0 0 0,-6 26-35 0 0,0-1 1 0 0,0 0-1 0 0,-1 0 1 0 0,0 1-1 0 0,0-1 1 0 0,-1 0-1 0 0,1 0 1 0 0,-1 1-1 0 0,0-1 1 0 0,-1 0-1 0 0,1 1 1 0 0,-1-1-1 0 0,0 1 1 0 0,-1 0-1 0 0,1 0 1 0 0,-1 0 0 0 0,0 0-1 0 0,0 0 1 0 0,-1 0-1 0 0,0 1 1 0 0,1-1-1 0 0,-1 1 1 0 0,-1 0-1 0 0,1 1 1 0 0,0-1-1 0 0,-1 1 1 0 0,0-1-1 0 0,0 1 1 0 0,-9-4-1 0 0,6 4-5 0 0,1 0 0 0 0,0 0 0 0 0,-1 0 0 0 0,0 1 0 0 0,0 0-1 0 0,0 0 1 0 0,0 1 0 0 0,0 0 0 0 0,0 1 0 0 0,-14 0 0 0 0,16 1 9 0 0,0 0 1 0 0,0 1-1 0 0,0 0 1 0 0,0 0-1 0 0,1 0 1 0 0,-1 0-1 0 0,0 1 1 0 0,1 0-1 0 0,0 0 1 0 0,0 0-1 0 0,0 1 1 0 0,0 0-1 0 0,1 0 1 0 0,-1 0 0 0 0,-4 6-1 0 0,-4 7 85 0 0,0 1-1 0 0,2 0 1 0 0,0 1-1 0 0,1 0 0 0 0,1 1 1 0 0,1 0-1 0 0,0 0 1 0 0,-6 33-1 0 0,-1 15 307 0 0,-7 90-1 0 0,1 334 887 0 0,10-115-528 0 0,10-361-729 0 0,0 8 28 0 0,-1 0 1 0 0,-1 0-1 0 0,-1-1 1 0 0,-7 26-1 0 0,10-48-112 0 0,1 0 0 0 0,0 0 0 0 0,-1 0 0 0 0,1-1 0 0 0,0 1 0 0 0,-1 0 0 0 0,1 0-1 0 0,-1-1 1 0 0,1 1 0 0 0,-1 0 0 0 0,0-1 0 0 0,1 1 0 0 0,-1 0 0 0 0,0-1 0 0 0,1 1-1 0 0,-1-1 1 0 0,0 1 0 0 0,0-1 0 0 0,1 0 0 0 0,-1 1 0 0 0,0-1 0 0 0,0 0-1 0 0,0 1 1 0 0,1-1 0 0 0,-1 0 0 0 0,0 0 0 0 0,0 0 0 0 0,0 0 0 0 0,0 0 0 0 0,0 0-1 0 0,0 0 1 0 0,1 0 0 0 0,-1 0 0 0 0,0 0 0 0 0,0 0 0 0 0,0-1 0 0 0,0 1 0 0 0,0 0-1 0 0,1 0 1 0 0,-1-1 0 0 0,0 1 0 0 0,0-1 0 0 0,1 1 0 0 0,-2-2 0 0 0,-1 1-375 0 0,1-1 0 0 0,-1 0 1 0 0,1 1-1 0 0,0-1 1 0 0,0 0-1 0 0,0 0 1 0 0,0 0-1 0 0,0-1 0 0 0,1 1 1 0 0,-1 0-1 0 0,1-1 1 0 0,-3-4-1 0 0,0-14-2291 0 0</inkml:trace>
</inkml:ink>
</file>

<file path=ppt/ink/ink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2:43:09.7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42 272 0 0,'18'-5'604'0'0,"-1"0"-16"0"0,8-2-68 0 0,0 0-56 0 0,-2 2-16 0 0,4 2-64 0 0,1-3-48 0 0,1 3-36 0 0,2 3-16 0 0,-4 0-116 0 0,0 0-148 0 0,0 0-140 0 0,-8 0-152 0 0,0 0-112 0 0,-2 2-220 0 0,-1-4-652 0 0,-1 2 288 0 0</inkml:trace>
</inkml:ink>
</file>

<file path=ppt/ink/ink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2:43:10.0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63 440 0 0,'0'0'529'0'0,"20"-13"1586"0"0,25 2-891 0 0,-34 10-1005 0 0,0-1 0 0 0,0-1 0 0 0,-1 0 0 0 0,1 0 0 0 0,-1-1 0 0 0,18-9 0 0 0,-28 12-184 0 0,1 0 0 0 0,-1 1 0 0 0,1-1 0 0 0,-1 0 1 0 0,1 1-1 0 0,-1-1 0 0 0,1 1 0 0 0,-1-1 1 0 0,1 1-1 0 0,0-1 0 0 0,-1 1 0 0 0,1 0 1 0 0,0-1-1 0 0,0 1 0 0 0,-1 0 0 0 0,1 0 1 0 0,0-1-1 0 0,0 1 0 0 0,-1 0 0 0 0,1 0 1 0 0,0 0-1 0 0,0 0 0 0 0,-1 0 0 0 0,1 0 0 0 0,0 0 1 0 0,0 0-1 0 0,-1 0 0 0 0,1 0 0 0 0,0 1 1 0 0,0-1-1 0 0,-1 0 0 0 0,1 0 0 0 0,0 1 1 0 0,0-1-1 0 0,-1 0 0 0 0,1 1 0 0 0,0-1 1 0 0,-1 1-1 0 0,1-1 0 0 0,-1 1 0 0 0,1-1 0 0 0,-1 1 1 0 0,1-1-1 0 0,-1 1 0 0 0,1 0 0 0 0,0 0 1 0 0,5 42 692 0 0,-4-19-583 0 0,22 88 408 0 0,-13-69-393 0 0,-3 0 0 0 0,6 68 0 0 0,-11-46-23 0 0,0-38-83 0 0,-2 1 0 0 0,-1 0-1 0 0,-1 0 1 0 0,-9 50 0 0 0,9-75-48 0 0,0 0-1 0 0,-1 1 1 0 0,1-1 0 0 0,-1 0-1 0 0,1 0 1 0 0,-1 0 0 0 0,0 0-1 0 0,0 0 1 0 0,-1-1 0 0 0,1 1 0 0 0,0-1-1 0 0,-1 1 1 0 0,0-1 0 0 0,1 0-1 0 0,-1 0 1 0 0,-6 3 0 0 0,7-4-5 0 0,1 0 1 0 0,-1 0-1 0 0,0 0 1 0 0,0-1-1 0 0,0 1 1 0 0,1 0-1 0 0,-1-1 1 0 0,0 0 0 0 0,0 1-1 0 0,0-1 1 0 0,0 0-1 0 0,0 0 1 0 0,0 0-1 0 0,0-1 1 0 0,0 1-1 0 0,1 0 1 0 0,-1-1-1 0 0,0 1 1 0 0,0-1-1 0 0,0 1 1 0 0,0-1 0 0 0,1 0-1 0 0,-1 0 1 0 0,0 0-1 0 0,1 0 1 0 0,-1 0-1 0 0,1 0 1 0 0,-1 0-1 0 0,1-1 1 0 0,-1 1-1 0 0,-1-3 1 0 0,1 1-5 0 0,1 0 0 0 0,-1 0 0 0 0,1-1 1 0 0,0 1-1 0 0,0 0 0 0 0,1 0 0 0 0,-1 0 0 0 0,0-1 1 0 0,1 1-1 0 0,0 0 0 0 0,0-1 0 0 0,0 1 0 0 0,0 0 1 0 0,1-1-1 0 0,-1 1 0 0 0,1 0 0 0 0,1-6 0 0 0,20-51-101 0 0,-2 26 30 0 0,0 0 0 0 0,3 1 0 0 0,0 1 0 0 0,2 2 0 0 0,2 0 1 0 0,0 1-1 0 0,2 2 0 0 0,1 1 0 0 0,1 2 0 0 0,50-31 0 0 0,-81 54 73 0 0,23-13-11 0 0,1 0-1 0 0,46-20 1 0 0,-64 32 51 0 0,0-1 0 0 0,-1 1 0 0 0,1 1-1 0 0,0-1 1 0 0,1 1 0 0 0,-1 0 0 0 0,0 0 0 0 0,0 1 0 0 0,0 0-1 0 0,1 0 1 0 0,-1 0 0 0 0,0 1 0 0 0,0 0 0 0 0,0 0 0 0 0,0 1-1 0 0,0-1 1 0 0,0 1 0 0 0,10 5 0 0 0,-10-2 1 0 0,-1 1 0 0 0,1-1-1 0 0,-1 1 1 0 0,0 0 0 0 0,-1 0 0 0 0,1 1 0 0 0,-1-1-1 0 0,0 1 1 0 0,-1 0 0 0 0,0 0 0 0 0,0 0 0 0 0,0 1-1 0 0,-1-1 1 0 0,0 1 0 0 0,-1-1 0 0 0,0 1 0 0 0,0 0 0 0 0,0-1-1 0 0,-1 1 1 0 0,-1 10 0 0 0,-15 21-86 0 0,15-38-159 0 0,1 1-1 0 0,-1-1 0 0 0,0 1 0 0 0,0-1 1 0 0,-1 0-1 0 0,1 1 0 0 0,0-1 0 0 0,0 0 0 0 0,-1 0 1 0 0,1 0-1 0 0,0 0 0 0 0,-1 0 0 0 0,1 0 1 0 0,-1 0-1 0 0,0 0 0 0 0,1-1 0 0 0,-1 1 0 0 0,1-1 1 0 0,-4 1-1 0 0,2-2-2202 0 0,-4-5 182 0 0</inkml:trace>
</inkml:ink>
</file>

<file path=ppt/ink/ink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2:43:10.4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 16 448 0 0,'1'-4'940'0'0,"1"-4"-528"0"0,0 4 896 0 0,-15 18-1620 0 0,9-4-156 0 0,0-4-504 0 0,2-1 220 0 0</inkml:trace>
</inkml:ink>
</file>

<file path=ppt/ink/ink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2:43:10.7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19 120 0 0,'28'33'5188'0'0,"-23"-32"-5049"0"0,0 0-1 0 0,-1 0 1 0 0,1-1-1 0 0,0 0 1 0 0,0 0-1 0 0,0 0 1 0 0,0 0-1 0 0,0-1 1 0 0,-1 0-1 0 0,1 0 1 0 0,0 0-1 0 0,-1 0 1 0 0,1-1-1 0 0,6-2 1 0 0,30-7-8 0 0,22 6 1 0 0,-36 4-83 0 0,1-2 0 0 0,0 0 0 0 0,50-15 0 0 0,-77 18-33 0 0,0-1 1 0 0,0 1 0 0 0,0 0-1 0 0,0-1 1 0 0,0 1-1 0 0,0 0 1 0 0,0-1 0 0 0,0 1-1 0 0,0 0 1 0 0,0 0-1 0 0,0 0 1 0 0,0 0 0 0 0,0 0-1 0 0,0 0 1 0 0,0 0-1 0 0,0 1 1 0 0,0-1 0 0 0,0 0-1 0 0,0 0 1 0 0,0 1-1 0 0,2 0 1 0 0,-2 0 5 0 0,-1 0 1 0 0,0-1 0 0 0,1 1-1 0 0,-1 0 1 0 0,0 0-1 0 0,1 0 1 0 0,-1 0-1 0 0,0-1 1 0 0,0 1-1 0 0,0 0 1 0 0,1 0-1 0 0,-1 0 1 0 0,0 0 0 0 0,0 0-1 0 0,-1 0 1 0 0,1-1-1 0 0,0 1 1 0 0,0 0-1 0 0,0 0 1 0 0,-1 1-1 0 0,-25 57 773 0 0,16-40-704 0 0,-86 204 743 0 0,-37 81-701 0 0,28-106-5757 0 0,78-153 2860 0 0</inkml:trace>
</inkml:ink>
</file>

<file path=ppt/ink/ink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2:43:13.4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12 646 416 0 0,'-11'27'6635'0'0,"16"-28"-6500"0"0,0 0 0 0 0,0 0 0 0 0,0-1 0 0 0,0 1 0 0 0,0-1 1 0 0,-1 0-1 0 0,1-1 0 0 0,-1 1 0 0 0,1-1 0 0 0,6-5 0 0 0,-11 8-118 0 0,15-10 99 0 0,78-49 452 0 0,86-72 0 0 0,-154 110-522 0 0,-2 0 0 0 0,0-1 1 0 0,-1-2-1 0 0,-1 0 1 0 0,-2-1-1 0 0,0-1 1 0 0,-2-1-1 0 0,19-38 1 0 0,-28 47-24 0 0,-1-1 0 0 0,8-31 0 0 0,-14 44-20 0 0,0 0 0 0 0,0 0 1 0 0,0 0-1 0 0,0-1 0 0 0,-1 1 1 0 0,0 0-1 0 0,-1 0 0 0 0,1 0 0 0 0,-1 0 1 0 0,0 0-1 0 0,-1 0 0 0 0,-3-10 1 0 0,5 15-4 0 0,-1 0 0 0 0,1 0 0 0 0,-1 0 0 0 0,1 0 1 0 0,-1 0-1 0 0,0 0 0 0 0,1 1 0 0 0,-1-1 0 0 0,0 0 1 0 0,0 0-1 0 0,0 1 0 0 0,0-1 0 0 0,1 1 0 0 0,-1-1 1 0 0,0 1-1 0 0,0-1 0 0 0,0 1 0 0 0,0-1 0 0 0,0 1 1 0 0,0 0-1 0 0,0-1 0 0 0,0 1 0 0 0,-1 0 0 0 0,1 0 0 0 0,-1 0 1 0 0,-31 10 7 0 0,21-3-5 0 0,1 0 0 0 0,1 1 0 0 0,-13 11 0 0 0,5 0 3 0 0,1 0 1 0 0,1 2-1 0 0,1 0 0 0 0,0 0 1 0 0,2 2-1 0 0,1-1 0 0 0,0 2 1 0 0,2 0-1 0 0,1 0 1 0 0,-11 45-1 0 0,16-51-2 0 0,2-1 0 0 0,0 0 0 0 0,1 1 0 0 0,0-1 0 0 0,2 1 0 0 0,0-1 0 0 0,1 1 0 0 0,0-1 0 0 0,10 31 0 0 0,-8-36 0 0 0,0 0 0 0 0,0-1 0 0 0,1 1 0 0 0,1-1 0 0 0,0 0 0 0 0,0 0 0 0 0,1-1 0 0 0,1 0 0 0 0,-1 0 0 0 0,2-1 0 0 0,-1 0 0 0 0,1 0 1 0 0,1-1-1 0 0,15 10 0 0 0,-21-15-3 0 0,1 0 1 0 0,0-1 0 0 0,0 0-1 0 0,1 0 1 0 0,-1 0 0 0 0,0-1-1 0 0,1 1 1 0 0,-1-1 0 0 0,1-1-1 0 0,-1 1 1 0 0,1-1 0 0 0,-1 0 0 0 0,12-1-1 0 0,-7-1-3 0 0,-1 0 1 0 0,1-1-1 0 0,0 0 0 0 0,-1 0 0 0 0,1-1 0 0 0,-1-1 1 0 0,10-5-1 0 0,2-4-17 0 0,-1 0 1 0 0,-1-2-1 0 0,0 0 1 0 0,-1-1-1 0 0,22-27 1 0 0,0-11-57 0 0,-3-2 0 0 0,-2-1 1 0 0,-3-2-1 0 0,30-76 0 0 0,-45 99 43 0 0,43-91-92 0 0,-59 126 122 0 0,1 0 0 0 0,-7 9 0 0 0,0 1 1 0 0,0 0 0 0 0,0 0 0 0 0,1 0 0 0 0,0 1 0 0 0,0-1 0 0 0,-4 19-1 0 0,-1-1 0 0 0,-64 188 88 0 0,61-177-60 0 0,-29 59-1 0 0,2-6 31 0 0,34-80-36 0 0,-3 7 37 0 0,8-17-56 0 0,0 0 0 0 0,0 1-1 0 0,0-1 1 0 0,0 0 0 0 0,0 0-1 0 0,0 1 1 0 0,0-1 0 0 0,0 0-1 0 0,0 1 1 0 0,0-1 0 0 0,0 0 0 0 0,0 1-1 0 0,0-1 1 0 0,1 0 0 0 0,-1 1-1 0 0,0-1 1 0 0,0 0 0 0 0,0 0 0 0 0,0 1-1 0 0,1-1 1 0 0,-1 0 0 0 0,0 0-1 0 0,0 1 1 0 0,0-1 0 0 0,1 0 0 0 0,-1 0-1 0 0,0 0 1 0 0,0 1 0 0 0,1-1-1 0 0,-1 0 1 0 0,0 0 0 0 0,0 0 0 0 0,1 0-1 0 0,-1 0 1 0 0,0 0 0 0 0,1 1-1 0 0,-1-1 1 0 0,0 0 0 0 0,1 0 0 0 0,-1 0-1 0 0,0 0 1 0 0,1 0 0 0 0,-1 0-1 0 0,0 0 1 0 0,0 0 0 0 0,1-1 0 0 0,36-30 17 0 0,-8 7-13 0 0,1 1-1 0 0,1 1 1 0 0,44-23-1 0 0,-74 44-3 0 0,1 1-1 0 0,0-1 1 0 0,-1 1-1 0 0,1 0 0 0 0,0-1 1 0 0,-1 1-1 0 0,1 0 1 0 0,0 0-1 0 0,0 0 0 0 0,-1 0 1 0 0,1 0-1 0 0,0 1 1 0 0,0-1-1 0 0,-1 0 1 0 0,1 1-1 0 0,0 0 0 0 0,-1-1 1 0 0,1 1-1 0 0,2 1 1 0 0,37 24 2 0 0,1-1-1 0 0,-41-24-3 0 0,16 4-2 0 0,0 0 0 0 0,0-1 1 0 0,0-1-1 0 0,22 1 0 0 0,-38-4 11 0 0,40-6 1265 0 0,-35 8-1251 0 0,-1 0-1 0 0,1-1 1 0 0,0 0 0 0 0,0 0-1 0 0,0 0 1 0 0,0-1-1 0 0,0 0 1 0 0,0 0-1 0 0,9-1 1 0 0,-1 0-107 0 0,7 2-393 0 0,15-1-798 0 0,-14-5-4133 0 0</inkml:trace>
</inkml:ink>
</file>

<file path=ppt/ink/ink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2:43:13.8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32 424 0 0,'-3'-4'1364'0'0,"12"-4"-800"0"0,1 4-44 0 0,7 1-72 0 0,10-1-60 0 0,4 1-172 0 0,15 1-176 0 0,0 2-220 0 0,4-1-192 0 0,-8-1-200 0 0,8 4-616 0 0,-2-2 276 0 0</inkml:trace>
</inkml:ink>
</file>

<file path=ppt/ink/ink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2:43:14.3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1 538 220 0 0,'1'0'7065'0'0,"7"-11"-6792"0"0,7-14 444 0 0,2 1 0 0 0,29-33 0 0 0,17-25-35 0 0,-41 42-407 0 0,-1-1 1 0 0,-2 0-1 0 0,20-67 1 0 0,-29 80-180 0 0,16-44 118 0 0,-26 72-212 0 0,0-1 0 0 0,1 1-1 0 0,-1 0 1 0 0,0-1 0 0 0,0 1-1 0 0,0-1 1 0 0,0 1 0 0 0,1-1 0 0 0,-1 1-1 0 0,0 0 1 0 0,1-1 0 0 0,-1 1 0 0 0,0 0-1 0 0,0-1 1 0 0,1 1 0 0 0,-1 0 0 0 0,1-1-1 0 0,-1 1 1 0 0,0 0 0 0 0,1 0-1 0 0,-1-1 1 0 0,1 1 0 0 0,-1 0 0 0 0,0 0-1 0 0,1 0 1 0 0,-1 0 0 0 0,1 0 0 0 0,-1-1-1 0 0,1 1 1 0 0,-1 0 0 0 0,1 0 0 0 0,-1 0-1 0 0,1 0 1 0 0,-1 0 0 0 0,1 0-1 0 0,-1 1 1 0 0,0-1 0 0 0,1 0 0 0 0,-1 0-1 0 0,1 0 1 0 0,23 16 27 0 0,12 27-4 0 0,-20-18-19 0 0,-1 2-1 0 0,-1-1 0 0 0,-1 2 0 0 0,-2 0 0 0 0,0 0 1 0 0,10 49-1 0 0,-19-65-3 0 0,0-1 0 0 0,0 1 1 0 0,-1 0-1 0 0,0 0 0 0 0,-1-1 1 0 0,0 1-1 0 0,-1 0 0 0 0,-1-1 1 0 0,1 1-1 0 0,-2 0 0 0 0,0-1 1 0 0,0 0-1 0 0,-1 0 0 0 0,0 0 1 0 0,-1 0-1 0 0,-1-1 0 0 0,1 1 0 0 0,-2-1 1 0 0,-13 17-1 0 0,14-21 10 0 0,-1-1-1 0 0,-1 1 1 0 0,1-1-1 0 0,-1-1 1 0 0,0 1-1 0 0,0-1 1 0 0,0 0-1 0 0,0-1 1 0 0,-16 4-1 0 0,20-6 5 0 0,0 0 0 0 0,0 0-1 0 0,0-1 1 0 0,0 0 0 0 0,0 1-1 0 0,0-2 1 0 0,0 1 0 0 0,0 0-1 0 0,0-1 1 0 0,-7-1 0 0 0,9 1-7 0 0,0 0 0 0 0,0 0 0 0 0,1 0 0 0 0,-1 0 0 0 0,0 0 0 0 0,1 0 0 0 0,-1 0 0 0 0,1 0 0 0 0,-1-1 0 0 0,1 1 0 0 0,-1-1 0 0 0,1 1 0 0 0,0-1 0 0 0,0 0 0 0 0,0 1 0 0 0,0-1 0 0 0,0 0 0 0 0,0 0 0 0 0,0 1 0 0 0,1-1 0 0 0,-1 0 0 0 0,0-3 0 0 0,1 2-17 0 0,0 0-1 0 0,-1 0 1 0 0,1 0 0 0 0,1 0 0 0 0,-1 0-1 0 0,0 0 1 0 0,1 0 0 0 0,-1 0 0 0 0,1 0-1 0 0,0 0 1 0 0,0 0 0 0 0,0 1-1 0 0,1-1 1 0 0,-1 0 0 0 0,0 1 0 0 0,1-1-1 0 0,0 1 1 0 0,0-1 0 0 0,0 1 0 0 0,0 0-1 0 0,0 0 1 0 0,0 0 0 0 0,0 0 0 0 0,1 0-1 0 0,-1 0 1 0 0,1 1 0 0 0,4-3 0 0 0,7-4-1697 0 0,1 1 0 0 0,0 0 0 0 0,26-7 1 0 0,-38 12 901 0 0,7-1-1814 0 0</inkml:trace>
</inkml:ink>
</file>

<file path=ppt/ink/ink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2:43:15.1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75 43 476 0 0,'0'0'1683'0'0,"31"9"1058"0"0,-30-9-2709 0 0,15 6 617 0 0,0-1 1 0 0,0-1-1 0 0,0 0 0 0 0,29 2 0 0 0,-39-6-556 0 0,-1 0-1 0 0,0 0 1 0 0,0-1-1 0 0,1 0 1 0 0,-1 0-1 0 0,0 0 0 0 0,0-1 1 0 0,0 0-1 0 0,0 0 1 0 0,0 0-1 0 0,-1 0 0 0 0,1-1 1 0 0,-1 0-1 0 0,1 0 1 0 0,-1 0-1 0 0,0 0 0 0 0,0-1 1 0 0,6-7-1 0 0,-9 10-85 0 0,-1 1-1 0 0,0-1 1 0 0,0 1-1 0 0,0 0 1 0 0,1-1-1 0 0,-1 1 1 0 0,0 0-1 0 0,1-1 1 0 0,-1 1-1 0 0,0 0 0 0 0,1-1 1 0 0,-1 1-1 0 0,0 0 1 0 0,1-1-1 0 0,-1 1 1 0 0,1 0-1 0 0,-1 0 1 0 0,0 0-1 0 0,1-1 1 0 0,-1 1-1 0 0,1 0 1 0 0,-1 0-1 0 0,1 0 1 0 0,-1 0-1 0 0,1 0 1 0 0,-1 0-1 0 0,1 0 1 0 0,-1 0-1 0 0,0 0 0 0 0,1 0 1 0 0,-1 0-1 0 0,1 0 1 0 0,-1 0-1 0 0,1 0 1 0 0,-1 0-1 0 0,1 1 1 0 0,-1-1-1 0 0,0 0 1 0 0,1 0-1 0 0,-1 1 1 0 0,1-1-1 0 0,-1 0 1 0 0,1 1-1 0 0,8 24 116 0 0,-6 31 25 0 0,-3-56-146 0 0,-3 48 173 0 0,-2 0 0 0 0,-3-1 1 0 0,-19 67-1 0 0,3-10 4 0 0,19-81-143 0 0,-14 75 256 0 0,-61 189-1 0 0,74-274-270 0 0,0 0 0 0 0,-1 0 0 0 0,0-1 0 0 0,-1 1 0 0 0,-10 10 0 0 0,16-20-13 0 0,0 0 0 0 0,0 0 0 0 0,0-1 1 0 0,0 1-1 0 0,-1-1 0 0 0,1 1 0 0 0,-1-1 0 0 0,0 0 1 0 0,0 0-1 0 0,1 0 0 0 0,-1-1 0 0 0,0 1 0 0 0,-1 0 0 0 0,1-1 1 0 0,0 0-1 0 0,0 0 0 0 0,-1 0 0 0 0,1 0 0 0 0,0-1 0 0 0,-1 1 1 0 0,1-1-1 0 0,-1 0 0 0 0,1 0 0 0 0,-1 0 0 0 0,-5-1 0 0 0,6-1-3 0 0,0 1-1 0 0,1-1 0 0 0,-1 0 1 0 0,1 0-1 0 0,0 0 0 0 0,-1 0 1 0 0,1 0-1 0 0,0-1 0 0 0,0 1 1 0 0,0-1-1 0 0,1 1 0 0 0,-1-1 1 0 0,1 0-1 0 0,-1 1 1 0 0,1-1-1 0 0,0 0 0 0 0,0 0 1 0 0,0 0-1 0 0,1 0 0 0 0,-1 0 1 0 0,1 0-1 0 0,-1 0 0 0 0,1 0 1 0 0,0-6-1 0 0,0-9 6 0 0,1-1 0 0 0,4-31 0 0 0,-4 47-9 0 0,5-28-33 0 0,2-1-1 0 0,0 2 1 0 0,3-1 0 0 0,0 1-1 0 0,2 1 1 0 0,23-40-1 0 0,3 6-101 0 0,78-97-1 0 0,-70 103 22 0 0,93-87 0 0 0,-114 121 84 0 0,1 1 1 0 0,1 1 0 0 0,1 2 0 0 0,0 0 0 0 0,61-26-1 0 0,-81 41 19 0 0,0 1 0 0 0,0 0 1 0 0,1 1-1 0 0,0-1 0 0 0,18 0 0 0 0,-27 3 11 0 0,1-1 0 0 0,0 1-1 0 0,-1 0 1 0 0,1 0 0 0 0,0 0 0 0 0,-1 1 0 0 0,1-1 0 0 0,0 0 0 0 0,-1 1 0 0 0,1-1 0 0 0,0 1 0 0 0,-1-1 0 0 0,1 1 0 0 0,-1 0 0 0 0,1 0 0 0 0,-1 0-1 0 0,1 0 1 0 0,-1 0 0 0 0,0 0 0 0 0,0 0 0 0 0,1 0 0 0 0,-1 0 0 0 0,0 1 0 0 0,0-1 0 0 0,0 0 0 0 0,0 1 0 0 0,0-1 0 0 0,0 1 0 0 0,-1-1-1 0 0,1 1 1 0 0,0-1 0 0 0,-1 1 0 0 0,1 0 0 0 0,-1-1 0 0 0,0 1 0 0 0,0 0 0 0 0,1-1 0 0 0,-1 1 0 0 0,0 0 0 0 0,-1 2 0 0 0,2 13 0 0 0,0 1 1 0 0,-2 0-1 0 0,0 0 0 0 0,-2-1 1 0 0,1 1-1 0 0,-2-1 1 0 0,-1 0-1 0 0,0 0 0 0 0,-1 0 1 0 0,0 0-1 0 0,-2-1 1 0 0,-9 15-1 0 0,2-16 17 0 0,15-15-18 0 0,0 0 0 0 0,0 0 0 0 0,-1 0 0 0 0,1 0 0 0 0,0 0 0 0 0,0 0 0 0 0,-1-1 0 0 0,1 1-1 0 0,0 0 1 0 0,0 0 0 0 0,-1 0 0 0 0,1 0 0 0 0,0-1 0 0 0,0 1 0 0 0,0 0 0 0 0,-1 0 0 0 0,1 0 0 0 0,0-1 0 0 0,0 1 0 0 0,0 0 0 0 0,0 0 0 0 0,0-1 0 0 0,-1 1 0 0 0,1 0 0 0 0,0 0 0 0 0,0-1 0 0 0,0 1 0 0 0,0 0 0 0 0,0-1 0 0 0,0 1 0 0 0,0 0 0 0 0,0 0 0 0 0,0-1 0 0 0,0 1 0 0 0,0 0 0 0 0,0-1 0 0 0,7-38-108 0 0,1 24 79 0 0,0 1 0 0 0,1 0-1 0 0,0 1 1 0 0,1 0 0 0 0,0 0-1 0 0,1 1 1 0 0,1 0 0 0 0,0 1 0 0 0,0 0-1 0 0,1 1 1 0 0,1 1 0 0 0,22-13 0 0 0,-29 19 26 0 0,1 0 1 0 0,-1 1 0 0 0,1 0 0 0 0,0 0 0 0 0,0 0 0 0 0,0 1-1 0 0,0 0 1 0 0,0 1 0 0 0,0 0 0 0 0,0 0 0 0 0,0 1 0 0 0,0 0-1 0 0,13 3 1 0 0,-15-2 39 0 0,0-1-1 0 0,0 1 0 0 0,0 0 1 0 0,0 1-1 0 0,-1-1 1 0 0,1 1-1 0 0,-1 0 0 0 0,0 0 1 0 0,0 1-1 0 0,0-1 1 0 0,0 1-1 0 0,0 1 0 0 0,-1-1 1 0 0,0 0-1 0 0,0 1 1 0 0,0 0-1 0 0,-1 0 0 0 0,6 9 1 0 0,5 35 294 0 0,-4-9-1481 0 0,1-17-2494 0 0,-8-20 971 0 0</inkml:trace>
</inkml:ink>
</file>

<file path=ppt/ink/ink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2:43:38.0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405 36 244 0 0,'0'-1'179'0'0,"-2"-2"205"0"0,0 0 1 0 0,1 0-1 0 0,-1 0 0 0 0,0 0 0 0 0,-1 0 0 0 0,1 1 0 0 0,0-1 0 0 0,-1 1 0 0 0,1-1 0 0 0,-7-3 0 0 0,7 6-284 0 0,1 0-1 0 0,-1 0 0 0 0,0 0 0 0 0,0 0 1 0 0,0 1-1 0 0,1-1 0 0 0,-1 1 0 0 0,0-1 1 0 0,0 1-1 0 0,1-1 0 0 0,-1 1 1 0 0,0 0-1 0 0,1 0 0 0 0,-1 0 0 0 0,1 0 1 0 0,-1 0-1 0 0,1 0 0 0 0,0 0 0 0 0,-1 1 1 0 0,1-1-1 0 0,0 0 0 0 0,0 1 0 0 0,0-1 1 0 0,-2 3-1 0 0,-9 11 180 0 0,0 0 0 0 0,1 1 0 0 0,0 1-1 0 0,2 0 1 0 0,-10 21 0 0 0,-32 96 475 0 0,10-23-282 0 0,8-24-138 0 0,22-54-724 0 0,-2 0-1 0 0,-1-1 1 0 0,-28 47 0 0 0,41-77 121 0 0,-1 0 0 0 0,1 0 0 0 0,-1 0 0 0 0,1 0 0 0 0,-1-1 0 0 0,0 1 0 0 0,1 0 0 0 0,-1-1 1 0 0,0 1-1 0 0,0-1 0 0 0,0 1 0 0 0,-1-1 0 0 0,1 0 0 0 0,0 0 0 0 0,0 0 0 0 0,-1 0 0 0 0,1 0 0 0 0,0-1 0 0 0,-3 1 0 0 0,-10 0-1658 0 0</inkml:trace>
</inkml:ink>
</file>

<file path=ppt/ink/ink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2:43:38.8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0 685 148 0 0,'185'-23'888'0'0,"262"-70"0"0"0,-95-11-127 0 0,-274 76-544 0 0,-1-3 1 0 0,103-59-1 0 0,-174 87-164 0 0,0-1 0 0 0,1-1 0 0 0,-2 1 0 0 0,1-1 0 0 0,0 0 0 0 0,-1 0 1 0 0,0 0-1 0 0,0-1 0 0 0,-1 0 0 0 0,0 0 0 0 0,0 0 0 0 0,0 0 0 0 0,0-1 0 0 0,-1 0 0 0 0,0 1 0 0 0,-1-1 0 0 0,0 0 1 0 0,0-1-1 0 0,0 1 0 0 0,-1 0 0 0 0,0 0 0 0 0,0-1 0 0 0,-1-7 0 0 0,0 6 90 0 0,-1 0 0 0 0,0 0 1 0 0,-1 1-1 0 0,0-1 0 0 0,-1 0 0 0 0,1 1 0 0 0,-1 0 1 0 0,-1 0-1 0 0,0 0 0 0 0,0 0 0 0 0,-1 0 0 0 0,0 1 0 0 0,0 0 1 0 0,0 0-1 0 0,-1 0 0 0 0,0 1 0 0 0,-1 0 0 0 0,1 0 1 0 0,-9-6-1 0 0,13 12-122 0 0,1-1 0 0 0,0 0 0 0 0,0 1 0 0 0,-1-1 0 0 0,1 1 0 0 0,0-1 0 0 0,-1 1 1 0 0,1 0-1 0 0,-1 0 0 0 0,1 0 0 0 0,0 0 0 0 0,-1 0 0 0 0,1 0 0 0 0,-1 0 0 0 0,1 0 0 0 0,0 0 1 0 0,-1 0-1 0 0,1 1 0 0 0,-1-1 0 0 0,1 1 0 0 0,0-1 0 0 0,0 1 0 0 0,-1-1 0 0 0,1 1 0 0 0,0 0 1 0 0,0 0-1 0 0,0 0 0 0 0,-1 0 0 0 0,1-1 0 0 0,0 1 0 0 0,0 1 0 0 0,1-1 0 0 0,-1 0 0 0 0,0 0 1 0 0,-1 2-1 0 0,-32 53 296 0 0,26-40-184 0 0,-50 90 550 0 0,6 3 1 0 0,-48 141 0 0 0,76-183-433 0 0,12-28-75 0 0,-2-1-1 0 0,-2 0 1 0 0,-22 37-1 0 0,14-28 131 0 0,24-46 9 0 0,6-38-206 0 0,-5 32-107 0 0,0-1 1 0 0,1 1-1 0 0,-1 0 0 0 0,1 0 0 0 0,0 0 0 0 0,0 1 1 0 0,1-1-1 0 0,-1 0 0 0 0,1 1 0 0 0,0 0 1 0 0,1-1-1 0 0,-1 1 0 0 0,1 0 0 0 0,-1 1 0 0 0,1-1 1 0 0,0 1-1 0 0,1 0 0 0 0,-1-1 0 0 0,0 2 0 0 0,1-1 1 0 0,0 1-1 0 0,0-1 0 0 0,-1 1 0 0 0,1 1 1 0 0,0-1-1 0 0,1 1 0 0 0,-1-1 0 0 0,0 2 0 0 0,0-1 1 0 0,0 0-1 0 0,1 1 0 0 0,-1 0 0 0 0,0 0 1 0 0,1 1-1 0 0,-1 0 0 0 0,5 1 0 0 0,70 24-5 0 0,-57-17-28 0 0,1-2 1 0 0,45 10-1 0 0,-47-14-22 0 0,-5 0 13 0 0,0 0 0 0 0,1-2 0 0 0,17 0 0 0 0,-32-1 32 0 0,1 0-1 0 0,-1 0 1 0 0,1-1 0 0 0,-1 1-1 0 0,1-1 1 0 0,-1 0 0 0 0,1 0-1 0 0,-1 0 1 0 0,1-1 0 0 0,-1 1-1 0 0,0-1 1 0 0,0 1 0 0 0,0-1-1 0 0,0 0 1 0 0,0 0-1 0 0,0-1 1 0 0,0 1 0 0 0,-1-1-1 0 0,1 1 1 0 0,2-6 0 0 0,-4 6 11 0 0,0 0 0 0 0,0-1 0 0 0,0 0-1 0 0,-1 1 1 0 0,1-1 0 0 0,-1 1 0 0 0,0-1 0 0 0,0 0 0 0 0,0 1 0 0 0,0-1 0 0 0,0 0 0 0 0,0 1 0 0 0,-1-1 0 0 0,1 1-1 0 0,-1-1 1 0 0,0 1 0 0 0,0-1 0 0 0,0 1 0 0 0,0-1 0 0 0,0 1 0 0 0,0 0 0 0 0,-1-1 0 0 0,1 1 0 0 0,-1 0 0 0 0,0 0-1 0 0,1 0 1 0 0,-1 0 0 0 0,0 1 0 0 0,-2-3 0 0 0,3 3 17 0 0,-22 19 41 0 0,23-16-102 0 0,0 1 0 0 0,1 0 0 0 0,-1-1 0 0 0,0 1 0 0 0,1 0 0 0 0,0-1 0 0 0,-1 1 0 0 0,1-1 0 0 0,0 1-1 0 0,0-1 1 0 0,1 0 0 0 0,-1 1 0 0 0,0-1 0 0 0,1 0 0 0 0,0 0 0 0 0,-1 0 0 0 0,1 0 0 0 0,0 0 0 0 0,0 0 0 0 0,0 0-1 0 0,0-1 1 0 0,0 1 0 0 0,1-1 0 0 0,-1 1 0 0 0,4 0 0 0 0,62 31-2164 0 0,9-7-2203 0 0,-32-16 1875 0 0</inkml:trace>
</inkml:ink>
</file>

<file path=ppt/ink/ink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2:43:40.6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0 325 9069 0 0,'1'-7'28'0'0,"0"1"0"0"0,0 0 0 0 0,0 0 0 0 0,1 0 0 0 0,0 0 0 0 0,0 0 0 0 0,1 0 0 0 0,-1 0 1 0 0,1 0-1 0 0,0 1 0 0 0,1 0 0 0 0,0-1 0 0 0,-1 1 0 0 0,2 1 0 0 0,-1-1 0 0 0,0 0 0 0 0,1 1 0 0 0,0 0 0 0 0,0 0 0 0 0,0 1 0 0 0,1-1 0 0 0,-1 1 1 0 0,1 0-1 0 0,0 1 0 0 0,-1-1 0 0 0,1 1 0 0 0,0 0 0 0 0,1 1 0 0 0,-1-1 0 0 0,0 1 0 0 0,0 0 0 0 0,1 1 0 0 0,-1 0 0 0 0,0 0 0 0 0,1 0 1 0 0,9 2-1 0 0,-12-1-18 0 0,0 0 0 0 0,0 0 0 0 0,0 1 0 0 0,0-1 0 0 0,0 1 0 0 0,-1 0 0 0 0,1 0 0 0 0,-1 0 0 0 0,1 0 0 0 0,-1 0 0 0 0,0 1 0 0 0,0 0 0 0 0,0 0 0 0 0,0 0 0 0 0,-1 0 0 0 0,1 0 0 0 0,-1 0 0 0 0,1 0 0 0 0,-1 1 0 0 0,0 0 0 0 0,-1-1 0 0 0,1 1 0 0 0,-1 0 0 0 0,1 0 0 0 0,-1 0 0 0 0,0 0 0 0 0,0 0 0 0 0,-1 0 0 0 0,1 0 0 0 0,-1 0 0 0 0,0 0 0 0 0,0 0 0 0 0,-1 0 0 0 0,1 0 0 0 0,-1 0 0 0 0,0 0 0 0 0,0 0 0 0 0,0 0 0 0 0,0 0 0 0 0,-1-1 0 0 0,1 1 0 0 0,-1 0 0 0 0,0-1 0 0 0,0 1 0 0 0,-5 5 0 0 0,0-1 3 0 0,-1-1 0 0 0,-1 0 0 0 0,1 0 1 0 0,-1 0-1 0 0,0-1 0 0 0,-19 9 0 0 0,24-13-8 0 0,0 0 0 0 0,1 0 0 0 0,-1-1-1 0 0,0 1 1 0 0,0-1 0 0 0,0 0 0 0 0,0 0 0 0 0,0 0-1 0 0,0-1 1 0 0,0 1 0 0 0,0-1 0 0 0,0 0-1 0 0,0 0 1 0 0,0-1 0 0 0,0 1 0 0 0,0-1 0 0 0,0 0-1 0 0,0 0 1 0 0,0 0 0 0 0,0-1 0 0 0,-6-2 0 0 0,9 3-4 0 0,0 0 0 0 0,0 0 1 0 0,-1 0-1 0 0,1 0 1 0 0,0 0-1 0 0,0 0 0 0 0,0-1 1 0 0,1 1-1 0 0,-1 0 1 0 0,0-1-1 0 0,0 1 0 0 0,1 0 1 0 0,-1-1-1 0 0,0 1 1 0 0,1-1-1 0 0,0 1 0 0 0,-1-1 1 0 0,1 1-1 0 0,0-1 1 0 0,0 1-1 0 0,0-4 1 0 0,0 1-2 0 0,1 0 1 0 0,-1 0-1 0 0,1 0 1 0 0,0 0-1 0 0,1 0 1 0 0,-1 0-1 0 0,1 0 1 0 0,2-4-1 0 0,3-4 4 0 0,0 1 0 0 0,1 0 0 0 0,0 0 0 0 0,11-10 0 0 0,2-1-14 0 0,1 1 0 0 0,1 1 0 0 0,0 1 0 0 0,40-23 0 0 0,-55 37 8 0 0,0 1 0 0 0,0-1 1 0 0,0 2-1 0 0,0-1 0 0 0,1 1 1 0 0,0 1-1 0 0,0-1 0 0 0,-1 2 1 0 0,1-1-1 0 0,1 1 0 0 0,-1 0 0 0 0,0 1 1 0 0,0 0-1 0 0,0 1 0 0 0,0 0 1 0 0,0 0-1 0 0,0 1 0 0 0,0 0 1 0 0,11 4-1 0 0,-17-4 2 0 0,0 0 0 0 0,0 0-1 0 0,0 0 1 0 0,0 0 0 0 0,0 1 0 0 0,0 0 0 0 0,0-1 0 0 0,-1 1-1 0 0,0 0 1 0 0,1 0 0 0 0,-1 0 0 0 0,0 1 0 0 0,0-1 0 0 0,-1 0-1 0 0,1 1 1 0 0,-1-1 0 0 0,0 1 0 0 0,0 0 0 0 0,0-1 0 0 0,0 1-1 0 0,0 0 1 0 0,-1 0 0 0 0,0-1 0 0 0,0 1 0 0 0,0 7 0 0 0,-1-5 2 0 0,1 0 0 0 0,-1 1 0 0 0,1-1 0 0 0,-2 0 0 0 0,1 0 0 0 0,-1 0 0 0 0,0-1 0 0 0,0 1 1 0 0,0 0-1 0 0,-1-1 0 0 0,0 1 0 0 0,0-1 0 0 0,-1 0 0 0 0,1 0 0 0 0,-6 6 0 0 0,3-5-16 0 0,4-4 17 0 0,0 0-1 0 0,0 0 1 0 0,0 0-1 0 0,-1 0 1 0 0,1 0-1 0 0,0 0 1 0 0,-1-1-1 0 0,1 1 1 0 0,-1-1-1 0 0,1 0 1 0 0,-1 0-1 0 0,0 0 1 0 0,-3 1-1 0 0,6-2-2 0 0,0 0-1 0 0,-1 0 1 0 0,1 0-1 0 0,0-1 1 0 0,-1 1-1 0 0,1 0 1 0 0,0 0 0 0 0,-1 0-1 0 0,1-1 1 0 0,0 1-1 0 0,0 0 1 0 0,-1 0 0 0 0,1-1-1 0 0,0 1 1 0 0,0 0-1 0 0,-1 0 1 0 0,1-1-1 0 0,0 1 1 0 0,0 0 0 0 0,0-1-1 0 0,-1 1 1 0 0,1 0-1 0 0,0-1 1 0 0,0 1-1 0 0,0 0 1 0 0,0-1 0 0 0,0 1-1 0 0,0-1 1 0 0,0 1-1 0 0,0 0 1 0 0,0-1 0 0 0,0 1-1 0 0,0 0 1 0 0,0-1-1 0 0,0 1 1 0 0,0-1-1 0 0,0 1 1 0 0,0 0 0 0 0,1-1-1 0 0,-1 1 1 0 0,0 0-1 0 0,0-1 1 0 0,1 1-1 0 0,5-17-21 0 0,13-9-126 0 0,0 1 1 0 0,35-34-1 0 0,-44 49 62 0 0,1 0 1 0 0,0 1 0 0 0,1 0-1 0 0,0 1 1 0 0,0 0-1 0 0,1 1 1 0 0,23-10 0 0 0,-31 15 66 0 0,0 1 0 0 0,0 0 0 0 0,0 0 0 0 0,0 1 0 0 0,0-1 0 0 0,0 1 0 0 0,0 0 0 0 0,0 1 0 0 0,-1-1 0 0 0,1 1 0 0 0,0 0 0 0 0,0 0 0 0 0,6 2 0 0 0,61 32-105 0 0,-11-5 106 0 0,10-9-11 0 0,-44-15 26 0 0,-1-2 0 0 0,1-1 0 0 0,0-1 0 0 0,-1-2-1 0 0,1 0 1 0 0,0-2 0 0 0,-1-1 0 0 0,1-1 0 0 0,34-9 0 0 0,-51 10 7 0 0,1-1 0 0 0,-1 0 0 0 0,0 0 0 0 0,0-1 0 0 0,0 0 1 0 0,-1 0-1 0 0,0-1 0 0 0,0 0 0 0 0,0-1 0 0 0,-1 0 0 0 0,0-1 1 0 0,0 0-1 0 0,-1 0 0 0 0,0 0 0 0 0,9-16 0 0 0,-14 23 2 0 0,-1-1 0 0 0,0 0 0 0 0,-1 1 0 0 0,1-1 0 0 0,0 0 0 0 0,0 0 0 0 0,-1 1 0 0 0,1-1 0 0 0,-1 0 0 0 0,0 0 0 0 0,1 0 0 0 0,-1 0 0 0 0,0 0 0 0 0,0 1 0 0 0,0-1 0 0 0,-1 0 0 0 0,1 0 0 0 0,-1-3 0 0 0,1 4 5 0 0,-1 0 1 0 0,0 0 0 0 0,0 0-1 0 0,1 0 1 0 0,-1 0 0 0 0,0 0-1 0 0,0 0 1 0 0,0 0 0 0 0,0 0-1 0 0,0 0 1 0 0,-1 0 0 0 0,1 0-1 0 0,0 1 1 0 0,0-1-1 0 0,0 1 1 0 0,-1-1 0 0 0,1 1-1 0 0,0-1 1 0 0,-2 0 0 0 0,-2 0 28 0 0,-1 1 0 0 0,1-1 1 0 0,0 1-1 0 0,-1 0 1 0 0,1 0-1 0 0,0 0 1 0 0,0 1-1 0 0,-1 0 0 0 0,1 0 1 0 0,0 0-1 0 0,-5 2 1 0 0,-5 3 59 0 0,1 1 0 0 0,0 1 0 0 0,0 0 0 0 0,1 0 1 0 0,0 1-1 0 0,-22 21 0 0 0,32-27-84 0 0,0 0 1 0 0,-1 0-1 0 0,1 0 0 0 0,1 0 1 0 0,-1 1-1 0 0,0-1 0 0 0,1 1 0 0 0,0 0 1 0 0,0 0-1 0 0,0 0 0 0 0,0 0 1 0 0,0 0-1 0 0,1 0 0 0 0,0 0 0 0 0,0 0 1 0 0,0 1-1 0 0,0-1 0 0 0,1 0 1 0 0,0 1-1 0 0,0-1 0 0 0,0 1 0 0 0,0-1 1 0 0,1 0-1 0 0,0 1 0 0 0,-1-1 1 0 0,2 0-1 0 0,-1 0 0 0 0,0 1 0 0 0,4 5 1 0 0,-1-5-14 0 0,0 0 1 0 0,0 0 0 0 0,0-1-1 0 0,1 1 1 0 0,0-1-1 0 0,0 0 1 0 0,0 0 0 0 0,0 0-1 0 0,1-1 1 0 0,0 0 0 0 0,-1 0-1 0 0,1-1 1 0 0,0 1-1 0 0,0-1 1 0 0,1 0 0 0 0,-1-1-1 0 0,8 1 1 0 0,15 3-210 0 0,0-1-1 0 0,38-1 1 0 0,-63-2 166 0 0,48 0-663 0 0,1-2 1 0 0,-1-3-1 0 0,0-1 1 0 0,0-3-1 0 0,-1-2 1 0 0,0-3 0 0 0,-1-1-1 0 0,81-36 1 0 0,-125 47 718 0 0,0 0 1 0 0,-1-1 0 0 0,1 1-1 0 0,-1-1 1 0 0,0-1 0 0 0,0 1-1 0 0,0-1 1 0 0,0 1-1 0 0,4-7 1 0 0,-7 8 118 0 0,0 0 1 0 0,0 0-1 0 0,0 0 1 0 0,-1-1-1 0 0,1 1 0 0 0,-1 0 1 0 0,0-1-1 0 0,0 1 0 0 0,0-1 1 0 0,0 1-1 0 0,0-1 0 0 0,-1 1 1 0 0,0-1-1 0 0,0 1 1 0 0,0-1-1 0 0,0 0 0 0 0,0 1 1 0 0,-1-5-1 0 0,0 6-56 0 0,0 0 0 0 0,1 0 0 0 0,-1 0 1 0 0,0 0-1 0 0,0 1 0 0 0,0-1 0 0 0,0 0 0 0 0,0 1 0 0 0,-1-1 1 0 0,1 1-1 0 0,0-1 0 0 0,-1 1 0 0 0,1 0 0 0 0,-1-1 0 0 0,1 1 1 0 0,-1 0-1 0 0,0 0 0 0 0,0 0 0 0 0,1 0 0 0 0,-1 0 0 0 0,0 1 1 0 0,0-1-1 0 0,0 0 0 0 0,0 1 0 0 0,0 0 0 0 0,0-1 0 0 0,0 1 1 0 0,0 0-1 0 0,0 0 0 0 0,0 0 0 0 0,0 0 0 0 0,0 0 0 0 0,0 1 1 0 0,0-1-1 0 0,0 1 0 0 0,0-1 0 0 0,-2 2 0 0 0,-11 2 182 0 0,1 1 0 0 0,-1 0 0 0 0,-22 13 0 0 0,27-13-75 0 0,3-2-112 0 0,0 1 0 0 0,0-1 0 0 0,0 2 0 0 0,1-1 1 0 0,-1 1-1 0 0,1 0 0 0 0,0 0 0 0 0,1 1 0 0 0,-1-1 1 0 0,1 1-1 0 0,1 1 0 0 0,-1-1 0 0 0,1 1 0 0 0,-5 9 0 0 0,9-16-68 0 0,0 1-1 0 0,0 0 1 0 0,0-1-1 0 0,0 1 0 0 0,0 0 1 0 0,0 0-1 0 0,0-1 0 0 0,0 1 1 0 0,0 0-1 0 0,1-1 0 0 0,-1 1 1 0 0,0 0-1 0 0,0-1 0 0 0,1 1 1 0 0,-1-1-1 0 0,1 1 1 0 0,-1 0-1 0 0,0-1 0 0 0,1 1 1 0 0,-1-1-1 0 0,1 1 0 0 0,-1-1 1 0 0,1 1-1 0 0,-1-1 0 0 0,1 0 1 0 0,0 1-1 0 0,-1-1 0 0 0,1 0 1 0 0,0 1-1 0 0,-1-1 1 0 0,1 0-1 0 0,0 0 0 0 0,-1 1 1 0 0,1-1-1 0 0,0 0 0 0 0,-1 0 1 0 0,1 0-1 0 0,0 0 0 0 0,-1 0 1 0 0,1 0-1 0 0,1 0 0 0 0,28 1 26 0 0,6-6-179 0 0,-18 3-26 0 0,1 0 0 0 0,-1 0 0 0 0,29 3 0 0 0,-27 1 11 0 0,-1-1 0 0 0,1 0 0 0 0,0-2 0 0 0,0 0 0 0 0,24-5 0 0 0,-35 4 133 0 0,1-1-1 0 0,-1-1 1 0 0,1 1 0 0 0,-1-2 0 0 0,0 1 0 0 0,-1-1 0 0 0,1 0 0 0 0,-1-1 0 0 0,0 0 0 0 0,0-1-1 0 0,-1 1 1 0 0,7-9 0 0 0,95-93-70 0 0,-89 96 152 0 0,-19 12-47 0 0,-1 0 0 0 0,0 0 0 0 0,1 0 0 0 0,-1 0 0 0 0,0 0 0 0 0,1 0 0 0 0,-1 0 0 0 0,1 0 0 0 0,-1 1 0 0 0,0-1 0 0 0,1 0 0 0 0,-1 0 0 0 0,0 0 0 0 0,1 0 0 0 0,-1 1 0 0 0,0-1 0 0 0,1 0 0 0 0,-1 0 0 0 0,0 1 0 0 0,0-1 0 0 0,1 0 0 0 0,-1 0 0 0 0,0 1 0 0 0,0-1 0 0 0,1 0 0 0 0,-1 1 0 0 0,0-1 0 0 0,0 0 0 0 0,0 1 0 0 0,0-1 0 0 0,1 1 0 0 0,-1 3 26 0 0,1-1 0 0 0,-1 1 0 0 0,0 0-1 0 0,0 0 1 0 0,0-1 0 0 0,0 1 0 0 0,-2 7-1 0 0,-4 26 140 0 0,0 63 0 0 0,6-88-162 0 0,2 0 34 0 0,12-23-8 0 0,-7 5-32 0 0,19-17-9 0 0,2 2-1 0 0,40-24 1 0 0,-67 44 6 0 0,1 1 1 0 0,0-1 0 0 0,0 0 0 0 0,-1 1-1 0 0,1 0 1 0 0,0-1 0 0 0,0 1 0 0 0,0 0-1 0 0,0 0 1 0 0,0 0 0 0 0,-1 0-1 0 0,1 0 1 0 0,0 1 0 0 0,0-1 0 0 0,0 1-1 0 0,-1-1 1 0 0,1 1 0 0 0,0-1 0 0 0,0 1-1 0 0,-1 0 1 0 0,1 0 0 0 0,0 0-1 0 0,1 2 1 0 0,37 29-5 0 0,-28-21 5 0 0,-6-8 3 0 0,1 0 0 0 0,-1 0 0 0 0,0-1 0 0 0,1 0 0 0 0,-1-1 0 0 0,1 1 0 0 0,-1-1 0 0 0,1 0 0 0 0,0-1 0 0 0,-1 0 0 0 0,1 0 0 0 0,0 0 0 0 0,0-1 1 0 0,-1 0-1 0 0,1 0 0 0 0,-1-1 0 0 0,1 1 0 0 0,-1-2 0 0 0,0 1 0 0 0,1-1 0 0 0,-1 0 0 0 0,0 0 0 0 0,-1 0 0 0 0,1-1 0 0 0,-1 0 0 0 0,1 0 0 0 0,-1 0 0 0 0,4-6 0 0 0,7-5 914 0 0,-12 15 36 0 0,-8 9-759 0 0,-11 27-1959 0 0,7-14-4775 0 0,7-17 3697 0 0</inkml:trace>
</inkml:ink>
</file>

<file path=ppt/ink/ink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2:43:41.0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1 112 552 0 0,'5'-30'2149'0'0,"-4"23"-1488"0"0,0 0-1 0 0,0-1 1 0 0,1 1 0 0 0,0 0 0 0 0,0 0 0 0 0,0 0 0 0 0,1 0 0 0 0,7-11 0 0 0,-2 11 296 0 0,-4 12-653 0 0,-5 19-6124 0 0,-1-14 3518 0 0</inkml:trace>
</inkml:ink>
</file>

<file path=ppt/ink/ink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2:43:41.5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183 23 320 0 0,'1'39'6685'0'0,"-13"-10"-5349"0"0,10-25-1142 0 0,0 0 0 0 0,0 0 1 0 0,0 0-1 0 0,0 0 0 0 0,1 0 0 0 0,0 0 1 0 0,-1 8-1 0 0,36-43 957 0 0,-11 12-1073 0 0,-22 18-73 0 0,1 0-1 0 0,0 0 1 0 0,0 0 0 0 0,0 0 0 0 0,0 0 0 0 0,0 0-1 0 0,0 1 1 0 0,0-1 0 0 0,0 1 0 0 0,0-1 0 0 0,0 1 0 0 0,0 0-1 0 0,0 0 1 0 0,0 0 0 0 0,0 0 0 0 0,0 0 0 0 0,4 1-1 0 0,43 11 2 0 0,-41-10-12 0 0,-1 0 0 0 0,1 0 0 0 0,-1 0 0 0 0,1-1 0 0 0,9 0 0 0 0,-6-2 16 0 0,1-2 0 0 0,0 1 0 0 0,0-2 1 0 0,-1 1-1 0 0,0-2 0 0 0,0 1 0 0 0,0-2 0 0 0,0 1 1 0 0,-1-2-1 0 0,0 1 0 0 0,0-1 0 0 0,-1-1 1 0 0,0 0-1 0 0,16-17 0 0 0,-312 451 1899 0 0,242-348-2427 0 0,3 1 0 0 0,4 2 0 0 0,-53 164 0 0 0,81-211-2496 0 0,-7 49 0 0 0,14-54 120 0 0</inkml:trace>
</inkml:ink>
</file>

<file path=ppt/ink/ink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2:43:42.6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400 369 432 0 0,'5'-11'1401'0'0,"19"-49"3981"0"0,-23 58-5191 0 0,-1 1 1 0 0,1-1 0 0 0,-1 0 0 0 0,1 0 0 0 0,-1 0 0 0 0,0 1-1 0 0,0-1 1 0 0,0 0 0 0 0,0 0 0 0 0,0 0 0 0 0,0 0 0 0 0,-1 1-1 0 0,1-1 1 0 0,-1 0 0 0 0,1 0 0 0 0,-1 1 0 0 0,1-1 0 0 0,-1 0-1 0 0,0 1 1 0 0,0-1 0 0 0,0 1 0 0 0,0-1 0 0 0,0 1 0 0 0,0-1-1 0 0,-1 1 1 0 0,1-1 0 0 0,0 1 0 0 0,-3-2 0 0 0,2 3-117 0 0,0-1 0 0 0,-1 1-1 0 0,1-1 1 0 0,0 1 0 0 0,-1 0 0 0 0,1 0 0 0 0,0 0 0 0 0,-1 0 0 0 0,1 0-1 0 0,0 1 1 0 0,0-1 0 0 0,-1 1 0 0 0,1-1 0 0 0,0 1 0 0 0,0 0 0 0 0,0 0-1 0 0,-1 0 1 0 0,1 0 0 0 0,0 0 0 0 0,-2 2 0 0 0,-37 28 590 0 0,37-29-623 0 0,1 1 1 0 0,0 0 0 0 0,1 0 0 0 0,-1 1-1 0 0,0-1 1 0 0,1 0 0 0 0,0 1 0 0 0,0 0 0 0 0,0-1-1 0 0,0 1 1 0 0,1 0 0 0 0,-1 0 0 0 0,1 0-1 0 0,0 0 1 0 0,0 0 0 0 0,0 1 0 0 0,1-1-1 0 0,0 0 1 0 0,-1 0 0 0 0,1 0 0 0 0,2 8-1 0 0,-2-10-36 0 0,1 1-1 0 0,0 0 1 0 0,1-1-1 0 0,-1 1 1 0 0,0-1-1 0 0,1 1 1 0 0,-1-1-1 0 0,1 0 1 0 0,0 1-1 0 0,0-1 1 0 0,0 0-1 0 0,0 0 1 0 0,0-1 0 0 0,0 1-1 0 0,1 0 1 0 0,-1-1-1 0 0,1 1 1 0 0,-1-1-1 0 0,1 0 1 0 0,-1 0-1 0 0,1 0 1 0 0,0 0-1 0 0,-1 0 1 0 0,1 0-1 0 0,0-1 1 0 0,0 1-1 0 0,0-1 1 0 0,-1 0-1 0 0,1 0 1 0 0,0 0-1 0 0,0 0 1 0 0,0-1-1 0 0,3 0 1 0 0,3 0-31 0 0,0-1-1 0 0,0 0 1 0 0,0-1 0 0 0,-1 0 0 0 0,1 0-1 0 0,-1-1 1 0 0,0 0 0 0 0,0 0 0 0 0,8-6-1 0 0,71-57-218 0 0,-34 25 41 0 0,-41 33 160 0 0,10-6-11 0 0,1-2-1 0 0,-2 0 0 0 0,-1-2 0 0 0,24-27 1 0 0,-27 19-63 0 0,-20 22 71 0 0,-11 11 32 0 0,5 2 14 0 0,1 0-1 0 0,-1 0 1 0 0,2 0-1 0 0,-1 1 1 0 0,1 1-1 0 0,0-1 1 0 0,1 1 0 0 0,-7 14-1 0 0,-5 6-6 0 0,-229 411-2 0 0,34 19 36 0 0,200-432-29 0 0,-26 55 0 0 0,35-76 2 0 0,-1 1-1 0 0,1-1 1 0 0,-2-1-1 0 0,1 1 0 0 0,-1-1 1 0 0,1 0-1 0 0,-2 0 1 0 0,-9 7-1 0 0,14-12 2 0 0,1 0-1 0 0,0 0 1 0 0,-1 1 0 0 0,1-2 0 0 0,-1 1-1 0 0,1 0 1 0 0,-1 0 0 0 0,1 0-1 0 0,-1-1 1 0 0,1 1 0 0 0,-1-1 0 0 0,0 1-1 0 0,0-1 1 0 0,1 0 0 0 0,-1 1-1 0 0,0-1 1 0 0,1 0 0 0 0,-1 0-1 0 0,0 0 1 0 0,0-1 0 0 0,1 1 0 0 0,-1 0-1 0 0,0-1 1 0 0,1 1 0 0 0,-1-1-1 0 0,0 1 1 0 0,1-1 0 0 0,-1 0 0 0 0,1 0-1 0 0,-1 1 1 0 0,1-1 0 0 0,-1 0-1 0 0,1 0 1 0 0,0-1 0 0 0,-1 1 0 0 0,1 0-1 0 0,0 0 1 0 0,0-1 0 0 0,0 1-1 0 0,0-1 1 0 0,0 1 0 0 0,0-1-1 0 0,-1-2 1 0 0,-1-3 2 0 0,1 1 0 0 0,0-1 0 0 0,0 0-1 0 0,0 0 1 0 0,1 0 0 0 0,0-1 0 0 0,0 1 0 0 0,1 0 0 0 0,0-8-1 0 0,2-4-61 0 0,1 0 0 0 0,1 0 0 0 0,1 1 0 0 0,0 0 0 0 0,2 0 0 0 0,0 0 0 0 0,1 0 0 0 0,0 1 0 0 0,2 1 0 0 0,0-1 0 0 0,0 2 0 0 0,2-1 0 0 0,0 2 0 0 0,1-1 0 0 0,0 2 0 0 0,1 0 0 0 0,29-22 0 0 0,-5 9-436 0 0,2 1 1 0 0,0 1 0 0 0,1 3-1 0 0,2 1 1 0 0,0 2 0 0 0,53-14-1 0 0,176-52-2304 0 0,-89 24 1319 0 0,-126 38 1066 0 0,-2-3 0 0 0,-1-3 0 0 0,55-36 0 0 0,-82 46 408 0 0,-1-1 0 0 0,-1-1 0 0 0,0-1-1 0 0,-1-1 1 0 0,29-36 0 0 0,-12 5 1505 0 0,54-92 0 0 0,-36 31 2886 0 0,-137 217-2041 0 0,32-25-1847 0 0,-39 94 0 0 0,-72 162-1145 0 0,150-319 253 0 0,2-4-328 0 0,-1 1 1 0 0,-1-1 0 0 0,1 0 0 0 0,-10 10-1 0 0,10-18-420 0 0</inkml:trace>
</inkml:ink>
</file>

<file path=ppt/ink/ink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2:43:43.3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16 558 128 0 0,'172'-99'3577'0'0,"-140"78"-2738"0"0,0-1 1 0 0,-1-2-1 0 0,50-50 1 0 0,-69 62-608 0 0,0-2-1 0 0,-1 1 1 0 0,-1-2 0 0 0,0 1 0 0 0,-1-1 0 0 0,-1-1 0 0 0,0 0-1 0 0,-2 0 1 0 0,1 0 0 0 0,7-33 0 0 0,-13 42-123 0 0,1-3 130 0 0,0-1 1 0 0,0 1-1 0 0,-2-1 0 0 0,1-11 1 0 0,-1 20-177 0 0,0-1 1 0 0,-1 0 0 0 0,1 1 0 0 0,-1-1-1 0 0,0 1 1 0 0,1-1 0 0 0,-1 1-1 0 0,0-1 1 0 0,0 1 0 0 0,-1-1 0 0 0,1 1-1 0 0,0 0 1 0 0,-1 0 0 0 0,1 0-1 0 0,-1 0 1 0 0,0 0 0 0 0,0 0 0 0 0,0 0-1 0 0,0 0 1 0 0,0 1 0 0 0,-3-2-1 0 0,3 2-36 0 0,0 1-1 0 0,0 0 0 0 0,0 0 0 0 0,0 1 0 0 0,0-1 1 0 0,0 0-1 0 0,0 1 0 0 0,0-1 0 0 0,0 1 0 0 0,0-1 1 0 0,0 1-1 0 0,0 0 0 0 0,0 0 0 0 0,1 0 0 0 0,-3 1 1 0 0,-28 17 227 0 0,10-1-87 0 0,0 1-1 0 0,1 1 1 0 0,1 1 0 0 0,1 0-1 0 0,1 2 1 0 0,1 0 0 0 0,1 1-1 0 0,-23 48 1 0 0,2 4 316 0 0,-45 142 0 0 0,56-144-298 0 0,11-22-57 0 0,12-37-62 0 0,-2 0 1 0 0,0 0 0 0 0,-11 23-1 0 0,16-38-3 0 0,5-9-57 0 0,1 0 5 0 0,0-1 0 0 0,1 2 1 0 0,0-1-1 0 0,10-9 0 0 0,-8 9-12 0 0,1-1 0 0 0,0 2 0 0 0,0-1 1 0 0,0 2-1 0 0,20-12 0 0 0,-28 18 2 0 0,-1 2-17 0 0,0-1 14 0 0,0 0 0 0 0,0 0 0 0 0,0 1 0 0 0,0-1 0 0 0,0 0 0 0 0,0 1 0 0 0,0-1 0 0 0,0 1 0 0 0,-1-1 0 0 0,1 1 0 0 0,0 0 0 0 0,0-1 0 0 0,0 1 0 0 0,-1 0 0 0 0,1 0 1 0 0,0 0-1 0 0,-1-1 0 0 0,1 1 0 0 0,0 0 0 0 0,-1 0 0 0 0,1 2 0 0 0,13 31-25 0 0,-13-30 16 0 0,1 1-1 0 0,0 0 1 0 0,0 0 0 0 0,0-1-1 0 0,0 1 1 0 0,1-1-1 0 0,5 8 1 0 0,-4-9 2 0 0,0 0 0 0 0,0 0 0 0 0,1 0 0 0 0,-1 0 0 0 0,1-1 0 0 0,-1 0 0 0 0,1 0 0 0 0,0 0 0 0 0,0 0 0 0 0,0-1 0 0 0,0 0 0 0 0,0 0 0 0 0,0 0-1 0 0,0-1 1 0 0,0 0 0 0 0,0 0 0 0 0,1 0 0 0 0,-1 0 0 0 0,0-1 0 0 0,0 0 0 0 0,0 0 0 0 0,0 0 0 0 0,0-1 0 0 0,0 0 0 0 0,-1 0 0 0 0,1 0 0 0 0,0 0 0 0 0,-1-1 0 0 0,1 0 0 0 0,-1 1 0 0 0,0-2 0 0 0,0 1 0 0 0,0 0 0 0 0,-1-1 0 0 0,1 0 0 0 0,-1 0 0 0 0,0 0 0 0 0,0 0 0 0 0,0 0 0 0 0,-1-1 0 0 0,1 1 0 0 0,-1-1 0 0 0,0 0 0 0 0,0 0 0 0 0,-1 0 0 0 0,2-7 0 0 0,-2 10 57 0 0,-1 0 1 0 0,1 0-1 0 0,-1 0 1 0 0,0 0-1 0 0,0 0 1 0 0,0 0-1 0 0,0 0 1 0 0,0 0-1 0 0,-1 0 1 0 0,1 0-1 0 0,0 0 1 0 0,-1 0-1 0 0,0 0 1 0 0,1 0-1 0 0,-1 0 1 0 0,0 0-1 0 0,0 0 1 0 0,-2-2-1 0 0,3 3 136 0 0,-19 34 79 0 0,18-26-627 0 0,0 0 1 0 0,1 1 0 0 0,0-1-1 0 0,0 0 1 0 0,1 1 0 0 0,0-1-1 0 0,0 0 1 0 0,4 10-1 0 0,0 9-6156 0 0,-3-15 2508 0 0</inkml:trace>
</inkml:ink>
</file>

<file path=ppt/ink/ink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2:43:31.0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163 16 988 0 0,'0'0'171'0'0,"0"-1"-1"0"0,0 0 1 0 0,-1 0 0 0 0,1 1 0 0 0,0-1-1 0 0,0 0 1 0 0,-1 1 0 0 0,1-1-1 0 0,0 0 1 0 0,-1 1 0 0 0,1-1-1 0 0,-1 0 1 0 0,1 1 0 0 0,-1-1-1 0 0,1 1 1 0 0,-1-1 0 0 0,1 0-1 0 0,-1 1 1 0 0,1 0 0 0 0,-1-1 0 0 0,0 1-1 0 0,1-1 1 0 0,-1 1 0 0 0,0 0-1 0 0,1-1 1 0 0,-1 1 0 0 0,0 0-1 0 0,0 0 1 0 0,1 0 0 0 0,-1-1-1 0 0,0 1 1 0 0,0 0 0 0 0,1 0-1 0 0,-1 0 1 0 0,0 0 0 0 0,0 0 0 0 0,0 0-1 0 0,-1 1 1 0 0,-1 0 38 0 0,1 1 0 0 0,-1 0 0 0 0,0 0 0 0 0,1 0 0 0 0,-1 0 0 0 0,1 0 0 0 0,0 1 0 0 0,-1-1 0 0 0,1 1 0 0 0,-2 2 0 0 0,-5 8 125 0 0,1 0 1 0 0,0 1-1 0 0,-9 22 0 0 0,12-24-175 0 0,-1 0-1 0 0,1 0 1 0 0,-2-1-1 0 0,-14 20 1 0 0,-4-4-3410 0 0</inkml:trace>
</inkml:ink>
</file>

<file path=ppt/ink/ink1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2:43:31.3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55 560 0 0,'6'-54'7015'0'0,"26"89"-8785"0"0,-24-20-1108 0 0,-2-10 1231 0 0</inkml:trace>
</inkml:ink>
</file>

<file path=ppt/ink/ink1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2:43:31.6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31 164 0 0,'-1'1'220'0'0,"1"0"-1"0"0,0-1 1 0 0,0 1 0 0 0,0 0 0 0 0,0-1-1 0 0,-1 1 1 0 0,1 0 0 0 0,0-1 0 0 0,0 1-1 0 0,1 0 1 0 0,-1 0 0 0 0,0-1 0 0 0,0 1-1 0 0,0 0 1 0 0,0-1 0 0 0,1 1 0 0 0,-1 0-1 0 0,0-1 1 0 0,0 1 0 0 0,1-1 0 0 0,-1 1-1 0 0,1 0 1 0 0,0 0 0 0 0,8-4 53 0 0,1 0 0 0 0,-1 0 0 0 0,0-1 0 0 0,11-7 0 0 0,37-13 1157 0 0,-56 24-1412 0 0,0 0-1 0 0,0 0 0 0 0,0 0 0 0 0,1 0 1 0 0,-1 0-1 0 0,0 1 0 0 0,0-1 0 0 0,0 0 0 0 0,0 1 1 0 0,0-1-1 0 0,1 0 0 0 0,-1 1 0 0 0,0 0 0 0 0,0-1 1 0 0,0 1-1 0 0,0-1 0 0 0,0 1 0 0 0,0 0 1 0 0,-1 0-1 0 0,1 0 0 0 0,0 0 0 0 0,0-1 0 0 0,1 3 1 0 0,21 33-808 0 0,-20-30 26 0 0,0-1 0 0 0,1 1-1 0 0,-1-1 1 0 0,1 0 0 0 0,7 7 0 0 0,2-3-1076 0 0</inkml:trace>
</inkml:ink>
</file>

<file path=ppt/ink/ink1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2:43:32.0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323 540 68 0 0,'-12'0'646'0'0,"-1"1"-1"0"0,1 0 1 0 0,0 1 0 0 0,0 1 0 0 0,0 0-1 0 0,0 0 1 0 0,0 2 0 0 0,-16 7 0 0 0,23-10-511 0 0,0 0 0 0 0,1 1 0 0 0,-1 0 0 0 0,0 0 0 0 0,1 0 0 0 0,0 1 0 0 0,0-1 0 0 0,0 1 0 0 0,0 0 0 0 0,1 0 1 0 0,-1 1-1 0 0,1-1 0 0 0,0 1 0 0 0,0-1 0 0 0,1 1 0 0 0,-1 0 0 0 0,1 0 0 0 0,0 0 0 0 0,1 0 0 0 0,-1 1 0 0 0,0 6 0 0 0,1-12-122 0 0,1 1 0 0 0,0-1 0 0 0,0 1-1 0 0,0-1 1 0 0,-1 1 0 0 0,1-1 0 0 0,0 1-1 0 0,0-1 1 0 0,0 1 0 0 0,0-1 0 0 0,0 1-1 0 0,0-1 1 0 0,0 1 0 0 0,0-1-1 0 0,0 1 1 0 0,0-1 0 0 0,1 1 0 0 0,-1-1-1 0 0,0 1 1 0 0,0-1 0 0 0,0 1 0 0 0,1-1-1 0 0,-1 1 1 0 0,0-1 0 0 0,0 1-1 0 0,1-1 1 0 0,-1 1 0 0 0,0-1 0 0 0,1 0-1 0 0,-1 1 1 0 0,1-1 0 0 0,-1 0 0 0 0,0 1-1 0 0,1-1 1 0 0,-1 0 0 0 0,1 0-1 0 0,-1 1 1 0 0,1-1 0 0 0,-1 0 0 0 0,1 0-1 0 0,-1 0 1 0 0,1 0 0 0 0,-1 1 0 0 0,1-1-1 0 0,-1 0 1 0 0,1 0 0 0 0,-1 0-1 0 0,1 0 1 0 0,0 0 0 0 0,-1 0 0 0 0,1-1-1 0 0,-1 1 1 0 0,1 0 0 0 0,-1 0 0 0 0,1 0-1 0 0,-1 0 1 0 0,1-1 0 0 0,-1 1-1 0 0,1 0 1 0 0,-1 0 0 0 0,0-1 0 0 0,1 1-1 0 0,-1 0 1 0 0,1-1 0 0 0,-1 1 0 0 0,1-1-1 0 0,31-24 278 0 0,-24 17-224 0 0,-1 0 0 0 0,0-1 1 0 0,-1 0-1 0 0,0-1 1 0 0,0 1-1 0 0,-1-1 1 0 0,0 0-1 0 0,-1 0 1 0 0,0-1-1 0 0,-1 1 0 0 0,0-1 1 0 0,-1 0-1 0 0,0 0 1 0 0,1-14-1 0 0,0-13 153 0 0,-2 0 0 0 0,-7-69-1 0 0,3 73-75 0 0,-1 1 0 0 0,-19-65 0 0 0,20 88-115 0 0,0 0 0 0 0,-1 0-1 0 0,0 1 1 0 0,-1-1 0 0 0,1 1-1 0 0,-2 0 1 0 0,1 1 0 0 0,-2-1-1 0 0,1 1 1 0 0,-1 0 0 0 0,0 1-1 0 0,0-1 1 0 0,-17-11-1 0 0,22 18-65 0 0,0-1 0 0 0,-1 1 0 0 0,1 0 0 0 0,-1 0 0 0 0,1 0 0 0 0,-1 0 0 0 0,1 1 0 0 0,-1-1 0 0 0,0 1 0 0 0,1-1 0 0 0,-1 1 0 0 0,0 0 0 0 0,1 0 0 0 0,-1 0 0 0 0,0 1 0 0 0,1-1 0 0 0,-1 0 0 0 0,1 1 0 0 0,-1 0 0 0 0,0 0-1 0 0,1 0 1 0 0,-1 0 0 0 0,1 0 0 0 0,0 0 0 0 0,-1 0 0 0 0,1 1 0 0 0,0-1 0 0 0,0 1 0 0 0,0 0 0 0 0,-3 2 0 0 0,1 1-513 0 0,-1 0 0 0 0,1 0 0 0 0,1 0-1 0 0,-1 0 1 0 0,1 1 0 0 0,-1-1 0 0 0,2 1 0 0 0,-1 0 0 0 0,1 0-1 0 0,0 0 1 0 0,-3 12 0 0 0,2 4-2074 0 0</inkml:trace>
</inkml:ink>
</file>

<file path=ppt/ink/ink1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2:43:32.8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1 733 448 0 0,'20'-5'773'0'0,"1"0"-1"0"0,0-2 1 0 0,-1 0-1 0 0,0-1 1 0 0,-1-2-1 0 0,0 0 1 0 0,18-13 0 0 0,-6-12 333 0 0,-31 35-1082 0 0,1-1 0 0 0,0 0 0 0 0,-1 1-1 0 0,1-1 1 0 0,-1 0 0 0 0,1 1 0 0 0,-1-1 0 0 0,1 0 0 0 0,-1 0 0 0 0,1 0-1 0 0,-1 1 1 0 0,0-1 0 0 0,0 0 0 0 0,1 0 0 0 0,-1 0 0 0 0,0 0 0 0 0,0 0-1 0 0,0 1 1 0 0,0-1 0 0 0,0 0 0 0 0,0 0 0 0 0,0 0 0 0 0,0 0-1 0 0,0 0 1 0 0,0 0 0 0 0,-1 1 0 0 0,1-1 0 0 0,0 0 0 0 0,0 0 0 0 0,-1 0-1 0 0,1 0 1 0 0,-1 1 0 0 0,1-1 0 0 0,-1 0 0 0 0,1 0 0 0 0,-1 1 0 0 0,1-1-1 0 0,-1 1 1 0 0,0-1 0 0 0,1 0 0 0 0,-1 1 0 0 0,0-1 0 0 0,1 1 0 0 0,-1-1-1 0 0,0 1 1 0 0,-1-1 0 0 0,1 1 73 0 0,-13 6 73 0 0,-7 5-42 0 0,18-7-109 0 0,0 0 1 0 0,0-1-1 0 0,0 1 0 0 0,1 0 1 0 0,0 0-1 0 0,-1 0 0 0 0,1 1 1 0 0,1-1-1 0 0,-1 1 0 0 0,1-1 1 0 0,-1 1-1 0 0,1-1 1 0 0,0 8-1 0 0,1-9-11 0 0,0 0 0 0 0,0 0 0 0 0,1 0 0 0 0,-1 0 0 0 0,1 0-1 0 0,0 0 1 0 0,0 0 0 0 0,0 0 0 0 0,1 0 0 0 0,-1 0 0 0 0,0 0 0 0 0,1-1 0 0 0,0 1 0 0 0,0 0 0 0 0,0-1 0 0 0,0 0 0 0 0,0 1 0 0 0,0-1-1 0 0,1 0 1 0 0,-1 0 0 0 0,6 3 0 0 0,-3-2-2 0 0,0 0 1 0 0,0 0-1 0 0,0-1 0 0 0,0 1 0 0 0,1-1 1 0 0,0 0-1 0 0,-1-1 0 0 0,1 1 0 0 0,0-1 1 0 0,-1-1-1 0 0,1 1 0 0 0,0-1 0 0 0,11 0 1 0 0,-6-1-3 0 0,0-1 0 0 0,0-1 0 0 0,-1 1-1 0 0,1-2 1 0 0,0 1 0 0 0,18-10 0 0 0,-7 0 4 0 0,0 0-1 0 0,-1-1 1 0 0,0-2-1 0 0,-1 0 1 0 0,30-31-1 0 0,-29 22 3 0 0,-1 0-1 0 0,0-1 1 0 0,-2-1 0 0 0,-2-1-1 0 0,0 0 1 0 0,16-41-1 0 0,-23 45-5 0 0,0-1 0 0 0,-2 0 0 0 0,0 0-1 0 0,-2-1 1 0 0,-1 1 0 0 0,-1-1-1 0 0,-1 0 1 0 0,-2-36 0 0 0,-10-4 54 0 0,10 63-49 0 0,-1 0-1 0 0,0 1 0 0 0,1-1 1 0 0,-1 0-1 0 0,0 0 0 0 0,0 1 0 0 0,0-1 1 0 0,-1 1-1 0 0,1-1 0 0 0,-1 1 0 0 0,1-1 1 0 0,-1 1-1 0 0,0 0 0 0 0,0 0 1 0 0,0-1-1 0 0,0 2 0 0 0,0-1 0 0 0,0 0 1 0 0,-5-2-1 0 0,5 3-5 0 0,0 1 0 0 0,1 0 0 0 0,-1 0 1 0 0,0 0-1 0 0,0 0 0 0 0,0 1 0 0 0,1-1 0 0 0,-1 0 1 0 0,0 1-1 0 0,0-1 0 0 0,0 1 0 0 0,1 0 0 0 0,-1 0 0 0 0,0-1 1 0 0,1 1-1 0 0,-1 0 0 0 0,1 0 0 0 0,-1 0 0 0 0,1 1 1 0 0,0-1-1 0 0,-1 0 0 0 0,1 1 0 0 0,0-1 0 0 0,-2 3 0 0 0,-26 41 61 0 0,26-39-52 0 0,-12 24 25 0 0,1 0 0 0 0,2 0 0 0 0,1 1-1 0 0,-10 48 1 0 0,9-16 38 0 0,-6 85-1 0 0,17-130-65 0 0,1-1 0 0 0,0 0 0 0 0,1 1 0 0 0,1-1 1 0 0,1 0-1 0 0,0 0 0 0 0,2 0 0 0 0,7 20 0 0 0,-11-33-4 0 0,1 0 0 0 0,0-1-1 0 0,0 1 1 0 0,0 0 0 0 0,1-1 0 0 0,-1 0 0 0 0,1 0-1 0 0,0 1 1 0 0,0-1 0 0 0,0-1 0 0 0,1 1-1 0 0,-1 0 1 0 0,0-1 0 0 0,1 0 0 0 0,0 0 0 0 0,-1 0-1 0 0,1 0 1 0 0,0-1 0 0 0,4 2 0 0 0,-1-2-2 0 0,-1 0 1 0 0,1 0-1 0 0,-1-1 1 0 0,1 0 0 0 0,-1-1-1 0 0,0 1 1 0 0,1-1-1 0 0,-1 0 1 0 0,0-1-1 0 0,1 1 1 0 0,7-4-1 0 0,8-5 2 0 0,1-1 1 0 0,-2-1-1 0 0,1-1 0 0 0,-2-1 0 0 0,27-22 0 0 0,-7-4-18 0 0,-32 31 10 0 0,0 0-1 0 0,0 1 1 0 0,1 0 0 0 0,13-9-1 0 0,-27 23 10 0 0,0-1-1 0 0,0 1 1 0 0,0 0-1 0 0,1 0 1 0 0,0 0-1 0 0,0 0 1 0 0,1 1-1 0 0,-1 0 1 0 0,2 0-1 0 0,-1 0 1 0 0,-2 12-1 0 0,4-13-2 0 0,0-2-4 0 0,1 0 1 0 0,-1-1-1 0 0,1 1 1 0 0,0 0-1 0 0,0 0 1 0 0,0-1-1 0 0,1 1 1 0 0,0 4-1 0 0,0-7 1 0 0,-1 0 0 0 0,1 0-1 0 0,0 0 1 0 0,-1-1 0 0 0,1 1 0 0 0,0 0 0 0 0,0 0 0 0 0,0 0-1 0 0,0 0 1 0 0,0-1 0 0 0,0 1 0 0 0,0 0 0 0 0,0-1-1 0 0,0 1 1 0 0,0-1 0 0 0,0 1 0 0 0,0-1 0 0 0,0 0-1 0 0,0 1 1 0 0,0-1 0 0 0,0 0 0 0 0,1 0 0 0 0,-1 0-1 0 0,0 0 1 0 0,0 0 0 0 0,0 0 0 0 0,0 0 0 0 0,1 0 0 0 0,1-1-1 0 0,8 0 0 0 0,0-1 1 0 0,0 0-1 0 0,-1-1 0 0 0,14-5 0 0 0,32-7-15 0 0,-49 15 11 0 0,1 0-1 0 0,0 1 1 0 0,-1 0 0 0 0,1 0 0 0 0,0 1 0 0 0,-1 0 0 0 0,0 0 0 0 0,1 1 0 0 0,-1 0 0 0 0,0 0 0 0 0,0 1 0 0 0,7 4 0 0 0,2 1-309 0 0,8 1-1314 0 0,-12-6-2983 0 0</inkml:trace>
</inkml:ink>
</file>

<file path=ppt/ink/ink1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2:43:33.2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25 560 0 0,'13'-9'688'0'0,"1"2"-72"0"0,1 4-60 0 0,2-1-72 0 0,3 4-32 0 0,-1-1-60 0 0,-4 1-44 0 0,8 0-92 0 0,-4 3-140 0 0,6 1-148 0 0,-7-1-144 0 0,-1 2-148 0 0,-4 2-332 0 0,-3-2-712 0 0,3 2 312 0 0</inkml:trace>
</inkml:ink>
</file>

<file path=ppt/ink/ink1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2:43:33.9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87 33 280 0 0,'0'0'1499'0'0,"-18"33"2641"0"0,15-30-3988 0 0,0 1 1 0 0,0-1-1 0 0,0 0 1 0 0,-1 0-1 0 0,1 0 1 0 0,-1-1-1 0 0,1 1 1 0 0,-1-1-1 0 0,0 0 1 0 0,0 0-1 0 0,0 0 1 0 0,-8 2-1 0 0,11-3 48 0 0,0-2-201 0 0,-1 0-1 0 0,1-1 1 0 0,0 1-1 0 0,0 0 1 0 0,0 0-1 0 0,0 0 0 0 0,0-1 1 0 0,0 1-1 0 0,0 0 1 0 0,1-1-1 0 0,-1 1 1 0 0,0 0-1 0 0,0-2 0 0 0,14-9-72 0 0,0 2-1 0 0,1 0 1 0 0,0 0-1 0 0,28-13 0 0 0,-36 20 67 0 0,1 0 0 0 0,1 0-1 0 0,-1 1 1 0 0,0 0 0 0 0,0 0-1 0 0,1 1 1 0 0,-1-1-1 0 0,1 2 1 0 0,0-1 0 0 0,-1 1-1 0 0,1 0 1 0 0,-1 1 0 0 0,13 2-1 0 0,-16-1 44 0 0,0-1 0 0 0,-1 1-1 0 0,1 0 1 0 0,-1 1 0 0 0,1-1 0 0 0,-1 0-1 0 0,0 1 1 0 0,0 0 0 0 0,0 0-1 0 0,0 0 1 0 0,0 0 0 0 0,-1 0-1 0 0,1 1 1 0 0,-1-1 0 0 0,0 1-1 0 0,0-1 1 0 0,-1 1 0 0 0,1 0 0 0 0,-1 0-1 0 0,1 0 1 0 0,0 5 0 0 0,0-4 35 0 0,4 17 191 0 0,-6-22-250 0 0,0 0 0 0 0,-1 1 0 0 0,1-1 0 0 0,0 1 0 0 0,1-1-1 0 0,-1 1 1 0 0,0-1 0 0 0,0 1 0 0 0,0-1 0 0 0,0 1 0 0 0,0-1-1 0 0,0 0 1 0 0,0 1 0 0 0,1-1 0 0 0,-1 1 0 0 0,0-1 0 0 0,0 0-1 0 0,1 1 1 0 0,-1-1 0 0 0,0 1 0 0 0,1-1 0 0 0,-1 0 0 0 0,0 1-1 0 0,1-1 1 0 0,-1 0 0 0 0,0 0 0 0 0,1 1 0 0 0,0-1 0 0 0,23-13 37 0 0,-2-2-17 0 0,-16 10-37 0 0,0 1 1 0 0,0-1 0 0 0,0 1 0 0 0,1 0-1 0 0,-1 1 1 0 0,1-1 0 0 0,0 1 0 0 0,0 1-1 0 0,1 0 1 0 0,-1 0 0 0 0,0 0 0 0 0,12-1-1 0 0,-17 3 7 0 0,0 1-1 0 0,0-1 0 0 0,0 1 0 0 0,0 0 0 0 0,1-1 0 0 0,-1 1 0 0 0,0 0 0 0 0,0 0 0 0 0,0 1 0 0 0,-1-1 1 0 0,1 0-1 0 0,0 1 0 0 0,0-1 0 0 0,-1 1 0 0 0,1-1 0 0 0,2 4 0 0 0,2 1 0 0 0,4 0 7 0 0,0 0 0 0 0,1-2 0 0 0,-1 1 0 0 0,1-1 0 0 0,0-1 0 0 0,0 0 0 0 0,0 0 0 0 0,0-1 0 0 0,1 0 0 0 0,-1-1 0 0 0,0-1 1 0 0,1 0-1 0 0,-1 0 0 0 0,1-1 0 0 0,-1 0 0 0 0,0-1 0 0 0,0-1 0 0 0,1 1 0 0 0,-2-2 0 0 0,1 0 0 0 0,19-9 0 0 0,-21 8 407 0 0,0 1 0 0 0,-1-1 0 0 0,0-1 0 0 0,0 0 0 0 0,13-12 0 0 0,-20 17-253 0 0,-1 1-149 0 0,0 0 0 0 0,0 0-1 0 0,0 0 1 0 0,0 0 0 0 0,0 0-1 0 0,0 0 1 0 0,0 0 0 0 0,0-1 0 0 0,0 1-1 0 0,0 0 1 0 0,0 0 0 0 0,0 0 0 0 0,0 0-1 0 0,0 0 1 0 0,0 0 0 0 0,0 0-1 0 0,0-1 1 0 0,0 1 0 0 0,0 0 0 0 0,0 0-1 0 0,0 0 1 0 0,1 0 0 0 0,-1 0 0 0 0,0 0-1 0 0,0 0 1 0 0,0 0 0 0 0,0 0-1 0 0,0 0 1 0 0,0-1 0 0 0,0 1 0 0 0,0 0-1 0 0,0 0 1 0 0,0 0 0 0 0,1 0 0 0 0,-1 0-1 0 0,0 0 1 0 0,0 0 0 0 0,0 0-1 0 0,0 0 1 0 0,0 0 0 0 0,0 0 0 0 0,0 0-1 0 0,1 0 1 0 0,-1 0 0 0 0,0 0 0 0 0,0 0-1 0 0,0 0 1 0 0,0 0 0 0 0,0 0-1 0 0,0 0 1 0 0,0 0 0 0 0,1 0 0 0 0,-1 0-1 0 0,0 0 1 0 0,0 0 0 0 0,0 0 0 0 0,0 0-1 0 0,0 0 1 0 0,0 0 0 0 0,0 1 0 0 0,0-1-1 0 0,0 0 1 0 0,1 0 0 0 0,-1 0-1 0 0,0 0 1 0 0,-27 44-1077 0 0,3-19-5872 0 0</inkml:trace>
</inkml:ink>
</file>

<file path=ppt/ink/ink1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2:43:34.2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 83 416 0 0,'31'-83'8109'0'0,"-52"96"-8834"0"0,8-7-52 0 0,-5 8-2699 0 0,11-7 1477 0 0</inkml:trace>
</inkml:ink>
</file>

<file path=ppt/ink/ink1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2:43:34.6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 27 600 0 0,'-7'27'2676'0'0,"2"0"528"0"0,6-27-3179 0 0,-1 1-1 0 0,0-1 1 0 0,0 0 0 0 0,1 0-1 0 0,-1 0 1 0 0,0 1 0 0 0,1-1-1 0 0,-1 0 1 0 0,0 0 0 0 0,0 0-1 0 0,1 0 1 0 0,-1 1 0 0 0,0-1-1 0 0,1 0 1 0 0,-1 0 0 0 0,1 0-1 0 0,-1 0 1 0 0,0 0 0 0 0,1 0-1 0 0,-1 0 1 0 0,0 0 0 0 0,1 0-1 0 0,-1 0 1 0 0,0 0 0 0 0,1 0-1 0 0,-1 0 1 0 0,0 0-1 0 0,1-1 1 0 0,-1 1 0 0 0,0 0-1 0 0,1 0 1 0 0,-1 0 0 0 0,0 0-1 0 0,1-1 1 0 0,-1 1 0 0 0,0 0-1 0 0,0 0 1 0 0,1 0 0 0 0,-1-1-1 0 0,0 1 1 0 0,1-1 0 0 0,20-11-3 0 0,-17 10 139 0 0,6-4-42 0 0,-2 1-48 0 0,-1 1-1 0 0,1 0 1 0 0,0 0 0 0 0,0 1-1 0 0,0 0 1 0 0,10-2 0 0 0,-12 5-57 0 0,-1 1 1 0 0,0-1-1 0 0,0 1 0 0 0,0 0 1 0 0,0 0-1 0 0,0 1 1 0 0,0 0-1 0 0,0-1 0 0 0,0 2 1 0 0,0-1-1 0 0,-1 0 0 0 0,1 1 1 0 0,-1 0-1 0 0,0 0 1 0 0,0 1-1 0 0,6 5 0 0 0,-4-4-10 0 0,1 0-1 0 0,0 0 0 0 0,0-1 0 0 0,0 1 0 0 0,0-2 0 0 0,11 5 0 0 0,-11-5-5 0 0,0-1 1 0 0,0-1-1 0 0,0 1 0 0 0,1-1 0 0 0,-1 0 0 0 0,0-1 0 0 0,0 1 0 0 0,1-2 0 0 0,-1 1 0 0 0,0-1 0 0 0,1 0 0 0 0,-1 0 0 0 0,0-1 0 0 0,9-3 0 0 0,33-21 215 0 0,-27 14 534 0 0,0 0 0 0 0,0-1 0 0 0,31-25-1 0 0,-53 38-730 0 0,0-1 0 0 0,1 1 0 0 0,-1 0-1 0 0,0 0 1 0 0,0-1 0 0 0,1 1 0 0 0,-1 0-1 0 0,0 0 1 0 0,0 0 0 0 0,1 0-1 0 0,-1-1 1 0 0,0 1 0 0 0,1 0 0 0 0,-1 0-1 0 0,0 0 1 0 0,1 0 0 0 0,-1 0 0 0 0,0 0-1 0 0,1 0 1 0 0,-1 0 0 0 0,0 0-1 0 0,1 0 1 0 0,-1 0 0 0 0,0 0 0 0 0,0 0-1 0 0,1 0 1 0 0,-1 0 0 0 0,0 0 0 0 0,1 0-1 0 0,-1 0 1 0 0,0 1 0 0 0,1-1-1 0 0,-1 0 1 0 0,0 0 0 0 0,0 0 0 0 0,1 1-1 0 0,-1-1 1 0 0,0 0 0 0 0,0 0 0 0 0,1 0-1 0 0,-1 1 1 0 0,0-1 0 0 0,0 0-1 0 0,0 0 1 0 0,0 1 0 0 0,1-1 0 0 0,-1 0-1 0 0,0 1 1 0 0,0-1 0 0 0,0 0 0 0 0,0 1-1 0 0,0-1 1 0 0,0 0 0 0 0,0 0-1 0 0,0 1 1 0 0,0 0 0 0 0,2 16 389 0 0,-8 7-169 0 0,-9 16-27 0 0,4-16-334 0 0,9-18-172 0 0,0-1 0 0 0,-1 1 0 0 0,0-1-1 0 0,0 0 1 0 0,-6 9 0 0 0,-8 14-6385 0 0,14-23 3919 0 0</inkml:trace>
</inkml:ink>
</file>

<file path=ppt/ink/ink1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2:43:35.0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 25 560 0 0,'2'-5'788'0'0,"-2"-2"-68"0"0,2 0-64 0 0,0 2 1856 0 0,-18 20-3816 0 0,11-9-340 0 0,-1-1 384 0 0</inkml:trace>
</inkml:ink>
</file>

<file path=ppt/ink/ink1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2:43:35.3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456 36 640 0 0,'6'4'284'0'0,"0"-1"0"0"0,0 0 0 0 0,0 0 0 0 0,1-1 0 0 0,-1 1-1 0 0,1-2 1 0 0,-1 1 0 0 0,1-1 0 0 0,0 0 0 0 0,-1 0 0 0 0,1 0 0 0 0,0-1 0 0 0,0 0 0 0 0,0-1-1 0 0,-1 0 1 0 0,10-2 0 0 0,1-2-31 0 0,-1 0 0 0 0,0-2 0 0 0,-1 0 1 0 0,1 0-1 0 0,16-13 0 0 0,-32 20-227 0 0,0 0 0 0 0,1-1 0 0 0,-1 1 0 0 0,0 0 0 0 0,0 0 1 0 0,0-1-1 0 0,0 1 0 0 0,0 0 0 0 0,1 0 0 0 0,-1 0 0 0 0,0-1 1 0 0,0 1-1 0 0,0 0 0 0 0,1 0 0 0 0,-1 0 0 0 0,0 0 0 0 0,0-1 0 0 0,1 1 1 0 0,-1 0-1 0 0,0 0 0 0 0,0 0 0 0 0,1 0 0 0 0,-1 0 0 0 0,0 0 1 0 0,1 0-1 0 0,-1 0 0 0 0,0 0 0 0 0,0 0 0 0 0,1 0 0 0 0,-1 0 0 0 0,0 0 1 0 0,1 0-1 0 0,-1 0 0 0 0,0 0 0 0 0,0 0 0 0 0,1 0 0 0 0,-1 0 1 0 0,0 0-1 0 0,0 0 0 0 0,1 1 0 0 0,-1-1 0 0 0,0 0 0 0 0,0 0 0 0 0,1 0 1 0 0,-1 0-1 0 0,0 1 0 0 0,0-1 0 0 0,0 0 0 0 0,0 0 0 0 0,1 0 1 0 0,-1 1-1 0 0,-8 18 662 0 0,-29 34-209 0 0,30-42-285 0 0,-458 564 2371 0 0,356-465-4386 0 0,50-52-3722 0 0,45-45 2780 0 0</inkml:trace>
</inkml:ink>
</file>

<file path=ppt/ink/ink1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2:43:35.7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39 20 180 0 0,'-4'-4'856'0'0,"-5"-5"-780"0"0,3 6-264 0 0,-6 1-200 0 0,5 1 88 0 0</inkml:trace>
</inkml:ink>
</file>

<file path=ppt/ink/ink1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2:43:27.0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1 336 356 0 0,'0'0'4758'0'0,"2"-3"-4283"0"0,61-88 2081 0 0,16-26-1069 0 0,-62 83-871 0 0,21-56 0 0 0,-58 112-91 0 0,-9 25-449 0 0,28-43-68 0 0,0 0 0 0 0,0 1 1 0 0,0-1-1 0 0,1 0 0 0 0,0 0 0 0 0,0 0 0 0 0,0 0 0 0 0,0 1 1 0 0,0-1-1 0 0,2 4 0 0 0,-2-6-5 0 0,0-1-1 0 0,0 0 1 0 0,1 0 0 0 0,-1 0-1 0 0,1 0 1 0 0,-1 0 0 0 0,1 0 0 0 0,-1 0-1 0 0,1 0 1 0 0,0 0 0 0 0,0 0-1 0 0,-1 0 1 0 0,1 0 0 0 0,0-1 0 0 0,0 1-1 0 0,0 0 1 0 0,0 0 0 0 0,0-1-1 0 0,0 1 1 0 0,0-1 0 0 0,0 1-1 0 0,0-1 1 0 0,0 1 0 0 0,0-1 0 0 0,0 0-1 0 0,0 1 1 0 0,1-1 0 0 0,-1 0-1 0 0,0 0 1 0 0,0 0 0 0 0,0 0 0 0 0,0 0-1 0 0,1 0 1 0 0,-1 0 0 0 0,0 0-1 0 0,2-1 1 0 0,26-6 16 0 0,54-20 0 0 0,-60 18-24 0 0,1 1-1 0 0,0 2 1 0 0,42-8-1 0 0,-58 13 3 0 0,6-1 3 0 0,-1 1 1 0 0,0 1 0 0 0,26 2 0 0 0,-38-2-1 0 0,1 0 0 0 0,-1 0 0 0 0,1 0 0 0 0,-1 0 1 0 0,1 0-1 0 0,-1 0 0 0 0,1 1 0 0 0,-1-1 0 0 0,1 1 0 0 0,-1-1 0 0 0,1 1 0 0 0,-1 0 0 0 0,0-1 1 0 0,1 1-1 0 0,-1 0 0 0 0,0 0 0 0 0,0 0 0 0 0,1 0 0 0 0,-1 0 0 0 0,0 0 0 0 0,0 0 0 0 0,0 1 0 0 0,0-1 1 0 0,-1 0-1 0 0,1 0 0 0 0,0 1 0 0 0,0-1 0 0 0,-1 1 0 0 0,1-1 0 0 0,-1 1 0 0 0,1-1 0 0 0,-1 1 1 0 0,0-1-1 0 0,1 1 0 0 0,-1-1 0 0 0,0 1 0 0 0,0-1 0 0 0,0 1 0 0 0,0-1 0 0 0,-1 1 0 0 0,1-1 1 0 0,0 1-1 0 0,-1 1 0 0 0,-1 1-2 0 0,0 0-1 0 0,0 0 1 0 0,0 0 0 0 0,-1 0 0 0 0,1-1 0 0 0,-1 1 0 0 0,0-1-1 0 0,0 0 1 0 0,0 1 0 0 0,-1-2 0 0 0,1 1 0 0 0,-1 0-1 0 0,1-1 1 0 0,-9 5 0 0 0,-59 25-1220 0 0,64-29 925 0 0,-2 0-677 0 0,-1 0 0 0 0,1 0-1 0 0,-1-1 1 0 0,0 0 0 0 0,-11 0-1 0 0,3-1-1431 0 0</inkml:trace>
</inkml:ink>
</file>

<file path=ppt/ink/ink1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2:43:27.4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42 28 0 0,'2'-11'736'0'0,"2"4"-48"0"0,-1-1-92 0 0,-3 3-64 0 0,4 1-56 0 0,2 1-32 0 0,0-1 616 0 0,17 11-920 0 0,-12 0-144 0 0,3 2-152 0 0,-3 1-200 0 0,-1 6-344 0 0,3-8-756 0 0,1 8 336 0 0</inkml:trace>
</inkml:ink>
</file>

<file path=ppt/ink/ink1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2:43:28.2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 1 472 0 0,'-3'16'6858'0'0,"-9"22"-6703"0"0,7-27 603 0 0,3-5-645 0 0,0 0 0 0 0,1 0 0 0 0,0 0 0 0 0,-1 0 0 0 0,2 0 0 0 0,-1 0 0 0 0,1 0 0 0 0,0 1 0 0 0,0-1 0 0 0,1 0 0 0 0,0 0 0 0 0,2 10 0 0 0,-2-14-90 0 0,0 1-1 0 0,0-1 0 0 0,0 0 1 0 0,0 0-1 0 0,0 0 0 0 0,1 0 0 0 0,-1 0 1 0 0,1 0-1 0 0,-1-1 0 0 0,1 1 1 0 0,0 0-1 0 0,0-1 0 0 0,0 1 0 0 0,0-1 1 0 0,0 0-1 0 0,0 0 0 0 0,0 0 0 0 0,0 0 1 0 0,0 0-1 0 0,0 0 0 0 0,1 0 1 0 0,-1-1-1 0 0,0 1 0 0 0,1-1 0 0 0,-1 1 1 0 0,0-1-1 0 0,1 0 0 0 0,-1 0 1 0 0,1 0-1 0 0,-1-1 0 0 0,0 1 0 0 0,1 0 1 0 0,-1-1-1 0 0,3 0 0 0 0,10-4 6 0 0,-1 0 0 0 0,0 0-1 0 0,0-1 1 0 0,0-1 0 0 0,-1 0-1 0 0,0-1 1 0 0,-1-1-1 0 0,1 0 1 0 0,-2 0 0 0 0,1-1-1 0 0,-1-1 1 0 0,17-20 0 0 0,-28 31-27 0 0,0 0 0 0 0,0 0 1 0 0,0 0-1 0 0,0 0 1 0 0,0 0-1 0 0,0 0 0 0 0,0 1 1 0 0,0-1-1 0 0,0 0 1 0 0,0 0-1 0 0,1 0 0 0 0,-1 0 1 0 0,0 0-1 0 0,0 0 1 0 0,0 0-1 0 0,0 0 0 0 0,0 0 1 0 0,0 0-1 0 0,0 0 0 0 0,0 0 1 0 0,0 0-1 0 0,1 0 1 0 0,-1 0-1 0 0,0 0 0 0 0,0 0 1 0 0,0 0-1 0 0,0 0 1 0 0,0 0-1 0 0,0 0 0 0 0,0 0 1 0 0,1 0-1 0 0,-1 0 1 0 0,0 0-1 0 0,0 0 0 0 0,0 0 1 0 0,0 0-1 0 0,0 0 1 0 0,0 0-1 0 0,0 0 0 0 0,0 0 1 0 0,0 0-1 0 0,1 0 0 0 0,-1-1 1 0 0,-5 23 23 0 0,-3 30 6 0 0,7-50-30 0 0,1 0-1 0 0,0 0 1 0 0,0-1-1 0 0,0 1 1 0 0,0 0-1 0 0,1 0 1 0 0,-1 0 0 0 0,0 0-1 0 0,1-1 1 0 0,-1 1-1 0 0,1 0 1 0 0,0-1 0 0 0,0 1-1 0 0,-1 0 1 0 0,1-1-1 0 0,0 1 1 0 0,0-1-1 0 0,1 1 1 0 0,-1-1 0 0 0,0 1-1 0 0,0-1 1 0 0,1 0-1 0 0,-1 0 1 0 0,0 0 0 0 0,4 2-1 0 0,-2-2 0 0 0,0 0 1 0 0,0-1-1 0 0,0 0 0 0 0,0 1 1 0 0,0-1-1 0 0,0 0 0 0 0,0 0 0 0 0,0-1 1 0 0,0 1-1 0 0,0-1 0 0 0,0 1 1 0 0,0-1-1 0 0,0 0 0 0 0,0 0 0 0 0,-1 0 1 0 0,5-3-1 0 0,63-29-247 0 0,-37 16-10 0 0,-1 1 1 0 0,2 2-1 0 0,0 2 1 0 0,41-10 0 0 0,-73 22 198 0 0,-3 3-26 0 0,0 0 63 0 0,0 0-1 0 0,0 0 0 0 0,-1 0 0 0 0,1 0 0 0 0,-1 0 1 0 0,1 0-1 0 0,-1 0 0 0 0,0 0 0 0 0,0-1 0 0 0,-1 1 1 0 0,1-1-1 0 0,0 0 0 0 0,-1 0 0 0 0,-5 4 0 0 0,-13 15-72 0 0,20-20 89 0 0,21 11-108 0 0,-7-11 48 0 0,-1-1 0 0 0,1 0 0 0 0,0-1-1 0 0,-1-1 1 0 0,1 0 0 0 0,-1-1 0 0 0,1 0-1 0 0,18-8 1 0 0,-12 3-7 0 0,0 0 1 0 0,0-2-1 0 0,-1 0 0 0 0,28-21 0 0 0,-35 15 105 0 0,-11 16-26 0 0,1 0-1 0 0,-1 0 1 0 0,0 0 0 0 0,0-1-1 0 0,0 1 1 0 0,1 0 0 0 0,-1-1-1 0 0,0 1 1 0 0,0 0 0 0 0,0 0-1 0 0,0-1 1 0 0,0 1-1 0 0,0 0 1 0 0,0-1 0 0 0,0 1-1 0 0,0 0 1 0 0,0-1 0 0 0,0 1-1 0 0,0 0 1 0 0,0 0 0 0 0,0-1-1 0 0,0 1 1 0 0,0 0-1 0 0,0-1 1 0 0,0 1 0 0 0,0 0-1 0 0,0-1 1 0 0,0 1 0 0 0,0 0-1 0 0,-1 0 1 0 0,1-1 0 0 0,0 1-1 0 0,0 0 1 0 0,0 0 0 0 0,-1-1-1 0 0,1 1 1 0 0,0 0-1 0 0,0 0 1 0 0,-1 0 0 0 0,1-1-1 0 0,0 1 1 0 0,0 0 0 0 0,-1 0-1 0 0,1 0 1 0 0,0 0 0 0 0,0 0-1 0 0,-1-1 1 0 0,1 1 0 0 0,0 0-1 0 0,-1 0 1 0 0,1 0-1 0 0,0 0 1 0 0,-1 0 0 0 0,1 0-1 0 0,-1 0-3 0 0,1 0 0 0 0,-1 0 0 0 0,1 0 0 0 0,-1 0 0 0 0,1 1 0 0 0,-1-1 0 0 0,1 0-1 0 0,-1 0 1 0 0,1 0 0 0 0,-1 0 0 0 0,1 1 0 0 0,0-1 0 0 0,-1 0 0 0 0,1 0-1 0 0,-1 1 1 0 0,1-1 0 0 0,0 0 0 0 0,-1 1 0 0 0,1-1 0 0 0,0 0 0 0 0,-1 1 0 0 0,1-1-1 0 0,0 0 1 0 0,0 1 0 0 0,-1-1 0 0 0,1 1 0 0 0,0-1 0 0 0,0 1 0 0 0,0-1-1 0 0,0 1 1 0 0,-1-1 0 0 0,1 0 0 0 0,0 1 0 0 0,0-1 0 0 0,0 1 0 0 0,0-1 0 0 0,0 1-1 0 0,0-1 1 0 0,0 1 0 0 0,0-1 0 0 0,0 1 0 0 0,1-1 0 0 0,-1 1 0 0 0,0-1 0 0 0,0 1-1 0 0,0-1 1 0 0,1 1 0 0 0,-1-1 0 0 0,0 0 0 0 0,0 1 0 0 0,1-1 0 0 0,-1 0-1 0 0,1 1 1 0 0,15 23 66 0 0,-9-19-115 0 0,1-2-1 0 0,1 1 1 0 0,-1-1 0 0 0,0 0 0 0 0,1-1 0 0 0,0 0-1 0 0,-1 0 1 0 0,1-1 0 0 0,0 0 0 0 0,13 0 0 0 0,21-3-4313 0 0,-31 0 2339 0 0</inkml:trace>
</inkml:ink>
</file>

<file path=ppt/ink/ink1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2:43:29.2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538 52 404 0 0,'-7'-13'902'0'0,"5"10"-585"0"0,1 0 0 0 0,0 0 0 0 0,-1 0 0 0 0,0 0 0 0 0,0 1 0 0 0,0-1 0 0 0,0 0 0 0 0,0 1 1 0 0,0-1-1 0 0,0 1 0 0 0,-1 0 0 0 0,0 0 0 0 0,-3-3 0 0 0,4 7-225 0 0,1-1 0 0 0,-1 0 0 0 0,1 0-1 0 0,-1 1 1 0 0,1-1 0 0 0,-1 1 0 0 0,1-1 0 0 0,0 1 0 0 0,0-1-1 0 0,0 1 1 0 0,-2 3 0 0 0,2-3 28 0 0,-23 41 446 0 0,2 1 0 0 0,1 1 1 0 0,-21 70-1 0 0,7-20-50 0 0,-49 113 260 0 0,-36 96 183 0 0,90-213-732 0 0,14-39 83 0 0,-33 70 0 0 0,49-121-309 0 0,0 0 0 0 0,-1-1 0 0 0,1 1 0 0 0,0 0 0 0 0,0 0 0 0 0,-1-1 1 0 0,1 1-1 0 0,0 0 0 0 0,-1 0 0 0 0,1-1 0 0 0,-1 1 0 0 0,1 0 0 0 0,-1-1 0 0 0,1 1 0 0 0,-1-1 1 0 0,0 1-1 0 0,1-1 0 0 0,-1 1 0 0 0,0-1 0 0 0,1 1 0 0 0,-1-1 0 0 0,0 1 0 0 0,1-1 1 0 0,-1 0-1 0 0,0 0 0 0 0,0 1 0 0 0,0-1 0 0 0,1 0 0 0 0,-2 0 0 0 0,1-1-15 0 0,0 1 1 0 0,0-1-1 0 0,0 0 0 0 0,0 0 0 0 0,0 0 1 0 0,0 0-1 0 0,1 0 0 0 0,-1 0 0 0 0,0 0 0 0 0,1-1 1 0 0,-1 1-1 0 0,1 0 0 0 0,-1 0 0 0 0,1 0 1 0 0,0-1-1 0 0,-1 0 0 0 0,-6-59-691 0 0,8 46 567 0 0,1 2 0 0 0,1-1 1 0 0,0 0-1 0 0,1 0 0 0 0,0 1 0 0 0,1 0 0 0 0,1 0 0 0 0,0 0 0 0 0,16-23 0 0 0,-7 14-37 0 0,1 1 1 0 0,1 0-1 0 0,1 2 1 0 0,29-26-1 0 0,-6 13-36 0 0,2 2-1 0 0,75-39 0 0 0,27-18 11 0 0,-138 81 196 0 0,168-126 2023 0 0,-159 121-759 0 0,-12 18-641 0 0,-17 35-459 0 0,0 4 40 0 0,13-42-188 0 0,0-3-10 0 0,-1 1 0 0 0,1-1 0 0 0,0 0 0 0 0,0 0 0 0 0,0 0 0 0 0,0 1 0 0 0,0-1 0 0 0,0 0 0 0 0,0 0 0 0 0,0 0 0 0 0,0 1 0 0 0,0-1 0 0 0,1 0 0 0 0,-1 0 0 0 0,1 0 0 0 0,-1 0 0 0 0,1 0 0 0 0,-1 1 0 0 0,1-1 0 0 0,-1 0 0 0 0,1 0 0 0 0,0 0 0 0 0,0 0 0 0 0,-1-1 0 0 0,3 3 0 0 0,-1-2 1 0 0,0-1-1 0 0,-1 1 1 0 0,1 0-1 0 0,0-1 1 0 0,0 1 0 0 0,0-1-1 0 0,0 0 1 0 0,0 0-1 0 0,-1 0 1 0 0,1 0 0 0 0,0 0-1 0 0,0 0 1 0 0,0 0-1 0 0,0 0 1 0 0,0-1-1 0 0,0 1 1 0 0,-1-1 0 0 0,1 1-1 0 0,0-1 1 0 0,3-2-1 0 0,0 1 2 0 0,26-10-57 0 0,39-23-1 0 0,-43 21 36 0 0,-21 12 14 0 0,0 1 0 0 0,0 0 0 0 0,0 0 0 0 0,0 0 0 0 0,0 1 1 0 0,0 0-1 0 0,0 0 0 0 0,0 0 0 0 0,0 1 0 0 0,0 0 0 0 0,0 0 0 0 0,0 1 0 0 0,0-1 0 0 0,9 5 0 0 0,37 6-12 0 0,-42-12 14 0 0,-1 1-1 0 0,0-2 1 0 0,1 1 0 0 0,-1-1-1 0 0,0-1 1 0 0,1 0 0 0 0,-1 0 0 0 0,0 0-1 0 0,0-1 1 0 0,0-1 0 0 0,-1 0 0 0 0,1 0-1 0 0,11-8 1 0 0,-11 5 3 0 0,0-1 0 0 0,0 0 1 0 0,-1 0-1 0 0,0-1 0 0 0,-1 1 0 0 0,0-2 0 0 0,0 1 0 0 0,-1-1 0 0 0,0 0 1 0 0,7-19-1 0 0,-12 28 4 0 0,7-16 199 0 0,0-1 0 0 0,-1 0-1 0 0,-1-1 1 0 0,0 1 0 0 0,-2-1 0 0 0,0 0-1 0 0,1-21 1 0 0,-5 40-191 0 0,0 0 0 0 0,1 0 0 0 0,-1 0 0 0 0,0-1 0 0 0,0 1 1 0 0,0 0-1 0 0,0 0 0 0 0,0 0 0 0 0,0 0 0 0 0,0 0 0 0 0,0 0 0 0 0,0-1 0 0 0,0 1 0 0 0,0 0 1 0 0,0 0-1 0 0,0 0 0 0 0,0 0 0 0 0,0-1 0 0 0,0 1 0 0 0,0 0 0 0 0,0 0 0 0 0,0 0 0 0 0,0 0 1 0 0,0 0-1 0 0,0-1 0 0 0,0 1 0 0 0,0 0 0 0 0,0 0 0 0 0,0 0 0 0 0,0 0 0 0 0,0 0 0 0 0,0-1 0 0 0,0 1 1 0 0,-1 0-1 0 0,1 0 0 0 0,0 0 0 0 0,0 0 0 0 0,0 0 0 0 0,0 0 0 0 0,0 0 0 0 0,0 0 0 0 0,-1-1 1 0 0,1 1-1 0 0,0 0 0 0 0,0 0 0 0 0,0 0 0 0 0,0 0 0 0 0,0 0 0 0 0,-1 0 0 0 0,1 0 0 0 0,0 0 1 0 0,0 0-1 0 0,0 0 0 0 0,0 0 0 0 0,0 0 0 0 0,-1 0 0 0 0,1 0 0 0 0,0 0 0 0 0,0 0 0 0 0,0 0 0 0 0,0 0 1 0 0,0 0-1 0 0,-1 0 0 0 0,1 0 0 0 0,0 0 0 0 0,0 1 0 0 0,0-1 0 0 0,-11 14 240 0 0,-6 20-104 0 0,8 0-173 0 0,2 0 0 0 0,1 1 1 0 0,2 0-1 0 0,0 36 0 0 0,-10 68-3338 0 0,8-89-3001 0 0,2-35 3332 0 0</inkml:trace>
</inkml:ink>
</file>

<file path=ppt/ink/ink1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2:43:19.1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325 1 44 0 0,'0'0'1563'0'0,"-2"3"-1044"0"0,-31 49 421 0 0,1 1 1 0 0,4 1 0 0 0,1 1 0 0 0,3 2 0 0 0,-28 101 0 0 0,40-108-471 0 0,-5 59-1 0 0,-1 4 92 0 0,4-68-256 0 0,14-43-355 0 0,-1-1 1 0 0,0 1-1 0 0,0-1 0 0 0,1 1 0 0 0,-1-1 0 0 0,0 1 0 0 0,0-1 0 0 0,0 0 0 0 0,-1 0 0 0 0,1 1 0 0 0,0-1 0 0 0,0 0 0 0 0,-1 0 0 0 0,1 0 0 0 0,-1 0 0 0 0,1 0 0 0 0,-1 0 0 0 0,1-1 0 0 0,-1 1 0 0 0,1 0 0 0 0,-1-1 0 0 0,0 1 0 0 0,1-1 0 0 0,-4 1 0 0 0,4-1-421 0 0,-23-9-4060 0 0,18 2 2658 0 0</inkml:trace>
</inkml:ink>
</file>

<file path=ppt/ink/ink1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2:43:19.5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12 436 0 0,'19'-2'428'0'0,"6"-1"-56"0"0,-6 1-36 0 0,8-1 0 0 0,-2 1-72 0 0,0 2-40 0 0,0 0-104 0 0,2 0-100 0 0,-12 0-172 0 0,4 0-248 0 0,0 0-428 0 0,1 0 188 0 0</inkml:trace>
</inkml:ink>
</file>

<file path=ppt/ink/ink1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2:43:19.8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245 1 156 0 0,'-16'5'472'0'0,"0"1"1"0"0,0 1-1 0 0,1 0 1 0 0,0 1-1 0 0,0 1 1 0 0,1 0-1 0 0,0 1 0 0 0,1 0 1 0 0,0 2-1 0 0,0-1 1 0 0,1 1-1 0 0,1 1 1 0 0,-16 23-1 0 0,0 12 359 0 0,26-46-792 0 0,0 0 0 0 0,0 0 0 0 0,0 0-1 0 0,0 0 1 0 0,1 0 0 0 0,-1 0-1 0 0,1 0 1 0 0,-1 0 0 0 0,1 0-1 0 0,0 0 1 0 0,0 1 0 0 0,0-1-1 0 0,0 0 1 0 0,0 0 0 0 0,0 0 0 0 0,1 0-1 0 0,-1 0 1 0 0,1 0 0 0 0,0 0-1 0 0,-1 0 1 0 0,1 0 0 0 0,2 3-1 0 0,-2-4-20 0 0,0 0 0 0 0,1 0 0 0 0,-1 0 0 0 0,1 0 0 0 0,-1-1-1 0 0,1 1 1 0 0,-1 0 0 0 0,1-1 0 0 0,0 1 0 0 0,-1-1-1 0 0,1 0 1 0 0,-1 0 0 0 0,1 1 0 0 0,0-1 0 0 0,-1 0-1 0 0,1 0 1 0 0,0-1 0 0 0,-1 1 0 0 0,1 0 0 0 0,0 0-1 0 0,-1-1 1 0 0,1 1 0 0 0,2-2 0 0 0,39-17 57 0 0,-38 16-40 0 0,17-10 31 0 0,0-1-1 0 0,-1-1 1 0 0,30-28-1 0 0,-41 37 56 0 0,-6 8-2 0 0,-6 21-29 0 0,0 16-680 0 0,18 3-4717 0 0,-9-36 3211 0 0</inkml:trace>
</inkml:ink>
</file>

<file path=ppt/ink/ink1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2:43:20.5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131 537 548 0 0,'-12'6'518'0'0,"1"1"1"0"0,0 0-1 0 0,0 0 1 0 0,1 1-1 0 0,0 1 1 0 0,0-1-1 0 0,1 1 0 0 0,-13 17 1 0 0,19-22-423 0 0,0 0 1 0 0,1 0-1 0 0,-1 1 1 0 0,1-1-1 0 0,0 1 1 0 0,0-1 0 0 0,0 1-1 0 0,1 0 1 0 0,-1 0-1 0 0,1 0 1 0 0,0 0-1 0 0,1 0 1 0 0,-1 0-1 0 0,1 0 1 0 0,0 0 0 0 0,0 0-1 0 0,1 0 1 0 0,-1 0-1 0 0,1 0 1 0 0,0 0-1 0 0,1-1 1 0 0,-1 1-1 0 0,1 0 1 0 0,0 0-1 0 0,4 5 1 0 0,-5-7-65 0 0,0-1 0 0 0,1 1 0 0 0,0-1 0 0 0,0 0 0 0 0,-1 1-1 0 0,1-1 1 0 0,1 0 0 0 0,-1 0 0 0 0,0-1 0 0 0,0 1 0 0 0,1 0 0 0 0,-1-1 0 0 0,1 1 0 0 0,-1-1-1 0 0,1 0 1 0 0,0 0 0 0 0,-1 0 0 0 0,6 1 0 0 0,-2-1-3 0 0,-1-1-1 0 0,1 1 1 0 0,0-1-1 0 0,-1-1 1 0 0,1 1-1 0 0,0-1 1 0 0,-1 0-1 0 0,1 0 1 0 0,5-2 0 0 0,8-4 10 0 0,-1-1 0 0 0,0 0 0 0 0,-1-1 0 0 0,24-16 0 0 0,-13 5-11 0 0,0-2-1 0 0,-1 0 1 0 0,-2-2 0 0 0,0-1 0 0 0,-1 0 0 0 0,-2-2 0 0 0,34-52 0 0 0,-41 54-25 0 0,-2 0 0 0 0,0-1 0 0 0,-1-1 0 0 0,-2 0 0 0 0,-1 0 0 0 0,0-1 0 0 0,-3 0 1 0 0,0-1-1 0 0,3-50 0 0 0,3-71 83 0 0,-12 149-81 0 0,0 1-1 0 0,0 0 1 0 0,0 0 0 0 0,0-1 0 0 0,1 1-1 0 0,-1 0 1 0 0,0 0 0 0 0,0-1-1 0 0,0 1 1 0 0,0 0 0 0 0,0-1 0 0 0,0 1-1 0 0,0 0 1 0 0,0 0 0 0 0,0-1 0 0 0,0 1-1 0 0,0 0 1 0 0,0-1 0 0 0,0 1 0 0 0,0 0-1 0 0,0-1 1 0 0,-1 1 0 0 0,1 0-1 0 0,0 0 1 0 0,0-1 0 0 0,0 1 0 0 0,0 0-1 0 0,0 0 1 0 0,-1-1 0 0 0,1 1 0 0 0,0 0-1 0 0,0 0 1 0 0,0 0 0 0 0,-1-1 0 0 0,1 1-1 0 0,0 0 1 0 0,0 0 0 0 0,-1 0 0 0 0,1 0-1 0 0,0 0 1 0 0,0-1 0 0 0,-1 1-1 0 0,1 0 1 0 0,0 0 0 0 0,-1 0 0 0 0,1 0-1 0 0,0 0 1 0 0,0 0 0 0 0,-1 0 0 0 0,1 0-1 0 0,0 0 1 0 0,-1 0 0 0 0,1 0 0 0 0,0 0-1 0 0,-1 0 1 0 0,1 1 0 0 0,-18 16 125 0 0,-14 30 37 0 0,20-19-74 0 0,0 1 0 0 0,1 0 1 0 0,2 0-1 0 0,1 1 0 0 0,2 0 1 0 0,1 0-1 0 0,-3 45 0 0 0,5-47-41 0 0,2-1-1 0 0,0 1 1 0 0,1 0-1 0 0,2 0 1 0 0,1-1 0 0 0,1 1-1 0 0,2-1 1 0 0,0 0-1 0 0,19 48 1 0 0,-23-72-46 0 0,0 0 0 0 0,-1 0 0 0 0,1 0 0 0 0,0 0 1 0 0,0 0-1 0 0,1 0 0 0 0,-1-1 0 0 0,0 1 0 0 0,1-1 0 0 0,0 0 0 0 0,0 0 1 0 0,-1 0-1 0 0,1 0 0 0 0,0 0 0 0 0,1 0 0 0 0,-1-1 0 0 0,0 1 1 0 0,0-1-1 0 0,1 0 0 0 0,-1 0 0 0 0,0-1 0 0 0,1 1 0 0 0,-1-1 1 0 0,1 1-1 0 0,-1-1 0 0 0,1 0 0 0 0,-1 0 0 0 0,1-1 0 0 0,5 0 1 0 0,-2-1 62 0 0,-1 1 0 0 0,0-1 1 0 0,0 0-1 0 0,0-1 1 0 0,0 0-1 0 0,0 0 0 0 0,-1 0 1 0 0,1 0-1 0 0,-1-1 1 0 0,0 0-1 0 0,0 0 1 0 0,0 0-1 0 0,-1-1 0 0 0,1 0 1 0 0,5-8-1 0 0,-7 3-194 0 0,-16 18-168 0 0,-20 23-6867 0 0,29-25 4515 0 0</inkml:trace>
</inkml:ink>
</file>

<file path=ppt/ink/ink1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2:43:20.8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96 960 0 0,'2'-14'1075'0'0,"1"1"0"0"0,1 0 0 0 0,0 0 0 0 0,0 0-1 0 0,7-12 1 0 0,-10 24-1078 0 0,0 1 0 0 0,-1-1 0 0 0,1 1 0 0 0,0 0-1 0 0,0-1 1 0 0,-1 1 0 0 0,1 0 0 0 0,0-1 0 0 0,0 1-1 0 0,0 0 1 0 0,0 0 0 0 0,-1 0 0 0 0,1 0 0 0 0,0 0 0 0 0,0 0-1 0 0,0 0 1 0 0,0 0 0 0 0,0 0 0 0 0,-1 0 0 0 0,1 0-1 0 0,0 0 1 0 0,0 1 0 0 0,0-1 0 0 0,-1 0 0 0 0,1 1-1 0 0,0-1 1 0 0,0 1 0 0 0,-1-1 0 0 0,1 1 0 0 0,0-1 0 0 0,-1 1-1 0 0,1-1 1 0 0,0 2 0 0 0,24 16-1733 0 0,-13-6-1026 0 0,-4-8 1183 0 0</inkml:trace>
</inkml:ink>
</file>

<file path=ppt/ink/ink1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2:43:21.1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116 349 196 0 0,'0'0'743'0'0,"-14"-5"1394"0"0,10 5-1902 0 0,-1 0 0 0 0,1 1 1 0 0,-1 0-1 0 0,1-1 0 0 0,0 2 0 0 0,-1-1 0 0 0,1 0 0 0 0,0 1 0 0 0,0 0 0 0 0,0 0 0 0 0,0 0 0 0 0,0 0 0 0 0,0 1 1 0 0,0-1-1 0 0,1 1 0 0 0,-1 0 0 0 0,1 0 0 0 0,0 0 0 0 0,0 1 0 0 0,0-1 0 0 0,1 1 0 0 0,-1 0 0 0 0,1 0 1 0 0,-3 6-1 0 0,3-7-159 0 0,1 1 1 0 0,0-1 0 0 0,0 1 0 0 0,0 0-1 0 0,0-1 1 0 0,1 1 0 0 0,0 0 0 0 0,-1 0-1 0 0,1 0 1 0 0,1-1 0 0 0,-1 1 0 0 0,1 0-1 0 0,-1 0 1 0 0,1-1 0 0 0,0 1 0 0 0,0 0-1 0 0,1-1 1 0 0,-1 1 0 0 0,1-1 0 0 0,-1 0-1 0 0,1 1 1 0 0,0-1 0 0 0,1 0 0 0 0,-1 0 0 0 0,0 0-1 0 0,1 0 1 0 0,0-1 0 0 0,-1 1 0 0 0,1-1-1 0 0,4 3 1 0 0,1 0-153 0 0,-1 0-1 0 0,1-1 1 0 0,0-1-1 0 0,0 1 1 0 0,1-1-1 0 0,-1-1 1 0 0,1 1-1 0 0,-1-1 1 0 0,1-1-1 0 0,0 0 1 0 0,-1 0-1 0 0,10-1 1 0 0,-5 0-1113 0 0,0 0 0 0 0,-1-2 0 0 0,1 1 0 0 0,19-6 0 0 0,-10-1-1285 0 0</inkml:trace>
  <inkml:trace contextRef="#ctx0" brushRef="#br0" timeOffset="1">228 38 860 0 0,'4'-7'804'0'0,"7"-1"-108"0"0,3 1-68 0 0,3 0-48 0 0,0 2-72 0 0,2 3-36 0 0,10 0-152 0 0,-2 2-224 0 0,2 0-288 0 0,1 2-276 0 0,-3 1-252 0 0,0-3-776 0 0,0 2 344 0 0</inkml:trace>
</inkml:ink>
</file>

<file path=ppt/ink/ink1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2:43:22.0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1081 80 0 0,'0'0'1189'0'0,"36"-23"1312"0"0,240-170 716 0 0,53-40-1749 0 0,-318 225-1416 0 0,247-196 957 0 0,-193 147-565 0 0,104-117 0 0 0,-155 157-355 0 0,-1 0-1 0 0,15-27 1 0 0,-25 39-57 0 0,0 0 0 0 0,0 0 0 0 0,-1 0 0 0 0,0 0 0 0 0,0-1-1 0 0,0 1 1 0 0,-1-1 0 0 0,0 1 0 0 0,0-1 0 0 0,0 0-1 0 0,-1 1 1 0 0,1-1 0 0 0,-1 0 0 0 0,-2-10 0 0 0,2 15-25 0 0,-1 0 0 0 0,1 0 0 0 0,-1 0-1 0 0,0 0 1 0 0,1 0 0 0 0,-1 0 0 0 0,0 0 0 0 0,0 0 0 0 0,0 0 0 0 0,0 0 0 0 0,0 0 0 0 0,0 1 0 0 0,0-1 0 0 0,0 0 0 0 0,0 0 0 0 0,0 1 0 0 0,0-1 0 0 0,0 1 0 0 0,-1-1 0 0 0,1 1 0 0 0,0 0 0 0 0,0-1 0 0 0,0 1 0 0 0,-1 0 0 0 0,1 0-1 0 0,0 0 1 0 0,0 0 0 0 0,-1 0 0 0 0,1 0 0 0 0,0 0 0 0 0,0 0 0 0 0,-1 1 0 0 0,1-1 0 0 0,0 0 0 0 0,-2 1 0 0 0,-3 1 11 0 0,-1 0 0 0 0,1 0 0 0 0,-1 0 0 0 0,1 1 0 0 0,-8 4 0 0 0,4-1-8 0 0,1 0-1 0 0,0 1 1 0 0,1 0-1 0 0,-1 0 1 0 0,1 1-1 0 0,1 0 1 0 0,0 1-1 0 0,0-1 0 0 0,0 1 1 0 0,1 1-1 0 0,1-1 1 0 0,-1 1-1 0 0,1 0 1 0 0,1 0-1 0 0,0 0 1 0 0,1 1-1 0 0,0-1 1 0 0,0 1-1 0 0,1 0 1 0 0,-1 15-1 0 0,2 1 3 0 0,1 1-1 0 0,2 0 1 0 0,0-1 0 0 0,2 0-1 0 0,1 0 1 0 0,1 0 0 0 0,10 28-1 0 0,-4-20 6 0 0,-2-8 1 0 0,-2 0 1 0 0,9 47 0 0 0,-16-68-17 0 0,0 0 0 0 0,-1 0 1 0 0,1 0-1 0 0,-1 0 0 0 0,-1 0 0 0 0,1 0 0 0 0,-1 1 0 0 0,0-2 1 0 0,0 1-1 0 0,-1 0 0 0 0,1 0 0 0 0,-1 0 0 0 0,-1 0 1 0 0,1-1-1 0 0,-1 0 0 0 0,0 1 0 0 0,0-1 0 0 0,-6 6 0 0 0,6-8 2 0 0,-1 0-1 0 0,1 0 1 0 0,-1-1-1 0 0,0 0 0 0 0,0 0 1 0 0,0 0-1 0 0,0 0 1 0 0,-1 0-1 0 0,1-1 0 0 0,0 0 1 0 0,-1 0-1 0 0,1 0 1 0 0,-1-1-1 0 0,1 1 1 0 0,-1-1-1 0 0,1 0 0 0 0,-1 0 1 0 0,1-1-1 0 0,-1 1 1 0 0,-7-3-1 0 0,8 2-2 0 0,0 1 0 0 0,-1-2-1 0 0,1 1 1 0 0,0 0 0 0 0,0-1 0 0 0,-1 0 0 0 0,1 0-1 0 0,1 0 1 0 0,-1 0 0 0 0,0-1 0 0 0,0 1 0 0 0,1-1-1 0 0,0 0 1 0 0,-1 0 0 0 0,1-1 0 0 0,0 1 0 0 0,1 0 0 0 0,-1-1-1 0 0,1 0 1 0 0,-1 0 0 0 0,-1-5 0 0 0,3 8-40 0 0,1-1-1 0 0,-1 0 1 0 0,1 1 0 0 0,-1-1 0 0 0,1 0 0 0 0,0 1-1 0 0,0-1 1 0 0,0 0 0 0 0,0 0 0 0 0,0 1 0 0 0,0-1-1 0 0,0 0 1 0 0,1 0 0 0 0,-1 1 0 0 0,1-1 0 0 0,-1 0 0 0 0,1 1-1 0 0,0-1 1 0 0,-1 1 0 0 0,1-1 0 0 0,0 1 0 0 0,0-1-1 0 0,0 1 1 0 0,0-1 0 0 0,0 1 0 0 0,1 0 0 0 0,-1 0-1 0 0,0-1 1 0 0,1 1 0 0 0,-1 0 0 0 0,0 0 0 0 0,1 0-1 0 0,0 1 1 0 0,1-2 0 0 0,6-2-1083 0 0,0 1-1 0 0,0 0 0 0 0,0 0 1 0 0,19-2-1 0 0,-24 4 372 0 0,15-4-1651 0 0</inkml:trace>
</inkml:ink>
</file>

<file path=ppt/ink/ink1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2:43:23.2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5 966 460 0 0,'-1'-1'145'0'0,"0"-1"-1"0"0,1 1 1 0 0,-1-1-1 0 0,1 0 1 0 0,-1 1-1 0 0,1-1 0 0 0,0 1 1 0 0,0-1-1 0 0,0 0 1 0 0,0 1-1 0 0,0-1 1 0 0,0 0-1 0 0,0 1 1 0 0,1-1-1 0 0,-1 0 1 0 0,0 1-1 0 0,1-1 1 0 0,-1 1-1 0 0,1-1 1 0 0,0 1-1 0 0,0-1 1 0 0,-1 1-1 0 0,1-1 1 0 0,0 1-1 0 0,0 0 1 0 0,2-2-1 0 0,32-36 1114 0 0,-31 35-1108 0 0,103-93 1479 0 0,-73 68-1296 0 0,-1-1-1 0 0,-1-1 1 0 0,-1-2 0 0 0,49-69-1 0 0,-59 68-238 0 0,-2-1 0 0 0,-1 0-1 0 0,-1-2 1 0 0,-3 0 0 0 0,0-1-1 0 0,-3 0 1 0 0,-1-1 0 0 0,-2 0-1 0 0,-2 0 1 0 0,3-76 0 0 0,-8 102-77 0 0,0 7-10 0 0,-1 1 1 0 0,0 0 0 0 0,1-1-1 0 0,-2 1 1 0 0,1 0-1 0 0,-1-1 1 0 0,1 1-1 0 0,-4-10 1 0 0,3 14-3 0 0,-22 8 22 0 0,12 4-16 0 0,1 0 1 0 0,0 1-1 0 0,0 1 1 0 0,2 0-1 0 0,-1 0 1 0 0,2 0-1 0 0,-9 19 0 0 0,-35 106 55 0 0,43-113-48 0 0,-5 21 14 0 0,2 1-1 0 0,2 1 1 0 0,1 0 0 0 0,3 0-1 0 0,3 1 1 0 0,1-1-1 0 0,2 1 1 0 0,9 56-1 0 0,-9-103-29 0 0,1 19 10 0 0,1 1-1 0 0,0-1 1 0 0,2-1-1 0 0,1 1 1 0 0,0-1-1 0 0,18 37 1 0 0,-23-55-10 0 0,1 0 0 0 0,-1 0 0 0 0,1 0 0 0 0,-1 0 1 0 0,1 0-1 0 0,0-1 0 0 0,-1 1 0 0 0,1-1 0 0 0,0 1 0 0 0,0-1 0 0 0,0 1 0 0 0,0-1 1 0 0,0 0-1 0 0,1 0 0 0 0,-1 0 0 0 0,0-1 0 0 0,1 1 0 0 0,-1 0 0 0 0,0-1 0 0 0,1 1 0 0 0,2-1 1 0 0,-1 0-2 0 0,1 0 1 0 0,0-1 0 0 0,-1 0 0 0 0,1 0 0 0 0,-1 0 0 0 0,1 0-1 0 0,-1-1 1 0 0,1 0 0 0 0,-1 0 0 0 0,5-3 0 0 0,7-5 0 0 0,-1-1-1 0 0,0 0 1 0 0,-1-1 0 0 0,16-18 0 0 0,-7 7 14 0 0,36-51 0 0 0,-54 67-13 0 0,1-1-1 0 0,-2 0 1 0 0,1 0 0 0 0,-1-1 0 0 0,-1 1-1 0 0,1-1 1 0 0,-1 0 0 0 0,-1 0-1 0 0,0 0 1 0 0,0 0 0 0 0,1-14 0 0 0,-3 16-7 0 0,0 6 4 0 0,0 1-1 0 0,0 0 0 0 0,1-1 1 0 0,-1 1-1 0 0,0-1 1 0 0,0 1-1 0 0,0-1 0 0 0,0 1 1 0 0,0 0-1 0 0,0-1 0 0 0,0 1 1 0 0,0-1-1 0 0,-1 1 0 0 0,1-1 1 0 0,0 1-1 0 0,0 0 1 0 0,0-1-1 0 0,0 1 0 0 0,-1-1 1 0 0,1 1-1 0 0,0 0 0 0 0,0-1 1 0 0,-1 1-1 0 0,1 0 1 0 0,0-1-1 0 0,0 1 0 0 0,-1 0 1 0 0,1-1-1 0 0,0 1 0 0 0,-1 0 1 0 0,1 0-1 0 0,-1-1 1 0 0,1 1-1 0 0,0 0 0 0 0,-1 0 1 0 0,0 0-1 0 0,0-1-5 0 0,-26 29 20 0 0,28-23-13 0 0,-1 0 0 0 0,1 0 0 0 0,0 0 0 0 0,0-1 0 0 0,0 1 0 0 0,1 0 0 0 0,0-1 0 0 0,-1 0 0 0 0,2 1 0 0 0,3 5 0 0 0,33 51 12 0 0,-24-39-10 0 0,-11-15-17 0 0,1 0 1 0 0,0 0-1 0 0,1 0 1 0 0,0-1 0 0 0,0 0-1 0 0,0 0 1 0 0,1 0 0 0 0,-1-1-1 0 0,1 0 1 0 0,1 0-1 0 0,-1-1 1 0 0,1 0 0 0 0,11 5-1 0 0,-14-8 7 0 0,0 0-1 0 0,0 0 1 0 0,0 0-1 0 0,0-1 1 0 0,-1 0-1 0 0,1 0 1 0 0,0 0-1 0 0,0 0 1 0 0,0-1-1 0 0,0 0 1 0 0,0 0-1 0 0,0 0 1 0 0,-1 0-1 0 0,1-1 1 0 0,-1 0-1 0 0,1 0 1 0 0,-1 0-1 0 0,1 0 1 0 0,-1-1 0 0 0,0 0-1 0 0,0 0 1 0 0,0 0-1 0 0,-1 0 1 0 0,1-1-1 0 0,3-4 1 0 0,17-19-29 0 0,-1-1 1 0 0,29-48 0 0 0,-39 51 238 0 0,-19 27 50 0 0,5 1-242 0 0,-1-1 0 0 0,1 1-1 0 0,-1-1 1 0 0,1 1 0 0 0,0 0-1 0 0,0-1 1 0 0,0 1-1 0 0,0 0 1 0 0,0 0 0 0 0,1 0-1 0 0,-1 0 1 0 0,1 0-1 0 0,0 0 1 0 0,0 0 0 0 0,0 4-1 0 0,2 1 4 0 0,-1-1-1 0 0,1 1 0 0 0,1-1 1 0 0,-1 1-1 0 0,8 12 1 0 0,-8-17-13 0 0,0 0 1 0 0,0 0 0 0 0,0-1 0 0 0,0 1 0 0 0,1-1-1 0 0,-1 1 1 0 0,1-1 0 0 0,0 0 0 0 0,0 0-1 0 0,0 0 1 0 0,0 0 0 0 0,0-1 0 0 0,0 1 0 0 0,0-1-1 0 0,1 0 1 0 0,4 2 0 0 0,-2-2-2 0 0,1 1 0 0 0,-1-1 0 0 0,0 0 0 0 0,1-1 0 0 0,-1 0-1 0 0,1 0 1 0 0,-1 0 0 0 0,0-1 0 0 0,1 0 0 0 0,-1 0 0 0 0,0 0 0 0 0,1-1 0 0 0,-1 0 0 0 0,0 0 0 0 0,0-1-1 0 0,6-3 1 0 0,1-3-5 0 0,0 0-1 0 0,0-1 0 0 0,-1 0 0 0 0,0-1 1 0 0,14-17-1 0 0,-23 24 19 0 0,0 0 1 0 0,0-1-1 0 0,0 1 1 0 0,0-1-1 0 0,-1 0 0 0 0,1 1 1 0 0,-1-1-1 0 0,0 0 1 0 0,1-9-1 0 0,4 5 448 0 0,-9 16-456 0 0,0-1 0 0 0,0 1 1 0 0,1-1-1 0 0,-1 1 0 0 0,2 0 0 0 0,-1-1 0 0 0,1 1 0 0 0,0 0 0 0 0,0-1 0 0 0,1 1 0 0 0,0 0 0 0 0,3 9 0 0 0,-3-12-223 0 0,0 1 0 0 0,1-1 1 0 0,-1 0-1 0 0,1 0 0 0 0,0-1 1 0 0,0 1-1 0 0,1 0 0 0 0,-1-1 1 0 0,5 5-1 0 0,-5-6-137 0 0,0 0 0 0 0,0 0 0 0 0,1 0 0 0 0,-1 0 0 0 0,1-1 0 0 0,-1 1 0 0 0,1-1 0 0 0,-1 0 0 0 0,1 0 0 0 0,0 0 0 0 0,0 0 0 0 0,-1 0 0 0 0,1 0 0 0 0,0-1 0 0 0,3 1 0 0 0,9-1-1850 0 0</inkml:trace>
</inkml:ink>
</file>

<file path=ppt/ink/ink1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2:43:24.5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56 611 608 0 0,'-3'-6'1178'0'0,"-2"6"2070"0"0,1 3-3104 0 0,1-1 0 0 0,0 1 0 0 0,-1 0 0 0 0,1 0 0 0 0,0 0 0 0 0,0 1 0 0 0,1-1 0 0 0,-1 1 0 0 0,1-1 0 0 0,0 1 0 0 0,0 0 0 0 0,0 0 0 0 0,0 0 0 0 0,1 0 0 0 0,-1 0 0 0 0,1 0 0 0 0,-1 9 0 0 0,1-11-109 0 0,0 0 0 0 0,1 0 0 0 0,-1 0-1 0 0,1 0 1 0 0,0 0 0 0 0,-1 0 0 0 0,1 0 0 0 0,0 1 0 0 0,0-1 0 0 0,1 0-1 0 0,-1 0 1 0 0,0 0 0 0 0,1 0 0 0 0,-1 0 0 0 0,1 0 0 0 0,0 0 0 0 0,-1 0 0 0 0,1 0-1 0 0,0 0 1 0 0,0 0 0 0 0,0 0 0 0 0,1 0 0 0 0,-1-1 0 0 0,0 1 0 0 0,1-1-1 0 0,-1 1 1 0 0,1-1 0 0 0,0 1 0 0 0,-1-1 0 0 0,1 0 0 0 0,0 1 0 0 0,0-1 0 0 0,0 0-1 0 0,-1 0 1 0 0,1-1 0 0 0,0 1 0 0 0,1 0 0 0 0,-1-1 0 0 0,0 1 0 0 0,4 0 0 0 0,1-2-14 0 0,1 1 1 0 0,0-1-1 0 0,-1 0 1 0 0,1-1 0 0 0,-1 0-1 0 0,0 0 1 0 0,1-1 0 0 0,-1 0-1 0 0,0 0 1 0 0,-1 0 0 0 0,1-1-1 0 0,0 0 1 0 0,-1 0 0 0 0,0-1-1 0 0,0 0 1 0 0,0 0 0 0 0,-1 0-1 0 0,9-12 1 0 0,4-4-3 0 0,-1-1 0 0 0,-1-1-1 0 0,25-47 1 0 0,-30 48-10 0 0,-2-1-1 0 0,-1 1 0 0 0,-1-1 1 0 0,0-1-1 0 0,3-30 1 0 0,7-121-20 0 0,-16 162 13 0 0,3-107 42 0 0,-9 63 145 0 0,5 57-187 0 0,0 0 0 0 0,0 0 1 0 0,0-1-1 0 0,0 1 0 0 0,0 0 0 0 0,0 0 1 0 0,0-1-1 0 0,0 1 0 0 0,-1 0 0 0 0,1 0 1 0 0,0 0-1 0 0,0-1 0 0 0,0 1 0 0 0,0 0 0 0 0,0 0 1 0 0,0 0-1 0 0,0 0 0 0 0,-1-1 0 0 0,1 1 1 0 0,0 0-1 0 0,0 0 0 0 0,0 0 0 0 0,-1 0 1 0 0,1 0-1 0 0,0 0 0 0 0,0-1 0 0 0,0 1 1 0 0,-1 0-1 0 0,1 0 0 0 0,0 0 0 0 0,0 0 1 0 0,0 0-1 0 0,-1 0 0 0 0,1 0 0 0 0,0 0 0 0 0,0 0 1 0 0,-1 0-1 0 0,1 0 0 0 0,0 0 0 0 0,0 0 1 0 0,0 0-1 0 0,-1 0 0 0 0,1 0 0 0 0,0 0 1 0 0,0 0-1 0 0,0 1 0 0 0,-1-1 0 0 0,1 0 1 0 0,0 0-1 0 0,0 0 0 0 0,0 0 0 0 0,-1 0 1 0 0,1 0-1 0 0,0 1 0 0 0,0-1 0 0 0,0 0 0 0 0,0 0 1 0 0,0 0-1 0 0,-1 0 0 0 0,1 1 0 0 0,-10 7 35 0 0,-1 5-1 0 0,1 1 0 0 0,1-1 0 0 0,0 2 0 0 0,0-1 0 0 0,2 1 0 0 0,0 1 0 0 0,0-1 0 0 0,-4 18 0 0 0,1 5 58 0 0,1-1-1 0 0,-6 52 1 0 0,12-56-53 0 0,1-1 0 0 0,1 0 0 0 0,2 1 0 0 0,1-1-1 0 0,1 0 1 0 0,2 0 0 0 0,1 0 0 0 0,17 48 0 0 0,-22-76-40 0 0,0-1 1 0 0,1 1-1 0 0,0-1 1 0 0,-1 0-1 0 0,1 1 1 0 0,0-1-1 0 0,0 0 0 0 0,1 0 1 0 0,-1 0-1 0 0,1 0 1 0 0,-1-1-1 0 0,1 1 0 0 0,0-1 1 0 0,0 0-1 0 0,0 1 1 0 0,0-1-1 0 0,0 0 1 0 0,1-1-1 0 0,-1 1 0 0 0,1-1 1 0 0,-1 1-1 0 0,1-1 1 0 0,-1 0-1 0 0,5 0 0 0 0,-2 0 1 0 0,0-1-1 0 0,0-1 1 0 0,1 1-1 0 0,-1-1 1 0 0,0 0-1 0 0,0 0 1 0 0,0-1-1 0 0,0 1 1 0 0,-1-1-1 0 0,1-1 0 0 0,0 1 1 0 0,-1-1-1 0 0,0 0 1 0 0,9-6-1 0 0,3-3-3 0 0,-6 6 1 0 0,-1-1 1 0 0,0 0-1 0 0,0 0 1 0 0,-1-1-1 0 0,0 0 1 0 0,-1-1-1 0 0,0 0 0 0 0,0 0 1 0 0,10-15-1 0 0,-11 0-4 0 0,-7 24 5 0 0,0 0 0 0 0,0 0-1 0 0,0 0 1 0 0,0 0 0 0 0,-1-1 0 0 0,1 1-1 0 0,0 0 1 0 0,0 0 0 0 0,0 0 0 0 0,0 0-1 0 0,0 0 1 0 0,-1-1 0 0 0,1 1 0 0 0,0 0-1 0 0,0 0 1 0 0,0 0 0 0 0,0 0 0 0 0,-1 0-1 0 0,1 0 1 0 0,0 0 0 0 0,0 0-1 0 0,0 0 1 0 0,-1 0 0 0 0,1 0 0 0 0,0 0-1 0 0,0 0 1 0 0,0 0 0 0 0,-1 0 0 0 0,1 0-1 0 0,0 0 1 0 0,0 0 0 0 0,0 0 0 0 0,-1 0-1 0 0,1 0 1 0 0,0 0 0 0 0,0 0 0 0 0,0 0-1 0 0,-1 0 1 0 0,1 0 0 0 0,0 1 0 0 0,0-1-1 0 0,0 0 1 0 0,0 0 0 0 0,-1 0 0 0 0,1 0-1 0 0,0 0 1 0 0,0 1 0 0 0,0-1 0 0 0,-3 2-3 0 0,-1 1 1 0 0,1 0 0 0 0,0 0 0 0 0,1-1 0 0 0,-1 2 0 0 0,0-1 0 0 0,1 0 0 0 0,-4 7 0 0 0,4-6 2 0 0,0 1 1 0 0,1 0-1 0 0,-1 0 1 0 0,1 0-1 0 0,0 0 1 0 0,0 0 0 0 0,1 0-1 0 0,-1 0 1 0 0,1 0-1 0 0,0 0 1 0 0,0 0-1 0 0,1 0 1 0 0,1 5 0 0 0,-2-7-1 0 0,1 0 0 0 0,0 0 1 0 0,0-1-1 0 0,0 1 0 0 0,0 0 1 0 0,0 0-1 0 0,1-1 0 0 0,-1 1 1 0 0,1-1-1 0 0,0 1 1 0 0,0-1-1 0 0,-1 1 0 0 0,2-1 1 0 0,-1 0-1 0 0,0 0 0 0 0,0 0 1 0 0,1 0-1 0 0,-1-1 1 0 0,1 1-1 0 0,-1-1 0 0 0,1 1 1 0 0,0-1-1 0 0,3 1 0 0 0,2-1 0 0 0,-4-1 2 0 0,1-1 1 0 0,-1 1-1 0 0,1-1 0 0 0,-1 0 0 0 0,1 0 0 0 0,-1-1 0 0 0,0 1 1 0 0,1-1-1 0 0,-1 0 0 0 0,0 0 0 0 0,0 0 0 0 0,0-1 0 0 0,-1 1 1 0 0,1-1-1 0 0,-1 0 0 0 0,1 0 0 0 0,2-4 0 0 0,14-10-13 0 0,43-29-9 0 0,-62 45 20 0 0,1 2-3 0 0,1 0 5 0 0,-1 1 0 0 0,0-1 1 0 0,1 0-1 0 0,-1 1 0 0 0,0-1 0 0 0,0 1 0 0 0,0 0 0 0 0,0-1 1 0 0,0 1-1 0 0,0 0 0 0 0,-1 0 0 0 0,1 0 0 0 0,-1 1 0 0 0,1-1 1 0 0,-1 0-1 0 0,0 1 0 0 0,0-1 0 0 0,1 3 0 0 0,0-1-3 0 0,0-1-1 0 0,0 1 1 0 0,0-1-1 0 0,1 1 1 0 0,-1-1-1 0 0,1 0 1 0 0,-1 0-1 0 0,4 2 1 0 0,-1-2-4 0 0,0-1-1 0 0,-1 0 1 0 0,1 0 0 0 0,0 0-1 0 0,0 0 1 0 0,0-1 0 0 0,0 0-1 0 0,1 0 1 0 0,-1 0 0 0 0,0-1-1 0 0,0 0 1 0 0,0 0-1 0 0,9-1 1 0 0,1-1-71 0 0,0-2-1 0 0,0 0 1 0 0,17-7-1 0 0,3-1-235 0 0,-34 12 280 0 0,32 12-144 0 0,-27-7 194 0 0,0-2 0 0 0,0 1-1 0 0,0-1 1 0 0,1 1 0 0 0,-1-2-1 0 0,1 1 1 0 0,0-1 0 0 0,0 0-1 0 0,0 0 1 0 0,0-1 0 0 0,0 0-1 0 0,0 0 1 0 0,0-1 0 0 0,0 0-1 0 0,1 0 1 0 0,-1-1 0 0 0,0 0-1 0 0,0 0 1 0 0,0 0 0 0 0,0-1-1 0 0,0 0 1 0 0,-1-1 0 0 0,1 1-1 0 0,0-1 1 0 0,-1-1 0 0 0,0 1-1 0 0,0-1 1 0 0,0 0 0 0 0,7-6-1 0 0,36-23 1697 0 0,-48 33-1584 0 0,32 8-970 0 0,-24-6-6153 0 0</inkml:trace>
</inkml:ink>
</file>

<file path=ppt/ink/ink1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2:43:24.8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66 856 0 0,'109'-48'4677'0'0,"-99"44"-4342"0"0,0 1-1 0 0,0 0 1 0 0,0 1-1 0 0,1 0 0 0 0,-1 1 1 0 0,0 0-1 0 0,1 0 1 0 0,-1 1-1 0 0,13 1 0 0 0,-22-1-376 0 0,0 0 0 0 0,0 0 0 0 0,0 0 0 0 0,0 1 0 0 0,0-1 0 0 0,0 0-1 0 0,0 0 1 0 0,0 1 0 0 0,-1-1 0 0 0,1 0 0 0 0,0 1 0 0 0,0-1-1 0 0,0 1 1 0 0,-1-1 0 0 0,1 1 0 0 0,0 0 0 0 0,-1-1 0 0 0,1 1-1 0 0,0 0 1 0 0,-1-1 0 0 0,1 1 0 0 0,-1 0 0 0 0,1 1 0 0 0,-1-2-120 0 0,0 1 1 0 0,0 0-1 0 0,0-1 1 0 0,0 1-1 0 0,0 0 1 0 0,0 0-1 0 0,0-1 1 0 0,0 1-1 0 0,-1 0 1 0 0,1-1-1 0 0,0 1 1 0 0,-1-1-1 0 0,1 1 1 0 0,0 0-1 0 0,-1-1 1 0 0,1 1-1 0 0,-1-1 1 0 0,1 1-1 0 0,-1-1 1 0 0,1 1-1 0 0,-1-1 1 0 0,1 1-1 0 0,-1-1 1 0 0,1 0-1 0 0,-2 1 1 0 0,-7 5-1902 0 0</inkml:trace>
</inkml:ink>
</file>

<file path=ppt/ink/ink1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2:43:25.2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154 1 8065 0 0,'-44'3'-120'0'0,"14"-3"132"0"0,3 0-4 0 0,6 0 12 0 0,7 0 16 0 0,3 0 0 0 0,5 0-32 0 0,27 5-256 0 0,-6-1-116 0 0,-1-1-276 0 0,-3 1-492 0 0,5 1-1229 0 0,-3-3 549 0 0</inkml:trace>
</inkml:ink>
</file>

<file path=ppt/ink/ink1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2:43:45.7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48 883 732 0 0,'-3'1'343'0'0,"1"0"1"0"0,-1-1-1 0 0,1 1 0 0 0,-1-1 0 0 0,1 1 1 0 0,-1-1-1 0 0,0 0 0 0 0,1 0 0 0 0,-1 0 1 0 0,1-1-1 0 0,-4 1 0 0 0,5-1-228 0 0,1 1 0 0 0,-1 0 1 0 0,0-1-1 0 0,0 1 0 0 0,0 0 0 0 0,1-1 0 0 0,-1 1 0 0 0,0-1 0 0 0,1 1 1 0 0,-1-1-1 0 0,0 0 0 0 0,1 1 0 0 0,-1-1 0 0 0,1 1 0 0 0,-1-1 0 0 0,1 0 1 0 0,-1 0-1 0 0,1 1 0 0 0,0-1 0 0 0,-1 0 0 0 0,1 0 0 0 0,-1-1 0 0 0,1-1-11 0 0,0 0-1 0 0,0 0 1 0 0,0 0-1 0 0,1 0 1 0 0,-1 0-1 0 0,1 0 1 0 0,0 0-1 0 0,-1 0 1 0 0,1 0-1 0 0,1 0 1 0 0,-1 1-1 0 0,0-1 1 0 0,1 0-1 0 0,-1 1 1 0 0,1-1-1 0 0,0 1 1 0 0,2-3-1 0 0,42-45 393 0 0,2 1 1 0 0,88-68-1 0 0,-86 76-335 0 0,48-39 97 0 0,83-71 147 0 0,-149 120-309 0 0,-1 0 0 0 0,-2-2 0 0 0,32-46 0 0 0,-55 70-72 0 0,-1 1 0 0 0,-1-1 0 0 0,1 1 0 0 0,-1-1 0 0 0,-1 0 0 0 0,0-1 0 0 0,3-12 0 0 0,-6 21-17 0 0,1-1 0 0 0,-1 1-1 0 0,0-1 1 0 0,0 0-1 0 0,0 0 1 0 0,0 1-1 0 0,0-1 1 0 0,-1 0 0 0 0,1 1-1 0 0,0-1 1 0 0,-1 1-1 0 0,1-1 1 0 0,-1 0-1 0 0,1 1 1 0 0,-1-1 0 0 0,0 1-1 0 0,0-1 1 0 0,0 1-1 0 0,-1-3 1 0 0,0 3-2 0 0,0 0 0 0 0,0 0 0 0 0,0 0-1 0 0,0 0 1 0 0,0 0 0 0 0,-1 0 0 0 0,1 1 0 0 0,0-1 0 0 0,0 1-1 0 0,-1-1 1 0 0,1 1 0 0 0,0 0 0 0 0,0 0 0 0 0,-1 0 0 0 0,1 0 0 0 0,0 0-1 0 0,0 1 1 0 0,-5 0 0 0 0,-2 1 2 0 0,1-1 0 0 0,-1 1 0 0 0,1 1 0 0 0,-1 0 0 0 0,1 0 0 0 0,0 1 0 0 0,0-1 0 0 0,1 2 0 0 0,-1-1-1 0 0,1 1 1 0 0,0 0 0 0 0,0 1 0 0 0,0 0 0 0 0,1 0 0 0 0,0 0 0 0 0,0 1 0 0 0,1 0 0 0 0,-5 7 0 0 0,5-5-2 0 0,0 0 0 0 0,2-1 1 0 0,-1 2-1 0 0,1-1 0 0 0,0 0 0 0 0,1 1 1 0 0,0-1-1 0 0,0 1 0 0 0,1-1 1 0 0,1 1-1 0 0,-1 0 0 0 0,1 0 0 0 0,1-1 1 0 0,0 1-1 0 0,1 0 0 0 0,3 13 0 0 0,35 98 22 0 0,4 13 25 0 0,-40-118-47 0 0,0 0 0 0 0,-2 1 0 0 0,0-1-1 0 0,0 0 1 0 0,-2 1 0 0 0,-1 19 0 0 0,1-35-1 0 0,0 0-3 0 0,0 0 0 0 0,0 0 0 0 0,-1 0 0 0 0,1 0 0 0 0,0 0 0 0 0,0 0 0 0 0,0 0 0 0 0,-1 0 0 0 0,1-1-1 0 0,-1 1 1 0 0,1 0 0 0 0,0 0 0 0 0,-1 0 0 0 0,0 0 0 0 0,1 0 0 0 0,-1-1 0 0 0,1 1 0 0 0,-1 0 0 0 0,0-1 0 0 0,0 1 0 0 0,1 0 0 0 0,-1-1 0 0 0,0 1 0 0 0,0-1 0 0 0,0 1 0 0 0,0-1 0 0 0,0 1 0 0 0,1-1 0 0 0,-1 0 0 0 0,0 0 0 0 0,0 1 0 0 0,0-1 0 0 0,0 0-1 0 0,0 0 1 0 0,0 0 0 0 0,0 0 0 0 0,0 0 0 0 0,0 0 0 0 0,-1 0 0 0 0,-1-1-1 0 0,0 1 0 0 0,0-1 0 0 0,0 0 0 0 0,1 0 0 0 0,-1 0 0 0 0,0 0 1 0 0,1 0-1 0 0,-1 0 0 0 0,1-1 0 0 0,-1 1 0 0 0,1-1 0 0 0,0 0 0 0 0,0 0 0 0 0,0 0 0 0 0,0 0 0 0 0,-3-3 0 0 0,4 4 0 0 0,1 1 0 0 0,-1-1 1 0 0,0 0-1 0 0,0 0 0 0 0,1 0 0 0 0,-1 0 0 0 0,0 0 0 0 0,1 0 1 0 0,-1 0-1 0 0,1 0 0 0 0,0 0 0 0 0,-1-1 0 0 0,1 1 1 0 0,0 0-1 0 0,0 0 0 0 0,-1 0 0 0 0,1 0 0 0 0,0-1 1 0 0,0 1-1 0 0,0 0 0 0 0,1 0 0 0 0,-1 0 0 0 0,0 0 0 0 0,0 0 1 0 0,1-1-1 0 0,-1 1 0 0 0,0 0 0 0 0,1 0 0 0 0,-1 0 1 0 0,1 0-1 0 0,-1 0 0 0 0,1 0 0 0 0,0 0 0 0 0,0 0 1 0 0,-1 0-1 0 0,1 0 0 0 0,0 1 0 0 0,0-1 0 0 0,0 0 0 0 0,0 0 1 0 0,1 0-1 0 0,15-8-77 0 0,1 1 1 0 0,0 1-1 0 0,0 0 0 0 0,1 2 1 0 0,-1 0-1 0 0,1 1 0 0 0,32-3 1 0 0,55-13-319 0 0,-45 3 242 0 0,73-24-122 0 0,-117 35 249 0 0,0-1 0 0 0,-1-1-1 0 0,-1-1 1 0 0,1 0 0 0 0,23-19-1 0 0,-28 19 11 0 0,-7 6 37 0 0,1 0 1 0 0,-1 0-1 0 0,0 0 0 0 0,0-1 0 0 0,0 1 1 0 0,-1-1-1 0 0,1 0 0 0 0,-1 0 0 0 0,0 0 1 0 0,0-1-1 0 0,0 1 0 0 0,-1-1 0 0 0,0 0 1 0 0,1 1-1 0 0,-2-1 0 0 0,1 0 0 0 0,0 0 1 0 0,-1 0-1 0 0,0-1 0 0 0,0-4 0 0 0,-1 9-6 0 0,0 0 1 0 0,0 0-1 0 0,-1 0 0 0 0,1 0 0 0 0,0 0 0 0 0,-1 0 0 0 0,1 0 0 0 0,-1 0 0 0 0,1 0 0 0 0,-1 0 0 0 0,1 0 0 0 0,-1 0 0 0 0,0 1 0 0 0,1-1 0 0 0,-1 0 0 0 0,0 0 0 0 0,0 1 0 0 0,1-1 0 0 0,-1 1 0 0 0,0-1 0 0 0,0 0 1 0 0,0 1-1 0 0,0 0 0 0 0,0-1 0 0 0,0 1 0 0 0,0-1 0 0 0,0 1 0 0 0,0 0 0 0 0,0 0 0 0 0,0 0 0 0 0,0 0 0 0 0,0 0 0 0 0,0 0 0 0 0,0 0 0 0 0,0 0 0 0 0,0 0 0 0 0,0 0 0 0 0,0 0 0 0 0,0 1 0 0 0,-2 0 0 0 0,-2-1 19 0 0,-1 1 0 0 0,1 1 0 0 0,0-1 0 0 0,0 1 0 0 0,-1 0 0 0 0,-5 3 0 0 0,9-4-22 0 0,0 1 0 0 0,0 0 1 0 0,-1-1-1 0 0,1 1 0 0 0,1 0 0 0 0,-1 0 0 0 0,0 0 0 0 0,0 0 0 0 0,1 1 0 0 0,-1-1 0 0 0,1 0 1 0 0,0 1-1 0 0,0-1 0 0 0,0 1 0 0 0,0-1 0 0 0,0 1 0 0 0,0-1 0 0 0,1 1 0 0 0,-1 0 1 0 0,1 2-1 0 0,0 0 3 0 0,0 0 0 0 0,0 0 0 0 0,1 1 0 0 0,-1-1 0 0 0,1 0 0 0 0,1 0 0 0 0,-1 0 0 0 0,1-1 0 0 0,0 1 0 0 0,3 7 0 0 0,-3-7-12 0 0,1-1 0 0 0,-1 1 0 0 0,1-1 0 0 0,0 1 0 0 0,0-1 1 0 0,0 0-1 0 0,1 0 0 0 0,-1-1 0 0 0,1 1 0 0 0,0-1 0 0 0,0 1 1 0 0,0-1-1 0 0,1-1 0 0 0,-1 1 0 0 0,1 0 0 0 0,0-1 0 0 0,-1 0 1 0 0,1 0-1 0 0,0-1 0 0 0,0 1 0 0 0,0-1 0 0 0,0 0 0 0 0,6 0 1 0 0,7-2-29 0 0,1-1 1 0 0,-1-1-1 0 0,0 0 1 0 0,0-1 0 0 0,0-2-1 0 0,-1 1 1 0 0,0-2-1 0 0,0 0 1 0 0,0-1 0 0 0,-1-1-1 0 0,28-20 1 0 0,28-29 6 0 0,-61 52 7 0 0,-10 6 5 0 0,0 33 6 0 0,-15 28 31 0 0,14-61-31 0 0,0 0 0 0 0,0 0 0 0 0,0 1-1 0 0,0-1 1 0 0,0 0 0 0 0,0 0 0 0 0,0 1 0 0 0,0-1 0 0 0,0 0 0 0 0,1 0 0 0 0,-1 1 0 0 0,0-1 0 0 0,0 0-1 0 0,0 0 1 0 0,0 0 0 0 0,0 1 0 0 0,0-1 0 0 0,1 0 0 0 0,-1 0 0 0 0,0 0 0 0 0,0 0 0 0 0,0 1 0 0 0,1-1 0 0 0,-1 0-1 0 0,0 0 1 0 0,0 0 0 0 0,0 0 0 0 0,1 0 0 0 0,-1 0 0 0 0,0 0 0 0 0,0 0 0 0 0,1 0 0 0 0,-1 0 0 0 0,0 1-1 0 0,0-1 1 0 0,1 0 0 0 0,-1 0 0 0 0,0 0 0 0 0,0-1 0 0 0,1 1 0 0 0,-1 0 0 0 0,0 0 0 0 0,0 0 0 0 0,1 0-1 0 0,-1 0 1 0 0,0 0 0 0 0,0 0 0 0 0,0 0 0 0 0,1 0 0 0 0,-1 0 0 0 0,0-1 0 0 0,0 1 0 0 0,0 0 0 0 0,1 0 0 0 0,-1-1-1 0 0,14-4-2 0 0,-14 5 3 0 0,7-4-44 0 0,0 0 0 0 0,0 0-1 0 0,0 1 1 0 0,1 0 0 0 0,-1 0-1 0 0,1 1 1 0 0,-1 0 0 0 0,1 0-1 0 0,0 1 1 0 0,0 0 0 0 0,0 0-1 0 0,0 1 1 0 0,0 0 0 0 0,0 0-1 0 0,0 1 1 0 0,13 3 0 0 0,-7-2 29 0 0,0-1 1 0 0,-1 0 0 0 0,1-1-1 0 0,0 0 1 0 0,0-1 0 0 0,0-1-1 0 0,-1 0 1 0 0,1-1 0 0 0,-1 0-1 0 0,1-1 1 0 0,-1-1 0 0 0,0 0-1 0 0,-1-1 1 0 0,1 0 0 0 0,-1-1-1 0 0,0 0 1 0 0,14-12 0 0 0,-12 8 12 0 0,-1 0 1 0 0,-1 0 0 0 0,1-2-1 0 0,-2 1 1 0 0,0-2 0 0 0,0 0-1 0 0,-2 0 1 0 0,0 0 0 0 0,0-1-1 0 0,-1-1 1 0 0,-1 1 0 0 0,0-1-1 0 0,6-28 1 0 0,-10 31-1 0 0,0 4 3 0 0,-1 0 0 0 0,0 1 1 0 0,-1-1-1 0 0,0-1 0 0 0,0 1 0 0 0,-2-14 1 0 0,0 6 9 0 0,1 13-2 0 0,0 1 0 0 0,0 0 1 0 0,-1 0-1 0 0,1-1 0 0 0,-1 1 1 0 0,0 0-1 0 0,0 0 0 0 0,0 0 1 0 0,-2-4-1 0 0,2 6-7 0 0,1 0 1 0 0,-1 1-1 0 0,0-1 1 0 0,0 0-1 0 0,0 1 0 0 0,0-1 1 0 0,0 1-1 0 0,-1-1 1 0 0,1 1-1 0 0,0 0 1 0 0,0-1-1 0 0,0 1 0 0 0,0 0 1 0 0,0 0-1 0 0,0 0 1 0 0,-1 0-1 0 0,1 0 1 0 0,0 0-1 0 0,0 0 0 0 0,0 0 1 0 0,0 0-1 0 0,0 1 1 0 0,-1-1-1 0 0,1 0 0 0 0,0 1 1 0 0,0-1-1 0 0,0 1 1 0 0,0-1-1 0 0,0 1 1 0 0,0 0-1 0 0,0-1 0 0 0,-1 2 1 0 0,-5 3 5 0 0,0-1-1 0 0,1 1 1 0 0,0 0 0 0 0,-1 0 0 0 0,2 0-1 0 0,-1 1 1 0 0,1 0 0 0 0,0 0 0 0 0,0 1 0 0 0,1 0-1 0 0,-1-1 1 0 0,2 1 0 0 0,-1 1 0 0 0,1-1-1 0 0,0 0 1 0 0,0 1 0 0 0,1 0 0 0 0,0-1 0 0 0,0 1-1 0 0,1 0 1 0 0,0 10 0 0 0,0-6 0 0 0,0 0 1 0 0,1 0 0 0 0,1 0-1 0 0,0 0 1 0 0,0 0-1 0 0,1-1 1 0 0,1 1 0 0 0,0 0-1 0 0,1-1 1 0 0,0 1-1 0 0,0-1 1 0 0,1 0 0 0 0,10 14-1 0 0,-12-20-5 0 0,0 1 0 0 0,1-1 0 0 0,0 0-1 0 0,0-1 1 0 0,1 1 0 0 0,-1-1 0 0 0,1 0 0 0 0,0 0 0 0 0,0 0-1 0 0,0-1 1 0 0,1 0 0 0 0,-1 0 0 0 0,1 0 0 0 0,-1 0 0 0 0,1-1-1 0 0,0 0 1 0 0,0-1 0 0 0,0 1 0 0 0,0-1 0 0 0,1 0 0 0 0,-1 0-1 0 0,0-1 1 0 0,0 0 0 0 0,1 0 0 0 0,-1-1 0 0 0,0 1 0 0 0,11-4-1 0 0,6-4-6 0 0,0-2-1 0 0,0-1 1 0 0,40-25-1 0 0,-55 30 9 0 0,1 0 0 0 0,-1 0 0 0 0,0-1 0 0 0,-1-1 0 0 0,1 1 0 0 0,-1-1 0 0 0,-1 0-1 0 0,0-1 1 0 0,0 0 0 0 0,0 0 0 0 0,8-19 0 0 0,-14 26 9 0 0,1 0-1 0 0,-1 0 1 0 0,0-1 0 0 0,0 1-1 0 0,0 0 1 0 0,0-1-1 0 0,0 1 1 0 0,0 0 0 0 0,-1-1-1 0 0,1 1 1 0 0,-1 0-1 0 0,1 0 1 0 0,-1-1-1 0 0,-1-2 1 0 0,1 3 10 0 0,1 1 21 0 0,-25 17 272 0 0,19-5-304 0 0,2 1-1 0 0,-1-1 1 0 0,2 1-1 0 0,-5 23 1 0 0,7-29-8 0 0,0 0-1 0 0,0 0 1 0 0,1 0 0 0 0,0 0-1 0 0,1 1 1 0 0,-1-1 0 0 0,1 0-1 0 0,0 0 1 0 0,0 0 0 0 0,1 0-1 0 0,0-1 1 0 0,0 1 0 0 0,3 5 0 0 0,-2-10 0 0 0,1 0 0 0 0,-1-1 0 0 0,1 0 0 0 0,-1 1 1 0 0,1-1-1 0 0,-1-1 0 0 0,0 1 0 0 0,1 0 1 0 0,-1-1-1 0 0,1 0 0 0 0,2-1 0 0 0,7-2 0 0 0,0-1-1 0 0,0 0 1 0 0,-1-1-1 0 0,0 0 1 0 0,21-16-1 0 0,29-13-47 0 0,-59 33 70 0 0,1 1 1 0 0,-1 0 0 0 0,1 0-1 0 0,-1 0 1 0 0,1 0 0 0 0,-1 1-1 0 0,1-1 1 0 0,0 1 0 0 0,-1 0-1 0 0,1 0 1 0 0,-1 1-1 0 0,1-1 1 0 0,0 1 0 0 0,-1-1-1 0 0,1 1 1 0 0,5 3 0 0 0,3 1 348 0 0,-1 1 0 0 0,0 0 0 0 0,16 12 0 0 0,9 6-2727 0 0,1-8-4859 0 0</inkml:trace>
</inkml:ink>
</file>

<file path=ppt/ink/ink1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2:43:46.1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67 21 424 0 0,'0'-1'192'0'0,"0"0"0"0"0,-1 0 0 0 0,1-1 0 0 0,-1 1 0 0 0,0 0 0 0 0,1 0 0 0 0,-1 0 0 0 0,0 0 0 0 0,1 0 0 0 0,-1 0 0 0 0,0 0 0 0 0,0 1-1 0 0,0-1 1 0 0,0 0 0 0 0,0 0 0 0 0,0 1 0 0 0,0-1 0 0 0,0 0 0 0 0,0 1 0 0 0,0-1 0 0 0,0 1 0 0 0,-1-1 0 0 0,1 1 0 0 0,0 0 0 0 0,0-1 0 0 0,0 1 0 0 0,-1 0 0 0 0,1 0 0 0 0,0 0 0 0 0,0 0 0 0 0,-2 0 0 0 0,2 0 370 0 0,-27 20 1569 0 0,27-18-2059 0 0,0 0 0 0 0,1 0 1 0 0,-1 0-1 0 0,0 0 1 0 0,0 0-1 0 0,1 0 1 0 0,-1 0-1 0 0,1 1 0 0 0,0-1 1 0 0,0 0-1 0 0,0 0 1 0 0,0 1-1 0 0,0-1 1 0 0,0 0-1 0 0,1 0 0 0 0,-1 1 1 0 0,1-1-1 0 0,-1 0 1 0 0,1 0-1 0 0,0 0 1 0 0,2 4-1 0 0,-1-3-19 0 0,1 1-1 0 0,0-1 1 0 0,-1 0 0 0 0,1 0-1 0 0,1 0 1 0 0,-1-1-1 0 0,0 1 1 0 0,1-1 0 0 0,-1 0-1 0 0,1 0 1 0 0,4 2 0 0 0,3 1-24 0 0,0-1 1 0 0,1-1 0 0 0,-1 0 0 0 0,1 0 0 0 0,0-1 0 0 0,-1-1 0 0 0,21 1 0 0 0,-19-3-26 0 0,0-1 0 0 0,0 0-1 0 0,0-1 1 0 0,0-1-1 0 0,-1 1 1 0 0,14-8-1 0 0,-22 9 10 0 0,0 0 0 0 0,1 0-1 0 0,-2 0 1 0 0,1-1 0 0 0,0 0 0 0 0,0 0-1 0 0,-1 0 1 0 0,0 0 0 0 0,5-6 0 0 0,-7 8 15 0 0,1-1 0 0 0,-1 0 0 0 0,0 0 0 0 0,-1 0 0 0 0,1 0 0 0 0,0 0 1 0 0,0 0-1 0 0,-1 0 0 0 0,1 0 0 0 0,-1 0 0 0 0,0 0 0 0 0,0 0 0 0 0,0 0 1 0 0,0-1-1 0 0,0 1 0 0 0,0 0 0 0 0,0 0 0 0 0,-1 0 0 0 0,1 0 1 0 0,-1 0-1 0 0,0-3 0 0 0,-1 3 52 0 0,1 1 0 0 0,0-1-1 0 0,-1 1 1 0 0,1-1 0 0 0,-1 1 0 0 0,1 0 0 0 0,-1-1 0 0 0,0 1 0 0 0,1 0-1 0 0,-1 0 1 0 0,0 0 0 0 0,0 0 0 0 0,0 1 0 0 0,0-1 0 0 0,0 0 0 0 0,0 1-1 0 0,0-1 1 0 0,0 1 0 0 0,-4 0 0 0 0,5-1-34 0 0,0 1 1 0 0,0 0-1 0 0,0-1 0 0 0,0 1 0 0 0,0 0 0 0 0,0 0 1 0 0,0 0-1 0 0,0 0 0 0 0,0 0 0 0 0,0 0 1 0 0,0 0-1 0 0,0 0 0 0 0,0 1 0 0 0,0-1 1 0 0,0 0-1 0 0,0 1 0 0 0,0-1 0 0 0,0 0 1 0 0,0 1-1 0 0,0-1 0 0 0,0 1 0 0 0,0 0 1 0 0,1-1-1 0 0,-1 1 0 0 0,0 0 0 0 0,0-1 0 0 0,0 1 1 0 0,1 0-1 0 0,-1 0 0 0 0,1 0 0 0 0,-1-1 1 0 0,0 1-1 0 0,1 0 0 0 0,0 0 0 0 0,-1 0 1 0 0,1 0-1 0 0,-1 2 0 0 0,1 0 15 0 0,1 0-1 0 0,-1-1 1 0 0,1 1-1 0 0,0 0 1 0 0,0 0-1 0 0,0-1 1 0 0,0 1-1 0 0,0 0 1 0 0,1-1-1 0 0,-1 1 1 0 0,1-1 0 0 0,-1 0-1 0 0,1 1 1 0 0,0-1-1 0 0,0 0 1 0 0,4 3-1 0 0,41 30-755 0 0,-30-25-494 0 0,6 0-592 0 0,-9-6-5214 0 0,-6-1 3496 0 0</inkml:trace>
</inkml:ink>
</file>

<file path=ppt/ink/ink2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2:43:46.4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 58 7297 0 0,'-8'-6'316'0'0,"2"0"-16"0"0,0 0-72 0 0,4-1-132 0 0,1 2-8 0 0,2-2-40 0 0,3 2-24 0 0,2 0 4 0 0,4 2-28 0 0,-3 1-92 0 0,5 0-200 0 0,1 0-196 0 0,-1 2-772 0 0,-1-1-1365 0 0,-1 1 605 0 0</inkml:trace>
</inkml:ink>
</file>

<file path=ppt/ink/ink2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2:43:48.8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140 230 10773 0 0,'1'-10'88'0'0,"0"1"0"0"0,0-1 0 0 0,-1 0 0 0 0,0 0 0 0 0,-1 0 0 0 0,0 0 0 0 0,-1 0 0 0 0,0 0 0 0 0,-1 0 0 0 0,0 1-1 0 0,0 0 1 0 0,-1-1 0 0 0,0 1 0 0 0,0 0 0 0 0,-1 1 0 0 0,-1-1 0 0 0,1 1 0 0 0,-1 0 0 0 0,-1 0 0 0 0,1 1 0 0 0,-1 0 0 0 0,-1 0 0 0 0,1 1 0 0 0,-10-7 0 0 0,16 13-121 0 0,0-1 0 0 0,1 1 0 0 0,-1-1 0 0 0,0 1 0 0 0,0 0 0 0 0,1-1 0 0 0,-1 1 1 0 0,0 0-1 0 0,0 0 0 0 0,0 0 0 0 0,1 0 0 0 0,-1 0 0 0 0,0-1 0 0 0,0 2 0 0 0,0-1 0 0 0,0 0 0 0 0,1 0 0 0 0,-1 0 0 0 0,0 0 0 0 0,0 0 1 0 0,0 1-1 0 0,1-1 0 0 0,-1 0 0 0 0,0 1 0 0 0,0-1 0 0 0,1 0 0 0 0,-1 1 0 0 0,0-1 0 0 0,1 1 0 0 0,-1 0 0 0 0,0-1 0 0 0,1 1 1 0 0,-1-1-1 0 0,1 1 0 0 0,-1 0 0 0 0,1-1 0 0 0,-1 1 0 0 0,1 0 0 0 0,-1 0 0 0 0,1-1 0 0 0,-1 2 0 0 0,-10 34-6344 0 0,12-23 3445 0 0</inkml:trace>
</inkml:ink>
</file>

<file path=ppt/ink/ink2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2:43:49.3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227 46 248 0 0,'-2'-4'299'0'0,"0"-1"260"0"0,-1 1-1 0 0,1-1 1 0 0,-1 1-1 0 0,0 0 1 0 0,-1 0-1 0 0,-5-7 1 0 0,8 11-479 0 0,0-1 0 0 0,0 1 0 0 0,0-1 0 0 0,0 1 1 0 0,0-1-1 0 0,0 1 0 0 0,0 0 0 0 0,0 0 0 0 0,0-1 0 0 0,0 1 0 0 0,0 0 0 0 0,0 0 1 0 0,0 0-1 0 0,0 0 0 0 0,0 0 0 0 0,0 0 0 0 0,-1 0 0 0 0,1 1 0 0 0,0-1 0 0 0,0 0 1 0 0,0 0-1 0 0,0 1 0 0 0,0-1 0 0 0,0 1 0 0 0,1-1 0 0 0,-1 1 0 0 0,0-1 0 0 0,0 1 1 0 0,0 0-1 0 0,0-1 0 0 0,1 1 0 0 0,-1 0 0 0 0,0 0 0 0 0,0-1 0 0 0,1 1 1 0 0,-1 0-1 0 0,1 0 0 0 0,-1 0 0 0 0,0 2 0 0 0,-7 8 214 0 0,0 1-1 0 0,1 0 1 0 0,1 1 0 0 0,0-1 0 0 0,0 1-1 0 0,1 1 1 0 0,1-1 0 0 0,-3 17-1 0 0,-1 15 273 0 0,-2 56 0 0 0,8-67-622 0 0,-2-1 0 0 0,0 1 0 0 0,-17 56-1 0 0,12-60-592 0 0,-12 29-1280 0 0,1-24-2817 0 0,14-29 2558 0 0</inkml:trace>
</inkml:ink>
</file>

<file path=ppt/ink/ink2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2:43:50.2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1 412 84 0 0,'644'-47'2215'0'0,"-570"40"-2068"0"0,-32 3-54 0 0,129-15 298 0 0,-145 14-306 0 0,-1 0 0 0 0,0-1-1 0 0,0-2 1 0 0,34-15 0 0 0,-54 21-55 0 0,0-1-1 0 0,0 1 1 0 0,-1-1-1 0 0,0 0 0 0 0,1 0 1 0 0,-1 0-1 0 0,0-1 1 0 0,-1 0-1 0 0,1 1 0 0 0,0-1 1 0 0,-1-1-1 0 0,0 1 1 0 0,0 0-1 0 0,-1-1 1 0 0,5-8-1 0 0,-6 9 15 0 0,0-1 1 0 0,0 1-1 0 0,0-1 0 0 0,-1 1 0 0 0,1-1 1 0 0,-1 0-1 0 0,0 1 0 0 0,-1-1 1 0 0,1 0-1 0 0,-1 1 0 0 0,0-1 0 0 0,0 1 1 0 0,0-1-1 0 0,-1 1 0 0 0,1 0 1 0 0,-1-1-1 0 0,0 1 0 0 0,-4-6 0 0 0,-1-1 167 0 0,0 1 0 0 0,-1-1 0 0 0,-1 1 0 0 0,1 1 0 0 0,-1 0 0 0 0,-1 0-1 0 0,0 1 1 0 0,0 0 0 0 0,-1 0 0 0 0,0 1 0 0 0,0 1 0 0 0,0 0 0 0 0,-1 0 0 0 0,-23-7-1 0 0,33 13-168 0 0,0 0-1 0 0,-1 0 0 0 0,1 0 1 0 0,0 0-1 0 0,-1 0 0 0 0,1 1 1 0 0,0-1-1 0 0,-1 1 0 0 0,1 0 1 0 0,0-1-1 0 0,0 1 1 0 0,0 0-1 0 0,-1 0 0 0 0,1 0 1 0 0,0 1-1 0 0,0-1 0 0 0,1 0 1 0 0,-1 1-1 0 0,0-1 0 0 0,0 1 1 0 0,1 0-1 0 0,-1 0 0 0 0,1-1 1 0 0,-1 1-1 0 0,1 0 0 0 0,0 0 1 0 0,0 0-1 0 0,0 0 0 0 0,0 1 1 0 0,0-1-1 0 0,0 0 0 0 0,0 4 1 0 0,-4 11 101 0 0,0-1 0 0 0,2 1-1 0 0,-3 26 1 0 0,3-22 24 0 0,-37 415 1257 0 0,18-146-932 0 0,20-253-324 0 0,4-28 25 0 0,5-19-136 0 0,2-10-37 0 0,1 1-1 0 0,1 1 0 0 0,0 0 0 0 0,2 0 1 0 0,0 1-1 0 0,24-24 0 0 0,-36 40-19 0 0,-1 1 0 0 0,1-1 0 0 0,0 0 1 0 0,0 1-1 0 0,0-1 0 0 0,0 1 0 0 0,-1 0 0 0 0,1-1 0 0 0,0 1 0 0 0,0-1 0 0 0,0 1 0 0 0,0 0 0 0 0,0 0 0 0 0,0 0 1 0 0,0 0-1 0 0,0 0 0 0 0,0 0 0 0 0,0 0 0 0 0,0 0 0 0 0,0 0 0 0 0,0 0 0 0 0,0 0 0 0 0,0 0 0 0 0,0 1 0 0 0,0-1 1 0 0,0 0-1 0 0,-1 1 0 0 0,1-1 0 0 0,0 1 0 0 0,0-1 0 0 0,0 1 0 0 0,0-1 0 0 0,0 2 0 0 0,28 29 12 0 0,-10-9-6 0 0,4-4-9 0 0,1-2 0 0 0,34 18 0 0 0,-49-29 2 0 0,1-1 1 0 0,-1 0 0 0 0,1 0-1 0 0,-1-1 1 0 0,1-1 0 0 0,0 1-1 0 0,0-2 1 0 0,0 1 0 0 0,0-2-1 0 0,14 1 1 0 0,-21-1 7 0 0,-1-1-1 0 0,0 1 0 0 0,1 0 1 0 0,-1-1-1 0 0,0 0 0 0 0,1 1 1 0 0,-1-1-1 0 0,0 0 1 0 0,0 0-1 0 0,0 0 0 0 0,0 0 1 0 0,0-1-1 0 0,0 1 1 0 0,0-1-1 0 0,0 1 0 0 0,0-1 1 0 0,0 1-1 0 0,-1-1 1 0 0,1 0-1 0 0,-1 0 0 0 0,1 0 1 0 0,-1 0-1 0 0,0 0 1 0 0,0 0-1 0 0,0 0 0 0 0,0-1 1 0 0,0 1-1 0 0,-1 0 1 0 0,1 0-1 0 0,0-1 0 0 0,-1 1 1 0 0,0-1-1 0 0,1 1 1 0 0,-1 0-1 0 0,0-1 0 0 0,-1 1 1 0 0,1 0-1 0 0,0-1 0 0 0,-1 1 1 0 0,1-1-1 0 0,-1 1 1 0 0,1 0-1 0 0,-1 0 0 0 0,0-1 1 0 0,0 1-1 0 0,0 0 1 0 0,0 0-1 0 0,-1 0 0 0 0,1 0 1 0 0,-1 0-1 0 0,1 0 1 0 0,-1 1-1 0 0,0-1 0 0 0,1 0 1 0 0,-4-2-1 0 0,-2-2 139 0 0,6 5-88 0 0,-1-1-1 0 0,0 1 1 0 0,1-1-1 0 0,-1 1 1 0 0,0 0-1 0 0,0 0 1 0 0,0-1-1 0 0,0 1 1 0 0,0 1-1 0 0,0-1 1 0 0,0 0-1 0 0,0 0 1 0 0,-4 0-1 0 0,5 1-52 0 0,1 1 1 0 0,0-1-1 0 0,-1 0 0 0 0,1 0 0 0 0,-1 0 0 0 0,1 1 0 0 0,0-1 0 0 0,-1 0 1 0 0,1 0-1 0 0,0 1 0 0 0,-1-1 0 0 0,1 0 0 0 0,0 1 0 0 0,0-1 1 0 0,-1 0-1 0 0,1 1 0 0 0,0-1 0 0 0,0 0 0 0 0,-1 1 0 0 0,1-1 0 0 0,0 1 1 0 0,0-1-1 0 0,0 1 0 0 0,0-1 0 0 0,0 0 0 0 0,0 1 0 0 0,0-1 0 0 0,0 1 1 0 0,0-1-1 0 0,0 1 0 0 0,0-1 0 0 0,0 0 0 0 0,0 1 0 0 0,0-1 1 0 0,0 1-1 0 0,0-1 0 0 0,1 1 0 0 0,2 19 61 0 0,1-11-267 0 0,0-1-1 0 0,1 0 1 0 0,0-1 0 0 0,1 1 0 0 0,0-1-1 0 0,0 0 1 0 0,1 0 0 0 0,-1-1 0 0 0,1 0-1 0 0,1 0 1 0 0,15 9 0 0 0,4 2-1131 0 0,1-2 0 0 0,35 14-1 0 0,-22-14-1505 0 0,-2-1 215 0 0</inkml:trace>
</inkml:ink>
</file>

<file path=ppt/ink/ink2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2:43:50.6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280 301 592 0 0,'-10'-2'331'0'0,"0"0"0"0"0,1 0 0 0 0,-1 1 0 0 0,0 1 0 0 0,0 0 0 0 0,0 0-1 0 0,0 1 1 0 0,0 0 0 0 0,0 0 0 0 0,0 1 0 0 0,1 1 0 0 0,-1 0 0 0 0,1 0 0 0 0,0 0 0 0 0,-1 2 0 0 0,2-1 0 0 0,-1 1-1 0 0,-15 11 1 0 0,17-12-205 0 0,1 0-1 0 0,0 1 0 0 0,1 0 0 0 0,-1 0 0 0 0,1 0 1 0 0,0 1-1 0 0,0 0 0 0 0,0 0 0 0 0,1 0 1 0 0,0 0-1 0 0,0 1 0 0 0,1-1 0 0 0,0 1 0 0 0,0 0 1 0 0,0 0-1 0 0,1 0 0 0 0,0 0 0 0 0,1 1 0 0 0,-1-1 1 0 0,1 1-1 0 0,1-1 0 0 0,-1 1 0 0 0,1-1 1 0 0,1 1-1 0 0,1 9 0 0 0,-1-13-86 0 0,-1-1 1 0 0,1 1 0 0 0,1 0-1 0 0,-1-1 1 0 0,1 1-1 0 0,-1-1 1 0 0,1 1-1 0 0,0-1 1 0 0,0 0-1 0 0,1 1 1 0 0,-1-1-1 0 0,0-1 1 0 0,1 1-1 0 0,0 0 1 0 0,0 0-1 0 0,0-1 1 0 0,0 0-1 0 0,0 1 1 0 0,0-1-1 0 0,1-1 1 0 0,-1 1 0 0 0,1 0-1 0 0,6 1 1 0 0,-7-2-25 0 0,1-1 1 0 0,-1 0-1 0 0,0 1 0 0 0,1-2 1 0 0,-1 1-1 0 0,0 0 1 0 0,1-1-1 0 0,-1 1 1 0 0,0-1-1 0 0,1 0 1 0 0,-1 0-1 0 0,0-1 1 0 0,0 1-1 0 0,0 0 0 0 0,0-1 1 0 0,0 0-1 0 0,0 0 1 0 0,-1 0-1 0 0,1 0 1 0 0,-1 0-1 0 0,1 0 1 0 0,-1-1-1 0 0,0 1 1 0 0,0-1-1 0 0,0 0 0 0 0,0 0 1 0 0,3-5-1 0 0,2-6 10 0 0,-1 0-1 0 0,0 0 0 0 0,-1 0 0 0 0,-1-1 0 0 0,0 0 0 0 0,-1 0 1 0 0,0 0-1 0 0,-1 0 0 0 0,-1-1 0 0 0,-1-24 0 0 0,-4-15 132 0 0,-15-83 0 0 0,17 128-134 0 0,-2-19 82 0 0,-2 0-1 0 0,-2 0 1 0 0,-10-29-1 0 0,18 58-132 0 0,0-1-1 0 0,-1 1 1 0 0,1 0-1 0 0,0-1 1 0 0,0 1-1 0 0,0-1 0 0 0,0 1 1 0 0,0 0-1 0 0,0-1 1 0 0,-1 1-1 0 0,1 0 1 0 0,0-1-1 0 0,0 1 0 0 0,-1 0 1 0 0,1 0-1 0 0,0-1 1 0 0,0 1-1 0 0,-1 0 0 0 0,1 0 1 0 0,0-1-1 0 0,-1 1 1 0 0,1 0-1 0 0,0 0 1 0 0,-1 0-1 0 0,1 0 0 0 0,0-1 1 0 0,-1 1-1 0 0,1 0 1 0 0,0 0-1 0 0,-1 0 0 0 0,1 0 1 0 0,-1 0-1 0 0,1 0 1 0 0,0 0-1 0 0,-1 0 1 0 0,0 0-1 0 0,-10 12-764 0 0,-3 23-1238 0 0,11-2-2230 0 0,3-12 1814 0 0</inkml:trace>
</inkml:ink>
</file>

<file path=ppt/ink/ink2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2:43:51.2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 24 748 0 0,'0'-1'285'0'0,"1"0"-1"0"0,-1 0 1 0 0,0 0-1 0 0,0 0 1 0 0,0 0-1 0 0,0 0 1 0 0,0 0 0 0 0,0 0-1 0 0,0 0 1 0 0,0 0-1 0 0,0 0 1 0 0,0 0-1 0 0,-1 0 1 0 0,1 0 0 0 0,0 0-1 0 0,-1 0 1 0 0,1 0-1 0 0,0 0 1 0 0,-1 0-1 0 0,1 1 1 0 0,-1-1-1 0 0,0-1 1 0 0,-10 19 1642 0 0,-5 42-803 0 0,16-47-955 0 0,0 0 0 0 0,0 0 1 0 0,1 0-1 0 0,1 0 1 0 0,0-1-1 0 0,0 1 0 0 0,1-1 1 0 0,6 15-1 0 0,12 19-3684 0 0,-20-44 2624 0 0</inkml:trace>
</inkml:ink>
</file>

<file path=ppt/ink/ink2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2:43:51.5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37 348 0 0,'2'-5'744'0'0,"-2"-2"-92"0"0,2 2-68 0 0,2 0-52 0 0,-2-2-36 0 0,4 3 304 0 0,-3 1-104 0 0,15 12-732 0 0,-13-2-168 0 0,1-1-204 0 0,-4 5-296 0 0,4-4-760 0 0,0 1 340 0 0</inkml:trace>
</inkml:ink>
</file>

<file path=ppt/ink/ink2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2:43:52.8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0 743 256 0 0,'16'-10'794'0'0,"-1"-1"-1"0"0,0 0 1 0 0,-1-1-1 0 0,14-15 1 0 0,-22 21-622 0 0,0-1-1 0 0,0 0 1 0 0,0 0 0 0 0,-1-1-1 0 0,0 0 1 0 0,-1 0 0 0 0,0 0-1 0 0,0 0 1 0 0,0 0 0 0 0,2-13 0 0 0,-5 16-75 0 0,-1 0 0 0 0,1 0 0 0 0,-1 0 0 0 0,0 0 1 0 0,-1 0-1 0 0,1 0 0 0 0,-1 0 0 0 0,0 0 0 0 0,0 0 1 0 0,-1 0-1 0 0,1 1 0 0 0,-1-1 0 0 0,-4-7 0 0 0,6 11 47 0 0,-1 1-117 0 0,1-1 1 0 0,0 1-1 0 0,0-1 1 0 0,-1 1-1 0 0,1 0 1 0 0,-1-1-1 0 0,1 1 1 0 0,0 0-1 0 0,-1-1 0 0 0,1 1 1 0 0,0 0-1 0 0,-1 0 1 0 0,1-1-1 0 0,-1 1 1 0 0,1 0-1 0 0,-1 0 1 0 0,1 0-1 0 0,-1 0 1 0 0,1 0-1 0 0,-1 0 1 0 0,1 0-1 0 0,-1-1 1 0 0,1 1-1 0 0,-1 1 1 0 0,1-1-1 0 0,-1 0 1 0 0,1 0-1 0 0,0 0 1 0 0,-1 0-1 0 0,1 0 1 0 0,-1 0-1 0 0,1 0 0 0 0,-1 1 1 0 0,1-1-1 0 0,-1 0 1 0 0,1 0-1 0 0,0 1 1 0 0,-1-1-1 0 0,0 1 1 0 0,-19 7 227 0 0,20-7-229 0 0,-7 3 46 0 0,1 0 0 0 0,0 0-1 0 0,0 1 1 0 0,0 0 0 0 0,1 1-1 0 0,0-1 1 0 0,0 1-1 0 0,0 0 1 0 0,1 0 0 0 0,0 1-1 0 0,0-1 1 0 0,0 1 0 0 0,1 0-1 0 0,0 0 1 0 0,-4 14-1 0 0,6-18-57 0 0,0 0-1 0 0,1 0 1 0 0,-1 0 0 0 0,1 1-1 0 0,0-1 1 0 0,0 0-1 0 0,0 0 1 0 0,0 1-1 0 0,1-1 1 0 0,-1 0 0 0 0,1 0-1 0 0,0 0 1 0 0,0 0-1 0 0,0 1 1 0 0,0-1-1 0 0,1 0 1 0 0,-1-1-1 0 0,1 1 1 0 0,-1 0 0 0 0,1 0-1 0 0,0-1 1 0 0,0 1-1 0 0,1-1 1 0 0,-1 0-1 0 0,0 1 1 0 0,1-1 0 0 0,-1 0-1 0 0,1 0 1 0 0,0-1-1 0 0,0 1 1 0 0,-1-1-1 0 0,1 1 1 0 0,0-1-1 0 0,0 0 1 0 0,1 0 0 0 0,-1 0-1 0 0,0 0 1 0 0,4 0-1 0 0,9 2-7 0 0,0-1-1 0 0,0 0 1 0 0,0-1-1 0 0,0-1 1 0 0,0-1-1 0 0,0 0 0 0 0,0-1 1 0 0,0 0-1 0 0,0-2 1 0 0,-1 0-1 0 0,1 0 1 0 0,18-10-1 0 0,-21 9-1 0 0,-1 0 0 0 0,0-2 0 0 0,-1 1 0 0 0,1-2-1 0 0,-1 1 1 0 0,-1-2 0 0 0,1 1 0 0 0,-1-1 0 0 0,-1-1 0 0 0,0 0 0 0 0,0 0-1 0 0,-1-1 1 0 0,0 0 0 0 0,12-24 0 0 0,-14 19 5 0 0,-3 9 2 0 0,0-1 0 0 0,0 1 1 0 0,1 0-1 0 0,0 0 0 0 0,9-12 1 0 0,-7 79 72 0 0,-5-33-65 0 0,7 43 37 0 0,-7-65-56 0 0,0 0 0 0 0,1 0 0 0 0,0 0-1 0 0,0-1 1 0 0,1 1 0 0 0,5 8 0 0 0,-7-12 1 0 0,0 0 1 0 0,0 0 0 0 0,1 0 0 0 0,-1 0 0 0 0,0-1-1 0 0,0 1 1 0 0,1-1 0 0 0,-1 1 0 0 0,0-1-1 0 0,1 1 1 0 0,-1-1 0 0 0,1 0 0 0 0,-1 1-1 0 0,1-1 1 0 0,-1 0 0 0 0,0 0 0 0 0,1 0 0 0 0,-1 0-1 0 0,1 0 1 0 0,-1 0 0 0 0,1-1 0 0 0,-1 1-1 0 0,0-1 1 0 0,1 1 0 0 0,-1 0 0 0 0,0-1-1 0 0,1 0 1 0 0,-1 1 0 0 0,0-1 0 0 0,2-1-1 0 0,43-27-8 0 0,-40 25 2 0 0,-1-1 5 0 0,1 1 1 0 0,0 0 0 0 0,1 1 0 0 0,-1-1 0 0 0,1 1-1 0 0,-1 0 1 0 0,1 1 0 0 0,0 0 0 0 0,0 0 0 0 0,7-1-1 0 0,-9 3-1 0 0,1 0 1 0 0,-1 0-1 0 0,0 1 0 0 0,0-1 0 0 0,1 1 0 0 0,-1 0 0 0 0,0 1 0 0 0,0-1 0 0 0,0 1 0 0 0,0 0 0 0 0,-1 0 0 0 0,1 0 0 0 0,0 1 0 0 0,5 4 0 0 0,-5-4 2 0 0,0 0 0 0 0,1-1-1 0 0,-1 1 1 0 0,1-1-1 0 0,-1-1 1 0 0,1 1-1 0 0,0-1 1 0 0,0 0 0 0 0,-1 0-1 0 0,1-1 1 0 0,0 1-1 0 0,0-1 1 0 0,0-1 0 0 0,0 1-1 0 0,0-1 1 0 0,-1 0-1 0 0,1 0 1 0 0,0-1-1 0 0,-1 0 1 0 0,8-2 0 0 0,-4 0 0 0 0,0 0 0 0 0,0-1 1 0 0,-1 0-1 0 0,1 0 0 0 0,-1-1 0 0 0,0 0 1 0 0,0 0-1 0 0,-1-1 0 0 0,0 0 1 0 0,0 0-1 0 0,6-10 0 0 0,6-12 0 0 0,-2-1 0 0 0,-1-1 0 0 0,-2 0 0 0 0,-1-1 0 0 0,-1-1 0 0 0,-2 0 0 0 0,-1 0-1 0 0,-2-1 1 0 0,-1 0 0 0 0,-2 0 0 0 0,1-43 0 0 0,-10 15 127 0 0,5 58-104 0 0,-1 0 1 0 0,0 1 0 0 0,0-1 0 0 0,0 0-1 0 0,-1 0 1 0 0,1 0 0 0 0,-1 1-1 0 0,0-1 1 0 0,0 0 0 0 0,0 1-1 0 0,-1 0 1 0 0,-3-5 0 0 0,5 8-21 0 0,1 0 1 0 0,-1-1 0 0 0,0 1-1 0 0,0 0 1 0 0,0 0 0 0 0,0-1-1 0 0,0 1 1 0 0,0 0 0 0 0,0 0-1 0 0,1 0 1 0 0,-1 0 0 0 0,0 1-1 0 0,0-1 1 0 0,0 0 0 0 0,0 0-1 0 0,0 0 1 0 0,0 1 0 0 0,1-1-1 0 0,-1 0 1 0 0,0 1 0 0 0,0-1-1 0 0,0 1 1 0 0,1-1 0 0 0,-1 1-1 0 0,0-1 1 0 0,0 1 0 0 0,1 0-1 0 0,-2 0 1 0 0,-18 19 42 0 0,20-20-47 0 0,-9 13 43 0 0,0 0 0 0 0,1 0-1 0 0,0 1 1 0 0,1 1-1 0 0,0-1 1 0 0,1 1 0 0 0,1 0-1 0 0,0 0 1 0 0,-4 31-1 0 0,4-11 25 0 0,1 0-1 0 0,2 0 0 0 0,2 49 0 0 0,2-57-19 0 0,1-1-1 0 0,12 52 1 0 0,-13-71-37 0 0,0 0 0 0 0,0 0-1 0 0,1 0 1 0 0,-1-1 0 0 0,2 1 0 0 0,-1-1-1 0 0,1 1 1 0 0,0-1 0 0 0,0 0 0 0 0,1-1-1 0 0,-1 1 1 0 0,1-1 0 0 0,1 1 0 0 0,-1-2-1 0 0,10 8 1 0 0,-12-11 26 0 0,-1 0 0 0 0,1 0 1 0 0,0-1-1 0 0,-1 1 0 0 0,1 0 0 0 0,0-1 0 0 0,0 0 0 0 0,-1 0 0 0 0,1 0 1 0 0,0 0-1 0 0,0 0 0 0 0,0 0 0 0 0,-1-1 0 0 0,1 0 0 0 0,0 1 0 0 0,3-2 0 0 0,-4 1-142 0 0,-1 0-1 0 0,1 1 1 0 0,0-1-1 0 0,-1 0 1 0 0,1 0-1 0 0,0 0 0 0 0,-1 0 1 0 0,0 0-1 0 0,1-1 1 0 0,-1 1-1 0 0,0 0 1 0 0,1-1-1 0 0,1-2 0 0 0,-1-14-4796 0 0,-6 12-157 0 0</inkml:trace>
</inkml:ink>
</file>

<file path=ppt/ink/ink2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2:43:53.1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91 480 0 0,'0'-5'760'0'0,"2"-6"8"0"0,-2 3-12 0 0,4-1-40 0 0,-2-2-72 0 0,-2 3-72 0 0,4 1-48 0 0,-2 0-51 0 0,3 0-41 0 0,-3 2 184 0 0,4-2-520 0 0,2 2-484 0 0</inkml:trace>
</inkml:ink>
</file>

<file path=ppt/ink/ink2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2:43:53.5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1 129 132 0 0,'5'-8'397'0'0,"0"0"0"0"0,1 0-1 0 0,-1 0 1 0 0,2 1 0 0 0,-1 0 0 0 0,1 0 0 0 0,0 1-1 0 0,1 0 1 0 0,-1 0 0 0 0,1 1 0 0 0,0 0-1 0 0,0 0 1 0 0,1 1 0 0 0,0 0 0 0 0,0 0 0 0 0,16-4-1 0 0,-2 2-28 0 0,1 0 0 0 0,0 2 0 0 0,0 1 0 0 0,0 0-1 0 0,33 2 1 0 0,-37 2-425 0 0,-1 1 0 0 0,1 1 0 0 0,34 9 0 0 0,16 14-4787 0 0,-48-15 2588 0 0</inkml:trace>
</inkml:ink>
</file>

<file path=ppt/ink/ink2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2:43:53.8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110 458 436 0 0,'9'-13'713'0'0,"0"1"-1"0"0,1 0 1 0 0,1 0-1 0 0,0 1 1 0 0,1 0-1 0 0,0 1 1 0 0,0 1-1 0 0,26-15 1 0 0,-19 12-367 0 0,-1-1 0 0 0,0-1-1 0 0,26-25 1 0 0,-37 30-252 0 0,-1 1 0 0 0,1-1-1 0 0,-1-1 1 0 0,-1 1 0 0 0,0-1 0 0 0,0 0 0 0 0,-1-1-1 0 0,-1 1 1 0 0,1 0 0 0 0,-2-1 0 0 0,3-12-1 0 0,-4 18-72 0 0,-1 0 0 0 0,1 0 0 0 0,-1 0-1 0 0,0 0 1 0 0,0 0 0 0 0,0 0-1 0 0,-1 0 1 0 0,0 0 0 0 0,0 0 0 0 0,0 0-1 0 0,0 0 1 0 0,-1 1 0 0 0,0-1 0 0 0,0 0-1 0 0,0 1 1 0 0,-1-1 0 0 0,1 1-1 0 0,-1 0 1 0 0,0 0 0 0 0,0 0 0 0 0,-1 0-1 0 0,1 0 1 0 0,-1 1 0 0 0,0 0-1 0 0,1 0 1 0 0,-7-4 0 0 0,7 5-10 0 0,0 1 1 0 0,0-1-1 0 0,0 1 1 0 0,0 0-1 0 0,1 0 1 0 0,-1 0-1 0 0,-1 0 1 0 0,1 0-1 0 0,0 1 1 0 0,0-1-1 0 0,0 1 1 0 0,0 0-1 0 0,0 0 0 0 0,0 0 1 0 0,-1 0-1 0 0,1 1 1 0 0,0-1-1 0 0,0 1 1 0 0,0 0-1 0 0,-5 2 1 0 0,3 0 7 0 0,0 0 0 0 0,0 0 0 0 0,1 0 0 0 0,-1 1 0 0 0,1 0 0 0 0,0 0-1 0 0,-1 0 1 0 0,2 0 0 0 0,-1 1 0 0 0,-4 6 0 0 0,-5 12 79 0 0,1-1 0 0 0,1 1 0 0 0,-15 47 0 0 0,26-69-94 0 0,-28 89 293 0 0,4 0 1 0 0,-16 125-1 0 0,32-160-205 0 0,-6 45 204 0 0,-27 103 0 0 0,40-202-232 0 0,9-21-28 0 0,-2 7-31 0 0,1 0 0 0 0,1 1 0 0 0,0 1 0 0 0,0-1 0 0 0,1 1-1 0 0,1 0 1 0 0,11-10 0 0 0,81-60 33 0 0,-61 50 43 0 0,-39 30-56 0 0,-1 0 1 0 0,0 0 0 0 0,0 0-1 0 0,1 0 1 0 0,-1 0 0 0 0,0 0-1 0 0,1 0 1 0 0,-1 1 0 0 0,1-1-1 0 0,-1 1 1 0 0,1-1-1 0 0,-1 1 1 0 0,1-1 0 0 0,-1 1-1 0 0,1 0 1 0 0,0 0 0 0 0,-1 0-1 0 0,1 0 1 0 0,-1 0 0 0 0,1 0-1 0 0,0 0 1 0 0,-1 1-1 0 0,3 0 1 0 0,-3-1-14 0 0,-1 1 0 0 0,1 0 0 0 0,0 0-1 0 0,-1 0 1 0 0,1 0 0 0 0,-1 0 0 0 0,1 0 0 0 0,-1 0-1 0 0,0 0 1 0 0,1 0 0 0 0,-1 0 0 0 0,0 0 0 0 0,0 0 0 0 0,1 0-1 0 0,-1 0 1 0 0,0 1 0 0 0,0-1 0 0 0,0 0 0 0 0,-1 0-1 0 0,1 0 1 0 0,0 0 0 0 0,0 0 0 0 0,0 0 0 0 0,-1 0 0 0 0,1 0-1 0 0,-1 0 1 0 0,1 0 0 0 0,-1 0 0 0 0,1 0 0 0 0,-1 0-1 0 0,0 0 1 0 0,1 0 0 0 0,-1 0 0 0 0,0 0 0 0 0,0 0 0 0 0,-15 30-441 0 0,-2 3-2182 0 0,4-16-3317 0 0</inkml:trace>
</inkml:ink>
</file>

<file path=ppt/ink/ink2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2:43:55.0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123 643 288 0 0,'-35'-21'5355'0'0,"31"20"-5274"0"0,1 1 0 0 0,0 0 0 0 0,0 0 1 0 0,-1 0-1 0 0,1 0 0 0 0,0 1 0 0 0,0-1 1 0 0,-1 1-1 0 0,1 0 0 0 0,0 0 0 0 0,0 0 1 0 0,0 0-1 0 0,0 1 0 0 0,0-1 0 0 0,0 1 1 0 0,0 0-1 0 0,1-1 0 0 0,-1 1 0 0 0,1 1 1 0 0,-1-1-1 0 0,1 0 0 0 0,0 1 0 0 0,-1-1 1 0 0,1 1-1 0 0,1-1 0 0 0,-1 1 0 0 0,0 0 1 0 0,1 0-1 0 0,-1 0 0 0 0,1 0 0 0 0,0 0 1 0 0,0 0-1 0 0,0 0 0 0 0,0 1 0 0 0,1-1 1 0 0,-1 0-1 0 0,1 0 0 0 0,0 1 0 0 0,0-1 1 0 0,0 0-1 0 0,0 0 0 0 0,1 1 0 0 0,-1-1 1 0 0,1 0-1 0 0,0 0 0 0 0,0 0 0 0 0,0 1 1 0 0,0-1-1 0 0,1 0 0 0 0,-1 0 0 0 0,1-1 1 0 0,0 1-1 0 0,-1 0 0 0 0,1-1 0 0 0,1 1 1 0 0,-1-1-1 0 0,0 1 0 0 0,1-1 0 0 0,-1 0 1 0 0,1 0-1 0 0,-1 0 0 0 0,1 0 0 0 0,0-1 0 0 0,0 1 1 0 0,4 1-1 0 0,6 3-89 0 0,2 0 0 0 0,-1-1 1 0 0,0-1-1 0 0,1 0 0 0 0,0-1 0 0 0,0 0 1 0 0,0-2-1 0 0,0 1 0 0 0,0-2 0 0 0,0 0 1 0 0,29-4-1 0 0,-14-1-50 0 0,0-2 1 0 0,-1-1-1 0 0,0-1 1 0 0,54-25-1 0 0,-72 29 67 0 0,0-1-1 0 0,0 0 0 0 0,-1 0 0 0 0,0-1 1 0 0,0-1-1 0 0,-1 1 0 0 0,0-1 0 0 0,0-1 0 0 0,-1 0 1 0 0,0 0-1 0 0,-1-1 0 0 0,0 0 0 0 0,7-14 1 0 0,-13 22 23 0 0,0 1 0 0 0,0-1 1 0 0,0 0-1 0 0,-1 0 1 0 0,1 1-1 0 0,-1-1 0 0 0,1 0 1 0 0,-1 0-1 0 0,0 0 0 0 0,1 0 1 0 0,-1 0-1 0 0,0 0 1 0 0,0 0-1 0 0,-1 0 0 0 0,1 0 1 0 0,0 1-1 0 0,-1-1 1 0 0,1 0-1 0 0,-1 0 0 0 0,1 0 1 0 0,-1 0-1 0 0,0 1 0 0 0,0-1 1 0 0,0 0-1 0 0,0 1 1 0 0,0-1-1 0 0,0 1 0 0 0,-1-1 1 0 0,1 1-1 0 0,0-1 1 0 0,-1 1-1 0 0,1 0 0 0 0,-1 0 1 0 0,-2-2-1 0 0,1 2 15 0 0,-1-1 1 0 0,1 1-1 0 0,0 0 0 0 0,0 0 0 0 0,-1 1 0 0 0,1-1 1 0 0,-1 1-1 0 0,1 0 0 0 0,0 0 0 0 0,-1 0 1 0 0,1 0-1 0 0,-1 0 0 0 0,1 1 0 0 0,0 0 1 0 0,-1-1-1 0 0,1 1 0 0 0,0 1 0 0 0,0-1 1 0 0,-4 2-1 0 0,-2 4 9 0 0,2 0 1 0 0,-1 1-1 0 0,1 0 0 0 0,0 0 1 0 0,0 1-1 0 0,1-1 0 0 0,0 1 1 0 0,-6 14-1 0 0,1 9 25 0 0,10-31-79 0 0,1-1 0 0 0,0 1 0 0 0,0-1 0 0 0,0 1-1 0 0,0-1 1 0 0,0 1 0 0 0,1-1 0 0 0,-1 1 0 0 0,0-1 0 0 0,0 1 0 0 0,0-1-1 0 0,0 1 1 0 0,1-1 0 0 0,-1 1 0 0 0,0-1 0 0 0,0 0 0 0 0,1 1-1 0 0,-1-1 1 0 0,0 1 0 0 0,1-1 0 0 0,-1 0 0 0 0,0 1 0 0 0,1-1-1 0 0,-1 0 1 0 0,0 1 0 0 0,1-1 0 0 0,-1 0 0 0 0,2 1 0 0 0,0-1 0 0 0,0 0 1 0 0,0 1 0 0 0,0-1-1 0 0,0 0 1 0 0,0 0-1 0 0,0-1 1 0 0,0 1 0 0 0,0 0-1 0 0,0-1 1 0 0,-1 1 0 0 0,1-1-1 0 0,4-1 1 0 0,54-25 40 0 0,-56 25-44 0 0,1 1-1 0 0,-1 0 0 0 0,0 0 1 0 0,1 0-1 0 0,-1 1 0 0 0,0 0 1 0 0,1 0-1 0 0,-1 0 0 0 0,1 0 1 0 0,5 1-1 0 0,-2 0-50 0 0,6-1-48 0 0,18 0-286 0 0,57-6 0 0 0,-78 4 345 0 0,0-1 0 0 0,0 1 0 0 0,0-2 0 0 0,0 0 0 0 0,-1 0-1 0 0,1 0 1 0 0,-1-2 0 0 0,18-11 0 0 0,-3-2 11 0 0,-2-1 1 0 0,0-1-1 0 0,-1-1 1 0 0,-2 0-1 0 0,0-2 0 0 0,-1 0 1 0 0,-2-2-1 0 0,0 0 0 0 0,-2 0 1 0 0,-1-2-1 0 0,-1 1 1 0 0,-1-2-1 0 0,-2 0 0 0 0,-1 0 1 0 0,10-55-1 0 0,-17 76 36 0 0,0 0 0 0 0,-1-1 0 0 0,0 1 0 0 0,-1-1 1 0 0,1 1-1 0 0,-2-1 0 0 0,1 1 0 0 0,-1-1 0 0 0,0 1 0 0 0,-1 0 0 0 0,0-1 0 0 0,0 1 0 0 0,-7-14 0 0 0,9 22 0 0 0,0-1-1 0 0,-1 0 1 0 0,1 1-1 0 0,-1-1 1 0 0,1 1-1 0 0,-1-1 1 0 0,1 1-1 0 0,-1-1 1 0 0,1 1-1 0 0,-1-1 1 0 0,1 1-1 0 0,-1 0 1 0 0,0-1-1 0 0,1 1 1 0 0,-1 0-1 0 0,0-1 1 0 0,1 1-1 0 0,-1 0 1 0 0,0 0-1 0 0,1 0 1 0 0,-1 0-1 0 0,0-1 1 0 0,1 1-1 0 0,-1 0 1 0 0,0 0-1 0 0,1 0 1 0 0,-1 1-1 0 0,-1-1 1 0 0,-22 11 80 0 0,-15 22 53 0 0,18-10-66 0 0,2 1 0 0 0,0 0 0 0 0,2 1 0 0 0,1 1-1 0 0,1 1 1 0 0,1 1 0 0 0,1-1 0 0 0,-13 45 0 0 0,18-48-34 0 0,2 1 1 0 0,1-1-1 0 0,1 0 0 0 0,1 1 1 0 0,2 0-1 0 0,0 0 0 0 0,1 0 1 0 0,2 0-1 0 0,0 0 1 0 0,12 46-1 0 0,-13-67-27 0 0,0-1 0 0 0,0 1 0 0 0,0-1 0 0 0,0 0 0 0 0,1 0 0 0 0,0 0 0 0 0,-1 1 0 0 0,1-1 0 0 0,0-1 0 0 0,1 1 0 0 0,-1 0 0 0 0,0 0 0 0 0,1-1 0 0 0,0 0 0 0 0,-1 1 0 0 0,1-1 0 0 0,0 0 0 0 0,0 0 0 0 0,0-1 0 0 0,0 1 0 0 0,1 0 0 0 0,-1-1 0 0 0,0 0 0 0 0,1 0 0 0 0,5 1 0 0 0,-5-2 83 0 0,0 0-1 0 0,0 0 0 0 0,0 0 0 0 0,-1-1 1 0 0,1 1-1 0 0,0-1 0 0 0,0 0 0 0 0,0 0 0 0 0,0 0 1 0 0,-1-1-1 0 0,1 1 0 0 0,-1-1 0 0 0,1 0 0 0 0,-1 0 1 0 0,0 0-1 0 0,0-1 0 0 0,1 1 0 0 0,-2-1 0 0 0,1 1 1 0 0,0-1-1 0 0,0 0 0 0 0,-1 0 0 0 0,4-6 0 0 0,-6 8-119 0 0,0 1 0 0 0,1 0 0 0 0,-1 0 0 0 0,0 0 0 0 0,0-1-1 0 0,0 1 1 0 0,0 0 0 0 0,0 0 0 0 0,1 0 0 0 0,-1-1-1 0 0,0 1 1 0 0,0 0 0 0 0,0 0 0 0 0,0-1 0 0 0,0 1-1 0 0,0 0 1 0 0,0 0 0 0 0,0-1 0 0 0,0 1 0 0 0,0 0 0 0 0,0 0-1 0 0,0-1 1 0 0,0 1 0 0 0,0 0 0 0 0,0 0 0 0 0,0-1-1 0 0,0 1 1 0 0,-1 0 0 0 0,1 0 0 0 0,0-1 0 0 0,0 1 0 0 0,0 0-1 0 0,0 0 1 0 0,0 0 0 0 0,0-1 0 0 0,-1 1 0 0 0,1 0-1 0 0,0 0 1 0 0,0 0 0 0 0,0 0 0 0 0,-1-1 0 0 0,1 1 0 0 0,0 0-1 0 0,0 0 1 0 0,0 0 0 0 0,-1 0 0 0 0,1 0 0 0 0,0 0-1 0 0,0 0 1 0 0,-1 0 0 0 0,1-1 0 0 0,0 1 0 0 0,0 0-1 0 0,-1 0 1 0 0,1 0 0 0 0,0 0 0 0 0,0 0 0 0 0,-1 1 0 0 0,1-1-1 0 0,0 0 1 0 0,-1-1 60 0 0,-2 1-804 0 0,0 1-147 0 0,-12 7-414 0 0,4-2-4209 0 0</inkml:trace>
</inkml:ink>
</file>

<file path=ppt/ink/ink2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2:43:55.3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77 556 0 0,'28'-76'7964'0'0,"-28"76"-7759"0"0,5 24-5284 0 0,-4-17 3025 0 0</inkml:trace>
</inkml:ink>
</file>

<file path=ppt/ink/ink2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2:43:55.9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264 88 744 0 0,'0'-4'410'0'0,"0"1"0"0"0,0-1 0 0 0,0 0 0 0 0,0 0 0 0 0,-1 0 1 0 0,1 0-1 0 0,-1 0 0 0 0,0 0 0 0 0,0 0 0 0 0,-1 1 0 0 0,1-1 0 0 0,-1 0 0 0 0,0 1 0 0 0,0-1 0 0 0,0 1 0 0 0,0 0 0 0 0,0 0 1 0 0,-6-6-1 0 0,5 7-285 0 0,-1 1 1 0 0,1-1-1 0 0,-1 0 1 0 0,0 1-1 0 0,1 0 1 0 0,-1 0 0 0 0,0 0-1 0 0,0 0 1 0 0,0 1-1 0 0,0-1 1 0 0,0 1-1 0 0,0 0 1 0 0,1 0 0 0 0,-1 1-1 0 0,0-1 1 0 0,0 1-1 0 0,0 0 1 0 0,0 0-1 0 0,-5 2 1 0 0,-2 1-20 0 0,0 0-1 0 0,0 1 0 0 0,1 0 1 0 0,-1 0-1 0 0,1 1 1 0 0,1 0-1 0 0,-1 1 1 0 0,-9 9-1 0 0,14-12-75 0 0,0 0-1 0 0,1 1 0 0 0,0-1 1 0 0,0 1-1 0 0,0 0 0 0 0,0 0 1 0 0,1 0-1 0 0,0 0 0 0 0,0 0 1 0 0,1 1-1 0 0,-1 0 0 0 0,1-1 1 0 0,0 1-1 0 0,0 0 0 0 0,1 0 1 0 0,-1 10-1 0 0,2-15-26 0 0,0 0 0 0 0,0 1-1 0 0,0-1 1 0 0,0 0 0 0 0,0 0-1 0 0,0 0 1 0 0,1 0 0 0 0,-1 0-1 0 0,0 0 1 0 0,1 0 0 0 0,-1 0-1 0 0,1 0 1 0 0,-1 0 0 0 0,1 0 0 0 0,-1 0-1 0 0,1-1 1 0 0,0 1 0 0 0,-1 0-1 0 0,1 0 1 0 0,0 0 0 0 0,0-1-1 0 0,0 1 1 0 0,0 0 0 0 0,-1-1-1 0 0,1 1 1 0 0,2 0 0 0 0,0 0 0 0 0,0 0 0 0 0,0-1 0 0 0,0 1 0 0 0,0 0 0 0 0,0-1 0 0 0,0 0 0 0 0,0 0-1 0 0,0 0 1 0 0,4 0 0 0 0,6-2 0 0 0,-1 0 0 0 0,0-1-1 0 0,19-7 1 0 0,11-4-1 0 0,-23 8-6 0 0,-1 0-1 0 0,1-2 1 0 0,29-16-1 0 0,-45 21 1 0 0,24 0-28 0 0,-26 3 33 0 0,-1 0-1 0 0,1 0 0 0 0,-1 0 0 0 0,1-1 0 0 0,-1 1 0 0 0,1 0 0 0 0,-1 0 0 0 0,1 1 0 0 0,-1-1 1 0 0,0 0-1 0 0,1 0 0 0 0,-1 0 0 0 0,1 0 0 0 0,-1 0 0 0 0,1 0 0 0 0,-1 1 0 0 0,0-1 0 0 0,1 0 1 0 0,-1 0-1 0 0,1 0 0 0 0,-1 1 0 0 0,0-1 0 0 0,1 0 0 0 0,-1 1 0 0 0,0-1 0 0 0,1 0 0 0 0,-1 1 0 0 0,0-1 1 0 0,0 1-1 0 0,1-1 0 0 0,-1 0 0 0 0,0 1 0 0 0,0-1 0 0 0,1 1 0 0 0,-5 18 18 0 0,-2 14 16 0 0,6-32-35 0 0,0 0 1 0 0,1 0-1 0 0,-1-1 1 0 0,0 1-1 0 0,0 0 1 0 0,1 0-1 0 0,-1 0 1 0 0,1 0-1 0 0,-1-1 1 0 0,1 1-1 0 0,-1 0 1 0 0,1-1-1 0 0,-1 1 1 0 0,1 0-1 0 0,0-1 1 0 0,-1 1-1 0 0,1 0 1 0 0,0-1-1 0 0,0 1 1 0 0,-1-1-1 0 0,1 0 1 0 0,0 1-1 0 0,0-1 1 0 0,0 0-1 0 0,0 1 1 0 0,0-1-1 0 0,-1 0 1 0 0,1 0-1 0 0,0 0 1 0 0,0 1-1 0 0,0-1 1 0 0,0 0-1 0 0,0 0 1 0 0,1-1-1 0 0,27-3-5 0 0,-27 3 4 0 0,29-6-7 0 0,-23 5 31 0 0,-1 0-1 0 0,1 0 0 0 0,-1 1 1 0 0,1 0-1 0 0,0 0 0 0 0,0 1 1 0 0,-1 0-1 0 0,16 2 0 0 0,-22-2-29 0 0,1 0 0 0 0,-1 1 1 0 0,0-1-1 0 0,1 1 0 0 0,-1-1 0 0 0,0 1 0 0 0,0-1 0 0 0,0 1 0 0 0,1 0 0 0 0,-1 0 1 0 0,0 0-1 0 0,0 0 0 0 0,0-1 0 0 0,0 1 0 0 0,0 1 0 0 0,-1-1 0 0 0,1 0 1 0 0,1 2-1 0 0,2 14-7685 0 0</inkml:trace>
</inkml:ink>
</file>

<file path=ppt/ink/ink2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2:43:56.2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26 664 0 0,'11'-7'780'0'0,"-1"2"-68"0"0,-2 4-88 0 0,-1-6-48 0 0,1 3-68 0 0,0 2-40 0 0,9 4-552 0 0,-7 0-284 0 0,-1 0-1628 0 0</inkml:trace>
</inkml:ink>
</file>

<file path=ppt/ink/ink2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2:43:58.1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0 312 116 0 0,'0'0'4237'0'0,"22"2"-2167"0"0,-12-1-1865 0 0,-1-1 1 0 0,1-1 0 0 0,0 1-1 0 0,0-2 1 0 0,0 1 0 0 0,-1-2-1 0 0,1 1 1 0 0,-1-1 0 0 0,10-4-1 0 0,88-45 334 0 0,-69 33-298 0 0,-20 9-172 0 0,0 0 1 0 0,-1-1-1 0 0,0-1 0 0 0,-1-1 1 0 0,0 0-1 0 0,-1-1 0 0 0,-1 0 1 0 0,0-1-1 0 0,0-1 0 0 0,-2 0 1 0 0,16-28-1 0 0,-27 43-59 0 0,0 0-1 0 0,0 0 1 0 0,-1 0 0 0 0,1-1 0 0 0,-1 1-1 0 0,1 0 1 0 0,-1-1 0 0 0,1 1 0 0 0,-1 0 0 0 0,0-1-1 0 0,1 1 1 0 0,-1 0 0 0 0,0-1 0 0 0,0 1-1 0 0,0-1 1 0 0,0 1 0 0 0,0-1 0 0 0,-1 1-1 0 0,1 0 1 0 0,0-1 0 0 0,-1 1 0 0 0,1 0-1 0 0,-1-2 1 0 0,0 2-5 0 0,0 1-1 0 0,0 0 1 0 0,0-1-1 0 0,0 1 1 0 0,0 0-1 0 0,0-1 1 0 0,-1 1 0 0 0,1 0-1 0 0,0 0 1 0 0,0 0-1 0 0,0 0 1 0 0,0 0-1 0 0,0 0 1 0 0,0 0-1 0 0,0 0 1 0 0,-1 1-1 0 0,1-1 1 0 0,0 0 0 0 0,0 1-1 0 0,0-1 1 0 0,0 1-1 0 0,0-1 1 0 0,0 1-1 0 0,0-1 1 0 0,1 1-1 0 0,-1 0 1 0 0,0-1 0 0 0,0 1-1 0 0,-1 1 1 0 0,-6 4 0 0 0,1 1 0 0 0,0 0-1 0 0,1 0 1 0 0,-1 0 0 0 0,1 1 0 0 0,0-1 0 0 0,-5 12 0 0 0,8-15-1 0 0,1-1 1 0 0,0 1-1 0 0,0 0 0 0 0,0 0 0 0 0,1 0 1 0 0,-1 1-1 0 0,1-1 0 0 0,0 0 0 0 0,0 0 1 0 0,0 1-1 0 0,1-1 0 0 0,0 0 0 0 0,-1 1 0 0 0,1-1 1 0 0,1 1-1 0 0,-1-1 0 0 0,1 0 0 0 0,1 7 1 0 0,-1-10-2 0 0,0 0 0 0 0,-1 0 0 0 0,1 0 1 0 0,0 0-1 0 0,-1 0 0 0 0,1 0 1 0 0,0 0-1 0 0,0 0 0 0 0,0-1 0 0 0,0 1 1 0 0,0 0-1 0 0,0-1 0 0 0,0 1 0 0 0,0-1 1 0 0,0 1-1 0 0,0-1 0 0 0,0 1 0 0 0,0-1 1 0 0,0 0-1 0 0,0 1 0 0 0,0-1 1 0 0,3 0-1 0 0,35-4 31 0 0,45-28-15 0 0,-67 25-9 0 0,14-6-8 0 0,1-2 2 0 0,1 2 0 0 0,0 0 0 0 0,1 3 0 0 0,0 1 0 0 0,65-9 0 0 0,-93 18-2 0 0,0 0 1 0 0,1 0 0 0 0,-1 1-1 0 0,0-1 1 0 0,0 1-1 0 0,0 1 1 0 0,0-1 0 0 0,0 1-1 0 0,0 1 1 0 0,0-1 0 0 0,-1 1-1 0 0,1-1 1 0 0,-1 2 0 0 0,0-1-1 0 0,8 7 1 0 0,-11-9-1 0 0,0 1 1 0 0,-1 0-1 0 0,0-1 1 0 0,1 1-1 0 0,-1 0 1 0 0,0 0-1 0 0,0 0 1 0 0,0 0-1 0 0,0 0 1 0 0,0 0-1 0 0,0 0 1 0 0,-1 0-1 0 0,1 0 1 0 0,-1 0-1 0 0,1 0 0 0 0,-1 1 1 0 0,0-1-1 0 0,0 3 1 0 0,-1-2-1 0 0,1 0 1 0 0,-1 1 0 0 0,0-1-1 0 0,0 0 1 0 0,-1 0-1 0 0,1 0 1 0 0,-1 0-1 0 0,1 0 1 0 0,-1 0-1 0 0,0 0 1 0 0,0-1-1 0 0,0 1 1 0 0,-1-1 0 0 0,1 1-1 0 0,-4 2 1 0 0,-6 5-244 0 0,0 0 1 0 0,-1-1 0 0 0,-21 12-1 0 0,-19 0-5497 0 0,42-18 3390 0 0</inkml:trace>
</inkml:ink>
</file>

<file path=ppt/ink/ink2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2:43:58.4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75 448 0 0,'0'-14'868'0'0,"0"0"-68"0"0,6 0-80 0 0,-4 4-64 0 0,4 3-72 0 0,1 0-64 0 0,-1 2-64 0 0,2 1-80 0 0,3 4-219 0 0,1 0-161 0 0,1 5-201 0 0,-3 2-227 0 0,5 4-392 0 0,-1-3-896 0 0,-1 3 400 0 0</inkml:trace>
</inkml:ink>
</file>

<file path=ppt/ink/ink2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2:43:59.2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286 453 428 0 0,'0'-1'108'0'0,"0"0"-1"0"0,1-1 1 0 0,-1 1 0 0 0,0 0-1 0 0,0 0 1 0 0,1 0 0 0 0,-1 0-1 0 0,0 0 1 0 0,0 0 0 0 0,0 0-1 0 0,0 0 1 0 0,-1-1 0 0 0,1 1-1 0 0,0 0 1 0 0,0 0 0 0 0,-1 0-1 0 0,1 0 1 0 0,0 0 0 0 0,-1 0 0 0 0,1 0-1 0 0,-1 0 1 0 0,1 0 0 0 0,-1 0-1 0 0,0 0 1 0 0,1 1 0 0 0,-1-1-1 0 0,0 0 1 0 0,0 0 0 0 0,0 1-1 0 0,0-1 1 0 0,1 0 0 0 0,-3 0-1 0 0,0 0 15 0 0,-1 0 1 0 0,1 0-1 0 0,0 1 0 0 0,-1-1 0 0 0,1 1 1 0 0,0 0-1 0 0,-1 0 0 0 0,1 0 0 0 0,0 1 0 0 0,-1-1 1 0 0,-3 2-1 0 0,-8 2 172 0 0,0 0 0 0 0,0 1-1 0 0,-28 14 1 0 0,23-8 96 0 0,1 1 0 0 0,-32 26 0 0 0,47-35-324 0 0,0 0-1 0 0,0 1 1 0 0,0 0-1 0 0,0 0 1 0 0,0 0 0 0 0,1 1-1 0 0,0-1 1 0 0,0 1 0 0 0,0 0-1 0 0,0 0 1 0 0,1 0-1 0 0,0 0 1 0 0,0 0 0 0 0,0 0-1 0 0,1 1 1 0 0,0-1 0 0 0,-1 7-1 0 0,2-11-45 0 0,0 1 0 0 0,0 0 0 0 0,0 0 0 0 0,0 0 0 0 0,0 0 0 0 0,1-1 0 0 0,-1 1 0 0 0,1 0 0 0 0,-1 0 0 0 0,1-1 0 0 0,0 1 0 0 0,0 0 0 0 0,0-1-1 0 0,0 1 1 0 0,0-1 0 0 0,0 1 0 0 0,0-1 0 0 0,0 1 0 0 0,1-1 0 0 0,-1 0 0 0 0,0 0 0 0 0,4 2 0 0 0,-2-1 2 0 0,0 0 1 0 0,1-1-1 0 0,-1 0 1 0 0,1 0-1 0 0,0 0 0 0 0,-1 0 1 0 0,1 0-1 0 0,0-1 0 0 0,0 0 1 0 0,6 0-1 0 0,2 0 9 0 0,0-2 0 0 0,0 0 1 0 0,0 0-1 0 0,0-1 0 0 0,22-8 0 0 0,-12-1-6 0 0,-1 0 0 0 0,-1-1 0 0 0,0-1 0 0 0,0-1 0 0 0,-2 0 0 0 0,0-2 0 0 0,0 0 0 0 0,-2-1-1 0 0,0-1 1 0 0,21-33 0 0 0,-25 34-13 0 0,-2-1 0 0 0,0-1 1 0 0,-1 1-1 0 0,-1-1 0 0 0,9-34 0 0 0,-14 45-11 0 0,-2-1 0 0 0,1 1 0 0 0,-1-1 1 0 0,-1 1-1 0 0,0-1 0 0 0,0 1 0 0 0,-1-1 0 0 0,0 1 0 0 0,-1-1 1 0 0,0 1-1 0 0,0 0 0 0 0,-1-1 0 0 0,0 1 0 0 0,-1 1 0 0 0,-5-11 1 0 0,4 10-1 0 0,-1 1 0 0 0,0 0-1 0 0,-1 0 1 0 0,0 0 0 0 0,0 0 0 0 0,-1 1 0 0 0,1 1 0 0 0,-2-1 0 0 0,1 1 0 0 0,-1 0 0 0 0,0 1 0 0 0,0 0 0 0 0,-20-7 0 0 0,22 9-1 0 0,0 1 1 0 0,0 0-1 0 0,-1 0 0 0 0,1 1 1 0 0,0 0-1 0 0,-1 0 0 0 0,0 0 1 0 0,1 1-1 0 0,-1 1 0 0 0,1-1 1 0 0,-1 1-1 0 0,1 0 0 0 0,-1 1 1 0 0,1 0-1 0 0,0 0 0 0 0,-1 0 1 0 0,1 1-1 0 0,0 0 0 0 0,-12 8 1 0 0,17-10-1 0 0,0 0 1 0 0,1 0 0 0 0,-1 1 0 0 0,1-1 0 0 0,-1 0 0 0 0,1 1 0 0 0,0-1 0 0 0,-1 1-1 0 0,1-1 1 0 0,0 1 0 0 0,0 0 0 0 0,0-1 0 0 0,0 1 0 0 0,1 0 0 0 0,-1 0 0 0 0,0 0 0 0 0,1-1-1 0 0,-1 1 1 0 0,1 0 0 0 0,0 0 0 0 0,-1 0 0 0 0,1 0 0 0 0,0 0 0 0 0,0 0 0 0 0,0 0-1 0 0,1 0 1 0 0,-1 0 0 0 0,0 0 0 0 0,1 0 0 0 0,-1 0 0 0 0,1 0 0 0 0,0-1 0 0 0,-1 1-1 0 0,1 0 1 0 0,0 0 0 0 0,0-1 0 0 0,0 1 0 0 0,1 0 0 0 0,-1-1 0 0 0,0 1 0 0 0,0-1-1 0 0,1 0 1 0 0,2 3 0 0 0,6 5-1 0 0,0 1 1 0 0,1-2-1 0 0,0 1 0 0 0,22 12 1 0 0,72 30 4 0 0,-60-31-14 0 0,51 32 0 0 0,-84-45 3 0 0,-2 0-1 0 0,1 1 1 0 0,-1 0 0 0 0,0 1 0 0 0,-1 0 0 0 0,0 1-1 0 0,0 0 1 0 0,-1 0 0 0 0,10 17 0 0 0,-15-19 0 0 0,1 1 0 0 0,-2 0 0 0 0,0-1 0 0 0,0 1 0 0 0,0 0 0 0 0,-1 1 0 0 0,0 9 0 0 0,9 44-11 0 0,-10-60 14 0 0,1 0 1 0 0,0 0-1 0 0,1 0 0 0 0,-1 0 0 0 0,0 0 1 0 0,1 0-1 0 0,0-1 0 0 0,0 1 0 0 0,0 0 1 0 0,0-1-1 0 0,0 1 0 0 0,0-1 0 0 0,0 0 1 0 0,1 0-1 0 0,4 3 0 0 0,-5-4 1 0 0,0 1 0 0 0,1-1 0 0 0,-1 0 0 0 0,1 0 0 0 0,-1 0 0 0 0,1-1 0 0 0,0 1 0 0 0,-1-1 0 0 0,1 1 0 0 0,0-1-1 0 0,0 0 1 0 0,-1 0 0 0 0,1 0 0 0 0,0 0 0 0 0,-1-1 0 0 0,1 1 0 0 0,0-1 0 0 0,-1 0 0 0 0,1 1 0 0 0,-1-1 0 0 0,1-1 0 0 0,-1 1 0 0 0,1 0-1 0 0,-1 0 1 0 0,0-1 0 0 0,1 1 0 0 0,-1-1 0 0 0,0 0 0 0 0,0 0 0 0 0,0 0 0 0 0,0 0 0 0 0,-1 0 0 0 0,1 0 0 0 0,2-4 0 0 0,1-1 7 0 0,-1 1 1 0 0,-1-1 0 0 0,1 1 0 0 0,-1-1 0 0 0,0 0-1 0 0,0 0 1 0 0,-1 0 0 0 0,0-1 0 0 0,0 1-1 0 0,-1-1 1 0 0,1-9 0 0 0,-2 11 26 0 0,0 1 1 0 0,-1-1-1 0 0,0 0 0 0 0,0 0 1 0 0,-1 1-1 0 0,0-1 0 0 0,0 1 1 0 0,0-1-1 0 0,0 1 1 0 0,-1 0-1 0 0,0 0 0 0 0,0 0 1 0 0,0 0-1 0 0,-1 1 0 0 0,1-1 1 0 0,-1 1-1 0 0,0 0 0 0 0,0 0 1 0 0,-10-7-1 0 0,11 9-86 0 0,1 1 0 0 0,-1-1 0 0 0,0 1 0 0 0,0 0 0 0 0,0 0 0 0 0,0-1-1 0 0,0 2 1 0 0,0-1 0 0 0,0 0 0 0 0,-1 1 0 0 0,1-1 0 0 0,0 1 0 0 0,0 0 0 0 0,0 0 0 0 0,-1 1-1 0 0,1-1 1 0 0,0 0 0 0 0,0 1 0 0 0,0 0 0 0 0,0 0 0 0 0,0 0 0 0 0,0 0 0 0 0,0 0 0 0 0,0 1-1 0 0,0-1 1 0 0,0 1 0 0 0,1 0 0 0 0,-1 0 0 0 0,1 0 0 0 0,-1 0 0 0 0,1 0 0 0 0,0 0 0 0 0,0 1-1 0 0,0-1 1 0 0,0 1 0 0 0,-3 4 0 0 0,-17 27-5063 0 0,19-26 3072 0 0</inkml:trace>
</inkml:ink>
</file>

<file path=ppt/ink/ink2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2:43:59.9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94 50 548 0 0,'0'0'4550'0'0,"-9"34"-3034"0"0,-10 13-304 0 0,15-37-1063 0 0,0 1 0 0 0,0-1-1 0 0,-1 0 1 0 0,0-1 0 0 0,-1 1-1 0 0,0-1 1 0 0,-8 10-1 0 0,-4-4 312 0 0,27-34-355 0 0,26-35-70 0 0,-26 43-35 0 0,-1 0 0 0 0,2 1 0 0 0,-1 0 0 0 0,2 0 0 0 0,-1 1 0 0 0,1 0 0 0 0,0 1 0 0 0,1 0 0 0 0,0 1 0 0 0,0 1 0 0 0,22-9 0 0 0,-28 14-7 0 0,-5 1 7 0 0,1 1 0 0 0,-1-1 0 0 0,1 0-1 0 0,-1 1 1 0 0,1-1 0 0 0,-1 1 0 0 0,1 0 0 0 0,-1-1-1 0 0,1 1 1 0 0,-1 0 0 0 0,0 0 0 0 0,0 0 0 0 0,1 0-1 0 0,-1 0 1 0 0,0 0 0 0 0,0 0 0 0 0,0 0 0 0 0,0 0-1 0 0,0 1 1 0 0,0-1 0 0 0,0 0 0 0 0,-1 1 0 0 0,2 1-1 0 0,16 45 29 0 0,0-4-35 0 0,-13-39 10 0 0,-1 0 0 0 0,1 0 1 0 0,1-1-1 0 0,-1 1 1 0 0,1-1-1 0 0,-1-1 1 0 0,1 1-1 0 0,0-1 1 0 0,1 0-1 0 0,-1 0 0 0 0,0-1 1 0 0,1 1-1 0 0,0-1 1 0 0,-1-1-1 0 0,1 0 1 0 0,0 0-1 0 0,0 0 0 0 0,0 0 1 0 0,0-1-1 0 0,0-1 1 0 0,-1 1-1 0 0,1-1 1 0 0,0 0-1 0 0,0 0 1 0 0,7-3-1 0 0,-6 2 28 0 0,0 0 0 0 0,-1 0 0 0 0,1 0 0 0 0,0-1 0 0 0,-1 0 0 0 0,0-1 0 0 0,0 0 0 0 0,0 0 0 0 0,0 0 0 0 0,0-1 0 0 0,-1 0 0 0 0,0 0 0 0 0,0 0 0 0 0,0-1 0 0 0,-1 0-1 0 0,0 0 1 0 0,0-1 0 0 0,-1 0 0 0 0,1 1 0 0 0,-1-1 0 0 0,5-13 0 0 0,-8 12 120 0 0,1 1 0 0 0,-1-1 0 0 0,0 1 0 0 0,-1-1 0 0 0,0 1 0 0 0,0-1 0 0 0,-1 0 0 0 0,0 1 0 0 0,-3-13 0 0 0,4 19-135 0 0,0 1 0 0 0,0 0 0 0 0,0 0 0 0 0,0-1 0 0 0,-1 1 0 0 0,1 0 0 0 0,0-1 0 0 0,0 1-1 0 0,0 0 1 0 0,-1 0 0 0 0,1-1 0 0 0,0 1 0 0 0,0 0 0 0 0,-1 0 0 0 0,1 0 0 0 0,0-1 0 0 0,-1 1 0 0 0,1 0-1 0 0,0 0 1 0 0,-1 0 0 0 0,1 0 0 0 0,0 0 0 0 0,0 0 0 0 0,-1 0 0 0 0,1 0 0 0 0,-1 0 0 0 0,1 0-1 0 0,0 0 1 0 0,-1 0 0 0 0,1 0 0 0 0,0 0 0 0 0,-1 0 0 0 0,1 0 0 0 0,0 0 0 0 0,-1 0 0 0 0,1 0 0 0 0,0 0-1 0 0,0 0 1 0 0,-1 0 0 0 0,1 1 0 0 0,0-1 0 0 0,-1 0 0 0 0,1 0 0 0 0,0 0 0 0 0,0 1 0 0 0,-1-1-1 0 0,-10 14 214 0 0,12-10-202 0 0,0 0 0 0 0,0 1 0 0 0,0-1 0 0 0,1 0-1 0 0,0 0 1 0 0,-1 0 0 0 0,1 0 0 0 0,1 0 0 0 0,-1 0 0 0 0,0-1 0 0 0,5 5 0 0 0,37 43-852 0 0,-34-40 229 0 0,2 1-757 0 0,0-1-1 0 0,1 0 1 0 0,1-1-1 0 0,16 10 0 0 0,-7-8-1464 0 0</inkml:trace>
</inkml:ink>
</file>

<file path=ppt/ink/ink2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2:44:03.0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50 31 860 0 0,'0'-3'870'0'0,"0"0"0"0"0,0 1 0 0 0,-1-1 0 0 0,0 1-1 0 0,1-1 1 0 0,-1 1 0 0 0,0-1 0 0 0,0 1 0 0 0,-3-5 0 0 0,-2 17-683 0 0,1 0 1 0 0,1 0 0 0 0,0 0-1 0 0,0 1 1 0 0,1 0-1 0 0,0-1 1 0 0,1 1-1 0 0,-2 15 1 0 0,-1 93 396 0 0,10-32-213 0 0,-5-87-366 0 0,0 1-1 0 0,0-1 0 0 0,0 1 0 0 0,0-1 0 0 0,0 1 0 0 0,0-1 1 0 0,0 1-1 0 0,0-1 0 0 0,0 1 0 0 0,1-1 0 0 0,-1 1 0 0 0,0-1 1 0 0,0 1-1 0 0,0-1 0 0 0,1 1 0 0 0,-1-1 0 0 0,0 1 0 0 0,0-1 0 0 0,1 1 1 0 0,-1-1-1 0 0,0 0 0 0 0,1 1 0 0 0,-1-1 0 0 0,1 1 0 0 0,-1-1 1 0 0,0 0-1 0 0,1 0 0 0 0,-1 1 0 0 0,1-1 0 0 0,-1 0 0 0 0,1 0 1 0 0,-1 1-1 0 0,1-1 0 0 0,0 0 0 0 0,21-5 62 0 0,17-20-10 0 0,207-222 61 0 0,-225 220-128 0 0,-27 33 10 0 0,1 0 1 0 0,1 1-1 0 0,-1-1 0 0 0,1 1 1 0 0,0 0-1 0 0,0 0 1 0 0,1 0-1 0 0,0 0 0 0 0,0 0 1 0 0,1 1-1 0 0,0-1 1 0 0,0 1-1 0 0,1 0 1 0 0,0 0-1 0 0,1 0 0 0 0,-1-1 1 0 0,1 1-1 0 0,1 0 1 0 0,-1 0-1 0 0,1 0 0 0 0,1-1 1 0 0,0 1-1 0 0,0 0 1 0 0,0-1-1 0 0,1 1 0 0 0,5 10 1 0 0,-7-17 1 0 0,0 0 1 0 0,0-1-1 0 0,0 1 1 0 0,0 0-1 0 0,0 0 1 0 0,0 0-1 0 0,0-1 1 0 0,0 1-1 0 0,0-1 1 0 0,0 1-1 0 0,1-1 1 0 0,-1 1-1 0 0,0-1 1 0 0,0 0-1 0 0,1 1 1 0 0,-1-1-1 0 0,0 0 1 0 0,0 0-1 0 0,1 0 1 0 0,-1 0-1 0 0,0 0 1 0 0,1 0-1 0 0,-1-1 1 0 0,0 1-1 0 0,0 0 1 0 0,1-1-1 0 0,-1 1 1 0 0,0 0-1 0 0,0-1 1 0 0,0 0-1 0 0,0 1 1 0 0,0-1-1 0 0,1 0 1 0 0,0 0-1 0 0,39-26 7 0 0,-3-5-23 0 0,-14 12 0 0 0,44-29-1 0 0,-61 45 12 0 0,1-1 1 0 0,0 1 0 0 0,0 1 0 0 0,1-1 0 0 0,-1 2 0 0 0,1-1 0 0 0,-1 1 0 0 0,1 0-1 0 0,0 1 1 0 0,13-1 0 0 0,-20 2 2 0 0,-1 0 1 0 0,1 0-1 0 0,0 0 0 0 0,0 0 1 0 0,0 0-1 0 0,-1 1 0 0 0,1-1 1 0 0,0 0-1 0 0,0 1 0 0 0,-1 0 1 0 0,1-1-1 0 0,-1 1 0 0 0,1 0 1 0 0,0 0-1 0 0,-1 0 0 0 0,1 0 1 0 0,-1 0-1 0 0,0 0 0 0 0,1 0 1 0 0,-1 0-1 0 0,0 1 0 0 0,0-1 1 0 0,0 0-1 0 0,2 4 0 0 0,-2-2 3 0 0,1 0-1 0 0,-1 1 0 0 0,-1-1 0 0 0,1 1 1 0 0,0-1-1 0 0,-1 1 0 0 0,0-1 0 0 0,0 1 1 0 0,0-1-1 0 0,0 1 0 0 0,-2 6 0 0 0,0 2 4 0 0,-1 0 0 0 0,-1 0 0 0 0,0 0 0 0 0,0-1 0 0 0,-1 1-1 0 0,-8 10 1 0 0,8-13-3 0 0,-2-1 1 0 0,1 0-1 0 0,-1 0 0 0 0,0-1 1 0 0,-1 0-1 0 0,0-1 0 0 0,0 1 1 0 0,0-1-1 0 0,-17 8 0 0 0,24-13 31 0 0,-1-3-20 0 0,2 2-13 0 0,-1-1 0 0 0,1 0 0 0 0,0 0 0 0 0,-1 0 0 0 0,1 0 0 0 0,0 1 1 0 0,0-1-1 0 0,-1 0 0 0 0,1 0 0 0 0,0 0 0 0 0,0 0 0 0 0,0 0 0 0 0,0 0 0 0 0,0 0 0 0 0,0 1 0 0 0,0-1 0 0 0,1 0 1 0 0,-1 0-1 0 0,0 0 0 0 0,0 0 0 0 0,1 0 0 0 0,-1 1 0 0 0,0-1 0 0 0,1 0 0 0 0,-1 0 0 0 0,1 0 0 0 0,-1 1 1 0 0,1-1-1 0 0,0 0 0 0 0,-1 1 0 0 0,1-1 0 0 0,0 0 0 0 0,-1 1 0 0 0,1-1 0 0 0,0 1 0 0 0,-1-1 0 0 0,1 1 1 0 0,0 0-1 0 0,0-1 0 0 0,0 1 0 0 0,0 0 0 0 0,-1-1 0 0 0,3 1 0 0 0,1-3 0 0 0,16-15-4 0 0,2 1 1 0 0,0 1-1 0 0,1 1 1 0 0,0 1-1 0 0,1 1 1 0 0,1 1-1 0 0,0 1 1 0 0,0 1-1 0 0,44-11 0 0 0,-66 21 5 0 0,0-1-1 0 0,0 1 0 0 0,0 0 0 0 0,0 0 0 0 0,0 0 0 0 0,0 0 0 0 0,0 0 0 0 0,0 0 0 0 0,-1 1 0 0 0,1-1 0 0 0,0 1 0 0 0,0 0 0 0 0,0 0 0 0 0,-1 0 0 0 0,1 0 0 0 0,0 1 0 0 0,-1-1 0 0 0,1 1 0 0 0,-1-1 0 0 0,1 1 0 0 0,-1 0 0 0 0,0 0 0 0 0,0 0 0 0 0,0 0 0 0 0,0 1 0 0 0,0-1 0 0 0,-1 0 0 0 0,1 1 0 0 0,0-1 0 0 0,-1 1 0 0 0,0 0 0 0 0,0-1 0 0 0,0 1 0 0 0,0 0 0 0 0,0 0 0 0 0,0 0 0 0 0,-1-1 0 0 0,1 1 0 0 0,-1 0 0 0 0,0 0 0 0 0,0 0 0 0 0,0 0 0 0 0,0 0 0 0 0,-1 0 0 0 0,1 0 0 0 0,-1 0 0 0 0,-1 5 0 0 0,0-4 11 0 0,0 1 0 0 0,0-1 0 0 0,0 1 0 0 0,-1-1 0 0 0,0 0 0 0 0,1 0 0 0 0,-1 0 0 0 0,-1 0 0 0 0,1-1 0 0 0,0 1 0 0 0,-1-1 0 0 0,0 0 0 0 0,-6 4 0 0 0,-25 13-1925 0 0,0-9-4381 0 0</inkml:trace>
</inkml:ink>
</file>

<file path=ppt/ink/ink2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2:44:03.3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85 264 0 0,'17'-33'2279'0'0,"-14"26"-1526"0"0,0 0 0 0 0,0 1-1 0 0,0 0 1 0 0,1-1 0 0 0,0 1-1 0 0,6-6 1 0 0,-9 11-585 0 0,-2 6-871 0 0,0 0 134 0 0,0 0 0 0 0,-1 0 1 0 0,1 0-1 0 0,-1 0 1 0 0,0 0-1 0 0,-4 5 0 0 0,-1-1-1287 0 0</inkml:trace>
</inkml:ink>
</file>

<file path=ppt/ink/ink2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2:44:03.9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476 81 244 0 0,'0'0'1164'0'0,"-32"26"3633"0"0,25-18-4462 0 0,1-1 1 0 0,-1 1 0 0 0,1 1 0 0 0,0-1 0 0 0,1 1 0 0 0,-8 17-1 0 0,13-25-279 0 0,-4 7 479 0 0,12-16-523 0 0,0 1-1 0 0,0 0 0 0 0,1 0 1 0 0,-1 1-1 0 0,2 0 0 0 0,-1 1 1 0 0,1-1-1 0 0,-1 2 0 0 0,1-1 1 0 0,1 2-1 0 0,12-4 0 0 0,-16 7-9 0 0,0 0 0 0 0,0 1 0 0 0,-1-1 0 0 0,1 2 0 0 0,0-1 0 0 0,-1 1 0 0 0,1 0 0 0 0,10 5-1 0 0,10 2 4 0 0,38 11-12 0 0,36 9-11 0 0,-91-26 17 0 0,0-2-1 0 0,0 0 1 0 0,0 0 0 0 0,1-1-1 0 0,-1 0 1 0 0,0 0 0 0 0,19-5-1 0 0,-25 5 1 0 0,-1-1 0 0 0,1 0 0 0 0,-1-1 0 0 0,1 1 0 0 0,-1-1 0 0 0,0 1 0 0 0,0-1 0 0 0,1 0 0 0 0,-1 0 0 0 0,-1 0 0 0 0,1-1 0 0 0,0 1 0 0 0,-1-1 0 0 0,1 1 0 0 0,-1-1 0 0 0,1 0 0 0 0,-1 0 0 0 0,0 0 0 0 0,-1 0-1 0 0,1 0 1 0 0,0-1 0 0 0,-1 1 0 0 0,0 0 0 0 0,0-1 0 0 0,0 1 0 0 0,0-1 0 0 0,0 1 0 0 0,-1-1 0 0 0,1 0 0 0 0,-1 1 0 0 0,-1-8 0 0 0,1 6 34 0 0,-1-1 1 0 0,1 1-1 0 0,-2 0 1 0 0,1 0-1 0 0,0-1 1 0 0,-1 1-1 0 0,0 0 0 0 0,0 0 1 0 0,-1 1-1 0 0,1-1 1 0 0,-1 0-1 0 0,0 1 0 0 0,0 0 1 0 0,-1-1-1 0 0,1 1 1 0 0,-1 0-1 0 0,0 1 1 0 0,0-1-1 0 0,0 1 0 0 0,-1 0 1 0 0,-5-3-1 0 0,8 5-9 0 0,0 1 0 0 0,0-1-1 0 0,1 1 1 0 0,-1 0 0 0 0,0-1-1 0 0,0 1 1 0 0,0 0 0 0 0,0 1-1 0 0,0-1 1 0 0,0 0-1 0 0,0 0 1 0 0,0 1 0 0 0,0-1-1 0 0,0 1 1 0 0,0 0 0 0 0,0 0-1 0 0,1-1 1 0 0,-1 1 0 0 0,0 0-1 0 0,0 0 1 0 0,1 1 0 0 0,-1-1-1 0 0,1 0 1 0 0,-1 0 0 0 0,1 1-1 0 0,0-1 1 0 0,-1 1 0 0 0,1 0-1 0 0,0-1 1 0 0,0 1 0 0 0,0 0-1 0 0,0-1 1 0 0,0 3 0 0 0,-6 8 114 0 0,0 0 1 0 0,1 1 0 0 0,-5 14 0 0 0,-28 85 600 0 0,19-49-102 0 0,-3-2 0 0 0,-51 98 0 0 0,64-141-538 0 0,-1 0 1 0 0,-1-1 0 0 0,-1-1-1 0 0,0 0 1 0 0,-1 0 0 0 0,-1-2-1 0 0,-1 0 1 0 0,0 0 0 0 0,0-1-1 0 0,-1-1 1 0 0,-1-1 0 0 0,-30 14-1 0 0,-17 2-178 0 0,-79 22 0 0 0,2-13-4585 0 0,105-29 706 0 0,6-5 307 0 0</inkml:trace>
</inkml:ink>
</file>

<file path=ppt/ink/ink2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2:44:05.3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283 12 520 0 0,'-21'-12'3866'0'0,"12"14"-3552"0"0,0 1 0 0 0,0 0 0 0 0,0 1 0 0 0,1 0-1 0 0,-1 0 1 0 0,1 0 0 0 0,0 1 0 0 0,-11 9 0 0 0,0 2 325 0 0,-37 34 0 0 0,35-28-240 0 0,14-16-273 0 0,-1 1-1 0 0,1 0 0 0 0,0 1 0 0 0,1 0 0 0 0,0 0 0 0 0,0 0 0 0 0,0 1 1 0 0,1-1-1 0 0,1 1 0 0 0,-1 1 0 0 0,-5 18 0 0 0,10-28-118 0 0,0 1 0 0 0,0-1 1 0 0,0 0-1 0 0,-1 1 0 0 0,1-1 0 0 0,0 1 0 0 0,0-1 0 0 0,0 0 0 0 0,0 1 0 0 0,0-1 0 0 0,0 1 0 0 0,0-1 0 0 0,0 1 0 0 0,0-1 0 0 0,0 0 0 0 0,0 1 1 0 0,1-1-1 0 0,-1 1 0 0 0,0-1 0 0 0,0 0 0 0 0,0 1 0 0 0,0-1 0 0 0,1 0 0 0 0,-1 1 0 0 0,0-1 0 0 0,0 0 0 0 0,1 1 0 0 0,-1-1 0 0 0,0 0 1 0 0,1 1-1 0 0,-1-1 0 0 0,0 0 0 0 0,1 0 0 0 0,-1 1 0 0 0,0-1 0 0 0,1 0 0 0 0,-1 0 0 0 0,1 0 0 0 0,-1 0 0 0 0,0 1 0 0 0,1-1 0 0 0,21-7 133 0 0,16-19-29 0 0,-27 15-79 0 0,-1-1 0 0 0,0 0 0 0 0,0 0 0 0 0,-1-1 0 0 0,-1 0-1 0 0,12-25 1 0 0,-6 11 45 0 0,-13 24-65 0 0,0 1 1 0 0,1 0 0 0 0,-1 0 0 0 0,0 0-1 0 0,0 0 1 0 0,1 0 0 0 0,-1 1-1 0 0,1-1 1 0 0,0 0 0 0 0,-1 1 0 0 0,1-1-1 0 0,3-1 1 0 0,-4 3 4 0 0,27 24 24 0 0,22 14-1288 0 0,68 47-4697 0 0,-95-72 3538 0 0</inkml:trace>
</inkml:ink>
</file>

<file path=ppt/ink/ink2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2:44:05.8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177 150 76 0 0,'0'0'1377'0'0,"-3"4"-719"0"0,-15 31 526 0 0,1 1-1 0 0,-22 66 1 0 0,-15 85 381 0 0,46-154-1299 0 0,1 1 0 0 0,3 0 0 0 0,0 0 0 0 0,3 65 0 0 0,5-36 372 0 0,22 106 0 0 0,-24-145-406 0 0,-10-37-55 0 0,-10-36-70 0 0,4-59-39 0 0,0-145-1 0 0,15 205-55 0 0,2 1 0 0 0,1 0 0 0 0,15-61 0 0 0,-12 77-6 0 0,2 1 1 0 0,2 0 0 0 0,0 1-1 0 0,2 0 1 0 0,30-49 0 0 0,-36 69-7 0 0,0 0 0 0 0,1 1 0 0 0,0-1 0 0 0,1 1 0 0 0,-1 1 0 0 0,2 0 0 0 0,-1 0 0 0 0,1 1 0 0 0,0 0 1 0 0,0 0-1 0 0,18-6 0 0 0,-23 10 0 0 0,1 0-1 0 0,-1 1 1 0 0,1 0 0 0 0,-1 0-1 0 0,1 0 1 0 0,-1 0 0 0 0,1 1 0 0 0,0 0-1 0 0,-1 0 1 0 0,1 0 0 0 0,7 2 0 0 0,-9-1-1 0 0,-1 1 0 0 0,0-1 0 0 0,1 0 0 0 0,-1 1 1 0 0,0 0-1 0 0,0 0 0 0 0,0 0 0 0 0,0 0 1 0 0,0 0-1 0 0,0 1 0 0 0,-1-1 0 0 0,1 1 1 0 0,-1-1-1 0 0,1 1 0 0 0,-1 0 0 0 0,0 0 1 0 0,0 0-1 0 0,2 7 0 0 0,-1-4 1 0 0,0-1-1 0 0,-1 1 1 0 0,0 0-1 0 0,0 0 1 0 0,-1 1 0 0 0,1-1-1 0 0,-1 0 1 0 0,-1 0 0 0 0,1 1-1 0 0,-1-1 1 0 0,0 0-1 0 0,-1 1 1 0 0,1-1 0 0 0,-1 0-1 0 0,0 0 1 0 0,-1 0 0 0 0,-2 8-1 0 0,0-5 2 0 0,-1-1 0 0 0,1 1 0 0 0,-2-1 0 0 0,1 0 0 0 0,-1 0 0 0 0,0 0-1 0 0,-1-1 1 0 0,1 0 0 0 0,-2 0 0 0 0,-8 6 0 0 0,-5 2-1 0 0,0-1 0 0 0,-1-1 0 0 0,0-2 1 0 0,-1 0-1 0 0,-1-1 0 0 0,1-1 0 0 0,-45 10 0 0 0,59-17-85 0 0,-30 6 34 0 0,37-8-57 0 0,1 0 0 0 0,0 0 0 0 0,-1 0 0 0 0,1 0 0 0 0,0 0 1 0 0,-1 0-1 0 0,1 0 0 0 0,0 0 0 0 0,-1 0 0 0 0,1 0 0 0 0,0-1 0 0 0,0 1 1 0 0,-1 0-1 0 0,1-1 0 0 0,0 0 0 0 0,0 1 0 0 0,0-1 0 0 0,-1 1 0 0 0,1-1 1 0 0,0 0-1 0 0,0 0 0 0 0,-2-2 0 0 0,11-11-6078 0 0</inkml:trace>
</inkml:ink>
</file>

<file path=ppt/ink/ink2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2:44:06.4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 71 584 0 0,'8'9'542'0'0,"-1"0"-1"0"0,0 1 1 0 0,0-1 0 0 0,-1 1-1 0 0,0 1 1 0 0,8 17 0 0 0,-13-26-469 0 0,0 1 0 0 0,0-1 1 0 0,0 1-1 0 0,0 0 1 0 0,0-1-1 0 0,0 1 0 0 0,-1 0 1 0 0,0 0-1 0 0,1 0 1 0 0,-1 0-1 0 0,0-1 0 0 0,0 1 1 0 0,0 0-1 0 0,-1 0 1 0 0,1 0-1 0 0,-1 0 0 0 0,1-1 1 0 0,-1 1-1 0 0,0 0 1 0 0,0-1-1 0 0,-1 1 0 0 0,1 0 1 0 0,0-1-1 0 0,-1 0 1 0 0,1 1-1 0 0,-1-1 1 0 0,0 0-1 0 0,0 0 0 0 0,0 0 1 0 0,0 0-1 0 0,0 0 1 0 0,-4 2-1 0 0,5-3-51 0 0,0 0 1 0 0,0 0-1 0 0,0-1 0 0 0,0 1 1 0 0,0 0-1 0 0,0-1 1 0 0,-1 1-1 0 0,1-1 0 0 0,0 0 1 0 0,0 1-1 0 0,-1-1 0 0 0,1 0 1 0 0,0 0-1 0 0,-1 0 1 0 0,1 0-1 0 0,0 0 0 0 0,0 0 1 0 0,-1 0-1 0 0,1 0 0 0 0,0 0 1 0 0,-2-1-1 0 0,2 0-11 0 0,0 1-1 0 0,0-1 0 0 0,1 0 1 0 0,-1 1-1 0 0,0-1 0 0 0,1 0 1 0 0,-1 0-1 0 0,0 0 0 0 0,1 0 1 0 0,-1 0-1 0 0,1 0 0 0 0,-1 0 1 0 0,1 0-1 0 0,0 0 0 0 0,-1 0 1 0 0,1 0-1 0 0,0 0 0 0 0,0 0 1 0 0,-1-2-1 0 0,1-1-1 0 0,0-1 1 0 0,0 0-1 0 0,0 1 0 0 0,1-1 1 0 0,-1 1-1 0 0,1-1 1 0 0,0 1-1 0 0,1-1 0 0 0,-1 1 1 0 0,3-6-1 0 0,5-4-1 0 0,0 0 0 0 0,2 0-1 0 0,-1 1 1 0 0,1 0 0 0 0,1 1 0 0 0,1 0-1 0 0,-1 1 1 0 0,2 0 0 0 0,0 1 0 0 0,0 1-1 0 0,0 0 1 0 0,1 1 0 0 0,29-12 0 0 0,-42 20-9 0 0,-1-1 0 0 0,0 1-1 0 0,1-1 1 0 0,-1 1 0 0 0,1 0 0 0 0,-1-1 0 0 0,0 1 0 0 0,1 0 0 0 0,-1 0 0 0 0,1 0 0 0 0,-1 0 0 0 0,1 0 0 0 0,-1 0 0 0 0,0 1-1 0 0,1-1 1 0 0,-1 0 0 0 0,1 1 0 0 0,-1-1 0 0 0,0 1 0 0 0,1-1 0 0 0,-1 1 0 0 0,0 0 0 0 0,0 0 0 0 0,1-1 0 0 0,-1 1 0 0 0,0 0 0 0 0,0 0-1 0 0,0 0 1 0 0,0 0 0 0 0,0 0 0 0 0,0 0 0 0 0,1 3 0 0 0,1 2-5 0 0,-1 0 1 0 0,0 1-1 0 0,0-1 1 0 0,-1 1-1 0 0,1 0 0 0 0,-1 7 1 0 0,0-8 7 0 0,0 1-1 0 0,0-1 1 0 0,0 0 0 0 0,1 0 0 0 0,0 0-1 0 0,2 6 1 0 0,10 16 10 0 0,-13-24-10 0 0,-1-1 1 0 0,1 0-1 0 0,0 0 0 0 0,0 0 0 0 0,1-1 0 0 0,-1 1 0 0 0,1 0 0 0 0,-1 0 0 0 0,1-1 0 0 0,0 1 0 0 0,0-1 0 0 0,0 1 0 0 0,0-1 0 0 0,0 0 0 0 0,1 0 0 0 0,-1 0 0 0 0,1 0 0 0 0,0 0 0 0 0,-1-1 0 0 0,1 1 0 0 0,0-1 0 0 0,0 0 0 0 0,0 0 0 0 0,0 0 0 0 0,4 1 0 0 0,-5-1 0 0 0,0-1-1 0 0,0 0 0 0 0,0 1 1 0 0,0-1-1 0 0,0 0 1 0 0,0 0-1 0 0,-1 0 0 0 0,1-1 1 0 0,0 1-1 0 0,0 0 0 0 0,0-1 1 0 0,0 1-1 0 0,-1-1 0 0 0,1 0 1 0 0,0 1-1 0 0,0-1 1 0 0,-1 0-1 0 0,1 0 0 0 0,-1 0 1 0 0,1 0-1 0 0,-1 0 0 0 0,1-1 1 0 0,-1 1-1 0 0,1 0 0 0 0,-1-1 1 0 0,0 1-1 0 0,0-1 1 0 0,0 1-1 0 0,0-1 0 0 0,0 0 1 0 0,0 1-1 0 0,0-1 0 0 0,-1 0 1 0 0,1 0-1 0 0,-1 1 0 0 0,1-1 1 0 0,-1 0-1 0 0,0 0 1 0 0,1 0-1 0 0,-1 0 0 0 0,0 0 1 0 0,0 1-1 0 0,0-1 0 0 0,-1-3 1 0 0,1 0 1 0 0,-1 0 1 0 0,0 1 0 0 0,0-1-1 0 0,-1 0 1 0 0,1 0-1 0 0,-1 1 1 0 0,0-1 0 0 0,0 1-1 0 0,0-1 1 0 0,-1 1-1 0 0,0 0 1 0 0,0 0 0 0 0,0 0-1 0 0,0 0 1 0 0,0 0-1 0 0,-5-3 1 0 0,5 5-123 0 0,1 0 0 0 0,-1 1-1 0 0,1-1 1 0 0,-1 1 0 0 0,0-1 0 0 0,0 1 0 0 0,0 0 0 0 0,0 0-1 0 0,0 0 1 0 0,0 0 0 0 0,0 1 0 0 0,0-1 0 0 0,0 1-1 0 0,0 0 1 0 0,0 0 0 0 0,0 0 0 0 0,0 0 0 0 0,-1 0-1 0 0,1 1 1 0 0,0-1 0 0 0,0 1 0 0 0,0 0 0 0 0,0 0-1 0 0,0 0 1 0 0,1 0 0 0 0,-1 1 0 0 0,0-1 0 0 0,0 1 0 0 0,1 0-1 0 0,-1 0 1 0 0,1 0 0 0 0,-1 0 0 0 0,1 0 0 0 0,0 0-1 0 0,0 0 1 0 0,0 1 0 0 0,0-1 0 0 0,-2 5 0 0 0,0 0-1675 0 0</inkml:trace>
</inkml:ink>
</file>

<file path=ppt/ink/ink2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2:44:07.4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186 116 88 0 0,'1'-32'2865'0'0,"0"22"-1880"0"0,0 0 1 0 0,-1 0-1 0 0,-1 0 0 0 0,0 1 0 0 0,-2-14 0 0 0,3 22-931 0 0,-1 0 1 0 0,1 1-1 0 0,-1-1 0 0 0,1 0 0 0 0,-1 0 1 0 0,0 1-1 0 0,1-1 0 0 0,-1 1 0 0 0,1-1 1 0 0,-1 0-1 0 0,0 1 0 0 0,0-1 0 0 0,1 1 1 0 0,-1-1-1 0 0,0 1 0 0 0,0 0 0 0 0,0-1 1 0 0,0 1-1 0 0,1 0 0 0 0,-1 0 0 0 0,0-1 1 0 0,0 1-1 0 0,0 0 0 0 0,0 0 1 0 0,0 0-1 0 0,0 0 0 0 0,0 0 0 0 0,1 0 1 0 0,-1 0-1 0 0,0 1 0 0 0,-2-1 0 0 0,-27 8 395 0 0,30-8-431 0 0,-8 3 56 0 0,-1 1 0 0 0,1 0 1 0 0,0 1-1 0 0,1-1 0 0 0,-1 2 0 0 0,1-1 0 0 0,0 1 1 0 0,0 0-1 0 0,1 0 0 0 0,0 1 0 0 0,-10 13 0 0 0,12-15-48 0 0,0 1-1 0 0,1-1 0 0 0,0 0 1 0 0,0 1-1 0 0,0 0 0 0 0,1 0 1 0 0,0 0-1 0 0,0 0 0 0 0,1 0 1 0 0,0 0-1 0 0,0 0 0 0 0,0 1 1 0 0,0-1-1 0 0,1 0 0 0 0,0 1 0 0 0,1-1 1 0 0,1 11-1 0 0,-1-14-17 0 0,0 1 0 0 0,0-1 0 0 0,0 0 0 0 0,1 0 0 0 0,-1 0 0 0 0,1 0 0 0 0,0 0 0 0 0,0 0 0 0 0,0 0 0 0 0,0-1 0 0 0,0 1 0 0 0,1-1 0 0 0,-1 1 0 0 0,1-1 0 0 0,-1 0 0 0 0,1 0 0 0 0,0 0 0 0 0,4 1 0 0 0,-2 0-2 0 0,1-1-1 0 0,0 0 0 0 0,0 0 0 0 0,0-1 0 0 0,1 1 0 0 0,-1-1 0 0 0,0-1 0 0 0,0 1 1 0 0,10-2-1 0 0,-3 0-5 0 0,1 0 0 0 0,0-1 0 0 0,0-1 0 0 0,-1-1 1 0 0,0 0-1 0 0,0 0 0 0 0,0-1 0 0 0,18-10 0 0 0,-21 9-1 0 0,-1 0 0 0 0,0 0-1 0 0,0-1 1 0 0,0 0-1 0 0,-1-1 1 0 0,0 0-1 0 0,-1 0 1 0 0,0 0-1 0 0,0-1 1 0 0,-1 0-1 0 0,0 0 1 0 0,0-1-1 0 0,-1 0 1 0 0,5-13-1 0 0,-10 22 2 0 0,1 0-1 0 0,-1 1 1 0 0,1-1-1 0 0,-1 0 1 0 0,0 0-1 0 0,0 1 0 0 0,1-1 1 0 0,-1 0-1 0 0,0 0 1 0 0,0 0-1 0 0,0 1 0 0 0,0-1 1 0 0,0 0-1 0 0,0 0 1 0 0,0 0-1 0 0,0 0 0 0 0,0 1 1 0 0,0-1-1 0 0,0 0 1 0 0,-1 0-1 0 0,1 0 0 0 0,0 1 1 0 0,0-1-1 0 0,-1 0 1 0 0,1 0-1 0 0,-1 1 0 0 0,1-1 1 0 0,-1 0-1 0 0,1 1 1 0 0,-1-1-1 0 0,1 1 0 0 0,-1-1 1 0 0,1 1-1 0 0,-1-1 1 0 0,0 1-1 0 0,1-1 0 0 0,-1 1 1 0 0,0-1-1 0 0,0 1 1 0 0,1 0-1 0 0,-1-1 0 0 0,0 1 1 0 0,0 0-1 0 0,-1-1 1 0 0,0 1-1 0 0,0 0-1 0 0,0 1 1 0 0,1-1 0 0 0,-1 0 0 0 0,0 1 0 0 0,0-1 0 0 0,0 1 0 0 0,1-1-1 0 0,-1 1 1 0 0,0 0 0 0 0,1 0 0 0 0,-1 0 0 0 0,1 0 0 0 0,-1 0 0 0 0,1 0 0 0 0,-1 0-1 0 0,1 0 1 0 0,0 1 0 0 0,-1-1 0 0 0,-1 4 0 0 0,-1 1 2 0 0,0 0 1 0 0,1 0 0 0 0,0 0-1 0 0,0 1 1 0 0,1 0-1 0 0,-1 0 1 0 0,1-1 0 0 0,1 1-1 0 0,-1 0 1 0 0,1 0-1 0 0,1 1 1 0 0,-1-1 0 0 0,1 0-1 0 0,1 8 1 0 0,-1-12-2 0 0,1 0 0 0 0,-1 0 0 0 0,1 0 0 0 0,0 0 0 0 0,0 0 0 0 0,0-1 0 0 0,0 1 1 0 0,1 0-1 0 0,-1-1 0 0 0,1 1 0 0 0,0-1 0 0 0,-1 1 0 0 0,1-1 0 0 0,0 0 0 0 0,1 0 0 0 0,-1 0 0 0 0,0 0 0 0 0,0 0 1 0 0,1 0-1 0 0,-1-1 0 0 0,1 1 0 0 0,0-1 0 0 0,-1 0 0 0 0,1 1 0 0 0,0-1 0 0 0,0-1 0 0 0,0 1 0 0 0,-1 0 0 0 0,1-1 1 0 0,0 1-1 0 0,0-1 0 0 0,0 0 0 0 0,0 0 0 0 0,0 0 0 0 0,0 0 0 0 0,4-1 0 0 0,19-3-62 0 0,-2-1 0 0 0,1-2 0 0 0,0 0 0 0 0,-1-1-1 0 0,44-23 1 0 0,17-5-75 0 0,-78 34 127 0 0,17-7-26 0 0,0 1 0 0 0,42-8 0 0 0,-61 15 32 0 0,0 0-1 0 0,0 0 1 0 0,0 1 0 0 0,0-1 0 0 0,1 1 0 0 0,-1 0 0 0 0,0 1 0 0 0,0-1 0 0 0,1 1 0 0 0,-1 0 0 0 0,0 1 0 0 0,0-1 0 0 0,0 1 0 0 0,0 0-1 0 0,-1 0 1 0 0,1 1 0 0 0,0-1 0 0 0,-1 1 0 0 0,8 6 0 0 0,-11-7 4 0 0,1 0-1 0 0,-1 0 1 0 0,0 0-1 0 0,0 0 1 0 0,1 1 0 0 0,-1-1-1 0 0,-1 0 1 0 0,1 1-1 0 0,0-1 1 0 0,-1 1-1 0 0,1-1 1 0 0,-1 0 0 0 0,0 1-1 0 0,0 0 1 0 0,0-1-1 0 0,0 1 1 0 0,0-1-1 0 0,0 1 1 0 0,-1-1 0 0 0,1 1-1 0 0,-1-1 1 0 0,1 0-1 0 0,-1 1 1 0 0,0-1-1 0 0,0 0 1 0 0,-1 1 0 0 0,1-1-1 0 0,0 0 1 0 0,-1 0-1 0 0,1 0 1 0 0,-3 2-1 0 0,1 1 1 0 0,-1 0-1 0 0,0 0 1 0 0,0-1-1 0 0,-1 1 1 0 0,1-1-1 0 0,-1 0 1 0 0,0 0-1 0 0,0-1 1 0 0,0 1-1 0 0,-1-1 1 0 0,-8 3-1 0 0,13-5-4 0 0,15-35-124 0 0,1 20 56 0 0,0 1 0 0 0,1 0 0 0 0,1 0 1 0 0,0 2-1 0 0,0 0 0 0 0,24-10 0 0 0,-21 11 14 0 0,0 1 0 0 0,1 1 0 0 0,34-9 0 0 0,-50 16 58 0 0,-1-1 0 0 0,1 1 0 0 0,-1 1 0 0 0,1-1 0 0 0,-1 1 0 0 0,1 0 0 0 0,-1 0 0 0 0,1 0 0 0 0,0 0 0 0 0,-1 1 1 0 0,1 0-1 0 0,-1 0 0 0 0,1 0 0 0 0,-1 0 0 0 0,0 1 0 0 0,0 0 0 0 0,1 0 0 0 0,-1 0 0 0 0,0 0 0 0 0,-1 0 0 0 0,1 1 0 0 0,0 0 1 0 0,-1 0-1 0 0,6 5 0 0 0,-8-6 9 0 0,1 0 0 0 0,-1 0 0 0 0,0 0 1 0 0,0 0-1 0 0,0 0 0 0 0,0 0 0 0 0,0 0 0 0 0,0 0 1 0 0,0 0-1 0 0,-1 1 0 0 0,1-1 0 0 0,-1 0 1 0 0,0 0-1 0 0,1 1 0 0 0,-1-1 0 0 0,0 0 0 0 0,0 1 1 0 0,-1-1-1 0 0,1 0 0 0 0,-1 3 0 0 0,0-1 22 0 0,-1 0-1 0 0,0 0 1 0 0,0 0-1 0 0,0 0 1 0 0,0 0 0 0 0,-1-1-1 0 0,1 1 1 0 0,-1-1-1 0 0,0 0 1 0 0,-3 3-1 0 0,-8 6-269 0 0,0-1 0 0 0,0-1-1 0 0,-1 0 1 0 0,-16 7 0 0 0,-13 4-5294 0 0,30-15 2888 0 0</inkml:trace>
</inkml:ink>
</file>

<file path=ppt/ink/ink2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2:44:10.1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137 61 472 0 0,'3'-21'1422'0'0,"6"-18"2138"0"0,-9 38-3175 0 0,-33 96 2320 0 0,23-65-2435 0 0,1 0-1 0 0,-9 50 1 0 0,-4 14 78 0 0,-34 64 343 0 0,112-187-415 0 0,156-141-92 0 0,-89 66-103 0 0,-111 91-81 0 0,-33 24 18 0 0,-39 26 13 0 0,-23 21-3 0 0,76-52-23 0 0,-1 1 1 0 0,1-1-1 0 0,1 1 0 0 0,-1 1 0 0 0,1-1 0 0 0,0 1 1 0 0,1 0-1 0 0,-7 12 0 0 0,11-18-4 0 0,0 0 0 0 0,0 0 0 0 0,1 1 0 0 0,-1-1 0 0 0,0 0 0 0 0,1 1 0 0 0,0-1 0 0 0,-1 0 0 0 0,1 1 0 0 0,0-1 0 0 0,0 1 0 0 0,0-1 0 0 0,1 0 0 0 0,-1 1 0 0 0,1-1 0 0 0,-1 0 0 0 0,1 1 0 0 0,0-1 0 0 0,0 0 0 0 0,0 0 1 0 0,0 0-1 0 0,2 3 0 0 0,0-1 2 0 0,0 0 1 0 0,0-1-1 0 0,1 1 0 0 0,0-1 1 0 0,0 0-1 0 0,0 0 1 0 0,0 0-1 0 0,0-1 1 0 0,1 1-1 0 0,5 1 1 0 0,10 4-48 0 0,0-1 0 0 0,1-2 0 0 0,38 7 0 0 0,-25-7-838 0 0,56 2 0 0 0,-77-8-460 0 0,1 1-1 0 0,-1-2 1 0 0,27-5 0 0 0,-21 2-804 0 0</inkml:trace>
</inkml:ink>
</file>

<file path=ppt/ink/ink2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2:44:10.9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 1 76 0 0,'0'0'2006'0'0,"-17"24"150"0"0,15-6-1460 0 0,1 0 0 0 0,0 0 0 0 0,1 0 1 0 0,5 31-1 0 0,0 23 632 0 0,-1-67-1268 0 0,8-12 57 0 0,24-30 186 0 0,-27 26-237 0 0,1 1 0 0 0,0 0 1 0 0,13-9-1 0 0,-20 16-67 0 0,-2 2 1 0 0,-1 0 0 0 0,1 0 0 0 0,0 1 0 0 0,0-1-1 0 0,0 0 1 0 0,0 1 0 0 0,0-1 0 0 0,0 1 0 0 0,0-1 0 0 0,0 1 0 0 0,0-1 0 0 0,0 1 0 0 0,0 0 0 0 0,0-1 0 0 0,0 1-1 0 0,0 0 1 0 0,0 0 0 0 0,0 0 0 0 0,1 0 0 0 0,-1 0 0 0 0,0 0 0 0 0,0 0 0 0 0,0 0 0 0 0,0 1 0 0 0,0-1 0 0 0,0 0-1 0 0,0 1 1 0 0,0-1 0 0 0,2 1 0 0 0,3 2 4 0 0,-1-1-1 0 0,1 1 1 0 0,0 0 0 0 0,-1 1-1 0 0,0-1 1 0 0,1 1-1 0 0,-2 0 1 0 0,1 0 0 0 0,0 0-1 0 0,4 7 1 0 0,31 23 3 0 0,-29-29-10 0 0,1 1 0 0 0,1-1 0 0 0,-1-1 0 0 0,1 0 0 0 0,0-1 0 0 0,0 0 0 0 0,0-1 0 0 0,0 0 1 0 0,0-1-1 0 0,0-1 0 0 0,1 0 0 0 0,-1-1 0 0 0,0 0 0 0 0,0-1 0 0 0,0 0 0 0 0,0-1 0 0 0,0-1 0 0 0,-1 0 0 0 0,1-1 0 0 0,-1 0 0 0 0,0-1 0 0 0,15-10 1 0 0,-24 15-4 0 0,-1-1 1 0 0,0 1 0 0 0,1-1 0 0 0,-1 1 0 0 0,0-1 1 0 0,0 0-1 0 0,0 0 0 0 0,0 0 0 0 0,0 0 0 0 0,0 0 1 0 0,-1-1-1 0 0,1 1 0 0 0,-1 0 0 0 0,1-1 0 0 0,-1 1 0 0 0,0-1 1 0 0,0 0-1 0 0,0 1 0 0 0,1-4 0 0 0,-2 5 2 0 0,-1 2 2 0 0,1-1 1 0 0,-1 0 0 0 0,1 1-1 0 0,0-1 1 0 0,0 0-1 0 0,-1 1 1 0 0,1-1 0 0 0,0 1-1 0 0,0-1 1 0 0,-1 1-1 0 0,1-1 1 0 0,0 1-1 0 0,0-1 1 0 0,0 1 0 0 0,0-1-1 0 0,0 1 1 0 0,0-1-1 0 0,0 1 1 0 0,0-1-1 0 0,0 1 1 0 0,0-1 0 0 0,0 1-1 0 0,0-1 1 0 0,0 1-1 0 0,0-1 1 0 0,0 1 0 0 0,0-1-1 0 0,0 0 1 0 0,1 1-1 0 0,-1-1 1 0 0,0 1-1 0 0,0-1 1 0 0,1 1 0 0 0,9 16 5 0 0,-4-12-11 0 0,0 0-1 0 0,0 0 1 0 0,1-1-1 0 0,0 0 1 0 0,0 0-1 0 0,0-1 1 0 0,10 4-1 0 0,-15-6 7 0 0,1 0 0 0 0,-1 0-1 0 0,1-1 1 0 0,0 1 0 0 0,-1-1-1 0 0,1 1 1 0 0,0-1 0 0 0,0 0-1 0 0,-1 0 1 0 0,1 0 0 0 0,0 0-1 0 0,-1-1 1 0 0,1 1 0 0 0,0-1-1 0 0,-1 0 1 0 0,1 1 0 0 0,0-1-1 0 0,-1 0 1 0 0,1-1 0 0 0,-1 1-1 0 0,0 0 1 0 0,1-1 0 0 0,-1 1 0 0 0,4-4-1 0 0,-5 3 15 0 0,-1 1 0 0 0,1-1 0 0 0,0 0 0 0 0,-1 0 0 0 0,1 1 0 0 0,-1-1-1 0 0,0 0 1 0 0,0 0 0 0 0,0 0 0 0 0,1 1 0 0 0,-1-1 0 0 0,-1 0 0 0 0,1 0 0 0 0,0 0 0 0 0,0 1-1 0 0,-1-1 1 0 0,1 0 0 0 0,-1 0 0 0 0,0 1 0 0 0,1-1 0 0 0,-1 0 0 0 0,0 1 0 0 0,0-1 0 0 0,0 1-1 0 0,0-1 1 0 0,-2-1 0 0 0,-29-38 495 0 0,21 30-330 0 0,-1 0 0 0 0,0 0 0 0 0,0 2 0 0 0,-1-1 0 0 0,0 2 0 0 0,-17-10 0 0 0,26 17-251 0 0,1-1 0 0 0,0 0-1 0 0,-1 1 1 0 0,1-1 0 0 0,-1 1 0 0 0,0 0 0 0 0,1 1 0 0 0,-1-1 0 0 0,0 0 0 0 0,1 1-1 0 0,-1 0 1 0 0,0 0 0 0 0,0 0 0 0 0,1 0 0 0 0,-1 1 0 0 0,0-1 0 0 0,1 1 0 0 0,-1 0 0 0 0,1 0-1 0 0,-1 1 1 0 0,1-1 0 0 0,-1 0 0 0 0,1 1 0 0 0,0 0 0 0 0,-1 0 0 0 0,1 0 0 0 0,0 0-1 0 0,0 1 1 0 0,1-1 0 0 0,-1 1 0 0 0,1 0 0 0 0,-4 3 0 0 0,-6 16-5046 0 0,11-17 2733 0 0</inkml:trace>
</inkml:ink>
</file>

<file path=ppt/ink/ink2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2:44:11.3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88 368 0 0,'16'45'5906'0'0,"-16"-42"-5764"0"0,0-2-72 0 0,0 0 0 0 0,1 0 0 0 0,-1 0 0 0 0,0 0 0 0 0,0 0 0 0 0,0 0 0 0 0,1 0-1 0 0,-1 0 1 0 0,1 0 0 0 0,-1 0 0 0 0,0 0 0 0 0,1 0 0 0 0,-1-1 0 0 0,1 1 0 0 0,0 0-1 0 0,-1 0 1 0 0,1 0 0 0 0,0-1 0 0 0,0 1 0 0 0,-1 0 0 0 0,1-1 0 0 0,0 1 0 0 0,2 0-1 0 0,-2 0 248 0 0,45-18 352 0 0,-43 16-690 0 0,0 0-1 0 0,1 1 0 0 0,-1-1 0 0 0,0 1 0 0 0,0-1 0 0 0,1 1 0 0 0,-1 0 0 0 0,0 0 0 0 0,1 1 0 0 0,-1-1 0 0 0,0 0 1 0 0,1 1-1 0 0,-1 0 0 0 0,0 0 0 0 0,0 0 0 0 0,0 0 0 0 0,0 1 0 0 0,0-1 0 0 0,4 3 0 0 0,8 3-140 0 0,-9-4 118 0 0,0-1 1 0 0,0 0-1 0 0,0 0 1 0 0,1-1-1 0 0,-1 0 1 0 0,0 0 0 0 0,1 0-1 0 0,-1-1 1 0 0,0 0-1 0 0,1 0 1 0 0,-1-1-1 0 0,1 1 1 0 0,-1-1-1 0 0,9-3 1 0 0,-13 3 61 0 0,0 0 1 0 0,0 0-1 0 0,0 0 0 0 0,0 0 1 0 0,0 0-1 0 0,0 0 1 0 0,0 0-1 0 0,0-1 0 0 0,-1 1 1 0 0,1-1-1 0 0,0 0 1 0 0,-1 1-1 0 0,0-1 0 0 0,1 0 1 0 0,-1 0-1 0 0,0 0 1 0 0,2-3-1 0 0,-2 2 51 0 0,-1 0 1 0 0,1 0-1 0 0,-1 0 0 0 0,1 0 1 0 0,-1 0-1 0 0,0 0 1 0 0,0 0-1 0 0,0 0 0 0 0,-1 0 1 0 0,1 0-1 0 0,-1 0 1 0 0,1 0-1 0 0,-1 0 0 0 0,0 0 1 0 0,0 0-1 0 0,-2-3 1 0 0,1 0 9 0 0,-1 1 1 0 0,1 0 0 0 0,-1 0 0 0 0,0 0 0 0 0,0 0 0 0 0,0 1-1 0 0,-1-1 1 0 0,1 1 0 0 0,-1 0 0 0 0,0 0 0 0 0,-1 0 0 0 0,1 1-1 0 0,-1-1 1 0 0,1 1 0 0 0,-1 0 0 0 0,0 0 0 0 0,0 1-1 0 0,-11-4 1 0 0,14 6-194 0 0,0 0 0 0 0,0 1 0 0 0,0-1 0 0 0,-1 1 0 0 0,1 0 0 0 0,0-1 0 0 0,0 1-1 0 0,0 0 1 0 0,0 0 0 0 0,0 1 0 0 0,1-1 0 0 0,-1 0 0 0 0,0 1 0 0 0,-2 2 0 0 0,-11 12-4729 0 0,13-9 2423 0 0</inkml:trace>
</inkml:ink>
</file>

<file path=ppt/ink/ink2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2:44:11.7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8 200 0 0,'0'0'3480'0'0,"4"1"-2871"0"0,9 6 52 0 0,-1 0-1 0 0,0 1 1 0 0,-1 0 0 0 0,1 1 0 0 0,18 19-1 0 0,-21-20-321 0 0,-8-7-318 0 0,1-1 0 0 0,-1 0 0 0 0,0 1 0 0 0,1-1-1 0 0,-1 0 1 0 0,1 1 0 0 0,-1-1 0 0 0,0 0 0 0 0,1 0 0 0 0,-1 0-1 0 0,1 0 1 0 0,-1-1 0 0 0,1 1 0 0 0,-1 0 0 0 0,0 0 0 0 0,1-1-1 0 0,-1 1 1 0 0,0-1 0 0 0,1 1 0 0 0,-1-1 0 0 0,2-1 0 0 0,30-17 236 0 0,-31 17-226 0 0,27-19 307 0 0,-22 15-132 0 0,1 1 0 0 0,-1-1 0 0 0,1 1 0 0 0,0 1-1 0 0,16-7 1 0 0,-23 11-191 0 0,1-1 0 0 0,-1 1 0 0 0,0 0 0 0 0,1 0 0 0 0,-1 0-1 0 0,0 0 1 0 0,1 0 0 0 0,-1 0 0 0 0,0 1 0 0 0,1-1 0 0 0,-1 0-1 0 0,0 1 1 0 0,1-1 0 0 0,-1 1 0 0 0,0-1 0 0 0,0 1 0 0 0,1-1-1 0 0,-1 1 1 0 0,0 0 0 0 0,0 0 0 0 0,0 0 0 0 0,0 0 0 0 0,0-1-1 0 0,0 1 1 0 0,0 1 0 0 0,1 1 0 0 0,20 36-576 0 0,-11-18-675 0 0,10 11-3960 0 0,-13-21 2764 0 0</inkml:trace>
</inkml:ink>
</file>

<file path=ppt/ink/ink2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2:44:12.5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247 94 852 0 0,'1'-3'481'0'0,"0"-1"0"0"0,-1 1 0 0 0,1 0 0 0 0,-1-1 0 0 0,0 1-1 0 0,0 0 1 0 0,0-1 0 0 0,-1 1 0 0 0,0-6 0 0 0,0 7-372 0 0,1 1 0 0 0,-1 0 0 0 0,1 0 0 0 0,-1 0 0 0 0,0 0 0 0 0,0 0 0 0 0,1 0-1 0 0,-1 0 1 0 0,0 0 0 0 0,0 0 0 0 0,0 1 0 0 0,0-1 0 0 0,0 0 0 0 0,0 0 0 0 0,0 1 0 0 0,0-1 0 0 0,0 1 0 0 0,-1-1 0 0 0,1 1 0 0 0,0-1-1 0 0,0 1 1 0 0,0 0 0 0 0,-1 0 0 0 0,1-1 0 0 0,0 1 0 0 0,0 0 0 0 0,-1 0 0 0 0,1 0 0 0 0,0 0 0 0 0,0 0 0 0 0,0 1 0 0 0,-3 0 0 0 0,-9 1 211 0 0,0 0 1 0 0,1 2 0 0 0,-1-1 0 0 0,1 2-1 0 0,0-1 1 0 0,0 2 0 0 0,-20 12 0 0 0,24-14-185 0 0,1 1 0 0 0,0 1-1 0 0,0 0 1 0 0,0 0 0 0 0,1 0 0 0 0,-1 1 0 0 0,2-1 0 0 0,-1 1 0 0 0,1 1 0 0 0,0-1 0 0 0,0 1 0 0 0,-5 15 0 0 0,9-22-123 0 0,0 1 1 0 0,0-1 0 0 0,0 0 0 0 0,1 1 0 0 0,-1 0-1 0 0,0-1 1 0 0,1 1 0 0 0,-1-1 0 0 0,1 1 0 0 0,0 0-1 0 0,0-1 1 0 0,0 1 0 0 0,0 0 0 0 0,0-1 0 0 0,0 1-1 0 0,0 0 1 0 0,0-1 0 0 0,0 1 0 0 0,1 0 0 0 0,-1-1-1 0 0,1 1 1 0 0,-1-1 0 0 0,1 1 0 0 0,0 0 0 0 0,0-1-1 0 0,-1 0 1 0 0,1 1 0 0 0,0-1 0 0 0,0 0 0 0 0,1 1 0 0 0,-1-1-1 0 0,0 0 1 0 0,0 0 0 0 0,0 0 0 0 0,1 0 0 0 0,-1 0-1 0 0,1 0 1 0 0,-1 0 0 0 0,1 0 0 0 0,-1-1 0 0 0,1 1-1 0 0,-1-1 1 0 0,1 1 0 0 0,1 0 0 0 0,3 0-19 0 0,0-1 0 0 0,-1 1 0 0 0,1-1 1 0 0,0 0-1 0 0,-1-1 0 0 0,1 1 0 0 0,0-1 0 0 0,-1 0 0 0 0,1-1 1 0 0,-1 1-1 0 0,8-4 0 0 0,38-20-184 0 0,-50 24 165 0 0,0 2 19 0 0,0 0-1 0 0,0-1 0 0 0,0 1 1 0 0,0 0-1 0 0,-1-1 0 0 0,1 1 1 0 0,0 0-1 0 0,0 0 0 0 0,-1 0 0 0 0,1 0 1 0 0,0 0-1 0 0,-1 0 0 0 0,1 0 1 0 0,-1 0-1 0 0,1 0 0 0 0,-1 0 1 0 0,0 0-1 0 0,1 0 0 0 0,-1 0 1 0 0,0 1-1 0 0,0-1 0 0 0,0 0 1 0 0,0 2-1 0 0,6 14-4 0 0,-1-12 8 0 0,0 0 0 0 0,1 0-1 0 0,-1-1 1 0 0,1 1 0 0 0,0-1 0 0 0,1 0-1 0 0,-1-1 1 0 0,0 0 0 0 0,1 0-1 0 0,0 0 1 0 0,0-1 0 0 0,0 0 0 0 0,0 0-1 0 0,0-1 1 0 0,0 1 0 0 0,0-2-1 0 0,1 1 1 0 0,-1-1 0 0 0,0 0 0 0 0,0-1-1 0 0,1 1 1 0 0,-1-2 0 0 0,0 1-1 0 0,11-4 1 0 0,8-3 3 0 0,0-1 1 0 0,-1-1-1 0 0,0-1 0 0 0,-1-1 1 0 0,31-21-1 0 0,-40 24 8 0 0,17-11 18 0 0,36-30 0 0 0,-61 44-24 0 0,0 0 1 0 0,0-1-1 0 0,0 0 0 0 0,-1 0 0 0 0,0-1 1 0 0,0 0-1 0 0,-1 0 0 0 0,0 0 1 0 0,0-1-1 0 0,4-10 0 0 0,-8 18-3 0 0,-1 0-1 0 0,0 0 1 0 0,1 0-1 0 0,-1-1 1 0 0,0 1 0 0 0,1 0-1 0 0,-1 0 1 0 0,0 0-1 0 0,0 0 1 0 0,0 0-1 0 0,0 0 1 0 0,0 0 0 0 0,0 0-1 0 0,-1 0 1 0 0,1-1-1 0 0,0 1 1 0 0,0 0-1 0 0,-1 0 1 0 0,1 0-1 0 0,-1 0 1 0 0,1 0 0 0 0,-1 0-1 0 0,1 0 1 0 0,-1 1-1 0 0,1-1 1 0 0,-1 0-1 0 0,0 0 1 0 0,0 0-1 0 0,1 0 1 0 0,-1 1 0 0 0,0-1-1 0 0,0 0 1 0 0,0 1-1 0 0,0-1 1 0 0,0 1-1 0 0,0-1 1 0 0,0 1-1 0 0,0-1 1 0 0,0 1 0 0 0,0 0-1 0 0,0-1 1 0 0,0 1-1 0 0,0 0 1 0 0,0 0-1 0 0,0 0 1 0 0,0 0-1 0 0,-3 0 1 0 0,2 0 0 0 0,0 0-1 0 0,0 0 1 0 0,0 0 0 0 0,0 1-1 0 0,0-1 1 0 0,0 1 0 0 0,0-1-1 0 0,0 1 1 0 0,0 0 0 0 0,0-1-1 0 0,1 1 1 0 0,-1 0 0 0 0,0 0-1 0 0,0 0 1 0 0,1 1 0 0 0,-1-1-1 0 0,0 0 1 0 0,1 1 0 0 0,-1-1-1 0 0,1 1 1 0 0,0-1 0 0 0,0 1-1 0 0,-1 0 1 0 0,1-1 0 0 0,0 1-1 0 0,0 0 1 0 0,0 2 0 0 0,0 1 0 0 0,0 0 0 0 0,1 0 0 0 0,-1 0 0 0 0,1 0 1 0 0,0 0-1 0 0,1 0 0 0 0,-1 0 0 0 0,1 0 1 0 0,0 0-1 0 0,0 0 0 0 0,2 5 0 0 0,26 59 0 0 0,-3-10 1 0 0,-25-55-5 0 0,0-1 0 0 0,-1 1 0 0 0,1 0 0 0 0,-1-1 1 0 0,0 1-1 0 0,0 0 0 0 0,0-1 0 0 0,0 1 0 0 0,-1 0 0 0 0,1-1 0 0 0,-1 1 1 0 0,0-1-1 0 0,0 1 0 0 0,0-1 0 0 0,0 1 0 0 0,-1-1 0 0 0,0 0 0 0 0,1 0 1 0 0,-1 1-1 0 0,0-1 0 0 0,-1-1 0 0 0,1 1 0 0 0,0 0 0 0 0,-1 0 0 0 0,0-1 0 0 0,1 1 1 0 0,-1-1-1 0 0,0 0 0 0 0,0 0 0 0 0,-6 3 0 0 0,-11 5-365 0 0,0 0-1 0 0,0-2 1 0 0,-1 0-1 0 0,-22 5 1 0 0,24-7-321 0 0,-57 14-4822 0 0,44-13 2333 0 0</inkml:trace>
</inkml:ink>
</file>

<file path=ppt/ink/ink2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2:44:13.5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371 303 32 0 0,'3'-20'835'0'0,"-3"-10"6234"0"0,-6 47-6686 0 0,-79 212 1984 0 0,-27 85-1078 0 0,87-227-1024 0 0,8-25 311 0 0,-34 78 0 0 0,48-131-502 0 0,2-8-53 0 0,1 1 0 0 0,0-1-1 0 0,-1 1 1 0 0,1-1 0 0 0,-1 0-1 0 0,1 1 1 0 0,-1-1 0 0 0,0 0 0 0 0,0 0-1 0 0,0 1 1 0 0,1-1 0 0 0,-1 0 0 0 0,0 0-1 0 0,0 0 1 0 0,-1 0 0 0 0,1 0-1 0 0,0 0 1 0 0,0 0 0 0 0,-2 0 0 0 0,3-47 165 0 0,40-162-451 0 0,-19 106-90 0 0,52-187-549 0 0,-58 243 776 0 0,2 1-1 0 0,3 1 0 0 0,1 1 0 0 0,33-50 1 0 0,-42 75 104 0 0,2 0 1 0 0,0 2 0 0 0,1 0-1 0 0,1 0 1 0 0,0 1 0 0 0,1 1-1 0 0,1 1 1 0 0,0 1 0 0 0,0 0-1 0 0,2 1 1 0 0,-1 1 0 0 0,1 1-1 0 0,1 1 1 0 0,-1 1 0 0 0,1 0-1 0 0,1 2 1 0 0,33-5 0 0 0,-48 9 28 0 0,0 1 0 0 0,-1 0-1 0 0,1 0 1 0 0,0 0 0 0 0,0 1 0 0 0,-1 0 0 0 0,1 0 0 0 0,0 1 0 0 0,-1 0 0 0 0,1 0 0 0 0,-1 1 0 0 0,0-1 0 0 0,0 1 0 0 0,0 1 0 0 0,0-1 0 0 0,0 1-1 0 0,-1 0 1 0 0,0 0 0 0 0,1 1 0 0 0,-2-1 0 0 0,1 1 0 0 0,0 0 0 0 0,-1 1 0 0 0,0-1 0 0 0,0 1 0 0 0,-1 0 0 0 0,0 0 0 0 0,0 0 0 0 0,3 8-1 0 0,-3-4 1 0 0,0-1-1 0 0,-1 1 1 0 0,0-1-1 0 0,-1 1 0 0 0,0 0 1 0 0,-1-1-1 0 0,1 1 0 0 0,-2 0 1 0 0,0 0-1 0 0,0-1 0 0 0,-1 1 1 0 0,0 0-1 0 0,0-1 0 0 0,-1 0 1 0 0,0 1-1 0 0,-1-1 0 0 0,0 0 1 0 0,-1-1-1 0 0,-9 15 0 0 0,0-6 7 0 0,0 0 0 0 0,-2-2 0 0 0,0 1-1 0 0,0-2 1 0 0,-2 0 0 0 0,0-1 0 0 0,0-1-1 0 0,-1-1 1 0 0,0 0 0 0 0,-1-1-1 0 0,-36 12 1 0 0,22-11 44 0 0,-1-2-1 0 0,1 0 1 0 0,-1-3 0 0 0,-1 0-1 0 0,1-3 1 0 0,-56-1 0 0 0,67-3-29 0 0,-1-1 0 0 0,1-1 0 0 0,0-1 0 0 0,0-1 0 0 0,0-1 0 0 0,1-2 0 0 0,0 0 0 0 0,-37-19 0 0 0,59 26-64 0 0,-1 1 0 0 0,1-1 1 0 0,0 1-1 0 0,1-1 0 0 0,-1 1 1 0 0,0-1-1 0 0,0 0 0 0 0,0 0 0 0 0,0 1 1 0 0,0-1-1 0 0,1 0 0 0 0,-1 0 1 0 0,0 0-1 0 0,1 0 0 0 0,-1 0 0 0 0,1 0 1 0 0,-1 0-1 0 0,1 0 0 0 0,-1-2 1 0 0,1 2-32 0 0,0 0 0 0 0,0 0 0 0 0,0 1 0 0 0,1-1 1 0 0,-1 0-1 0 0,0 0 0 0 0,0 1 0 0 0,1-1 0 0 0,-1 0 1 0 0,1 1-1 0 0,-1-1 0 0 0,0 0 0 0 0,1 1 0 0 0,-1-1 1 0 0,1 1-1 0 0,0-1 0 0 0,-1 1 0 0 0,1-1 0 0 0,-1 1 1 0 0,1-1-1 0 0,1 0 0 0 0,42-15-5463 0 0,-20 10 2908 0 0</inkml:trace>
</inkml:ink>
</file>

<file path=ppt/ink/ink2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2:44:14.6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340 50 516 0 0,'-10'-32'3915'0'0,"7"30"-3764"0"0,1 0 0 0 0,-1 0-1 0 0,0 0 1 0 0,-1 1 0 0 0,1-1 0 0 0,0 1-1 0 0,0 0 1 0 0,-1 0 0 0 0,1 0 0 0 0,0 0 0 0 0,-1 0-1 0 0,1 1 1 0 0,-1 0 0 0 0,1-1 0 0 0,-1 1-1 0 0,1 1 1 0 0,-1-1 0 0 0,1 0 0 0 0,-1 1 0 0 0,1 0-1 0 0,-1 0 1 0 0,1 0 0 0 0,0 0 0 0 0,-6 3-1 0 0,-10 3 307 0 0,0 2 0 0 0,-32 19 0 0 0,32-17-103 0 0,1 1 1 0 0,1 1-1 0 0,-22 21 1 0 0,33-28-262 0 0,0 0-1 0 0,1 0 1 0 0,-1 0 0 0 0,1 1 0 0 0,1 0-1 0 0,-1-1 1 0 0,1 2 0 0 0,1-1 0 0 0,-1 0-1 0 0,1 1 1 0 0,0 0 0 0 0,-2 10-1 0 0,5-16-75 0 0,0 0-1 0 0,0 0 1 0 0,0 0-1 0 0,0 0 0 0 0,0 0 1 0 0,0 0-1 0 0,0 0 1 0 0,1 0-1 0 0,-1 0 0 0 0,1 0 1 0 0,-1 0-1 0 0,1 0 0 0 0,0 0 1 0 0,0 0-1 0 0,0-1 1 0 0,0 1-1 0 0,0 0 0 0 0,0-1 1 0 0,0 1-1 0 0,1 0 0 0 0,-1-1 1 0 0,0 0-1 0 0,1 1 1 0 0,-1-1-1 0 0,1 0 0 0 0,0 0 1 0 0,-1 0-1 0 0,1 0 1 0 0,0 0-1 0 0,0 0 0 0 0,0 0 1 0 0,0-1-1 0 0,-1 1 0 0 0,1-1 1 0 0,0 1-1 0 0,0-1 1 0 0,0 0-1 0 0,0 1 0 0 0,0-1 1 0 0,4-1-1 0 0,1 2 6 0 0,1-1-1 0 0,-1-1 1 0 0,1 1-1 0 0,-1-1 1 0 0,1 0-1 0 0,-1-1 1 0 0,0 0 0 0 0,0 0-1 0 0,0-1 1 0 0,8-3-1 0 0,7-8-57 0 0,-1 0 0 0 0,-1-2 0 0 0,0-1-1 0 0,-2 0 1 0 0,0-1 0 0 0,18-23 0 0 0,-35 41 34 0 0,-1 0 0 0 0,0 0 0 0 0,1 0 0 0 0,-1 0 0 0 0,0 0 0 0 0,1 0 0 0 0,-1 1 0 0 0,0-1 0 0 0,1 0 0 0 0,-1 0 1 0 0,0 0-1 0 0,1 0 0 0 0,-1 1 0 0 0,0-1 0 0 0,1 0 0 0 0,-1 0 0 0 0,0 1 0 0 0,0-1 0 0 0,0 0 0 0 0,1 0 0 0 0,-1 1 0 0 0,0-1 0 0 0,0 0 0 0 0,0 1 0 0 0,1-1 1 0 0,-1 0-1 0 0,0 1 0 0 0,0-1 0 0 0,0 0 0 0 0,0 1 0 0 0,0-1 0 0 0,0 0 0 0 0,0 1 0 0 0,0-1 0 0 0,0 1 0 0 0,0-1 0 0 0,0 0 0 0 0,0 1 0 0 0,0-1 0 0 0,0 0 1 0 0,0 1-1 0 0,0-1 0 0 0,-1 0 0 0 0,1 1 0 0 0,3 31-2 0 0,-1-21-11 0 0,-2-7 15 0 0,1 1-1 0 0,0-1 1 0 0,0 1 0 0 0,0-1-1 0 0,1 0 1 0 0,0 1 0 0 0,0-1 0 0 0,0 0-1 0 0,0 0 1 0 0,0-1 0 0 0,1 1-1 0 0,0 0 1 0 0,0-1 0 0 0,0 1 0 0 0,0-1-1 0 0,0 0 1 0 0,1 0 0 0 0,6 4 0 0 0,-6-6-1 0 0,-1 1 1 0 0,1-1 0 0 0,0 0 0 0 0,0-1 0 0 0,0 1 0 0 0,0-1 0 0 0,0 1 0 0 0,0-1 0 0 0,0 0 0 0 0,0-1 0 0 0,0 1 0 0 0,0-1 0 0 0,0 0 0 0 0,0 0 0 0 0,0 0 0 0 0,-1 0-1 0 0,1 0 1 0 0,0-1 0 0 0,-1 0 0 0 0,1 0 0 0 0,3-3 0 0 0,15-10 0 0 0,-1-1 1 0 0,0-1-1 0 0,-2-1 0 0 0,0-1 0 0 0,28-36 0 0 0,1 0 2 0 0,-45 51 4 0 0,14-21-5 0 0,-17 24 3 0 0,-2 1-5 0 0,0 0 0 0 0,-1 0 1 0 0,1 0-1 0 0,-1 0 0 0 0,1 0 1 0 0,-1 1-1 0 0,1-1 0 0 0,-1 1 0 0 0,1 0 1 0 0,0-1-1 0 0,0 1 0 0 0,-1 0 1 0 0,1 0-1 0 0,0 1 0 0 0,0-1 1 0 0,0 0-1 0 0,-4 4 1 0 0,-19 12-14 0 0,23-16 15 0 0,0 0 0 0 0,1 0 0 0 0,-1-1 0 0 0,1 1-1 0 0,-1 0 1 0 0,1 0 0 0 0,-1 1 0 0 0,1-1 0 0 0,0 0-1 0 0,0 0 1 0 0,0 1 0 0 0,-1-1 0 0 0,1 0 0 0 0,0 1 0 0 0,1-1-1 0 0,-3 4 1 0 0,3-4-1 0 0,1-1 0 0 0,-1 1 0 0 0,0 0 0 0 0,0 0 0 0 0,1-1 0 0 0,-1 1 1 0 0,0 0-1 0 0,1-1 0 0 0,-1 1 0 0 0,0 0 0 0 0,1-1 0 0 0,-1 1 0 0 0,1-1 0 0 0,-1 1 0 0 0,1 0 0 0 0,0-1 0 0 0,-1 1 0 0 0,1-1 0 0 0,-1 0 0 0 0,1 1 0 0 0,0-1 0 0 0,0 0 0 0 0,-1 1 0 0 0,1-1 1 0 0,0 0-1 0 0,-1 0 0 0 0,1 1 0 0 0,0-1 0 0 0,0 0 0 0 0,0 0 0 0 0,28 7 15 0 0,-27-6-9 0 0,5 0-6 0 0,0 0-1 0 0,-1 1 1 0 0,1 0 0 0 0,0 0-1 0 0,-1 1 1 0 0,0 0 0 0 0,0 0-1 0 0,0 0 1 0 0,0 1 0 0 0,0 0-1 0 0,-1 0 1 0 0,0 1 0 0 0,6 5-1 0 0,-9-7 2 0 0,1 1 0 0 0,-1 0-1 0 0,0 0 1 0 0,0 0 0 0 0,-1 0-1 0 0,1 1 1 0 0,-1-1 0 0 0,0 0-1 0 0,0 1 1 0 0,0-1 0 0 0,-1 0-1 0 0,1 1 1 0 0,-1-1 0 0 0,0 1-1 0 0,0-1 1 0 0,-1 1 0 0 0,0-1-1 0 0,1 1 1 0 0,-1-1 0 0 0,-1 0-1 0 0,-1 6 1 0 0,-1 1-11 0 0,2-4 10 0 0,-1 0 0 0 0,1 0 0 0 0,1 0 0 0 0,-1 0 0 0 0,1 1 0 0 0,0 9 0 0 0,1-16 1 0 0,0 0-1 0 0,1 0 1 0 0,-1 0-1 0 0,0 0 0 0 0,0 1 1 0 0,1-1-1 0 0,-1 0 1 0 0,0 0-1 0 0,1 0 0 0 0,-1 0 1 0 0,1 0-1 0 0,0 0 1 0 0,-1 0-1 0 0,1 0 0 0 0,0 0 1 0 0,0 0-1 0 0,-1-1 1 0 0,1 1-1 0 0,1 1 0 0 0,0-1 0 0 0,0 0 0 0 0,0-1 0 0 0,0 1 0 0 0,0 0 0 0 0,0-1-1 0 0,0 0 1 0 0,0 1 0 0 0,0-1 0 0 0,0 0 0 0 0,0 0 0 0 0,0 0-1 0 0,0 0 1 0 0,0 0 0 0 0,0-1 0 0 0,3 0 0 0 0,30-4-464 0 0,34-8-1818 0 0,-24-1-3289 0 0,-30 9 3064 0 0</inkml:trace>
</inkml:ink>
</file>

<file path=ppt/ink/ink2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2:44:15.5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185 48 492 0 0,'-2'-3'330'0'0,"1"0"0"0"0,-1 0 0 0 0,0 0 0 0 0,0 0 0 0 0,0 1 0 0 0,-1-1 0 0 0,1 0 0 0 0,-1 1 0 0 0,1 0 0 0 0,-1-1 0 0 0,0 1 0 0 0,0 0 0 0 0,0 1 0 0 0,0-1 0 0 0,0 0 0 0 0,0 1 0 0 0,-6-3 0 0 0,5 3-192 0 0,1 1 0 0 0,0-1 0 0 0,-1 0 0 0 0,1 1 0 0 0,-1 0 1 0 0,1 0-1 0 0,0 0 0 0 0,-1 0 0 0 0,1 0 0 0 0,-1 1 0 0 0,1-1 0 0 0,0 1 0 0 0,-1 0 0 0 0,1 0 0 0 0,0 0 0 0 0,0 1 0 0 0,0-1 0 0 0,0 1 1 0 0,0-1-1 0 0,0 1 0 0 0,0 0 0 0 0,0 0 0 0 0,1 1 0 0 0,-1-1 0 0 0,1 0 0 0 0,0 1 0 0 0,0 0 0 0 0,-3 4 0 0 0,3-4-77 0 0,1 0-1 0 0,-1 0 1 0 0,1 1-1 0 0,0-1 1 0 0,0 0-1 0 0,1 1 1 0 0,-1-1-1 0 0,1 1 0 0 0,-1-1 1 0 0,1 1-1 0 0,0-1 1 0 0,0 1-1 0 0,1-1 1 0 0,-1 1-1 0 0,1-1 1 0 0,0 1-1 0 0,0-1 1 0 0,0 0-1 0 0,2 5 1 0 0,5 9 113 0 0,0-1 0 0 0,18 27 0 0 0,6 13 116 0 0,-26-43-239 0 0,-2 0 0 0 0,1 1 0 0 0,-2-1-1 0 0,0 1 1 0 0,2 23 0 0 0,-4-33-43 0 0,-1-1 0 0 0,0 0 0 0 0,0 1 0 0 0,-1-1 0 0 0,1 0-1 0 0,-1 0 1 0 0,1 0 0 0 0,-1 1 0 0 0,0-1 0 0 0,0 0 0 0 0,0 0 0 0 0,-1 0 0 0 0,1 0 0 0 0,-1 0 0 0 0,0-1 0 0 0,0 1 0 0 0,0 0 0 0 0,0-1-1 0 0,0 0 1 0 0,0 1 0 0 0,-1-1 0 0 0,1 0 0 0 0,-1 0 0 0 0,1 0 0 0 0,-1 0 0 0 0,0-1 0 0 0,0 1 0 0 0,0-1 0 0 0,0 0 0 0 0,-4 2 0 0 0,4-2-5 0 0,0 0 0 0 0,0 1 1 0 0,0-1-1 0 0,0-1 1 0 0,-1 1-1 0 0,1 0 1 0 0,0-1-1 0 0,0 0 0 0 0,-1 1 1 0 0,1-1-1 0 0,0 0 1 0 0,-1-1-1 0 0,1 1 1 0 0,0-1-1 0 0,0 1 1 0 0,-1-1-1 0 0,1 0 0 0 0,0 0 1 0 0,0-1-1 0 0,0 1 1 0 0,0-1-1 0 0,0 1 1 0 0,1-1-1 0 0,-1 0 0 0 0,-4-3 1 0 0,7 4-6 0 0,0 0 1 0 0,-1 0-1 0 0,1 0 1 0 0,0 0-1 0 0,0 0 1 0 0,0 0-1 0 0,0 0 1 0 0,0 0-1 0 0,0 0 0 0 0,0 0 1 0 0,0 0-1 0 0,0 0 1 0 0,0 0-1 0 0,0 0 1 0 0,1 0-1 0 0,-1 0 1 0 0,0 0-1 0 0,1 0 1 0 0,-1 0-1 0 0,1 1 0 0 0,-1-1 1 0 0,1 0-1 0 0,-1 0 1 0 0,1 0-1 0 0,0 1 1 0 0,-1-1-1 0 0,1 0 1 0 0,0 0-1 0 0,0 1 1 0 0,-1-1-1 0 0,1 1 0 0 0,0-1 1 0 0,0 1-1 0 0,1-1 1 0 0,36-22-105 0 0,-33 20 67 0 0,37-17-307 0 0,1 2 1 0 0,54-15-1 0 0,-63 23 246 0 0,-1-1 0 0 0,1-2 0 0 0,-2-1 0 0 0,0-2 0 0 0,35-23 0 0 0,-40 22 67 0 0,-20 13 32 0 0,0 0 0 0 0,0-1 0 0 0,0 0 0 0 0,-1 0 0 0 0,0 0 0 0 0,0-1 0 0 0,9-11 0 0 0,-14 17 11 0 0,-1-1 1 0 0,1 0-1 0 0,-1 1 1 0 0,1-1-1 0 0,-1 0 1 0 0,1 0-1 0 0,-1 1 0 0 0,0-1 1 0 0,0 0-1 0 0,1 0 1 0 0,-1 1-1 0 0,0-1 0 0 0,0 0 1 0 0,0 0-1 0 0,0 0 1 0 0,0 1-1 0 0,0-1 0 0 0,0 0 1 0 0,0 0-1 0 0,0 0 1 0 0,0 1-1 0 0,0-1 1 0 0,0 0-1 0 0,-1 0 0 0 0,1 0 1 0 0,0 1-1 0 0,-1-1 1 0 0,1 0-1 0 0,-1 0 0 0 0,0 0 1 0 0,0 0 28 0 0,-1-1-1 0 0,1 1 1 0 0,-1 0 0 0 0,0 0-1 0 0,0 0 1 0 0,1 0 0 0 0,-1 1-1 0 0,0-1 1 0 0,0 0 0 0 0,0 1-1 0 0,0-1 1 0 0,-2 1 0 0 0,-2-1 52 0 0,0 0 0 0 0,0 1 1 0 0,0-1-1 0 0,1 2 0 0 0,-1-1 1 0 0,0 0-1 0 0,0 1 0 0 0,-7 2 1 0 0,9-1-57 0 0,0 0 1 0 0,0 0-1 0 0,1 1 1 0 0,-1-1-1 0 0,1 1 1 0 0,0-1-1 0 0,-1 1 1 0 0,1 0-1 0 0,0 0 1 0 0,1 0-1 0 0,-1 1 1 0 0,1-1-1 0 0,-1 1 1 0 0,1 0 0 0 0,0-1-1 0 0,0 1 1 0 0,1 0-1 0 0,-1 0 1 0 0,-1 7-1 0 0,0 4 18 0 0,1 0 0 0 0,1-1 0 0 0,0 1 0 0 0,2 19 0 0 0,-1-8 24 0 0,0-24-75 0 0,0-1 1 0 0,0 1 0 0 0,0-1 0 0 0,0 0-1 0 0,1 1 1 0 0,-1-1 0 0 0,0 1-1 0 0,1-1 1 0 0,-1 0 0 0 0,0 0 0 0 0,1 1-1 0 0,0-1 1 0 0,-1 0 0 0 0,1 0-1 0 0,0 1 1 0 0,0-1 0 0 0,0 0 0 0 0,-1 0-1 0 0,1 0 1 0 0,0 0 0 0 0,0 0 0 0 0,1 0-1 0 0,-1-1 1 0 0,0 1 0 0 0,0 0-1 0 0,0 0 1 0 0,1-1 0 0 0,0 1 0 0 0,2 0-1 0 0,0 0 0 0 0,1 0 1 0 0,-1 0-1 0 0,0-1 0 0 0,0 0 0 0 0,1 1 1 0 0,-1-2-1 0 0,0 1 0 0 0,6-1 0 0 0,5-2-3 0 0,0-1-1 0 0,0 0 0 0 0,0-1 0 0 0,14-8 0 0 0,12-10-24 0 0,-2-1 0 0 0,46-38 0 0 0,19-13-82 0 0,-104 75 107 0 0,0-1 1 0 0,1 1 0 0 0,-1 0-1 0 0,0-1 1 0 0,1 1 0 0 0,-1 0-1 0 0,0-1 1 0 0,1 1-1 0 0,-1 0 1 0 0,1-1 0 0 0,-1 1-1 0 0,0 0 1 0 0,1 0 0 0 0,-1-1-1 0 0,1 1 1 0 0,-1 0 0 0 0,1 0-1 0 0,-1 0 1 0 0,1 0 0 0 0,-1 0-1 0 0,1-1 1 0 0,-1 1 0 0 0,1 0-1 0 0,-1 0 1 0 0,1 0 0 0 0,-1 0-1 0 0,1 1 1 0 0,-1-1 0 0 0,1 0-1 0 0,-1 0 1 0 0,1 0 0 0 0,-1 0-1 0 0,1 0 1 0 0,-1 1 0 0 0,1-1-1 0 0,-1 0 1 0 0,1 0-1 0 0,-1 1 1 0 0,0-1 0 0 0,1 0-1 0 0,-1 1 1 0 0,1-1 0 0 0,-1 1-1 0 0,0-1 1 0 0,1 0 0 0 0,-1 1-1 0 0,0-1 1 0 0,0 1 0 0 0,1-1-1 0 0,-1 1 1 0 0,0-1 0 0 0,0 1-1 0 0,0-1 1 0 0,0 1 0 0 0,1-1-1 0 0,-1 1 1 0 0,0-1 0 0 0,0 1-1 0 0,0-1 1 0 0,0 1 0 0 0,0 0-1 0 0,-6 43 8 0 0,3-23-13 0 0,3-20 6 0 0,0 5 4 0 0,0-1-1 0 0,0 1 1 0 0,0 0 0 0 0,1-1-1 0 0,0 1 1 0 0,2 8 0 0 0,-2-12-3 0 0,0-1 0 0 0,0 1 0 0 0,0 0 0 0 0,1 0 0 0 0,-1-1 0 0 0,0 1 0 0 0,1-1 0 0 0,-1 1 0 0 0,0-1 0 0 0,1 1 0 0 0,0-1 0 0 0,-1 0 0 0 0,1 0 0 0 0,0 0 1 0 0,0 0-1 0 0,0 0 0 0 0,0 0 0 0 0,-1 0 0 0 0,1-1 0 0 0,0 1 0 0 0,0-1 0 0 0,4 1 0 0 0,12 3-1098 0 0,0-1 1 0 0,0-1-1 0 0,0 0 1 0 0,1-2-1 0 0,-1 0 1 0 0,1-1-1 0 0,29-5 1 0 0,-33 2-1764 0 0</inkml:trace>
</inkml:ink>
</file>

<file path=ppt/ink/ink2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2:44:18.3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 59 840 0 0,'-23'-41'6219'0'0,"23"40"-5796"0"0,0 1-366 0 0,0-1 0 0 0,0 0 0 0 0,0 0 1 0 0,1 0-1 0 0,-1 1 0 0 0,0-1 0 0 0,1 0 0 0 0,-1 0 0 0 0,1 1 0 0 0,-1-1 1 0 0,1 0-1 0 0,-1 0 0 0 0,1 1 0 0 0,-1-1 0 0 0,1 1 0 0 0,0-1 1 0 0,-1 1-1 0 0,1-1 0 0 0,0 1 0 0 0,0-1 0 0 0,-1 1 0 0 0,1-1 0 0 0,0 1 1 0 0,0 0-1 0 0,0 0 0 0 0,-1-1 0 0 0,1 1 0 0 0,0 0 0 0 0,0 0 0 0 0,0 0 1 0 0,0 0-1 0 0,-1 0 0 0 0,1 0 0 0 0,0 0 0 0 0,0 0 0 0 0,0 0 0 0 0,0 0 1 0 0,-1 1-1 0 0,1-1 0 0 0,0 0 0 0 0,0 1 0 0 0,0-1 0 0 0,0 1 1 0 0,1 0-418 0 0,0 1 0 0 0,-1-1 0 0 0,1 1 1 0 0,-1 0-1 0 0,1 0 0 0 0,-1-1 1 0 0,0 1-1 0 0,0 0 0 0 0,0 0 1 0 0,0 0-1 0 0,0 0 0 0 0,0 0 1 0 0,-1 1-1 0 0,1-1 0 0 0,0 4 1 0 0,1 1-2027 0 0</inkml:trace>
</inkml:ink>
</file>

<file path=ppt/ink/ink2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2:44:19.7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18 308 0 0,'0'0'380'0'0,"1"-1"58"0"0,0-1 0 0 0,0 1 1 0 0,0-1-1 0 0,1 1 0 0 0,-1-1 0 0 0,0 1 1 0 0,0-1-1 0 0,1 1 0 0 0,-1 0 0 0 0,1 0 0 0 0,1-1 1 0 0,1 6-350 0 0,-1 0 0 0 0,0 0 0 0 0,-1 0 0 0 0,1 1 0 0 0,-1-1 0 0 0,0 1 0 0 0,0-1 0 0 0,0 1 0 0 0,0 0 0 0 0,-1 0 0 0 0,0 0 0 0 0,0 0 0 0 0,0 6 0 0 0,5 72 399 0 0,-8-64-341 0 0,2-17-128 0 0,-1 0 0 0 0,1 0 1 0 0,0 0-1 0 0,-1 1 0 0 0,1-1 0 0 0,0 0 1 0 0,0 0-1 0 0,0 0 0 0 0,1 0 1 0 0,-1 0-1 0 0,0 1 0 0 0,1-1 0 0 0,-1 0 1 0 0,1 0-1 0 0,0 0 0 0 0,0 0 1 0 0,0 0-1 0 0,0 0 0 0 0,1 1 0 0 0,-1-2 24 0 0,0-3-28 0 0,4-4-11 0 0,0-1 1 0 0,0 1-1 0 0,1 0 1 0 0,0 0-1 0 0,0 0 1 0 0,1 1-1 0 0,-1 0 1 0 0,8-4-1 0 0,5-5-1 0 0,-8 8 0 0 0,-1 0-1 0 0,1 0 1 0 0,0 1 0 0 0,1 0-1 0 0,16-4 1 0 0,16-7-11 0 0,-9 10-11 0 0,-33 6 33 0 0,22 18 76 0 0,-8 11 64 0 0,-14-24-136 0 0,0-1 0 0 0,0 1 0 0 0,1-1-1 0 0,-1 0 1 0 0,1 0 0 0 0,0 0 0 0 0,0 0 0 0 0,0-1-1 0 0,1 1 1 0 0,-1-1 0 0 0,1 0 0 0 0,0 0-1 0 0,0 0 1 0 0,0 0 0 0 0,0-1 0 0 0,8 4-1 0 0,21 2-1310 0 0,-9-6-2927 0 0,-13-2 2334 0 0</inkml:trace>
</inkml:ink>
</file>

<file path=ppt/ink/ink2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2:44:20.3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218 48 56 0 0,'-1'-2'185'0'0,"1"0"-1"0"0,-1 0 1 0 0,0 0 0 0 0,0 0 0 0 0,0 0-1 0 0,0 0 1 0 0,0 0 0 0 0,0 0-1 0 0,0 1 1 0 0,0-1 0 0 0,-1 0 0 0 0,1 1-1 0 0,-1-1 1 0 0,1 1 0 0 0,-1 0-1 0 0,0-1 1 0 0,0 1 0 0 0,1 0-1 0 0,-1 0 1 0 0,-2-1 0 0 0,-2 0 99 0 0,1 0 0 0 0,-1 0 0 0 0,0 0 0 0 0,0 1 0 0 0,0 0 1 0 0,0 0-1 0 0,-8 0 0 0 0,5 1 11 0 0,0 0 0 0 0,0 0 0 0 0,1 1 1 0 0,-1 0-1 0 0,0 1 0 0 0,0 0 0 0 0,1 0 0 0 0,-1 1 0 0 0,1 0 1 0 0,-13 6-1 0 0,20-8-265 0 0,1-1 1 0 0,-1 0 0 0 0,0 1-1 0 0,0-1 1 0 0,1 1 0 0 0,-1-1-1 0 0,0 1 1 0 0,0 0-1 0 0,1-1 1 0 0,-1 1 0 0 0,1 0-1 0 0,-1-1 1 0 0,1 1 0 0 0,-1 0-1 0 0,1 0 1 0 0,-1-1-1 0 0,1 1 1 0 0,0 0 0 0 0,-1 0-1 0 0,1 0 1 0 0,0 0 0 0 0,0 0-1 0 0,-1-1 1 0 0,1 1-1 0 0,0 0 1 0 0,0 0 0 0 0,0 0-1 0 0,0 0 1 0 0,0 0 0 0 0,1 1-1 0 0,0 0 6 0 0,0-1 1 0 0,0 1-1 0 0,0-1 0 0 0,0 1 0 0 0,0-1 0 0 0,0 1 1 0 0,1-1-1 0 0,-1 0 0 0 0,1 1 0 0 0,-1-1 1 0 0,1 0-1 0 0,0 0 0 0 0,2 1 0 0 0,2 1 21 0 0,1 0-1 0 0,0 0 0 0 0,0 0 1 0 0,0-1-1 0 0,0 0 0 0 0,14 1 1 0 0,-13-3-35 0 0,0-1 0 0 0,0-1 0 0 0,0 1-1 0 0,0-1 1 0 0,-1 0 0 0 0,1-1 0 0 0,0 0 0 0 0,-1 0 0 0 0,0-1 0 0 0,0 0 0 0 0,10-6 0 0 0,27-15 49 0 0,-43 25-66 0 0,1 1 1 0 0,-1-1-4 0 0,1 1-1 0 0,-1-1 0 0 0,0 1 1 0 0,1-1-1 0 0,-1 1 1 0 0,0-1-1 0 0,0 1 1 0 0,0 0-1 0 0,1 0 1 0 0,-1 0-1 0 0,0 0 0 0 0,0 0 1 0 0,0 0-1 0 0,0 0 1 0 0,0 0-1 0 0,-1 0 1 0 0,1 0-1 0 0,0 0 0 0 0,0 1 1 0 0,-1-1-1 0 0,1 0 1 0 0,-1 1-1 0 0,1-1 1 0 0,0 3-1 0 0,-1 32 12 0 0,0-23-3 0 0,2 69 83 0 0,-4 0-1 0 0,-3-1 0 0 0,-3 1 1 0 0,-5-1-1 0 0,-39 140 0 0 0,48-209-85 0 0,-1 0 0 0 0,0 0-1 0 0,-1-1 1 0 0,0 0 0 0 0,-1 0-1 0 0,-12 15 1 0 0,17-23 29 0 0,0 0 0 0 0,-1 1 0 0 0,1-2 0 0 0,-1 1 0 0 0,0 0 0 0 0,0-1 0 0 0,0 1 0 0 0,0-1 0 0 0,-1 0 0 0 0,1 0 0 0 0,-1 0 0 0 0,1 0 0 0 0,-1-1 0 0 0,0 1 0 0 0,1-1 0 0 0,-1 0 0 0 0,0 0 0 0 0,0 0 0 0 0,0-1 0 0 0,0 1 0 0 0,0-1 0 0 0,1 0 0 0 0,-1 0 0 0 0,-7-2 0 0 0,8 1 8 0 0,0 0 0 0 0,0-1 0 0 0,0 1 0 0 0,0-1 0 0 0,1 0 0 0 0,-1 0 0 0 0,0 0 0 0 0,1 0 0 0 0,0-1 0 0 0,-1 1 0 0 0,1-1 0 0 0,0 1 0 0 0,0-1 1 0 0,0 0-1 0 0,1 0 0 0 0,-1 0 0 0 0,1 0 0 0 0,-1 0 0 0 0,1 0 0 0 0,0 0 0 0 0,0 0 0 0 0,1 0 0 0 0,-1-1 0 0 0,1 1 0 0 0,-1 0 0 0 0,1-1 0 0 0,0 1 1 0 0,0-4-1 0 0,0-5 29 0 0,1-1 1 0 0,0 1 0 0 0,1 0 0 0 0,0 0 0 0 0,1 0 0 0 0,4-15-1 0 0,2 5 3 0 0,0 0 0 0 0,2 1-1 0 0,0 0 1 0 0,2 1-1 0 0,21-28 1 0 0,-26 38-412 0 0,0 1 0 0 0,0 0 1 0 0,1 0-1 0 0,0 1 0 0 0,1 0 0 0 0,0 1 0 0 0,0 0 1 0 0,0 0-1 0 0,1 1 0 0 0,0 0 0 0 0,0 1 0 0 0,17-5 1 0 0,0 8-5761 0 0</inkml:trace>
</inkml:ink>
</file>

<file path=ppt/ink/ink2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2:44:21.8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137 41 208 0 0,'-10'-3'548'0'0,"0"0"1"0"0,-1 1-1 0 0,1 0 0 0 0,-1 0 0 0 0,1 1 0 0 0,-1 0 1 0 0,1 1-1 0 0,-15 2 0 0 0,-3-2 555 0 0,28 0-1079 0 0,0 0 0 0 0,0 0 1 0 0,0 0-1 0 0,0 1 1 0 0,0-1-1 0 0,0 0 1 0 0,1 0-1 0 0,-1 0 1 0 0,0 0-1 0 0,0 0 1 0 0,0 0-1 0 0,0 0 1 0 0,0 1-1 0 0,0-1 1 0 0,0 0-1 0 0,0 0 0 0 0,0 0 1 0 0,0 0-1 0 0,0 0 1 0 0,0 0-1 0 0,0 1 1 0 0,0-1-1 0 0,0 0 1 0 0,0 0-1 0 0,0 0 1 0 0,0 0-1 0 0,0 0 1 0 0,0 1-1 0 0,0-1 0 0 0,0 0 1 0 0,0 0-1 0 0,0 0 1 0 0,0 0-1 0 0,0 0 1 0 0,0 0-1 0 0,0 1 1 0 0,0-1-1 0 0,0 0 1 0 0,0 0-1 0 0,0 0 1 0 0,0 0-1 0 0,0 0 0 0 0,-1 0 1 0 0,1 0-1 0 0,0 1 1 0 0,0-1-1 0 0,0 0 1 0 0,0 0-1 0 0,0 0 1 0 0,0 0-1 0 0,0 0 1 0 0,-1 0-1 0 0,18 7 79 0 0,882-29 872 0 0,-562 3-886 0 0,2718 37 1583 0 0,-2709-13-566 0 0,-262-6-273 0 0,-60 0 83 0 0,-32-2-312 0 0,2 2-681 0 0,1 0 0 0 0,-1 1 0 0 0,0 0 0 0 0,1 0 0 0 0,-1 1 0 0 0,-10 1 0 0 0,-59 19-3264 0 0,24-11-1735 0 0,24-6 2329 0 0</inkml:trace>
</inkml:ink>
</file>

<file path=ppt/ink/ink2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2:44:22.4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36 163 328 0 0,'-7'0'209'0'0,"-21"-1"3589"0"0,28-2-1907 0 0,15-3-1538 0 0,20-2 104 0 0,0 1 0 0 0,1 3 0 0 0,62-2 0 0 0,-7 1-96 0 0,1047-74 1696 0 0,3 77-660 0 0,-959 9-1221 0 0,1129 16 1076 0 0,-1262-25-1076 0 0,42-1 806 0 0,166-26 1 0 0,-250 28-735 0 0,0 0 1 0 0,0-1 0 0 0,-1 0-1 0 0,1 0 1 0 0,-1-1-1 0 0,0 0 1 0 0,0 0-1 0 0,0 0 1 0 0,0-1 0 0 0,0 0-1 0 0,5-5 1 0 0,-10 8 73 0 0,-12 2-912 0 0,0 0 1 0 0,0 1-1 0 0,0 0 0 0 0,0 1 0 0 0,1 0 0 0 0,-17 7 0 0 0,-17 4-7230 0 0,28-10 3797 0 0</inkml:trace>
</inkml:ink>
</file>

<file path=ppt/ink/ink2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2:44:22.7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76 35 360 0 0,'6'-5'1128'0'0,"-1"-1"-88"0"0,-3-1-88 0 0,4 4-92 0 0,-4-2 601 0 0,2 0 143 0 0,-18 1-1364 0 0,-9 8-452 0 0,14-1-284 0 0,-9 1-660 0 0,-1 1-1257 0 0,2-2 557 0 0</inkml:trace>
</inkml:ink>
</file>

<file path=ppt/ink/ink2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2:45:41.0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23 528 0 0,'0'-22'8445'0'0,"2"54"-7715"0"0,7 19 54 0 0,-1-7-331 0 0,10 137 1121 0 0,-15-136-1329 0 0,-2-20-231 0 0,0 0 1 0 0,-3 30 0 0 0,-1-47-113 0 0,1-6-1275 0 0</inkml:trace>
</inkml:ink>
</file>

<file path=ppt/ink/ink2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0-16T12:45:41.3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0 112 132,'1'-2'187,"0"-1"1,0 0-1,0 1 1,0 0-1,1-1 0,-1 1 1,1 0-1,-1 0 1,1 0-1,0 0 0,0 0 1,0 0-1,0 0 1,0 0-1,0 1 0,0-1 1,1 1-1,-1 0 1,0 0-1,1 0 0,-1 0 1,1 0-1,3-1 1,66-18 1097,32 1-599,2 5 0,0 4 0,122 5 0,-146 14-1726,-29 2-2909,-36-7 1883</inkml:trace>
</inkml:ink>
</file>

<file path=ppt/ink/ink2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2:45:41.9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 1 84 0 0,'-4'6'312'0'0,"0"0"0"0"0,1 1 0 0 0,0-1 0 0 0,0 1 1 0 0,1-1-1 0 0,-1 1 0 0 0,2 0 0 0 0,-1 0 0 0 0,1 0 0 0 0,0 0 0 0 0,0 0 0 0 0,1 0 0 0 0,0 1 1 0 0,0-1-1 0 0,1 0 0 0 0,0 0 0 0 0,0 0 0 0 0,3 11 0 0 0,-2-11-164 0 0,0 1-1 0 0,0-1 0 0 0,1 0 1 0 0,-1 1-1 0 0,2-1 0 0 0,-1 0 1 0 0,1 0-1 0 0,0-1 0 0 0,0 1 1 0 0,1-1-1 0 0,0 0 1 0 0,0 0-1 0 0,1-1 0 0 0,-1 1 1 0 0,1-1-1 0 0,13 8 0 0 0,-16-12-111 0 0,1 0 0 0 0,-1 0-1 0 0,1 0 1 0 0,-1 0-1 0 0,1-1 1 0 0,0 0 0 0 0,-1 0-1 0 0,1 0 1 0 0,0 0-1 0 0,-1 0 1 0 0,1-1-1 0 0,0 1 1 0 0,-1-1 0 0 0,1 0-1 0 0,-1 0 1 0 0,1 0-1 0 0,-1-1 1 0 0,1 1-1 0 0,-1-1 1 0 0,0 0 0 0 0,0 0-1 0 0,4-3 1 0 0,10-8 69 0 0,0 0 1 0 0,25-28 0 0 0,-18 18 97 0 0,-23 22-162 0 0,21 39 16 0 0,-21-34-55 0 0,0 0 1 0 0,1 1-1 0 0,0-1 1 0 0,0 0-1 0 0,0 0 1 0 0,0 0-1 0 0,0-1 1 0 0,1 1-1 0 0,0 0 1 0 0,0-1-1 0 0,0 0 1 0 0,0 1-1 0 0,0-1 1 0 0,1 0-1 0 0,-1-1 1 0 0,1 1-1 0 0,0-1 1 0 0,0 0-1 0 0,0 1 1 0 0,0-2-1 0 0,0 1 1 0 0,6 1-1 0 0,-4-2 1 0 0,-1 0 0 0 0,0-1 1 0 0,1 0-1 0 0,-1 0 0 0 0,1 0 0 0 0,-1-1 0 0 0,1 0 0 0 0,-1 0 0 0 0,0 0 0 0 0,1-1 0 0 0,-1 0 0 0 0,0 0 0 0 0,0 0 1 0 0,0-1-1 0 0,-1 1 0 0 0,1-1 0 0 0,8-7 0 0 0,31-34-1 0 0,-36 35-1 0 0,0 1 0 0 0,0-1 0 0 0,1 1 0 0 0,11-8 0 0 0,-17 14-1 0 0,1 1 0 0 0,-1-1 0 0 0,1 1-1 0 0,-1 0 1 0 0,1 0 0 0 0,-1 0 0 0 0,1 1-1 0 0,0-1 1 0 0,0 1 0 0 0,-1 0 0 0 0,1 0-1 0 0,0 0 1 0 0,-1 0 0 0 0,1 1 0 0 0,0-1-1 0 0,-1 1 1 0 0,5 1 0 0 0,68 29-12 0 0,-27-10 36 0 0,-37-18-31 0 0,0 0 0 0 0,-1 0 0 0 0,20 0 0 0 0,-28-2 11 0 0,0-1 0 0 0,1 0 0 0 0,-1-1-1 0 0,0 1 1 0 0,0-1 0 0 0,0 1 0 0 0,1-1 0 0 0,-1 0 0 0 0,3-1 0 0 0,-5 1 3 0 0,0 1 1 0 0,0-1 0 0 0,0 0-1 0 0,0 1 1 0 0,0-1 0 0 0,0 0-1 0 0,0 0 1 0 0,0 0 0 0 0,-1 1 0 0 0,1-1-1 0 0,0 0 1 0 0,-1 0 0 0 0,1 0-1 0 0,0 0 1 0 0,-1 0 0 0 0,1 0 0 0 0,-1-1-1 0 0,0 1 1 0 0,1 0 0 0 0,-1 0-1 0 0,0 0 1 0 0,0 0 0 0 0,1 0 0 0 0,-1-1-1 0 0,0 0 1 0 0,-1-4-26 0 0,-1 0 0 0 0,1 0 1 0 0,-1 0-1 0 0,0 0 0 0 0,0 1 0 0 0,-1-1 1 0 0,0 1-1 0 0,0-1 0 0 0,0 1 0 0 0,0 0 1 0 0,-1 0-1 0 0,0 0 0 0 0,0 1 0 0 0,0 0 1 0 0,-1-1-1 0 0,0 1 0 0 0,1 1 0 0 0,-1-1 1 0 0,0 1-1 0 0,-1 0 0 0 0,1 0 0 0 0,-1 0 1 0 0,1 1-1 0 0,-1 0 0 0 0,0 0 0 0 0,0 0 1 0 0,0 1-1 0 0,-8-1 0 0 0,-12 12-5224 0 0,20-8 2688 0 0</inkml:trace>
</inkml:ink>
</file>

<file path=ppt/ink/ink2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2:45:42.8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18 608 0 0,'3'-2'198'0'0,"0"0"1"0"0,0 0-1 0 0,0 0 0 0 0,0 1 1 0 0,1-1-1 0 0,-1 1 0 0 0,0 0 1 0 0,1-1-1 0 0,-1 2 0 0 0,1-1 1 0 0,-1 0-1 0 0,1 1 0 0 0,-1-1 0 0 0,1 1 1 0 0,-1 0-1 0 0,1 0 0 0 0,-1 0 1 0 0,1 1-1 0 0,-1 0 0 0 0,7 1 1 0 0,-6 0-63 0 0,1 0 1 0 0,-1 1-1 0 0,0 0 1 0 0,0-1-1 0 0,0 1 1 0 0,0 1-1 0 0,-1-1 1 0 0,1 0-1 0 0,-1 1 1 0 0,0 0 0 0 0,0 0-1 0 0,0 0 1 0 0,3 7-1 0 0,0 0 3 0 0,-1 1 1 0 0,0-1-1 0 0,-1 1 0 0 0,0 1 0 0 0,-1-1 1 0 0,0 0-1 0 0,-1 1 0 0 0,0-1 1 0 0,-1 1-1 0 0,-1 0 0 0 0,0 12 0 0 0,0-20-76 0 0,-1-1-1 0 0,1 1 0 0 0,0-1 1 0 0,-1 1-1 0 0,0-1 0 0 0,0 0 0 0 0,-1 1 1 0 0,1-1-1 0 0,-1 0 0 0 0,0 0 0 0 0,0 0 1 0 0,0 0-1 0 0,0 0 0 0 0,-1-1 1 0 0,0 1-1 0 0,1 0 0 0 0,-2-1 0 0 0,1 0 1 0 0,0 0-1 0 0,0 0 0 0 0,-1 0 0 0 0,0-1 1 0 0,1 1-1 0 0,-9 3 0 0 0,11-6-47 0 0,0 1 0 0 0,0-1 0 0 0,0 0 1 0 0,0 0-1 0 0,0 0 0 0 0,0 0 0 0 0,0 0 0 0 0,0 0 0 0 0,-1 0 0 0 0,1 0 0 0 0,0 0 0 0 0,0 0 0 0 0,0 0 0 0 0,0-1 0 0 0,0 1 0 0 0,0 0 0 0 0,0-1 0 0 0,0 1 0 0 0,0-1 1 0 0,0 1-1 0 0,0-1 0 0 0,1 0 0 0 0,-1 1 0 0 0,0-1 0 0 0,0 0 0 0 0,0 1 0 0 0,1-1 0 0 0,-1 0 0 0 0,0 0 0 0 0,1 0 0 0 0,-1 0 0 0 0,1 0 0 0 0,-1 0 0 0 0,1 0 1 0 0,-1 0-1 0 0,1 0 0 0 0,0 0 0 0 0,-1 0 0 0 0,1 0 0 0 0,0 0 0 0 0,0 0 0 0 0,0 0 0 0 0,0 0 0 0 0,0 0 0 0 0,0 0 0 0 0,0 0 0 0 0,0 0 0 0 0,0-1 0 0 0,1 0 1 0 0,-1-4 12 0 0,0 0 1 0 0,1 0 0 0 0,0 0-1 0 0,0 0 1 0 0,0 0 0 0 0,1 0-1 0 0,3-8 1 0 0,7-7 6 0 0,0 1 1 0 0,1 0-1 0 0,1 0 0 0 0,19-18 1 0 0,-30 33-33 0 0,1 0 1 0 0,1 1 0 0 0,-1 0-1 0 0,1 0 1 0 0,-1 0-1 0 0,1 0 1 0 0,0 1 0 0 0,1-1-1 0 0,-1 2 1 0 0,0-1-1 0 0,1 0 1 0 0,0 1 0 0 0,-1 0-1 0 0,1 0 1 0 0,0 1-1 0 0,0 0 1 0 0,0 0 0 0 0,0 0-1 0 0,0 1 1 0 0,0 0-1 0 0,11 1 1 0 0,-12 0-1 0 0,0 1 0 0 0,-1 0 0 0 0,1 1 0 0 0,-1-1 0 0 0,1 1 0 0 0,-1 0 0 0 0,0 0 0 0 0,0 0 0 0 0,0 1 0 0 0,0 0 0 0 0,-1-1 0 0 0,0 1-1 0 0,1 0 1 0 0,-1 1 0 0 0,2 4 0 0 0,1-1-2 0 0,-2 1 0 0 0,1 0 1 0 0,-1 0-1 0 0,0 1 0 0 0,-1-1 0 0 0,4 19 0 0 0,-7-27-1 0 0,1 0 1 0 0,-1-1 0 0 0,0 1 0 0 0,0 0 0 0 0,0 0-1 0 0,0-1 1 0 0,1 1 0 0 0,-1 0 0 0 0,0-1-1 0 0,1 1 1 0 0,-1-1 0 0 0,1 1 0 0 0,-1 0-1 0 0,0-1 1 0 0,1 1 0 0 0,-1-1 0 0 0,1 1 0 0 0,0-1-1 0 0,-1 1 1 0 0,1-1 0 0 0,-1 1 0 0 0,1-1-1 0 0,0 0 1 0 0,-1 1 0 0 0,1-1 0 0 0,0 0-1 0 0,-1 0 1 0 0,1 1 0 0 0,0-1 0 0 0,0 0 0 0 0,-1 0-1 0 0,1 0 1 0 0,0 0 0 0 0,0 0 0 0 0,-1 0-1 0 0,1 0 1 0 0,0 0 0 0 0,-1 0 0 0 0,1 0-1 0 0,0-1 1 0 0,0 1 0 0 0,-1 0 0 0 0,1 0 0 0 0,0-1-1 0 0,-1 1 1 0 0,1 0 0 0 0,0-1 0 0 0,0 0-1 0 0,37-24-10 0 0,-31 20 6 0 0,96-60-27 0 0,-91 59 28 0 0,-1 0 0 0 0,1 1-1 0 0,0 0 1 0 0,1 1 0 0 0,-1 1-1 0 0,1 0 1 0 0,18-2 0 0 0,-28 5-53 0 0,0-1 1 0 0,1 1 0 0 0,-1 1 0 0 0,0-1-1 0 0,0 0 1 0 0,1 1 0 0 0,-1 0 0 0 0,0 0-1 0 0,0 0 1 0 0,0 0 0 0 0,0 0 0 0 0,0 0-1 0 0,0 1 1 0 0,0 0 0 0 0,0-1 0 0 0,0 1-1 0 0,-1 0 1 0 0,5 4 0 0 0,-1 2-421 0 0,1 0 0 0 0,-2 0 0 0 0,1 0 0 0 0,7 16 0 0 0,-11-19 275 0 0,0 0 1 0 0,0 0-1 0 0,1 0 0 0 0,0-1 1 0 0,-1 1-1 0 0,2-1 1 0 0,-1 0-1 0 0,0 1 0 0 0,1-1 1 0 0,0-1-1 0 0,0 1 0 0 0,0 0 1 0 0,0-1-1 0 0,1 0 0 0 0,-1 0 1 0 0,1-1-1 0 0,0 1 0 0 0,8 2 1 0 0,-4-4-2010 0 0</inkml:trace>
</inkml:ink>
</file>

<file path=ppt/ink/ink2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2:45:43.6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226 7 296 0 0,'-24'-6'3843'0'0,"10"10"-3439"0"0,0 1-1 0 0,1 1 1 0 0,0 0 0 0 0,0 1-1 0 0,0 0 1 0 0,1 1-1 0 0,0 0 1 0 0,1 1 0 0 0,0 0-1 0 0,0 1 1 0 0,1 1-1 0 0,0-1 1 0 0,1 1 0 0 0,0 1-1 0 0,-11 18 1 0 0,19-28-350 0 0,0 0 0 0 0,0 0 0 0 0,0 1 0 0 0,1-1 0 0 0,-1 0 1 0 0,0 1-1 0 0,1-1 0 0 0,0 0 0 0 0,-1 1 0 0 0,1-1 0 0 0,1 6 0 0 0,-1-8-43 0 0,0 1-1 0 0,0 0 0 0 0,0-1 1 0 0,1 1-1 0 0,-1 0 1 0 0,0-1-1 0 0,1 1 0 0 0,-1 0 1 0 0,0-1-1 0 0,1 1 1 0 0,-1-1-1 0 0,1 1 1 0 0,-1-1-1 0 0,1 1 0 0 0,-1-1 1 0 0,1 1-1 0 0,0-1 1 0 0,-1 0-1 0 0,1 1 0 0 0,-1-1 1 0 0,1 0-1 0 0,1 1 1 0 0,0-1-13 0 0,0 1-1 0 0,1-1 1 0 0,-1 0 0 0 0,1 1 0 0 0,-1-1 0 0 0,1 0-1 0 0,-1-1 1 0 0,1 1 0 0 0,-1 0 0 0 0,4-2 0 0 0,23-5-262 0 0,-23 5 216 0 0,-1 0 1 0 0,1 0-1 0 0,0 0 0 0 0,0 1 0 0 0,0 0 1 0 0,0 1-1 0 0,0-1 0 0 0,0 1 0 0 0,0 0 0 0 0,0 1 1 0 0,0-1-1 0 0,0 1 0 0 0,0 0 0 0 0,0 1 1 0 0,0-1-1 0 0,-1 1 0 0 0,12 5 0 0 0,-10-3 42 0 0,0-1 1 0 0,1 0-1 0 0,0-1 0 0 0,0 0 0 0 0,0 0 0 0 0,0-1 1 0 0,0 1-1 0 0,0-2 0 0 0,0 1 0 0 0,0-1 0 0 0,0-1 0 0 0,0 1 1 0 0,0-1-1 0 0,0-1 0 0 0,0 0 0 0 0,0 0 0 0 0,0 0 1 0 0,0-1-1 0 0,-1 0 0 0 0,1 0 0 0 0,10-8 0 0 0,0-6 14 0 0,-4 4 6 0 0,-11 15-9 0 0,-5 8-4 0 0,1-9-1 0 0,1 1-1 0 0,0-1 0 0 0,0 0 1 0 0,0 1-1 0 0,0-1 0 0 0,1 0 1 0 0,-1 1-1 0 0,0-1 0 0 0,0 0 1 0 0,1 1-1 0 0,-1-1 0 0 0,1 0 1 0 0,-1 1-1 0 0,1-1 0 0 0,0 0 1 0 0,0 0-1 0 0,-1 0 0 0 0,1 0 1 0 0,0 0-1 0 0,0 0 0 0 0,0 0 1 0 0,0 0-1 0 0,0 0 0 0 0,0 0 1 0 0,2 1-1 0 0,29 17-4 0 0,-22-17 4 0 0,0 0 0 0 0,1-1 0 0 0,-1 0 0 0 0,1 0 0 0 0,0-1 1 0 0,-1-1-1 0 0,1 0 0 0 0,-1 0 0 0 0,1-1 0 0 0,-1 0 0 0 0,0-1 1 0 0,15-6-1 0 0,63-11-2 0 0,-29 21-12 0 0,7 2 70 0 0,-65-3-55 0 0,8 0 51 0 0</inkml:trace>
</inkml:ink>
</file>

<file path=ppt/ink/ink2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0-16T12:45:43.9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21 303 9493,'-5'-27'-32,"1"-1"-12,0 2 404,2 2 84,-2-4-52,4 4 8,-2 0-40,4 0-60,-2 5-68,4 0-28,-2 3-4,-2 4-128,4 3-288,-4-1-392,0 5-420,-4 1-728,-2 1-1901</inkml:trace>
</inkml:ink>
</file>

<file path=ppt/ink/ink2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2:45:44.3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 6 968 0 0,'-4'-5'7499'0'0,"2"6"-7392"0"0,0 1 0 0 0,1 0-1 0 0,-1 0 1 0 0,1 0-1 0 0,0 1 1 0 0,-1-1-1 0 0,1 0 1 0 0,0 1-1 0 0,0-1 1 0 0,0 0-1 0 0,1 1 1 0 0,-1-1-1 0 0,0 1 1 0 0,1-1 0 0 0,0 1-1 0 0,0-1 1 0 0,-1 1-1 0 0,1-1 1 0 0,1 1-1 0 0,-1 0 1 0 0,0-1-1 0 0,1 1 1 0 0,-1-1-1 0 0,1 0 1 0 0,0 1-1 0 0,0-1 1 0 0,0 1 0 0 0,0-1-1 0 0,0 0 1 0 0,0 0-1 0 0,1 1 1 0 0,-1-1-1 0 0,4 3 1 0 0,-1 0-223 0 0,0 0 0 0 0,0 0 0 0 0,1 0 0 0 0,0 0 0 0 0,-1-1 0 0 0,2 0 0 0 0,-1 0 0 0 0,0 0 0 0 0,1-1 0 0 0,0 0 0 0 0,-1 0 0 0 0,14 4 0 0 0,-13-5-623 0 0,8 1 71 0 0,-5-3-4031 0 0,4-5 2179 0 0</inkml:trace>
</inkml:ink>
</file>

<file path=ppt/ink/ink2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2:45:44.6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12 118 52 0 0,'-4'-14'1312'0'0,"2"-1"1"0"0,-1 1-1 0 0,2-1 1 0 0,0 0-1 0 0,1 1 0 0 0,1-16 1 0 0,7 42-2329 0 0,4 5-3093 0 0,-9-10 1795 0 0</inkml:trace>
</inkml:ink>
</file>

<file path=ppt/ink/ink2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2:45:45.0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62 334 744 0 0,'-10'12'2704'0'0,"15"-6"-707"0"0,21-7-745 0 0,-22 0-1190 0 0,-1 0 0 0 0,1 0 0 0 0,-1 0-1 0 0,0 0 1 0 0,1 0 0 0 0,-1-1 0 0 0,0 1 0 0 0,0-1 0 0 0,0 0 0 0 0,0 0 0 0 0,0 0 0 0 0,0-1 0 0 0,-1 1 0 0 0,1 0 0 0 0,-1-1 0 0 0,1 0 0 0 0,-1 0 0 0 0,0 0 0 0 0,2-4 0 0 0,-1 1 22 0 0,-1 1 0 0 0,0-1 0 0 0,-1 0 0 0 0,0 0 0 0 0,1 1 0 0 0,-2-1 0 0 0,1 0 0 0 0,-1 0 0 0 0,0 0 0 0 0,-1-10 0 0 0,-2-5 206 0 0,-1 1-1 0 0,-1-1 1 0 0,-1 1 0 0 0,-1 0 0 0 0,-12-25-1 0 0,-8-6 390 0 0,25 48-663 0 0,0 0-1 0 0,1 1 0 0 0,-1-1 0 0 0,0 0 0 0 0,-1 1 0 0 0,1-1 1 0 0,0 1-1 0 0,-1 0 0 0 0,0 0 0 0 0,1 0 0 0 0,-1 0 1 0 0,0 0-1 0 0,0 0 0 0 0,-3-1 0 0 0,4 3-314 0 0,0 0 0 0 0,0 1 0 0 0,0-1-1 0 0,0 0 1 0 0,0 1 0 0 0,0-1 0 0 0,0 1 0 0 0,1-1 0 0 0,-1 1 0 0 0,0 0-1 0 0,0 0 1 0 0,1 0 0 0 0,-1 0 0 0 0,0 0 0 0 0,1 0 0 0 0,-1 1 0 0 0,1-1-1 0 0,-1 0 1 0 0,1 1 0 0 0,0-1 0 0 0,-2 3 0 0 0,-2 6-2473 0 0</inkml:trace>
</inkml:ink>
</file>

<file path=ppt/ink/ink2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2:45:45.6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0 362 16 0 0,'183'-156'8685'0'0,"-175"149"-7427"0"0,-9 8-1218 0 0,0 1-1 0 0,-1 0 0 0 0,1 0 0 0 0,0 0 1 0 0,0 0-1 0 0,0 0 0 0 0,0 0 0 0 0,0 0 1 0 0,1 0-1 0 0,-1 0 0 0 0,1 0 0 0 0,-1 0 1 0 0,1 1-1 0 0,0-1 0 0 0,0 0 0 0 0,0 0 1 0 0,0 0-1 0 0,0 1 0 0 0,0-1 0 0 0,1 0 1 0 0,-1 0-1 0 0,1 0 0 0 0,0 0 0 0 0,-1 0 1 0 0,1 0-1 0 0,0 0 0 0 0,2 3 0 0 0,1 0-40 0 0,1 1-1 0 0,0-1 1 0 0,0 0 0 0 0,0-1-1 0 0,1 1 1 0 0,0-1-1 0 0,0 0 1 0 0,0-1-1 0 0,0 1 1 0 0,0-1 0 0 0,1-1-1 0 0,0 1 1 0 0,-1-1-1 0 0,1 0 1 0 0,0 0-1 0 0,0-1 1 0 0,0 0 0 0 0,9 0-1 0 0,0 0-116 0 0,0-2 0 0 0,0 0 0 0 0,1 0 0 0 0,-1-2 0 0 0,0 0 0 0 0,29-10 0 0 0,-40 12 98 0 0,1-1 10 0 0,0 1 0 0 0,0-1 0 0 0,0-1 0 0 0,0 1 0 0 0,0-1 0 0 0,-1 0 1 0 0,1 0-1 0 0,-1-1 0 0 0,0 0 0 0 0,0 1 0 0 0,0-2 0 0 0,5-4 0 0 0,0 2 162 0 0,-8 6-148 0 0,-1 1 1 0 0,0-1-1 0 0,0 1 0 0 0,0-1 1 0 0,0 0-1 0 0,0 1 0 0 0,0-1 1 0 0,0 0-1 0 0,0 0 0 0 0,0 0 1 0 0,0 0-1 0 0,0 0 0 0 0,0 0 1 0 0,-1 0-1 0 0,1 0 0 0 0,1-2 1 0 0,-2 1-3 0 0,5-5 12 0 0,-1 0 1 0 0,0 0 0 0 0,0-1 0 0 0,-1 1 0 0 0,0-1-1 0 0,0 0 1 0 0,1-9 0 0 0,8-19 3 0 0,-9 25 39 0 0,0 0 1 0 0,-1-1-1 0 0,0 0 1 0 0,-1 1-1 0 0,0-1 1 0 0,-1-21-1 0 0,0 18 64 0 0,-4 8-62 0 0,15 14 98 0 0,-9-7-158 0 0,-2 0-40 0 0,0 0 0 0 0,1 0-1 0 0,-1 0 1 0 0,1 0 0 0 0,-1 0 0 0 0,1 0-1 0 0,-1 0 1 0 0,1 1 0 0 0,-1-1-1 0 0,0 0 1 0 0,1 0 0 0 0,-1 0 0 0 0,1 0-1 0 0,-1 1 1 0 0,0-1 0 0 0,1 0-1 0 0,-1 0 1 0 0,0 1 0 0 0,1-1 0 0 0,-1 0-1 0 0,0 1 1 0 0,1-1 0 0 0,-1 0-1 0 0,0 1 1 0 0,1-1 0 0 0,-1 0 0 0 0,0 1-1 0 0,0-1 1 0 0,0 1 0 0 0,0-1-1 0 0,1 0 1 0 0,-1 1 0 0 0,0-1 0 0 0,0 1-1 0 0,0 0 1 0 0,-3 7-4010 0 0,-3 2 314 0 0</inkml:trace>
</inkml:ink>
</file>

<file path=ppt/ink/ink2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2:45:46.7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325 199 476 0 0,'-18'-14'2297'0'0,"17"12"-2096"0"0,-1 1 0 0 0,0-1-1 0 0,0 1 1 0 0,0-1 0 0 0,0 1 0 0 0,0 0 0 0 0,0 0-1 0 0,0 0 1 0 0,-1 0 0 0 0,1 0 0 0 0,0 1 0 0 0,0-1-1 0 0,-1 0 1 0 0,1 1 0 0 0,0 0 0 0 0,-1 0 0 0 0,1-1-1 0 0,-1 1 1 0 0,1 1 0 0 0,0-1 0 0 0,-5 1 0 0 0,-6 1 170 0 0,0 1 0 0 0,0 0 1 0 0,0 1-1 0 0,0 0 0 0 0,1 1 0 0 0,0 0 1 0 0,-17 10-1 0 0,0 3 544 0 0,-48 38-1 0 0,75-54-867 0 0,-1 0-1 0 0,1 1 0 0 0,-1-1 0 0 0,1 1 0 0 0,0 0 0 0 0,0-1 0 0 0,0 1 0 0 0,0 0 1 0 0,1 0-1 0 0,-1 0 0 0 0,1 1 0 0 0,-1-1 0 0 0,1 0 0 0 0,0 1 0 0 0,1-1 1 0 0,-1 0-1 0 0,1 1 0 0 0,-1-1 0 0 0,1 1 0 0 0,0 3 0 0 0,1-6-42 0 0,0 0 0 0 0,-1 0 0 0 0,1 0 1 0 0,0 0-1 0 0,0-1 0 0 0,0 1 0 0 0,0 0 0 0 0,0-1 0 0 0,0 1 0 0 0,0 0 0 0 0,0-1 0 0 0,1 0 0 0 0,-1 1 1 0 0,0-1-1 0 0,0 1 0 0 0,0-1 0 0 0,0 0 0 0 0,1 0 0 0 0,-1 0 0 0 0,0 0 0 0 0,0 0 0 0 0,1 0 0 0 0,-1 0 1 0 0,0 0-1 0 0,0-1 0 0 0,0 1 0 0 0,0 0 0 0 0,1-1 0 0 0,-1 1 0 0 0,1-1 0 0 0,46-15-220 0 0,-43 14 156 0 0,14-6-170 0 0,-2-1-1 0 0,1 0 1 0 0,-1-2 0 0 0,26-20 0 0 0,1-1-221 0 0,-34 24 305 0 0,7-3-107 0 0,-17 11 246 0 0,0-1 0 0 0,1 1 0 0 0,-1 0 0 0 0,1 0 0 0 0,-1 0 0 0 0,0 0 0 0 0,1 0 0 0 0,-1 0 0 0 0,0 0-1 0 0,1 0 1 0 0,-1 0 0 0 0,1 0 0 0 0,-1 0 0 0 0,0 0 0 0 0,1 0 0 0 0,-1 0 0 0 0,0 0 0 0 0,1 1 0 0 0,-1-1-1 0 0,0 0 1 0 0,1 0 0 0 0,-1 0 0 0 0,0 0 0 0 0,1 1 0 0 0,-1-1 0 0 0,0 0 0 0 0,1 0 0 0 0,-1 1 0 0 0,0-1-1 0 0,0 0 1 0 0,1 1 0 0 0,-1-1 0 0 0,0 0 0 0 0,0 0 0 0 0,0 1 0 0 0,0-1 0 0 0,1 1 0 0 0,0 3 5 0 0,1-1 0 0 0,0 0 1 0 0,0 1-1 0 0,0-1 0 0 0,1 0 0 0 0,-1 0 1 0 0,0-1-1 0 0,1 1 0 0 0,0 0 1 0 0,0-1-1 0 0,0 1 0 0 0,0-1 1 0 0,0 0-1 0 0,0 0 0 0 0,1-1 0 0 0,-1 1 1 0 0,1 0-1 0 0,5 1 0 0 0,-2-2 11 0 0,-1 0 0 0 0,1 0 0 0 0,0-1-1 0 0,-1 0 1 0 0,1 0 0 0 0,0 0 0 0 0,-1-1-1 0 0,1 0 1 0 0,-1 0 0 0 0,8-3 0 0 0,1-1 53 0 0,1-1 0 0 0,-1 0-1 0 0,0-1 1 0 0,-1-1 0 0 0,0-1 0 0 0,0 0 0 0 0,-1 0 0 0 0,15-14 0 0 0,-20 17-16 0 0,-1-1 0 0 0,0 0-1 0 0,-1 0 1 0 0,0-1 0 0 0,0 0 0 0 0,0 0 0 0 0,-1 0-1 0 0,0 0 1 0 0,-1-1 0 0 0,0 0 0 0 0,0 0 0 0 0,-1 0 0 0 0,0-1-1 0 0,0 1 1 0 0,-1-1 0 0 0,1-16 0 0 0,-3 25-39 0 0,0 0 0 0 0,0-1 0 0 0,1 1-1 0 0,-2 0 1 0 0,1 0 0 0 0,0-1 0 0 0,0 1 0 0 0,0 0 0 0 0,0 0 0 0 0,-1-1 0 0 0,1 1 0 0 0,-1 0 0 0 0,1 0 0 0 0,-1 0 0 0 0,1 0 0 0 0,-1-1-1 0 0,0 1 1 0 0,1 0 0 0 0,-1 0 0 0 0,0 0 0 0 0,0 1 0 0 0,0-1 0 0 0,0 0 0 0 0,0 0 0 0 0,0 0 0 0 0,0 1 0 0 0,0-1 0 0 0,0 0 0 0 0,0 1-1 0 0,0-1 1 0 0,-1 1 0 0 0,1-1 0 0 0,0 1 0 0 0,0 0 0 0 0,-3-1 0 0 0,3 1-2 0 0,-1 0 1 0 0,0 1-1 0 0,0-1 1 0 0,0 0-1 0 0,1 1 1 0 0,-1-1-1 0 0,0 1 1 0 0,1-1-1 0 0,-1 1 1 0 0,0 0-1 0 0,1 0 1 0 0,-1 0-1 0 0,1 0 1 0 0,0 0-1 0 0,-1 0 1 0 0,1 0-1 0 0,0 1 0 0 0,-1-1 1 0 0,1 0-1 0 0,0 1 1 0 0,0-1-1 0 0,0 1 1 0 0,0-1-1 0 0,-1 3 1 0 0,-2 7 7 0 0,1 0 1 0 0,1-1-1 0 0,0 1 1 0 0,0 0-1 0 0,1 0 1 0 0,0 0-1 0 0,1 0 0 0 0,0 0 1 0 0,1 0-1 0 0,0 0 1 0 0,1 0-1 0 0,3 13 1 0 0,3 6 44 0 0,1-1 0 0 0,1 0 1 0 0,17 34-1 0 0,-25-58-28 0 0,0-1 1 0 0,0 0-1 0 0,0 1 0 0 0,0-1 1 0 0,-1 1-1 0 0,0-1 0 0 0,0 1 1 0 0,0 0-1 0 0,0 0 0 0 0,-1 0 1 0 0,0-1-1 0 0,0 1 0 0 0,0 0 1 0 0,-1 0-1 0 0,1-1 0 0 0,-3 9 1 0 0,1-10-3 0 0,1-1 1 0 0,-1 1-1 0 0,0 0 1 0 0,0-1-1 0 0,0 1 1 0 0,0-1-1 0 0,0 0 1 0 0,-1 0-1 0 0,1 0 1 0 0,-1 0-1 0 0,1 0 1 0 0,-1 0-1 0 0,0-1 1 0 0,0 1-1 0 0,0-1 1 0 0,1 0 0 0 0,-2 1-1 0 0,1-2 1 0 0,0 1-1 0 0,0 0 1 0 0,0-1-1 0 0,0 1 1 0 0,0-1-1 0 0,0 0 1 0 0,-5 0-1 0 0,-72-1-310 0 0,46-1-2932 0 0,12 0-1239 0 0,10 2 1055 0 0</inkml:trace>
</inkml:ink>
</file>

<file path=ppt/ink/ink2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2:45:47.7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143 254 348 0 0,'19'-23'5271'0'0,"-16"20"-5052"0"0,1 0 0 0 0,-1 1-1 0 0,1-1 1 0 0,-1 1 0 0 0,1-1-1 0 0,0 1 1 0 0,0 0 0 0 0,6-1-1 0 0,5-3-71 0 0,-1 0-1 0 0,0-1 0 0 0,0-1 1 0 0,0 0-1 0 0,-1-1 0 0 0,0 0 1 0 0,-1-1-1 0 0,0 0 0 0 0,0-1 1 0 0,-1-1-1 0 0,-1 0 1 0 0,0 0-1 0 0,12-19 0 0 0,-22 30-136 0 0,1 0-1 0 0,0-1 1 0 0,-1 1-1 0 0,1 0 1 0 0,0 0-1 0 0,-1-1 1 0 0,0 1 0 0 0,1-1-1 0 0,-1 1 1 0 0,0 0-1 0 0,1-1 1 0 0,-1 1-1 0 0,0-1 1 0 0,0 1-1 0 0,0 0 1 0 0,-1-1-1 0 0,1 1 1 0 0,0-1 0 0 0,0 1-1 0 0,-1 0 1 0 0,1-1-1 0 0,-1 1 1 0 0,1 0-1 0 0,-1-1 1 0 0,1 1-1 0 0,-1 0 1 0 0,-1-2-1 0 0,0 1 2 0 0,0 1 0 0 0,-1-1 0 0 0,1 1 0 0 0,-1-1 0 0 0,1 1 0 0 0,-1 0 0 0 0,1 0 0 0 0,-1 0 0 0 0,1 0 0 0 0,-1 0 0 0 0,0 0 0 0 0,-5 0 0 0 0,-6 0 7 0 0,1 0 1 0 0,-1 1-1 0 0,0 1 0 0 0,-21 3 1 0 0,19-1-12 0 0,-12 2 88 0 0,1 1 0 0 0,-1 1 0 0 0,-25 11-1 0 0,46-15-27 0 0,0 0-1 0 0,0 1 0 0 0,0 0 1 0 0,0 0-1 0 0,1 0 0 0 0,0 1 1 0 0,0 0-1 0 0,0 0 0 0 0,0 0 1 0 0,1 1-1 0 0,0 0 0 0 0,0 0 1 0 0,0 1-1 0 0,1-1 0 0 0,-6 12 1 0 0,9-15-43 0 0,0 0 1 0 0,0 0 0 0 0,0 0-1 0 0,0 0 1 0 0,0 1-1 0 0,1-1 1 0 0,0 0 0 0 0,-1 0-1 0 0,1 0 1 0 0,0 0-1 0 0,1 1 1 0 0,-1-1 0 0 0,0 0-1 0 0,1 0 1 0 0,0 0-1 0 0,0 0 1 0 0,2 5 0 0 0,-1-2 15 0 0,2-1 0 0 0,-1 1-1 0 0,0-1 1 0 0,1 0 0 0 0,0 0 0 0 0,0 0 0 0 0,1-1 0 0 0,6 6 0 0 0,5 2-162 0 0,1 0 1 0 0,0-2-1 0 0,0 0 1 0 0,29 12-1 0 0,1-4-1615 0 0,-15-7-3119 0 0,-15-5 1937 0 0</inkml:trace>
</inkml:ink>
</file>

<file path=ppt/ink/ink2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2:45:49.2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44 42 284 0 0,'-44'-40'7427'0'0,"44"39"-6936"0"0,23 13-79 0 0,2-3-301 0 0,0-1 0 0 0,1-1 0 0 0,-1-2 0 0 0,1 0-1 0 0,0-2 1 0 0,28 0 0 0 0,-4 1-40 0 0,443 24 294 0 0,-295-20-266 0 0,-23-3-14 0 0,178 13 49 0 0,-249-9-100 0 0,146 20-88 0 0,-196-13-327 0 0,-52-16 242 0 0,0 1 0 0 0,0-1 0 0 0,0 1 0 0 0,0 0 0 0 0,0-1 0 0 0,-1 1 0 0 0,1 0 0 0 0,0 0-1 0 0,0 0 1 0 0,-1 0 0 0 0,1 1 0 0 0,-1-1 0 0 0,1 0 0 0 0,-1 1 0 0 0,1-1 0 0 0,-1 1 0 0 0,0-1 0 0 0,0 1 0 0 0,0 0-1 0 0,0-1 1 0 0,0 1 0 0 0,0 0 0 0 0,0 0 0 0 0,0 2 0 0 0,-5 3-2235 0 0,-3 2 182 0 0</inkml:trace>
</inkml:ink>
</file>

<file path=ppt/ink/ink2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2:45:50.0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 1 128 0 0,'-34'0'4082'0'0,"34"4"-3977"0"0,0-1 1 0 0,0 1 0 0 0,0 0 0 0 0,0 0 0 0 0,1 0-1 0 0,-1 0 1 0 0,1-1 0 0 0,0 1 0 0 0,0 0-1 0 0,0 0 1 0 0,1-1 0 0 0,-1 1 0 0 0,4 4 0 0 0,26 47 360 0 0,72 87 37 0 0,6-4 1 0 0,6-5 0 0 0,151 135 0 0 0,-153-171-243 0 0,194 128 0 0 0,9 7-27 0 0,-214-153-983 0 0,-57-47-3978 0 0,-42-30 2787 0 0</inkml:trace>
</inkml:ink>
</file>

<file path=ppt/ink/ink2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2:45:53.5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566 95 172 0 0,'-2'-20'2195'0'0,"0"2"-524"0"0,-1 6-672 0 0,-2 2-89 0 0,0 3-352 0 0,2 4-481 0 0,0 1 1 0 0,0-1-1 0 0,0 1 1 0 0,0-1-1 0 0,0 1 1 0 0,-1 0-1 0 0,1 1 1 0 0,-1-1-1 0 0,1 0 1 0 0,-1 1-1 0 0,0 0 1 0 0,1 0 0 0 0,-1 0-1 0 0,0 0 1 0 0,-6 0-1 0 0,-60 5 458 0 0,39 1-311 0 0,0 0 0 0 0,0 3 0 0 0,1 0 0 0 0,0 2 1 0 0,0 1-1 0 0,1 2 0 0 0,1 0 0 0 0,0 2 0 0 0,1 1 0 0 0,-39 31 0 0 0,61-43-180 0 0,1 0 0 0 0,-1 0 0 0 0,1 0 1 0 0,0 1-1 0 0,0 0 0 0 0,0 0 0 0 0,1 0 0 0 0,-1 0 0 0 0,1 0 0 0 0,1 1 1 0 0,-1-1-1 0 0,1 1 0 0 0,0 0 0 0 0,0 0 0 0 0,0 0 0 0 0,1 0 1 0 0,0 0-1 0 0,0 0 0 0 0,1 0 0 0 0,0 0 0 0 0,0 1 0 0 0,1 6 0 0 0,0-6-19 0 0,1 0 0 0 0,0 0-1 0 0,1-1 1 0 0,0 1 0 0 0,0 0-1 0 0,0-1 1 0 0,1 0-1 0 0,-1 0 1 0 0,2 0 0 0 0,-1 0-1 0 0,1-1 1 0 0,-1 0 0 0 0,1 1-1 0 0,1-2 1 0 0,-1 1 0 0 0,1-1-1 0 0,0 0 1 0 0,8 5-1 0 0,7 2-8 0 0,0-1-1 0 0,1-1 1 0 0,0-1-1 0 0,1-1 1 0 0,-1-1-1 0 0,1-1 1 0 0,0-1-1 0 0,1-1 1 0 0,-1-1-1 0 0,0-1 1 0 0,29-3-1 0 0,-20 0-57 0 0,0-2 0 0 0,0-1 0 0 0,-1-2 0 0 0,1-1 0 0 0,-2-2 0 0 0,0 0 0 0 0,48-25 0 0 0,-69 30 19 0 0,0 1 0 0 0,0-1-1 0 0,-1-1 1 0 0,1 0 0 0 0,-1 0-1 0 0,-1-1 1 0 0,1 0 0 0 0,10-13-1 0 0,-18 20 23 0 0,0 0-1 0 0,0 0 0 0 0,1 0 1 0 0,-1 0-1 0 0,0 0 0 0 0,0 0 0 0 0,0-1 1 0 0,0 1-1 0 0,0 0 0 0 0,1 0 1 0 0,-1 0-1 0 0,0 0 0 0 0,0-1 1 0 0,0 1-1 0 0,0 0 0 0 0,0 0 0 0 0,0 0 1 0 0,0-1-1 0 0,0 1 0 0 0,0 0 1 0 0,0 0-1 0 0,0 0 0 0 0,0-1 0 0 0,0 1 1 0 0,0 0-1 0 0,0 0 0 0 0,0 0 1 0 0,0-1-1 0 0,0 1 0 0 0,0 0 1 0 0,0 0-1 0 0,0 0 0 0 0,0 0 0 0 0,0-1 1 0 0,0 1-1 0 0,-1 0 0 0 0,1 0 1 0 0,0 0-1 0 0,0 0 0 0 0,0-1 0 0 0,0 1 1 0 0,0 0-1 0 0,0 0 0 0 0,-1 0 1 0 0,1 0-1 0 0,0-1 0 0 0,-13 2-19 0 0,-12 6 14 0 0,23-7 5 0 0,0 1 0 0 0,0 0 0 0 0,0-1 1 0 0,1 1-1 0 0,-1 0 0 0 0,0 0 0 0 0,0 0 0 0 0,0 0 1 0 0,1 0-1 0 0,-1 0 0 0 0,1 1 0 0 0,-1-1 1 0 0,1 1-1 0 0,-1-1 0 0 0,1 1 0 0 0,0-1 0 0 0,0 1 1 0 0,0 0-1 0 0,0 0 0 0 0,0-1 0 0 0,0 1 1 0 0,0 0-1 0 0,0 0 0 0 0,1 0 0 0 0,-1 0 0 0 0,1 0 1 0 0,-1 0-1 0 0,1 0 0 0 0,0 0 0 0 0,0 0 0 0 0,0 0 1 0 0,0 0-1 0 0,0 0 0 0 0,1 0 0 0 0,-1 0 1 0 0,0 0-1 0 0,1 0 0 0 0,0 0 0 0 0,-1 0 0 0 0,1 0 1 0 0,0 0-1 0 0,0-1 0 0 0,0 1 0 0 0,0 0 1 0 0,0 0-1 0 0,1-1 0 0 0,1 3 0 0 0,2 2-65 0 0,0 1-1 0 0,1-1 0 0 0,0 0 1 0 0,0 0-1 0 0,1-1 1 0 0,0 0-1 0 0,0 0 1 0 0,0 0-1 0 0,0-1 1 0 0,9 4-1 0 0,-11-6 22 0 0,0-1 0 0 0,0 1 0 0 0,0-1 0 0 0,1 0-1 0 0,-1 0 1 0 0,0 0 0 0 0,1-1 0 0 0,-1 0 0 0 0,1 0 0 0 0,-1 0 0 0 0,0-1 0 0 0,1 0 0 0 0,-1 0-1 0 0,0 0 1 0 0,1 0 0 0 0,-1-1 0 0 0,5-3 0 0 0,-7 4 45 0 0,0-1 1 0 0,0 0-1 0 0,-1 0 0 0 0,1 0 0 0 0,-1-1 1 0 0,0 1-1 0 0,1-1 0 0 0,-1 1 1 0 0,0-1-1 0 0,-1 0 0 0 0,1 0 0 0 0,0 0 1 0 0,-1 0-1 0 0,0 0 0 0 0,1 0 1 0 0,-1 0-1 0 0,-1 0 0 0 0,1 0 0 0 0,0-1 1 0 0,-1 1-1 0 0,1 0 0 0 0,-1-1 1 0 0,0 1-1 0 0,0 0 0 0 0,0-1 0 0 0,-1 1 1 0 0,1 0-1 0 0,-3-6 0 0 0,1 2 29 0 0,0 0 0 0 0,-1 0-1 0 0,0 0 1 0 0,-1 0-1 0 0,1 1 1 0 0,-1 0 0 0 0,-1 0-1 0 0,1 0 1 0 0,-1 0-1 0 0,0 1 1 0 0,0-1 0 0 0,0 1-1 0 0,-1 1 1 0 0,0-1 0 0 0,0 1-1 0 0,0 0 1 0 0,-1 0-1 0 0,1 1 1 0 0,-1-1 0 0 0,-8-1-1 0 0,13 4-91 0 0,-1 1 0 0 0,1 0-1 0 0,0 0 1 0 0,-1 1-1 0 0,1-1 1 0 0,0 0 0 0 0,0 1-1 0 0,-1-1 1 0 0,1 1-1 0 0,0 0 1 0 0,0 0 0 0 0,0 0-1 0 0,0 0 1 0 0,0 0 0 0 0,0 0-1 0 0,0 1 1 0 0,0-1-1 0 0,0 1 1 0 0,0-1 0 0 0,1 1-1 0 0,-1 0 1 0 0,-1 1 0 0 0,1 0-431 0 0,1-1 1 0 0,-1 0 0 0 0,1 1 0 0 0,-1-1 0 0 0,1 1 0 0 0,0-1 0 0 0,0 1 0 0 0,0-1 0 0 0,0 1-1 0 0,0 4 1 0 0,1 0-1614 0 0</inkml:trace>
</inkml:ink>
</file>

<file path=ppt/ink/ink2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2:45:54.7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0 412 316 0 0,'1'-1'569'0'0,"2"-1"-259"0"0,0-1 125 0 0,2 0 3872 0 0,6 18-3033 0 0,-7 17 137 0 0,-14 31 9 0 0,4-28-822 0 0,9 20 140 0 0,-3-54-733 0 0,1-1 0 0 0,-1 0 0 0 0,1 0 1 0 0,0 0-1 0 0,-1 0 0 0 0,1 0 0 0 0,-1 1 1 0 0,1-1-1 0 0,0 0 0 0 0,-1 0 0 0 0,1 0 1 0 0,-1 0-1 0 0,1-1 0 0 0,-1 1 0 0 0,1 0 1 0 0,0 0-1 0 0,-1 0 0 0 0,1 0 0 0 0,-1-1 1 0 0,1 1-1 0 0,-1 0 0 0 0,1 0 0 0 0,-1-1 1 0 0,1 1-1 0 0,-1-1 0 0 0,1 1 0 0 0,-1 0 1 0 0,1-2-1 0 0,10-4 33 0 0,24-26-6 0 0,-16 11-86 0 0,7-12-72 0 0,11-14-12 0 0,-35 46 137 0 0,14-14-88 0 0,-15 16 86 0 0,0-1 1 0 0,-1 0-1 0 0,1 1 0 0 0,-1-1 1 0 0,1 1-1 0 0,0-1 1 0 0,-1 1-1 0 0,1-1 1 0 0,-1 1-1 0 0,1 0 0 0 0,-1-1 1 0 0,0 1-1 0 0,1 0 1 0 0,-1-1-1 0 0,1 1 0 0 0,-1 0 1 0 0,0 0-1 0 0,0-1 1 0 0,0 1-1 0 0,1 0 0 0 0,-1 0 1 0 0,0-1-1 0 0,0 2 1 0 0,5 58-11 0 0,-5-58 14 0 0,1-1 0 0 0,-1 1 0 0 0,1 0 0 0 0,-1-1 0 0 0,1 1 1 0 0,0-1-1 0 0,0 1 0 0 0,-1-1 0 0 0,1 1 0 0 0,0-1 0 0 0,0 1 0 0 0,1-1 0 0 0,-1 0 0 0 0,0 0 0 0 0,0 1 0 0 0,2 0 1 0 0,-1-2-2 0 0,0 0 0 0 0,-1 0 0 0 0,1-1 1 0 0,0 1-1 0 0,0 0 0 0 0,-1-1 1 0 0,1 1-1 0 0,-1-1 0 0 0,1 0 0 0 0,0 0 1 0 0,-1 1-1 0 0,1-1 0 0 0,2-2 0 0 0,-2 2-2 0 0,25-14-36 0 0,1 2 1 0 0,1 1-1 0 0,39-11 1 0 0,-53 18-1 0 0,1 1 1 0 0,0 1-1 0 0,0 1 0 0 0,0 0 1 0 0,1 1-1 0 0,-1 0 1 0 0,31 4-1 0 0,-45-3 27 0 0,0 0 0 0 0,-1 1 0 0 0,1-1 0 0 0,0 1 0 0 0,0-1 0 0 0,-1 1 0 0 0,1-1 1 0 0,-1 1-1 0 0,1 0 0 0 0,-1-1 0 0 0,1 1 0 0 0,-1 0 0 0 0,1 0 0 0 0,-1 0 0 0 0,0 1 0 0 0,1-1 0 0 0,-1 0 0 0 0,0 0 0 0 0,2 3 0 0 0,-3-3-4 0 0,1 1 1 0 0,-1-1 0 0 0,0 0-1 0 0,0 1 1 0 0,1-1 0 0 0,-1 0-1 0 0,0 1 1 0 0,0-1 0 0 0,0 0-1 0 0,0 1 1 0 0,-1-1 0 0 0,1 0-1 0 0,0 1 1 0 0,-1-1 0 0 0,1 0-1 0 0,-1 1 1 0 0,1-1 0 0 0,-1 0-1 0 0,0 2 1 0 0,-2 1-25 0 0,0 1 1 0 0,0 0-1 0 0,-1-1 0 0 0,1 0 0 0 0,-1 0 0 0 0,0 0 1 0 0,0 0-1 0 0,-1-1 0 0 0,1 0 0 0 0,-7 4 1 0 0,2-1-208 0 0,11-3 40 0 0,20-3-132 0 0,35-9-364 0 0,-37 4 535 0 0,0-2 1 0 0,-1 0-1 0 0,0-1 0 0 0,-1-1 1 0 0,0-1-1 0 0,0 0 0 0 0,-1-2 1 0 0,0 0-1 0 0,-1-1 0 0 0,0 0 1 0 0,-2-1-1 0 0,1-1 0 0 0,24-33 1 0 0,-24 26 298 0 0,-1-1-1 0 0,-1 0 1 0 0,-1-1 0 0 0,-1 0 0 0 0,-2-1 0 0 0,0 0 0 0 0,-1-1 0 0 0,-2 0 0 0 0,0 0 0 0 0,2-36 0 0 0,-9 27 334 0 0,1 34-439 0 0,0 0 0 0 0,0 0 0 0 0,0 0 1 0 0,0 0-1 0 0,0-1 0 0 0,0 1 0 0 0,0 0 0 0 0,0 0 0 0 0,-1 0 0 0 0,1 0 0 0 0,0 0 0 0 0,-1 0 0 0 0,1-1 0 0 0,-1 1 0 0 0,1 0 0 0 0,-1 0 0 0 0,0 1 0 0 0,1-1 0 0 0,-1 0 0 0 0,0 0 0 0 0,0 0 0 0 0,0 0 0 0 0,0 0 0 0 0,1 1 0 0 0,-3-2 0 0 0,1 3 5 0 0,0-1-1 0 0,-1 1 0 0 0,1 0 0 0 0,0 0 1 0 0,0 0-1 0 0,0 0 0 0 0,-1 0 0 0 0,1 0 0 0 0,0 1 1 0 0,1-1-1 0 0,-1 1 0 0 0,0-1 0 0 0,0 1 1 0 0,1 0-1 0 0,-1-1 0 0 0,1 1 0 0 0,-1 0 0 0 0,0 3 1 0 0,-22 36 436 0 0,17-25-357 0 0,1 0 0 0 0,1 0 1 0 0,1 1-1 0 0,0-1 0 0 0,1 1 1 0 0,0 0-1 0 0,2 0 0 0 0,0 0 0 0 0,1 0 1 0 0,1 0-1 0 0,3 26 0 0 0,-2-31-74 0 0,1 0 0 0 0,0 0-1 0 0,1 0 1 0 0,0 0 0 0 0,0-1 0 0 0,1 1-1 0 0,1-1 1 0 0,0 0 0 0 0,1-1 0 0 0,0 1 0 0 0,0-1-1 0 0,1-1 1 0 0,0 0 0 0 0,1 0 0 0 0,0 0-1 0 0,16 11 1 0 0,-21-17-9 0 0,1 0 1 0 0,-1 0-1 0 0,1-1 0 0 0,-1 1 1 0 0,1-1-1 0 0,0 0 0 0 0,0-1 1 0 0,0 1-1 0 0,0-1 0 0 0,0 0 1 0 0,1 0-1 0 0,-1 0 0 0 0,0-1 1 0 0,0 0-1 0 0,1 0 0 0 0,-1 0 1 0 0,0-1-1 0 0,0 0 0 0 0,0 0 1 0 0,1 0-1 0 0,-1 0 0 0 0,0-1 1 0 0,-1 0-1 0 0,1 0 0 0 0,0 0 0 0 0,0-1 1 0 0,-1 1-1 0 0,6-6 0 0 0,15-5 1441 0 0,-24 17-1771 0 0,-7 10-972 0 0,0 1-5344 0 0</inkml:trace>
</inkml:ink>
</file>

<file path=ppt/ink/ink2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2:45:55.1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56 200 0 0,'2'-9'1128'0'0,"2"4"-44"0"0,-2-2-64 0 0,0 0-64 0 0,1 0-96 0 0,-1 4-71 0 0,0-2-97 0 0,0-1 872 0 0,0-1-1232 0 0</inkml:trace>
</inkml:ink>
</file>

<file path=ppt/ink/ink2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2:45:55.4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54 8 0 0,'1'-2'242'0'0,"-1"0"0"0"0,1 0 0 0 0,0 0 0 0 0,0 0 0 0 0,0 0 0 0 0,0 1 0 0 0,0-1 0 0 0,0 0 0 0 0,0 1 0 0 0,0-1 0 0 0,1 1 0 0 0,-1 0 0 0 0,1-1 0 0 0,-1 1 0 0 0,1 0 0 0 0,0 0 0 0 0,-1 0 0 0 0,1 0 0 0 0,0 0 0 0 0,0 0 0 0 0,-1 0 0 0 0,1 1 0 0 0,0-1 0 0 0,4 0 0 0 0,55-13 1483 0 0,-56 13-1469 0 0,22-1-125 0 0,-1 0-1 0 0,1 1 1 0 0,0 2-1 0 0,26 4 1 0 0,10 0-4840 0 0,-46-4 2466 0 0</inkml:trace>
</inkml:ink>
</file>

<file path=ppt/ink/ink2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2:45:58.3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113 11 52 0 0,'1'-2'599'0'0,"3"-3"1224"0"0,-1 1 786 0 0,-1 23-1443 0 0,-5 34-52 0 0,-2 0 1 0 0,-3-1 0 0 0,-21 79 0 0 0,17-87-119 0 0,-35 75 0 0 0,28-68-49 0 0,19-50-969 0 0,2-32-6169 0 0,-2 22 3377 0 0,0-1 214 0 0</inkml:trace>
</inkml:ink>
</file>

<file path=ppt/ink/ink2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2:45:58.6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15 168 0 0,'26'-6'1045'0'0,"0"2"0"0"0,0 2 1 0 0,38-1-1 0 0,-47 4-1663 0 0,0 0 1 0 0,0 1-1 0 0,24 7 1 0 0,-33-7-442 0 0</inkml:trace>
</inkml:ink>
</file>

<file path=ppt/ink/ink2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2:45:59.0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49 416 0 0,'0'4'189'0'0,"0"0"1"0"0,0 0-1 0 0,1-1 1 0 0,-1 1-1 0 0,1 0 1 0 0,0 0-1 0 0,0-1 0 0 0,0 1 1 0 0,0 0-1 0 0,1-1 1 0 0,0 0-1 0 0,-1 1 1 0 0,1-1-1 0 0,1 0 0 0 0,-1 0 1 0 0,0 0-1 0 0,1 0 1 0 0,-1 0-1 0 0,6 4 1 0 0,-3-4-35 0 0,-1 0 0 0 0,1 0 1 0 0,0-1-1 0 0,0 0 0 0 0,0 0 1 0 0,0 0-1 0 0,0 0 1 0 0,1-1-1 0 0,-1 0 0 0 0,1 0 1 0 0,-1-1-1 0 0,10 1 0 0 0,-8-1-25 0 0,0 0-1 0 0,0 0 0 0 0,0-1 0 0 0,-1 0 1 0 0,1-1-1 0 0,0 1 0 0 0,-1-1 0 0 0,1 0 1 0 0,-1-1-1 0 0,0 1 0 0 0,0-1 0 0 0,0-1 1 0 0,0 1-1 0 0,0-1 0 0 0,-1 0 0 0 0,0 0 0 0 0,1-1 1 0 0,-1 1-1 0 0,-1-1 0 0 0,1 0 0 0 0,-1-1 1 0 0,7-10-1 0 0,-8 10-40 0 0,9-26 506 0 0,-12 31-608 0 0,0 0 1 0 0,0 0 0 0 0,1-1-1 0 0,-1 1 1 0 0,0 0 0 0 0,0 0-1 0 0,0-1 1 0 0,0 1 0 0 0,-1 0-1 0 0,1 0 1 0 0,0-1 0 0 0,0 1-1 0 0,-1 0 1 0 0,1 0 0 0 0,-1 0-1 0 0,1 0 1 0 0,-1-1 0 0 0,1 1-1 0 0,-1 0 1 0 0,0 0 0 0 0,1 0-1 0 0,-3-1 1 0 0,2 1-402 0 0,-14 9-5164 0 0,7-4 3549 0 0</inkml:trace>
</inkml:ink>
</file>

<file path=ppt/ink/ink2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2:46:18.9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131 94 228 0 0,'2'-2'97'0'0,"2"-3"225"0"0,0 1 126 0 0,-1 1 207 0 0,-3 2-460 0 0,0 0 0 0 0,0 0 1 0 0,1 0-1 0 0,-1 0 0 0 0,0 0 0 0 0,0 0 0 0 0,1 0 0 0 0,-1 0 1 0 0,1 0-1 0 0,-1 0 0 0 0,1 1 0 0 0,-1-1 0 0 0,1 0 0 0 0,0 0 1 0 0,-1 0-1 0 0,1 1 0 0 0,1-2 0 0 0,25 6 226 0 0,27 1 130 0 0,-52-6-485 0 0,2 1 6 0 0,1 0 0 0 0,-1 0-1 0 0,0-1 1 0 0,0 0 0 0 0,0 0-1 0 0,0 0 1 0 0,0-1 0 0 0,0 1-1 0 0,4-3 1 0 0,-7 3-54 0 0,-1 1 1 0 0,1-1-1 0 0,0 0 1 0 0,0 0-1 0 0,-1 0 1 0 0,1 0-1 0 0,-1 0 0 0 0,1 0 1 0 0,-1 0-1 0 0,1 0 1 0 0,-1 0-1 0 0,0 0 1 0 0,1 0-1 0 0,-1 0 0 0 0,0 0 1 0 0,0 0-1 0 0,0 0 1 0 0,0 0-1 0 0,0 0 1 0 0,0 0-1 0 0,0 0 1 0 0,0-2-1 0 0,-2 2-9 0 0,1-1 1 0 0,0 0-1 0 0,-1 1 0 0 0,1-1 1 0 0,-1 1-1 0 0,1-1 0 0 0,-1 1 1 0 0,0 0-1 0 0,0 0 0 0 0,0 0 1 0 0,-3-2-1 0 0,-6-1 1 0 0,-1 1 0 0 0,0 0 0 0 0,0 0-1 0 0,0 1 1 0 0,0 1 0 0 0,0 0 0 0 0,-1 0 0 0 0,1 1 0 0 0,0 1-1 0 0,0 0 1 0 0,-18 5 0 0 0,25-5-1 0 0,1 0-1 0 0,-1 0 1 0 0,1 0-1 0 0,0 1 1 0 0,0 0-1 0 0,0 0 1 0 0,0 0 0 0 0,0 0-1 0 0,0 1 1 0 0,0-1-1 0 0,1 1 1 0 0,-1 0-1 0 0,1 0 1 0 0,0 0 0 0 0,0 1-1 0 0,0-1 1 0 0,0 1-1 0 0,0 0 1 0 0,1 0-1 0 0,-4 8 1 0 0,-13 51 203 0 0,17-58-201 0 0,1 0-1 0 0,0 0 1 0 0,1 1 0 0 0,-1-1 0 0 0,1 0-1 0 0,0 0 1 0 0,0 1 0 0 0,0-1 0 0 0,1 0-1 0 0,2 9 1 0 0,-1-10-1 0 0,1 0 0 0 0,0 0 0 0 0,0 0-1 0 0,0-1 1 0 0,0 1 0 0 0,0-1 0 0 0,1 0 0 0 0,0 0 0 0 0,-1 0 0 0 0,1 0-1 0 0,0 0 1 0 0,1-1 0 0 0,-1 0 0 0 0,0 0 0 0 0,1 0 0 0 0,-1 0 0 0 0,1-1-1 0 0,-1 0 1 0 0,7 1 0 0 0,3 1-43 0 0,-1-1 1 0 0,0 0-1 0 0,1-1 0 0 0,-1-1 0 0 0,24-2 1 0 0,-12-2-220 0 0,-1-1 1 0 0,1 0 0 0 0,-1-2-1 0 0,-1-1 1 0 0,1-1 0 0 0,-2-1-1 0 0,39-22 1 0 0,-56 28 214 0 0,-1 1-1 0 0,0-1 1 0 0,0 0 0 0 0,0 0 0 0 0,0-1-1 0 0,-1 1 1 0 0,3-6 0 0 0,18-19-131 0 0,-15 15 374 0 0,4-6 267 0 0,-11 20-271 0 0,-7 13-93 0 0,1-3 23 0 0,1 0-1 0 0,1 0 1 0 0,0 0 0 0 0,0 0-1 0 0,1 1 1 0 0,0-1 0 0 0,1 1-1 0 0,0-1 1 0 0,2 17 0 0 0,4 17 412 0 0,-6-44-542 0 0,0 0 0 0 0,0 0 0 0 0,1 0 0 0 0,-1 0 0 0 0,0 0 0 0 0,0 1 0 0 0,1-1 0 0 0,-1 0 0 0 0,0 0 0 0 0,0 0 0 0 0,1 0 0 0 0,-1 0 0 0 0,0 0 0 0 0,1 0 0 0 0,-1 0 0 0 0,0 0 0 0 0,0 0 0 0 0,1 0 0 0 0,-1 0 0 0 0,0 0 0 0 0,1 0 1 0 0,-1 0-1 0 0,0 0 0 0 0,0 0 0 0 0,1-1 0 0 0,-1 1 0 0 0,0 0 0 0 0,0 0 0 0 0,1 0 0 0 0,-1 0 0 0 0,0 0 0 0 0,0-1 0 0 0,1 1 0 0 0,-1 0 0 0 0,0 0 0 0 0,0 0 0 0 0,0-1 0 0 0,0 1 0 0 0,1 0 0 0 0,-1 0 0 0 0,0-1 0 0 0,0 1 0 0 0,0-1 0 0 0,13-10 31 0 0,-5 2-27 0 0,1 0 0 0 0,0 0-1 0 0,1 0 1 0 0,0 1-1 0 0,0 1 1 0 0,1-1-1 0 0,0 2 1 0 0,0 0 0 0 0,0 0-1 0 0,14-4 1 0 0,-22 9-4 0 0,-1 0 0 0 0,0 1 1 0 0,0-1-1 0 0,0 1 0 0 0,0 0 1 0 0,0 0-1 0 0,0 0 0 0 0,1 0 1 0 0,-1 0-1 0 0,0 0 0 0 0,0 0 1 0 0,0 1-1 0 0,0-1 0 0 0,0 1 1 0 0,0 0-1 0 0,1-1 0 0 0,-1 1 1 0 0,-1 0-1 0 0,1 0 0 0 0,0 1 1 0 0,0-1-1 0 0,0 0 0 0 0,-1 0 0 0 0,1 1 1 0 0,0-1-1 0 0,-1 1 0 0 0,1 0 1 0 0,-1-1-1 0 0,3 5 0 0 0,2 5 16 0 0,1 1 1 0 0,-2 0-1 0 0,1 0 0 0 0,3 15 0 0 0,-2-8-13 0 0,-7-19-5 0 0,2 12-717 0 0,0-3-3912 0 0</inkml:trace>
</inkml:ink>
</file>

<file path=ppt/ink/ink2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2:46:19.8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68 36 280 0 0,'0'0'614'0'0,"-6"0"2798"0"0,-18 0-1817 0 0,22 1-1530 0 0,0-1-1 0 0,0 1 1 0 0,0 0 0 0 0,0 0-1 0 0,0 0 1 0 0,0 0 0 0 0,0 0-1 0 0,1 0 1 0 0,-1 0-1 0 0,1 1 1 0 0,-1-1 0 0 0,0 0-1 0 0,1 1 1 0 0,0-1 0 0 0,-1 1-1 0 0,1 0 1 0 0,0-1 0 0 0,0 1-1 0 0,0 0 1 0 0,0 0-1 0 0,0 0 1 0 0,1 0 0 0 0,-1 0-1 0 0,0 0 1 0 0,1 0 0 0 0,0 0-1 0 0,-1 0 1 0 0,1 0-1 0 0,0 0 1 0 0,0 0 0 0 0,0 0-1 0 0,0 0 1 0 0,0 0 0 0 0,1 0-1 0 0,-1 0 1 0 0,1 0-1 0 0,-1 0 1 0 0,1 0 0 0 0,0 0-1 0 0,0 0 1 0 0,0 0 0 0 0,0 0-1 0 0,0-1 1 0 0,1 3-1 0 0,2 1-16 0 0,-1-1 0 0 0,1 1 0 0 0,0-1 0 0 0,0 0 0 0 0,1 0 0 0 0,-1 0 0 0 0,1 0 0 0 0,0-1 0 0 0,0 0 0 0 0,0 0 0 0 0,0 0 0 0 0,1-1 0 0 0,-1 0 0 0 0,12 3 0 0 0,-5-3-36 0 0,0-1 1 0 0,0 0-1 0 0,1-1 1 0 0,-1 0 0 0 0,0-1-1 0 0,0 0 1 0 0,0-1-1 0 0,0-1 1 0 0,0 0-1 0 0,0 0 1 0 0,-1-1-1 0 0,14-7 1 0 0,-3 0-19 0 0,-1-1 0 0 0,0 0 0 0 0,0-2 0 0 0,-2-1 0 0 0,20-17 0 0 0,2 1 237 0 0,-40 30-106 0 0,-1 1-122 0 0,0 0-1 0 0,0 0 1 0 0,0 0 0 0 0,0 0-1 0 0,0 0 1 0 0,0 1 0 0 0,0-1-1 0 0,0 0 1 0 0,1 0-1 0 0,-1 0 1 0 0,0 0 0 0 0,0 0-1 0 0,0 0 1 0 0,0 0-1 0 0,0 0 1 0 0,0 0 0 0 0,0 0-1 0 0,0 0 1 0 0,0 0-1 0 0,1 0 1 0 0,-1 0 0 0 0,0 0-1 0 0,0 0 1 0 0,0 0-1 0 0,0 0 1 0 0,0 0 0 0 0,0 0-1 0 0,0 0 1 0 0,0 0 0 0 0,0 0-1 0 0,0 0 1 0 0,1 0-1 0 0,-1 0 1 0 0,0 0 0 0 0,0 0-1 0 0,0-1 1 0 0,0 1-1 0 0,0 0 1 0 0,0 0 0 0 0,0 0-1 0 0,0 0 1 0 0,0 0-1 0 0,0 0 1 0 0,0 0 0 0 0,0 0-1 0 0,0 0 1 0 0,0 0-1 0 0,1 0 1 0 0,-1 0 0 0 0,0-1-1 0 0,0 1 1 0 0,0 0 0 0 0,0 0-1 0 0,0 0 1 0 0,0 0-1 0 0,0 0 1 0 0,0 0 0 0 0,0 0-1 0 0,0 0 1 0 0,0 0-1 0 0,0-1 1 0 0,0 1 0 0 0,0 0-1 0 0,0 0 1 0 0,0 0-1 0 0,0 0 1 0 0,-1 0 0 0 0,1 0-1 0 0,0 0-2 0 0,1 35 51 0 0,-1-34-48 0 0,0 0 1 0 0,0 1-1 0 0,1-1 0 0 0,-1 0 1 0 0,0 1-1 0 0,1-1 0 0 0,0 0 0 0 0,-1 0 1 0 0,1 1-1 0 0,0-1 0 0 0,-1 0 0 0 0,1 0 1 0 0,0 0-1 0 0,0 0 0 0 0,0 0 1 0 0,0 0-1 0 0,0 0 0 0 0,0 0 0 0 0,0-1 1 0 0,0 1-1 0 0,0 0 0 0 0,1-1 1 0 0,-1 1-1 0 0,0 0 0 0 0,0-1 0 0 0,1 0 1 0 0,1 1-1 0 0,2-2 1 0 0,-1 0-1 0 0,1-1 1 0 0,-1 0 0 0 0,1 0-1 0 0,-1 0 1 0 0,0 0 0 0 0,0-1-1 0 0,0 1 1 0 0,5-5 0 0 0,51-40 24 0 0,-60 47-28 0 0,0-1-1 0 0,1 1 1 0 0,-1 0 0 0 0,0 0-1 0 0,0-1 1 0 0,1 1-1 0 0,-1 0 1 0 0,0 0 0 0 0,1-1-1 0 0,-1 1 1 0 0,1 0-1 0 0,-1 0 1 0 0,0 0 0 0 0,1 0-1 0 0,-1-1 1 0 0,0 1-1 0 0,1 0 1 0 0,-1 0 0 0 0,1 0-1 0 0,-1 0 1 0 0,1 0-1 0 0,-1 0 1 0 0,0 0 0 0 0,1 0-1 0 0,-1 0 1 0 0,1 0-1 0 0,-1 0 1 0 0,0 1 0 0 0,1-1-1 0 0,-1 0 1 0 0,0 0-1 0 0,1 0 1 0 0,-1 0 0 0 0,1 1-1 0 0,-1-1 1 0 0,8 16-9 0 0,-3 18 7 0 0,-6 2 25 0 0,-2 0 0 0 0,-1 0 0 0 0,-2-1 0 0 0,-1 1 0 0 0,-2-1 0 0 0,-1-1 0 0 0,-2 1 0 0 0,-1-2 0 0 0,-2 0-1 0 0,-1-1 1 0 0,-2 0 0 0 0,-1-1 0 0 0,-36 44 0 0 0,50-69 54 0 0,0 0-1 0 0,0-1 1 0 0,0 1-1 0 0,-1-1 1 0 0,1 0-1 0 0,-1-1 1 0 0,-1 0-1 0 0,1 0 1 0 0,0 0-1 0 0,-1 0 1 0 0,-8 2-1 0 0,14-6 179 0 0,-16-21 500 0 0,17 16-675 0 0,0-1 0 0 0,0 1 0 0 0,1-1 0 0 0,0 1 0 0 0,0-1 0 0 0,0 1-1 0 0,1-1 1 0 0,-1 1 0 0 0,1 0 0 0 0,1-1 0 0 0,-1 1 0 0 0,4-4 0 0 0,43-59 383 0 0,-17 26-178 0 0,4-9-387 0 0,1 2 0 0 0,3 2 0 0 0,2 1 0 0 0,64-54 0 0 0,-74 79-1869 0 0,-9 11-3913 0 0,-12 7 2482 0 0</inkml:trace>
</inkml:ink>
</file>

<file path=ppt/ink/ink2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2:46:23.5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183 1 500 0 0,'-1'0'1433'0'0,"-1"0"235"0"0,-8 4-125 0 0,4 4-1231 0 0,1 1-1 0 0,-1 0 0 0 0,1 0 0 0 0,1 0 0 0 0,-6 17 1 0 0,-6 12 330 0 0,-17 30 697 0 0,-33 103 0 0 0,62-158-1260 0 0,0-1-1 0 0,1 0 1 0 0,0 1-1 0 0,1 0 1 0 0,1-1-1 0 0,0 1 1 0 0,1 0-1 0 0,2 23 1 0 0,-2-34-70 0 0,1 0 1 0 0,-1-1-1 0 0,1 1 1 0 0,-1 0-1 0 0,1-1 1 0 0,-1 1-1 0 0,1-1 0 0 0,0 1 1 0 0,0-1-1 0 0,0 0 1 0 0,0 1-1 0 0,0-1 1 0 0,0 0-1 0 0,0 1 1 0 0,1-1-1 0 0,-1 0 0 0 0,0 0 1 0 0,0 0-1 0 0,1 0 1 0 0,-1 0-1 0 0,1-1 1 0 0,-1 1-1 0 0,1 0 0 0 0,2 0 1 0 0,0 0 0 0 0,0-1 0 0 0,0 1 0 0 0,-1-1 1 0 0,1 0-1 0 0,0 0 0 0 0,0-1 0 0 0,0 1 0 0 0,0-1 0 0 0,0 1 1 0 0,4-3-1 0 0,4-1-1 0 0,-1 0 0 0 0,0-1 1 0 0,-1 0-1 0 0,1 0 1 0 0,-1-1-1 0 0,10-8 0 0 0,52-51 0 0 0,-70 64-13 0 0,-2 12 2 0 0,1-1 5 0 0,0 1-1 0 0,0 0 0 0 0,1-1 1 0 0,1 1-1 0 0,0-1 0 0 0,0 0 0 0 0,10 19 1 0 0,-10-24-11 0 0,-1 0 1 0 0,1 0 0 0 0,1 0 0 0 0,-1 0-1 0 0,1-1 1 0 0,0 0 0 0 0,0 1 0 0 0,0-1-1 0 0,0-1 1 0 0,1 1 0 0 0,0-1 0 0 0,-1 0-1 0 0,1 0 1 0 0,0 0 0 0 0,1 0-1 0 0,-1-1 1 0 0,0 0 0 0 0,7 1 0 0 0,-10-3 4 0 0,-1 0 1 0 0,1 0 0 0 0,0 0 0 0 0,0 0 0 0 0,0-1-1 0 0,0 1 1 0 0,0-1 0 0 0,0 1 0 0 0,0-1-1 0 0,-1 0 1 0 0,1 0 0 0 0,0 0 0 0 0,0 0-1 0 0,-1 0 1 0 0,1 0 0 0 0,-1 0 0 0 0,1-1 0 0 0,-1 1-1 0 0,0-1 1 0 0,1 1 0 0 0,-1-1 0 0 0,1-1-1 0 0,23-36-13 0 0,-19 27 25 0 0,-2-1 0 0 0,0 0 1 0 0,0 0-1 0 0,-1 0 0 0 0,0-1 1 0 0,-1 1-1 0 0,-1-1 1 0 0,0-17-1 0 0,-3-14 110 0 0,-8-52 0 0 0,7 76-21 0 0,-1 1-1 0 0,0-1 0 0 0,-14-35 1 0 0,18 55-100 0 0,-3 4-718 0 0,2-1 570 0 0,-1 1-1 0 0,1-1 0 0 0,-1 1 1 0 0,1 0-1 0 0,0 0 0 0 0,0 0 1 0 0,0-1-1 0 0,0 1 0 0 0,1 0 1 0 0,-1 0-1 0 0,1 0 0 0 0,0 0 0 0 0,0 4 1 0 0,2 28-4548 0 0,1-21 2191 0 0</inkml:trace>
</inkml:ink>
</file>

<file path=ppt/ink/ink2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2:46:23.9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37 62 568 0 0,'-2'1'138'0'0,"0"0"1"0"0,-1 0-1 0 0,1 0 1 0 0,0 0-1 0 0,0 1 1 0 0,0-1-1 0 0,1 1 1 0 0,-1-1-1 0 0,0 1 0 0 0,0 0 1 0 0,1-1-1 0 0,-1 1 1 0 0,1 0-1 0 0,0 0 1 0 0,-1 0-1 0 0,1 0 0 0 0,0 0 1 0 0,0 0-1 0 0,0 1 1 0 0,0-1-1 0 0,1 0 1 0 0,-1 1-1 0 0,1-1 1 0 0,-1 0-1 0 0,1 1 0 0 0,0-1 1 0 0,0 0-1 0 0,0 1 1 0 0,0-1-1 0 0,0 0 1 0 0,1 1-1 0 0,-1-1 0 0 0,2 4 1 0 0,-1 1 9 0 0,1 0 0 0 0,-1-1 1 0 0,2 0-1 0 0,-1 1 0 0 0,1-1 1 0 0,-1 0-1 0 0,2 0 0 0 0,-1 0 0 0 0,1-1 1 0 0,8 11-1 0 0,-4-9-28 0 0,31 21 527 0 0,-26-24-445 0 0,7-5 120 0 0,-18 0-279 0 0,1 0 0 0 0,-1 0 0 0 0,0 0 0 0 0,0-1 0 0 0,0 1-1 0 0,0-1 1 0 0,0 1 0 0 0,0-1 0 0 0,0 0 0 0 0,2-3 0 0 0,0-1 47 0 0,-1 0-1 0 0,-1 0 1 0 0,1 0 0 0 0,-1 0 0 0 0,0 0 0 0 0,-1-1 0 0 0,1 1 0 0 0,-1-1-1 0 0,-1 1 1 0 0,1-1 0 0 0,-1 1 0 0 0,0-1 0 0 0,0 0 0 0 0,-1 1-1 0 0,-2-10 1 0 0,1 5 13 0 0,0 0 0 0 0,-1 0 0 0 0,0 0 0 0 0,-1 1 0 0 0,0-1 0 0 0,-1 1 0 0 0,0 0 0 0 0,-8-12 0 0 0,13 22-128 0 0,-1-1 0 0 0,1 0 0 0 0,-1 0 1 0 0,0 1-1 0 0,1-1 0 0 0,-1 1 0 0 0,0-1 0 0 0,1 0 0 0 0,-1 1 0 0 0,0-1 0 0 0,0 1 1 0 0,1 0-1 0 0,-1-1 0 0 0,0 1 0 0 0,0-1 0 0 0,0 1 0 0 0,0 0 0 0 0,0 0 1 0 0,1 0-1 0 0,-1-1 0 0 0,0 1 0 0 0,0 0 0 0 0,0 0 0 0 0,0 0 0 0 0,0 0 0 0 0,0 0 1 0 0,0 1-1 0 0,0-1 0 0 0,1 0 0 0 0,-1 0 0 0 0,0 1 0 0 0,0-1 0 0 0,0 0 1 0 0,0 1-1 0 0,1-1 0 0 0,-1 1 0 0 0,0-1 0 0 0,0 1 0 0 0,1-1 0 0 0,-1 1 0 0 0,0 0 1 0 0,-2 1-479 0 0,1 1 0 0 0,0-1 0 0 0,0 0 0 0 0,0 1 0 0 0,0-1 0 0 0,1 1 0 0 0,-1 0 0 0 0,1-1 0 0 0,-1 1 1 0 0,1 0-1 0 0,-1 3 0 0 0,-1 1-1723 0 0</inkml:trace>
</inkml:ink>
</file>

<file path=ppt/ink/ink2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0-16T12:46:24.3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0 440,'12'11'679,"0"1"1,0 1-1,-2-1 1,17 26-1,-23-33-554,-2 0-1,1 0 0,0 0 0,-1 0 1,0 1-1,0-1 0,-1 1 1,1-1-1,-1 1 0,-1 0 1,1-1-1,-1 1 0,0 0 0,0-1 1,0 1-1,-1 0 0,-2 8 1,3-14-91,0 1 0,0 0 0,0-1 0,0 1 0,-1-1 0,1 1 0,0 0 0,0-1 1,-1 1-1,1-1 0,-1 1 0,1-1 0,0 1 0,-1-1 0,1 1 0,-1-1 0,1 0 1,-1 1-1,1-1 0,-1 0 0,1 1 0,-1-1 0,1 0 0,-1 0 0,0 1 0,1-1 0,-1 0 1,1 0-1,-1 0 0,0 0 0,1 0 0,-1 0 0,1 0 0,-1 0 0,0 0 0,1 0 1,-1 0-1,1 0 0,-1 0 0,0-1 0,1 1 0,-1 0 0,1 0 0,-1-1 0,0 1 1,0-1 6,0 0 1,-1 0 0,1 1 0,0-1 0,0 0 0,0 0-1,0 0 1,1 0 0,-1 0 0,0-1 0,0 1 0,1 0-1,-1 0 1,0 0 0,1-1 0,-1 1 0,1 0 0,0-1-1,-1 1 1,1-2 0,1-6 33,0 1-1,0 0 1,1 0-1,0 0 0,0 0 1,1 1-1,0-1 1,0 0-1,1 1 1,0 0-1,0 0 1,1 0-1,0 1 1,6-7-1,-6 7-196,-1 1 0,1 1 1,0-1-1,1 0 0,-1 1 0,1 0 0,0 1 0,0-1 0,0 1 0,0 0 0,1 0 0,-1 1 0,1 0 0,-1 0 1,1 1-1,12-2 0,29 12-4296,-34-4 2645</inkml:trace>
</inkml:ink>
</file>

<file path=ppt/ink/ink2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2:46:24.7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45 361 16 0 0,'-14'11'1401'0'0,"-4"10"390"0"0,7 5-302 0 0,9-10-763 0 0,6 6 148 0 0,-3-20-826 0 0,1 0 1 0 0,-1 0-1 0 0,0 0 1 0 0,1 0-1 0 0,-1 0 1 0 0,1 0-1 0 0,-1 0 1 0 0,1 0-1 0 0,0-1 1 0 0,0 1-1 0 0,0-1 1 0 0,0 0-1 0 0,0 1 1 0 0,0-1-1 0 0,0 0 1 0 0,0 0-1 0 0,0 0 1 0 0,1 0-1 0 0,-1-1 1 0 0,0 1-1 0 0,1-1 1 0 0,-1 1-1 0 0,0-1 1 0 0,1 0-1 0 0,-1 0 1 0 0,3 0-1 0 0,0 0-19 0 0,-1 0 1 0 0,0-1-1 0 0,0 0 1 0 0,1 1-1 0 0,-1-1 1 0 0,0-1-1 0 0,0 1 0 0 0,0-1 1 0 0,0 1-1 0 0,4-3 1 0 0,-2-1-3 0 0,1 1-1 0 0,-1-1 1 0 0,0-1 0 0 0,0 1 0 0 0,-1-1 0 0 0,0 1 0 0 0,0-2 0 0 0,6-8-1 0 0,30-64 62 0 0,-21 30-37 0 0,-16 39-36 0 0,8-21 84 0 0,-1 0-1 0 0,-1-1 0 0 0,-2 0 0 0 0,-1-1 0 0 0,-2 1 0 0 0,2-41 0 0 0,-7 72-72 0 0,0 1 1 0 0,0-1-1 0 0,0 0 0 0 0,1 1 1 0 0,-1-1-1 0 0,0 1 0 0 0,0-1 1 0 0,0 1-1 0 0,0-1 0 0 0,0 1 1 0 0,0-1-1 0 0,0 1 0 0 0,-1-1 1 0 0,1 1-1 0 0,0-1 0 0 0,0 1 0 0 0,0-1 1 0 0,0 1-1 0 0,-1-1 0 0 0,1 1 1 0 0,0-1-1 0 0,-1 1 0 0 0,1-1 1 0 0,0 1-1 0 0,-1-1 0 0 0,1 1 1 0 0,-1-1-1 0 0,-11 10 457 0 0,10-6-536 0 0,-8 8 151 0 0,1 1 0 0 0,1 0 1 0 0,0 1-1 0 0,0 0 0 0 0,2 0 0 0 0,-1 1 0 0 0,2-1 0 0 0,0 1 1 0 0,0 1-1 0 0,1-1 0 0 0,1 1 0 0 0,-2 18 0 0 0,1 3-211 0 0,2 0-1 0 0,2 0 0 0 0,6 66 0 0 0,-4-89-203 0 0,0 1 0 0 0,1-1 1 0 0,1 0-1 0 0,0 0 0 0 0,0-1 1 0 0,12 22-1 0 0,-9-21-883 0 0,1 0 0 0 0,1-1 0 0 0,11 13 0 0 0,-4-7-1043 0 0</inkml:trace>
</inkml:ink>
</file>

<file path=ppt/ink/ink2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0-16T12:46:25.2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144 81 652,'-17'-14'4040,"13"15"-3831,-1-1-1,1 1 0,0 0 0,0 0 0,-1 1 0,1-1 0,0 1 1,1 0-1,-1 0 0,0 0 0,0 1 0,1-1 0,-1 1 0,-3 4 0,-2 0 141,1 2-1,-1 0 0,-13 18 0,20-23-291,0-1 0,0 1-1,0 0 1,0 0 0,1 0 0,0 0 0,0 1 0,0-1-1,0 0 1,1 0 0,-1 1 0,1-1 0,0 0 0,0 0-1,1 1 1,0-1 0,-1 0 0,1 0 0,1 0 0,-1 1-1,0-1 1,1 0 0,0-1 0,0 1 0,0 0 0,5 5-1,-5-6-34,0 0 0,1 0 0,0 0 0,-1-1 0,1 1 0,0-1-1,0 0 1,0 0 0,0 0 0,1 0 0,-1 0 0,1-1 0,-1 0-1,1 1 1,-1-1 0,1 0 0,0-1 0,-1 1 0,1-1 0,0 0-1,0 1 1,-1-2 0,1 1 0,0 0 0,-1-1 0,1 0 0,0 0-1,-1 0 1,1 0 0,4-2 0,-2 0-3,-1-1 1,0 1-1,0 0 0,0-1 0,0 0 1,-1-1-1,1 1 0,-1-1 0,0 1 1,-1-1-1,1 0 0,-1-1 1,0 1-1,0-1 0,0 1 0,-1-1 1,0 0-1,0 0 0,-1 0 0,2-9 1,-2 5 71,0 0 0,0 0 1,-1-1-1,-1 1 0,0 0 1,0 0-1,-1-1 0,0 1 1,0 0-1,-2 1 1,-5-16-1,7 22-59,0 0 1,0-1 0,0 1-1,-1 0 1,1 1-1,-1-1 1,1 0 0,-1 1-1,0-1 1,0 1-1,0 0 1,0 0 0,-1 0-1,1 0 1,-1 1-1,1-1 1,-1 1 0,1 0-1,-5-1 1,5 3-104,1-1 0,-1 1-1,0-1 1,1 1 0,-1 0 0,1 0 0,-1 1 0,1-1-1,-1 0 1,1 1 0,0 0 0,0-1 0,0 1-1,0 0 1,0 0 0,0 0 0,0 0 0,0 0 0,1 1-1,-1-1 1,-1 4 0,-1 2-1300,0 1-1,0-1 1,0 1 0,-3 15-1,3-8-1525</inkml:trace>
</inkml:ink>
</file>

<file path=ppt/ink/ink2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0-16T12:46:25.6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 72 212,'0'10'308,"1"0"-1,-1 0 1,-1 1-1,0-1 1,0 0 0,-4 11-1,-2 37 1780,14-91-1555,5 15-310,1 0 0,1 1 1,0 0-1,2 2 1,32-28-1,-40 36-192,-1 1 1,2 0-1,-1 1 0,0 0 1,1 0-1,11-4 0,-14 7-513,-1 1-1,0 0 0,0-1 0,0 2 0,1-1 0,-1 1 0,11 0 1,-7 2-1017</inkml:trace>
</inkml:ink>
</file>

<file path=ppt/ink/ink2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0-16T12:46:25.9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114 317 880,'-7'3'540,"0"1"0,1 0 0,0 1 0,0-1 0,0 1 0,1 0-1,-1 0 1,1 1 0,-5 6 0,9-10-463,-1 0 1,1-1-1,0 1 0,-1 0 1,1 0-1,0 0 0,0 0 0,0 0 1,1 0-1,-1 0 0,0 0 1,1 0-1,-1 1 0,1-1 0,0 0 1,0 0-1,0 0 0,0 1 1,0-1-1,0 0 0,1 0 0,-1 0 1,1 1-1,-1-1 0,1 0 1,0 0-1,0 0 0,0 0 0,0 0 1,0 0-1,0-1 0,1 1 1,-1 0-1,3 2 0,-3-3-45,1 0-1,0 0 1,0-1-1,-1 1 1,1 0-1,0-1 1,0 0 0,0 1-1,-1-1 1,1 0-1,0 0 1,0 0-1,0 0 1,0 0 0,0 0-1,0 0 1,-1-1-1,1 1 1,0-1-1,0 1 1,0-1-1,-1 0 1,1 0 0,0 0-1,2-1 1,2-2 41,1 0 0,0-1 0,-1 0 0,11-10 0,-10 7-7,0-1 0,-1 0 0,0 0-1,0-1 1,-1 0 0,-1 0-1,0 0 1,0-1 0,0 1 0,-2-1-1,1 0 1,-1 0 0,0-19 0,-1 12 0,-1-1-1,0 0 1,-2 0 0,0 1 0,-1-1 0,-1 1 0,-8-21 0,11 35-71,-1-1 1,0 0-1,-1 1 1,1-1-1,-1 1 0,0 0 1,0 0-1,0 0 1,0 0-1,-1 0 1,1 1-1,-1-1 1,0 1-1,0 0 1,-1 1-1,1-1 1,0 1-1,-1-1 0,0 1 1,1 1-1,-1-1 1,0 1-1,-9-2 1,9 2-431,1 1-1,-1 0 1,0 0 0,0 1 0,0-1 0,0 1-1,1 0 1,-1 0 0,0 1 0,1-1 0,-1 1-1,1 0 1,-1 0 0,1 1 0,-6 3 0,1 0-2123</inkml:trace>
</inkml:ink>
</file>

<file path=ppt/ink/ink2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2:46:26.4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0 140 516 0 0,'20'-14'1771'0'0,"-9"7"-1150"0"0,1-1-1 0 0,-2 0 1 0 0,1-1-1 0 0,-1 0 1 0 0,0 0-1 0 0,-1-1 1 0 0,0 0 0 0 0,9-15-1 0 0,-17 24-540 0 0,0-1 0 0 0,0 0 1 0 0,0 0-1 0 0,0 0 0 0 0,0 0 0 0 0,-1 0 0 0 0,1 0 1 0 0,-1 0-1 0 0,1 0 0 0 0,-1 0 0 0 0,0-4 0 0 0,-5 2 429 0 0,-10 10-426 0 0,9-2-48 0 0,1 1 0 0 0,0-1 0 0 0,0 1 1 0 0,0 0-1 0 0,1 0 0 0 0,-1 1 0 0 0,1-1 1 0 0,0 1-1 0 0,1 0 0 0 0,-4 8 0 0 0,5-10-11 0 0,0 1 0 0 0,0-1 0 0 0,0 1 0 0 0,0 0 0 0 0,1 0 0 0 0,0-1 0 0 0,0 1 0 0 0,0 0 0 0 0,1 0 0 0 0,0 0 0 0 0,0 0-1 0 0,0 0 1 0 0,0 0 0 0 0,2 7 0 0 0,-1-10-20 0 0,0 0 0 0 0,0 0 0 0 0,0 0 0 0 0,1 0-1 0 0,-1 0 1 0 0,1-1 0 0 0,-1 1 0 0 0,1-1 0 0 0,-1 1-1 0 0,1-1 1 0 0,0 1 0 0 0,0-1 0 0 0,-1 0 0 0 0,1 0-1 0 0,0 0 1 0 0,0 0 0 0 0,0 0 0 0 0,0 0 0 0 0,1-1-1 0 0,-1 1 1 0 0,0-1 0 0 0,0 1 0 0 0,0-1 0 0 0,0 0 0 0 0,1 0-1 0 0,-1 0 1 0 0,0 0 0 0 0,0 0 0 0 0,0-1 0 0 0,1 1-1 0 0,-1 0 1 0 0,0-1 0 0 0,3-1 0 0 0,12-2 30 0 0,0-1 0 0 0,0-1 0 0 0,17-8 0 0 0,-26 10-31 0 0,154-63 17 0 0,-162 67-20 0 0,1-1-1 0 0,-1 1 1 0 0,1 0 0 0 0,-1-1-1 0 0,1 1 1 0 0,0 0 0 0 0,-1 0-1 0 0,1-1 1 0 0,-1 1 0 0 0,1 0 0 0 0,0 0-1 0 0,-1 0 1 0 0,1 0 0 0 0,-1 0-1 0 0,1 0 1 0 0,0 0 0 0 0,-1 0-1 0 0,1 0 1 0 0,0 0 0 0 0,-1 0-1 0 0,1 0 1 0 0,0 0 0 0 0,-1 1-1 0 0,1-1 1 0 0,-1 0 0 0 0,1 0-1 0 0,-1 1 1 0 0,1-1 0 0 0,0 0 0 0 0,-1 1-1 0 0,1-1 1 0 0,-1 1 0 0 0,1-1-1 0 0,-1 0 1 0 0,0 1 0 0 0,1-1-1 0 0,-1 1 1 0 0,1-1 0 0 0,-1 1-1 0 0,0 0 1 0 0,0-1 0 0 0,1 1-1 0 0,-1-1 1 0 0,0 1 0 0 0,0 0 0 0 0,1-1-1 0 0,-1 1 1 0 0,0-1 0 0 0,0 1-1 0 0,0 1 1 0 0,-2 40 94 0 0,1-22 178 0 0,1-18-242 0 0,1 0-1 0 0,0 1 1 0 0,0-1 0 0 0,0 0-1 0 0,0 0 1 0 0,0 0 0 0 0,1 0-1 0 0,-1 0 1 0 0,0 0 0 0 0,1 0 0 0 0,0-1-1 0 0,-1 1 1 0 0,1-1 0 0 0,0 1-1 0 0,0-1 1 0 0,0 1 0 0 0,0-1-1 0 0,0 0 1 0 0,0 0 0 0 0,0 0-1 0 0,1 0 1 0 0,-1 0 0 0 0,0-1-1 0 0,0 1 1 0 0,1-1 0 0 0,3 1 0 0 0,10 1-839 0 0,-1 0 1 0 0,30-1 0 0 0,-36-1-340 0 0,11 0-1894 0 0,6 0 232 0 0</inkml:trace>
</inkml:ink>
</file>

<file path=ppt/ink/ink2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2:46:30.8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311 71 440 0 0,'1'-2'179'0'0,"0"0"0"0"0,0 0-1 0 0,0 0 1 0 0,0 0 0 0 0,-1 0 0 0 0,1 0 0 0 0,0 0 0 0 0,-1 0-1 0 0,1-1 1 0 0,-1 1 0 0 0,0 0 0 0 0,0 0 0 0 0,0 0-1 0 0,0 0 1 0 0,0 0 0 0 0,-1-1 0 0 0,1 1 0 0 0,0 0 0 0 0,-1 0-1 0 0,0 0 1 0 0,1 0 0 0 0,-1 0 0 0 0,0 0 0 0 0,0 0-1 0 0,0 0 1 0 0,0 0 0 0 0,-2-2 0 0 0,1 3-80 0 0,-1 0 0 0 0,1-1 1 0 0,0 1-1 0 0,-1 0 0 0 0,1 0 0 0 0,0 0 1 0 0,-1 0-1 0 0,1 1 0 0 0,-1-1 0 0 0,0 1 0 0 0,1 0 1 0 0,-1-1-1 0 0,1 1 0 0 0,-1 0 0 0 0,0 0 1 0 0,1 1-1 0 0,-1-1 0 0 0,1 1 0 0 0,-1-1 1 0 0,1 1-1 0 0,-5 1 0 0 0,-7 4 78 0 0,0 0 1 0 0,0 1-1 0 0,0 0 0 0 0,1 1 1 0 0,0 0-1 0 0,0 1 0 0 0,1 1 0 0 0,1 0 1 0 0,-1 1-1 0 0,2 0 0 0 0,-1 0 1 0 0,-14 23-1 0 0,16-21-60 0 0,0 1 0 0 0,1 0 1 0 0,0 1-1 0 0,1 0 0 0 0,1 0 1 0 0,0 0-1 0 0,1 1 0 0 0,1 0 1 0 0,0 0-1 0 0,1 0 0 0 0,-1 27 0 0 0,5-29-10 0 0,0 1-1 0 0,1 0 0 0 0,1-1 0 0 0,0 1 1 0 0,1-1-1 0 0,1 0 0 0 0,0 0 1 0 0,1-1-1 0 0,0 1 0 0 0,1-1 0 0 0,0-1 1 0 0,2 1-1 0 0,-1-1 0 0 0,17 18 0 0 0,-8-12-489 0 0,1 0 0 0 0,40 30 0 0 0,-33-30-2921 0 0,53 27-1 0 0,-61-38 395 0 0</inkml:trace>
</inkml:ink>
</file>

<file path=ppt/ink/ink2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2:46:31.7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1 719 696 0 0,'3'-3'801'0'0,"15"-8"44"0"0,0 1 0 0 0,0 1 1 0 0,21-7-1 0 0,-15 6-383 0 0,-2 0 1 0 0,28-17-1 0 0,-36 18-365 0 0,0-1 0 0 0,-1 0-1 0 0,0-1 1 0 0,0-1 0 0 0,-1 0 0 0 0,-1 0-1 0 0,0-1 1 0 0,-1-1 0 0 0,0 0 0 0 0,-1 0-1 0 0,-1-1 1 0 0,0 0 0 0 0,-1 0-1 0 0,-1-1 1 0 0,0 0 0 0 0,-1 0 0 0 0,-1-1-1 0 0,0 1 1 0 0,-1-1 0 0 0,-1 0 0 0 0,-1 0-1 0 0,0 0 1 0 0,-1 0 0 0 0,-5-33-1 0 0,1 26-36 0 0,0 1-1 0 0,-2 0 1 0 0,0 0-1 0 0,-2 0 1 0 0,-1 1-1 0 0,0 0 0 0 0,-22-36 1 0 0,30 57-57 0 0,1 1 0 0 0,0-1 0 0 0,-1 0 0 0 0,1 0-1 0 0,-1 1 1 0 0,1-1 0 0 0,-1 0 0 0 0,1 1 0 0 0,-1-1 0 0 0,0 1 0 0 0,1-1 0 0 0,-1 1 0 0 0,0-1 0 0 0,1 1 0 0 0,-1-1 0 0 0,0 1-1 0 0,0-1 1 0 0,0 1 0 0 0,1 0 0 0 0,-1 0 0 0 0,0-1 0 0 0,0 1 0 0 0,0 0 0 0 0,0 0 0 0 0,1 0 0 0 0,-1 0 0 0 0,-2 0 0 0 0,2 1 2 0 0,-1-1 0 0 0,0 1 1 0 0,1 0-1 0 0,0 0 1 0 0,-1 0-1 0 0,1 0 1 0 0,-1 0-1 0 0,1 0 0 0 0,0 0 1 0 0,0 0-1 0 0,0 0 1 0 0,0 1-1 0 0,-2 1 0 0 0,-22 46 285 0 0,10 3 31 0 0,1 1 0 0 0,4 0 0 0 0,-6 62 0 0 0,3-19 23 0 0,-6 145 254 0 0,14-153-440 0 0,-9 80 260 0 0,14-167-413 0 0,0-1-1 0 0,0 1 0 0 0,0-1 0 0 0,0 1 1 0 0,0 0-1 0 0,0-1 0 0 0,0 1 0 0 0,0-1 0 0 0,0 1 1 0 0,0-1-1 0 0,0 1 0 0 0,1 0 0 0 0,-1-1 1 0 0,0 1-1 0 0,0-1 0 0 0,1 1 0 0 0,-1-1 0 0 0,0 1 1 0 0,1-1-1 0 0,-1 0 0 0 0,0 1 0 0 0,1-1 0 0 0,-1 1 1 0 0,1-1-1 0 0,-1 0 0 0 0,1 1 0 0 0,-1-1 1 0 0,1 0-1 0 0,-1 1 0 0 0,1-1 0 0 0,-1 0 0 0 0,1 0 1 0 0,-1 0-1 0 0,1 1 0 0 0,-1-1 0 0 0,1 0 1 0 0,0 0-1 0 0,-1 0 0 0 0,1 0 0 0 0,-1 0 0 0 0,1 0 1 0 0,-1 0-1 0 0,1 0 0 0 0,0 0 0 0 0,-1 0 0 0 0,1-1 1 0 0,-1 1-1 0 0,1 0 0 0 0,-1 0 0 0 0,1 0 1 0 0,-1-1-1 0 0,1 1 0 0 0,0-1 0 0 0,33-14 62 0 0,12-13-11 0 0,-20 11-25 0 0,50-23 1 0 0,-67 36-30 0 0,-1 1 0 0 0,0 0-1 0 0,1 1 1 0 0,-1 0 0 0 0,1 0-1 0 0,0 1 1 0 0,0 0 0 0 0,-1 0-1 0 0,1 1 1 0 0,17 2 0 0 0,-13 1-1 0 0,0 1 1 0 0,0 0-1 0 0,0 1 0 0 0,17 8 1 0 0,34 13 1 0 0,-53-23 0 0 0,0 0-1 0 0,0 0 1 0 0,1-1 0 0 0,-1 0-1 0 0,1-1 1 0 0,-1-1 0 0 0,1 0 0 0 0,-1 0-1 0 0,1-1 1 0 0,-1-1 0 0 0,0 0-1 0 0,1 0 1 0 0,-1-1 0 0 0,0-1 0 0 0,0 0-1 0 0,0 0 1 0 0,-1-1 0 0 0,0 0-1 0 0,0-1 1 0 0,16-12 0 0 0,-24 16-2 0 0,-1 1 0 0 0,1-1 0 0 0,-1 1 0 0 0,1-1 0 0 0,0 1 0 0 0,-1 0 0 0 0,1-1 0 0 0,0 1 0 0 0,0 0 0 0 0,0 0 0 0 0,0 0 0 0 0,0 0 0 0 0,4 0 0 0 0,-4 2-1 0 0,0 0 0 0 0,-1 0 0 0 0,1 0 1 0 0,0 0-1 0 0,-1 0 0 0 0,1 1 1 0 0,-1-1-1 0 0,1 1 0 0 0,-1-1 1 0 0,1 1-1 0 0,-1 0 0 0 0,0-1 1 0 0,2 4-1 0 0,-2-3 1 0 0,1 0-1 0 0,-1 0-1 0 0,1 0 1 0 0,0 0 0 0 0,0-1 0 0 0,0 1-1 0 0,0 0 1 0 0,0-1 0 0 0,1 0 0 0 0,-1 1-1 0 0,0-1 1 0 0,1 0 0 0 0,-1 0 0 0 0,1 0 0 0 0,-1-1-1 0 0,1 1 1 0 0,-1-1 0 0 0,1 1 0 0 0,0-1-1 0 0,-1 0 1 0 0,6 0 0 0 0,-6 0 4 0 0,0 0 0 0 0,0 0 0 0 0,1 0 0 0 0,-1 0-1 0 0,0 0 1 0 0,0 0 0 0 0,1-1 0 0 0,-1 1 0 0 0,0-1 0 0 0,0 0 0 0 0,0 0 0 0 0,0 0 0 0 0,0 0 0 0 0,0 0 0 0 0,0 0 0 0 0,0 0 0 0 0,0 0 0 0 0,0-1-1 0 0,0 1 1 0 0,-1-1 0 0 0,1 0 0 0 0,-1 1 0 0 0,1-1 0 0 0,-1 0 0 0 0,0 0 0 0 0,0 0 0 0 0,0 0 0 0 0,0 0 0 0 0,0 0 0 0 0,0 0 0 0 0,0 0 0 0 0,-1 0-1 0 0,2-3 1 0 0,-2 2 15 0 0,0 0 1 0 0,1-1-1 0 0,-1 1 0 0 0,0 0 0 0 0,-1 0 0 0 0,1 0 0 0 0,0 0 0 0 0,-1 0 0 0 0,0 0 0 0 0,0 0 0 0 0,0 0 0 0 0,0 0 0 0 0,0 0 0 0 0,0 0 0 0 0,-1 1 0 0 0,1-1 0 0 0,-1 0 0 0 0,-4-4 1 0 0,5 6-43 0 0,-1-1 0 0 0,0 0 1 0 0,0 1-1 0 0,-1-1 0 0 0,1 1 0 0 0,0 0 1 0 0,0-1-1 0 0,-1 1 0 0 0,1 0 1 0 0,0 0-1 0 0,-1 1 0 0 0,1-1 1 0 0,-1 1-1 0 0,1-1 0 0 0,-1 1 1 0 0,1 0-1 0 0,-1 0 0 0 0,1 0 1 0 0,-1 0-1 0 0,0 0 0 0 0,1 0 1 0 0,-1 1-1 0 0,1-1 0 0 0,-1 1 1 0 0,-2 1-1 0 0,2-1-464 0 0,1 1 1 0 0,0-1-1 0 0,-1 1 0 0 0,1 0 0 0 0,0 0 1 0 0,0 0-1 0 0,0 0 0 0 0,0 0 1 0 0,0 0-1 0 0,0 0 0 0 0,0 1 1 0 0,1-1-1 0 0,-1 1 0 0 0,1-1 0 0 0,-2 4 1 0 0,1 1-2243 0 0</inkml:trace>
</inkml:ink>
</file>

<file path=ppt/ink/ink2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2:46:32.1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20 0 0,'0'0'2750'0'0,"11"25"759"0"0,-11-22-3339 0 0,0 1 0 0 0,0-1-1 0 0,0 0 1 0 0,0 0 0 0 0,1 0 0 0 0,-1 0-1 0 0,1 1 1 0 0,0-1 0 0 0,0 0-1 0 0,0 0 1 0 0,0 0 0 0 0,0-1 0 0 0,1 1-1 0 0,-1 0 1 0 0,1 0 0 0 0,0-1 0 0 0,0 1-1 0 0,0-1 1 0 0,0 1 0 0 0,0-1-1 0 0,4 3 1 0 0,-2-3-93 0 0,0 0 0 0 0,0 0 0 0 0,0-1 0 0 0,1 0 0 0 0,-1 0 0 0 0,0 0 0 0 0,1 0 0 0 0,-1 0-1 0 0,1-1 1 0 0,-1 0 0 0 0,1 0 0 0 0,-1 0 0 0 0,0-1 0 0 0,9-1 0 0 0,1 1-39 0 0,0 0 0 0 0,0 1 0 0 0,16 2 0 0 0,-20 0-36 0 0,-1-1 0 0 0,1-1 0 0 0,-1 1 0 0 0,1-2 0 0 0,-1 1 0 0 0,1-1 0 0 0,-1-1 0 0 0,0 1 0 0 0,18-7 0 0 0,-25 6 12 0 0,0 0 1 0 0,0 1-1 0 0,0-1 1 0 0,0 0-1 0 0,-1 0 0 0 0,1 0 1 0 0,-1 0-1 0 0,0-1 1 0 0,1 1-1 0 0,-1 0 0 0 0,0-1 1 0 0,0 1-1 0 0,-1 0 0 0 0,1-1 1 0 0,0 1-1 0 0,-1-1 1 0 0,1 1-1 0 0,-1-1 0 0 0,0 1 1 0 0,0-1-1 0 0,0 0 1 0 0,0 1-1 0 0,-1-1 0 0 0,0-4 1 0 0,1-4-16 0 0,-1 10-68 0 0,1 1-1 0 0,0-1 0 0 0,0 1 0 0 0,0 0 0 0 0,-1-1 1 0 0,1 1-1 0 0,0-1 0 0 0,0 1 0 0 0,-1 0 1 0 0,1-1-1 0 0,0 1 0 0 0,-1 0 0 0 0,1-1 0 0 0,0 1 1 0 0,-1 0-1 0 0,1-1 0 0 0,-1 1 0 0 0,1 0 1 0 0,0 0-1 0 0,-1-1 0 0 0,1 1 0 0 0,-1 0 0 0 0,1 0 1 0 0,-1 0-1 0 0,1 0 0 0 0,-1 0 0 0 0,1 0 0 0 0,-1 0 1 0 0,1 0-1 0 0,-1 0 0 0 0,1 0 0 0 0,-1 0 1 0 0,1 0-1 0 0,-1 0 0 0 0,1 0 0 0 0,0 0 0 0 0,-1 0 1 0 0,0 1-1 0 0,-17 3-3755 0 0,17-4 3753 0 0,-9 5-2784 0 0</inkml:trace>
</inkml:ink>
</file>

<file path=ppt/ink/ink2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2:46:33.0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137 49 1036 0 0,'0'-1'472'0'0,"-1"0"0"0"0,0-1-1 0 0,0 1 1 0 0,1 0 0 0 0,-1 0 0 0 0,0 0-1 0 0,0 0 1 0 0,0 0 0 0 0,-1 0 0 0 0,1 0-1 0 0,0 0 1 0 0,0 0 0 0 0,-3-1 0 0 0,-3 6-180 0 0,1 0 0 0 0,-1 0 0 0 0,0 1 0 0 0,1-1-1 0 0,0 1 1 0 0,0 1 0 0 0,1-1 0 0 0,0 1 0 0 0,-1 0 0 0 0,2 1 0 0 0,-7 10 0 0 0,3-5 7 0 0,2 2 0 0 0,-1-1 0 0 0,2 1 0 0 0,0-1 0 0 0,-5 23 0 0 0,10-35-283 0 0,-1 0 0 0 0,1 0 1 0 0,-1 1-1 0 0,1-1 0 0 0,-1 0 0 0 0,1 1 0 0 0,0-1 1 0 0,0 1-1 0 0,0-1 0 0 0,0 0 0 0 0,0 1 1 0 0,0-1-1 0 0,0 0 0 0 0,0 1 0 0 0,1-1 0 0 0,-1 0 1 0 0,0 1-1 0 0,1-1 0 0 0,-1 0 0 0 0,1 1 1 0 0,-1-1-1 0 0,1 0 0 0 0,0 0 0 0 0,0 0 0 0 0,-1 0 1 0 0,1 1-1 0 0,0-1 0 0 0,0 0 0 0 0,0-1 1 0 0,0 1-1 0 0,0 0 0 0 0,0 0 0 0 0,1 0 0 0 0,-1-1 1 0 0,0 1-1 0 0,0 0 0 0 0,0-1 0 0 0,1 1 1 0 0,-1-1-1 0 0,0 1 0 0 0,1-1 0 0 0,-1 0 0 0 0,0 0 1 0 0,1 0-1 0 0,-1 1 0 0 0,1-1 0 0 0,-1 0 1 0 0,0-1-1 0 0,1 1 0 0 0,-1 0 0 0 0,0 0 0 0 0,2-1 1 0 0,12-1 31 0 0,0-2 1 0 0,0 0-1 0 0,28-11 1 0 0,-19 7-27 0 0,-11 6-75 0 0,0 0-1 0 0,0 1 1 0 0,0 1-1 0 0,0 0 1 0 0,1 0 0 0 0,23 5-1 0 0,-24-2 32 0 0,0-2 0 0 0,1 0-1 0 0,0 0 1 0 0,-1-1 0 0 0,22-3-1 0 0,-31 2 22 0 0,1-1-1 0 0,0 1 1 0 0,0-1-1 0 0,-1 0 1 0 0,1 0-1 0 0,-1 0 0 0 0,0-1 1 0 0,0 0-1 0 0,0 0 1 0 0,0 0-1 0 0,0 0 1 0 0,0 0-1 0 0,-1-1 1 0 0,0 0-1 0 0,1 1 0 0 0,-1-1 1 0 0,-1-1-1 0 0,1 1 1 0 0,3-7-1 0 0,-3 4 3 0 0,1 1 1 0 0,-1-1-1 0 0,-1 0 0 0 0,1 0 1 0 0,-1 0-1 0 0,0-1 0 0 0,-1 1 0 0 0,0 0 1 0 0,0-1-1 0 0,0 1 0 0 0,-1-1 0 0 0,0 1 1 0 0,-1-1-1 0 0,0 1 0 0 0,0 0 0 0 0,0-1 1 0 0,-5-13-1 0 0,6 21 2 0 0,-1-1-2 0 0,1 0 0 0 0,0 1 0 0 0,0-1 0 0 0,-1 1 0 0 0,1-1 0 0 0,0 0 0 0 0,-1 1 0 0 0,1-1 0 0 0,0 1 0 0 0,-1-1 0 0 0,1 1 0 0 0,-1-1 0 0 0,1 1 0 0 0,-1-1 0 0 0,1 1 0 0 0,-1 0 0 0 0,0-1 0 0 0,1 1 0 0 0,-1 0 0 0 0,1-1 0 0 0,-1 1 0 0 0,0 0 0 0 0,1 0 0 0 0,-1 0 0 0 0,0-1 0 0 0,1 1 0 0 0,-2 0 0 0 0,0 0-2 0 0,-5 26-5 0 0,10-18 4 0 0,1-1 1 0 0,0 1-1 0 0,0-1 0 0 0,1-1 1 0 0,0 1-1 0 0,0 0 0 0 0,6 5 0 0 0,18 24-2 0 0,2 17-92 0 0,-22-35 8 0 0,1 0-1 0 0,1-1 1 0 0,1 0 0 0 0,1-1 0 0 0,23 25 0 0 0,-34-40 81 0 0,0 1 1 0 0,-1-1 0 0 0,1 0 0 0 0,0 0 0 0 0,0 0 0 0 0,1 0 0 0 0,-1 0 0 0 0,0 0 0 0 0,0 0 0 0 0,0-1 0 0 0,1 1 0 0 0,-1-1 0 0 0,0 1 0 0 0,0-1 0 0 0,1 0 0 0 0,-1 0 0 0 0,0 0-1 0 0,1 0 1 0 0,-1-1 0 0 0,0 1 0 0 0,0-1 0 0 0,1 1 0 0 0,-1-1 0 0 0,0 0 0 0 0,0 0 0 0 0,0 0 0 0 0,0 0 0 0 0,0 0 0 0 0,0 0 0 0 0,0 0 0 0 0,0-1 0 0 0,0 1 0 0 0,-1-1 0 0 0,1 0-1 0 0,0 1 1 0 0,-1-1 0 0 0,1 0 0 0 0,1-3 0 0 0,1 0 16 0 0,0 0 0 0 0,0-1 0 0 0,0 0 0 0 0,-1 0 0 0 0,0 0 0 0 0,0 0 0 0 0,0 0 0 0 0,-1 0 0 0 0,0-1-1 0 0,0 1 1 0 0,0-1 0 0 0,0-7 0 0 0,-2 5 52 0 0,-1 1 0 0 0,0-1 0 0 0,0 0 0 0 0,-1 1 0 0 0,0-1 0 0 0,-5-11 0 0 0,7 19-87 0 0,0-1-1 0 0,-1 1 1 0 0,1 0-1 0 0,-1 0 1 0 0,1-1 0 0 0,-1 1-1 0 0,0 0 1 0 0,1 0-1 0 0,-1 0 1 0 0,0 0 0 0 0,0 0-1 0 0,0 0 1 0 0,0 0-1 0 0,0 0 1 0 0,0 0 0 0 0,0 0-1 0 0,0 0 1 0 0,0 0-1 0 0,-1 1 1 0 0,1-1 0 0 0,0 1-1 0 0,0-1 1 0 0,-1 1-1 0 0,1-1 1 0 0,0 1 0 0 0,-1 0-1 0 0,1-1 1 0 0,0 1-1 0 0,-1 0 1 0 0,1 0 0 0 0,0 0-1 0 0,-1 0 1 0 0,1 0-1 0 0,-1 0 1 0 0,1 1 0 0 0,0-1-1 0 0,-1 0 1 0 0,1 1-1 0 0,0-1 1 0 0,0 1 0 0 0,-1-1-1 0 0,1 1 1 0 0,0 0-1 0 0,0-1 1 0 0,0 1 0 0 0,0 0-1 0 0,0 0 1 0 0,0 0-1 0 0,-1 1 1 0 0,-28 29-7028 0 0,28-26 4307 0 0</inkml:trace>
</inkml:ink>
</file>

<file path=ppt/ink/ink2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2:46:33.4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0 344 0 0,'3'0'212'0'0,"0"0"1"0"0,0 1-1 0 0,0-1 0 0 0,1 0 0 0 0,-1 1 1 0 0,0 0-1 0 0,0 0 0 0 0,0 0 1 0 0,0 0-1 0 0,0 0 0 0 0,0 0 0 0 0,0 1 1 0 0,-1 0-1 0 0,1-1 0 0 0,0 1 0 0 0,-1 0 1 0 0,0 0-1 0 0,1 1 0 0 0,-1-1 1 0 0,0 0-1 0 0,0 1 0 0 0,0-1 0 0 0,0 1 1 0 0,0 0-1 0 0,1 3 0 0 0,0 1 170 0 0,0 1 0 0 0,-1 0 0 0 0,1 0 0 0 0,-2 1 0 0 0,1-1 0 0 0,-1 0-1 0 0,0 0 1 0 0,-1 13 1442 0 0,25-48-1510 0 0,-16 22-887 0 0,1 0 0 0 0,-1 1 0 0 0,1 0 0 0 0,-1 1 0 0 0,1 0 0 0 0,0 0 0 0 0,1 1-1 0 0,-1 0 1 0 0,12 0 0 0 0,-10 1-1221 0 0,0 0-197 0 0</inkml:trace>
</inkml:ink>
</file>

<file path=ppt/ink/ink2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2:46:33.7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27 239 468 0 0,'0'0'2610'0'0,"-4"2"-2162"0"0,2-2-384 0 0,1 1 1 0 0,0-1-1 0 0,0 1 0 0 0,-1-1 1 0 0,1 1-1 0 0,0 0 1 0 0,0 0-1 0 0,0 0 1 0 0,0 0-1 0 0,0 0 1 0 0,0 0-1 0 0,0 0 1 0 0,0 0-1 0 0,0 0 0 0 0,0 0 1 0 0,1 1-1 0 0,-1-1 1 0 0,0 0-1 0 0,1 1 1 0 0,-1-1-1 0 0,1 0 1 0 0,-1 1-1 0 0,1-1 0 0 0,0 0 1 0 0,0 1-1 0 0,0-1 1 0 0,-1 1-1 0 0,1-1 1 0 0,1 0-1 0 0,-1 1 1 0 0,0-1-1 0 0,0 1 1 0 0,0-1-1 0 0,1 0 0 0 0,-1 1 1 0 0,1-1-1 0 0,-1 1 1 0 0,1-1-1 0 0,-1 0 1 0 0,1 0-1 0 0,0 1 1 0 0,0-1-1 0 0,0 0 0 0 0,-1 0 1 0 0,1 0-1 0 0,0 0 1 0 0,2 1-1 0 0,-2-1-43 0 0,0-1 0 0 0,1 1-1 0 0,-1-1 1 0 0,0 1 0 0 0,1-1 0 0 0,-1 0-1 0 0,0 1 1 0 0,1-1 0 0 0,-1 0 0 0 0,1 0-1 0 0,-1 0 1 0 0,1 0 0 0 0,-1 0-1 0 0,0-1 1 0 0,1 1 0 0 0,-1 0 0 0 0,1-1-1 0 0,-1 1 1 0 0,0-1 0 0 0,1 1 0 0 0,-1-1-1 0 0,0 1 1 0 0,0-1 0 0 0,1 0-1 0 0,1-1 1 0 0,28-23 184 0 0,-11 1 85 0 0,-2-1 1 0 0,-1-1 0 0 0,-1-1-1 0 0,-1 0 1 0 0,22-57-1 0 0,-21 48 465 0 0,-11 18 284 0 0,-16 24 114 0 0,-17 27-168 0 0,20-15-756 0 0,1 0 0 0 0,1 0 0 0 0,1 1 1 0 0,0 0-1 0 0,1 0 0 0 0,1 0 0 0 0,1 1 0 0 0,0 31 1 0 0,-4 33-2091 0 0,4-68 57 0 0,-1 0-1 0 0,-1-1 1 0 0,-6 19-1 0 0,4-18-1581 0 0</inkml:trace>
</inkml:ink>
</file>

<file path=ppt/ink/ink2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2:46:36.4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279 84 404 0 0,'2'-4'405'0'0,"0"0"0"0"0,0 0-1 0 0,0 0 1 0 0,-1 0 0 0 0,1 0 0 0 0,-1-1-1 0 0,0 1 1 0 0,-1 0 0 0 0,1-1 0 0 0,0-4-1 0 0,-1 7-327 0 0,0 1-1 0 0,0 0 1 0 0,0-1-1 0 0,0 1 1 0 0,-1 0-1 0 0,1 0 1 0 0,0-1-1 0 0,-1 1 0 0 0,1 0 1 0 0,0 0-1 0 0,-1 0 1 0 0,1-1-1 0 0,-1 1 1 0 0,0 0-1 0 0,1 0 1 0 0,-1 0-1 0 0,0 0 0 0 0,0 0 1 0 0,0 0-1 0 0,0 0 1 0 0,0 0-1 0 0,0 1 1 0 0,0-1-1 0 0,0 0 1 0 0,0 0-1 0 0,0 1 0 0 0,0-1 1 0 0,0 1-1 0 0,0-1 1 0 0,0 1-1 0 0,-1-1 1 0 0,1 1-1 0 0,0 0 1 0 0,0 0-1 0 0,-1 0 1 0 0,1-1-1 0 0,0 1 0 0 0,-1 0 1 0 0,1 1-1 0 0,0-1 1 0 0,0 0-1 0 0,-1 0 1 0 0,-1 1-1 0 0,-14 2 223 0 0,-1 0-1 0 0,0 2 1 0 0,1 0-1 0 0,0 1 1 0 0,0 1-1 0 0,-28 15 1 0 0,37-18-218 0 0,0 1 1 0 0,1 0-1 0 0,-1 0 0 0 0,1 1 1 0 0,0 0-1 0 0,0 0 1 0 0,1 1-1 0 0,0-1 0 0 0,0 1 1 0 0,1 1-1 0 0,0-1 0 0 0,0 1 1 0 0,0 0-1 0 0,1 0 0 0 0,-4 14 1 0 0,7-21-72 0 0,1 0 1 0 0,-1 1 0 0 0,1-1 0 0 0,-1 0-1 0 0,1 1 1 0 0,0-1 0 0 0,0 1 0 0 0,0-1-1 0 0,0 0 1 0 0,0 1 0 0 0,0-1-1 0 0,0 1 1 0 0,0-1 0 0 0,1 0 0 0 0,-1 1-1 0 0,1-1 1 0 0,-1 0 0 0 0,1 1-1 0 0,-1-1 1 0 0,1 0 0 0 0,0 0 0 0 0,-1 1-1 0 0,1-1 1 0 0,2 2 0 0 0,-1-2-1 0 0,0 1 0 0 0,0-1 1 0 0,0 0-1 0 0,0 0 0 0 0,0 0 0 0 0,0 0 1 0 0,0-1-1 0 0,1 1 0 0 0,-1-1 0 0 0,0 1 1 0 0,1-1-1 0 0,-1 0 0 0 0,4 0 0 0 0,4 0 8 0 0,0-1 0 0 0,0 0-1 0 0,1 0 1 0 0,-1-1 0 0 0,15-6-1 0 0,-5 0-5 0 0,-1-1 1 0 0,0-1-1 0 0,-1 0 0 0 0,0-2 1 0 0,0 0-1 0 0,-1-1 0 0 0,16-16 1 0 0,-33 28-13 0 0,0 1 0 0 0,0 0 0 0 0,0-1 0 0 0,0 1 0 0 0,1-1 0 0 0,-1 1 1 0 0,0 0-1 0 0,0-1 0 0 0,1 1 0 0 0,-1 0 0 0 0,0-1 0 0 0,1 1 0 0 0,-1 0 0 0 0,0-1 0 0 0,1 1 0 0 0,-1 0 1 0 0,0 0-1 0 0,1-1 0 0 0,-1 1 0 0 0,1 0 0 0 0,-1 0 0 0 0,1 0 0 0 0,-1 0 0 0 0,0 0 0 0 0,1-1 0 0 0,-1 1 1 0 0,1 0-1 0 0,-1 0 0 0 0,1 0 0 0 0,-1 0 0 0 0,1 0 0 0 0,-1 0 0 0 0,0 0 0 0 0,1 1 0 0 0,-1-1 0 0 0,1 0 1 0 0,-1 0-1 0 0,1 0 0 0 0,-1 0 0 0 0,0 1 0 0 0,1-1 0 0 0,-1 0 0 0 0,1 0 0 0 0,-1 1 0 0 0,1-1 0 0 0,0 23 9 0 0,-1-21-8 0 0,0 0-1 0 0,-1 1 1 0 0,1-1-1 0 0,0 0 1 0 0,1 0-1 0 0,-1 0 1 0 0,0 0-1 0 0,1 0 1 0 0,-1 0-1 0 0,1 0 1 0 0,0 3-1 0 0,2 3-3 0 0,-3-7 3 0 0,0 0 0 0 0,0 0 0 0 0,1 0 0 0 0,-1 0 0 0 0,0-1 0 0 0,0 1 0 0 0,1 0 0 0 0,-1 0 0 0 0,0-1 1 0 0,1 1-1 0 0,-1 0 0 0 0,1 0 0 0 0,-1-1 0 0 0,1 1 0 0 0,-1-1 0 0 0,1 1 0 0 0,0 0 0 0 0,-1-1 0 0 0,1 1 0 0 0,-1-1 1 0 0,1 1-1 0 0,0-1 0 0 0,0 0 0 0 0,-1 1 0 0 0,1-1 0 0 0,0 0 0 0 0,0 1 0 0 0,0-1 0 0 0,-1 0 0 0 0,1 0 0 0 0,0 0 1 0 0,0 0-1 0 0,0 1 0 0 0,-1-1 0 0 0,1 0 0 0 0,0-1 0 0 0,2 1 0 0 0,2 0 1 0 0,1 0-1 0 0,0 0 0 0 0,0 0 1 0 0,0-1-1 0 0,0 0 1 0 0,-1 0-1 0 0,1-1 0 0 0,0 1 1 0 0,-1-1-1 0 0,1 0 1 0 0,-1-1-1 0 0,7-3 0 0 0,9-4 1 0 0,41-21-45 0 0,-51 24 31 0 0,0 0-1 0 0,1 2 0 0 0,-1-1 0 0 0,1 1 1 0 0,0 1-1 0 0,1 0 0 0 0,-1 1 0 0 0,1 0 1 0 0,18-2-1 0 0,-27 6 11 0 0,1 0 0 0 0,-1 1 0 0 0,0-1 0 0 0,0 1 0 0 0,1 0 0 0 0,-1 0 1 0 0,0 0-1 0 0,-1 0 0 0 0,1 1 0 0 0,0-1 0 0 0,-1 1 0 0 0,1 0 0 0 0,-1 0 0 0 0,0 0 1 0 0,3 4-1 0 0,-2-2-1 0 0,1 0 0 0 0,0 0 1 0 0,0-1-1 0 0,1 1 1 0 0,-1-1-1 0 0,1-1 0 0 0,0 1 1 0 0,11 4-1 0 0,-11-6 3 0 0,0-1 0 0 0,0 1 0 0 0,1-1 0 0 0,-1 0-1 0 0,0 0 1 0 0,1-1 0 0 0,-1 0 0 0 0,0 0 0 0 0,1-1 0 0 0,9-1 0 0 0,-12 1 0 0 0,0-1 1 0 0,-1 1 0 0 0,1-1-1 0 0,-1 1 1 0 0,0-1 0 0 0,1 0 0 0 0,-1-1-1 0 0,0 1 1 0 0,0 0 0 0 0,0-1-1 0 0,-1 0 1 0 0,1 0 0 0 0,0 0 0 0 0,-1 0-1 0 0,0 0 1 0 0,0 0 0 0 0,0 0-1 0 0,3-7 1 0 0,-2-6 77 0 0,-8 17 63 0 0,4 0-151 0 0,0 0 0 0 0,0 0 0 0 0,1 0 0 0 0,-1 0 0 0 0,1 0 0 0 0,-1 1 0 0 0,1-1 0 0 0,0 0 0 0 0,-1 0 0 0 0,1 0 0 0 0,0 0 0 0 0,0 1 0 0 0,0-1 0 0 0,0 0 0 0 0,0 0 0 0 0,0 1 0 0 0,0-1 1 0 0,0 0-1 0 0,0 0 0 0 0,1 0 0 0 0,-1 0 0 0 0,0 1 0 0 0,1-1 0 0 0,-1 0 0 0 0,1 0 0 0 0,-1 0 0 0 0,2 2 0 0 0,34 43-2637 0 0,-7-19-1862 0 0,-10-14 1851 0 0</inkml:trace>
</inkml:ink>
</file>

<file path=ppt/ink/ink2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2:46:37.4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183 43 344 0 0,'-12'-36'6103'0'0,"8"35"-5960"0"0,1 0 1 0 0,-1 0-1 0 0,1 0 0 0 0,-1 0 0 0 0,1 0 1 0 0,-1 1-1 0 0,0-1 0 0 0,1 1 0 0 0,-1 0 1 0 0,0 1-1 0 0,1-1 0 0 0,-1 0 0 0 0,0 1 1 0 0,1 0-1 0 0,-1 0 0 0 0,-4 2 0 0 0,-57 24 995 0 0,63-26-1106 0 0,-1 0 1 0 0,1 1-1 0 0,-1-1 0 0 0,1 1 1 0 0,0 0-1 0 0,-1 0 1 0 0,1-1-1 0 0,0 1 1 0 0,0 1-1 0 0,0-1 1 0 0,1 0-1 0 0,-1 0 1 0 0,0 1-1 0 0,1-1 1 0 0,0 1-1 0 0,-1-1 1 0 0,1 1-1 0 0,0 0 1 0 0,0-1-1 0 0,1 1 1 0 0,-1 0-1 0 0,0 0 1 0 0,1 0-1 0 0,0-1 1 0 0,0 1-1 0 0,0 0 0 0 0,0 0 1 0 0,0 0-1 0 0,0 0 1 0 0,1-1-1 0 0,-1 1 1 0 0,1 0-1 0 0,0 0 1 0 0,0 0-1 0 0,0-1 1 0 0,0 1-1 0 0,2 2 1 0 0,1 3 3 0 0,1 0 1 0 0,0 0-1 0 0,1-1 1 0 0,-1 0-1 0 0,1 0 1 0 0,1-1 0 0 0,-1 1-1 0 0,1-1 1 0 0,0-1-1 0 0,13 9 1 0 0,-9-8-22 0 0,0 1 1 0 0,0 1-1 0 0,-1 0 0 0 0,0 0 1 0 0,-1 1-1 0 0,0 0 0 0 0,0 1 1 0 0,-1 0-1 0 0,0 0 1 0 0,0 1-1 0 0,-2 0 0 0 0,9 16 1 0 0,-11-17-13 0 0,0 0 1 0 0,-1 0-1 0 0,0 0 1 0 0,-1 1-1 0 0,0-1 0 0 0,-1 1 1 0 0,0 0-1 0 0,0 0 1 0 0,-1-1-1 0 0,-1 1 1 0 0,0 0-1 0 0,0-1 1 0 0,-1 1-1 0 0,0 0 1 0 0,-5 12-1 0 0,-2 7 1 0 0,3-10-5 0 0,0-1-1 0 0,-14 29 1 0 0,18-44 3 0 0,0-1 1 0 0,0 1 0 0 0,0 0 0 0 0,-1-1 0 0 0,1 1 0 0 0,-1-1-1 0 0,0 0 1 0 0,0 0 0 0 0,0 0 0 0 0,0-1 0 0 0,0 1 0 0 0,-1 0-1 0 0,1-1 1 0 0,-1 0 0 0 0,0 0 0 0 0,1 0 0 0 0,-1-1 0 0 0,-4 2-1 0 0,6-3 2 0 0,1 0 0 0 0,0 0 0 0 0,0 0-1 0 0,0 0 1 0 0,0 0 0 0 0,0 0-1 0 0,0-1 1 0 0,0 1 0 0 0,0 0-1 0 0,0-1 1 0 0,0 1 0 0 0,0-1 0 0 0,0 1-1 0 0,0-1 1 0 0,0 1 0 0 0,0-1-1 0 0,0 0 1 0 0,0 1 0 0 0,0-1 0 0 0,1 0-1 0 0,-1 0 1 0 0,0 0 0 0 0,1 1-1 0 0,-1-1 1 0 0,0 0 0 0 0,1 0-1 0 0,-1 0 1 0 0,1 0 0 0 0,0 0 0 0 0,-1 0-1 0 0,1-2 1 0 0,-9-33 91 0 0,9 14-70 0 0,1-1-1 0 0,1 0 0 0 0,1 0 0 0 0,1 1 1 0 0,1 0-1 0 0,0 0 0 0 0,2 0 0 0 0,1 0 1 0 0,17-33-1 0 0,-7 22-27 0 0,1 0 1 0 0,2 2-1 0 0,1 0 1 0 0,2 1-1 0 0,27-27 1 0 0,-44 50-5 0 0,-1 1 0 0 0,1 0 0 0 0,1 0 0 0 0,-1 0-1 0 0,1 1 1 0 0,0 0 0 0 0,0 1 0 0 0,0 0 0 0 0,1 0 0 0 0,-1 1 0 0 0,15-4 0 0 0,-19 6 5 0 0,0 1-1 0 0,1-1 1 0 0,-1 1 0 0 0,0 0-1 0 0,0 0 1 0 0,1 0 0 0 0,-1 1-1 0 0,0-1 1 0 0,0 1 0 0 0,1 0-1 0 0,-1 0 1 0 0,0 1 0 0 0,0-1-1 0 0,0 1 1 0 0,-1 0 0 0 0,1 0-1 0 0,0 0 1 0 0,-1 1 0 0 0,1-1-1 0 0,-1 1 1 0 0,0 0-1 0 0,1 0 1 0 0,-1 0 0 0 0,-1 0-1 0 0,1 0 1 0 0,3 6 0 0 0,0 2-32 0 0,0 1 0 0 0,-1 0 0 0 0,0 0 0 0 0,-1 1 0 0 0,-1-1 0 0 0,0 1 0 0 0,0 0 0 0 0,-1 0 0 0 0,-1 0 0 0 0,0 0 0 0 0,-1 1 0 0 0,-2 16 0 0 0,2-21-11 0 0,86-102 68 0 0,41-27-111 0 0,-83 79 26 0 0,-43 41 50 0 0,-1 0 11 0 0,1 0-1 0 0,-1 0 1 0 0,1 0-1 0 0,0 0 1 0 0,-1 0-1 0 0,1 0 1 0 0,-1 0-1 0 0,1 0 1 0 0,0 0-1 0 0,-1 0 1 0 0,1 1-1 0 0,-1-1 1 0 0,1 0-1 0 0,-1 1 1 0 0,1-1-1 0 0,-1 0 1 0 0,1 1-1 0 0,-1-1 1 0 0,1 0-1 0 0,-1 1 1 0 0,1-1-1 0 0,-1 1 1 0 0,1-1-1 0 0,-1 1 1 0 0,0-1-1 0 0,0 1 1 0 0,1-1-1 0 0,-1 1 1 0 0,0-1-1 0 0,0 1 1 0 0,1 0-1 0 0,-1-1 1 0 0,0 1 0 0 0,0 0-1 0 0,-1 26 17 0 0,-1-4 1 0 0,4-5-34 0 0,2 23 36 0 0,-4-40-17 0 0,1 0 0 0 0,-1 0 1 0 0,1 0-1 0 0,-1 1 1 0 0,1-1-1 0 0,-1 0 1 0 0,1 0-1 0 0,-1 0 0 0 0,1 0 1 0 0,0 0-1 0 0,0 0 1 0 0,-1 0-1 0 0,1-1 0 0 0,0 1 1 0 0,0 0-1 0 0,0 0 1 0 0,0-1-1 0 0,0 1 1 0 0,0 0-1 0 0,0-1 0 0 0,0 1 1 0 0,0-1-1 0 0,1 1 1 0 0,-1-1-1 0 0,0 0 0 0 0,0 0 1 0 0,0 1-1 0 0,0-1 1 0 0,3 0-1 0 0,-2 0 2 0 0,1-1-1 0 0,0 0 0 0 0,-1 1 1 0 0,1-1-1 0 0,-1 0 1 0 0,1 0-1 0 0,-1-1 1 0 0,0 1-1 0 0,1 0 0 0 0,-1-1 1 0 0,0 0-1 0 0,0 1 1 0 0,0-1-1 0 0,0 0 1 0 0,0 0-1 0 0,0 0 1 0 0,-1 0-1 0 0,1 0 0 0 0,-1-1 1 0 0,1 1-1 0 0,-1 0 1 0 0,0-1-1 0 0,0 1 1 0 0,0-1-1 0 0,0 1 1 0 0,0-1-1 0 0,-1 1 0 0 0,1-1 1 0 0,-1 0-1 0 0,0-5 1 0 0,2 1 11 0 0,-1-1 0 0 0,-1 1-1 0 0,0 0 1 0 0,0-1 0 0 0,0 1 0 0 0,-1-1 0 0 0,0 1 0 0 0,0 0 0 0 0,-1-1 0 0 0,-3-8 0 0 0,5 15-41 0 0,0 0 0 0 0,-1 1 1 0 0,1-1-1 0 0,-1 0 0 0 0,1 0 1 0 0,-1 0-1 0 0,1 0 0 0 0,-1 1 0 0 0,0-1 1 0 0,1 0-1 0 0,-1 1 0 0 0,0-1 1 0 0,0 0-1 0 0,0 1 0 0 0,1-1 0 0 0,-1 1 1 0 0,0-1-1 0 0,0 1 0 0 0,0 0 1 0 0,0-1-1 0 0,0 1 0 0 0,0 0 1 0 0,0-1-1 0 0,0 1 0 0 0,0 0 0 0 0,0 0 1 0 0,0 0-1 0 0,0 0 0 0 0,0 0 1 0 0,0 0-1 0 0,0 0 0 0 0,0 1 0 0 0,0-1 1 0 0,0 0-1 0 0,-1 1 0 0 0,0 0-382 0 0,0 0-1 0 0,0 0 0 0 0,0 0 1 0 0,0 0-1 0 0,1 0 0 0 0,-1 1 1 0 0,0-1-1 0 0,1 0 0 0 0,-1 1 1 0 0,1 0-1 0 0,0-1 0 0 0,-1 1 1 0 0,1 0-1 0 0,0-1 0 0 0,-1 4 1 0 0,-1 2-2049 0 0</inkml:trace>
</inkml:ink>
</file>

<file path=ppt/ink/ink2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2:46:38.5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40 912 0 0,'2'4'5814'0'0,"6"13"-4814"0"0,-8-15-933 0 0,-1-1-1 0 0,1 1 0 0 0,0 0 1 0 0,0-1-1 0 0,0 1 1 0 0,0-1-1 0 0,0 1 1 0 0,0-1-1 0 0,1 1 1 0 0,-1-1-1 0 0,0 1 1 0 0,1-1-1 0 0,-1 0 1 0 0,1 1-1 0 0,0-1 1 0 0,-1 1-1 0 0,1-1 1 0 0,0 0-1 0 0,0 0 1 0 0,0 1-1 0 0,0-1 1 0 0,0 0-1 0 0,0 0 1 0 0,0 0-1 0 0,0 0 1 0 0,0 0-1 0 0,1 0 1 0 0,-1 0-1 0 0,0-1 0 0 0,1 1 1 0 0,-1 0-1 0 0,1-1 1 0 0,-1 1-1 0 0,0-1 1 0 0,1 1-1 0 0,-1-1 1 0 0,1 0-1 0 0,-1 0 1 0 0,1 0-1 0 0,-1 1 1 0 0,1-1-1 0 0,-1-1 1 0 0,3 1-1 0 0,7-2-37 0 0,1-1 0 0 0,-1 0 0 0 0,0 0 1 0 0,0-1-1 0 0,11-6 0 0 0,20-6-4 0 0,-19 12-163 0 0,1 2 0 0 0,-1 0-1 0 0,37 2 1 0 0,-55 1 117 0 0,1-1-1 0 0,0 1 0 0 0,0-1 1 0 0,-1 0-1 0 0,1-1 0 0 0,0 1 0 0 0,-1-1 1 0 0,1 0-1 0 0,-1-1 0 0 0,1 1 1 0 0,-1-1-1 0 0,1 0 0 0 0,-1-1 1 0 0,0 1-1 0 0,0-1 0 0 0,0 0 1 0 0,0 0-1 0 0,-1-1 0 0 0,1 1 1 0 0,5-7-1 0 0,4-6 235 0 0,-14 16-209 0 0,0 0 0 0 0,0 0 1 0 0,0 1-1 0 0,0-1 0 0 0,0 0 0 0 0,0 0 1 0 0,0 0-1 0 0,0 0 0 0 0,0 0 0 0 0,0 0 0 0 0,0 0 1 0 0,0 0-1 0 0,0 0 0 0 0,0 1 0 0 0,0-1 1 0 0,0 0-1 0 0,0 0 0 0 0,0 0 0 0 0,0 0 0 0 0,1 0 1 0 0,-1 0-1 0 0,0 0 0 0 0,0 0 0 0 0,0 0 1 0 0,0 0-1 0 0,0 0 0 0 0,0 1 0 0 0,0-1 1 0 0,0 0-1 0 0,0 0 0 0 0,0 0 0 0 0,0 0 0 0 0,0 0 1 0 0,0 0-1 0 0,1 0 0 0 0,-1 0 0 0 0,0 0 1 0 0,0 0-1 0 0,0 0 0 0 0,0 0 0 0 0,0 0 1 0 0,0 0-1 0 0,0 0 0 0 0,0 0 0 0 0,0 0 0 0 0,1 0 1 0 0,-1 0-1 0 0,0 0 0 0 0,0 0 0 0 0,0 0 1 0 0,0 0-1 0 0,0 0 0 0 0,0 0 0 0 0,0 0 1 0 0,0 0-1 0 0,0 0 0 0 0,1 0 0 0 0,-1 0 0 0 0,0 0 1 0 0,0 0-1 0 0,0 0 0 0 0,0-1 0 0 0,0 1 1 0 0,0 0-1 0 0,0 0 0 0 0,0 0 0 0 0,0 0 1 0 0,0 0-1 0 0,0 0 0 0 0,-10 32 409 0 0,6-20-436 0 0,-28 90 254 0 0,-20 53 0 0 0,9-21-74 0 0,38-115-110 0 0,4-15 5 0 0,0 1 1 0 0,0-1-1 0 0,0 0 0 0 0,0 0 1 0 0,-1 0-1 0 0,0 0 0 0 0,1 0 1 0 0,-2 0-1 0 0,1 0 0 0 0,0 0 1 0 0,-1-1-1 0 0,-4 5 0 0 0,6-7 338 0 0,2-5-283 0 0,4-10-50 0 0,0 0 0 0 0,1 1-1 0 0,0 0 1 0 0,1 0 0 0 0,1 1-1 0 0,0-1 1 0 0,0 2 0 0 0,1-1-1 0 0,15-13 1 0 0,11-11 22 0 0,56-43 0 0 0,-76 66-70 0 0,0 2 0 0 0,1 0 0 0 0,0 1 0 0 0,1 0 0 0 0,0 1 0 0 0,0 2 0 0 0,1-1 0 0 0,0 2 0 0 0,0 0 0 0 0,1 1 0 0 0,0 1 0 0 0,19-1 0 0 0,-36 4-10 0 0,-1 1 0 0 0,1 0-1 0 0,-1 0 1 0 0,0 0 0 0 0,1 0 0 0 0,-1 0-1 0 0,1 0 1 0 0,-1 1 0 0 0,0-1 0 0 0,1 0-1 0 0,-1 1 1 0 0,0-1 0 0 0,1 1 0 0 0,-1-1-1 0 0,0 1 1 0 0,0-1 0 0 0,3 3-1 0 0,-4-3 1 0 0,1 1-1 0 0,-1 0 1 0 0,0-1-1 0 0,1 1 1 0 0,-1 0-1 0 0,0-1 1 0 0,0 1-1 0 0,1 0 1 0 0,-1-1-1 0 0,0 1 1 0 0,0 0-1 0 0,0 0 1 0 0,0-1-1 0 0,0 1 0 0 0,0 0 1 0 0,0 0-1 0 0,0-1 1 0 0,0 1-1 0 0,0 0 1 0 0,-1 0-1 0 0,1-1 1 0 0,0 1-1 0 0,-1 1 1 0 0,0 1-5 0 0,-1 0 1 0 0,0 0 0 0 0,0 0 0 0 0,0 0-1 0 0,0 0 1 0 0,0-1 0 0 0,-1 1 0 0 0,1 0-1 0 0,-1-1 1 0 0,1 0 0 0 0,-1 0-1 0 0,-3 2 1 0 0,-74 32-443 0 0,79-36 337 0 0,22 4-422 0 0,0-2 279 0 0,0 0-1 0 0,0-1 0 0 0,0-2 1 0 0,0 0-1 0 0,0-1 1 0 0,0-1-1 0 0,0-1 0 0 0,0-1 1 0 0,-1 0-1 0 0,0-2 1 0 0,0 0-1 0 0,26-15 0 0 0,-43 21 267 0 0,-1 0-1 0 0,1-1 1 0 0,-1 1-1 0 0,1-1 1 0 0,-1 0-1 0 0,0 0 1 0 0,0 1-1 0 0,0-1 1 0 0,0-1-1 0 0,0 1 1 0 0,-1 0-1 0 0,1 0 1 0 0,-1-1-1 0 0,1 1 1 0 0,-1-1-1 0 0,2-4 1 0 0,-3 5 101 0 0,-38 0 619 0 0,36 2-714 0 0,0 0 1 0 0,0 0 0 0 0,1 1 0 0 0,-1-1 0 0 0,0 1 0 0 0,1-1-1 0 0,-1 1 1 0 0,0 0 0 0 0,1-1 0 0 0,-1 1 0 0 0,1 0 0 0 0,-1 0-1 0 0,1 0 1 0 0,0 0 0 0 0,-1 1 0 0 0,1-1 0 0 0,0 0-1 0 0,0 0 1 0 0,0 1 0 0 0,0-1 0 0 0,0 1 0 0 0,0-1 0 0 0,0 1-1 0 0,0-1 1 0 0,1 1 0 0 0,-1 0 0 0 0,0-1 0 0 0,1 1 0 0 0,0 0-1 0 0,-1-1 1 0 0,1 1 0 0 0,0 0 0 0 0,0 0 0 0 0,0-1 0 0 0,0 1-1 0 0,0 0 1 0 0,0 0 0 0 0,0-1 0 0 0,2 4 0 0 0,-1-1-192 0 0,1-1 0 0 0,-1 0 0 0 0,1 1 0 0 0,0-1 0 0 0,0 0 1 0 0,1 0-1 0 0,-1 0 0 0 0,1 0 0 0 0,-1-1 0 0 0,1 1 0 0 0,0-1 0 0 0,0 1 1 0 0,0-1-1 0 0,0 0 0 0 0,0 0 0 0 0,1-1 0 0 0,6 4 0 0 0,18 3-3580 0 0,-13-5 1599 0 0</inkml:trace>
</inkml:ink>
</file>

<file path=ppt/ink/ink2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2:46:38.8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1 274 232 0 0,'4'-21'8094'0'0,"-3"23"-8055"0"0,0 0 1 0 0,1-1-1 0 0,-1 1 0 0 0,1-1 1 0 0,-1 0-1 0 0,1 0 0 0 0,0 1 1 0 0,0-1-1 0 0,-1 0 0 0 0,1 0 0 0 0,0-1 1 0 0,0 1-1 0 0,0 0 0 0 0,0-1 1 0 0,0 1-1 0 0,0-1 0 0 0,0 1 1 0 0,0-1-1 0 0,0 0 0 0 0,1 0 1 0 0,-1 0-1 0 0,0 0 0 0 0,0-1 0 0 0,3 1 1 0 0,-1-2-15 0 0,0 0 0 0 0,0 0 1 0 0,-1 0-1 0 0,1 0 0 0 0,0 0 0 0 0,-1-1 1 0 0,0 0-1 0 0,1 0 0 0 0,-1 1 0 0 0,0-2 1 0 0,3-3-1 0 0,7-11-5 0 0,-2 1 0 0 0,0-1 0 0 0,16-37 0 0 0,-20 42 304 0 0,-2 0-1 0 0,1-1 0 0 0,-2 0 1 0 0,0 0-1 0 0,-1 0 0 0 0,4-26 1 0 0,-8 40-301 0 0,1-1-1 0 0,0 1 1 0 0,0 0 0 0 0,0-1 0 0 0,0 1 0 0 0,0 0-1 0 0,0 0 1 0 0,0-1 0 0 0,0 1 0 0 0,0 0 0 0 0,-1-1-1 0 0,1 1 1 0 0,0 0 0 0 0,0 0 0 0 0,0-1 0 0 0,-1 1-1 0 0,1 0 1 0 0,0 0 0 0 0,0 0 0 0 0,0-1 0 0 0,-1 1-1 0 0,1 0 1 0 0,0 0 0 0 0,0 0 0 0 0,-1 0 0 0 0,1 0-1 0 0,0-1 1 0 0,-1 1 0 0 0,1 0 0 0 0,0 0 0 0 0,-1 0-1 0 0,1 0 1 0 0,0 0 0 0 0,0 0 0 0 0,-1 0-1 0 0,1 0 1 0 0,0 0 0 0 0,-1 0 0 0 0,1 0 0 0 0,0 0-1 0 0,-1 0 1 0 0,1 1 0 0 0,0-1 0 0 0,0 0 0 0 0,-1 0-1 0 0,1 0 1 0 0,0 0 0 0 0,0 0 0 0 0,-1 1 0 0 0,1-1-1 0 0,0 0 1 0 0,-1 1 0 0 0,-13 7 390 0 0,14-8-433 0 0,-5 4 132 0 0,-1 0-1 0 0,1 1 0 0 0,0 0 0 0 0,0 0 1 0 0,0 0-1 0 0,1 1 0 0 0,0-1 1 0 0,0 1-1 0 0,0 0 0 0 0,1 0 0 0 0,-1 1 1 0 0,2-1-1 0 0,-4 10 0 0 0,0 7 83 0 0,0 1-1 0 0,-2 38 0 0 0,-7 23-881 0 0,7-42-845 0 0,4-18-651 0 0,-2-2-3278 0 0,4-14 2182 0 0</inkml:trace>
</inkml:ink>
</file>

<file path=ppt/ink/ink2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2:46:40.5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75 44 728 0 0,'46'-43'6728'0'0,"-43"79"-4800"0"0,-26 61 281 0 0,5-23-1030 0 0,-10 80-1 0 0,22-114-821 0 0,-13 43 0 0 0,1-3-29 0 0,7-59-1664 0 0</inkml:trace>
</inkml:ink>
</file>

<file path=ppt/ink/ink2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2:46:41.0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15 328 0 0,'0'0'1015'0'0,"4"1"-544"0"0,25 6 138 0 0,0-2 0 0 0,0-1 0 0 0,0-1-1 0 0,39-2 1 0 0,-35 0-353 0 0,-4-2 21 0 0,53-7 0 0 0,-51 4 183 0 0,44 0 1 0 0,-92 37-269 0 0,17-29-177 0 0,-1 0 0 0 0,1 0-1 0 0,0 1 1 0 0,1-1 0 0 0,-1 0-1 0 0,1 0 1 0 0,0 0 0 0 0,0 0-1 0 0,0 0 1 0 0,0 0-1 0 0,1 0 1 0 0,-1 0 0 0 0,1-1-1 0 0,4 7 1 0 0,-5-9 1 0 0,0 0-1 0 0,-1 0 0 0 0,1 0 1 0 0,0-1-1 0 0,0 1 1 0 0,0 0-1 0 0,0 0 1 0 0,0-1-1 0 0,0 1 0 0 0,0 0 1 0 0,0-1-1 0 0,0 1 1 0 0,0-1-1 0 0,0 0 1 0 0,0 1-1 0 0,0-1 1 0 0,1 0-1 0 0,-1 0 0 0 0,0 0 1 0 0,0 1-1 0 0,2-1 1 0 0,-1-1 29 0 0,0 0 1 0 0,0 1 0 0 0,0-1-1 0 0,0 0 1 0 0,0 0-1 0 0,0 0 1 0 0,0 0 0 0 0,-1 0-1 0 0,1 0 1 0 0,0-1 0 0 0,0 1-1 0 0,-1 0 1 0 0,1-1-1 0 0,-1 0 1 0 0,3-2 0 0 0,-2 1 1 0 0,0 1 0 0 0,0 0 0 0 0,-1-1 0 0 0,1 1 0 0 0,-1-1 0 0 0,1 0 1 0 0,-1 0-1 0 0,0 1 0 0 0,0-1 0 0 0,0 0 0 0 0,-1 0 0 0 0,1 0 0 0 0,-1 0 0 0 0,1 0 0 0 0,-1 0 0 0 0,0 0 1 0 0,0 0-1 0 0,0 0 0 0 0,-1 0 0 0 0,1 0 0 0 0,-1 0 0 0 0,1 0 0 0 0,-1 0 0 0 0,0 0 0 0 0,0 1 1 0 0,0-1-1 0 0,-1 0 0 0 0,1 0 0 0 0,-1 1 0 0 0,1-1 0 0 0,-1 1 0 0 0,0 0 0 0 0,0-1 0 0 0,0 1 1 0 0,0 0-1 0 0,-1 0 0 0 0,1 0 0 0 0,0 0 0 0 0,-1 1 0 0 0,-3-3 0 0 0,5 4-120 0 0,0 0-1 0 0,0 0 1 0 0,0 0 0 0 0,0 0-1 0 0,-1 0 1 0 0,1 0-1 0 0,0 0 1 0 0,0 0 0 0 0,0 1-1 0 0,0-1 1 0 0,0 0-1 0 0,0 1 1 0 0,0-1-1 0 0,0 1 1 0 0,0-1 0 0 0,0 1-1 0 0,0-1 1 0 0,0 1-1 0 0,0 0 1 0 0,0-1 0 0 0,0 1-1 0 0,0 0 1 0 0,0 0-1 0 0,1 0 1 0 0,-1 0-1 0 0,0-1 1 0 0,0 3 0 0 0,-5 8-3986 0 0</inkml:trace>
</inkml:ink>
</file>

<file path=ppt/ink/ink2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2:46:41.7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229 28 212 0 0,'-31'-24'3986'0'0,"26"23"-3620"0"0,1 0 1 0 0,-1 1-1 0 0,0-1 1 0 0,1 1-1 0 0,-1 0 1 0 0,0 0-1 0 0,-7 1 1 0 0,11-1-313 0 0,-1 0 0 0 0,1 1 0 0 0,-1-1 0 0 0,1 1 1 0 0,0-1-1 0 0,-1 1 0 0 0,1 0 0 0 0,0 0 0 0 0,0-1 1 0 0,-1 1-1 0 0,1 0 0 0 0,0 0 0 0 0,0 0 1 0 0,0 0-1 0 0,0 0 0 0 0,0 0 0 0 0,0 1 0 0 0,0-1 1 0 0,1 0-1 0 0,-1 0 0 0 0,0 1 0 0 0,1-1 0 0 0,-1 1 1 0 0,1-1-1 0 0,-1 0 0 0 0,1 1 0 0 0,-1 1 0 0 0,1-2-31 0 0,0 0-1 0 0,-1 0 0 0 0,1 0 1 0 0,0 0-1 0 0,0 0 0 0 0,0 0 0 0 0,0 0 1 0 0,0 0-1 0 0,0 0 0 0 0,0 0 0 0 0,0 0 1 0 0,0 0-1 0 0,0 0 0 0 0,1 0 1 0 0,-1 0-1 0 0,0 0 0 0 0,1 0 0 0 0,-1 0 1 0 0,1 0-1 0 0,-1 0 0 0 0,1 0 1 0 0,-1 0-1 0 0,1-1 0 0 0,0 1 0 0 0,-1 0 1 0 0,1 0-1 0 0,0-1 0 0 0,0 1 0 0 0,-1 0 1 0 0,1-1-1 0 0,2 2 0 0 0,31 2 252 0 0,-9-1-158 0 0,-24-3-88 0 0,0-1-23 0 0,0 1 1 0 0,0-1-1 0 0,0 0 0 0 0,0 1 0 0 0,0-1 1 0 0,0 1-1 0 0,0-1 0 0 0,0 1 0 0 0,0 0 0 0 0,0-1 1 0 0,1 1-1 0 0,-1 0 0 0 0,0 0 0 0 0,0 0 1 0 0,0 0-1 0 0,0 0 0 0 0,1 0 0 0 0,-1 0 1 0 0,0 0-1 0 0,0 1 0 0 0,0-1 0 0 0,0 0 0 0 0,1 1 1 0 0,-1-1-1 0 0,0 1 0 0 0,0-1 0 0 0,0 1 1 0 0,0-1-1 0 0,0 1 0 0 0,1 1 0 0 0,0 1 1 0 0,-1-1-1 0 0,1 1 0 0 0,-1 0 1 0 0,0 0-1 0 0,0 0 0 0 0,0 0 1 0 0,0 0-1 0 0,0 0 1 0 0,-1 0-1 0 0,1 0 0 0 0,-1 0 1 0 0,0 0-1 0 0,0 0 0 0 0,0 1 1 0 0,-1 5-1 0 0,-14 56 58 0 0,7-32-37 0 0,2-5-2 0 0,0 0 0 0 0,-2-1-1 0 0,-2 0 1 0 0,0 0 0 0 0,-1-1 0 0 0,-2-1 0 0 0,-27 42 0 0 0,40-67-25 0 0,-8 11 64 0 0,0-1 0 0 0,-1-1 0 0 0,-12 12 0 0 0,19-20-39 0 0,1 1 1 0 0,-1-1-1 0 0,1 1 1 0 0,-1-1-1 0 0,0 0 1 0 0,1 0-1 0 0,-1 0 0 0 0,0 0 1 0 0,0 0-1 0 0,0 0 1 0 0,0 0-1 0 0,1-1 1 0 0,-1 1-1 0 0,0-1 0 0 0,0 1 1 0 0,0-1-1 0 0,0 0 1 0 0,-1 0-1 0 0,1 0 1 0 0,0 0-1 0 0,0 0 0 0 0,0 0 1 0 0,0-1-1 0 0,0 1 1 0 0,0-1-1 0 0,0 1 1 0 0,0-1-1 0 0,1 0 0 0 0,-1 1 1 0 0,-2-3-1 0 0,3 2-15 0 0,0 0-1 0 0,0 0 1 0 0,0 0-1 0 0,0 0 0 0 0,1 0 1 0 0,-1-1-1 0 0,0 1 0 0 0,1 0 1 0 0,-1 0-1 0 0,1-1 1 0 0,0 1-1 0 0,-1 0 0 0 0,1-1 1 0 0,0 1-1 0 0,0-1 1 0 0,0 1-1 0 0,0 0 0 0 0,0-1 1 0 0,0 1-1 0 0,0 0 0 0 0,0-1 1 0 0,0 1-1 0 0,1-1 1 0 0,-1 1-1 0 0,1 0 0 0 0,-1 0 1 0 0,1-1-1 0 0,-1 1 0 0 0,1 0 1 0 0,0 0-1 0 0,0 0 1 0 0,-1-1-1 0 0,1 1 0 0 0,0 0 1 0 0,0 0-1 0 0,1-1 1 0 0,42-43 8 0 0,-36 38-32 0 0,145-116-608 0 0,-114 95 400 0 0,-1-1 0 0 0,-2-2 1 0 0,-1-1-1 0 0,36-44 0 0 0,-69 73 261 0 0,0 0-1 0 0,0 0 1 0 0,0 0 0 0 0,-1-1-1 0 0,1 1 1 0 0,-1 0 0 0 0,0-1-1 0 0,0 1 1 0 0,0-1-1 0 0,-1 1 1 0 0,1-1 0 0 0,-1 0-1 0 0,0-5 1 0 0,0 8-24 0 0,0 1 0 0 0,-1-1 0 0 0,1 1 0 0 0,0-1 0 0 0,-1 1 1 0 0,1 0-1 0 0,0-1 0 0 0,-1 1 0 0 0,1-1 0 0 0,0 1 0 0 0,-1 0 0 0 0,1 0 0 0 0,-1-1 0 0 0,1 1 0 0 0,-1 0 0 0 0,1 0 1 0 0,-1-1-1 0 0,1 1 0 0 0,-1 0 0 0 0,1 0 0 0 0,-1 0 0 0 0,1 0 0 0 0,-1 0 0 0 0,1 0 0 0 0,-1 0 0 0 0,1 0 0 0 0,-1 0 1 0 0,1 0-1 0 0,-1 0 0 0 0,1 0 0 0 0,-1 0 0 0 0,1 0 0 0 0,-1 0 0 0 0,1 1 0 0 0,-1-1 0 0 0,1 0 0 0 0,0 0 1 0 0,-2 1-1 0 0,-16 6 194 0 0,14-5-173 0 0,1 1 0 0 0,0 1 0 0 0,0-1-1 0 0,1 0 1 0 0,-1 1 0 0 0,1-1 0 0 0,-1 1 0 0 0,1 0 0 0 0,0 0 0 0 0,0 0 0 0 0,1 0-1 0 0,-1 0 1 0 0,1 0 0 0 0,0 1 0 0 0,0-1 0 0 0,1 0 0 0 0,-1 1 0 0 0,1-1-1 0 0,0 0 1 0 0,0 7 0 0 0,1-4-328 0 0,0 0 0 0 0,0 0-1 0 0,0-1 1 0 0,1 1 0 0 0,3 9-1 0 0,-3-11-578 0 0,0-1 1 0 0,1 1-1 0 0,-1 0 0 0 0,1-1 0 0 0,0 1 0 0 0,7 6 0 0 0,-5-6-1404 0 0</inkml:trace>
</inkml:ink>
</file>

<file path=ppt/ink/ink2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2:46:42.1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93 22 488 0 0,'-5'-21'7208'0'0,"-2"55"-5584"0"0,-25 125 901 0 0,17-69-1686 0 0,10-65-665 0 0,-5 20 213 0 0,2 2 0 0 0,-2 68 0 0 0,10-107-1512 0 0,1-17-2222 0 0,3-14-1807 0 0,-2 14 2681 0 0</inkml:trace>
</inkml:ink>
</file>

<file path=ppt/ink/ink2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2:46:43.0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100 249 124 0 0,'9'-6'231'0'0,"0"0"1"0"0,0 0-1 0 0,-1-1 1 0 0,0 0-1 0 0,0-1 0 0 0,-1 0 1 0 0,0 0-1 0 0,-1 0 1 0 0,1-1-1 0 0,-2 0 1 0 0,1 0-1 0 0,-1-1 0 0 0,0 0 1 0 0,-1 1-1 0 0,-1-2 1 0 0,1 1-1 0 0,-1 0 0 0 0,-1-1 1 0 0,0 1-1 0 0,-1-1 1 0 0,0 1-1 0 0,0-16 1 0 0,-1 21 76 0 0,0 4-259 0 0,0 0 0 0 0,1 0 0 0 0,-1 0 1 0 0,0 0-1 0 0,0 1 0 0 0,0-1 0 0 0,0 0 0 0 0,0 0 1 0 0,0 0-1 0 0,0 0 0 0 0,0 0 0 0 0,-1 0 1 0 0,1 0-1 0 0,0 0 0 0 0,0 1 0 0 0,-1-1 0 0 0,1 0 1 0 0,-1 0-1 0 0,1 0 0 0 0,-1 1 0 0 0,1-1 0 0 0,-1 0 1 0 0,1 0-1 0 0,-1 1 0 0 0,0-1 0 0 0,1 0 1 0 0,-1 1-1 0 0,-1-2 0 0 0,1 2 459 0 0,-26 14-8 0 0,12 8-223 0 0,1 0 0 0 0,1 1 0 0 0,1 0 0 0 0,1 1 0 0 0,1 0 0 0 0,1 0 0 0 0,-8 33 0 0 0,-14 38 129 0 0,-19 62 206 0 0,52-161-598 0 0,0 1 0 0 0,1 0 0 0 0,0 0 0 0 0,-1 0 0 0 0,1 0 0 0 0,1 0 0 0 0,-1 1-1 0 0,0-1 1 0 0,0 1 0 0 0,6-3 0 0 0,56-29-111 0 0,-65 34 95 0 0,1 0 0 0 0,0 0 0 0 0,-1 0 1 0 0,1-1-1 0 0,0 1 0 0 0,-1 0 0 0 0,1 0 1 0 0,-1 0-1 0 0,1 1 0 0 0,0-1 0 0 0,-1 0 0 0 0,1 0 1 0 0,0 0-1 0 0,-1 0 0 0 0,1 0 0 0 0,-1 1 1 0 0,1-1-1 0 0,-1 0 0 0 0,1 1 0 0 0,0-1 0 0 0,-1 0 1 0 0,1 1-1 0 0,-1-1 0 0 0,1 1 0 0 0,-1-1 1 0 0,0 0-1 0 0,1 1 0 0 0,-1-1 0 0 0,1 1 0 0 0,-1 0 1 0 0,1 0-1 0 0,12 26 0 0 0,-2-6-22 0 0,-10-20 24 0 0,0 0 0 0 0,0 0 1 0 0,0 0-1 0 0,0 0 0 0 0,0 0 0 0 0,0 0 1 0 0,0 0-1 0 0,0-1 0 0 0,0 1 0 0 0,0 0 1 0 0,1-1-1 0 0,-1 1 0 0 0,0-1 0 0 0,0 1 0 0 0,1-1 1 0 0,-1 0-1 0 0,0 1 0 0 0,1-1 0 0 0,-1 0 1 0 0,0 0-1 0 0,1 0 0 0 0,-1 0 0 0 0,0 0 1 0 0,1 0-1 0 0,1-1 0 0 0,31-16 7 0 0,-16 6-5 0 0,-10-2 24 0 0,-8 13-26 0 0,0 0 0 0 0,0 0 0 0 0,0 1 0 0 0,0-1 0 0 0,0 0 0 0 0,0 0-1 0 0,0 0 1 0 0,-1 0 0 0 0,1 0 0 0 0,0 0 0 0 0,0 0 0 0 0,0 0-1 0 0,0 0 1 0 0,0 0 0 0 0,-1 0 0 0 0,1 0 0 0 0,0 0 0 0 0,0 0 0 0 0,0 0-1 0 0,0 0 1 0 0,0 0 0 0 0,0 0 0 0 0,-1 0 0 0 0,1 0 0 0 0,0-1 0 0 0,0 1-1 0 0,0 0 1 0 0,0 0 0 0 0,0 0 0 0 0,0 0 0 0 0,0 0 0 0 0,-1 0 0 0 0,1 0-1 0 0,0 0 1 0 0,0 0 0 0 0,0 0 0 0 0,0-1 0 0 0,0 1 0 0 0,0 0 0 0 0,0 0-1 0 0,0 0 1 0 0,0 0 0 0 0,0 0 0 0 0,0 0 0 0 0,0-1 0 0 0,0 1-1 0 0,0 0 1 0 0,0 0 0 0 0,0 0 0 0 0,0 0 0 0 0,0 0 0 0 0,0-1 0 0 0,0 1-1 0 0,0 0 1 0 0,0 0 0 0 0,0 0 0 0 0,0 0 0 0 0,-16 3-10 0 0,14-2 10 0 0,-2 1 1 0 0,1 0-1 0 0,0 1 1 0 0,-1-1-1 0 0,1 1 1 0 0,0 0-1 0 0,0 0 1 0 0,1 0-1 0 0,-5 6 1 0 0,6-8-1 0 0,0 0 1 0 0,1 0 0 0 0,-1 0 0 0 0,0 0 0 0 0,1 0 0 0 0,-1 0 0 0 0,0 0 0 0 0,1 0 0 0 0,-1 0 0 0 0,1 0-1 0 0,0 1 1 0 0,-1-1 0 0 0,1 0 0 0 0,0 0 0 0 0,0 0 0 0 0,0 1 0 0 0,-1-1 0 0 0,1 0 0 0 0,1 0 0 0 0,-1 0-1 0 0,0 1 1 0 0,0-1 0 0 0,0 0 0 0 0,1 0 0 0 0,-1 0 0 0 0,0 1 0 0 0,1-1 0 0 0,-1 0 0 0 0,1 0-1 0 0,0 1 1 0 0,0-1 3 0 0,13-1-12 0 0,-7 0 9 0 0,0 0-1 0 0,0 0 1 0 0,0 0 0 0 0,0-1 0 0 0,0 0 0 0 0,0-1 0 0 0,0 0 0 0 0,10-3-1 0 0,8-3-20 0 0,-24 8 17 0 0,8 6 18 0 0,11 14-21 0 0,-12 2-1488 0 0</inkml:trace>
</inkml:ink>
</file>

<file path=ppt/ink/ink2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2:46:43.5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475 0 88 0 0,'0'0'2706'0'0,"0"4"-2173"0"0,2 16 159 0 0,1 0 0 0 0,0 0 0 0 0,1 0 1 0 0,11 28-1 0 0,-6-19 49 0 0,9 45 0 0 0,-13-39-435 0 0,-1 0-1 0 0,-1 0 0 0 0,-2 1 1 0 0,-1-1-1 0 0,-2 1 1 0 0,-2-1-1 0 0,-1 0 0 0 0,-2 0 1 0 0,-1-1-1 0 0,-16 44 1 0 0,3-31-16 0 0,-2-1 0 0 0,-2-2 1 0 0,-2 0-1 0 0,-2-2 0 0 0,-2-1 1 0 0,-39 41-1 0 0,46-55-146 0 0,14-13-57 0 0,-2 0 0 0 0,1-1 0 0 0,-2 0 0 0 0,0-1 0 0 0,0-1 0 0 0,-1 0 0 0 0,0-1 0 0 0,-25 13 0 0 0,-18 4 293 0 0,56-26-364 0 0,1-1-30 0 0,-1 0 0 0 0,1 1 0 0 0,0-1 1 0 0,-1 0-1 0 0,1 0 0 0 0,0 1 0 0 0,-1-1 0 0 0,1 0 1 0 0,0 0-1 0 0,-1 0 0 0 0,1 1 0 0 0,-1-1 0 0 0,1 0 1 0 0,-1 0-1 0 0,1 0 0 0 0,0 0 0 0 0,-1 0 0 0 0,1 0 1 0 0,-1 0-1 0 0,1 0 0 0 0,-1 0 0 0 0,1 0 0 0 0,-1 0 1 0 0,1 0-1 0 0,0 0 0 0 0,-1 0 0 0 0,1-1 0 0 0,-1 1 1 0 0,1 0-1 0 0,0 0 0 0 0,-1 0 0 0 0,1 0 1 0 0,-1-1-1 0 0,-15-5-1117 0 0,15 5 832 0 0,-1-8-2098 0 0,-4-8-5357 0 0,1 12 6099 0 0</inkml:trace>
</inkml:ink>
</file>

<file path=ppt/ink/ink2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7T06:08:02.9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1 440 0 0,'0'0'4140'0'0,"8"1"-1923"0"0</inkml:trace>
</inkml:ink>
</file>

<file path=ppt/ink/ink2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7T06:08:46.3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8 1044 0 0,'0'0'4601'0'0,"18"-8"-4161"0"0,1 11-624 0 0,3 1-2853 0 0,-4-3 1461 0 0</inkml:trace>
</inkml:ink>
</file>

<file path=ppt/ink/ink2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7T06:08:46.6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0 372 0 0,'1'4'2535'0'0,"2"1"1849"0"0</inkml:trace>
</inkml:ink>
</file>

<file path=ppt/ink/ink2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7T06:10:20.0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1 824 0 0,'0'12'2168'0'0</inkml:trace>
</inkml:ink>
</file>

<file path=ppt/ink/ink2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2:47:18.3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664 152 260 0 0,'23'-42'5737'0'0,"-23"41"-5187"0"0,1-2-353 0 0,0 1-1 0 0,0 0 1 0 0,0-1 0 0 0,-1 1 0 0 0,1-1 0 0 0,-1 1 0 0 0,1-1 0 0 0,-1 1 0 0 0,0-1 0 0 0,0 1 0 0 0,0-1-1 0 0,-1 1 1 0 0,1-1 0 0 0,-1-2 0 0 0,0 2-164 0 0,0-1-1 0 0,1 1 0 0 0,-2 0 1 0 0,1-1-1 0 0,0 1 0 0 0,-1 0 1 0 0,1 0-1 0 0,-1 0 0 0 0,0 0 1 0 0,0 0-1 0 0,0 0 1 0 0,0 0-1 0 0,-1 1 0 0 0,1-1 1 0 0,-1 1-1 0 0,0-1 0 0 0,1 1 1 0 0,-1 0-1 0 0,0 0 1 0 0,-6-2-1 0 0,4 2-24 0 0,-1 1 0 0 0,1-1 0 0 0,-1 1 0 0 0,1 1 0 0 0,-1-1 0 0 0,1 1 0 0 0,-1 0 0 0 0,1 0 1 0 0,0 0-1 0 0,-1 1 0 0 0,1 0 0 0 0,-1 0 0 0 0,-6 3 0 0 0,-36 13 18 0 0,1 1 1 0 0,1 3-1 0 0,1 2 1 0 0,1 2-1 0 0,1 2 1 0 0,2 2-1 0 0,0 1 1 0 0,2 2-1 0 0,-35 38 1 0 0,64-59 2 0 0,0-1 0 0 0,1 2-1 0 0,0-1 1 0 0,0 1 0 0 0,1 1 0 0 0,1-1 0 0 0,0 1 0 0 0,-9 26 0 0 0,15-34-12 0 0,-1 1 1 0 0,0 0-1 0 0,1 0 0 0 0,0 0 1 0 0,1 0-1 0 0,0 0 0 0 0,-1 0 1 0 0,2 0-1 0 0,-1 0 0 0 0,1 0 1 0 0,0 0-1 0 0,0 0 0 0 0,0-1 1 0 0,1 1-1 0 0,0 0 0 0 0,0-1 0 0 0,1 1 1 0 0,-1-1-1 0 0,1 1 0 0 0,0-1 1 0 0,1 0-1 0 0,-1 0 0 0 0,1-1 1 0 0,5 6-1 0 0,6 3 19 0 0,1-1 0 0 0,1 0 1 0 0,-1-1-1 0 0,2-1 0 0 0,0 0 0 0 0,0-2 0 0 0,0 0 1 0 0,1 0-1 0 0,0-2 0 0 0,1-1 0 0 0,0 0 0 0 0,36 3 1 0 0,7-2 45 0 0,0-3 1 0 0,112-8-1 0 0,-132 2-508 0 0,0-2 0 0 0,59-14 0 0 0,-80 4-2497 0 0,-16 9-493 0 0</inkml:trace>
</inkml:ink>
</file>

<file path=ppt/ink/ink2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2:47:19.2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195 108 540 0 0,'3'-41'3558'0'0,"-2"37"-3250"0"0,-1 0 0 0 0,0 0-1 0 0,-1 0 1 0 0,1 0 0 0 0,-1 0 0 0 0,1 0 0 0 0,-1 0 0 0 0,0 0 0 0 0,-1 1 0 0 0,1-1 0 0 0,-1 0 0 0 0,-2-3 0 0 0,3 5-258 0 0,0 1 0 0 0,-1 0 0 0 0,1 0 1 0 0,-1 0-1 0 0,1 0 0 0 0,-1 0 1 0 0,0 0-1 0 0,1 1 0 0 0,-1-1 1 0 0,0 0-1 0 0,0 1 0 0 0,1-1 0 0 0,-1 1 1 0 0,0 0-1 0 0,0 0 0 0 0,0-1 1 0 0,1 1-1 0 0,-1 0 0 0 0,0 1 1 0 0,0-1-1 0 0,0 0 0 0 0,1 0 0 0 0,-1 1 1 0 0,0-1-1 0 0,0 1 0 0 0,1 0 1 0 0,-1-1-1 0 0,0 1 0 0 0,-2 2 1 0 0,-5 1-13 0 0,0 0 1 0 0,1 1 0 0 0,0 0 0 0 0,0 0 0 0 0,0 1 0 0 0,0 0 0 0 0,1 0 0 0 0,0 1 0 0 0,0 0 0 0 0,1 0 0 0 0,0 1 0 0 0,0 0 0 0 0,1 0 0 0 0,0 0 0 0 0,0 0 0 0 0,-7 18 0 0 0,10-20-28 0 0,1 0 0 0 0,-1 0 1 0 0,1 0-1 0 0,0 0 1 0 0,0 0-1 0 0,1 0 1 0 0,0 0-1 0 0,0 0 0 0 0,0 0 1 0 0,1 0-1 0 0,-1 0 1 0 0,2 0-1 0 0,-1-1 1 0 0,1 1-1 0 0,-1 0 0 0 0,1 0 1 0 0,1-1-1 0 0,-1 1 1 0 0,1-1-1 0 0,0 0 1 0 0,1 0-1 0 0,-1 0 0 0 0,1 0 1 0 0,0-1-1 0 0,0 1 1 0 0,0-1-1 0 0,1 0 1 0 0,5 4-1 0 0,-2-2-3 0 0,0 0 0 0 0,0-1 0 0 0,1 0 0 0 0,0 0 0 0 0,0-1 0 0 0,0 0 0 0 0,1-1 1 0 0,-1 0-1 0 0,1 0 0 0 0,0-1 0 0 0,0-1 0 0 0,0 1 0 0 0,0-1 0 0 0,0-1 0 0 0,0 0 0 0 0,0-1 0 0 0,0 1 0 0 0,0-2 0 0 0,0 0 0 0 0,0 0 0 0 0,-1 0 1 0 0,1-2-1 0 0,-1 1 0 0 0,1-1 0 0 0,-1 0 0 0 0,0-1 0 0 0,-1 0 0 0 0,1 0 0 0 0,-1-1 0 0 0,0 0 0 0 0,0-1 0 0 0,-1 0 0 0 0,0 0 0 0 0,0 0 1 0 0,-1-1-1 0 0,8-11 0 0 0,-11 14 9 0 0,-1 0 0 0 0,1 0 0 0 0,-1 0 0 0 0,0 0 0 0 0,0-1 0 0 0,0 0 0 0 0,-1 1 0 0 0,0-1 0 0 0,0 1 0 0 0,-1-1 0 0 0,0 0 0 0 0,1 0 0 0 0,-2 1 0 0 0,1-1 0 0 0,-1 0 0 0 0,0 1 0 0 0,0-1 0 0 0,0 0 0 0 0,-1 1 0 0 0,0-1 0 0 0,0 1 0 0 0,-1 0 0 0 0,1 0 0 0 0,-1 0 0 0 0,0 0 0 0 0,0 0 0 0 0,-1 1 0 0 0,1-1 0 0 0,-1 1 0 0 0,0 0 0 0 0,-9-7 0 0 0,5 4-14 0 0,0 1 1 0 0,0 0-1 0 0,-1 1 1 0 0,0-1-1 0 0,0 2 0 0 0,0-1 1 0 0,0 1-1 0 0,-1 1 1 0 0,0-1-1 0 0,0 2 0 0 0,0-1 1 0 0,0 2-1 0 0,0-1 1 0 0,0 1-1 0 0,-1 1 0 0 0,1 0 1 0 0,-13 1-1 0 0,20-1-123 0 0,1 1 0 0 0,-1 0 0 0 0,0 0 0 0 0,1 0 0 0 0,-1 0 0 0 0,1 0 0 0 0,-1 0 0 0 0,1 0 0 0 0,0 1 0 0 0,-1 0 1 0 0,1-1-1 0 0,0 1 0 0 0,0 0 0 0 0,0 0 0 0 0,-2 3 0 0 0,3-4-164 0 0,0 0 1 0 0,1 0 0 0 0,-1 1-1 0 0,0-1 1 0 0,1 0 0 0 0,-1 0-1 0 0,1 1 1 0 0,-1-1 0 0 0,1 1-1 0 0,0-1 1 0 0,0 0 0 0 0,0 1-1 0 0,-1-1 1 0 0,1 1 0 0 0,1-1-1 0 0,-1 0 1 0 0,0 1 0 0 0,0-1-1 0 0,1 3 1 0 0,1 3-1926 0 0</inkml:trace>
</inkml:ink>
</file>

<file path=ppt/ink/ink2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2:47:19.7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64 0 0,'0'0'625'0'0,"30"24"2198"0"0,-21-5-2044 0 0,-1-1 0 0 0,0 2 0 0 0,-1-1 0 0 0,-2 1 0 0 0,0 0 0 0 0,-1 0 0 0 0,2 22 0 0 0,-4-48-736 0 0,0 0 1 0 0,1-1 0 0 0,-1 1-1 0 0,1 0 1 0 0,0 0 0 0 0,1 0-1 0 0,-1 1 1 0 0,1-1 0 0 0,7-7-1 0 0,-4 4 1 0 0,-2 2-19 0 0,2-3-1 0 0,0 0 1 0 0,0 0-1 0 0,1 1 1 0 0,0 0-1 0 0,1 1 1 0 0,0 0-1 0 0,0 0 1 0 0,1 1-1 0 0,18-12 1 0 0,-26 19-22 0 0,0 0 0 0 0,-1 0 0 0 0,1 0 0 0 0,-1 1 0 0 0,1-1 0 0 0,-1 0 0 0 0,1 1 0 0 0,0-1 0 0 0,-1 1 0 0 0,1-1 0 0 0,-1 1 1 0 0,1 0-1 0 0,-1-1 0 0 0,0 1 0 0 0,1 0 0 0 0,-1 0 0 0 0,0 0 0 0 0,0 0 0 0 0,0 0 0 0 0,1 1 0 0 0,0 1 0 0 0,22 28 88 0 0,-7 5 49 0 0,1 3-1380 0 0,-8-15-4239 0 0</inkml:trace>
</inkml:ink>
</file>

<file path=ppt/ink/ink2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2:47:20.6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97 30 200 0 0,'0'-1'229'0'0,"0"-1"0"0"0,0 1 0 0 0,0-1 0 0 0,-1 1 0 0 0,1 0 0 0 0,0-1 0 0 0,-1 1 0 0 0,1 0 0 0 0,-1-1 0 0 0,0 1 0 0 0,1 0 0 0 0,-1 0 0 0 0,0 0 0 0 0,0 0 0 0 0,0-1 0 0 0,0 1-1 0 0,0 0 1 0 0,0 0 0 0 0,0 1 0 0 0,0-1 0 0 0,0 0 0 0 0,0 0 0 0 0,-1 0 0 0 0,1 1 0 0 0,-2-1 0 0 0,2 1-97 0 0,-1 0-1 0 0,1 1 0 0 0,0-1 1 0 0,-1 1-1 0 0,1-1 0 0 0,-1 1 1 0 0,1 0-1 0 0,0-1 0 0 0,0 1 1 0 0,-1 0-1 0 0,1 0 0 0 0,0 0 1 0 0,0 0-1 0 0,0 0 0 0 0,0 0 1 0 0,0 0-1 0 0,0 1 0 0 0,-1 1 1 0 0,-6 10 151 0 0,0 0 0 0 0,1 0 1 0 0,-7 20-1 0 0,11-21-204 0 0,0 0 1 0 0,0 0-1 0 0,1 1 0 0 0,0-1 1 0 0,1 1-1 0 0,1 0 0 0 0,0-1 0 0 0,1 1 1 0 0,0-1-1 0 0,1 1 0 0 0,4 17 0 0 0,2-3 31 0 0,0 1-1 0 0,2-1 1 0 0,25 49-1 0 0,-22-54-54 0 0,0-1 0 0 0,1 0 1 0 0,18 20-1 0 0,-27-34-45 0 0,0-1 0 0 0,1 0 0 0 0,0-1 0 0 0,0 1 0 0 0,0-1 0 0 0,1 0 0 0 0,-1-1 0 0 0,1 0 0 0 0,1 0 0 0 0,-1 0 0 0 0,0-1 0 0 0,1 0 0 0 0,11 3 0 0 0,-13-6-9 0 0,0 0 0 0 0,0 0 0 0 0,1 0 0 0 0,-1-1 0 0 0,0 0 0 0 0,0 0 0 0 0,0-1 0 0 0,0 0 0 0 0,-1 0 0 0 0,1 0-1 0 0,0-1 1 0 0,-1 0 0 0 0,1 0 0 0 0,-1 0 0 0 0,0 0 0 0 0,0-1 0 0 0,-1 0 0 0 0,1 0 0 0 0,-1 0 0 0 0,8-10 0 0 0,-7 9 6 0 0,0-1 0 0 0,-1-1-1 0 0,0 1 1 0 0,0 0 0 0 0,0-1 0 0 0,-1 0 0 0 0,1 0 0 0 0,-2 0 0 0 0,1 0 0 0 0,-1-1 0 0 0,0 1 0 0 0,-1-1 0 0 0,1 1 0 0 0,-2-1 0 0 0,1 1 0 0 0,-1-13 0 0 0,0 19-4 0 0,0 0 1 0 0,0 0 0 0 0,0 1-1 0 0,0-1 1 0 0,-1 0 0 0 0,1 0-1 0 0,0 1 1 0 0,0-1 0 0 0,0 0-1 0 0,-1 1 1 0 0,1-1 0 0 0,0 0-1 0 0,-1 1 1 0 0,1-1 0 0 0,0 0-1 0 0,-1 1 1 0 0,1-1 0 0 0,-1 1-1 0 0,1-1 1 0 0,-1 1 0 0 0,1-1-1 0 0,-1 1 1 0 0,0-1 0 0 0,1 1-1 0 0,-1 0 1 0 0,1-1 0 0 0,-1 1-1 0 0,0 0 1 0 0,1-1 0 0 0,-1 1-1 0 0,0 0 1 0 0,0 0 0 0 0,-1 0 2 0 0,0 0 0 0 0,0 0 0 0 0,0 1 0 0 0,1-1 0 0 0,-1 1 0 0 0,0-1 0 0 0,0 1 0 0 0,1 0 0 0 0,-1 0 0 0 0,0 0 0 0 0,1 0 0 0 0,-3 1 0 0 0,-1 2 4 0 0,1-1-1 0 0,-1 1 1 0 0,1 0-1 0 0,0 0 1 0 0,0 0 0 0 0,1 1-1 0 0,-7 9 1 0 0,7-8-5 0 0,1 0 0 0 0,0 0 0 0 0,-1 0 0 0 0,2 1 0 0 0,-1-1 0 0 0,1 0-1 0 0,0 1 1 0 0,0-1 0 0 0,1 1 0 0 0,0-1 0 0 0,0 1 0 0 0,1-1 0 0 0,0 1 0 0 0,0-1 0 0 0,0 1 0 0 0,1-1 0 0 0,0 0 0 0 0,0 1 0 0 0,0-1 0 0 0,1 0 0 0 0,0-1 0 0 0,0 1 0 0 0,0 0 0 0 0,1-1 0 0 0,0 0 0 0 0,0 0 0 0 0,1 0 0 0 0,-1 0-1 0 0,6 4 1 0 0,-7-7-4 0 0,-1-1 0 0 0,1 1 0 0 0,-1-1 0 0 0,1 1 0 0 0,0-1 0 0 0,0 0 0 0 0,0 0 0 0 0,-1 0 0 0 0,1-1 0 0 0,0 1-1 0 0,0-1 1 0 0,0 1 0 0 0,0-1 0 0 0,0 0 0 0 0,0 0 0 0 0,0-1 0 0 0,0 1 0 0 0,0 0 0 0 0,0-1 0 0 0,0 0 0 0 0,0 0 0 0 0,0 0-1 0 0,0 0 1 0 0,-1 0 0 0 0,1 0 0 0 0,2-2 0 0 0,10-5 0 0 0,-1-1 0 0 0,1-1 0 0 0,15-13 0 0 0,-16 12-2 0 0,57-56-45 0 0,-59 54 38 0 0,1 0 1 0 0,0 1-1 0 0,0 0 1 0 0,1 1 0 0 0,0 1-1 0 0,23-13 1 0 0,-35 22 7 0 0,0 1 0 0 0,0-1 1 0 0,0 1-1 0 0,0 0 0 0 0,0 0 1 0 0,0-1-1 0 0,0 1 0 0 0,0 0 1 0 0,0 1-1 0 0,0-1 0 0 0,0 0 1 0 0,0 1-1 0 0,0-1 0 0 0,0 1 1 0 0,0-1-1 0 0,0 1 0 0 0,0 0 1 0 0,0 0-1 0 0,0 0 0 0 0,-1 0 1 0 0,1 0-1 0 0,0 1 0 0 0,-1-1 1 0 0,1 0-1 0 0,2 3 0 0 0,41 51 30 0 0,-16-19 0 0 0,-22-30-59 0 0,0 0 0 0 0,0 0 0 0 0,0-1 0 0 0,0 0 0 0 0,1-1 0 0 0,0 1 0 0 0,10 3 0 0 0,-16-8 9 0 0,1 1 0 0 0,-1-1 0 0 0,1 0 0 0 0,-1 0 0 0 0,1 0 0 0 0,-1-1 0 0 0,1 1 0 0 0,-1 0 0 0 0,0-1 0 0 0,1 0 0 0 0,-1 1 0 0 0,1-1 0 0 0,-1 0 0 0 0,0 0 0 0 0,0 0 0 0 0,1-1 0 0 0,-1 1 0 0 0,0 0 0 0 0,0-1 0 0 0,0 0 0 0 0,-1 1 0 0 0,1-1 0 0 0,0 0-1 0 0,-1 0 1 0 0,1 0 0 0 0,-1 0 0 0 0,3-3 0 0 0,1-4-41 0 0,1 0 0 0 0,-1-1 0 0 0,-1 1 0 0 0,7-21 0 0 0,-10 28 75 0 0,0 1 0 0 0,-1-1 0 0 0,1 1-1 0 0,-1-1 1 0 0,1 0 0 0 0,-1 0 0 0 0,0 1-1 0 0,1-1 1 0 0,-1 0 0 0 0,0 0 0 0 0,0 1-1 0 0,0-1 1 0 0,0 0 0 0 0,-1 0-1 0 0,1 1 1 0 0,0-1 0 0 0,-1 0 0 0 0,0 1-1 0 0,0-4 1 0 0,0 4-1 0 0,0 1-1 0 0,0-1 1 0 0,0 1 0 0 0,0 0-1 0 0,0-1 1 0 0,0 1 0 0 0,0 0-1 0 0,0-1 1 0 0,0 1 0 0 0,0 0-1 0 0,0 0 1 0 0,0 0-1 0 0,0 0 1 0 0,0 0 0 0 0,0 0-1 0 0,0 0 1 0 0,0 0 0 0 0,0 0-1 0 0,0 1 1 0 0,-1-1-1 0 0,1 0 1 0 0,1 1 0 0 0,-3 0-1 0 0,-11 5 110 0 0,1 1 1 0 0,0 0-1 0 0,-18 14 0 0 0,22-15-69 0 0,-1 1-48 0 0,1 1 0 0 0,1-1 0 0 0,-1 1 0 0 0,1 1-1 0 0,1-1 1 0 0,-1 2 0 0 0,2-1 0 0 0,-1 1 0 0 0,1 0-1 0 0,1 0 1 0 0,-6 13 0 0 0,9-17-588 0 0,-1 1 0 0 0,1 0 0 0 0,1 0-1 0 0,-1 1 1 0 0,1-1 0 0 0,0 11 0 0 0,1-9-2481 0 0,3-2 234 0 0</inkml:trace>
</inkml:ink>
</file>

<file path=ppt/ink/ink2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2:47:20.9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37 17 28 0 0,'-3'-4'1056'0'0,"-9"-9"5216"0"0,11 14-6172 0 0,0 0 1 0 0,0 0-1 0 0,1 0 0 0 0,-1 0 1 0 0,1 0-1 0 0,-1 0 1 0 0,1 0-1 0 0,-1 0 0 0 0,1 0 1 0 0,-1 0-1 0 0,1 0 1 0 0,0 0-1 0 0,0 0 0 0 0,-1 0 1 0 0,1 0-1 0 0,0 0 1 0 0,0 0-1 0 0,0 3 1 0 0,-10 107 2160 0 0,6 155 1 0 0,5-162-1730 0 0,1-76-932 0 0,1 15-1279 0 0,-8-20-5259 0 0</inkml:trace>
</inkml:ink>
</file>

<file path=ppt/ink/ink2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2:47:21.3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1195 427 380 0 0,'222'-40'6994'0'0,"-150"30"-6632"0"0,-72 11-493 0 0,1-1-1 0 0,-1 0 1 0 0,1 0 0 0 0,-1 0 0 0 0,1 0-1 0 0,-1 0 1 0 0,1 0 0 0 0,-1 0-1 0 0,1-1 1 0 0,-1 1 0 0 0,1 0 0 0 0,-1 0-1 0 0,0 0 1 0 0,1 0 0 0 0,-1-1-1 0 0,1 1 1 0 0,-1 0 0 0 0,1 0 0 0 0,-1-1-1 0 0,0 1 1 0 0,1 0 0 0 0,-1-1-1 0 0,1 1 1 0 0,-1 0 0 0 0,0-1 0 0 0,0 1-1 0 0,1-1 1 0 0,-1 1 0 0 0,0 0 0 0 0,0-1-1 0 0,1 1 1 0 0,-1-2 0 0 0</inkml:trace>
  <inkml:trace contextRef="#ctx0" brushRef="#br0" timeOffset="1">6 180 68 0 0,'-5'-8'1144'0'0,"7"-1"-112"0"0,7-5-88 0 0,12 0-112 0 0,4-3-88 0 0,16 0-72 0 0,1-1-87 0 0,4 5-185 0 0,8-1-220 0 0,-2 3-328 0 0,24-2-332 0 0,-20 6-521 0 0,21-5-1075 0 0,5-1 480 0 0</inkml:trace>
</inkml:ink>
</file>

<file path=ppt/ink/ink2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2:47:21.8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82 1 280 0 0,'-5'13'10146'0'0,"-5"41"-7639"0"0,-10 71-1887 0 0,-13 143 1523 0 0,27-242-1561 0 0,0-5-2182 0 0,5-7-7612 0 0</inkml:trace>
</inkml:ink>
</file>

<file path=ppt/ink/ink2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2:47:22.1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1 211 748 0 0,'30'-26'864'0'0,"1"2"1"0"0,1 1-1 0 0,1 2 1 0 0,0 1-1 0 0,61-26 0 0 0,-70 36-576 0 0,1 1 0 0 0,0 1 0 0 0,0 1 0 0 0,1 2 0 0 0,-1 0 0 0 0,1 2 0 0 0,0 0 0 0 0,0 2 0 0 0,37 3-1 0 0,-58-1-365 0 0,0 0-1 0 0,1 0 1 0 0,-1 1-1 0 0,0-1 0 0 0,0 1 1 0 0,0 1-1 0 0,0-1 1 0 0,0 1-1 0 0,0 0 0 0 0,7 6 1 0 0,-9-7-263 0 0,-1 0 1 0 0,0 0-1 0 0,0 0 1 0 0,0 0-1 0 0,0 1 1 0 0,0-1-1 0 0,0 1 1 0 0,-1 0-1 0 0,1-1 1 0 0,-1 1-1 0 0,1 0 1 0 0,0 3-1 0 0,1 5-1641 0 0</inkml:trace>
</inkml:ink>
</file>

<file path=ppt/ink/ink2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2:47:22.5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57 308 0 0,'33'-8'716'0'0,"-18"3"-36"0"0,4-4-44 0 0,8 2-92 0 0,-2 2-36 0 0,-2-2-52 0 0,8 2-40 0 0,1 1-44 0 0,-5 1-48 0 0,4 1-208 0 0,-2 0-180 0 0,-2 2-204 0 0,2 0-524 0 0,-10 4-856 0 0,2-6 380 0 0</inkml:trace>
</inkml:ink>
</file>

<file path=ppt/ink/ink3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2:47:22.8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0 220 0 0,'5'2'543'0'0,"4"-1"-117"0"0,0 0 0 0 0,-1 1-1 0 0,1 1 1 0 0,-1-1 0 0 0,0 1 0 0 0,0 1-1 0 0,0 0 1 0 0,0 0 0 0 0,-1 0-1 0 0,1 1 1 0 0,-1 0 0 0 0,10 9-1 0 0,-10-7-216 0 0,-1-1-1 0 0,0 1 1 0 0,0 1 0 0 0,-1-1-1 0 0,1 1 1 0 0,-2 0-1 0 0,1 0 1 0 0,-1 0 0 0 0,0 1-1 0 0,-1-1 1 0 0,0 1 0 0 0,0 0-1 0 0,-1 0 1 0 0,0 0-1 0 0,-1 0 1 0 0,1 14 0 0 0,-5-11 696 0 0,-1-14 239 0 0,4 1-1106 0 0,0-1 0 0 0,0 1-1 0 0,0-1 1 0 0,-1 1 0 0 0,2-1 0 0 0,-1 1 0 0 0,0-1 0 0 0,0 1 0 0 0,0-1 0 0 0,1 1-1 0 0,-1-1 1 0 0,1 1 0 0 0,-1-1 0 0 0,1 1 0 0 0,-1 0 0 0 0,1-1 0 0 0,0 1 0 0 0,1-2-1 0 0,15-22-139 0 0,43-58-1404 0 0,-12 34-4472 0 0,-31 36 3148 0 0</inkml:trace>
</inkml:ink>
</file>

<file path=ppt/ink/ink3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2:47:23.2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1 116 780 0 0,'21'-8'1504'0'0,"0"-2"0"0"0,-1 0 1 0 0,0-2-1 0 0,31-23 0 0 0,-49 34-1368 0 0,0 0 56 0 0,0-1-1 0 0,0 1 1 0 0,0-1-1 0 0,0 0 1 0 0,0 1-1 0 0,0-1 1 0 0,0 0-1 0 0,-1 0 1 0 0,1 0-1 0 0,-1 0 1 0 0,0 0-1 0 0,1 0 1 0 0,-1-1-1 0 0,0 1 1 0 0,0 0-1 0 0,0-1 1 0 0,0-2-1 0 0,-1 3 51 0 0,-20 4 358 0 0,9 1-513 0 0,1 1-1 0 0,0 1 1 0 0,0 0 0 0 0,0 0 0 0 0,0 1 0 0 0,1 0 0 0 0,0 0-1 0 0,0 1 1 0 0,1 1 0 0 0,-10 9 0 0 0,15-14-80 0 0,1 0 0 0 0,-1 1 1 0 0,0-1-1 0 0,1 1 0 0 0,0-1 1 0 0,0 1-1 0 0,0 0 0 0 0,0 0 1 0 0,0 0-1 0 0,1 0 0 0 0,0 0 1 0 0,0 0-1 0 0,0 0 0 0 0,0 1 1 0 0,1-1-1 0 0,-1 0 0 0 0,1 0 1 0 0,0 1-1 0 0,1-1 0 0 0,-1 0 1 0 0,1 1-1 0 0,0-1 0 0 0,0 0 1 0 0,0 0-1 0 0,0 0 0 0 0,1 0 1 0 0,-1 0-1 0 0,1 0 0 0 0,0 0 1 0 0,5 5-1 0 0,-4-4-61 0 0,1-1-1 0 0,1 1 1 0 0,-1-1 0 0 0,0 0 0 0 0,1-1-1 0 0,0 1 1 0 0,0-1 0 0 0,0 0-1 0 0,0 0 1 0 0,1 0 0 0 0,-1-1 0 0 0,1 0-1 0 0,0 0 1 0 0,-1 0 0 0 0,1-1-1 0 0,0 0 1 0 0,0 0 0 0 0,9 0 0 0 0,0 0-73 0 0,1-1 0 0 0,0-1 0 0 0,-1 0 0 0 0,1-1 0 0 0,28-8 0 0 0,-34 7 94 0 0,0 0 0 0 0,0-1 1 0 0,-1 0-1 0 0,1-1 0 0 0,-1 0 0 0 0,0 0 0 0 0,0-1 0 0 0,-1 0 1 0 0,0-1-1 0 0,0 0 0 0 0,0 0 0 0 0,-1-1 0 0 0,0 1 0 0 0,0-2 0 0 0,-1 1 1 0 0,0-1-1 0 0,-1 0 0 0 0,7-15 0 0 0,-11 21 73 0 0,0 0 0 0 0,0 0 0 0 0,-1 0 1 0 0,1 0-1 0 0,-1-1 0 0 0,1 1 0 0 0,-1 0 0 0 0,0 0 0 0 0,-1 0 0 0 0,1-1 0 0 0,-2-5 0 0 0,2 8 13 0 0,-1 0 0 0 0,1-1-1 0 0,-1 1 1 0 0,0 0 0 0 0,1-1-1 0 0,-1 1 1 0 0,0 0-1 0 0,0 0 1 0 0,0 0 0 0 0,0 0-1 0 0,0 0 1 0 0,0 0-1 0 0,0 0 1 0 0,0 0 0 0 0,0 0-1 0 0,0 0 1 0 0,-1 1 0 0 0,1-1-1 0 0,0 0 1 0 0,-1 1-1 0 0,1-1 1 0 0,0 1 0 0 0,-1-1-1 0 0,1 1 1 0 0,-2 0 0 0 0,1-1 139 0 0,-1 3-18 0 0,1-1-149 0 0,-1 0 0 0 0,1 1-1 0 0,0-1 1 0 0,0 0 0 0 0,0 1 0 0 0,0 0 0 0 0,0-1 0 0 0,1 1 0 0 0,-1 0 0 0 0,0 0 0 0 0,1 0 0 0 0,-1 0 0 0 0,1 1 0 0 0,0-1 0 0 0,0 0 0 0 0,0 0 0 0 0,0 1 0 0 0,0-1 0 0 0,0 1 0 0 0,1-1 0 0 0,-1 1 0 0 0,1-1 0 0 0,0 1 0 0 0,0-1 0 0 0,0 1 0 0 0,0-1 0 0 0,0 1 0 0 0,1 3 0 0 0,-1-2-248 0 0,1 0 0 0 0,0 0 0 0 0,0 0 0 0 0,1-1 1 0 0,-1 1-1 0 0,1-1 0 0 0,0 1 0 0 0,3 5 0 0 0,-3-6-427 0 0,1 0-1 0 0,-1 0 0 0 0,1 0 1 0 0,0-1-1 0 0,0 1 1 0 0,0-1-1 0 0,0 1 0 0 0,0-1 1 0 0,5 3-1 0 0,16 5-2676 0 0</inkml:trace>
</inkml:ink>
</file>

<file path=ppt/ink/ink3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2:47:34.5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 27 348 0 0,'-12'-19'3756'0'0,"14"12"-1954"0"0,30 11-1425 0 0,4 3-246 0 0,272 5 69 0 0,193 12-150 0 0,-106-12-171 0 0,-63-5-77 0 0,251-18-305 0 0,-168-5 352 0 0,2141 55 118 0 0,-1831-41 93 0 0,-523-2-51 0 0,38 0-55 0 0,588-5 116 0 0,-378 10-51 0 0,476-2 90 0 0,-516-6 37 0 0,320-3 193 0 0,677 30 1105 0 0,-1014-4-984 0 0,211 4 436 0 0,242-9-202 0 0,213-11 107 0 0,-219 8-296 0 0,-443 0-375 0 0,-153-4 9 0 0,365-1 953 0 0,-534-4-799 0 0,-37 2 199 0 0,0-2 0 0 0,0-2 1 0 0,37-7-1 0 0,-45 5 164 0 0,51-2 1 0 0,0 0 1075 0 0,-80 7-1377 0 0,20-2 646 0 0,-9 1-239 0 0,-31 1-1661 0 0,-110 4-10219 0 0,87-7 6657 0 0</inkml:trace>
</inkml:ink>
</file>

<file path=ppt/ink/ink3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2:47:36.6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663 54 436 0 0,'-1'-4'286'0'0,"-1"0"0"0"0,1 1 1 0 0,-1-1-1 0 0,1 1 0 0 0,-1-1 0 0 0,0 1 0 0 0,0 0 0 0 0,0 0 1 0 0,-1 0-1 0 0,1 0 0 0 0,-1 0 0 0 0,0 0 0 0 0,-5-3 0 0 0,6 5-213 0 0,0 0-1 0 0,-1 0 0 0 0,1 1 1 0 0,0-1-1 0 0,-1 1 0 0 0,1 0 1 0 0,-1-1-1 0 0,1 1 0 0 0,-1 0 1 0 0,1 1-1 0 0,-1-1 0 0 0,1 0 0 0 0,0 1 1 0 0,-1-1-1 0 0,1 1 0 0 0,0 0 1 0 0,-1 0-1 0 0,1 0 0 0 0,0 0 1 0 0,0 0-1 0 0,0 0 0 0 0,0 1 1 0 0,-3 1-1 0 0,-30 21 282 0 0,1 1 0 0 0,2 1 0 0 0,0 2 0 0 0,2 2 0 0 0,-52 64 0 0 0,26-18 190 0 0,-69 123 0 0 0,102-159-386 0 0,2 1 0 0 0,1 1 0 0 0,3 1 1 0 0,2 1-1 0 0,1 0 0 0 0,-14 84 0 0 0,25-103-88 0 0,1-1 0 0 0,1 1 0 0 0,1 0 0 0 0,1 0 0 0 0,1 0 0 0 0,1-1 1 0 0,1 1-1 0 0,2-1 0 0 0,0 0 0 0 0,2 0 0 0 0,0-1 0 0 0,2 0 0 0 0,0 0 0 0 0,18 27 0 0 0,-7-17-3 0 0,2-1 1 0 0,1 0-1 0 0,2-2 0 0 0,48 45 1 0 0,-60-63-338 0 0,1 0 0 0 0,1-2 0 0 0,-1 0 0 0 0,2-1 0 0 0,18 9 0 0 0,-23-13-367 0 0,0-1 0 0 0,1 0-1 0 0,0-1 1 0 0,-1-1 0 0 0,1 0-1 0 0,0 0 1 0 0,0-1-1 0 0,16-1 1 0 0,10-5-1912 0 0</inkml:trace>
</inkml:ink>
</file>

<file path=ppt/ink/ink3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2:47:37.2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194 139 140 0 0,'-6'-12'2708'0'0,"2"23"-528"0"0,0 5-2042 0 0,-136 555 4646 0 0,106-357-3425 0 0,29-184-708 0 0,5-49 58 0 0,5-53-282 0 0,6-4-447 0 0,4 0 1 0 0,3 0-1 0 0,4 2 0 0 0,34-80 1 0 0,-41 117-7 0 0,2 2 1 0 0,2 0-1 0 0,1 2 0 0 0,1 0 1 0 0,2 1-1 0 0,1 1 1 0 0,2 1-1 0 0,1 1 1 0 0,1 2-1 0 0,31-24 0 0 0,-50 44 17 0 0,0 2 0 0 0,1-1-1 0 0,-1 1 1 0 0,1 0 0 0 0,0 1-1 0 0,0 1 1 0 0,0-1 0 0 0,1 1-1 0 0,-1 1 1 0 0,22-2 0 0 0,-28 3 7 0 0,0 1 0 0 0,0 0 1 0 0,0 0-1 0 0,0 1 0 0 0,0-1 1 0 0,0 1-1 0 0,0 0 0 0 0,-1 0 1 0 0,1 0-1 0 0,0 0 0 0 0,0 1 1 0 0,-1-1-1 0 0,1 1 0 0 0,-1 0 0 0 0,1 0 1 0 0,-1 0-1 0 0,0 1 0 0 0,0-1 1 0 0,0 1-1 0 0,0 0 0 0 0,0 0 1 0 0,-1 0-1 0 0,1 0 0 0 0,-1 0 1 0 0,0 0-1 0 0,0 1 0 0 0,0-1 1 0 0,0 1-1 0 0,-1-1 0 0 0,1 1 1 0 0,1 7-1 0 0,-1-2 0 0 0,0 0 0 0 0,-1 0 0 0 0,0 0 0 0 0,0 0 0 0 0,-1 0 0 0 0,0 0 0 0 0,-1 0 0 0 0,0 0 0 0 0,0 1 0 0 0,-1-1 0 0 0,0-1 0 0 0,-1 1 0 0 0,-6 16 0 0 0,3-13 20 0 0,-1 0 0 0 0,0-1-1 0 0,0 1 1 0 0,-1-2 0 0 0,-1 1-1 0 0,0-1 1 0 0,0 0 0 0 0,-22 17 0 0 0,19-18-82 0 0,-1 1 1 0 0,0-2 0 0 0,-1 1 0 0 0,0-2 0 0 0,0 0-1 0 0,-1-1 1 0 0,1 0 0 0 0,-1-1 0 0 0,-1-1 0 0 0,1 0-1 0 0,-1-1 1 0 0,1-1 0 0 0,-1 0 0 0 0,0-2-1 0 0,0 1 1 0 0,-31-5 0 0 0,46 4-42 0 0,0 0 0 0 0,-1-1 0 0 0,1 1 0 0 0,0 0 0 0 0,0-1-1 0 0,0 0 1 0 0,0 1 0 0 0,0-1 0 0 0,0 1 0 0 0,0-1 0 0 0,0 0 0 0 0,0 0 0 0 0,0 1 0 0 0,1-1-1 0 0,-1 0 1 0 0,0 0 0 0 0,-1-2 0 0 0,4-10-4972 0 0,9-6 2461 0 0</inkml:trace>
</inkml:ink>
</file>

<file path=ppt/ink/ink3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2:47:37.7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166 0 424 0 0,'-3'13'4991'0'0,"-12"48"-3507"0"0,-104 490 3173 0 0,116-533-4545 0 0,-2 9 317 0 0,-15 50 0 0 0,19-76-289 0 0,3-5-130 0 0,0 0-1 0 0,0-1 1 0 0,1 1 0 0 0,-1 0 0 0 0,1 0-1 0 0,5-6 1 0 0,-6 7 0 0 0,20-21 1 0 0,0 0 0 0 0,38-31 1 0 0,-34 32-8 0 0,-25 22-4 0 0,0-1 0 0 0,1 1 0 0 0,-1 0 0 0 0,1 0 0 0 0,-1 0 0 0 0,1 0 0 0 0,-1 0 0 0 0,1 0 0 0 0,0 0 0 0 0,-1 1 0 0 0,1-1 0 0 0,0 1 0 0 0,0-1 0 0 0,-1 1 0 0 0,1-1 0 0 0,0 1 0 0 0,0 0 0 0 0,0 0 0 0 0,0 0 0 0 0,0 0 0 0 0,-1 0 0 0 0,1 1 0 0 0,2 0 0 0 0,-1 0 2 0 0,0 0 0 0 0,0 1 1 0 0,0 0-1 0 0,0-1 0 0 0,0 1 0 0 0,-1 0 0 0 0,1 1 0 0 0,-1-1 0 0 0,1 0 0 0 0,-1 1 0 0 0,4 4 0 0 0,3 8 7 0 0,0 1 0 0 0,0-1 0 0 0,10 31 0 0 0,-16-39-11 0 0,5 21-233 0 0,1 1-1623 0 0,1-10-4402 0 0,-6-15 3736 0 0</inkml:trace>
</inkml:ink>
</file>

<file path=ppt/ink/ink3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2:47:38.0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0 132 0 0,'3'65'4536'0'0,"-1"-46"-3718"0"0,-1 0 0 0 0,0 0 0 0 0,-2 0 0 0 0,-4 32-1 0 0,2-20 654 0 0,8-28-479 0 0,6-12-794 0 0,20-25 86 0 0,66-58 0 0 0,-83 81-955 0 0,0 0-1 0 0,1 1 0 0 0,0 1 1 0 0,1 0-1 0 0,0 1 0 0 0,0 0 0 0 0,33-9 1 0 0,-35 15-1836 0 0,-2 2 193 0 0</inkml:trace>
</inkml:ink>
</file>

<file path=ppt/ink/ink3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2:47:38.9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194 42 720 0 0,'0'-1'276'0'0,"0"-1"-1"0"0,0 0 1 0 0,0 1-1 0 0,0-1 1 0 0,0 0-1 0 0,-1 1 1 0 0,1-1-1 0 0,0 1 1 0 0,-1-1-1 0 0,1 0 1 0 0,-1 1-1 0 0,0-1 1 0 0,1 1 0 0 0,-1 0-1 0 0,0-1 1 0 0,0 1-1 0 0,0-1 1 0 0,0 1-1 0 0,0 0 1 0 0,0 0-1 0 0,-1 0 1 0 0,1 0-1 0 0,0 0 1 0 0,-1 0-1 0 0,1 0 1 0 0,0 0-1 0 0,-4-1 1 0 0,2 1-143 0 0,0 0-1 0 0,0 1 1 0 0,0-1-1 0 0,0 1 1 0 0,-1 0-1 0 0,1 0 1 0 0,0 0-1 0 0,0 0 1 0 0,-1 1-1 0 0,1-1 1 0 0,0 1-1 0 0,0 0 1 0 0,-6 2-1 0 0,-3 2 88 0 0,0 1-1 0 0,0 0 0 0 0,0 0 0 0 0,1 1 1 0 0,-13 10-1 0 0,21-15-189 0 0,0 0 0 0 0,1 0 0 0 0,-1 1 1 0 0,1-1-1 0 0,-1 0 0 0 0,1 1 0 0 0,0-1 0 0 0,0 1 1 0 0,0 0-1 0 0,0 0 0 0 0,0 0 0 0 0,1 0 0 0 0,0 0 0 0 0,-1 0 1 0 0,1 0-1 0 0,0 1 0 0 0,0-1 0 0 0,1 0 0 0 0,-1 1 0 0 0,1-1 1 0 0,-1 0-1 0 0,1 1 0 0 0,0-1 0 0 0,0 1 0 0 0,2 5 0 0 0,-2-7-31 0 0,1-1-1 0 0,0 0 1 0 0,0 1-1 0 0,0-1 0 0 0,0 0 1 0 0,0 0-1 0 0,0 1 1 0 0,0-1-1 0 0,0 0 0 0 0,0 0 1 0 0,0 0-1 0 0,1 0 0 0 0,-1-1 1 0 0,0 1-1 0 0,1 0 1 0 0,-1 0-1 0 0,0-1 0 0 0,1 1 1 0 0,-1-1-1 0 0,1 1 0 0 0,-1-1 1 0 0,1 0-1 0 0,-1 0 1 0 0,1 1-1 0 0,-1-1 0 0 0,1 0 1 0 0,0 0-1 0 0,-1-1 1 0 0,3 1-1 0 0,55-12-564 0 0,-38 7 224 0 0,-20 4 328 0 0,0 1 0 0 0,0 0 0 0 0,0 0 0 0 0,0-1 1 0 0,0 1-1 0 0,0 0 0 0 0,-1 0 0 0 0,1 0 0 0 0,0 0 0 0 0,0 0 1 0 0,0 0-1 0 0,0 0 0 0 0,0 1 0 0 0,0-1 0 0 0,-1 0 0 0 0,1 0 1 0 0,0 1-1 0 0,0-1 0 0 0,0 1 0 0 0,0-1 0 0 0,-1 0 1 0 0,1 1-1 0 0,0-1 0 0 0,-1 1 0 0 0,1 0 0 0 0,0-1 0 0 0,0 2 1 0 0,4 23-150 0 0,-5-23 156 0 0,0 1 1 0 0,0 0-1 0 0,0-1 1 0 0,0 1-1 0 0,1 0 1 0 0,-1-1-1 0 0,1 1 1 0 0,0-1-1 0 0,0 1 1 0 0,0-1-1 0 0,2 4 1 0 0,-3-6 4 0 0,1 1 1 0 0,0 0 0 0 0,0-1 0 0 0,0 1-1 0 0,0-1 1 0 0,0 0 0 0 0,0 1 0 0 0,0-1 0 0 0,0 0-1 0 0,0 1 1 0 0,0-1 0 0 0,0 0 0 0 0,0 0-1 0 0,0 0 1 0 0,0 0 0 0 0,0 0 0 0 0,0 0-1 0 0,1 0 1 0 0,-1 0 0 0 0,0-1 0 0 0,0 1-1 0 0,0 0 1 0 0,0-1 0 0 0,0 1 0 0 0,0 0-1 0 0,1-2 1 0 0,31-14-11 0 0,-27 13 10 0 0,47-25-12 0 0,94-44-70 0 0,-125 63 41 0 0,0 1 1 0 0,1 1-1 0 0,0 1 1 0 0,45-6 0 0 0,-67 12 35 0 0,0-1 0 0 0,0 1 1 0 0,0 0-1 0 0,0 0 0 0 0,0 0 1 0 0,0 0-1 0 0,0 0 0 0 0,1 0 0 0 0,-1 0 1 0 0,0 0-1 0 0,0 0 0 0 0,0 0 1 0 0,0 0-1 0 0,0 1 0 0 0,0-1 1 0 0,0 1-1 0 0,0-1 0 0 0,1 0 1 0 0,-1 1-1 0 0,-1 0 0 0 0,1-1 1 0 0,0 1-1 0 0,0 0 0 0 0,0-1 1 0 0,0 1-1 0 0,0 0 0 0 0,1 1 1 0 0,-2 0 0 0 0,0-1 1 0 0,0 1 0 0 0,0 0-1 0 0,0-1 1 0 0,0 1 0 0 0,-1-1 0 0 0,1 1-1 0 0,0-1 1 0 0,-1 1 0 0 0,1-1-1 0 0,-1 1 1 0 0,1-1 0 0 0,-1 1 0 0 0,0-1-1 0 0,0 1 1 0 0,-1 1 0 0 0,-9 12-8 0 0,0-1 0 0 0,-22 21 0 0 0,27-29 8 0 0,3-2-3 0 0,-1 0-1 0 0,1 0 1 0 0,0 0 0 0 0,0 0 0 0 0,0 0-1 0 0,1 1 1 0 0,-3 4 0 0 0,5-9 2 0 0,0 1-1 0 0,0-1 1 0 0,0 1 0 0 0,-1 0 0 0 0,1-1 0 0 0,0 1 0 0 0,0-1 0 0 0,0 1 0 0 0,0 0 0 0 0,0-1 0 0 0,0 1 0 0 0,0-1 0 0 0,0 1-1 0 0,0 0 1 0 0,1-1 0 0 0,-1 1 0 0 0,0-1 0 0 0,0 1 0 0 0,0-1 0 0 0,1 1 0 0 0,-1 0 0 0 0,0-1 0 0 0,1 1 0 0 0,-1-1-1 0 0,1 1 1 0 0,0 0-7 0 0,0-1-1 0 0,1 1 0 0 0,-1 0 0 0 0,0-1 0 0 0,1 1 0 0 0,-1-1 0 0 0,0 0 1 0 0,1 1-1 0 0,-1-1 0 0 0,0 0 0 0 0,1 0 0 0 0,-1 0 0 0 0,1 0 1 0 0,-1 0-1 0 0,3-1 0 0 0,16-1-20 0 0,-1-1 0 0 0,1-1-1 0 0,-1-1 1 0 0,0-1 0 0 0,0-1 0 0 0,-1 0 0 0 0,0-2 0 0 0,0 0 0 0 0,-1 0-1 0 0,0-2 1 0 0,-1 0 0 0 0,0-1 0 0 0,-1-1 0 0 0,0 0 0 0 0,-1-1-1 0 0,-1 0 1 0 0,21-29 0 0 0,-34 43 81 0 0,0 0 0 0 0,0 0 0 0 0,0 0 0 0 0,-1-1 704 0 0,1 1-704 0 0,0 0 0 0 0,0 0-1 0 0,0 0 1 0 0,0 0 0 0 0,0 0 0 0 0,0 0 0 0 0,0 0 0 0 0,0 0 0 0 0,0 0 0 0 0,0 0 0 0 0,0 0 0 0 0,0 0 0 0 0,0-1 0 0 0,0 1 0 0 0,0 0-1 0 0,0 0 1 0 0,0 0 0 0 0,0 0 0 0 0,0 0 0 0 0,0 0 0 0 0,0 0 0 0 0,-11 9 593 0 0,9-7-606 0 0,0 0-1 0 0,1 1 1 0 0,-1-1-1 0 0,0 0 0 0 0,1 0 1 0 0,0 1-1 0 0,-1-1 1 0 0,1 1-1 0 0,0-1 0 0 0,0 1 1 0 0,1-1-1 0 0,-1 1 1 0 0,1 0-1 0 0,-1 2 0 0 0,1 1-35 0 0,1-1-1 0 0,1 0 0 0 0,-1 1 0 0 0,1-1 0 0 0,-1 0 0 0 0,2 0 0 0 0,-1 0 0 0 0,0 0 0 0 0,1-1 0 0 0,0 1 1 0 0,0-1-1 0 0,0 1 0 0 0,1-1 0 0 0,0 0 0 0 0,-1 0 0 0 0,1-1 0 0 0,1 1 0 0 0,4 2 0 0 0,9 8-418 0 0,1-1-1 0 0,39 19 1 0 0,-7-8-2530 0 0,82 28-1 0 0,-62-31 164 0 0</inkml:trace>
</inkml:ink>
</file>

<file path=ppt/ink/ink3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2:47:39.3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431 53 340 0 0,'-6'-6'479'0'0,"-1"0"1"0"0,-1 1-1 0 0,1 0 0 0 0,-1 1 0 0 0,0 0 1 0 0,0 0-1 0 0,0 0 0 0 0,-1 1 1 0 0,1 0-1 0 0,-1 1 0 0 0,0 0 1 0 0,0 0-1 0 0,0 1 0 0 0,-16 0 0 0 0,21 1-368 0 0,-1 0-1 0 0,0 0 0 0 0,1 1 0 0 0,-1 0 1 0 0,0 0-1 0 0,1 0 0 0 0,-1 1 1 0 0,1-1-1 0 0,-1 1 0 0 0,1 0 0 0 0,0 0 1 0 0,0 1-1 0 0,0-1 0 0 0,0 1 1 0 0,0 0-1 0 0,1 0 0 0 0,-1 0 0 0 0,1 0 1 0 0,0 1-1 0 0,0 0 0 0 0,0-1 0 0 0,0 1 1 0 0,1 0-1 0 0,-1 0 0 0 0,1 1 1 0 0,0-1-1 0 0,0 0 0 0 0,1 1 0 0 0,-2 5 1 0 0,0 6 19 0 0,1 1 0 0 0,1 0-1 0 0,0 0 1 0 0,1 0 0 0 0,1 0 0 0 0,1 0 0 0 0,0 0 0 0 0,2 0 0 0 0,-1 0 0 0 0,9 21 0 0 0,-6-18-10 0 0,0 1 0 0 0,-2-1 0 0 0,0 1 0 0 0,-2 1 0 0 0,1 38 0 0 0,-3-58-111 0 0,-1 0 1 0 0,1 0 0 0 0,0 0 0 0 0,-1-1 0 0 0,1 1 0 0 0,-1 0 0 0 0,1 0 0 0 0,-1-1 0 0 0,0 1-1 0 0,0 0 1 0 0,0-1 0 0 0,0 1 0 0 0,0-1 0 0 0,0 1 0 0 0,0-1 0 0 0,-1 1 0 0 0,1-1-1 0 0,0 0 1 0 0,-1 0 0 0 0,1 0 0 0 0,-1 0 0 0 0,1 0 0 0 0,-3 1 0 0 0,0 0 5 0 0,0-1 0 0 0,-1 1 0 0 0,1-1 1 0 0,-1 0-1 0 0,1-1 0 0 0,-1 1 0 0 0,1-1 0 0 0,0 0 0 0 0,-8 0 1 0 0,-1-2 7 0 0,0 0 0 0 0,0-1 0 0 0,0 0 0 0 0,0-1 0 0 0,-20-8 0 0 0,27 9-75 0 0,1 1 0 0 0,-1-1 0 0 0,1 0 0 0 0,0 0 0 0 0,0 0 0 0 0,0-1-1 0 0,-6-7 1 0 0,10 11-30 0 0,1-1-1 0 0,-1 0 1 0 0,0 0-1 0 0,1 0 1 0 0,0 0-1 0 0,-1 0 1 0 0,1 0-1 0 0,0 1 1 0 0,-1-1-1 0 0,1 0 1 0 0,0 0-1 0 0,0 0 1 0 0,0 0-1 0 0,0 0 1 0 0,-1 0-1 0 0,2 0 1 0 0,-1 0-1 0 0,0 0 1 0 0,0 0-1 0 0,0-1 1 0 0,1-1-204 0 0,0 1 0 0 0,0 0 0 0 0,1 0-1 0 0,-1 0 1 0 0,0 0 0 0 0,1 0 0 0 0,-1 0 0 0 0,1 1 0 0 0,0-1 0 0 0,-1 0 0 0 0,5-2-1 0 0,12-10-2716 0 0,5 2 227 0 0</inkml:trace>
</inkml:ink>
</file>

<file path=ppt/ink/ink3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2:47:39.7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232 11 436 0 0,'-10'-11'7741'0'0,"5"24"-4852"0"0,-1 6-2651 0 0,-8 21 875 0 0,2 1 0 0 0,-12 71 0 0 0,11-43-368 0 0,2-12-263 0 0,6-26-176 0 0,-2-1 1 0 0,-1 0-1 0 0,-22 56 1 0 0,24-70-473 0 0,-18 33-338 0 0,6-32-2790 0 0,16-16 2802 0 0,1-1 1 0 0,0 1-1 0 0,-1-1 0 0 0,1 1 0 0 0,-1-1 0 0 0,1 1 1 0 0,-1-1-1 0 0,1 0 0 0 0,-1 0 0 0 0,1 0 0 0 0,-1 0 1 0 0,1 0-1 0 0,-1 0 0 0 0,-1 0 0 0 0,-12-3-2743 0 0</inkml:trace>
</inkml:ink>
</file>

<file path=ppt/ink/ink3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2:47:40.0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38 192 0 0,'2'-3'325'0'0,"1"0"-1"0"0,-1 0 0 0 0,1 0 1 0 0,0 1-1 0 0,0-1 1 0 0,0 1-1 0 0,0-1 1 0 0,0 1-1 0 0,1 0 1 0 0,-1 0-1 0 0,1 1 1 0 0,0-1-1 0 0,-1 1 1 0 0,1 0-1 0 0,0 0 1 0 0,0 0-1 0 0,-1 0 1 0 0,1 0-1 0 0,0 1 1 0 0,5 0-1 0 0,15-1-506 0 0,0 1-1 0 0,30 5 1 0 0,-19-2-1157 0 0,-20-2-600 0 0,-2-1 146 0 0</inkml:trace>
</inkml:ink>
</file>

<file path=ppt/ink/ink3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2:47:40.5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2 532 0 0,'40'16'3439'0'0,"-37"-13"-3332"0"0,0 0 1 0 0,0 1-1 0 0,-1-1 0 0 0,1 1 0 0 0,-1-1 1 0 0,0 1-1 0 0,0 0 0 0 0,0 0 0 0 0,-1 0 0 0 0,1 0 1 0 0,-1 0-1 0 0,0 0 0 0 0,0 0 0 0 0,-1 0 1 0 0,1 0-1 0 0,-1 1 0 0 0,0-1 0 0 0,0 0 1 0 0,0 0-1 0 0,-1 0 0 0 0,1 1 0 0 0,-1-1 1 0 0,0 0-1 0 0,0 0 0 0 0,-1 0 0 0 0,1 0 1 0 0,-1 0-1 0 0,0 0 0 0 0,0-1 0 0 0,0 1 1 0 0,0 0-1 0 0,-1-1 0 0 0,1 0 0 0 0,-1 0 1 0 0,0 1-1 0 0,0-2 0 0 0,0 1 0 0 0,-1 0 1 0 0,1-1-1 0 0,-5 3 0 0 0,8-4-8 0 0,-5 0 266 0 0,11-9-356 0 0,0-1 0 0 0,0 1 0 0 0,1 0-1 0 0,-1 1 1 0 0,2-1 0 0 0,-1 1 0 0 0,1 1-1 0 0,0-1 1 0 0,0 2 0 0 0,13-8 0 0 0,16-8 20 0 0,42-18 1 0 0,-9 13-65 0 0,-69 26 37 0 0,0 0-1 0 0,0 0 1 0 0,0 0-1 0 0,0 0 1 0 0,0 0-1 0 0,0 0 1 0 0,0 0-1 0 0,0 0 0 0 0,0 0 1 0 0,0 0-1 0 0,0 0 1 0 0,-1 1-1 0 0,1-1 1 0 0,0 0-1 0 0,0 1 1 0 0,0-1-1 0 0,0 1 1 0 0,0-1-1 0 0,-1 1 0 0 0,1-1 1 0 0,0 1-1 0 0,0 0 1 0 0,-1-1-1 0 0,1 1 1 0 0,-1 0-1 0 0,1 0 1 0 0,0-1-1 0 0,-1 1 0 0 0,1 0 1 0 0,-1 0-1 0 0,0 0 1 0 0,1 0-1 0 0,-1-1 1 0 0,0 1-1 0 0,1 0 1 0 0,-1 2-1 0 0,9 42 40 0 0,-6-26-17 0 0,-3-17-24 0 0,1-1 0 0 0,-1 1-1 0 0,1 0 1 0 0,-1 0 0 0 0,1-1 0 0 0,0 1 0 0 0,0 0-1 0 0,0-1 1 0 0,0 1 0 0 0,0-1 0 0 0,0 1-1 0 0,1-1 1 0 0,-1 0 0 0 0,0 0 0 0 0,1 1 0 0 0,-1-1-1 0 0,1 0 1 0 0,-1 0 0 0 0,1 0 0 0 0,-1 0-1 0 0,1-1 1 0 0,0 1 0 0 0,0 0 0 0 0,-1-1 0 0 0,1 1-1 0 0,0-1 1 0 0,0 0 0 0 0,0 1 0 0 0,-1-1-1 0 0,1 0 1 0 0,0 0 0 0 0,0 0 0 0 0,0 0-1 0 0,0-1 1 0 0,-1 1 0 0 0,1 0 0 0 0,0-1 0 0 0,0 1-1 0 0,2-2 1 0 0,8-3 121 0 0,0 0-1 0 0,0-1 0 0 0,0 0 1 0 0,17-13-1 0 0,-4 3 1243 0 0,-25 16-1339 0 0,0 0-1 0 0,1 0 1 0 0,-1 0-1 0 0,0-1 0 0 0,0 1 1 0 0,0 0-1 0 0,0 0 1 0 0,0 0-1 0 0,0 0 1 0 0,0 0-1 0 0,0 0 0 0 0,1 0 1 0 0,-1 0-1 0 0,0 0 1 0 0,0 0-1 0 0,0 0 1 0 0,0 0-1 0 0,0 0 0 0 0,0 0 1 0 0,0 0-1 0 0,1 0 1 0 0,-1 0-1 0 0,0 0 1 0 0,0 0-1 0 0,0 0 0 0 0,0 0 1 0 0,0 0-1 0 0,0 0 1 0 0,0 0-1 0 0,1 0 0 0 0,-1 0 1 0 0,0 0-1 0 0,0 1 1 0 0,0-1-1 0 0,0 0 1 0 0,0 0-1 0 0,0 0 0 0 0,0 0 1 0 0,0 0-1 0 0,0 0 1 0 0,0 0-1 0 0,0 0 1 0 0,1 0-1 0 0,-1 1 0 0 0,0-1 1 0 0,0 0-1 0 0,0 0 1 0 0,0 0-1 0 0,0 0 1 0 0,0 0-1 0 0,0 0 0 0 0,0 0 1 0 0,0 1-1 0 0,0-1 1 0 0,0 0-1 0 0,0 0 0 0 0,0 0 1 0 0,0 0-1 0 0,0 0 1 0 0,0 0-1 0 0,0 0 1 0 0,0 1-1 0 0,0-1 0 0 0,-3 14-99 0 0,2-12-80 0 0,1-1 0 0 0,-1 1 1 0 0,1-1-1 0 0,-1 1 1 0 0,1-1-1 0 0,0 1 1 0 0,-1 0-1 0 0,1-1 1 0 0,0 1-1 0 0,0-1 1 0 0,0 1-1 0 0,0 0 0 0 0,1-1 1 0 0,-1 1-1 0 0,0-1 1 0 0,1 1-1 0 0,-1-1 1 0 0,1 1-1 0 0,0 2 1 0 0,28 4-5346 0 0,-20-6 3338 0 0</inkml:trace>
</inkml:ink>
</file>

<file path=ppt/ink/ink3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2:47:41.8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25 533 180 0 0,'3'-5'5340'0'0,"-5"7"-5199"0"0,-1 0 0 0 0,1 0 0 0 0,0 0 0 0 0,0 0 0 0 0,0 0 0 0 0,0 1 0 0 0,1-1 0 0 0,-1 1 0 0 0,1-1 0 0 0,-1 1 0 0 0,1 0 0 0 0,0 0 0 0 0,0-1 0 0 0,0 1 1 0 0,1 0-1 0 0,-1 0 0 0 0,0 4 0 0 0,1-5-100 0 0,0 0 0 0 0,0 0 0 0 0,1-1 1 0 0,-1 1-1 0 0,0 0 0 0 0,1 0 0 0 0,0-1 0 0 0,-1 1 1 0 0,1-1-1 0 0,0 1 0 0 0,0 0 0 0 0,-1-1 1 0 0,1 1-1 0 0,0-1 0 0 0,1 0 0 0 0,-1 1 0 0 0,0-1 1 0 0,0 0-1 0 0,1 0 0 0 0,-1 0 0 0 0,0 0 0 0 0,1 0 1 0 0,-1 0-1 0 0,1 0 0 0 0,0 0 0 0 0,-1 0 1 0 0,1-1-1 0 0,-1 1 0 0 0,1-1 0 0 0,0 1 0 0 0,0-1 1 0 0,1 0-1 0 0,2 1-21 0 0,0-1 0 0 0,0 1 0 0 0,0-2 0 0 0,0 1 1 0 0,0 0-1 0 0,0-1 0 0 0,-1 0 0 0 0,1 0 0 0 0,0 0 0 0 0,0-1 1 0 0,-1 0-1 0 0,1 0 0 0 0,-1 0 0 0 0,1 0 0 0 0,-1-1 0 0 0,0 1 0 0 0,0-1 1 0 0,4-4-1 0 0,9-8 5 0 0,0 0 0 0 0,23-28 0 0 0,-31 32-13 0 0,18-21-10 0 0,-1-2 0 0 0,-2-1 0 0 0,34-64 0 0 0,41-122-65 0 0,-90 186 180 0 0,-9 30 17 0 0,1-1 0 0 0,1 1 0 0 0,-1 0 0 0 0,1-1 0 0 0,0 1 0 0 0,0 0 0 0 0,3-6 0 0 0,-4 11 157 0 0,-5 2-266 0 0,0 0 0 0 0,0 1 0 0 0,1-1 0 0 0,-1 1 0 0 0,1 0 0 0 0,0 0 0 0 0,0 0-1 0 0,-5 6 1 0 0,6-6 4 0 0,-10 13 21 0 0,0 0-1 0 0,1 0 1 0 0,1 1 0 0 0,0 1-1 0 0,1-1 1 0 0,1 2 0 0 0,1-1-1 0 0,-5 21 1 0 0,1 4 9 0 0,1 1 1 0 0,-4 64-1 0 0,12-92-152 0 0,1 0-1 0 0,1 0 0 0 0,1 0 0 0 0,3 20 1 0 0,-3-30 31 0 0,0-1-1 0 0,0 1 1 0 0,1 0 0 0 0,0-1 0 0 0,0 0 0 0 0,0 1 0 0 0,1-1 0 0 0,0 0-1 0 0,0 0 1 0 0,0-1 0 0 0,0 1 0 0 0,1-1 0 0 0,0 1 0 0 0,8 6 0 0 0,-9-9 43 0 0,1-1 0 0 0,-1 1 0 0 0,1-1 1 0 0,-1 0-1 0 0,1 0 0 0 0,0-1 0 0 0,-1 1 1 0 0,1-1-1 0 0,0 1 0 0 0,0-1 0 0 0,-1 0 0 0 0,1-1 1 0 0,0 1-1 0 0,0-1 0 0 0,-1 1 0 0 0,1-1 1 0 0,5-3-1 0 0,6 0-29 0 0,0-2 0 0 0,28-13 0 0 0,-27 10 68 0 0,53-30-139 0 0,-63 35 244 0 0,-1 0 0 0 0,1 0 0 0 0,-1 0 1 0 0,1-1-1 0 0,-1 0 0 0 0,-1 0 0 0 0,1 0 0 0 0,4-8 0 0 0,-1 3 1805 0 0,-21 25-1412 0 0,8-8-472 0 0,-1-1 0 0 0,1 1-1 0 0,0 0 1 0 0,1 1 0 0 0,-1-1 0 0 0,2 1-1 0 0,-1 0 1 0 0,1 0 0 0 0,0 0 0 0 0,1 0-1 0 0,-3 16 1 0 0,4-21-55 0 0,1-1 0 0 0,0 1-1 0 0,-1 0 1 0 0,1-1 0 0 0,0 1 0 0 0,1 0-1 0 0,-1-1 1 0 0,0 1 0 0 0,1 0 0 0 0,0-1-1 0 0,0 1 1 0 0,-1 0 0 0 0,1-1 0 0 0,1 1 0 0 0,-1-1-1 0 0,0 0 1 0 0,1 1 0 0 0,-1-1 0 0 0,1 0-1 0 0,0 0 1 0 0,-1 0 0 0 0,1 0 0 0 0,0 0-1 0 0,0 0 1 0 0,0-1 0 0 0,1 1 0 0 0,-1-1-1 0 0,0 1 1 0 0,1-1 0 0 0,-1 0 0 0 0,1 0 0 0 0,-1 0-1 0 0,1 0 1 0 0,-1 0 0 0 0,1-1 0 0 0,0 1-1 0 0,-1-1 1 0 0,1 0 0 0 0,5 1 0 0 0,-1-1-24 0 0,1-1 0 0 0,-1 0 1 0 0,1 0-1 0 0,-1 0 1 0 0,1-1-1 0 0,-1 0 1 0 0,0 0-1 0 0,0-1 0 0 0,0 0 1 0 0,0 0-1 0 0,9-6 1 0 0,68-50-125 0 0,-82 57 154 0 0,40-37-13 0 0,-42 38 11 0 0,-19 38-34 0 0,4-10 52 0 0,14-25-14 0 0,0-1-1 0 0,1 1 1 0 0,-1-1 0 0 0,0 1 0 0 0,1-1 0 0 0,-1 1 0 0 0,1-1 0 0 0,0 1 0 0 0,-1 0 0 0 0,1-1 0 0 0,0 1 0 0 0,0 0 0 0 0,0-1 0 0 0,0 1 0 0 0,0-1 0 0 0,1 1 0 0 0,-1 0 0 0 0,0-1 0 0 0,1 1-1 0 0,-1-1 1 0 0,1 1 0 0 0,0-1 0 0 0,1 4 0 0 0,0-4 0 0 0,0 0 0 0 0,-1 0-1 0 0,1-1 1 0 0,0 1 0 0 0,0 0 0 0 0,0-1-1 0 0,0 1 1 0 0,0-1 0 0 0,0 0 0 0 0,0 1-1 0 0,0-1 1 0 0,0 0 0 0 0,0 0 0 0 0,1 0-1 0 0,-1-1 1 0 0,0 1 0 0 0,0 0-1 0 0,3-2 1 0 0,22-5-41 0 0,1-1 0 0 0,37-18 1 0 0,-10 5-76 0 0,-12 10-101 0 0,-41 10 171 0 0,17 18-150 0 0,-19-13 170 0 0,0-1 0 0 0,1 1 0 0 0,-1-1 1 0 0,1 1-1 0 0,0-1 0 0 0,0 1 0 0 0,0-1 0 0 0,0 0 0 0 0,1 1 0 0 0,-1-1 0 0 0,1 0 0 0 0,0 0 0 0 0,0 0 0 0 0,0 0 1 0 0,0 0-1 0 0,1-1 0 0 0,-1 1 0 0 0,1-1 0 0 0,0 1 0 0 0,-1-1 0 0 0,1 0 0 0 0,0 0 0 0 0,0 0 0 0 0,0 0 0 0 0,1-1 0 0 0,-1 1 1 0 0,0-1-1 0 0,1 0 0 0 0,-1 0 0 0 0,1 0 0 0 0,-1 0 0 0 0,1-1 0 0 0,-1 1 0 0 0,1-1 0 0 0,-1 0 0 0 0,5 0 0 0 0,-2 0-7 0 0,0 0 0 0 0,-1 0 0 0 0,1-1 0 0 0,0 1 0 0 0,0-1-1 0 0,0-1 1 0 0,0 1 0 0 0,-1-1 0 0 0,1 0 0 0 0,-1 0 0 0 0,1 0-1 0 0,-1-1 1 0 0,0 0 0 0 0,0 0 0 0 0,0-1 0 0 0,0 1 0 0 0,-1-1-1 0 0,1 0 1 0 0,-1 0 0 0 0,0 0 0 0 0,6-9 0 0 0,-2-13 1098 0 0,-8 42 714 0 0,1-13-1814 0 0,0 0 1 0 0,0 1-1 0 0,1-1 0 0 0,-1 0 0 0 0,0 0 1 0 0,1 0-1 0 0,0 0 0 0 0,0 0 1 0 0,0-1-1 0 0,0 1 0 0 0,0 0 1 0 0,1-1-1 0 0,-1 1 0 0 0,1-1 1 0 0,-1 0-1 0 0,1 0 0 0 0,5 3 0 0 0,-4-3-735 0 0,-1-1 0 0 0,0 1-1 0 0,1-1 1 0 0,-1 1-1 0 0,0-1 1 0 0,1 0-1 0 0,0-1 1 0 0,-1 1 0 0 0,7 0-1 0 0</inkml:trace>
</inkml:ink>
</file>

<file path=ppt/ink/ink3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2:47:42.2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 65 13241 0 0,'-7'-4'-32'0'0,"-3"-1"44"0"0,2 2 64 0 0,6-4-8 0 0,2 3 8 0 0,10-4-60 0 0,1-1 0 0 0,3 4-8 0 0,-1 3-12 0 0,7 0-4 0 0,-1-1-92 0 0,0-1-236 0 0,8 3-332 0 0,5-3-416 0 0,-3 2-796 0 0,2 2-2040 0 0,0-1 903 0 0</inkml:trace>
</inkml:ink>
</file>

<file path=ppt/ink/ink3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2:47:43.2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373 165 944 0 0,'4'-13'961'0'0,"15"-54"2417"0"0,-18 62-3050 0 0,0 0 0 0 0,-1 0 0 0 0,1 0 0 0 0,-1 0 0 0 0,0 0 0 0 0,0 0 0 0 0,0 0-1 0 0,-1 1 1 0 0,0-1 0 0 0,0 0 0 0 0,-2-6 0 0 0,2 10-261 0 0,0-1-1 0 0,0 1 1 0 0,-1-1-1 0 0,1 1 1 0 0,0-1-1 0 0,-1 1 1 0 0,1 0-1 0 0,-1 0 1 0 0,1 0-1 0 0,-1 0 1 0 0,0 0-1 0 0,1 0 1 0 0,-1 0-1 0 0,0 1 1 0 0,0-1-1 0 0,0 1 1 0 0,1-1-1 0 0,-1 1 1 0 0,0-1-1 0 0,0 1 1 0 0,0 0-1 0 0,0 0 1 0 0,0 0-1 0 0,0 0 1 0 0,0 0-1 0 0,0 1 1 0 0,1-1-1 0 0,-1 1 1 0 0,0-1-1 0 0,-2 2 1 0 0,-6 0 34 0 0,0 1 0 0 0,0 1 0 0 0,1-1 0 0 0,-11 7-1 0 0,-5 4 69 0 0,0 2-1 0 0,2 0 1 0 0,0 1-1 0 0,1 1 1 0 0,-23 25-1 0 0,31-29-86 0 0,2 1 0 0 0,-1 1 0 0 0,2 0 1 0 0,0 1-1 0 0,1 0 0 0 0,1 0 0 0 0,1 1 0 0 0,-10 26 0 0 0,16-35-74 0 0,-1-1 1 0 0,1 1-1 0 0,1 0 0 0 0,0 0 1 0 0,0-1-1 0 0,0 1 0 0 0,1 0 1 0 0,1 0-1 0 0,0 0 0 0 0,0 0 1 0 0,0 0-1 0 0,1-1 0 0 0,0 1 1 0 0,1-1-1 0 0,0 1 0 0 0,1-1 1 0 0,-1 0-1 0 0,1 0 0 0 0,1 0 1 0 0,0-1-1 0 0,0 0 0 0 0,0 0 1 0 0,1 0-1 0 0,0 0 0 0 0,0-1 1 0 0,1 0-1 0 0,-1 0 0 0 0,1-1 1 0 0,1 0-1 0 0,-1 0 1 0 0,1 0-1 0 0,0-1 0 0 0,0 0 1 0 0,0-1-1 0 0,0 0 0 0 0,1 0 1 0 0,-1-1-1 0 0,1 0 0 0 0,0-1 1 0 0,11 2-1 0 0,0-4-71 0 0,1-1 1 0 0,0 0 0 0 0,-1-2-1 0 0,0 0 1 0 0,1-1-1 0 0,-2-2 1 0 0,1 0-1 0 0,32-16 1 0 0,-51 22 65 0 0,-1 1 1 0 0,1 0-1 0 0,-1-1 1 0 0,1 1 0 0 0,-1 0-1 0 0,1-1 1 0 0,0 1-1 0 0,-1 0 1 0 0,1 0-1 0 0,-1 0 1 0 0,1 0-1 0 0,0-1 1 0 0,-1 1-1 0 0,1 0 1 0 0,0 0-1 0 0,-1 0 1 0 0,1 0-1 0 0,0 0 1 0 0,-1 1 0 0 0,1-1-1 0 0,0 0 1 0 0,-1 0-1 0 0,1 0 1 0 0,-1 0-1 0 0,2 1 1 0 0,-4 13 111 0 0,-21 27 95 0 0,19-35-174 0 0,-200 321 1546 0 0,179-285-1589 0 0,-40 76 641 0 0,58-103-1035 0 0,1 1 0 0 0,0 0 0 0 0,1 0 0 0 0,0 0 0 0 0,-3 28 1 0 0,11-25-2146 0 0,-3-19 2388 0 0,0 0-1 0 0,1 0 1 0 0,-1 1 0 0 0,0-1-1 0 0,1 0 1 0 0,-1 0 0 0 0,0 0 0 0 0,1 1-1 0 0,-1-1 1 0 0,0 0 0 0 0,1 0-1 0 0,-1 0 1 0 0,0 0 0 0 0,1 0-1 0 0,-1 0 1 0 0,1 0 0 0 0,-1 0 0 0 0,0 0-1 0 0,1 0 1 0 0,-1 0 0 0 0,0 0-1 0 0,1 0 1 0 0,-1 0 0 0 0,1 0 0 0 0,-1 0-1 0 0,0 0 1 0 0,1-1 0 0 0,-1 1-1 0 0,0 0 1 0 0,1 0 0 0 0,-1 0 0 0 0,0 0-1 0 0,1-1 1 0 0,-1 1 0 0 0,0 0-1 0 0,0 0 1 0 0,1-1 0 0 0,15-11-2664 0 0</inkml:trace>
</inkml:ink>
</file>

<file path=ppt/ink/ink3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2:47:43.5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50 1 652 0 0,'2'8'553'0'0,"-1"1"0"0"0,0-1 0 0 0,0 1 0 0 0,-1 0 0 0 0,0-1 0 0 0,0 1-1 0 0,-1 0 1 0 0,0-1 0 0 0,-1 1 0 0 0,-4 14 0 0 0,-1-2 121 0 0,-1 0 0 0 0,-21 37 0 0 0,38-72-531 0 0,2 1 0 0 0,-1 0 0 0 0,1 1 1 0 0,1 0-1 0 0,0 1 0 0 0,1 1 0 0 0,25-17 0 0 0,47-22-1670 0 0,-63 39-87 0 0,-1 1-1 0 0,27-7 1 0 0,-24 9-377 0 0</inkml:trace>
</inkml:ink>
</file>

<file path=ppt/ink/ink3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2:47:43.9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196 9 676 0 0,'-32'-9'4895'0'0,"21"11"-4523"0"0,1 1 0 0 0,0 0 1 0 0,-1 1-1 0 0,1 0 0 0 0,0 0 0 0 0,1 1 0 0 0,-17 10 0 0 0,21-12-252 0 0,0 1 0 0 0,0-1 0 0 0,0 1 0 0 0,0 0-1 0 0,1 0 1 0 0,-1 0 0 0 0,1 0 0 0 0,0 1 0 0 0,0 0 0 0 0,1 0-1 0 0,0 0 1 0 0,-1 0 0 0 0,2 1 0 0 0,-1-1 0 0 0,-3 10 0 0 0,6-14-108 0 0,0 0 0 0 0,1 0 0 0 0,-1 0 1 0 0,0 0-1 0 0,0 0 0 0 0,1 0 1 0 0,-1 0-1 0 0,1 0 0 0 0,-1 0 0 0 0,1 0 1 0 0,-1 0-1 0 0,1 0 0 0 0,-1 0 0 0 0,1-1 1 0 0,0 1-1 0 0,0 0 0 0 0,-1 0 0 0 0,1-1 1 0 0,0 1-1 0 0,0 0 0 0 0,0-1 1 0 0,0 1-1 0 0,0-1 0 0 0,0 1 0 0 0,0-1 1 0 0,0 1-1 0 0,0-1 0 0 0,0 0 0 0 0,0 1 1 0 0,0-1-1 0 0,0 0 0 0 0,0 0 1 0 0,0 0-1 0 0,2 0 0 0 0,44 3 52 0 0,-42-3-55 0 0,49-3-91 0 0,34 1-443 0 0,-80 3-167 0 0,-1 0 1 0 0,1 0-1 0 0,-1 1 1 0 0,0 0-1 0 0,11 5 1 0 0,-12-4-1662 0 0,-2 0 178 0 0</inkml:trace>
</inkml:ink>
</file>

<file path=ppt/ink/ink3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2:47:44.4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79 60 816 0 0,'0'0'2844'0'0,"9"27"-85"0"0,-11-21-2540 0 0,-1-1 0 0 0,0 1 0 0 0,0-1 0 0 0,0 0 0 0 0,-1 0-1 0 0,0-1 1 0 0,0 1 0 0 0,0-1 0 0 0,0 1 0 0 0,-1-1 0 0 0,1-1 0 0 0,-1 1 0 0 0,0-1 0 0 0,0 0 0 0 0,0 0 0 0 0,-1 0 0 0 0,-6 2 0 0 0,11-5-32 0 0,-2-10-10 0 0,3 10-173 0 0,0-1-1 0 0,-1 1 0 0 0,1-1 1 0 0,0 1-1 0 0,0-1 1 0 0,-1 1-1 0 0,1-1 0 0 0,0 1 1 0 0,0-1-1 0 0,0 0 1 0 0,0 1-1 0 0,0-1 0 0 0,0 1 1 0 0,0-1-1 0 0,0 0 1 0 0,0 1-1 0 0,0-1 0 0 0,0 1 1 0 0,0-1-1 0 0,1 1 1 0 0,-1-1-1 0 0,0 0 0 0 0,0 1 1 0 0,1-1-1 0 0,-1 1 1 0 0,0-1-1 0 0,1 1 0 0 0,-1-1 1 0 0,0 1-1 0 0,1-1 1 0 0,-1 1-1 0 0,1-1 0 0 0,13-13 8 0 0,0 0-1 0 0,1 1 0 0 0,0 1 0 0 0,1 1 0 0 0,0 0 0 0 0,1 1 1 0 0,0 0-1 0 0,0 2 0 0 0,1 0 0 0 0,24-7 0 0 0,-35 12-9 0 0,1 1-1 0 0,0 0 0 0 0,0 1 0 0 0,0 0 1 0 0,0 0-1 0 0,0 0 0 0 0,0 1 0 0 0,0 1 1 0 0,14 1-1 0 0,-19-1 2 0 0,0-1 0 0 0,1 1 0 0 0,-1 0-1 0 0,0 0 1 0 0,0 0 0 0 0,0 1 0 0 0,0-1 0 0 0,-1 1 0 0 0,1-1 0 0 0,0 1 0 0 0,-1 0-1 0 0,1 0 1 0 0,-1 0 0 0 0,1 0 0 0 0,-1 1 0 0 0,0-1 0 0 0,0 1 0 0 0,0-1 0 0 0,0 1-1 0 0,-1 0 1 0 0,1 0 0 0 0,-1-1 0 0 0,0 1 0 0 0,1 0 0 0 0,0 6 0 0 0,-1 34 41 0 0,-3-19-122 0 0,38-39-53 0 0,-16 6 61 0 0,1 0-1 0 0,1 2 1 0 0,0 1 0 0 0,0 1 0 0 0,0 0 0 0 0,0 2 0 0 0,38-1 0 0 0,-57 3 60 0 0,-1 1-1 0 0,1 1 1 0 0,-1-1-1 0 0,0 0 1 0 0,1 0-1 0 0,-1 1 1 0 0,0 0 0 0 0,1-1-1 0 0,-1 1 1 0 0,0 0-1 0 0,0 0 1 0 0,1 0 0 0 0,-1 0-1 0 0,0 1 1 0 0,0-1-1 0 0,0 1 1 0 0,-1-1 0 0 0,1 1-1 0 0,3 3 1 0 0,-4-3 33 0 0,0 0 0 0 0,-1 0 0 0 0,1 0 1 0 0,-1 0-1 0 0,1 0 0 0 0,-1 0 0 0 0,0 0 1 0 0,0 0-1 0 0,1 0 0 0 0,-2 0 0 0 0,1 0 0 0 0,0 0 1 0 0,0 0-1 0 0,-1 0 0 0 0,1 0 0 0 0,-1 0 1 0 0,1 0-1 0 0,-2 2 0 0 0,-23 42-1261 0 0,-5-9-3972 0 0,24-29 2956 0 0</inkml:trace>
</inkml:ink>
</file>

<file path=ppt/ink/ink3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2:47:45.1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215 1 8 0 0,'-11'9'1002'0'0,"2"1"0"0"0,-1 0 1 0 0,1 0-1 0 0,-11 18 0 0 0,13-17-520 0 0,-1-1 0 0 0,0 0-1 0 0,0 0 1 0 0,-1-1 0 0 0,-15 13-1 0 0,19-18-248 0 0,-1 0 0 0 0,0 0-1 0 0,0 0 1 0 0,0-1 0 0 0,0 0-1 0 0,0 0 1 0 0,-1-1-1 0 0,0 1 1 0 0,1-2 0 0 0,-14 3-1 0 0,20-4-221 0 0,-1 1-1 0 0,1-1 0 0 0,0 0 0 0 0,-1 0 0 0 0,1 0 1 0 0,0 0-1 0 0,-1 0 0 0 0,1 0 0 0 0,0 0 1 0 0,-1 0-1 0 0,1 0 0 0 0,0 0 0 0 0,0 0 0 0 0,-1 0 1 0 0,1-1-1 0 0,0 1 0 0 0,-1 0 0 0 0,1 0 1 0 0,0 0-1 0 0,-1 0 0 0 0,1 0 0 0 0,0-1 0 0 0,0 1 1 0 0,-1 0-1 0 0,1 0 0 0 0,0-1 0 0 0,0 1 1 0 0,-1 0-1 0 0,1 0 0 0 0,0-1 0 0 0,0 1 0 0 0,0 0 1 0 0,0 0-1 0 0,-1-1 0 0 0,1 1 0 0 0,0 0 1 0 0,0-1-1 0 0,0 1 0 0 0,0 0 0 0 0,0-1 0 0 0,0 0 1 0 0,8-14 160 0 0,19-13-93 0 0,-26 28-71 0 0,16-14-4 0 0,1 1 0 0 0,0 1 0 0 0,1 1 1 0 0,1 0-1 0 0,-1 1 0 0 0,22-6 0 0 0,-38 14 2 0 0,1 1 0 0 0,-1-1 0 0 0,1 1 0 0 0,-1 0 0 0 0,0 0 0 0 0,1 1-1 0 0,0-1 1 0 0,-1 1 0 0 0,1-1 0 0 0,-1 1 0 0 0,1 0 0 0 0,-1 1 0 0 0,1-1-1 0 0,0 1 1 0 0,-1-1 0 0 0,1 1 0 0 0,-1 0 0 0 0,1 0 0 0 0,-1 0 0 0 0,0 1-1 0 0,0-1 1 0 0,1 1 0 0 0,-1 0 0 0 0,0 0 0 0 0,0 0 0 0 0,-1 0 0 0 0,1 1-1 0 0,0-1 1 0 0,-1 1 0 0 0,1 0 0 0 0,-1-1 0 0 0,0 1 0 0 0,0 0 0 0 0,0 0-1 0 0,0 0 1 0 0,-1 1 0 0 0,1-1 0 0 0,-1 0 0 0 0,0 1 0 0 0,0-1 0 0 0,0 1-1 0 0,0-1 1 0 0,-1 1 0 0 0,1-1 0 0 0,-1 1 0 0 0,0 0 0 0 0,0-1 0 0 0,-1 5-1 0 0,1-8-1 0 0,0 1 0 0 0,0-1-1 0 0,0 0 1 0 0,0 1 0 0 0,0-1-1 0 0,1 0 1 0 0,-1 1 0 0 0,0-1-1 0 0,0 0 1 0 0,0 1 0 0 0,0-1-1 0 0,0 0 1 0 0,0 1 0 0 0,1-1-1 0 0,-1 0 1 0 0,0 0 0 0 0,0 1-1 0 0,1-1 1 0 0,-1 0 0 0 0,0 0-1 0 0,0 0 1 0 0,1 1 0 0 0,-1-1-1 0 0,0 0 1 0 0,0 0 0 0 0,1 0-1 0 0,-1 0 1 0 0,0 1 0 0 0,1-1-1 0 0,-1 0 1 0 0,0 0 0 0 0,1 0-1 0 0,-1 0 1 0 0,0 0 0 0 0,1 0-1 0 0,-1 0 1 0 0,1 0 0 0 0,19-4 26 0 0,30-16-53 0 0,-37 14 30 0 0,7-3-8 0 0,57-22-4 0 0,-71 29 10 0 0,0 1 0 0 0,-1-1 0 0 0,1 1 0 0 0,0 0 1 0 0,0 1-1 0 0,0-1 0 0 0,0 1 0 0 0,0 0 0 0 0,0 1 0 0 0,11 1 0 0 0,-15-1 14 0 0,0 1-1 0 0,1-1 0 0 0,-1 0 0 0 0,0 1 0 0 0,0 0 0 0 0,0 0 0 0 0,0-1 1 0 0,0 1-1 0 0,0 1 0 0 0,0-1 0 0 0,-1 0 0 0 0,1 0 0 0 0,-1 0 1 0 0,0 1-1 0 0,1-1 0 0 0,-1 1 0 0 0,0-1 0 0 0,-1 1 0 0 0,1-1 0 0 0,0 1 1 0 0,-1 0-1 0 0,1-1 0 0 0,-1 1 0 0 0,0 0 0 0 0,0 0 0 0 0,0-1 1 0 0,-1 5-1 0 0,-2 38-1608 0 0,-5-10-4477 0 0,8-28 3598 0 0</inkml:trace>
</inkml:ink>
</file>

<file path=ppt/ink/ink3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2:47:45.7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148 76 132 0 0,'1'-50'7809'0'0,"-1"49"-7691"0"0,0-1-1 0 0,-1 1 1 0 0,1 0-1 0 0,-1 0 1 0 0,1 0-1 0 0,-1 0 1 0 0,0-1-1 0 0,1 1 1 0 0,-1 0-1 0 0,0 0 1 0 0,0 0-1 0 0,0 0 1 0 0,0 1-1 0 0,0-1 1 0 0,0 0-1 0 0,0 0 1 0 0,0 0-1 0 0,0 1 1 0 0,0-1-1 0 0,0 0 1 0 0,0 1-1 0 0,0-1 1 0 0,-1 1-1 0 0,1 0 1 0 0,-2-1-1 0 0,-2 0 61 0 0,1 0-1 0 0,-1 1 1 0 0,0 0-1 0 0,0 0 1 0 0,1 0 0 0 0,-1 0-1 0 0,-8 2 1 0 0,8-1-80 0 0,0 0 1 0 0,-1 0-1 0 0,1 0 1 0 0,0 1-1 0 0,0 0 1 0 0,0 0-1 0 0,0 0 1 0 0,0 1-1 0 0,1 0 1 0 0,-1-1-1 0 0,1 2 1 0 0,0-1 0 0 0,-1 0-1 0 0,-4 7 1 0 0,9-10-104 0 0,-1 1 0 0 0,1 0 1 0 0,0 0-1 0 0,0 0 1 0 0,0 0-1 0 0,0-1 1 0 0,0 1-1 0 0,0 0 1 0 0,0 0-1 0 0,0 0 0 0 0,0 0 1 0 0,0-1-1 0 0,0 1 1 0 0,0 0-1 0 0,1 0 1 0 0,-1 0-1 0 0,0-1 1 0 0,0 1-1 0 0,1 0 0 0 0,-1 0 1 0 0,1-1-1 0 0,-1 1 1 0 0,1 0-1 0 0,-1-1 1 0 0,1 1-1 0 0,-1 0 1 0 0,1-1-1 0 0,0 1 0 0 0,-1-1 1 0 0,1 1-1 0 0,0-1 1 0 0,-1 1-1 0 0,1-1 1 0 0,0 1-1 0 0,0-1 0 0 0,-1 0 1 0 0,1 0-1 0 0,0 1 1 0 0,0-1-1 0 0,0 0 1 0 0,-1 0-1 0 0,1 0 1 0 0,0 0-1 0 0,1 0 0 0 0,50 9-679 0 0,-40-7 475 0 0,-9-2 182 0 0,1 1 0 0 0,-1-1 0 0 0,1 1 0 0 0,-1 1 0 0 0,0-1 0 0 0,1 0 0 0 0,-1 1 0 0 0,0-1 0 0 0,0 1 0 0 0,0 0 0 0 0,0 0 0 0 0,-1 0 0 0 0,1 1 0 0 0,0-1 0 0 0,-1 1-1 0 0,0-1 1 0 0,1 1 0 0 0,-1 0 0 0 0,0 0 0 0 0,0 0 0 0 0,-1 0 0 0 0,1 0 0 0 0,-1 0 0 0 0,1 0 0 0 0,-1 1 0 0 0,0-1 0 0 0,0 0 0 0 0,-1 1 0 0 0,1-1 0 0 0,-1 1 0 0 0,1-1 0 0 0,-1 1 0 0 0,-1 5 0 0 0,1-8 22 0 0,0 0 0 0 0,0 0-1 0 0,0 0 1 0 0,0 0 0 0 0,0 0-1 0 0,0 0 1 0 0,1 0 0 0 0,-1 0 0 0 0,0 0-1 0 0,1 0 1 0 0,-1 0 0 0 0,0 0-1 0 0,1 0 1 0 0,-1 0 0 0 0,1 0 0 0 0,-1 0-1 0 0,1 0 1 0 0,0 0 0 0 0,-1 0-1 0 0,1-1 1 0 0,0 1 0 0 0,0 0 0 0 0,0-1-1 0 0,-1 1 1 0 0,1 0 0 0 0,0-1-1 0 0,2 1 1 0 0,-1 0-16 0 0,1 0 1 0 0,-1-1-1 0 0,1 0 0 0 0,-1 1 1 0 0,1-1-1 0 0,-1 0 0 0 0,1 0 0 0 0,-1-1 1 0 0,1 1-1 0 0,-1 0 0 0 0,4-2 1 0 0,5-1-52 0 0,0-1 0 0 0,-1 0 0 0 0,1 0 0 0 0,12-9 1 0 0,-3 1-7 0 0,12-9-40 0 0,2 2 0 0 0,0 1-1 0 0,1 1 1 0 0,0 2 0 0 0,38-10-1 0 0,-72 25 131 0 0,1-1 0 0 0,-1 1-1 0 0,0 0 1 0 0,0 0-1 0 0,1-1 1 0 0,-1 1 0 0 0,0 0-1 0 0,0 0 1 0 0,1 0 0 0 0,-1 1-1 0 0,0-1 1 0 0,0 0 0 0 0,0 0-1 0 0,1 1 1 0 0,-1-1 0 0 0,0 1-1 0 0,0-1 1 0 0,0 1-1 0 0,0-1 1 0 0,0 1 0 0 0,0 0-1 0 0,0-1 1 0 0,0 1 0 0 0,0 0-1 0 0,0 0 1 0 0,0 0 0 0 0,0 0-1 0 0,0 0 1 0 0,-1 0-1 0 0,1 0 1 0 0,1 1 0 0 0,10 44 578 0 0,-12-41-525 0 0,0 0 1 0 0,1 0-1 0 0,0 0 1 0 0,0-1-1 0 0,1 1 1 0 0,-1 0 0 0 0,1-1-1 0 0,0 1 1 0 0,0-1-1 0 0,5 7 1 0 0,-4-8-154 0 0,0 1 0 0 0,0-1-1 0 0,1 0 1 0 0,-1 0 0 0 0,1-1 0 0 0,0 1 0 0 0,0-1 0 0 0,0 1 0 0 0,0-1-1 0 0,0-1 1 0 0,6 3 0 0 0,-6-3-709 0 0,1 0-1 0 0,0-1 0 0 0,0 1 0 0 0,-1-1 1 0 0,1 0-1 0 0,0-1 0 0 0,4 0 0 0 0,4-1-1780 0 0</inkml:trace>
</inkml:ink>
</file>

<file path=ppt/ink/ink3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2:47:46.1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1108 0 380 0 0,'8'4'317'0'0,"1"0"0"0"0,-1 0 0 0 0,0 1 0 0 0,-1 0 0 0 0,1 0 0 0 0,-1 1 0 0 0,0 0 0 0 0,0 0 0 0 0,-1 1 0 0 0,0 0 0 0 0,0 0 0 0 0,0 0 0 0 0,-1 1 0 0 0,0 0 0 0 0,-1 0 0 0 0,1 0-1 0 0,-2 1 1 0 0,1-1 0 0 0,-1 1 0 0 0,-1 0 0 0 0,1 0 0 0 0,0 10 0 0 0,2 6 60 0 0,-2 1-1 0 0,0 0 1 0 0,-2 0 0 0 0,-1-1-1 0 0,-1 1 1 0 0,-8 44-1 0 0,0-32-23 0 0,-1 0 0 0 0,-2 0 0 0 0,-2-1 0 0 0,-1-1 0 0 0,-2 0 0 0 0,-43 64 0 0 0,3-17 313 0 0,-98 107 0 0 0,107-138-655 0 0,-2-2 0 0 0,-3-3 0 0 0,-2-1 0 0 0,-113 71 0 0 0,-43-5-2213 0 0,-12-25-3870 0 0,140-60 2758 0 0</inkml:trace>
</inkml:ink>
</file>

<file path=ppt/ink/ink3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2:47:23.5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260 1 3432 0 0,'-77'10'-1392'0'0,"2"-1"1052"0"0,19-2-372 0 0,5-2 164 0 0</inkml:trace>
</inkml:ink>
</file>

<file path=ppt/ink/ink3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2:47:24.2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563 122 776 0 0,'-5'-24'1261'0'0,"3"15"-665"0"0,0 0-1 0 0,0 1 0 0 0,0-1 1 0 0,-1 1-1 0 0,0 0 0 0 0,-7-12 1 0 0,9 18-501 0 0,-1 0 1 0 0,0 0 0 0 0,1 0 0 0 0,-1 0-1 0 0,0 0 1 0 0,0 1 0 0 0,0-1 0 0 0,-1 1-1 0 0,1-1 1 0 0,0 1 0 0 0,0 0 0 0 0,-1 0 0 0 0,1 0-1 0 0,-1 0 1 0 0,1 0 0 0 0,-1 0 0 0 0,0 1-1 0 0,1-1 1 0 0,-1 1 0 0 0,1 0 0 0 0,-1 0-1 0 0,0 0 1 0 0,1 0 0 0 0,-1 0 0 0 0,0 0-1 0 0,-4 2 1 0 0,-8 2 70 0 0,0 0-1 0 0,-1 1 1 0 0,2 1 0 0 0,-1 1-1 0 0,1 0 1 0 0,0 1-1 0 0,-26 18 1 0 0,5 0 185 0 0,-48 49-1 0 0,56-50-149 0 0,2 2 1 0 0,1 1-1 0 0,2 1 0 0 0,0 1 0 0 0,-29 57 0 0 0,45-74-138 0 0,0 0-1 0 0,1 0 1 0 0,1 0-1 0 0,0 0 0 0 0,1 1 1 0 0,1-1-1 0 0,-2 29 1 0 0,4-33-33 0 0,0-1 0 0 0,1 1 1 0 0,1 0-1 0 0,-1-1 0 0 0,1 1 0 0 0,1-1 1 0 0,-1 1-1 0 0,1-1 0 0 0,1 0 0 0 0,0 0 1 0 0,0 0-1 0 0,0-1 0 0 0,10 13 1 0 0,-10-16-15 0 0,0 1-1 0 0,0 0 1 0 0,1-1 0 0 0,-1 0 0 0 0,1 0 0 0 0,0-1 0 0 0,0 1 0 0 0,1-1 0 0 0,-1 0 0 0 0,1 0 0 0 0,-1-1 0 0 0,1 0 0 0 0,0 0 0 0 0,8 2 0 0 0,-3-2-2 0 0,0-1 0 0 0,0 0 0 0 0,0-1 0 0 0,0 0 0 0 0,0-1 0 0 0,-1 0 0 0 0,17-4 0 0 0,8-4 11 0 0,0-3 1 0 0,-1 0 0 0 0,56-30 0 0 0,-89 41-23 0 0,0 0 1 0 0,-1 1-1 0 0,1-1 0 0 0,0 0 1 0 0,0 1-1 0 0,-1-1 0 0 0,1 1 0 0 0,0-1 1 0 0,0 1-1 0 0,0 0 0 0 0,0-1 0 0 0,0 1 1 0 0,0 0-1 0 0,0 0 0 0 0,0-1 1 0 0,0 1-1 0 0,0 0 0 0 0,0 0 0 0 0,0 0 1 0 0,0 0-1 0 0,0 0 0 0 0,-1 0 0 0 0,1 1 1 0 0,0-1-1 0 0,0 0 0 0 0,0 0 1 0 0,2 1-1 0 0,-3 2 8 0 0,-1 0 0 0 0,1-1 0 0 0,-1 1 0 0 0,1-1 0 0 0,-1 1 0 0 0,0-1 0 0 0,0 1 1 0 0,0-1-1 0 0,0 1 0 0 0,0-1 0 0 0,-3 3 0 0 0,-32 61 204 0 0,-1 2 78 0 0,-51 128 0 0 0,72-152-539 0 0,-16 48 787 0 0,30-84-1214 0 0,0-1 0 0 0,1 1 0 0 0,0-1 1 0 0,0 1-1 0 0,1-1 0 0 0,-1 1 0 0 0,2 0 1 0 0,-1-1-1 0 0,3 13 0 0 0</inkml:trace>
</inkml:ink>
</file>

<file path=ppt/ink/ink3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2:47:24.5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1 101 592 0 0,'4'1'209'0'0,"-1"0"0"0"0,1 0 0 0 0,0 1 0 0 0,-1-1 0 0 0,1 1 1 0 0,-1 0-1 0 0,0 0 0 0 0,0 0 0 0 0,0 1 0 0 0,0-1 0 0 0,0 1 0 0 0,0 0 0 0 0,0 0 0 0 0,-1-1 0 0 0,0 2 0 0 0,1-1 0 0 0,-1 0 0 0 0,0 0 1 0 0,-1 1-1 0 0,1-1 0 0 0,0 1 0 0 0,-1 0 0 0 0,0-1 0 0 0,0 1 0 0 0,1 4 0 0 0,1 11 587 0 0,-1 0 1 0 0,0 0-1 0 0,-3 37 0 0 0,1-28 1009 0 0,1-35-1709 0 0,0 0-1 0 0,1 0 1 0 0,0 0 0 0 0,0 0-1 0 0,1 0 1 0 0,0 0-1 0 0,0 1 1 0 0,0-1-1 0 0,1 1 1 0 0,4-6 0 0 0,45-55 136 0 0,-23 36-437 0 0,49-40 0 0 0,-18 32-1709 0 0,-50 34 808 0 0,0 1 0 0 0,0 0 0 0 0,0 0-1 0 0,14-2 1 0 0,-7 3-1397 0 0</inkml:trace>
</inkml:ink>
</file>

<file path=ppt/ink/ink3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2:47:25.0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209 43 516 0 0,'-14'-34'7835'0'0,"12"32"-7717"0"0,0 1-1 0 0,0 0 0 0 0,-1 0 1 0 0,1 0-1 0 0,0 1 0 0 0,-1-1 1 0 0,1 1-1 0 0,-1-1 0 0 0,1 1 1 0 0,-1 0-1 0 0,1 0 0 0 0,-1 0 1 0 0,1 0-1 0 0,-1 0 0 0 0,1 0 1 0 0,0 1-1 0 0,-1-1 0 0 0,1 1 1 0 0,-1 0-1 0 0,1 0 0 0 0,0 0 1 0 0,-1 0-1 0 0,-2 1 0 0 0,-51 33 672 0 0,46-27-669 0 0,0 0-1 0 0,1 1 0 0 0,0 0 0 0 0,-11 14 1 0 0,18-20-98 0 0,0 0 1 0 0,0 0 0 0 0,0 0-1 0 0,0 0 1 0 0,0 1 0 0 0,0-1 0 0 0,1 1-1 0 0,0-1 1 0 0,0 1 0 0 0,0-1 0 0 0,0 1-1 0 0,0 0 1 0 0,1-1 0 0 0,-1 1 0 0 0,1 0-1 0 0,0 0 1 0 0,0-1 0 0 0,1 1-1 0 0,0 5 1 0 0,0-7-30 0 0,0 0 0 0 0,0 0 1 0 0,1 0-1 0 0,-1-1 0 0 0,0 1 0 0 0,1 0 0 0 0,0-1 0 0 0,-1 1 1 0 0,1-1-1 0 0,0 1 0 0 0,0-1 0 0 0,-1 0 0 0 0,1 0 0 0 0,0 0 1 0 0,0 0-1 0 0,1 0 0 0 0,-1 0 0 0 0,0 0 0 0 0,0-1 0 0 0,0 1 0 0 0,0-1 1 0 0,1 0-1 0 0,-1 1 0 0 0,0-1 0 0 0,0 0 0 0 0,1 0 0 0 0,-1-1 1 0 0,2 1-1 0 0,13-1-105 0 0,0-1-1 0 0,26-7 1 0 0,-28 6 66 0 0,-5 1-185 0 0,0 1 1 0 0,1 1 0 0 0,-1 0-1 0 0,0 0 1 0 0,1 1-1 0 0,-1 0 1 0 0,0 1 0 0 0,1 0-1 0 0,10 3 1 0 0,4 2-2855 0 0,-22-7 421 0 0,7-2 203 0 0</inkml:trace>
</inkml:ink>
</file>

<file path=ppt/ink/ink3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2:47:25.5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83 31 144 0 0,'0'0'66'0'0,"0"0"-1"0"0,0 0 1 0 0,0 0 0 0 0,0 0 0 0 0,0-1-1 0 0,0 1 1 0 0,1 0 0 0 0,-1 0-1 0 0,0 0 1 0 0,0 0 0 0 0,0 0-1 0 0,0 0 1 0 0,1 0 0 0 0,-1 0-1 0 0,0 0 1 0 0,0-1 0 0 0,0 1 0 0 0,0 0-1 0 0,1 0 1 0 0,-1 0 0 0 0,0 0-1 0 0,0 0 1 0 0,0 0 0 0 0,0 0-1 0 0,1 0 1 0 0,-1 0 0 0 0,0 0 0 0 0,0 0-1 0 0,0 1 1 0 0,1-1 0 0 0,-1 0-1 0 0,0 0 1 0 0,0 0 0 0 0,0 0-1 0 0,0 0 1 0 0,0 0 0 0 0,1 0 0 0 0,-1 0-1 0 0,0 0 1 0 0,0 1 0 0 0,0-1-1 0 0,0 0 1 0 0,0 0 0 0 0,1 0-1 0 0,-1 0 1 0 0,0 0 0 0 0,0 1-1 0 0,0-1 1 0 0,0 0 0 0 0,0 0 0 0 0,0 0-1 0 0,0 0 1 0 0,0 1 0 0 0,0-1-1 0 0,0 0 1 0 0,0 0 0 0 0,0 0-1 0 0,0 0 1 0 0,0 1 0 0 0,0-1 0 0 0,-3 19 1306 0 0,-13 19-391 0 0,6-23-461 0 0,-1 0-1 0 0,-1 0 0 0 0,-25 25 1 0 0,36-40-268 0 0,31-38-118 0 0,58-40-154 0 0,-77 70 9 0 0,0 0 0 0 0,1 0 0 0 0,0 1 1 0 0,0 1-1 0 0,1 0 0 0 0,18-6 0 0 0,-28 11 12 0 0,0 0-1 0 0,1 0 1 0 0,-1 0-1 0 0,0 1 0 0 0,1 0 1 0 0,-1-1-1 0 0,1 1 1 0 0,-1 0-1 0 0,0 1 0 0 0,1-1 1 0 0,4 2-1 0 0,-6-2 1 0 0,-1 1 0 0 0,1 0-1 0 0,-1-1 1 0 0,0 1 0 0 0,1 0 0 0 0,-1 0-1 0 0,0 0 1 0 0,0 0 0 0 0,1 0 0 0 0,-1 0-1 0 0,0 0 1 0 0,0 0 0 0 0,0 1 0 0 0,0-1-1 0 0,0 0 1 0 0,-1 1 0 0 0,2 2 0 0 0,0 4 5 0 0,0-1 0 0 0,-1 1 1 0 0,1 0-1 0 0,-2 0 0 0 0,1 0 1 0 0,-1 0-1 0 0,-2 13 0 0 0,1 6 19 0 0,1-26-24 0 0,0-1-1 0 0,0 0 0 0 0,0 1 0 0 0,0-1 0 0 0,0 0 0 0 0,0 1 1 0 0,0-1-1 0 0,0 0 0 0 0,0 0 0 0 0,1 1 0 0 0,-1-1 0 0 0,0 0 0 0 0,0 0 1 0 0,0 1-1 0 0,0-1 0 0 0,1 0 0 0 0,-1 0 0 0 0,0 1 0 0 0,0-1 1 0 0,1 0-1 0 0,-1 0 0 0 0,0 0 0 0 0,0 1 0 0 0,1-1 0 0 0,-1 0 1 0 0,0 0-1 0 0,0 0 0 0 0,1 0 0 0 0,-1 0 0 0 0,0 0 0 0 0,1 1 0 0 0,-1-1 1 0 0,0 0-1 0 0,0 0 0 0 0,1 0 0 0 0,-1 0 0 0 0,0 0 0 0 0,1 0 1 0 0,-1 0-1 0 0,0 0 0 0 0,1-1 0 0 0,-1 1 0 0 0,0 0 0 0 0,0 0 0 0 0,1 0 1 0 0,-1 0-1 0 0,0 0 0 0 0,1 0 0 0 0,-1 0 0 0 0,0-1 0 0 0,0 1 1 0 0,1 0-1 0 0,-1 0 0 0 0,0-1 0 0 0,20-11-10 0 0,-16 10 5 0 0,7-5-4 0 0,1-1 5 0 0,1 0 0 0 0,0 1 1 0 0,0 0-1 0 0,1 1 0 0 0,0 0 0 0 0,0 1 0 0 0,26-5 0 0 0,-38 10 10 0 0,0-1 0 0 0,0 1 0 0 0,0 0 0 0 0,0 0 0 0 0,0 0 0 0 0,0 0 0 0 0,0 0 0 0 0,0 0 0 0 0,0 0 0 0 0,0 1-1 0 0,0-1 1 0 0,0 1 0 0 0,0 0 0 0 0,0-1 0 0 0,0 1 0 0 0,-1 0 0 0 0,1 0 0 0 0,0 0 0 0 0,0 0 0 0 0,-1 1 0 0 0,1-1-1 0 0,-1 0 1 0 0,1 1 0 0 0,-1-1 0 0 0,0 1 0 0 0,1-1 0 0 0,-1 1 0 0 0,0 0 0 0 0,0-1 0 0 0,0 1 0 0 0,0 0-1 0 0,-1 0 1 0 0,1 0 0 0 0,0 0 0 0 0,-1 0 0 0 0,1 0 0 0 0,-1 0 0 0 0,0 0 0 0 0,1 0 0 0 0,-1 0 0 0 0,0 0 0 0 0,0 0-1 0 0,-1 0 1 0 0,1 0 0 0 0,-1 2 0 0 0,0 7-23 0 0,-1 0-1 0 0,-1 0 1 0 0,0 0-1 0 0,0 0 1 0 0,-8 16-1 0 0,-11 8-1550 0 0,10-16-2191 0 0,8-11 1642 0 0</inkml:trace>
</inkml:ink>
</file>

<file path=ppt/ink/ink3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2:47:26.1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 31 488 0 0,'0'0'757'0'0,"13"9"3515"0"0,-11-6-4072 0 0,0 0 1 0 0,0 1-1 0 0,-1-1 0 0 0,0 1 0 0 0,0-1 0 0 0,0 1 0 0 0,0 0 1 0 0,0 0-1 0 0,-1-1 0 0 0,0 1 0 0 0,0 0 0 0 0,0 0 1 0 0,0 6-1 0 0,-1-8-132 0 0,1 0 0 0 0,0 0 1 0 0,0 0-1 0 0,-1 0 0 0 0,1 0 1 0 0,-1 0-1 0 0,0 0 0 0 0,1 0 1 0 0,-1 0-1 0 0,0 0 0 0 0,0 0 1 0 0,0 0-1 0 0,-1 0 1 0 0,1-1-1 0 0,0 1 0 0 0,-1 0 1 0 0,1-1-1 0 0,-1 1 0 0 0,1-1 1 0 0,-1 0-1 0 0,0 1 0 0 0,1-1 1 0 0,-1 0-1 0 0,-2 1 0 0 0,3-2 156 0 0,2-5-215 0 0,0 0 0 0 0,0 0 0 0 0,1 0 1 0 0,0 0-1 0 0,0 0 0 0 0,0 0 1 0 0,1 1-1 0 0,-1-1 0 0 0,1 1 1 0 0,0 0-1 0 0,1-1 0 0 0,-1 1 0 0 0,1 1 1 0 0,0-1-1 0 0,0 0 0 0 0,0 1 1 0 0,0 0-1 0 0,0 0 0 0 0,1 0 1 0 0,6-3-1 0 0,5-3-23 0 0,0 1 0 0 0,1 0 1 0 0,-1 2-1 0 0,35-10 0 0 0,-49 15 13 0 0,0 1-1 0 0,0-1 1 0 0,0 0-1 0 0,1 1 1 0 0,-1 0-1 0 0,0 0 1 0 0,0-1-1 0 0,0 1 1 0 0,0 1-1 0 0,1-1 0 0 0,-1 0 1 0 0,0 0-1 0 0,0 1 1 0 0,0-1-1 0 0,0 1 1 0 0,0 0-1 0 0,0-1 1 0 0,0 1-1 0 0,0 0 1 0 0,0 0-1 0 0,0 1 1 0 0,-1-1-1 0 0,1 0 1 0 0,0 0-1 0 0,1 3 1 0 0,1 1 4 0 0,-1 1 1 0 0,0 0 0 0 0,0 0 0 0 0,-1 0 0 0 0,0 0 0 0 0,0 0 0 0 0,1 9 0 0 0,1-2 12 0 0,-3-12-12 0 0,-1 0-1 0 0,1 0 0 0 0,0-1 0 0 0,-1 1 1 0 0,1-1-1 0 0,0 1 0 0 0,0-1 0 0 0,-1 1 1 0 0,1-1-1 0 0,0 1 0 0 0,0-1 1 0 0,0 1-1 0 0,0-1 0 0 0,0 0 0 0 0,-1 0 1 0 0,1 1-1 0 0,0-1 0 0 0,0 0 0 0 0,0 0 1 0 0,0 0-1 0 0,0 0 0 0 0,0 0 0 0 0,0 0 1 0 0,0 0-1 0 0,0-1 0 0 0,0 1 1 0 0,-1 0-1 0 0,1 0 0 0 0,0-1 0 0 0,0 1 1 0 0,0 0-1 0 0,0-1 0 0 0,0 0 0 0 0,43-16 16 0 0,-32 11-5 0 0,6-1-12 0 0,1 0-2 0 0,-1 0 0 0 0,1 1 0 0 0,31-5 0 0 0,-49 11-7 0 0,0 0 0 0 0,1-1 0 0 0,-1 1 1 0 0,0 0-1 0 0,0 0 0 0 0,0 0 0 0 0,0 0 1 0 0,0 0-1 0 0,1 0 0 0 0,-1 0 0 0 0,0 0 1 0 0,0 0-1 0 0,0 1 0 0 0,0-1 0 0 0,0 0 0 0 0,1 1 1 0 0,-1-1-1 0 0,0 1 0 0 0,0-1 0 0 0,0 1 1 0 0,0 0-1 0 0,0-1 0 0 0,0 1 0 0 0,-1 0 1 0 0,1 0-1 0 0,0 0 0 0 0,0-1 0 0 0,0 1 1 0 0,-1 0-1 0 0,1 0 0 0 0,-1 0 0 0 0,1 0 1 0 0,0 0-1 0 0,-1 0 0 0 0,0 0 0 0 0,1 1 1 0 0,-1-1-1 0 0,0 0 0 0 0,1 0 0 0 0,-1 0 1 0 0,0 0-1 0 0,0 0 0 0 0,0 1 0 0 0,0-1 0 0 0,0 0 1 0 0,0 0-1 0 0,0 0 0 0 0,-1 0 0 0 0,1 1 1 0 0,0-1-1 0 0,-1 2 0 0 0,-2 7-120 0 0,0-1-1 0 0,-1 1 1 0 0,0 0 0 0 0,-7 11-1 0 0,8-15 36 0 0,-11 27-5323 0 0,14-24 3143 0 0</inkml:trace>
</inkml:ink>
</file>

<file path=ppt/ink/ink3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2:47:26.7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147 32 104 0 0,'-20'-30'7373'0'0,"15"29"-7129"0"0,0 1 0 0 0,0 0 1 0 0,-1-1-1 0 0,1 2 1 0 0,0-1-1 0 0,0 1 0 0 0,0-1 1 0 0,0 1-1 0 0,0 1 0 0 0,0-1 1 0 0,0 1-1 0 0,0 0 1 0 0,-9 5-1 0 0,11-6-161 0 0,0 0 0 0 0,0 1 1 0 0,1 0-1 0 0,-1 0 0 0 0,0 0 0 0 0,0 0 0 0 0,1 0 0 0 0,0 0 1 0 0,-1 1-1 0 0,1-1 0 0 0,0 1 0 0 0,0 0 0 0 0,0 0 1 0 0,0-1-1 0 0,1 1 0 0 0,-1 0 0 0 0,1 0 0 0 0,0 1 0 0 0,0-1 1 0 0,0 0-1 0 0,0 0 0 0 0,0 5 0 0 0,1-7-79 0 0,0 0 0 0 0,1 0 0 0 0,-1 0 0 0 0,0 0 0 0 0,1 0 0 0 0,-1-1 0 0 0,1 1 0 0 0,-1 0 0 0 0,1 0 1 0 0,-1 0-1 0 0,1-1 0 0 0,-1 1 0 0 0,1 0 0 0 0,0-1 0 0 0,-1 1 0 0 0,1 0 0 0 0,0-1 0 0 0,0 1 0 0 0,0-1 0 0 0,-1 1 0 0 0,1-1 0 0 0,0 0 0 0 0,0 1 0 0 0,0-1 0 0 0,0 0 0 0 0,0 0 0 0 0,0 1 0 0 0,0-1 0 0 0,-1 0 0 0 0,1 0 0 0 0,0 0 0 0 0,0 0 0 0 0,1 0 0 0 0,38-2-324 0 0,-34 2 264 0 0,-2-1 13 0 0,-1 0 0 0 0,1 1 0 0 0,0 0 0 0 0,0 0 0 0 0,0 0 0 0 0,0 0 0 0 0,0 1 0 0 0,0-1-1 0 0,0 1 1 0 0,0 0 0 0 0,4 2 0 0 0,-6-2 31 0 0,0 1-1 0 0,-1-1 0 0 0,1 1 1 0 0,-1 0-1 0 0,1 0 0 0 0,-1 0 1 0 0,1 0-1 0 0,-1 0 0 0 0,0 0 1 0 0,0 0-1 0 0,0 1 1 0 0,0-1-1 0 0,-1 0 0 0 0,1 0 1 0 0,0 1-1 0 0,-1-1 0 0 0,0 1 1 0 0,1-1-1 0 0,-1 4 0 0 0,1 13-36 0 0,3 21-55 0 0,-3-38 99 0 0,-1-1 0 0 0,0 1-1 0 0,1-1 1 0 0,-1 1-1 0 0,1-1 1 0 0,0 1-1 0 0,-1-1 1 0 0,1 1 0 0 0,0-1-1 0 0,0 1 1 0 0,0-1-1 0 0,0 0 1 0 0,0 0 0 0 0,0 1-1 0 0,1-1 1 0 0,-1 0-1 0 0,0 0 1 0 0,0 0-1 0 0,2 0 1 0 0,4-1-3 0 0,0-1 0 0 0,0 0 0 0 0,0 0 1 0 0,0 0-1 0 0,0-1 0 0 0,7-3 0 0 0,-13 5 9 0 0,28-14-13 0 0,0 0 1 0 0,-1-2-1 0 0,36-27 1 0 0,-34 22 3 0 0,0 2 1 0 0,37-18-1 0 0,-66 36 10 0 0,0 1 0 0 0,0-1 0 0 0,0 0 0 0 0,0 1 0 0 0,0-1 0 0 0,0 0-1 0 0,0 1 1 0 0,1-1 0 0 0,-1 1 0 0 0,0 0 0 0 0,0-1 0 0 0,0 1 0 0 0,0 0-1 0 0,1 0 1 0 0,-1 0 0 0 0,0 0 0 0 0,0 0 0 0 0,0 0 0 0 0,1 0 0 0 0,-1 0-1 0 0,0 0 1 0 0,0 1 0 0 0,0-1 0 0 0,0 0 0 0 0,1 1 0 0 0,-1-1 0 0 0,0 1 0 0 0,0-1-1 0 0,0 1 1 0 0,0 0 0 0 0,0-1 0 0 0,0 1 0 0 0,0 0 0 0 0,0 0 0 0 0,-1 0-1 0 0,1 0 1 0 0,0 0 0 0 0,1 1 0 0 0,-1 2 15 0 0,-1-1-1 0 0,1 0 1 0 0,0 1 0 0 0,-1-1-1 0 0,0 1 1 0 0,0-1 0 0 0,0 1-1 0 0,0-1 1 0 0,-1 0 0 0 0,1 1-1 0 0,-3 5 1 0 0,1-3 41 0 0,1-1 0 0 0,0 1 1 0 0,-1 0-1 0 0,2-1 0 0 0,-1 1 0 0 0,1 0 0 0 0,0 0 1 0 0,0-1-1 0 0,0 1 0 0 0,3 9 0 0 0,-2-13-97 0 0,0 0 0 0 0,0 0 0 0 0,0 0 1 0 0,1 0-1 0 0,-1 0 0 0 0,1-1 0 0 0,-1 1 0 0 0,1 0 0 0 0,0-1 0 0 0,0 0 0 0 0,-1 1 0 0 0,1-1 0 0 0,0 0 0 0 0,0 0 0 0 0,0 0 0 0 0,1 0 0 0 0,-1 0 0 0 0,0 0 0 0 0,0-1 0 0 0,0 1 0 0 0,1-1 1 0 0,-1 0-1 0 0,0 1 0 0 0,0-1 0 0 0,1 0 0 0 0,-1 0 0 0 0,0-1 0 0 0,0 1 0 0 0,4-1 0 0 0,50-5-5456 0 0,-17-5 2303 0 0</inkml:trace>
</inkml:ink>
</file>

<file path=ppt/ink/ink3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2:47:28.5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336 76 544 0 0,'10'-64'6013'0'0,"-10"64"-5969"0"0,0-1-1 0 0,0 1 1 0 0,0-1-1 0 0,0 1 1 0 0,0 0-1 0 0,0-1 1 0 0,0 1-1 0 0,0-1 1 0 0,0 1-1 0 0,0 0 1 0 0,0-1-1 0 0,-1 1 1 0 0,1-1-1 0 0,0 1 1 0 0,0 0-1 0 0,0-1 1 0 0,0 1-1 0 0,-1 0 1 0 0,1-1-1 0 0,0 1 1 0 0,0 0-1 0 0,-1 0 1 0 0,1-1-1 0 0,0 1 1 0 0,0 0-1 0 0,-1-1 1 0 0,1 1-1 0 0,0 0 1 0 0,-1 0-1 0 0,1 0 1 0 0,0-1-1 0 0,-1 1 1 0 0,1 0-1 0 0,-1 0 1 0 0,1 0-1 0 0,0 0 1 0 0,-1 0-1 0 0,1 0 1 0 0,0 0-1 0 0,-1 0 1 0 0,1 0-1 0 0,-1 0 1 0 0,1 0-1 0 0,0 0 0 0 0,-1 0 1 0 0,1 0-1 0 0,-1 0 1 0 0,1 0-1 0 0,0 0 1 0 0,-1 0-1 0 0,1 1 1 0 0,0-1-1 0 0,-1 0 1 0 0,1 0-1 0 0,0 0 1 0 0,-1 1-1 0 0,1-1 1 0 0,0 0-1 0 0,-1 1 1 0 0,-17 12 285 0 0,-5 10-133 0 0,1 1 0 0 0,0 1 0 0 0,2 0 0 0 0,2 2 0 0 0,0 0 0 0 0,-18 38 0 0 0,-2 16 210 0 0,-28 88 0 0 0,55-135-294 0 0,1 0-1 0 0,1 1 0 0 0,2 0 0 0 0,2 0 1 0 0,-2 55-1 0 0,7-67-58 0 0,1-1 0 0 0,1 0 0 0 0,0 0 0 0 0,2 0 0 0 0,1 0 0 0 0,0 0 0 0 0,2-1 0 0 0,0 0 0 0 0,1 0 0 0 0,12 20 0 0 0,-6-18-56 0 0,0 0 0 0 0,1 0-1 0 0,2-2 1 0 0,0 0 0 0 0,1 0-1 0 0,1-2 1 0 0,1-1 0 0 0,1 0-1 0 0,0-1 1 0 0,1-1 0 0 0,1-2-1 0 0,1 0 1 0 0,0-1 0 0 0,50 18-1 0 0,-32-16-895 0 0,84 18-1 0 0,-90-26-1887 0 0,45 1 0 0 0,-29-6-309 0 0</inkml:trace>
</inkml:ink>
</file>

<file path=ppt/ink/ink3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2:47:29.1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698 91 128 0 0,'-12'-41'5841'0'0,"9"37"-5699"0"0,-1-1 0 0 0,0 2 0 0 0,0-1 0 0 0,0 0 0 0 0,0 1 0 0 0,0 0 0 0 0,-1-1-1 0 0,0 2 1 0 0,1-1 0 0 0,-1 1 0 0 0,0-1 0 0 0,0 1 0 0 0,0 1 0 0 0,-1-1 0 0 0,1 1 0 0 0,0 0 0 0 0,-1 0-1 0 0,1 0 1 0 0,0 1 0 0 0,-1 0 0 0 0,-5 0 0 0 0,-17 1 93 0 0,0 0 0 0 0,-46 9 0 0 0,42-4-45 0 0,0 2 0 0 0,1 1 0 0 0,0 1-1 0 0,1 2 1 0 0,0 1 0 0 0,1 1 0 0 0,0 1 0 0 0,2 2-1 0 0,-1 1 1 0 0,2 1 0 0 0,-37 35 0 0 0,58-49-154 0 0,-1 1 0 0 0,1 0 1 0 0,0 0-1 0 0,1 0 0 0 0,-1 1 1 0 0,1-1-1 0 0,0 1 0 0 0,1 0 1 0 0,0 1-1 0 0,0-1 0 0 0,0 0 1 0 0,1 1-1 0 0,0 0 0 0 0,1-1 1 0 0,0 1-1 0 0,0 0 0 0 0,0 0 1 0 0,1 0-1 0 0,0 0 1 0 0,1-1-1 0 0,0 1 0 0 0,0 0 1 0 0,1 0-1 0 0,-1-1 0 0 0,2 1 1 0 0,-1-1-1 0 0,1 1 0 0 0,0-1 1 0 0,1 0-1 0 0,0 0 0 0 0,0 0 1 0 0,0-1-1 0 0,1 1 0 0 0,0-1 1 0 0,0 0-1 0 0,0-1 0 0 0,10 8 1 0 0,4 2-14 0 0,1-2 0 0 0,1-1 0 0 0,-1 0 0 0 0,2-2 0 0 0,0 0 0 0 0,40 12 0 0 0,-12-9-807 0 0,1-1-1 0 0,53 4 0 0 0,-76-14-1271 0 0,-1-1-1 0 0,30-4 0 0 0,-24 0-811 0 0</inkml:trace>
</inkml:ink>
</file>

<file path=ppt/ink/ink3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2:47:29.6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97 21 100 0 0,'-10'-20'4081'0'0,"6"19"-1092"0"0,3 34 256 0 0,0 4-3090 0 0,-12 73 761 0 0,-44 261 917 0 0,47-309-3553 0 0,10-61 954 0 0</inkml:trace>
</inkml:ink>
</file>

<file path=ppt/ink/ink3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2:47:29.9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0 125 324 0 0,'15'-11'675'0'0,"0"0"-1"0"0,0 0 1 0 0,1 2 0 0 0,1 0-1 0 0,0 1 1 0 0,0 0-1 0 0,0 1 1 0 0,34-8 0 0 0,5 3 319 0 0,86-7 1 0 0,-111 16-446 0 0,54 1 0 0 0,-77 3-720 0 0,1-1 0 0 0,-1 1 1 0 0,0 1-1 0 0,0-1 0 0 0,1 1 0 0 0,-1 1 0 0 0,0 0 1 0 0,-1 0-1 0 0,1 0 0 0 0,0 1 0 0 0,10 7 0 0 0,-7 4-3506 0 0,-9-10 1561 0 0</inkml:trace>
</inkml:ink>
</file>

<file path=ppt/ink/ink3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2:47:30.2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89 104 0 0,'0'0'2572'0'0,"19"0"-1060"0"0,10-9-868 0 0,-12 4-64 0 0,10-2-51 0 0,1 2-61 0 0,3 0-60 0 0,10-2-116 0 0,-3 0-212 0 0,4 0-192 0 0,2-1-232 0 0,0 1-256 0 0,1 2-425 0 0,-1-4-1107 0 0,2 2 492 0 0</inkml:trace>
</inkml:ink>
</file>

<file path=ppt/ink/ink3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2:47:30.7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281 32 548 0 0,'-2'-9'2532'0'0,"2"8"-2363"0"0,0-1 1 0 0,-1 1-1 0 0,1 0 0 0 0,0 0 0 0 0,0 0 1 0 0,-1 0-1 0 0,1 0 0 0 0,-1 0 0 0 0,1 0 1 0 0,-1 0-1 0 0,1 0 0 0 0,-1 0 0 0 0,1 1 1 0 0,-1-1-1 0 0,0 0 0 0 0,0 0 0 0 0,1 0 1 0 0,-1 1-1 0 0,0-1 0 0 0,0 0 0 0 0,0 1 1 0 0,0-1-1 0 0,-1 0 0 0 0,0 1 171 0 0,-19 2 551 0 0,6 4-732 0 0,0 0-1 0 0,1 1 0 0 0,0 0 1 0 0,1 1-1 0 0,-1 1 1 0 0,2 0-1 0 0,-1 1 0 0 0,1 0 1 0 0,1 1-1 0 0,0 0 0 0 0,0 1 1 0 0,1 0-1 0 0,1 1 0 0 0,0 0 1 0 0,-10 20-1 0 0,12-20-98 0 0,1-1 0 0 0,1 1 0 0 0,1 0 1 0 0,0 1-1 0 0,0-1 0 0 0,1 1 0 0 0,1 0 0 0 0,0 0 0 0 0,1-1 0 0 0,1 1 0 0 0,0 0 0 0 0,0 0 1 0 0,2 0-1 0 0,0 0 0 0 0,0 0 0 0 0,1-1 0 0 0,9 25 0 0 0,-8-29-27 0 0,1 1 1 0 0,0 0-1 0 0,1-1 0 0 0,-1 0 0 0 0,2 0 0 0 0,-1 0 1 0 0,1-1-1 0 0,1 0 0 0 0,8 7 0 0 0,-14-12-26 0 0,1-1-1 0 0,0 0 1 0 0,0 0 0 0 0,0 0-1 0 0,0 0 1 0 0,0-1-1 0 0,0 1 1 0 0,1-1 0 0 0,-1 1-1 0 0,0-1 1 0 0,1-1-1 0 0,-1 1 1 0 0,1 0 0 0 0,-1-1-1 0 0,1 1 1 0 0,-1-1-1 0 0,1 0 1 0 0,-1 0 0 0 0,1-1-1 0 0,0 1 1 0 0,-1-1-1 0 0,1 1 1 0 0,-1-1 0 0 0,0 0-1 0 0,1-1 1 0 0,-1 1-1 0 0,0-1 1 0 0,0 1 0 0 0,1-1-1 0 0,4-4 1 0 0,36-38 3 0 0,-40 38-8 0 0,1-1 1 0 0,1 1-1 0 0,-1 1 0 0 0,1-1 0 0 0,0 1 0 0 0,0 0 1 0 0,1 0-1 0 0,0 1 0 0 0,-1 0 0 0 0,1 0 0 0 0,8-3 0 0 0,-9 5-4 0 0,4-1-4 0 0,1-1 0 0 0,0 2 0 0 0,-1-1 0 0 0,1 2 0 0 0,1-1 0 0 0,11 1 0 0 0,-20 1 6 0 0,0 1 1 0 0,0-1-1 0 0,-1 1 0 0 0,1 0 0 0 0,0 0 0 0 0,0 0 0 0 0,-1 0 0 0 0,1 0 0 0 0,0 0 0 0 0,-1 1 0 0 0,1-1 1 0 0,-1 1-1 0 0,0 0 0 0 0,1-1 0 0 0,-1 1 0 0 0,0 0 0 0 0,0 1 0 0 0,0-1 0 0 0,-1 0 0 0 0,1 0 0 0 0,0 1 0 0 0,-1-1 1 0 0,0 1-1 0 0,1 0 0 0 0,-1-1 0 0 0,0 1 0 0 0,0 0 0 0 0,1 5 0 0 0,0 1 9 0 0,0 0 0 0 0,0 0 0 0 0,0 0 0 0 0,-1 0 0 0 0,-1 0 1 0 0,1 0-1 0 0,-2 1 0 0 0,1-1 0 0 0,-3 13 0 0 0,2-19-27 0 0,1 0-1 0 0,0 1 1 0 0,0-1 0 0 0,0 0 0 0 0,0 0-1 0 0,0 0 1 0 0,1 0 0 0 0,-1 1-1 0 0,1-1 1 0 0,0 0 0 0 0,2 5 0 0 0,-2-7-397 0 0,-1 1 1 0 0,1-1 0 0 0,0 0 0 0 0,-1 0 0 0 0,1 1-1 0 0,0-1 1 0 0,0 0 0 0 0,0 0 0 0 0,0 0-1 0 0,0 0 1 0 0,0 0 0 0 0,0 0 0 0 0,0-1-1 0 0,0 1 1 0 0,0 0 0 0 0,0 0 0 0 0,2 0-1 0 0</inkml:trace>
</inkml:ink>
</file>

<file path=ppt/ink/ink3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2:47:31.1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426 56 8353 0 0,'-1'-6'-36'0'0,"-3"-28"531"0"0,4 33-485 0 0,0 0 0 0 0,0 1 0 0 0,0-1 0 0 0,0 1-1 0 0,0-1 1 0 0,0 1 0 0 0,0-1 0 0 0,0 0 0 0 0,0 1-1 0 0,0-1 1 0 0,1 1 0 0 0,-1-1 0 0 0,0 1 0 0 0,0-1-1 0 0,1 1 1 0 0,-1-1 0 0 0,0 1 0 0 0,1 0 0 0 0,-1-1-1 0 0,0 1 1 0 0,1-1 0 0 0,-1 1 0 0 0,1 0 0 0 0,-1-1-1 0 0,1 1 1 0 0,-1 0 0 0 0,1-1 0 0 0,-1 1 0 0 0,1 0-1 0 0,-1 0 1 0 0,1-1 0 0 0,-1 1 0 0 0,1 0 0 0 0,-1 0-1 0 0,1 0 1 0 0,-1 0 0 0 0,1 0 0 0 0,0 0 0 0 0,-1 0-1 0 0,1 0 1 0 0,-1 0 0 0 0,1 0 0 0 0,-1 0 0 0 0,1 0 0 0 0,-1 0-1 0 0,1 1 1 0 0,-1-1 0 0 0,1 0 0 0 0,-1 0 0 0 0,1 1-1 0 0,-1-1 1 0 0,1 0 0 0 0,-1 1 0 0 0,1-1 0 0 0,12 6 96 0 0,-1 0 0 0 0,-1 1 0 0 0,1 1 0 0 0,-1-1 1 0 0,0 2-1 0 0,-1 0 0 0 0,0 0 0 0 0,0 0 1 0 0,-1 1-1 0 0,0 1 0 0 0,-1 0 0 0 0,8 14 1 0 0,-6-7 16 0 0,0 1 1 0 0,-2 1 0 0 0,-1-1 0 0 0,0 1-1 0 0,-1 0 1 0 0,-2 1 0 0 0,4 26-1 0 0,-4 5 96 0 0,-2 0 0 0 0,-3 1 0 0 0,-2-1 0 0 0,-2 0-1 0 0,-20 84 1 0 0,13-83-52 0 0,-2-2-1 0 0,-3 1 0 0 0,-2-2 1 0 0,-2-1-1 0 0,-47 80 1 0 0,44-92 64 0 0,-1-2 1 0 0,-1 0-1 0 0,-2-2 1 0 0,-1-1-1 0 0,-2-2 1 0 0,-1-1-1 0 0,-54 38 0 0 0,-83 35 2075 0 0,168-101-2509 0 0,-13-8-5184 0 0</inkml:trace>
</inkml:ink>
</file>

<file path=ppt/ink/ink3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2:48:16.6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0 139 252 0 0,'0'0'6353'0'0,"4"-12"-6152"0"0,9 9-119 0 0,0 0 1 0 0,0 1-1 0 0,23-1 1 0 0,-3 0 38 0 0,1705-103 3125 0 0,-1281 105-1097 0 0,-414-4-1508 0 0,-41 4-578 0 0,-7 2-1284 0 0,-24 5 341 0 0,-58 10-5792 0 0,62-13 4093 0 0</inkml:trace>
</inkml:ink>
</file>

<file path=ppt/ink/ink3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2:48:17.1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 90 268 0 0,'-6'-2'2925'0'0,"9"-1"-1166"0"0,27-4-509 0 0,43-2-780 0 0,884-51 2666 0 0,3 52-1907 0 0,-714 9-886 0 0,193 7 561 0 0,-426-7-428 0 0,0-2 975 0 0,-20-7-1084 0 0,5 6-432 0 0,-18 4-2124 0 0,-4 0-97 0 0,8-3-2984 0 0,5 0 2590 0 0</inkml:trace>
</inkml:ink>
</file>

<file path=ppt/ink/ink3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2:48:17.4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 3 56 0 0,'0'0'704'0'0,"-11"-2"2644"0"0,3 5-5804 0 0</inkml:trace>
</inkml:ink>
</file>

<file path=ppt/ink/ink3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2:48:46.3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15 928 108 0 0,'-1'0'318'0'0,"0"0"1"0"0,1 0-1 0 0,-1 0 0 0 0,0 0 0 0 0,0 0 1 0 0,1 0-1 0 0,-1-1 0 0 0,0 1 0 0 0,1 0 1 0 0,-1 0-1 0 0,0-1 0 0 0,1 1 0 0 0,-1-1 1 0 0,0 1-1 0 0,1 0 0 0 0,-1-1 0 0 0,1 1 1 0 0,-1-1-1 0 0,0-1 0 0 0,13-10-37 0 0,1 1-1 0 0,1 0 1 0 0,0 1-1 0 0,0 1 1 0 0,1 0 0 0 0,22-10-1 0 0,2-2-12 0 0,13-9-28 0 0,-1-3 0 0 0,-2-2 0 0 0,-1-1 0 0 0,-2-3 1 0 0,44-48-1 0 0,-72 66-171 0 0,-1 0 0 0 0,-1-1 0 0 0,0-1 0 0 0,-2 0 0 0 0,20-45 0 0 0,-28 51-39 0 0,1-1 1 0 0,-2 0-1 0 0,-1 0 1 0 0,0 0-1 0 0,-1-1 1 0 0,-1 1-1 0 0,-1-1 1 0 0,0 1-1 0 0,-4-27 1 0 0,2 33-20 0 0,-1 0 0 0 0,0 0 0 0 0,-1 0-1 0 0,0 0 1 0 0,-1 0 0 0 0,0 0 0 0 0,-1 1 0 0 0,0 0 0 0 0,-9-15-1 0 0,11 23-8 0 0,1 0 0 0 0,-1 0 0 0 0,1 0 0 0 0,-1 0-1 0 0,0 0 1 0 0,0 1 0 0 0,0-1 0 0 0,0 1 0 0 0,-1 0 0 0 0,1 0-1 0 0,-1 0 1 0 0,1 0 0 0 0,-1 1 0 0 0,0-1 0 0 0,0 1-1 0 0,1 0 1 0 0,-1 0 0 0 0,0 1 0 0 0,0-1 0 0 0,0 1-1 0 0,0-1 1 0 0,0 1 0 0 0,0 1 0 0 0,0-1 0 0 0,0 0-1 0 0,0 1 1 0 0,0 0 0 0 0,0 0 0 0 0,1 0 0 0 0,-1 0-1 0 0,0 1 1 0 0,-5 2 0 0 0,-3 3 1 0 0,0 0 0 0 0,0 1-1 0 0,0 0 1 0 0,1 1 0 0 0,0 0 0 0 0,1 0 0 0 0,0 1-1 0 0,1 1 1 0 0,0 0 0 0 0,0 0 0 0 0,1 0-1 0 0,0 1 1 0 0,2 1 0 0 0,-11 23 0 0 0,-1 7 13 0 0,3 1 1 0 0,1 1-1 0 0,-8 51 1 0 0,8-13 8 0 0,3 0 1 0 0,4 1-1 0 0,4 90 0 0 0,30 250 90 0 0,-25-398-104 0 0,3 15 47 0 0,-3-1 1 0 0,-2 1-1 0 0,-7 72 1 0 0,5-101-166 0 0,0 0 1 0 0,-1-1 0 0 0,0 0-1 0 0,0 1 1 0 0,-1-1-1 0 0,-1-1 1 0 0,0 1 0 0 0,0-1-1 0 0,-1 1 1 0 0,0-1 0 0 0,-1-1-1 0 0,0 0 1 0 0,-1 0-1 0 0,0 0 1 0 0,0-1 0 0 0,-1 0-1 0 0,-18 13 1 0 0,-5-11-5105 0 0</inkml:trace>
</inkml:ink>
</file>

<file path=ppt/ink/ink3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2:48:46.6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1 139 676 0 0,'1'-5'262'0'0,"0"0"-1"0"0,1 0 1 0 0,-1 0-1 0 0,1 1 1 0 0,1-1-1 0 0,-1 0 1 0 0,1 1-1 0 0,-1-1 1 0 0,1 1-1 0 0,1 0 1 0 0,-1 0-1 0 0,0 0 1 0 0,7-5-1 0 0,-2 3-2 0 0,0 0 0 0 0,1 0-1 0 0,0 0 1 0 0,0 1 0 0 0,0 1-1 0 0,15-6 1 0 0,-3 3-111 0 0,1 2 1 0 0,1-1-1 0 0,-1 2 0 0 0,1 1 0 0 0,35 0 0 0 0,61 7-4200 0 0,-93-7 2371 0 0</inkml:trace>
</inkml:ink>
</file>

<file path=ppt/ink/ink3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2:48:47.0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46 700 0 0,'10'1'269'0'0,"0"1"0"0"0,-1 0 0 0 0,1 1 0 0 0,-1 0 1 0 0,0 1-1 0 0,0 0 0 0 0,0 0 0 0 0,-1 0 0 0 0,1 1 0 0 0,-1 1 0 0 0,0 0 0 0 0,0 0 0 0 0,-1 0 0 0 0,0 1 1 0 0,0 0-1 0 0,-1 0 0 0 0,1 1 0 0 0,-2 0 0 0 0,1 0 0 0 0,-1 0 0 0 0,0 1 0 0 0,-1-1 0 0 0,0 1 1 0 0,0 0-1 0 0,2 11 0 0 0,-4-9 1302 0 0,-6-16-425 0 0,-4-24-370 0 0,8 17-691 0 0,1 0-1 0 0,1 0 1 0 0,0-1-1 0 0,0 2 0 0 0,1-1 1 0 0,1 0-1 0 0,8-19 0 0 0,-10 25-323 0 0,2 1 0 0 0,-1-1 0 0 0,1 1 0 0 0,-1-1-1 0 0,1 1 1 0 0,1 0 0 0 0,5-5 0 0 0,-7 8-219 0 0,0-1 0 0 0,0 1 0 0 0,0 0 0 0 0,1 0 0 0 0,-1 0 0 0 0,1 0 0 0 0,-1 0 0 0 0,1 1 0 0 0,0 0 0 0 0,0 0 0 0 0,0 0 0 0 0,6-1 0 0 0,0 2-1792 0 0</inkml:trace>
</inkml:ink>
</file>

<file path=ppt/ink/ink3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2:48:47.3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0 128 556 0 0,'24'-9'964'0'0,"-1"-1"0"0"0,0-1 0 0 0,0 0 0 0 0,-1-2 0 0 0,-1-1 1 0 0,34-27-1 0 0,-35 23 842 0 0,-30 23-1754 0 0,1 1 0 0 0,1 0 0 0 0,-1 1 0 0 0,1 0 0 0 0,0 0 0 0 0,1 0 0 0 0,0 1 0 0 0,0 1 1 0 0,-7 10-1 0 0,13-17-43 0 0,-1 1 1 0 0,1 0-1 0 0,-1 0 1 0 0,1 0-1 0 0,0 0 1 0 0,0 0-1 0 0,1 0 1 0 0,-1 0-1 0 0,0 0 1 0 0,1 0-1 0 0,0 0 1 0 0,0 0-1 0 0,0 0 1 0 0,0 0 0 0 0,0 0-1 0 0,0 1 1 0 0,1-1-1 0 0,0 0 1 0 0,0 0-1 0 0,0 0 1 0 0,0 0-1 0 0,0-1 1 0 0,0 1-1 0 0,1 0 1 0 0,-1 0-1 0 0,1-1 1 0 0,0 1-1 0 0,0-1 1 0 0,0 1-1 0 0,0-1 1 0 0,0 0-1 0 0,0 0 1 0 0,1 0-1 0 0,-1 0 1 0 0,1 0 0 0 0,-1 0-1 0 0,6 2 1 0 0,6 4 3 0 0,1-1 0 0 0,0 0 0 0 0,1-1 0 0 0,-1-1 0 0 0,1 0 1 0 0,0-1-1 0 0,0 0 0 0 0,1-2 0 0 0,-1 0 0 0 0,1-1 0 0 0,-1 0 0 0 0,33-4 1 0 0,-32 2-13 0 0,1-2 0 0 0,-1 0 0 0 0,0-1 0 0 0,0 0 0 0 0,-1-2 0 0 0,1 0 0 0 0,-1-1 0 0 0,-1 0 0 0 0,1-1 0 0 0,-1-1 0 0 0,0 0 0 0 0,16-15 0 0 0,-25 18 21 0 0,0 0-1 0 0,0-1 0 0 0,-1 0 1 0 0,0 0-1 0 0,0 0 0 0 0,-1 0 1 0 0,7-16-1 0 0,-13 24 200 0 0,1-1-218 0 0,0 1 0 0 0,0-1 0 0 0,0 0 1 0 0,1 1-1 0 0,-1-1 0 0 0,0 0 0 0 0,1 1 0 0 0,-1-1 0 0 0,0 1 0 0 0,1-1 0 0 0,-1 1 0 0 0,0 0 1 0 0,1-1-1 0 0,-1 1 0 0 0,1 0 0 0 0,-1-1 0 0 0,1 1 0 0 0,0 0 0 0 0,-1-1 0 0 0,1 1 1 0 0,0 0-1 0 0,-1 0 0 0 0,1-1 0 0 0,0 1 0 0 0,0 0 0 0 0,0 0 0 0 0,-1 0 0 0 0,1 0 1 0 0,0-1-1 0 0,0 1 0 0 0,0 0 0 0 0,0 0 0 0 0,1 0 0 0 0,-1 0 0 0 0,0-1 0 0 0,0 1 1 0 0,0 0-1 0 0,1 0 0 0 0,-1-1 0 0 0,0 1 0 0 0,1 0 0 0 0,0 1 0 0 0,2 4-91 0 0,1-1-1 0 0,-1 0 1 0 0,1 0-1 0 0,0 0 1 0 0,0 0-1 0 0,0 0 1 0 0,1-1 0 0 0,0 0-1 0 0,0 0 1 0 0,10 6-1 0 0,1-1-1664 0 0,0-1 0 0 0,27 9 0 0 0,-13-6-763 0 0</inkml:trace>
</inkml:ink>
</file>

<file path=ppt/ink/ink3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2:48:48.3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208 29 380 0 0,'8'-16'3891'0'0,"-6"10"-241"0"0,-16 10-3449 0 0,10-3-72 0 0,-17-7 109 0 0,18 5-221 0 0,1 0 1 0 0,0 1-1 0 0,-1-1 1 0 0,1 0-1 0 0,-1 1 0 0 0,1-1 1 0 0,-1 1-1 0 0,1 0 1 0 0,-1 0-1 0 0,1 0 1 0 0,-1 0-1 0 0,-4 1 0 0 0,0 1 16 0 0,0 1-1 0 0,0 1 0 0 0,1-1 0 0 0,0 1 0 0 0,0 1 0 0 0,0-1 0 0 0,0 1 0 0 0,1 0 0 0 0,-1 0 0 0 0,1 0 0 0 0,0 1 0 0 0,1-1 0 0 0,0 1 0 0 0,-6 10 0 0 0,5-8 37 0 0,-1 0-16 0 0,0 1 1 0 0,1-1-1 0 0,0 1 0 0 0,1 0 1 0 0,0 0-1 0 0,1 0 1 0 0,-1 1-1 0 0,2-1 1 0 0,-1 1-1 0 0,2 0 0 0 0,-2 14 1 0 0,3-20-42 0 0,0 1 0 0 0,0-1 0 0 0,1 1 1 0 0,0 0-1 0 0,0-1 0 0 0,0 1 0 0 0,0-1 1 0 0,1 0-1 0 0,-1 1 0 0 0,1-1 0 0 0,0 0 1 0 0,1 0-1 0 0,-1 0 0 0 0,1 0 0 0 0,0-1 1 0 0,0 1-1 0 0,0-1 0 0 0,0 1 0 0 0,0-1 1 0 0,1 0-1 0 0,-1 0 0 0 0,1-1 0 0 0,0 1 1 0 0,0-1-1 0 0,0 0 0 0 0,7 3 0 0 0,4 0 5 0 0,0 0 1 0 0,0 0-1 0 0,1-2 0 0 0,-1 0 0 0 0,1-1 0 0 0,0 0 0 0 0,-1-1 0 0 0,1-1 1 0 0,0-1-1 0 0,0 0 0 0 0,16-4 0 0 0,-25 4 1 0 0,0-1 0 0 0,0 0-1 0 0,0 0 1 0 0,-1-1 0 0 0,1 1 0 0 0,-1-2 0 0 0,0 1 0 0 0,1-1 0 0 0,-1 1-1 0 0,-1-2 1 0 0,10-7 0 0 0,-11 8 10 0 0,-1 0 1 0 0,-1 0-1 0 0,1 0 0 0 0,0 0 1 0 0,-1-1-1 0 0,0 1 0 0 0,0 0 1 0 0,0-1-1 0 0,-1 0 0 0 0,1 1 1 0 0,-1-1-1 0 0,0 0 0 0 0,-1 0 1 0 0,1 0-1 0 0,-1 1 0 0 0,0-1 1 0 0,0 0-1 0 0,-1-9 0 0 0,-1 6 39 0 0,1 1-1 0 0,-1-1 1 0 0,0 1-1 0 0,-1-1 1 0 0,0 1-1 0 0,0 0 1 0 0,0 0 0 0 0,-1 0-1 0 0,0 0 1 0 0,-1 0-1 0 0,1 1 1 0 0,-1 0-1 0 0,0 0 1 0 0,-1 0-1 0 0,-6-5 1 0 0,9 8-92 0 0,0 1 0 0 0,-1 0 0 0 0,1-1 0 0 0,-1 1 0 0 0,1 0 0 0 0,-1 1 0 0 0,0-1 0 0 0,0 1 0 0 0,1 0 1 0 0,-1-1-1 0 0,0 2 0 0 0,0-1 0 0 0,0 0 0 0 0,0 1 0 0 0,0 0 0 0 0,0 0 0 0 0,-1 0 0 0 0,1 0 0 0 0,0 1 0 0 0,0-1 1 0 0,0 1-1 0 0,1 0 0 0 0,-1 1 0 0 0,0-1 0 0 0,0 1 0 0 0,0-1 0 0 0,1 1 0 0 0,-1 0 0 0 0,1 0 0 0 0,-6 5 0 0 0,-12 21-2346 0 0,13-9-2683 0 0</inkml:trace>
</inkml:ink>
</file>

<file path=ppt/ink/ink3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2:48:50.2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145 149 264 0 0,'6'-16'1105'0'0,"7"-18"1855"0"0,10-44 0 0 0,-23 77-2929 0 0,1 1 0 0 0,-1-1-1 0 0,0 1 1 0 0,0-1 0 0 0,1 1-1 0 0,-1-1 1 0 0,0 0 0 0 0,0 1-1 0 0,0-1 1 0 0,0 1-1 0 0,0-1 1 0 0,0 1 0 0 0,0-1-1 0 0,0 0 1 0 0,0 1 0 0 0,0-1-1 0 0,0 1 1 0 0,0-1 0 0 0,0 1-1 0 0,-1-1 1 0 0,1 1 0 0 0,0-1-1 0 0,0 1 1 0 0,-1-1 0 0 0,1 1-1 0 0,0-1 1 0 0,0 1 0 0 0,-1-1-1 0 0,1 1 1 0 0,-1-1 0 0 0,1 1-1 0 0,0 0 1 0 0,-1-1-1 0 0,1 1 1 0 0,-1 0 0 0 0,1-1-1 0 0,-1 1 1 0 0,1 0 0 0 0,-1 0-1 0 0,1-1 1 0 0,-1 1 0 0 0,1 0-1 0 0,-1 0 1 0 0,0 0 0 0 0,1 0-1 0 0,-1 0 1 0 0,1 0 0 0 0,-1 0-1 0 0,1 0 1 0 0,-1 0 0 0 0,0 0-1 0 0,1 0 1 0 0,-1 0-1 0 0,1 0 1 0 0,-1 0 0 0 0,1 0-1 0 0,-1 1 1 0 0,1-1 0 0 0,-1 0-1 0 0,1 0 1 0 0,-1 1 0 0 0,-33 18 495 0 0,18-6-294 0 0,2 2 1 0 0,-1 0-1 0 0,2 1 1 0 0,0 1-1 0 0,-21 34 1 0 0,30-42-183 0 0,-1 0 0 0 0,1 0 0 0 0,1 1 0 0 0,-1 0 0 0 0,2-1 0 0 0,-1 1 0 0 0,2 0 0 0 0,-1 0 0 0 0,1 0 0 0 0,1 0 0 0 0,-1 1 1 0 0,2-1-1 0 0,-1 0 0 0 0,4 16 0 0 0,-3-22-40 0 0,0 0 1 0 0,0 0-1 0 0,1 0 0 0 0,-1 0 1 0 0,1 0-1 0 0,0 0 1 0 0,0 0-1 0 0,0 0 0 0 0,1-1 1 0 0,-1 1-1 0 0,1-1 1 0 0,0 0-1 0 0,0 1 0 0 0,0-1 1 0 0,0-1-1 0 0,1 1 1 0 0,-1 0-1 0 0,8 3 1 0 0,-5-3 0 0 0,0-1 0 0 0,0 0 0 0 0,1 0 0 0 0,-1 0 0 0 0,1-1 0 0 0,0 0 0 0 0,-1 0 0 0 0,1-1 0 0 0,0 0-1 0 0,-1 0 1 0 0,10-1 0 0 0,-4-1-4 0 0,0 0 0 0 0,0-1-1 0 0,0 0 1 0 0,0-1-1 0 0,0 0 1 0 0,-1-1 0 0 0,0 0-1 0 0,0-1 1 0 0,0 0-1 0 0,-1-1 1 0 0,0 0 0 0 0,0-1-1 0 0,8-9 1 0 0,32-53-16 0 0,-50 70 2 0 0,-1 0 7 0 0,0 0 0 0 0,0 0 0 0 0,0 1 0 0 0,0-1 0 0 0,1 1 0 0 0,-1-1 0 0 0,0 1 0 0 0,0-1 0 0 0,0 1 0 0 0,0 0 0 0 0,0 0 0 0 0,1-1 0 0 0,-1 1 0 0 0,0 0 0 0 0,1 0 0 0 0,-1 0 0 0 0,1-1 0 0 0,-1 1 0 0 0,0 0 0 0 0,1 0 0 0 0,0 0 0 0 0,-1 0 0 0 0,1 0 0 0 0,0 0 0 0 0,-1 0 0 0 0,1 0 0 0 0,0 0 0 0 0,0 0 0 0 0,0 0 0 0 0,0 0 0 0 0,0 0 0 0 0,0 0 0 0 0,1 2 0 0 0,3 36-10 0 0,-2-34 12 0 0,0 0-1 0 0,0 0 1 0 0,1-1 0 0 0,-1 1 0 0 0,1-1-1 0 0,1 0 1 0 0,-1 0 0 0 0,0 0 0 0 0,1 0-1 0 0,0-1 1 0 0,0 1 0 0 0,0-1-1 0 0,0 0 1 0 0,1 0 0 0 0,-1-1 0 0 0,1 1-1 0 0,-1-1 1 0 0,1 0 0 0 0,0 0 0 0 0,0 0-1 0 0,9 1 1 0 0,0 1 5 0 0,0-2-1 0 0,0 1 1 0 0,0-1-1 0 0,0-1 1 0 0,0-1-1 0 0,27-2 1 0 0,-32 0 6 0 0,0 0 1 0 0,0 0-1 0 0,-1-1 1 0 0,1-1-1 0 0,-1 1 1 0 0,0-1-1 0 0,0-1 1 0 0,0 1-1 0 0,-1-1 1 0 0,0-1-1 0 0,0 1 1 0 0,0-1-1 0 0,0-1 1 0 0,-1 1-1 0 0,0-1 1 0 0,0 0-1 0 0,-1 0 1 0 0,0-1-1 0 0,0 1 1 0 0,-1-1-1 0 0,0-1 1 0 0,0 1-1 0 0,-1 0 1 0 0,0-1-1 0 0,-1 1 1 0 0,0-1-1 0 0,0 0 1 0 0,0 0-1 0 0,-1 0 1 0 0,-1 0-1 0 0,0 0 1 0 0,0 0-1 0 0,0 0 1 0 0,-1 0-1 0 0,-1 0 1 0 0,0 0-1 0 0,0 0 1 0 0,0 1-1 0 0,-6-12 1 0 0,6 15-1 0 0,-1 1 1 0 0,0-1 0 0 0,0 1-1 0 0,0 0 1 0 0,-1 0 0 0 0,1 1-1 0 0,-1-1 1 0 0,0 1 0 0 0,0 0-1 0 0,0 0 1 0 0,-9-5-1 0 0,11 7-43 0 0,0-1 0 0 0,-1 1 0 0 0,1 0 0 0 0,-1 0 0 0 0,1 0 0 0 0,-1 1 0 0 0,1-1 0 0 0,-1 1 0 0 0,1-1 0 0 0,-1 1 0 0 0,0 0 0 0 0,1 0 0 0 0,-1 0 0 0 0,1 0-1 0 0,-1 0 1 0 0,0 1 0 0 0,1-1 0 0 0,-1 1 0 0 0,1 0 0 0 0,-1 0 0 0 0,1-1 0 0 0,-1 2 0 0 0,1-1 0 0 0,-4 3 0 0 0,5-3-51 0 0,0 0 0 0 0,0 0 1 0 0,0 0-1 0 0,0 0 0 0 0,0 0 1 0 0,1 0-1 0 0,-1 1 0 0 0,1-1 1 0 0,-1 0-1 0 0,1 1 0 0 0,-1-1 1 0 0,1 0-1 0 0,0 1 0 0 0,-1-1 0 0 0,1 0 1 0 0,0 1-1 0 0,0-1 0 0 0,0 1 1 0 0,0-1-1 0 0,0 0 0 0 0,0 1 1 0 0,1-1-1 0 0,-1 1 0 0 0,0-1 1 0 0,1 0-1 0 0,-1 1 0 0 0,1-1 1 0 0,0 2-1 0 0,1 1-546 0 0,0-1 1 0 0,0 1-1 0 0,0 0 1 0 0,0-1-1 0 0,0 1 1 0 0,1-1-1 0 0,-1 0 1 0 0,6 5-1 0 0,5 1-1800 0 0</inkml:trace>
</inkml:ink>
</file>

<file path=ppt/ink/ink3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2:48:50.5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72 49 368 0 0,'-1'-1'200'0'0,"-1"0"0"0"0,1 0 0 0 0,-1 1 0 0 0,0-1 0 0 0,1 0 1 0 0,-1 1-1 0 0,0-1 0 0 0,0 1 0 0 0,1-1 0 0 0,-1 1 0 0 0,0 0 0 0 0,0 0 0 0 0,0 0 0 0 0,-3 0 0 0 0,3 1-64 0 0,0 0 0 0 0,1-1 0 0 0,-1 1 0 0 0,0 0 0 0 0,0 0 0 0 0,0 0 0 0 0,1 0 0 0 0,-1 0 0 0 0,0 0 0 0 0,1 1 0 0 0,-1-1 0 0 0,1 1 0 0 0,-1-1 0 0 0,1 1 0 0 0,0-1 0 0 0,0 1 0 0 0,-2 3 0 0 0,1-1-30 0 0,0 0 0 0 0,0-1-1 0 0,1 1 1 0 0,0 0-1 0 0,-1 0 1 0 0,1 0-1 0 0,1 0 1 0 0,-1 0 0 0 0,1 0-1 0 0,-1 0 1 0 0,1 0-1 0 0,0 0 1 0 0,1 0 0 0 0,-1 0-1 0 0,2 7 1 0 0,0-7-57 0 0,1 0 1 0 0,-1 0 0 0 0,1 0 0 0 0,0 0-1 0 0,-1-1 1 0 0,1 1 0 0 0,1-1 0 0 0,-1 0 0 0 0,1 0-1 0 0,-1 0 1 0 0,1-1 0 0 0,0 1 0 0 0,0-1-1 0 0,0 0 1 0 0,0 0 0 0 0,0 0 0 0 0,0 0-1 0 0,1-1 1 0 0,-1 0 0 0 0,1 0 0 0 0,-1 0-1 0 0,1 0 1 0 0,-1-1 0 0 0,1 1 0 0 0,-1-1-1 0 0,7-1 1 0 0,-8 1-8 0 0,1 0-1 0 0,-1 0 1 0 0,0-1 0 0 0,0 1-1 0 0,1-1 1 0 0,-1 0-1 0 0,0 1 1 0 0,0-2-1 0 0,0 1 1 0 0,0 0-1 0 0,0 0 1 0 0,0-1 0 0 0,-1 0-1 0 0,1 1 1 0 0,0-1-1 0 0,-1 0 1 0 0,1-1-1 0 0,-1 1 1 0 0,0 0 0 0 0,0-1-1 0 0,0 1 1 0 0,0-1-1 0 0,0 1 1 0 0,0-1-1 0 0,-1 0 1 0 0,1 0-1 0 0,-1 0 1 0 0,0 0 0 0 0,0 0-1 0 0,0 0 1 0 0,0 0-1 0 0,-1 0 1 0 0,1 0-1 0 0,-1-1 1 0 0,1 1-1 0 0,-1 0 1 0 0,-1-6 0 0 0,0 3 11 0 0,0 0 1 0 0,-1 0 0 0 0,1 0-1 0 0,-2 0 1 0 0,1 1 0 0 0,0-1-1 0 0,-1 1 1 0 0,0-1 0 0 0,0 1-1 0 0,-1 0 1 0 0,1 0 0 0 0,-1 0-1 0 0,0 1 1 0 0,-1 0 0 0 0,-7-7-1 0 0,10 9-146 0 0,-1-1 0 0 0,0 1-1 0 0,0 0 1 0 0,0 0 0 0 0,0 1-1 0 0,-1-1 1 0 0,1 1 0 0 0,0-1 0 0 0,-1 1-1 0 0,1 0 1 0 0,-1 0 0 0 0,1 1-1 0 0,-1-1 1 0 0,0 1 0 0 0,1-1-1 0 0,-1 1 1 0 0,1 0 0 0 0,-1 1-1 0 0,0-1 1 0 0,1 1 0 0 0,-1-1-1 0 0,1 1 1 0 0,-1 0 0 0 0,1 0-1 0 0,-1 1 1 0 0,1-1 0 0 0,-6 4-1 0 0,-6 7-4647 0 0,11-9 2527 0 0</inkml:trace>
</inkml:ink>
</file>

<file path=ppt/ink/ink3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2:48:50.9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1 112 0 0,'8'0'347'0'0,"0"1"-1"0"0,1 0 1 0 0,-1 0-1 0 0,0 1 1 0 0,0 0 0 0 0,0 1-1 0 0,0-1 1 0 0,0 1-1 0 0,0 1 1 0 0,-1 0-1 0 0,0 0 1 0 0,13 9 0 0 0,-16-10-215 0 0,1 1 1 0 0,-1 0 0 0 0,0 0 0 0 0,0 0 0 0 0,0 1-1 0 0,-1-1 1 0 0,1 1 0 0 0,-1 0 0 0 0,0 0-1 0 0,0 0 1 0 0,-1 0 0 0 0,0 0 0 0 0,0 1 0 0 0,0-1-1 0 0,0 1 1 0 0,-1 0 0 0 0,0-1 0 0 0,0 1 0 0 0,0 7-1 0 0,-1-12-65 0 0,0 1 0 0 0,0-1 0 0 0,0 1 0 0 0,0-1-1 0 0,-1 0 1 0 0,1 1 0 0 0,0-1 0 0 0,-1 1 0 0 0,1-1 0 0 0,-1 0-1 0 0,1 1 1 0 0,-1-1 0 0 0,0 0 0 0 0,1 1 0 0 0,-1-1 0 0 0,0 0-1 0 0,0 0 1 0 0,0 0 0 0 0,0 0 0 0 0,0 0 0 0 0,0 0-1 0 0,0 0 1 0 0,0 0 0 0 0,-1 0 0 0 0,1 0 0 0 0,0-1 0 0 0,-1 1-1 0 0,1 0 1 0 0,0-1 0 0 0,-1 1 0 0 0,1-1 0 0 0,0 0 0 0 0,-1 1-1 0 0,-1-1 1 0 0,2 0 395 0 0,-12-25 247 0 0,14 19-667 0 0,1-1 0 0 0,-1 1 0 0 0,2-1 0 0 0,-1 1 0 0 0,1 0 0 0 0,0 0 0 0 0,0 0 0 0 0,0 0 0 0 0,1 0 0 0 0,0 1 0 0 0,0 0 0 0 0,1 0 0 0 0,-1 0 0 0 0,1 0 0 0 0,0 1 0 0 0,0-1 0 0 0,1 1 0 0 0,-1 1 0 0 0,13-7 0 0 0,-7 4-496 0 0,1 1 0 0 0,0 0 0 0 0,24-7-1 0 0,-23 9-963 0 0,0 1 0 0 0,0 0 0 0 0,19 0 0 0 0,-15 1-908 0 0</inkml:trace>
</inkml:ink>
</file>

<file path=ppt/ink/ink3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2:48:51.3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34 270 116 0 0,'-26'15'2951'0'0,"25"-14"-2893"0"0,0 1 0 0 0,0-1 0 0 0,0 1 0 0 0,1-1 0 0 0,-1 1 0 0 0,0-1-1 0 0,1 1 1 0 0,0-1 0 0 0,-1 1 0 0 0,1 0 0 0 0,0-1 0 0 0,-1 1 0 0 0,1-1 0 0 0,0 1 0 0 0,0 0 0 0 0,1-1 0 0 0,-1 1 0 0 0,0 0 0 0 0,0-1 0 0 0,1 1-1 0 0,-1-1 1 0 0,1 1 0 0 0,-1-1 0 0 0,1 1 0 0 0,0-1 0 0 0,0 1 0 0 0,-1-1 0 0 0,1 1 0 0 0,0-1 0 0 0,0 0 0 0 0,1 0 0 0 0,-1 1 0 0 0,0-1 0 0 0,0 0-1 0 0,0 0 1 0 0,1 0 0 0 0,-1 0 0 0 0,1-1 0 0 0,-1 1 0 0 0,0 0 0 0 0,1 0 0 0 0,2 0 0 0 0,0 1-20 0 0,0-1 1 0 0,0 1 0 0 0,0-1-1 0 0,0 0 1 0 0,0 0-1 0 0,0 0 1 0 0,0-1 0 0 0,1 1-1 0 0,-1-1 1 0 0,0 0-1 0 0,0 0 1 0 0,0-1 0 0 0,0 1-1 0 0,1-1 1 0 0,-1 0-1 0 0,0 0 1 0 0,5-2 0 0 0,-2-2-27 0 0,1-1 1 0 0,-1 1 0 0 0,0-1 0 0 0,0-1 0 0 0,-1 1 0 0 0,0-1 0 0 0,0 0 0 0 0,-1-1-1 0 0,1 1 1 0 0,-2-1 0 0 0,1 0 0 0 0,-1 0 0 0 0,0 0 0 0 0,-1-1 0 0 0,0 0 0 0 0,0 1-1 0 0,2-14 1 0 0,1-11 173 0 0,-1 0 0 0 0,-1-1 0 0 0,-2-46-1 0 0,-2 79-127 0 0,0 0-1 0 0,1 0 0 0 0,-1 0 1 0 0,0 0-1 0 0,0 0 1 0 0,0-1-1 0 0,0 1 0 0 0,-1 0 1 0 0,1 0-1 0 0,0 0 1 0 0,0 0-1 0 0,-1 0 0 0 0,1 0 1 0 0,0 0-1 0 0,-1 0 0 0 0,1 0 1 0 0,-1 0-1 0 0,1 0 1 0 0,-1 0-1 0 0,-1-1 0 0 0,2 2-22 0 0,-1 0-1 0 0,0 0 0 0 0,1 1 1 0 0,-1-1-1 0 0,0 0 1 0 0,1 0-1 0 0,-1 0 0 0 0,0 1 1 0 0,1-1-1 0 0,-1 0 0 0 0,1 1 1 0 0,-1-1-1 0 0,1 0 1 0 0,-1 1-1 0 0,1-1 0 0 0,-1 1 1 0 0,1-1-1 0 0,-1 1 0 0 0,1-1 1 0 0,-1 1-1 0 0,1-1 1 0 0,0 1-1 0 0,-1 0 0 0 0,-2 5 67 0 0,-1-1-1 0 0,1 1 0 0 0,0-1 1 0 0,1 1-1 0 0,-1 0 0 0 0,-1 7 1 0 0,2 17-13 0 0,0 1 0 0 0,2-1 0 0 0,1 1 0 0 0,2-1 0 0 0,9 47 0 0 0,3 34-6018 0 0,-14-89 3364 0 0</inkml:trace>
</inkml:ink>
</file>

<file path=ppt/ink/ink3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2:48:53.1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275 233 600 0 0,'13'-14'848'0'0,"0"-1"-1"0"0,-1-1 1 0 0,17-28-1 0 0,-26 39-686 0 0,0 0 0 0 0,0 0 1 0 0,-1 0-1 0 0,0 0 0 0 0,0 0 0 0 0,0 0 0 0 0,-1 0 0 0 0,0-1 0 0 0,0 1 0 0 0,0-1 0 0 0,0 1 1 0 0,-1-1-1 0 0,0 1 0 0 0,0-1 0 0 0,-1 1 0 0 0,1-1 0 0 0,-1 1 0 0 0,-2-7 0 0 0,1 10-116 0 0,0-1 0 0 0,1 0 0 0 0,-1 1 0 0 0,-1-1 0 0 0,1 1-1 0 0,0 0 1 0 0,-1 0 0 0 0,1 0 0 0 0,-1 0 0 0 0,0 0 0 0 0,1 0 0 0 0,-1 1-1 0 0,0-1 1 0 0,0 1 0 0 0,0 0 0 0 0,0 0 0 0 0,0 0 0 0 0,0 0-1 0 0,-1 0 1 0 0,1 1 0 0 0,0-1 0 0 0,0 1 0 0 0,-1 0 0 0 0,1 0 0 0 0,0 0-1 0 0,-6 2 1 0 0,-7-1 55 0 0,1 1-1 0 0,-1 1 0 0 0,0 1 0 0 0,-16 5 1 0 0,14-2 9 0 0,0 1 0 0 0,0 0 0 0 0,0 1 0 0 0,2 1 0 0 0,-20 14 0 0 0,30-19-66 0 0,0 0 0 0 0,0 1 1 0 0,0-1-1 0 0,1 1 0 0 0,0 0 0 0 0,-9 14 1 0 0,12-17-24 0 0,1 1 0 0 0,-1-1 1 0 0,1 1-1 0 0,-1-1 0 0 0,1 1 0 0 0,0-1 1 0 0,1 1-1 0 0,-1 0 0 0 0,1-1 1 0 0,-1 1-1 0 0,1 0 0 0 0,0 0 0 0 0,0-1 1 0 0,1 1-1 0 0,1 6 0 0 0,0-5-6 0 0,0 1 1 0 0,1-1-1 0 0,-1 0 0 0 0,1 1 0 0 0,1-1 0 0 0,-1-1 1 0 0,1 1-1 0 0,0 0 0 0 0,0-1 0 0 0,0 0 0 0 0,0 0 1 0 0,1 0-1 0 0,0-1 0 0 0,0 1 0 0 0,0-1 0 0 0,0 0 1 0 0,0 0-1 0 0,1-1 0 0 0,-1 0 0 0 0,1 0 0 0 0,0 0 1 0 0,-1 0-1 0 0,13 0 0 0 0,-9 0-5 0 0,0 0 1 0 0,0-1-1 0 0,1 0 0 0 0,-1-1 1 0 0,0 0-1 0 0,1-1 0 0 0,-1 0 1 0 0,0 0-1 0 0,1-1 0 0 0,-1 0 1 0 0,0 0-1 0 0,0-1 0 0 0,-1 0 1 0 0,14-8-1 0 0,-17 8-6 0 0,-1 0 0 0 0,0-1 0 0 0,-1 1 0 0 0,1-1 0 0 0,0 0 1 0 0,-1 0-1 0 0,0 0 0 0 0,0-1 0 0 0,0 1 0 0 0,-1-1 0 0 0,0 0 0 0 0,1 1 0 0 0,-2-1 0 0 0,1 0 0 0 0,0 0 0 0 0,-1 0 1 0 0,0-1-1 0 0,0 1 0 0 0,-1 0 0 0 0,1 0 0 0 0,-1 0 0 0 0,0-1 0 0 0,-1 1 0 0 0,0-6 0 0 0,0 5-7 0 0,0 0-1 0 0,-1 0 0 0 0,1 0 1 0 0,-1 0-1 0 0,0 0 0 0 0,-1 1 1 0 0,1-1-1 0 0,-1 1 0 0 0,0 0 1 0 0,0 0-1 0 0,-1 0 0 0 0,0 0 1 0 0,0 0-1 0 0,0 1 0 0 0,0 0 1 0 0,0-1-1 0 0,-1 2 0 0 0,0-1 1 0 0,0 0-1 0 0,-9-4 0 0 0,12 7-66 0 0,0 1 0 0 0,0-1-1 0 0,-1 1 1 0 0,1-1 0 0 0,0 1-1 0 0,0 0 1 0 0,0-1 0 0 0,-1 1-1 0 0,1 0 1 0 0,0 1 0 0 0,0-1 0 0 0,0 0-1 0 0,-1 1 1 0 0,1-1 0 0 0,0 1-1 0 0,0-1 1 0 0,-2 2 0 0 0,3-1-97 0 0,0-1 0 0 0,0 1 0 0 0,0-1 0 0 0,0 1 0 0 0,0-1 0 0 0,0 1 0 0 0,0 0 0 0 0,0 0 0 0 0,1-1 0 0 0,-1 1 0 0 0,0 0 0 0 0,1 0 0 0 0,-1 0 0 0 0,0 0 0 0 0,1 0 0 0 0,-1 0 0 0 0,1-1 0 0 0,-1 1 0 0 0,1 1 0 0 0,0-1 0 0 0,0 0 0 0 0,-1 0 0 0 0,1 0 0 0 0,0 0 0 0 0,0 0 0 0 0,0 0 0 0 0,0 0 0 0 0,0 0 0 0 0,0 0 1 0 0,0 0-1 0 0,0 0 0 0 0,1 0 0 0 0,-1 0 0 0 0,1 2 0 0 0,2 2-1710 0 0</inkml:trace>
</inkml:ink>
</file>

<file path=ppt/ink/ink3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2:48:53.4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40 424 0 0,'13'2'417'0'0,"0"0"1"0"0,-1 1-1 0 0,1 1 0 0 0,-1 0 1 0 0,0 1-1 0 0,0 0 0 0 0,0 1 1 0 0,12 8-1 0 0,-17-9-276 0 0,0 0 0 0 0,0 0 0 0 0,0 0 0 0 0,-1 1 0 0 0,0 0 0 0 0,0 1 0 0 0,-1 0 0 0 0,0-1 0 0 0,0 1 0 0 0,0 1 0 0 0,-1-1 0 0 0,0 1 1 0 0,3 9-1 0 0,-6-15-99 0 0,0 0 1 0 0,0 0 0 0 0,-1 0 0 0 0,1 0 0 0 0,0 1 0 0 0,-1-1 0 0 0,0 0 0 0 0,0 0 0 0 0,0 0 0 0 0,0 0 0 0 0,0 1 0 0 0,0-1 0 0 0,0 0 0 0 0,-1 0-1 0 0,1 0 1 0 0,-1 0 0 0 0,1 0 0 0 0,-1 1 0 0 0,0-1 0 0 0,0 0 0 0 0,0-1 0 0 0,0 1 0 0 0,0 0 0 0 0,0 0 0 0 0,-1 0 0 0 0,1-1 0 0 0,-1 1 0 0 0,1 0-1 0 0,-1-1 1 0 0,1 0 0 0 0,-1 1 0 0 0,0-1 0 0 0,0 0 0 0 0,0 0 0 0 0,0 0 0 0 0,0 0 0 0 0,0 0 0 0 0,0 0 0 0 0,0-1 0 0 0,0 1 0 0 0,0-1 0 0 0,0 1-1 0 0,-3-1 1 0 0,2 1 5 0 0,1-1 0 0 0,-1 0 0 0 0,1 0 0 0 0,-1 0 0 0 0,0 0-1 0 0,1 0 1 0 0,-1-1 0 0 0,1 1 0 0 0,-1-1 0 0 0,1 0 0 0 0,-1 0-1 0 0,1 1 1 0 0,0-2 0 0 0,-1 1 0 0 0,1 0 0 0 0,0 0 0 0 0,0-1 0 0 0,0 1-1 0 0,0-1 1 0 0,0 0 0 0 0,0 1 0 0 0,0-1 0 0 0,0 0 0 0 0,1 0-1 0 0,-1 0 1 0 0,1-1 0 0 0,-1 1 0 0 0,1 0 0 0 0,0 0 0 0 0,0-1 0 0 0,0 1-1 0 0,0-1 1 0 0,1 1 0 0 0,-1-1 0 0 0,0 1 0 0 0,1-5 0 0 0,0 0-19 0 0,0 0-1 0 0,0-1 1 0 0,1 1 0 0 0,0 0 0 0 0,1 0 0 0 0,-1-1 0 0 0,1 1 0 0 0,1 0 0 0 0,-1 1 0 0 0,1-1 0 0 0,1 0 0 0 0,-1 1 0 0 0,1 0 0 0 0,0 0 0 0 0,0 0 0 0 0,1 0 0 0 0,0 1 0 0 0,0-1-1 0 0,11-8 1 0 0,-7 7-273 0 0,1 0-1 0 0,-1 0 1 0 0,1 1-1 0 0,1 1 1 0 0,-1 0-1 0 0,1 0 1 0 0,0 1-1 0 0,0 0 1 0 0,0 1-1 0 0,0 0 1 0 0,22-2-1 0 0,56 6-4134 0 0,-66 0 2644 0 0</inkml:trace>
</inkml:ink>
</file>

<file path=ppt/ink/ink3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2:48:53.7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91 276 76 0 0,'-19'19'1499'0'0,"13"-13"-1086"0"0,0 0 0 0 0,1 0 0 0 0,-1 1-1 0 0,1 0 1 0 0,0-1 0 0 0,-6 14 0 0 0,11-19-361 0 0,-1 0 0 0 0,1 0 0 0 0,-1 1 0 0 0,1-1 0 0 0,0 0 0 0 0,0 0 0 0 0,0 1 0 0 0,0-1 0 0 0,0 0 0 0 0,0 1 0 0 0,0-1 0 0 0,0 0 1 0 0,0 1-1 0 0,0-1 0 0 0,1 0 0 0 0,-1 0 0 0 0,1 1 0 0 0,-1-1 0 0 0,2 2 0 0 0,-1-1-2 0 0,1 0 0 0 0,0 0 0 0 0,0 0 0 0 0,0-1 0 0 0,0 1 0 0 0,0-1 0 0 0,0 1 0 0 0,0-1-1 0 0,0 0 1 0 0,1 1 0 0 0,-1-1 0 0 0,0 0 0 0 0,5 1 0 0 0,-1-1 5 0 0,-1 1 0 0 0,1-1 0 0 0,0 0-1 0 0,0-1 1 0 0,-1 1 0 0 0,1-1 0 0 0,0 0-1 0 0,0-1 1 0 0,-1 1 0 0 0,1-1 0 0 0,0 0-1 0 0,-1 0 1 0 0,1-1 0 0 0,-1 0 0 0 0,1 0 0 0 0,-1 0-1 0 0,0-1 1 0 0,0 0 0 0 0,0 0 0 0 0,0 0-1 0 0,0 0 1 0 0,-1-1 0 0 0,0 1 0 0 0,1-1-1 0 0,-1-1 1 0 0,-1 1 0 0 0,7-9 0 0 0,-5 6 6 0 0,0 0 0 0 0,-1 0 0 0 0,0 0 0 0 0,0-1 0 0 0,-1 0 0 0 0,1 0 0 0 0,-2 0 0 0 0,1 0 0 0 0,-1 0 0 0 0,-1-1 0 0 0,1 1 0 0 0,-1 0 0 0 0,-1-1 0 0 0,0 1 0 0 0,0-1 0 0 0,0 1 0 0 0,-1-1 0 0 0,-2-8 0 0 0,-2 1 14 0 0,0 1-1 0 0,-1 0 1 0 0,0 1-1 0 0,-1-1 1 0 0,-1 1 0 0 0,0 1-1 0 0,-1-1 1 0 0,-12-14-1 0 0,18 25-102 0 0,0-1-1 0 0,0 1 1 0 0,-1 0 0 0 0,1 0-1 0 0,-1 0 1 0 0,1 0-1 0 0,-1 0 1 0 0,0 1-1 0 0,0-1 1 0 0,0 1-1 0 0,-1 0 1 0 0,1 1-1 0 0,0-1 1 0 0,-1 1-1 0 0,1 0 1 0 0,-1 0 0 0 0,1 0-1 0 0,-1 0 1 0 0,0 1-1 0 0,1 0 1 0 0,-1 0-1 0 0,0 0 1 0 0,1 1-1 0 0,-1-1 1 0 0,1 1-1 0 0,-1 0 1 0 0,1 0-1 0 0,-1 1 1 0 0,1 0 0 0 0,0-1-1 0 0,-1 1 1 0 0,-3 3-1 0 0,5-3-231 0 0,1 0 0 0 0,-1 0-1 0 0,1 0 1 0 0,0 0 0 0 0,0 1-1 0 0,0-1 1 0 0,0 0 0 0 0,0 1 0 0 0,0 0-1 0 0,0-1 1 0 0,1 1 0 0 0,0 0-1 0 0,-1 0 1 0 0,1 0 0 0 0,0 0-1 0 0,0 0 1 0 0,1 0 0 0 0,-1 0 0 0 0,0 5-1 0 0,1 4-1667 0 0</inkml:trace>
</inkml:ink>
</file>

<file path=ppt/ink/ink3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2:48:54.2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0 177 184 0 0,'13'-7'579'0'0,"0"-2"1"0"0,-1 0-1 0 0,0 0 1 0 0,0-1-1 0 0,-1 0 0 0 0,0-1 1 0 0,-1 0-1 0 0,-1-1 0 0 0,0 0 1 0 0,0-1-1 0 0,10-19 1 0 0,-18 31-503 0 0,0-1-1 0 0,0 0 1 0 0,0 1 0 0 0,0-1 0 0 0,0 0 0 0 0,0 0 0 0 0,-1 0 0 0 0,1 0 0 0 0,-1 0-1 0 0,1 0 1 0 0,-1 0 0 0 0,0 0 0 0 0,1-2 0 0 0,-2 4-65 0 0,1-1 0 0 0,0 1 0 0 0,-1 0 0 0 0,1-1 0 0 0,-1 1 0 0 0,1 0 0 0 0,0 0 0 0 0,-1 0 0 0 0,1-1 0 0 0,-1 1 1 0 0,1 0-1 0 0,-1 0 0 0 0,1 0 0 0 0,-1 0 0 0 0,1 0 0 0 0,-1 0 0 0 0,1 0 0 0 0,-1 0 0 0 0,1 0 0 0 0,-1 0 0 0 0,1 0 0 0 0,0 0 0 0 0,-1 0 0 0 0,1 1 0 0 0,-1-1 0 0 0,1 0 0 0 0,-1 0 1 0 0,1 0-1 0 0,-1 1 0 0 0,1-1 0 0 0,0 0 0 0 0,-1 0 0 0 0,1 1 0 0 0,0-1 0 0 0,-1 0 0 0 0,1 1 0 0 0,0-1 0 0 0,-1 1 0 0 0,1-1 0 0 0,0 0 0 0 0,0 1 0 0 0,-1-1 0 0 0,1 1 0 0 0,0 0 0 0 0,-5 4 20 0 0,0 0 0 0 0,0 1 0 0 0,1 0-1 0 0,0 0 1 0 0,0 1 0 0 0,0-1 0 0 0,1 1-1 0 0,0-1 1 0 0,1 1 0 0 0,-1 0 0 0 0,1 0-1 0 0,-2 14 1 0 0,3-18-24 0 0,0 1 1 0 0,0 0-1 0 0,1 0 1 0 0,-1 0-1 0 0,1 0 0 0 0,0 0 1 0 0,0 0-1 0 0,1 0 0 0 0,-1 0 1 0 0,1 0-1 0 0,0 0 0 0 0,0-1 1 0 0,0 1-1 0 0,0 0 0 0 0,1 0 1 0 0,-1-1-1 0 0,1 1 0 0 0,0-1 1 0 0,0 1-1 0 0,1-1 0 0 0,-1 0 1 0 0,1 0-1 0 0,-1 0 1 0 0,5 3-1 0 0,-2-3-5 0 0,0-1 1 0 0,0-1-1 0 0,0 1 0 0 0,0-1 1 0 0,1 0-1 0 0,-1 0 0 0 0,0 0 1 0 0,0-1-1 0 0,1 1 0 0 0,-1-1 1 0 0,1-1-1 0 0,-1 1 1 0 0,0-1-1 0 0,1 0 0 0 0,-1 0 1 0 0,0-1-1 0 0,0 1 0 0 0,0-1 1 0 0,0 0-1 0 0,0-1 0 0 0,4-2 1 0 0,11-5-8 0 0,-1-1 0 0 0,0-1-1 0 0,27-24 1 0 0,-37 28-2 0 0,0 0 0 0 0,0 1 0 0 0,1 1 1 0 0,0-1-1 0 0,0 1 0 0 0,0 1 0 0 0,18-7 0 0 0,-27 12-9 0 0,30 23 24 0 0,-20-13-63 0 0,1 0 0 0 0,1-1 0 0 0,-1 0 0 0 0,2-1 0 0 0,-1 0 0 0 0,1-1 0 0 0,0 0 0 0 0,25 6 0 0 0,-7-2-1722 0 0,1-3 0 0 0,63 9 0 0 0,-65-14-231 0 0</inkml:trace>
</inkml:ink>
</file>

<file path=ppt/ink/ink3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2:48:56.1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44 91 452 0 0,'16'-20'2142'0'0,"-1"0"0"0"0,17-30 1 0 0,-25 85-1363 0 0,-49 138 581 0 0,23-100-985 0 0,2 1-1 0 0,-8 89 1 0 0,15 77 188 0 0,10-202-479 0 0,3-1 1 0 0,1 0 0 0 0,2 0 0 0 0,15 51 0 0 0,-19-78-103 0 0,1 0-1 0 0,1-1 1 0 0,0 0-1 0 0,0 0 1 0 0,1 0-1 0 0,0 0 0 0 0,0-1 1 0 0,1 0-1 0 0,0 0 1 0 0,14 14-1 0 0,-15-18-94 0 0,1-1 1 0 0,-1 1-1 0 0,0-1 0 0 0,1 0 0 0 0,0 0 0 0 0,0-1 0 0 0,0 1 0 0 0,0-1 1 0 0,0-1-1 0 0,0 1 0 0 0,1-1 0 0 0,-1 0 0 0 0,1-1 0 0 0,-1 1 1 0 0,0-1-1 0 0,1 0 0 0 0,-1-1 0 0 0,8-1 0 0 0,6-2-360 0 0,0 0 1 0 0,-1-2-1 0 0,0 0 0 0 0,0-1 1 0 0,0-1-1 0 0,-1-1 0 0 0,31-20 1 0 0,-16 7-47 0 0,-2-2 0 0 0,0-1 0 0 0,27-30 0 0 0,-48 45 589 0 0,-1-1 0 0 0,0 0-1 0 0,0 0 1 0 0,7-16 0 0 0,-14 24 44 0 0,0 0-1 0 0,0 0 0 0 0,0-1 1 0 0,-1 1-1 0 0,1 0 1 0 0,-1-1-1 0 0,0 1 1 0 0,0-1-1 0 0,-1 0 0 0 0,1 1 1 0 0,-1-1-1 0 0,1 0 1 0 0,-1 1-1 0 0,0-1 1 0 0,-1 0-1 0 0,1 0 0 0 0,-1 1 1 0 0,1-1-1 0 0,-1 1 1 0 0,0-1-1 0 0,-2-3 1 0 0,2 5-34 0 0,-1 1 0 0 0,0-1 0 0 0,1 1 1 0 0,-1 0-1 0 0,0 0 0 0 0,1-1 1 0 0,-1 1-1 0 0,0 0 0 0 0,0 1 0 0 0,0-1 1 0 0,0 0-1 0 0,0 0 0 0 0,0 1 1 0 0,0-1-1 0 0,0 1 0 0 0,0 0 1 0 0,0-1-1 0 0,0 1 0 0 0,-1 0 0 0 0,1 0 1 0 0,0 1-1 0 0,0-1 0 0 0,0 0 1 0 0,0 1-1 0 0,0-1 0 0 0,0 1 0 0 0,0 0 1 0 0,0-1-1 0 0,-4 3 0 0 0,-5 1 147 0 0,1 1-1 0 0,-1 0 1 0 0,1 1-1 0 0,-11 6 1 0 0,20-11-203 0 0,-1 0 0 0 0,0 0 0 0 0,0 0 0 0 0,1 0 1 0 0,-1 1-1 0 0,1-1 0 0 0,-1 0 0 0 0,1 1 0 0 0,-1-1 0 0 0,1 1 0 0 0,0 0 1 0 0,0-1-1 0 0,0 1 0 0 0,0 0 0 0 0,0 0 0 0 0,0 0 0 0 0,0 0 0 0 0,1-1 1 0 0,-1 1-1 0 0,1 0 0 0 0,-1 0 0 0 0,1 0 0 0 0,0 0 0 0 0,0 1 0 0 0,0-1 1 0 0,0 0-1 0 0,0 0 0 0 0,0 0 0 0 0,0 0 0 0 0,1 0 0 0 0,0 2 0 0 0,0-1-27 0 0,1-1 0 0 0,0 1 0 0 0,0-1-1 0 0,0 1 1 0 0,0-1 0 0 0,0 0-1 0 0,1 0 1 0 0,-1 0 0 0 0,0 0 0 0 0,1 0-1 0 0,0 0 1 0 0,-1-1 0 0 0,1 1 0 0 0,0-1-1 0 0,0 0 1 0 0,0 0 0 0 0,0 0-1 0 0,0 0 1 0 0,0 0 0 0 0,4 0 0 0 0,9 3-182 0 0,0 0 0 0 0,29 13 0 0 0,-33-11 139 0 0,0-1 0 0 0,1-1 0 0 0,0 0 0 0 0,23 3 0 0 0,-30-7 41 0 0,0 0 0 0 0,0 0 0 0 0,-1-1-1 0 0,1 0 1 0 0,0 0 0 0 0,-1-1 0 0 0,1 1 0 0 0,-1-1 0 0 0,0-1 0 0 0,1 1 0 0 0,-1-1 0 0 0,0 0 0 0 0,0 0 0 0 0,-1 0-1 0 0,7-6 1 0 0,9-8-3 0 0,-2 0 0 0 0,20-25 0 0 0,-7 8-6 0 0,19-13 87 0 0,-50 47-61 0 0,3 5-2 0 0,0 1 0 0 0,-1-1 0 0 0,0 1 0 0 0,0 0 0 0 0,2 9 0 0 0,-4-14-9 0 0,14 54 49 0 0,-13-53-48 0 0,0 1 0 0 0,0-1 0 0 0,0 0-1 0 0,0 1 1 0 0,0-1 0 0 0,1 0 0 0 0,-1 1 0 0 0,1-1 0 0 0,-1 0 0 0 0,1 0 0 0 0,0 0 0 0 0,0-1-1 0 0,0 1 1 0 0,0 0 0 0 0,0-1 0 0 0,0 1 0 0 0,5 2 0 0 0,-5-4-1 0 0,0 0 0 0 0,0 0 0 0 0,1 0 0 0 0,-1 0 0 0 0,0 0 0 0 0,0 0-1 0 0,0-1 1 0 0,0 1 0 0 0,1-1 0 0 0,-1 0 0 0 0,0 1 0 0 0,0-1 0 0 0,0 0 0 0 0,0 0 0 0 0,0 0 0 0 0,2-2 0 0 0,34-27 8 0 0,-23 18-12 0 0,-7 7 3 0 0,0-1-1 0 0,1 1 0 0 0,0 0 0 0 0,0 1 1 0 0,0 0-1 0 0,1 1 0 0 0,-1 0 1 0 0,1 0-1 0 0,0 1 0 0 0,0 0 1 0 0,17-1-1 0 0,0 3 2 0 0,1 1 1 0 0,49 9 0 0 0,-57-5 0 0 0,0-2 1 0 0,0-1-1 0 0,0 0 1 0 0,0-2 0 0 0,0 0-1 0 0,0-1 1 0 0,37-7-1 0 0,-52 6-4 0 0,-1 0-1 0 0,0 0 1 0 0,0 0 0 0 0,0 0-1 0 0,0 0 1 0 0,0-1 0 0 0,0 0-1 0 0,0 0 1 0 0,-1 0 0 0 0,1 0-1 0 0,-1 0 1 0 0,5-8-1 0 0,-6 9 2 0 0,-1 0 0 0 0,1 0-1 0 0,-1 0 1 0 0,0 0-1 0 0,0 0 1 0 0,0-1-1 0 0,0 1 1 0 0,0 0-1 0 0,-1-1 1 0 0,1 1 0 0 0,-1 0-1 0 0,0-1 1 0 0,1 1-1 0 0,-1 0 1 0 0,0-1-1 0 0,0 1 1 0 0,0-1 0 0 0,-1 1-1 0 0,1 0 1 0 0,-1-1-1 0 0,1 1 1 0 0,-1 0-1 0 0,0-1 1 0 0,0 1 0 0 0,0 0-1 0 0,0 0 1 0 0,-2-3-1 0 0,1 3 2 0 0,0 0 0 0 0,0 0 1 0 0,-1 0-1 0 0,1 0 0 0 0,-1 0 0 0 0,0 1 0 0 0,1-1 0 0 0,-1 1 0 0 0,0-1 1 0 0,0 1-1 0 0,0 0 0 0 0,0 1 0 0 0,0-1 0 0 0,0 0 0 0 0,0 1 0 0 0,0 0 1 0 0,0-1-1 0 0,-1 1 0 0 0,1 0 0 0 0,0 1 0 0 0,0-1 0 0 0,-4 1 0 0 0,2 0 6 0 0,1 0 0 0 0,-1-1 0 0 0,1 2 0 0 0,-1-1 0 0 0,1 0 0 0 0,0 1 0 0 0,0 0 0 0 0,-1 0-1 0 0,1 0 1 0 0,1 0 0 0 0,-1 1 0 0 0,0-1 0 0 0,-5 6 0 0 0,8-7-5 0 0,1 0 1 0 0,-1-1-1 0 0,0 1 1 0 0,1 0-1 0 0,-1 0 0 0 0,1 0 1 0 0,-1 0-1 0 0,1 0 1 0 0,-1 0-1 0 0,1 0 0 0 0,0 0 1 0 0,0 0-1 0 0,-1 0 1 0 0,1 0-1 0 0,0 0 0 0 0,0 0 1 0 0,0 0-1 0 0,0 0 1 0 0,0 0-1 0 0,0 0 0 0 0,0 0 1 0 0,1 0-1 0 0,-1 0 1 0 0,0 0-1 0 0,0 0 0 0 0,1 0 1 0 0,-1 0-1 0 0,2 2 1 0 0,-1-1-2 0 0,1-1 0 0 0,-1 0-1 0 0,1 1 1 0 0,0-1 0 0 0,-1 0 0 0 0,1 0 0 0 0,0 0 0 0 0,0 0 0 0 0,0 0 0 0 0,0-1 0 0 0,0 1 0 0 0,-1 0 0 0 0,2-1 0 0 0,-1 1 0 0 0,0-1 0 0 0,3 0 0 0 0,-1 1-1 0 0,0-1-1 0 0,0 1 1 0 0,0 0-1 0 0,0 0 1 0 0,0 0 0 0 0,0 1-1 0 0,-1 0 1 0 0,1-1-1 0 0,-1 1 1 0 0,1 0 0 0 0,-1 1-1 0 0,1-1 1 0 0,-1 1-1 0 0,0-1 1 0 0,0 1 0 0 0,3 4-1 0 0,-2-1 7 0 0,1 0-1 0 0,-1 0 0 0 0,-1 1 0 0 0,1-1 0 0 0,-1 1 1 0 0,0 0-1 0 0,-1 0 0 0 0,3 9 0 0 0,-1 7 62 0 0,-1 0 0 0 0,0 0 0 0 0,-2 0 0 0 0,-2 40 0 0 0,-2-30 13 0 0,-1 1 0 0 0,-2-1 0 0 0,-1 0 0 0 0,-2 0 0 0 0,-1-1 0 0 0,-2 0 0 0 0,-1-1 0 0 0,-1-1 0 0 0,-1 0 0 0 0,-2-1 0 0 0,-1 0 0 0 0,-23 26 0 0 0,32-45-33 0 0,0-2 0 0 0,0 1 0 0 0,-1-1 0 0 0,0-1 0 0 0,-16 10 0 0 0,23-15-22 0 0,0-1-1 0 0,0 1 1 0 0,0-1-1 0 0,0 0 1 0 0,0 0-1 0 0,0 0 0 0 0,0 0 1 0 0,0-1-1 0 0,-1 1 1 0 0,1-1-1 0 0,-7 0 1 0 0,9 0-14 0 0,0 0 0 0 0,-1-1 1 0 0,1 1-1 0 0,0-1 0 0 0,-1 0 1 0 0,1 1-1 0 0,0-1 0 0 0,0 0 1 0 0,-1 0-1 0 0,1 1 0 0 0,0-1 1 0 0,0 0-1 0 0,0 0 0 0 0,0 0 1 0 0,0-1-1 0 0,0 1 0 0 0,1 0 1 0 0,-1 0-1 0 0,0 0 0 0 0,0-1 1 0 0,1 1-1 0 0,-1 0 0 0 0,1-1 1 0 0,-1 1-1 0 0,1 0 0 0 0,0-1 1 0 0,0 1-1 0 0,-1-2 0 0 0,0-6 9 0 0,1 0-1 0 0,0 0 0 0 0,0 0 1 0 0,1 0-1 0 0,0 0 0 0 0,0 0 0 0 0,1 0 1 0 0,0 1-1 0 0,1-1 0 0 0,0 0 1 0 0,0 1-1 0 0,1 0 0 0 0,0 0 0 0 0,0 0 1 0 0,7-8-1 0 0,9-13-2 0 0,1 1 0 0 0,35-37 0 0 0,167-137-396 0 0,-151 142 170 0 0,104-110-1 0 0,-121 87 545 0 0,-56 89-308 0 0,0-1 0 0 0,1 0-1 0 0,0 1 1 0 0,0-1 0 0 0,0 1 0 0 0,1-1 0 0 0,0 0-1 0 0,1 7 1 0 0,2 22 21 0 0,-4-32-47 0 0,0 0 1 0 0,0 1-1 0 0,0-1 0 0 0,1 0 1 0 0,-1 0-1 0 0,0 0 0 0 0,1 0 1 0 0,-1 0-1 0 0,1 0 1 0 0,0 1-1 0 0,0-1 0 0 0,0-1 1 0 0,0 1-1 0 0,0 0 1 0 0,0 0-1 0 0,0 0 0 0 0,1 0 1 0 0,-1-1-1 0 0,1 1 0 0 0,-1-1 1 0 0,1 1-1 0 0,0-1 1 0 0,-1 0-1 0 0,1 1 0 0 0,0-1 1 0 0,0 0-1 0 0,0 0 0 0 0,0 0 1 0 0,0-1-1 0 0,0 1 1 0 0,0 0-1 0 0,0-1 0 0 0,0 1 1 0 0,0-1-1 0 0,0 0 1 0 0,1 0-1 0 0,-1 0 0 0 0,0 0 1 0 0,0 0-1 0 0,0 0 0 0 0,0 0 1 0 0,1-1-1 0 0,-1 1 1 0 0,0-1-1 0 0,0 1 0 0 0,0-1 1 0 0,0 0-1 0 0,0 0 0 0 0,0 0 1 0 0,0 0-1 0 0,-1 0 1 0 0,1-1-1 0 0,0 1 0 0 0,0-1 1 0 0,1-1-1 0 0,24-23 14 0 0,-22 20-9 0 0,1 0 1 0 0,-1 1-1 0 0,1-1 0 0 0,0 1 1 0 0,1 1-1 0 0,7-5 0 0 0,-13 8-9 0 0,18 12-31 0 0,-11-2-312 0 0,0-1-1 0 0,0 1 1 0 0,0-1 0 0 0,1-1-1 0 0,0 0 1 0 0,1 0-1 0 0,13 7 1 0 0,-16-10-181 0 0,0 0-1 0 0,0-1 1 0 0,0 0-1 0 0,0 0 1 0 0,1-1-1 0 0,-1 0 1 0 0,1 0-1 0 0,0-1 1 0 0,-1 0-1 0 0,1 0 1 0 0,0-1-1 0 0,8 0 1 0 0,-3-2-1048 0 0</inkml:trace>
</inkml:ink>
</file>

<file path=ppt/ink/ink3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2:48:57.2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22 246 2912 0 0,'8'-7'193'0'0,"-1"0"0"0"0,0 0-1 0 0,0-1 1 0 0,0 0 0 0 0,-1 0 0 0 0,0 0-1 0 0,0-1 1 0 0,-1 0 0 0 0,-1 0 0 0 0,1 0-1 0 0,4-15 1 0 0,-9 23-131 0 0,0 1 1 0 0,0-1-1 0 0,1 1 0 0 0,-1-1 0 0 0,0 0 1 0 0,0 1-1 0 0,0-1 0 0 0,0 1 0 0 0,0-1 1 0 0,0 0-1 0 0,0 1 0 0 0,0-1 0 0 0,0 0 1 0 0,0 1-1 0 0,0-1 0 0 0,0 1 0 0 0,0-1 0 0 0,-1 0 1 0 0,1 1-1 0 0,0-1 0 0 0,0 1 0 0 0,-1-1 1 0 0,1 1-1 0 0,0-1 0 0 0,-1 0 0 0 0,1 1 1 0 0,0 0-1 0 0,-1-1 0 0 0,1 1 0 0 0,-1-1 1 0 0,1 1-1 0 0,-1-1 0 0 0,1 1 0 0 0,-2-1 1 0 0,-24 1 835 0 0,21 2-817 0 0,-1-1-1 0 0,1 1 1 0 0,0 0 0 0 0,0 0 0 0 0,0 0 0 0 0,0 1-1 0 0,0 0 1 0 0,-6 4 0 0 0,10-6-63 0 0,0 0 0 0 0,0 0 0 0 0,0 0 0 0 0,0 0 0 0 0,0 1 0 0 0,0-1 0 0 0,0 0 0 0 0,0 0 0 0 0,1 1 0 0 0,-1-1 0 0 0,0 1 0 0 0,1-1 0 0 0,-1 1 0 0 0,1-1 0 0 0,-1 0 0 0 0,1 1 0 0 0,0 0-1 0 0,0-1 1 0 0,0 1 0 0 0,0-1 0 0 0,0 1 0 0 0,0-1 0 0 0,0 1 0 0 0,0-1 0 0 0,0 1 0 0 0,1-1 0 0 0,0 3 0 0 0,1-2-19 0 0,-1 1-1 0 0,1-1 0 0 0,0 0 0 0 0,0 1 0 0 0,0-1 1 0 0,1 0-1 0 0,-1-1 0 0 0,1 1 0 0 0,-1 0 1 0 0,1-1-1 0 0,-1 1 0 0 0,1-1 0 0 0,3 2 1 0 0,9 2-193 0 0,0 0 0 0 0,1 0 0 0 0,0-2 0 0 0,19 3 0 0 0,-8-4-106 0 0,0-1 0 0 0,0-1 0 0 0,0-2 0 0 0,45-7 0 0 0,-55 5 212 0 0,1 0 0 0 0,-1-1 0 0 0,1 0 0 0 0,-1-1 0 0 0,-1-1 0 0 0,1-1 0 0 0,28-19 0 0 0,-38 22 137 0 0,-1 0 1 0 0,1-1-1 0 0,-1 0 1 0 0,0 0-1 0 0,-1 0 1 0 0,1-1-1 0 0,-1 0 0 0 0,0 0 1 0 0,-1 0-1 0 0,0-1 1 0 0,0 0-1 0 0,4-11 1 0 0,-8 17-4 0 0,-1-1 1 0 0,1 1 0 0 0,0-1 0 0 0,-1 1-1 0 0,1-1 1 0 0,-1 1 0 0 0,0 0-1 0 0,0-1 1 0 0,0 1 0 0 0,0 0 0 0 0,0-1-1 0 0,0 1 1 0 0,-1 0 0 0 0,1 0-1 0 0,-1 0 1 0 0,0 0 0 0 0,1 0 0 0 0,-1 1-1 0 0,0-1 1 0 0,0 1 0 0 0,0-1 0 0 0,0 1-1 0 0,0-1 1 0 0,0 1 0 0 0,-5-2-1 0 0,4 2-22 0 0,-1 0 0 0 0,1 0 0 0 0,-1 1 0 0 0,1-1 0 0 0,-1 1 0 0 0,1 0 0 0 0,-1 0 0 0 0,1 0 0 0 0,0 0 0 0 0,-1 1 0 0 0,1-1 0 0 0,-1 1 0 0 0,1 0 0 0 0,0 0 0 0 0,-1 0 0 0 0,1 0 0 0 0,0 1-1 0 0,0-1 1 0 0,0 1 0 0 0,0 0 0 0 0,0 0 0 0 0,0 0 0 0 0,1 0 0 0 0,-1 1 0 0 0,0-1 0 0 0,1 1 0 0 0,0-1 0 0 0,0 1 0 0 0,0 0 0 0 0,0 0 0 0 0,0 0 0 0 0,0 0 0 0 0,1 0 0 0 0,0 0 0 0 0,-1 0 0 0 0,1 1 0 0 0,0-1-1 0 0,1 1 1 0 0,-1-1 0 0 0,0 0 0 0 0,1 1 0 0 0,0-1 0 0 0,0 1 0 0 0,0-1 0 0 0,0 1 0 0 0,1-1 0 0 0,-1 1 0 0 0,1-1 0 0 0,1 4 0 0 0,17 31 33 0 0,-18-36-56 0 0,1-1 1 0 0,-1 1-1 0 0,0-1 0 0 0,0 0 1 0 0,1 1-1 0 0,-1-1 0 0 0,0 0 1 0 0,1 1-1 0 0,0-1 0 0 0,-1 0 0 0 0,1 0 1 0 0,0-1-1 0 0,-1 1 0 0 0,1 0 1 0 0,0 0-1 0 0,0-1 0 0 0,0 1 1 0 0,-1-1-1 0 0,4 1 0 0 0,-4-1-1 0 0,18-25-16 0 0,-17 21 18 0 0,0-1 1 0 0,-1 0-1 0 0,1 0 1 0 0,-1 0-1 0 0,0 1 1 0 0,1-11 0 0 0,-3 13-4 0 0,0 5 2 0 0,0 20 19 0 0,-1 20 84 0 0,-8 47 1 0 0,-1 2-20 0 0,6-11-18 0 0,4-34-34 0 0,-3-1-1 0 0,-1 0 1 0 0,-18 72 0 0 0,9-68-10 0 0,10-33-10 0 0,-1 0 0 0 0,0-1 0 0 0,-1 1 0 0 0,-1-1 0 0 0,0 0 0 0 0,-20 29 0 0 0,24-41 0 0 0,-1 0-1 0 0,1 0 0 0 0,-1-1 0 0 0,0 1 0 0 0,-1-1 1 0 0,1 0-1 0 0,-1 0 0 0 0,1 0 0 0 0,-1-1 1 0 0,0 0-1 0 0,0 0 0 0 0,0 0 0 0 0,-6 1 1 0 0,10-2-5 0 0,-1-1 1 0 0,0 1-1 0 0,0-1 1 0 0,0 0-1 0 0,0 0 0 0 0,0 1 1 0 0,0-1-1 0 0,1-1 1 0 0,-1 1-1 0 0,0 0 1 0 0,0 0-1 0 0,0-1 1 0 0,0 1-1 0 0,0-1 1 0 0,1 1-1 0 0,-1-1 1 0 0,0 0-1 0 0,0 0 1 0 0,1 0-1 0 0,-1 0 0 0 0,1 0 1 0 0,-1 0-1 0 0,1 0 1 0 0,-1-1-1 0 0,1 1 1 0 0,0 0-1 0 0,0-1 1 0 0,-1 1-1 0 0,1-1 1 0 0,0 1-1 0 0,0-1 1 0 0,0 0-1 0 0,1 0 1 0 0,-1 1-1 0 0,0-1 0 0 0,1 0 1 0 0,-1 0-1 0 0,1 0 1 0 0,-1-2-1 0 0,1 0 1 0 0,0 0 0 0 0,0 0 0 0 0,0 0 0 0 0,1 0 0 0 0,-1 0 0 0 0,1 0 0 0 0,0 0 0 0 0,0 0 0 0 0,0 1 0 0 0,1-1 0 0 0,-1 0 0 0 0,1 0 0 0 0,0 1 0 0 0,0-1-1 0 0,0 1 1 0 0,5-6 0 0 0,52-54 25 0 0,-40 44-26 0 0,52-46-243 0 0,121-86-1 0 0,-17 12-168 0 0,-151 118 382 0 0,-2-2-1 0 0,0-1 1 0 0,-2 0-1 0 0,35-54 0 0 0,-53 73 93 0 0,1 1-1 0 0,-1-1 1 0 0,0 1-1 0 0,0-1 1 0 0,-1 0-1 0 0,1 0 1 0 0,-1 0-1 0 0,0 0 1 0 0,-1 0-1 0 0,1 0 1 0 0,-1 0 0 0 0,0 0-1 0 0,0-1 1 0 0,-1 1-1 0 0,1 0 1 0 0,-1 0-1 0 0,-2-5 1 0 0,3 9-55 0 0,-1 1 0 0 0,1-1 0 0 0,-1 1 0 0 0,0-1 0 0 0,1 1 1 0 0,-1-1-1 0 0,0 1 0 0 0,1 0 0 0 0,-1 0 0 0 0,0-1 0 0 0,1 1 1 0 0,-1 0-1 0 0,0 0 0 0 0,0 0 0 0 0,1-1 0 0 0,-1 1 0 0 0,0 0 0 0 0,0 0 1 0 0,0 0-1 0 0,1 0 0 0 0,-1 1 0 0 0,0-1 0 0 0,0 0 0 0 0,1 0 1 0 0,-1 0-1 0 0,0 1 0 0 0,1-1 0 0 0,-1 0 0 0 0,0 1 0 0 0,1-1 1 0 0,-1 0-1 0 0,0 1 0 0 0,1-1 0 0 0,-1 1 0 0 0,0 0 0 0 0,-22 16 270 0 0,20-12-242 0 0,0 0 1 0 0,0 1-1 0 0,0-1 0 0 0,1 1 1 0 0,-1-1-1 0 0,2 1 1 0 0,-1 0-1 0 0,0-1 0 0 0,1 1 1 0 0,0 0-1 0 0,0 0 1 0 0,1 0-1 0 0,0 0 1 0 0,0 0-1 0 0,0 0 0 0 0,1 0 1 0 0,0 0-1 0 0,0 0 1 0 0,2 7-1 0 0,18 54-1438 0 0,5-13-4605 0 0,-18-40 2977 0 0</inkml:trace>
</inkml:ink>
</file>

<file path=ppt/ink/ink3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2:49:05.9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38 297 368 0 0,'0'-9'1816'0'0,"1"8"-1708"0"0,-1 0 1 0 0,0 1-1 0 0,0-1 0 0 0,0 0 0 0 0,0 0 0 0 0,0 0 1 0 0,0 1-1 0 0,0-1 0 0 0,0 0 0 0 0,0 0 0 0 0,0 1 0 0 0,0-1 1 0 0,0 0-1 0 0,0 0 0 0 0,-1 1 0 0 0,1-1 0 0 0,0 0 1 0 0,-1 0-1 0 0,1 1 0 0 0,0-1 0 0 0,-1 0 0 0 0,1 1 1 0 0,-1-1-1 0 0,1 1 0 0 0,-1-1 0 0 0,1 1 0 0 0,-1-1 0 0 0,0 1 1 0 0,0-1-1 0 0,0 0 55 0 0,-28-6 2096 0 0,90 18-2092 0 0,0-2 0 0 0,115 2 0 0 0,-88-8-97 0 0,586 18 224 0 0,-164-7-158 0 0,25-7 145 0 0,-494-7-190 0 0,7-9 714 0 0,-47 9-783 0 0,0 0 0 0 0,0 0-1 0 0,0 0 1 0 0,0-1 0 0 0,0 1-1 0 0,0 0 1 0 0,-1 0 0 0 0,1-1-1 0 0,0 1 1 0 0,0 0-1 0 0,0-1 1 0 0,0 1 0 0 0,-1-1-1 0 0,1 1 1 0 0,0-1 0 0 0,-1 0-1 0 0,1 1 1 0 0,0-1 0 0 0,-1 0-1 0 0,1 1 1 0 0,-1-1 0 0 0,1 0-1 0 0,-1 0 1 0 0,1 1-1 0 0,-1-1 1 0 0,1 0 0 0 0,-1 0-1 0 0,0 0 1 0 0,1 0 0 0 0,-1 0-1 0 0,0 0 1 0 0,0 1 0 0 0,0-1-1 0 0,0 0 1 0 0,0 0 0 0 0,0 0-1 0 0,0 0 1 0 0,0 0 0 0 0,0 0-1 0 0,0 0 1 0 0,0 0-1 0 0,-1 0 1 0 0,1 1 0 0 0,0-1-1 0 0,-1 0 1 0 0,1 0 0 0 0,-1 0-1 0 0,0-1 1 0 0,-2-1-21 0 0,0 0-1 0 0,-1 0 1 0 0,1 0-1 0 0,-1 0 1 0 0,0 1-1 0 0,0-1 1 0 0,0 1 0 0 0,0 0-1 0 0,0 0 1 0 0,0 1-1 0 0,0-1 1 0 0,-8-1 0 0 0,-61-10-1119 0 0,41 8 345 0 0,-2-3 32 0 0,0-1 0 0 0,1-1 1 0 0,0-2-1 0 0,1-1 0 0 0,0-2 1 0 0,1-1-1 0 0,1-1 0 0 0,-53-40 1 0 0,-24-26 2595 0 0,106 83-1658 0 0,31-1 276 0 0,-6 1-179 0 0,0 0 0 0 0,48 8 1 0 0,-21 2 67 0 0,-2 3-1 0 0,97 37 1 0 0,-126-42-279 0 0,-1 2-1 0 0,1 0 1 0 0,-1 1-1 0 0,-1 1 1 0 0,0 1 0 0 0,-1 1-1 0 0,0 0 1 0 0,-1 1 0 0 0,22 28-1 0 0,-34-39-62 0 0,-1 0 0 0 0,-1 0 0 0 0,1 0 0 0 0,0 1 0 0 0,-1-1 0 0 0,0 1 0 0 0,0-1 0 0 0,-1 1 0 0 0,1 0-1 0 0,-1 0 1 0 0,0 0 0 0 0,0 0 0 0 0,0 0 0 0 0,-1 0 0 0 0,0 0 0 0 0,0 0 0 0 0,0 0 0 0 0,-1 0 0 0 0,0 0 0 0 0,-1 7-1 0 0,-1-6 1 0 0,1 0 0 0 0,-1-1 0 0 0,0 1 0 0 0,0-1-1 0 0,-1 0 1 0 0,1 0 0 0 0,-1 0 0 0 0,0 0 0 0 0,-1 0-1 0 0,1-1 1 0 0,-1 0 0 0 0,0 0 0 0 0,0 0 0 0 0,0-1 0 0 0,-1 0-1 0 0,-6 4 1 0 0,-27 10 89 0 0,-1-2-1 0 0,0-1 1 0 0,-1-3 0 0 0,-1-1 0 0 0,1-2-1 0 0,-69 5 1 0 0,101-12-789 0 0,-1 0-1 0 0,1 1 1 0 0,-1 0 0 0 0,-17 7 0 0 0</inkml:trace>
</inkml:ink>
</file>

<file path=ppt/ink/ink3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2:49:07.4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1 415 140 0 0,'16'-32'4916'0'0,"-14"28"-4510"0"0,0 0-1 0 0,-1 0 0 0 0,1 0 0 0 0,-1 0 0 0 0,0 0 0 0 0,0 0 0 0 0,-1 0 0 0 0,1 0 0 0 0,-1-1 0 0 0,0 1 0 0 0,0-8 0 0 0,0 11-290 0 0,7-11 569 0 0,0 2-92 0 0,-4 29-510 0 0,0 73-20 0 0,4-1 0 0 0,4 1 0 0 0,4-1-1 0 0,29 98 1 0 0,-24-58 333 0 0,-28-197 1345 0 0,-1-112-1 0 0,3 30-1521 0 0,2 83-186 0 0,3 0 0 0 0,3 0 0 0 0,15-97 0 0 0,-14 144-31 0 0,1 1 0 0 0,1 0 0 0 0,0 1 0 0 0,2-1 0 0 0,0 1-1 0 0,0 0 1 0 0,2 1 0 0 0,10-15 0 0 0,-14 22-1 0 0,1 1-1 0 0,0 0 1 0 0,0 0 0 0 0,1 0 0 0 0,0 1-1 0 0,0 0 1 0 0,0 1 0 0 0,1-1 0 0 0,0 1-1 0 0,0 1 1 0 0,0 0 0 0 0,1 0 0 0 0,-1 0 0 0 0,1 1-1 0 0,0 1 1 0 0,13-3 0 0 0,-9 2-3 0 0,1 1 0 0 0,-1 1 0 0 0,1 0 0 0 0,-1 1 0 0 0,0 1 0 0 0,15 2 0 0 0,-22-2 2 0 0,-1 0 1 0 0,0 1-1 0 0,0 0 0 0 0,0 0 0 0 0,0 0 0 0 0,-1 0 0 0 0,1 1 0 0 0,-1 0 0 0 0,1 0 0 0 0,-1 0 0 0 0,0 1 0 0 0,0-1 0 0 0,0 1 0 0 0,-1 0 0 0 0,1 0 0 0 0,-1 0 0 0 0,0 0 0 0 0,3 7 0 0 0,-2-4 0 0 0,0 0 1 0 0,0 0-1 0 0,-1 1 0 0 0,0 0 1 0 0,0-1-1 0 0,-1 1 0 0 0,0 0 1 0 0,0 0-1 0 0,-1 1 0 0 0,0-1 1 0 0,-1 0-1 0 0,0 0 0 0 0,0 0 0 0 0,0 1 1 0 0,-1-1-1 0 0,-1 0 0 0 0,1 0 1 0 0,-1 0-1 0 0,-1 0 0 0 0,1 0 1 0 0,-1-1-1 0 0,-1 1 0 0 0,1-1 1 0 0,-1 0-1 0 0,-9 12 0 0 0,1-4-2 0 0,0-1-1 0 0,-1-1 1 0 0,0 0-1 0 0,-1-1 1 0 0,-1 0-1 0 0,0-1 1 0 0,0 0-1 0 0,-1-2 1 0 0,0 0 0 0 0,-25 10-1 0 0,-36 8-230 0 0,52-20-881 0 0,0 2 1 0 0,-38 19-1 0 0,49-17-1099 0 0,7-2-2594 0 0,4-5 1868 0 0</inkml:trace>
</inkml:ink>
</file>

<file path=ppt/ink/ink3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2:49:09.7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272 109 204 0 0,'24'-34'4924'0'0,"-23"32"-4732"0"0,0 0-1 0 0,0-1 1 0 0,0 1-1 0 0,0 0 0 0 0,0-1 1 0 0,-1 1-1 0 0,1-1 1 0 0,-1 1-1 0 0,1-1 0 0 0,-1 1 1 0 0,0-1-1 0 0,0 1 1 0 0,0-1-1 0 0,0 1 1 0 0,0-1-1 0 0,-1 0 0 0 0,1 1 1 0 0,-1 0-1 0 0,0-1 1 0 0,0 1-1 0 0,0-1 0 0 0,0 1 1 0 0,0 0-1 0 0,0 0 1 0 0,-3-4-1 0 0,3 5-62 0 0,-15-4 262 0 0,7 4-337 0 0,1 0 0 0 0,-1 1 0 0 0,1 0 0 0 0,-1 0-1 0 0,0 1 1 0 0,1 1 0 0 0,-1-1 0 0 0,1 1 0 0 0,0 1 0 0 0,0-1 0 0 0,0 1 0 0 0,0 1 0 0 0,0 0-1 0 0,-8 5 1 0 0,2-1 13 0 0,0 2-1 0 0,0 0 1 0 0,1 0-1 0 0,0 1 1 0 0,1 1-1 0 0,-16 19 0 0 0,24-26-47 0 0,0 1 0 0 0,1-1 0 0 0,-1 0-1 0 0,1 1 1 0 0,1 0 0 0 0,-1 0-1 0 0,1 0 1 0 0,0 0 0 0 0,0 0 0 0 0,0 1-1 0 0,1-1 1 0 0,0 0 0 0 0,1 1-1 0 0,-1 6 1 0 0,1-10-13 0 0,1-1 0 0 0,-1 1-1 0 0,1 0 1 0 0,0-1 0 0 0,-1 1 0 0 0,1 0 0 0 0,0-1-1 0 0,1 1 1 0 0,-1-1 0 0 0,0 1 0 0 0,1-1-1 0 0,-1 0 1 0 0,1 1 0 0 0,0-1 0 0 0,0 0-1 0 0,-1 0 1 0 0,1 0 0 0 0,1-1 0 0 0,-1 1 0 0 0,0 0-1 0 0,0-1 1 0 0,1 1 0 0 0,-1-1 0 0 0,1 0-1 0 0,-1 0 1 0 0,1 0 0 0 0,0 0 0 0 0,-1 0-1 0 0,1-1 1 0 0,0 1 0 0 0,-1-1 0 0 0,1 0 0 0 0,0 1-1 0 0,4-2 1 0 0,0 1-2 0 0,0 0-1 0 0,0 0 1 0 0,0-1 0 0 0,0 0-1 0 0,0-1 1 0 0,0 1 0 0 0,0-1-1 0 0,-1-1 1 0 0,1 1 0 0 0,-1-1-1 0 0,0 0 1 0 0,0-1 0 0 0,0 0-1 0 0,0 0 1 0 0,0 0 0 0 0,-1 0-1 0 0,9-9 1 0 0,-3 0-8 0 0,1 0 0 0 0,-2-1-1 0 0,1 0 1 0 0,-2-1 0 0 0,15-29 0 0 0,-19 30 3 0 0,-12 24-9 0 0,6-8 9 0 0,0 1 0 0 0,0-1-1 0 0,0 1 1 0 0,0 0 0 0 0,0 0 0 0 0,0-1-1 0 0,1 1 1 0 0,-1 0 0 0 0,1 0-1 0 0,0 0 1 0 0,0 0 0 0 0,0 0-1 0 0,0 0 1 0 0,1 5 0 0 0,2-2 2 0 0,-1 0-1 0 0,1 1 1 0 0,0-1 0 0 0,1-1 0 0 0,-1 1 0 0 0,1 0-1 0 0,0-1 1 0 0,1 0 0 0 0,-1 0 0 0 0,1 0-1 0 0,0-1 1 0 0,0 1 0 0 0,0-1 0 0 0,1 0 0 0 0,0-1-1 0 0,-1 1 1 0 0,1-1 0 0 0,11 4 0 0 0,-11-6 0 0 0,0 0 1 0 0,-1 0 0 0 0,1 0-1 0 0,0-1 1 0 0,0 0 0 0 0,0 0-1 0 0,0-1 1 0 0,-1 0 0 0 0,1 0-1 0 0,0 0 1 0 0,-1 0-1 0 0,1-1 1 0 0,-1 0 0 0 0,1 0-1 0 0,-1-1 1 0 0,0 1 0 0 0,0-1-1 0 0,0 0 1 0 0,0-1 0 0 0,0 1-1 0 0,-1-1 1 0 0,5-4-1 0 0,6-8-10 0 0,0 0 0 0 0,-1-2 0 0 0,22-34 0 0 0,-1 1-3 0 0,-31 41 11 0 0,-4 9 0 0 0,0-1 1 0 0,1 1 0 0 0,-1-1-1 0 0,1 1 1 0 0,-1-1-1 0 0,1 1 1 0 0,-1-1-1 0 0,1 1 1 0 0,0 0 0 0 0,0 0-1 0 0,0-1 1 0 0,0 1-1 0 0,0 0 1 0 0,0 0-1 0 0,0 0 1 0 0,0 0 0 0 0,2-1-1 0 0,-3 2 1 0 0,0-1 0 0 0,0 1 1 0 0,1 0-1 0 0,-1 0 0 0 0,0 0 0 0 0,0 0 0 0 0,0 0 0 0 0,0 0 0 0 0,1 0 1 0 0,-1 0-1 0 0,0 0 0 0 0,0 0 0 0 0,0 0 0 0 0,0 0 0 0 0,1 0 0 0 0,-1 0 0 0 0,0 0 1 0 0,0 0-1 0 0,0 0 0 0 0,1 0 0 0 0,-1 0 0 0 0,0 0 0 0 0,0 0 0 0 0,0 0 1 0 0,0 0-1 0 0,1 0 0 0 0,-1 0 0 0 0,0 0 0 0 0,0 0 0 0 0,0 0 0 0 0,0 0 1 0 0,0 0-1 0 0,1 1 0 0 0,-1-1 0 0 0,0 0 0 0 0,0 0 0 0 0,0 0 0 0 0,0 0 1 0 0,0 0-1 0 0,0 1 0 0 0,1-1 0 0 0,-1 0 0 0 0,0 0 0 0 0,0 0 0 0 0,0 0 0 0 0,0 1 1 0 0,0-1-1 0 0,0 0 0 0 0,0 0 0 0 0,0 0 0 0 0,0 0 0 0 0,0 1 0 0 0,0-1 1 0 0,0 0-1 0 0,0 0 0 0 0,0 1 0 0 0,2 19 11 0 0,-3 21-26 0 0,-8 21 15 0 0,5-40 11 0 0,1 1-1 0 0,-1 28 0 0 0,5-48-12 0 0,0-3 2 0 0,-1 1 0 0 0,0-1-1 0 0,0 1 1 0 0,1-1 0 0 0,-1 0-1 0 0,0 1 1 0 0,0-1 0 0 0,0 1-1 0 0,0-1 1 0 0,0 1 0 0 0,0-1-1 0 0,0 1 1 0 0,0-1 0 0 0,0 1-1 0 0,0-1 1 0 0,0 1 0 0 0,0-1-1 0 0,0 1 1 0 0,0-1 0 0 0,0 1-1 0 0,0-1 1 0 0,-1 1 0 0 0,1-1-1 0 0,0 1 1 0 0,0-1 0 0 0,0 0-1 0 0,-1 1 1 0 0,1-1 0 0 0,-1 1-1 0 0,-3 3 1 0 0,7 1 60 0 0,0 0 23 0 0,2-18-80 0 0,-1 6-4 0 0,-1 0 1 0 0,1 1-1 0 0,1-1 0 0 0,-1 1 1 0 0,1-1-1 0 0,0 1 1 0 0,1 1-1 0 0,-1-1 0 0 0,1 1 1 0 0,0 0-1 0 0,10-6 1 0 0,7-8 4 0 0,-14 11-12 0 0,1 1 1 0 0,1-1-1 0 0,-1 2 0 0 0,1 0 1 0 0,0 0-1 0 0,0 1 0 0 0,17-5 1 0 0,-27 9 7 0 0,1 2-4 0 0,0-1 4 0 0,-1 1 0 0 0,0 0-1 0 0,1-1 1 0 0,-1 1-1 0 0,1 0 1 0 0,-1 0-1 0 0,0 0 1 0 0,0 0-1 0 0,0 0 1 0 0,1 0-1 0 0,-1 0 1 0 0,0 0-1 0 0,0 0 1 0 0,-1 1-1 0 0,1-1 1 0 0,0 0-1 0 0,0 1 1 0 0,0-1-1 0 0,-1 0 1 0 0,1 1-1 0 0,-1-1 1 0 0,1 1-1 0 0,-1-1 1 0 0,0 1-1 0 0,1-1 1 0 0,-1 1-1 0 0,0 3 1 0 0,2 6 8 0 0,14 24 6 0 0,-11-21-13 0 0,1-1 0 0 0,1 0 0 0 0,0 0 1 0 0,9 12-1 0 0,-13-21 1 0 0,0-1 1 0 0,0 1-1 0 0,0-1 0 0 0,0 0 1 0 0,1 0-1 0 0,-1 0 1 0 0,1-1-1 0 0,0 1 0 0 0,0-1 1 0 0,0 0-1 0 0,0 0 0 0 0,1 0 1 0 0,-1 0-1 0 0,0-1 1 0 0,1 0-1 0 0,-1 0 0 0 0,7 1 1 0 0,-7-2-4 0 0,-1 0 1 0 0,1 0-1 0 0,-1 0 1 0 0,1 0 0 0 0,-1-1-1 0 0,1 0 1 0 0,-1 0-1 0 0,0 1 1 0 0,1-2-1 0 0,-1 1 1 0 0,0 0-1 0 0,0-1 1 0 0,0 1 0 0 0,0-1-1 0 0,0 0 1 0 0,0 0-1 0 0,-1 0 1 0 0,5-5-1 0 0,0-1-2 0 0,0 0-1 0 0,0 0 0 0 0,-1-1 1 0 0,5-10-1 0 0,-6 12-9 0 0,2-6 10 0 0,-1-1 0 0 0,0 0 0 0 0,7-24 0 0 0,-2 2 0 0 0,-23 162-8 0 0,14-118 25 0 0,-1-7-12 0 0,-1 1-1 0 0,1-1 1 0 0,-1 1-1 0 0,1 0 1 0 0,-1-1-1 0 0,0 1 1 0 0,1-1-1 0 0,-1 1 1 0 0,0 0-1 0 0,0-1 1 0 0,0 1-1 0 0,0 0 1 0 0,-1-1-1 0 0,1 1 0 0 0,0 0 1 0 0,-1-1-1 0 0,1 1 1 0 0,-2 2-1 0 0,1 1 105 0 0,0 0-688 0 0,10-26-7116 0 0,-9 12 5250 0 0</inkml:trace>
</inkml:ink>
</file>

<file path=ppt/ink/ink3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2:49:10.1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41 744 0 0,'45'-40'9489'0'0,"-44"40"-9052"0"0,11 22-2804 0 0,-12-7-1743 0 0,0-9 1753 0 0</inkml:trace>
</inkml:ink>
</file>

<file path=ppt/ink/ink3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2:49:11.7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51 24 0 0,'0'0'1229'0'0,"6"-41"5383"0"0,-6 41-6569 0 0,0 0-1 0 0,0-1 1 0 0,0 1-1 0 0,0 0 1 0 0,0-1-1 0 0,0 1 1 0 0,0 0-1 0 0,0-1 1 0 0,0 1-1 0 0,0-1 1 0 0,0 1-1 0 0,0 0 1 0 0,0-1-1 0 0,1 1 1 0 0,-1 0-1 0 0,0-1 1 0 0,0 1-1 0 0,0 0 1 0 0,1 0-1 0 0,-1-1 1 0 0,0 1-1 0 0,0 0 1 0 0,1 0-1 0 0,-1-1 1 0 0,0 1-1 0 0,1 0 1 0 0,-1 0-1 0 0,0 0 1 0 0,0-1-1 0 0,1 1 1 0 0,-1 0-1 0 0,0 0 0 0 0,1 0 1 0 0,-1 0-1 0 0,1 0 1 0 0,-1 0-1 0 0,0 0 1 0 0,1 0-1 0 0,-1 0 1 0 0,0 0-1 0 0,1 0 1 0 0,-1 0-1 0 0,0 0 1 0 0,1 0-1 0 0,-1 0 1 0 0,0 0-1 0 0,1 0 1 0 0,-1 0-1 0 0,1 0 1 0 0,-1 0-1 0 0,0 1 1 0 0,0-1-1 0 0,1 0 1 0 0,-1 0-1 0 0,0 0 1 0 0,1 1-1 0 0,-1-1 1 0 0,0 0-1 0 0,0 0 1 0 0,1 1-1 0 0,-1-1 1 0 0,0 0-1 0 0,0 1 1 0 0,0-1-1 0 0,1 0 1 0 0,-1 1-1 0 0,0-1 1 0 0,0 0-1 0 0,0 1 1 0 0,2 1-42 0 0,0 0 0 0 0,0 0 0 0 0,-1 0 1 0 0,1 0-1 0 0,-1 0 0 0 0,1 0 1 0 0,-1 0-1 0 0,0 1 0 0 0,0-1 0 0 0,0 0 1 0 0,1 4-1 0 0,5 30 169 0 0,-5-28-143 0 0,0 0 0 0 0,0 1-1 0 0,-1-1 1 0 0,0 0 0 0 0,0 1 0 0 0,-1-1 0 0 0,0 1-1 0 0,-1-1 1 0 0,0 0 0 0 0,-2 9 0 0 0,1-11 459 0 0,3-9-185 0 0,9-20-89 0 0,-6 12-204 0 0,1 1 0 0 0,0-1 1 0 0,11-15-1 0 0,-8 18-4 0 0,0-1 0 0 0,1 1 0 0 0,0 0 0 0 0,1 1 0 0 0,-1 0 0 0 0,1 1 0 0 0,1 0 0 0 0,-1 0 0 0 0,1 1 0 0 0,0 1 0 0 0,0-1 0 0 0,22-4 0 0 0,-30 9-5 0 0,0-1 1 0 0,0 1 0 0 0,-1 0-1 0 0,1 0 1 0 0,0 0 0 0 0,0 1-1 0 0,0-1 1 0 0,0 0 0 0 0,-1 1-1 0 0,1 0 1 0 0,0 0 0 0 0,0 0-1 0 0,-1 0 1 0 0,1 0 0 0 0,-1 0-1 0 0,1 1 1 0 0,-1-1 0 0 0,1 1-1 0 0,-1 0 1 0 0,0-1 0 0 0,0 1-1 0 0,0 0 1 0 0,0 0 0 0 0,0 1-1 0 0,0-1 1 0 0,-1 0 0 0 0,1 1-1 0 0,-1-1 1 0 0,0 1 0 0 0,1-1-1 0 0,0 4 1 0 0,2 4 13 0 0,-1 0-1 0 0,0-1 1 0 0,-1 1-1 0 0,0 1 1 0 0,0-1 0 0 0,-1 0-1 0 0,-1 12 1 0 0,9 12-1092 0 0,-6-26-6154 0 0</inkml:trace>
</inkml:ink>
</file>

<file path=ppt/ink/ink3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2:49:12.1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 0 596 0 0,'1'1'7724'0'0,"-1"13"-7539"0"0,-3 10 418 0 0,0 0-1 0 0,-1-1 0 0 0,-12 34 0 0 0,6-34-1905 0 0</inkml:trace>
</inkml:ink>
</file>

<file path=ppt/ink/ink3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2:49:12.4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25 360 0 0,'1'-24'8571'0'0,"4"46"-9279"0"0,3 10-3989 0 0,-5-22 2711 0 0</inkml:trace>
</inkml:ink>
</file>

<file path=ppt/ink/ink3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2:49:13.1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176 51 528 0 0,'15'-37'7808'0'0,"-15"36"-7749"0"0,0 0-1 0 0,-1 0 1 0 0,1 1 0 0 0,0-1-1 0 0,-1 0 1 0 0,1 1-1 0 0,0-1 1 0 0,-1 0 0 0 0,1 1-1 0 0,-1-1 1 0 0,1 1-1 0 0,-1-1 1 0 0,1 1 0 0 0,-1-1-1 0 0,0 1 1 0 0,1-1-1 0 0,-1 1 1 0 0,0-1 0 0 0,1 1-1 0 0,-1 0 1 0 0,0-1-1 0 0,1 1 1 0 0,-1 0 0 0 0,0 0-1 0 0,0-1 1 0 0,1 1-1 0 0,-1 0 1 0 0,-1 0 0 0 0,-30 4 523 0 0,-26 20-144 0 0,48-19-357 0 0,0 1 0 0 0,1 0 1 0 0,0 0-1 0 0,-12 11 0 0 0,18-15-69 0 0,1 0 0 0 0,0 0 0 0 0,0 0 1 0 0,1 0-1 0 0,-1 1 0 0 0,0-1 1 0 0,1 0-1 0 0,-1 1 0 0 0,1-1 0 0 0,0 1 1 0 0,0 0-1 0 0,0-1 0 0 0,0 1 0 0 0,0 0 1 0 0,1 0-1 0 0,-1-1 0 0 0,1 1 0 0 0,-1 0 1 0 0,1 0-1 0 0,0 0 0 0 0,0 0 0 0 0,1 3 1 0 0,0-5-10 0 0,0 1 0 0 0,0-1 0 0 0,0 0 0 0 0,0 1 0 0 0,0-1-1 0 0,0 0 1 0 0,0 1 0 0 0,0-1 0 0 0,1 0 0 0 0,-1 0 0 0 0,0 0 0 0 0,1 0 0 0 0,-1 0 0 0 0,1-1 0 0 0,-1 1 0 0 0,1 0 0 0 0,0-1 0 0 0,-1 1 0 0 0,1-1 0 0 0,-1 1 0 0 0,1-1 0 0 0,0 0 0 0 0,0 0 0 0 0,-1 1 0 0 0,1-1 0 0 0,0-1 0 0 0,2 1-1 0 0,49-4-48 0 0,-50 3 35 0 0,13-2-53 0 0,0 0 0 0 0,-1-2 0 0 0,0 0 0 0 0,17-8-1 0 0,-32 13 51 0 0,1 0 12 0 0,-1-1 0 0 0,1 1-1 0 0,-1 0 1 0 0,1-1 0 0 0,-1 1 0 0 0,1 0 0 0 0,0 0 0 0 0,-1-1 0 0 0,1 1 0 0 0,-1 0 0 0 0,1 0 0 0 0,0 0 0 0 0,-1 0-1 0 0,1 0 1 0 0,-1 0 0 0 0,1 0 0 0 0,0 0 0 0 0,-1 0 0 0 0,1 0 0 0 0,0 0 0 0 0,-1 1 0 0 0,1-1 0 0 0,-1 0 0 0 0,1 0-1 0 0,-1 1 1 0 0,1-1 0 0 0,-1 0 0 0 0,1 0 0 0 0,0 1 0 0 0,-1-1 0 0 0,1 1 0 0 0,22 9-44 0 0,-20-8 44 0 0,0 1 0 0 0,0-1 0 0 0,1-1 0 0 0,-1 1 0 0 0,1 0 0 0 0,0-1 0 0 0,-1 0 0 0 0,1 0 0 0 0,0 0 0 0 0,0 0 0 0 0,-1-1 0 0 0,1 1 0 0 0,0-1 0 0 0,0 0 0 0 0,0 0 0 0 0,0 0 0 0 0,0-1 0 0 0,-1 1 0 0 0,1-1 0 0 0,0 0 0 0 0,0 0 0 0 0,5-3 0 0 0,3-3 4 0 0,1 0 0 0 0,-1-1 0 0 0,-1 0 0 0 0,22-20 0 0 0,-22 18-2 0 0,1 0 0 0 0,0 1 0 0 0,0 0 0 0 0,21-11 0 0 0,-32 20 5 0 0,2 1-4 0 0,0 1-1 0 0,1 0 1 0 0,-1 0 0 0 0,0 0 0 0 0,0 0 0 0 0,0 0 0 0 0,-1 0-1 0 0,1 1 1 0 0,-1 0 0 0 0,1-1 0 0 0,-1 1 0 0 0,0 0 0 0 0,0 0 0 0 0,0 0-1 0 0,1 4 1 0 0,21 22 20 0 0,-19-26-16 0 0,0 0-1 0 0,0 0 0 0 0,0 0 0 0 0,1-1 1 0 0,-1 0-1 0 0,0 0 0 0 0,1 0 0 0 0,0 0 1 0 0,-1-1-1 0 0,1 0 0 0 0,0-1 0 0 0,11 1 1 0 0,4-2 29 0 0,0-1 1 0 0,28-6 0 0 0,32-3 710 0 0,-80 11-729 0 0,-5 2-670 0 0,-25 6-961 0 0,6-2-3335 0 0,14-4 2120 0 0</inkml:trace>
</inkml:ink>
</file>

<file path=ppt/ink/ink3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2:49:15.4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309 68 244 0 0,'-5'-19'1416'0'0,"-7"-18"813"0"0,12 36-2187 0 0,-1 1-1 0 0,1-1 1 0 0,0 0 0 0 0,-1 0-1 0 0,0 1 1 0 0,1-1 0 0 0,-1 0 0 0 0,1 1-1 0 0,-1-1 1 0 0,0 1 0 0 0,0-1-1 0 0,1 1 1 0 0,-1-1 0 0 0,0 1 0 0 0,0-1-1 0 0,1 1 1 0 0,-1 0 0 0 0,0-1-1 0 0,0 1 1 0 0,0 0 0 0 0,0 0-1 0 0,0 0 1 0 0,1 0 0 0 0,-1 0 0 0 0,0 0-1 0 0,0 0 1 0 0,0 0 0 0 0,0 0-1 0 0,0 0 1 0 0,0 0 0 0 0,1 0 0 0 0,-1 1-1 0 0,0-1 1 0 0,0 0 0 0 0,0 1-1 0 0,0-1 1 0 0,0 1 0 0 0,-23 11 206 0 0,1 0 0 0 0,1 2 0 0 0,0 0 0 0 0,1 2-1 0 0,1 0 1 0 0,-28 29 0 0 0,39-36-191 0 0,1 0 0 0 0,0 1 0 0 0,1 0 0 0 0,0 1 0 0 0,1 0 0 0 0,0 0 0 0 0,0 0 0 0 0,1 0 0 0 0,1 1 0 0 0,0 0 0 0 0,1 0 0 0 0,0 0 0 0 0,0 1 0 0 0,1-1 0 0 0,1 0 0 0 0,0 16 0 0 0,2-20-39 0 0,0 0 1 0 0,0-1-1 0 0,1 1 0 0 0,0 0 0 0 0,0-1 1 0 0,1 1-1 0 0,0-1 0 0 0,0 0 1 0 0,0 0-1 0 0,1 0 0 0 0,0 0 0 0 0,1-1 1 0 0,0 1-1 0 0,0-1 0 0 0,0 0 0 0 0,0-1 1 0 0,1 1-1 0 0,0-1 0 0 0,0 0 1 0 0,1-1-1 0 0,-1 1 0 0 0,1-1 0 0 0,0-1 1 0 0,0 1-1 0 0,9 2 0 0 0,-7-2-7 0 0,1-1-1 0 0,-1-1 1 0 0,0 1-1 0 0,1-1 1 0 0,-1-1 0 0 0,1 0-1 0 0,0 0 1 0 0,-1-1-1 0 0,1 0 1 0 0,0-1-1 0 0,-1 0 1 0 0,1 0-1 0 0,-1-1 1 0 0,1-1 0 0 0,-1 1-1 0 0,0-2 1 0 0,0 1-1 0 0,0-1 1 0 0,0 0-1 0 0,9-7 1 0 0,3-6 12 0 0,-17 13-15 0 0,0 0 0 0 0,0 0 0 0 0,0 1 0 0 0,1 0 0 0 0,0 0 0 0 0,7-4-1 0 0,-11 7-1 0 0,-4 42 214 0 0,-2 0 0 0 0,-2 0 1 0 0,-21 70-1 0 0,11-44 12 0 0,-12 49 251 0 0,-76 199 0 0 0,102-307-546 0 0,3-7 1 0 0,0 0 1 0 0,-1 0-1 0 0,1-1 1 0 0,-1 1-1 0 0,1 0 1 0 0,-1-1-1 0 0,1 1 1 0 0,-1 0-1 0 0,0-1 1 0 0,0 1-1 0 0,0-1 1 0 0,0 1-1 0 0,0-1 0 0 0,0 0 1 0 0,0 1-1 0 0,0-1 1 0 0,-1 0-1 0 0,1 0 1 0 0,0 0-1 0 0,-3 2 1 0 0,3-4-213 0 0,0 0 0 0 0,0 0 0 0 0,0 0 0 0 0,0-1 0 0 0,0 1 0 0 0,0 0-1 0 0,0 0 1 0 0,0-1 0 0 0,1 1 0 0 0,-1 0 0 0 0,0-1 0 0 0,1 1 0 0 0,-1 0 0 0 0,1-1 0 0 0,0 1 0 0 0,-1-1 0 0 0,1 1 0 0 0,0-3 0 0 0,1-11-2246 0 0</inkml:trace>
</inkml:ink>
</file>

<file path=ppt/ink/ink3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2:49:15.8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5 236 0 0,'4'-1'198'0'0,"0"0"0"0"0,1 0 1 0 0,-1 1-1 0 0,1-1 0 0 0,-1 1 0 0 0,0 0 0 0 0,1 0 1 0 0,-1 0-1 0 0,1 1 0 0 0,-1-1 0 0 0,0 1 0 0 0,1 0 0 0 0,-1 1 1 0 0,0-1-1 0 0,0 1 0 0 0,0 0 0 0 0,0 0 0 0 0,0 0 1 0 0,0 0-1 0 0,0 1 0 0 0,-1-1 0 0 0,1 1 0 0 0,-1 0 1 0 0,0 0-1 0 0,0 0 0 0 0,0 1 0 0 0,0-1 0 0 0,0 1 0 0 0,-1-1 1 0 0,4 9-1 0 0,-4-9-144 0 0,0 0 0 0 0,0 1 0 0 0,0 0 0 0 0,-1-1 0 0 0,0 1 0 0 0,1 0 0 0 0,-1-1 0 0 0,-1 1 0 0 0,1 0 0 0 0,-1 0 0 0 0,1 0 0 0 0,-1 0 0 0 0,0 0 0 0 0,0 0 1 0 0,-1 0-1 0 0,1 0 0 0 0,-1-1 0 0 0,0 1 0 0 0,0 0 0 0 0,0 0 0 0 0,0-1 0 0 0,-1 1 0 0 0,0 0 0 0 0,1-1 0 0 0,-1 0 0 0 0,-1 1 0 0 0,1-1 0 0 0,0 0 0 0 0,-1 0 0 0 0,1 0 0 0 0,-1 0 0 0 0,0-1 0 0 0,0 1 0 0 0,-6 3 0 0 0,7-5-34 0 0,1 0-1 0 0,-1 0 0 0 0,1 0 0 0 0,-1 0 1 0 0,1 0-1 0 0,-1-1 0 0 0,0 1 1 0 0,1-1-1 0 0,-1 1 0 0 0,0-1 0 0 0,1 1 1 0 0,-1-1-1 0 0,0 0 0 0 0,0 0 0 0 0,1 0 1 0 0,-1 0-1 0 0,0 0 0 0 0,1 0 0 0 0,-1-1 1 0 0,0 1-1 0 0,0-1 0 0 0,1 1 0 0 0,-1-1 1 0 0,1 1-1 0 0,-1-1 0 0 0,0 0 0 0 0,1 0 1 0 0,0 0-1 0 0,-1 0 0 0 0,1 0 0 0 0,-1 0 1 0 0,1 0-1 0 0,0 0 0 0 0,0 0 1 0 0,0-1-1 0 0,0 1 0 0 0,0-1 0 0 0,0 1 1 0 0,0-1-1 0 0,0 1 0 0 0,0-1 0 0 0,1 1 1 0 0,-1-1-1 0 0,0 0 0 0 0,1 1 0 0 0,0-1 1 0 0,-1 0-1 0 0,1 1 0 0 0,0-1 0 0 0,0 0 1 0 0,0 0-1 0 0,0 1 0 0 0,0-1 0 0 0,0 0 1 0 0,1 1-1 0 0,-1-1 0 0 0,0 0 1 0 0,1 0-1 0 0,-1 1 0 0 0,1-1 0 0 0,1-2 1 0 0,2-3-19 0 0,0 0 1 0 0,0 0 0 0 0,0 0-1 0 0,1 1 1 0 0,-1 0 0 0 0,2 0 0 0 0,-1 0-1 0 0,1 0 1 0 0,0 1 0 0 0,0 0-1 0 0,0 0 1 0 0,1 1 0 0 0,-1-1 0 0 0,1 1-1 0 0,0 1 1 0 0,15-6 0 0 0,-14 7-391 0 0,0 0 0 0 0,1 0 0 0 0,-1 1 0 0 0,1 0 0 0 0,-1 0 0 0 0,1 1 1 0 0,-1 0-1 0 0,1 1 0 0 0,-1 0 0 0 0,9 2 0 0 0,-1 0-1586 0 0,-2-3 149 0 0</inkml:trace>
</inkml:ink>
</file>

<file path=ppt/ink/ink3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2:49:16.1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110 6 352 0 0,'0'0'2036'0'0,"0"0"-1940"0"0,-1-1 0 0 0,1 1 0 0 0,-1-1 0 0 0,1 1 0 0 0,0-1 0 0 0,-1 1 0 0 0,1 0 0 0 0,-1-1 0 0 0,1 1-1 0 0,-1 0 1 0 0,0-1 0 0 0,1 1 0 0 0,-1 0 0 0 0,1 0 0 0 0,-1 0 0 0 0,1-1 0 0 0,-1 1 0 0 0,0 0 0 0 0,1 0 0 0 0,-1 0 0 0 0,1 0 0 0 0,-2 0-1 0 0,-5 3 86 0 0,0 0 0 0 0,0 0-1 0 0,0 1 1 0 0,0 0 0 0 0,1 0-1 0 0,-1 0 1 0 0,1 1 0 0 0,0 0-1 0 0,1 0 1 0 0,-1 1-1 0 0,1 0 1 0 0,0-1 0 0 0,0 2-1 0 0,-5 8 1 0 0,10-14-108 0 0,3 3 24 0 0,-3-3-92 0 0,0-1 0 0 0,1 1 0 0 0,-1-1 0 0 0,0 0 0 0 0,0 1 0 0 0,1-1 0 0 0,-1 1 1 0 0,0-1-1 0 0,1 0 0 0 0,-1 1 0 0 0,0-1 0 0 0,1 0 0 0 0,-1 1 0 0 0,0-1 0 0 0,1 0 0 0 0,-1 1 0 0 0,1-1 0 0 0,-1 0 0 0 0,1 0 0 0 0,-1 0 0 0 0,1 1 0 0 0,-1-1 0 0 0,1 0 0 0 0,-1 0 0 0 0,1 0 0 0 0,-1 0 0 0 0,1 0 0 0 0,-1 0 0 0 0,1 0 0 0 0,34-3-1 0 0,65 1 0 0 0,-41 6-4625 0 0,-48-3 2925 0 0</inkml:trace>
</inkml:ink>
</file>

<file path=ppt/ink/ink3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2:49:16.7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96 400 0 0,'3'0'208'0'0,"0"-1"1"0"0,0 1-1 0 0,-1 0 1 0 0,1 0-1 0 0,0 0 1 0 0,0 1-1 0 0,0-1 0 0 0,0 0 1 0 0,0 1-1 0 0,0 0 1 0 0,-1 0-1 0 0,1 0 0 0 0,0 0 1 0 0,0 0-1 0 0,-1 1 1 0 0,1-1-1 0 0,-1 1 0 0 0,4 2 1 0 0,-5-2-130 0 0,1-1 0 0 0,-1 1 1 0 0,0 0-1 0 0,0 0 0 0 0,1 0 1 0 0,-1 0-1 0 0,0 0 0 0 0,-1 0 0 0 0,1 0 1 0 0,0 0-1 0 0,-1 1 0 0 0,1-1 1 0 0,-1 0-1 0 0,1 0 0 0 0,-1 1 0 0 0,0-1 1 0 0,0 0-1 0 0,0 0 0 0 0,-1 1 0 0 0,1-1 1 0 0,0 0-1 0 0,-1 0 0 0 0,1 0 1 0 0,-2 4-1 0 0,-9 18 901 0 0,6-20-204 0 0,3-15-577 0 0,2 8-185 0 0,1 0 1 0 0,0 0-1 0 0,0 0 1 0 0,0 1-1 0 0,0-1 1 0 0,0 0-1 0 0,0 0 1 0 0,1 1-1 0 0,-1-1 1 0 0,1 1-1 0 0,0-1 1 0 0,0 1-1 0 0,0 0 1 0 0,2-2-1 0 0,37-33 107 0 0,-31 29-82 0 0,6-5-13 0 0,-1 0 0 0 0,2 1 0 0 0,0 1 0 0 0,0 1 0 0 0,1 1 0 0 0,28-12 1 0 0,-42 20-25 0 0,0-1 1 0 0,0 1-1 0 0,0 0 1 0 0,0 0-1 0 0,1 0 1 0 0,-1 0-1 0 0,0 1 1 0 0,1-1 0 0 0,-1 1-1 0 0,0 0 1 0 0,1 1-1 0 0,-1-1 1 0 0,0 1-1 0 0,1 0 1 0 0,-1 0 0 0 0,0 0-1 0 0,0 1 1 0 0,0-1-1 0 0,0 1 1 0 0,0 0-1 0 0,0 0 1 0 0,0 0 0 0 0,-1 1-1 0 0,1-1 1 0 0,-1 1-1 0 0,0 0 1 0 0,1 0-1 0 0,-1 0 1 0 0,-1 1 0 0 0,1-1-1 0 0,0 1 1 0 0,-1-1-1 0 0,0 1 1 0 0,0 0-1 0 0,0 0 1 0 0,2 6-1 0 0,-2-7 0 0 0,-1 0 0 0 0,0 0 0 0 0,0 1 0 0 0,0-1 0 0 0,0 0 0 0 0,0 1-1 0 0,-1-1 1 0 0,1 1 0 0 0,-1-1 0 0 0,0 1 0 0 0,0-1 0 0 0,-1 1-1 0 0,1-1 1 0 0,-1 1 0 0 0,1-1 0 0 0,-1 0 0 0 0,0 1 0 0 0,0-1-1 0 0,-1 0 1 0 0,1 0 0 0 0,-1 0 0 0 0,0 0 0 0 0,1 0 0 0 0,-1 0-1 0 0,0 0 1 0 0,-1 0 0 0 0,1-1 0 0 0,-4 4 0 0 0,6-6 16 0 0,2-3-20 0 0,3-3 2 0 0,1 0 1 0 0,0 0-1 0 0,0 1 1 0 0,1 0-1 0 0,-1 0 1 0 0,1 0-1 0 0,0 1 1 0 0,1 0-1 0 0,9-5 1 0 0,3 0 1 0 0,1 1 0 0 0,31-8-1 0 0,-46 15 1 0 0,0 0 0 0 0,0 0 0 0 0,0 0 0 0 0,0 1 0 0 0,0 0 0 0 0,0 0 0 0 0,0 0 0 0 0,0 1 0 0 0,0 0 0 0 0,-1 0 0 0 0,1 0 0 0 0,7 3 0 0 0,-9-2 0 0 0,-1 0-1 0 0,1-1 1 0 0,-1 1 0 0 0,0 1 0 0 0,0-1-1 0 0,0 0 1 0 0,0 1 0 0 0,0-1-1 0 0,0 1 1 0 0,-1 0 0 0 0,1 0-1 0 0,-1 0 1 0 0,0 0 0 0 0,0 0-1 0 0,0 1 1 0 0,0-1 0 0 0,-1 1-1 0 0,1-1 1 0 0,0 6 0 0 0,-2-6-26 0 0,0-1 0 0 0,0 1 1 0 0,0 0-1 0 0,0-1 0 0 0,0 1 0 0 0,-1-1 0 0 0,0 1 1 0 0,1-1-1 0 0,-1 1 0 0 0,0-1 0 0 0,0 1 1 0 0,0-1-1 0 0,-1 0 0 0 0,1 0 0 0 0,-1 1 1 0 0,-1 1-1 0 0,-18 17-5133 0 0</inkml:trace>
</inkml:ink>
</file>

<file path=ppt/ink/ink3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2:49:17.3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1 172 0 0,'4'1'196'0'0,"-1"0"0"0"0,1 0-1 0 0,-1 0 1 0 0,1 0 0 0 0,-1 0 0 0 0,1 1 0 0 0,-1-1-1 0 0,0 1 1 0 0,0 0 0 0 0,0 0 0 0 0,0 0-1 0 0,0 1 1 0 0,0-1 0 0 0,-1 1 0 0 0,1 0 0 0 0,-1-1-1 0 0,0 1 1 0 0,0 0 0 0 0,0 0 0 0 0,0 0 0 0 0,0 1-1 0 0,0-1 1 0 0,-1 0 0 0 0,0 1 0 0 0,0-1 0 0 0,0 1-1 0 0,0-1 1 0 0,0 1 0 0 0,-1 0 0 0 0,1-1-1 0 0,-1 1 1 0 0,0 0 0 0 0,0-1 0 0 0,-1 6 0 0 0,0-7-153 0 0,1 0 1 0 0,-1 0-1 0 0,0-1 1 0 0,0 1-1 0 0,0 0 1 0 0,0-1-1 0 0,0 1 1 0 0,0-1-1 0 0,-1 1 1 0 0,1-1-1 0 0,0 0 1 0 0,-1 1-1 0 0,1-1 1 0 0,-1 0-1 0 0,1 0 1 0 0,-1 0-1 0 0,0 0 1 0 0,1 0-1 0 0,-1 0 1 0 0,0-1-1 0 0,0 1 1 0 0,1 0-1 0 0,-1-1 1 0 0,-2 1-1 0 0,2-1 142 0 0,-12-18 67 0 0,15 16-239 0 0,-1 0 1 0 0,1-1-1 0 0,0 1 0 0 0,-1 0 1 0 0,1-1-1 0 0,0 1 1 0 0,0 0-1 0 0,1 0 0 0 0,-1 0 1 0 0,0 0-1 0 0,1 0 1 0 0,-1 0-1 0 0,1 0 0 0 0,0 0 1 0 0,1-1-1 0 0,33-26 66 0 0,-28 23-58 0 0,-2 1-13 0 0,0 1 0 0 0,1 0 0 0 0,-1-1-1 0 0,1 2 1 0 0,0-1 0 0 0,0 1 0 0 0,0 0 0 0 0,1 1 0 0 0,-1 0 0 0 0,1 0 0 0 0,9-1 0 0 0,-13 3-6 0 0,0 0 0 0 0,-1 0 1 0 0,1 0-1 0 0,0 1 0 0 0,-1 0 0 0 0,1 0 1 0 0,0 0-1 0 0,-1 0 0 0 0,0 0 0 0 0,1 1 1 0 0,-1-1-1 0 0,0 1 0 0 0,1 0 0 0 0,-1 0 0 0 0,0 0 1 0 0,-1 0-1 0 0,1 1 0 0 0,0-1 0 0 0,-1 1 1 0 0,1 0-1 0 0,-1 0 0 0 0,0 0 0 0 0,0 0 1 0 0,0 0-1 0 0,2 5 0 0 0,0-1 8 0 0,0 0 0 0 0,-1 0 0 0 0,0 1 0 0 0,0-1 0 0 0,-1 1 0 0 0,2 9 0 0 0,-4-15 6 0 0,38-11 64 0 0,-17 4-58 0 0,50-7 45 0 0,-68 11-65 0 0,0 1 0 0 0,-1 0 0 0 0,1-1 0 0 0,0 2 0 0 0,0-1 0 0 0,0 0 1 0 0,0 0-1 0 0,0 1 0 0 0,0 0 0 0 0,0-1 0 0 0,-1 1 0 0 0,1 0 0 0 0,0 0 1 0 0,-1 1-1 0 0,1-1 0 0 0,-1 1 0 0 0,1-1 0 0 0,-1 1 0 0 0,1 0 0 0 0,1 2 1 0 0,-2-1-84 0 0,-1 0 1 0 0,0 0 0 0 0,0 0-1 0 0,-1 0 1 0 0,1 1 0 0 0,0-1 0 0 0,-1 0-1 0 0,0 1 1 0 0,0-1 0 0 0,0 6-1 0 0,1 13-4575 0 0,0-17 2528 0 0</inkml:trace>
</inkml:ink>
</file>

<file path=ppt/ink/ink3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2:49:17.9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87 24 572 0 0,'-7'-7'2105'0'0,"6"6"-1918"0"0,0-1-1 0 0,-1 1 1 0 0,1 0 0 0 0,-1 0 0 0 0,1-1-1 0 0,-1 1 1 0 0,1 0 0 0 0,-1 0-1 0 0,0 0 1 0 0,1 0 0 0 0,-1 1-1 0 0,0-1 1 0 0,0 0 0 0 0,1 1 0 0 0,-1-1-1 0 0,0 1 1 0 0,0 0 0 0 0,0 0-1 0 0,0-1 1 0 0,0 1 0 0 0,0 0 0 0 0,0 1-1 0 0,0-1 1 0 0,-2 1 0 0 0,3-1-135 0 0,-1-1 1 0 0,1 1-1 0 0,-1 1 1 0 0,1-1 0 0 0,0 0-1 0 0,-1 0 1 0 0,1 0 0 0 0,-1 1-1 0 0,1-1 1 0 0,0 1-1 0 0,-1-1 1 0 0,1 1 0 0 0,0 0-1 0 0,0-1 1 0 0,-1 1-1 0 0,1 0 1 0 0,0 0 0 0 0,0 0-1 0 0,0 0 1 0 0,0 0-1 0 0,0 0 1 0 0,0 0 0 0 0,0 0-1 0 0,0 0 1 0 0,1 0-1 0 0,-1 1 1 0 0,0-1 0 0 0,1 0-1 0 0,-2 3 1 0 0,2-3 27 0 0,3 4 92 0 0,6 9-19 0 0,-6-14-141 0 0,0 1 0 0 0,0-1 0 0 0,0 1 0 0 0,0 0 0 0 0,-1 0 0 0 0,1 0 0 0 0,0 0 0 0 0,0 0 1 0 0,-1 1-1 0 0,1-1 0 0 0,0 1 0 0 0,-1 0 0 0 0,0 0 0 0 0,1 0 0 0 0,-1 0 0 0 0,0 0 0 0 0,3 4 1 0 0,13 20 27 0 0,-16-22-31 0 0,0 0-1 0 0,0-1 0 0 0,1 1 0 0 0,0 0 0 0 0,0-1 0 0 0,0 0 0 0 0,4 4 0 0 0,-6-6-6 0 0,1 0-1 0 0,0 0 0 0 0,0-1 0 0 0,0 1 0 0 0,0 0 0 0 0,0-1 0 0 0,0 1 0 0 0,0-1 0 0 0,0 1 0 0 0,0-1 0 0 0,0 0 0 0 0,0 0 1 0 0,0 0-1 0 0,0 0 0 0 0,0 0 0 0 0,0-1 0 0 0,0 1 0 0 0,0-1 0 0 0,0 1 0 0 0,2-2 0 0 0,27-9-1 0 0,45-22 0 0 0,-14 5 11 0 0,-59 26-9 0 0,0 0 0 0 0,0 0-1 0 0,1 1 1 0 0,-1 0 0 0 0,0-1 0 0 0,1 1 0 0 0,-1 1 0 0 0,1-1 0 0 0,-1 0 0 0 0,1 1-1 0 0,-1 0 1 0 0,1 0 0 0 0,-1 0 0 0 0,1 0 0 0 0,0 0 0 0 0,-1 1 0 0 0,1-1-1 0 0,-1 1 1 0 0,1 0 0 0 0,-1 0 0 0 0,0 1 0 0 0,1-1 0 0 0,2 3 0 0 0,0 1 77 0 0,0 0 0 0 0,0 1 0 0 0,0 0 1 0 0,9 12-1 0 0,-11-11-600 0 0,1-1 0 0 0,0 0 0 0 0,0-1 0 0 0,13 11 0 0 0,-18-15 118 0 0,5 1-2926 0 0,6 0 1196 0 0</inkml:trace>
</inkml:ink>
</file>

<file path=ppt/ink/ink3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2:49:18.2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301 20 92 0 0,'-2'-17'2452'0'0,"-4"14"-311"0"0,-17 26-819 0 0,-18 27-390 0 0,3 2 1 0 0,-61 108 0 0 0,83-130-762 0 0,2 0 1 0 0,2 2 0 0 0,0-1-1 0 0,2 2 1 0 0,2-1 0 0 0,0 1 0 0 0,-3 49-1 0 0,11-61-112 0 0,1-1 0 0 0,0 0 0 0 0,2 1 0 0 0,0-1 0 0 0,1 0 0 0 0,1-1 0 0 0,1 1 0 0 0,1-1 0 0 0,1 0 0 0 0,15 28 0 0 0,-17-35-316 0 0,0-2 1 0 0,1 1-1 0 0,0-1 0 0 0,0 0 1 0 0,1 0-1 0 0,1-1 0 0 0,-1 0 1 0 0,1-1-1 0 0,1 0 0 0 0,0 0 0 0 0,0-1 1 0 0,0 0-1 0 0,1-1 0 0 0,0 0 1 0 0,0-1-1 0 0,1 0 0 0 0,0-1 1 0 0,20 6-1 0 0,-9-9-1998 0 0,-1-2 172 0 0</inkml:trace>
</inkml:ink>
</file>

<file path=ppt/ink/ink3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2:49:18.8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39 118 108 0 0,'0'0'2548'0'0,"-1"3"-1957"0"0,-8 42 475 0 0,1 0 0 0 0,2 1-1 0 0,1 70 1 0 0,2-58-539 0 0,-3 208 1269 0 0,10-159 217 0 0,-7-144-1507 0 0,29-142 55 0 0,-12 75-476 0 0,4 1 1 0 0,31-101-1 0 0,-44 192-75 0 0,0 1-1 0 0,0-1 1 0 0,1 1-1 0 0,0 0 1 0 0,1 0-1 0 0,1 1 1 0 0,-1 0 0 0 0,2 0-1 0 0,-1 1 1 0 0,1 0-1 0 0,1 0 1 0 0,-1 1-1 0 0,21-12 1 0 0,-25 17-9 0 0,0 0 0 0 0,0 0 0 0 0,1 0 0 0 0,-1 1 1 0 0,1 0-1 0 0,-1 0 0 0 0,1 0 0 0 0,0 1 0 0 0,0 0 0 0 0,0 0 0 0 0,0 0 1 0 0,0 1-1 0 0,0 0 0 0 0,0 0 0 0 0,0 1 0 0 0,0-1 0 0 0,0 1 1 0 0,0 1-1 0 0,-1-1 0 0 0,1 1 0 0 0,0 0 0 0 0,-1 0 0 0 0,1 1 0 0 0,-1-1 1 0 0,0 1-1 0 0,1 0 0 0 0,-1 1 0 0 0,-1-1 0 0 0,1 1 0 0 0,7 9 1 0 0,-7-8-2 0 0,0 0 0 0 0,-1 1 0 0 0,1-1 0 0 0,-1 1 0 0 0,-1 0 1 0 0,1 0-1 0 0,-1 1 0 0 0,0-1 0 0 0,-1 1 0 0 0,1 0 1 0 0,-1-1-1 0 0,-1 1 0 0 0,1 0 0 0 0,-1 0 0 0 0,-1 0 1 0 0,1 0-1 0 0,-1 1 0 0 0,0-1 0 0 0,-1 0 0 0 0,1 0 0 0 0,-1 0 1 0 0,-1 0-1 0 0,0 0 0 0 0,0-1 0 0 0,0 1 0 0 0,0 0 1 0 0,-1-1-1 0 0,0 1 0 0 0,-1-1 0 0 0,1 0 0 0 0,-1 0 0 0 0,-1-1 1 0 0,1 1-1 0 0,-1-1 0 0 0,0 0 0 0 0,0 0 0 0 0,0 0 1 0 0,-1-1-1 0 0,1 1 0 0 0,-1-1 0 0 0,0-1 0 0 0,-1 1 0 0 0,1-1 1 0 0,0 0-1 0 0,-1-1 0 0 0,-7 3 0 0 0,-2 0-34 0 0,0-1 0 0 0,-1-1 0 0 0,1 0 0 0 0,-1-1 0 0 0,0-1 0 0 0,1-1 0 0 0,-1 0 0 0 0,-17-3 0 0 0,24 2-406 0 0,1-1 0 0 0,-1-1-1 0 0,1 1 1 0 0,0-2 0 0 0,-12-5 0 0 0,20 9 193 0 0,1 0 0 0 0,-1-1 0 0 0,0 1 0 0 0,1-1 0 0 0,-1 1 0 0 0,1-1 0 0 0,-1 1 0 0 0,1-1 0 0 0,-1 1 0 0 0,1-1 0 0 0,-1 1 0 0 0,1-1 0 0 0,-1 1 0 0 0,1-1 0 0 0,0 0 0 0 0,-1 1 0 0 0,1-1 0 0 0,0 0 0 0 0,0 1 0 0 0,-1-1 0 0 0,1 0 0 0 0,0-1 0 0 0</inkml:trace>
</inkml:ink>
</file>

<file path=ppt/ink/ink3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2:49:19.5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343 74 592 0 0,'1'-2'211'0'0,"0"1"1"0"0,0-1-1 0 0,0 1 0 0 0,-1-1 0 0 0,1 1 0 0 0,0-1 1 0 0,-1 0-1 0 0,1 1 0 0 0,-1-1 0 0 0,0 0 1 0 0,1 1-1 0 0,-1-1 0 0 0,0 0 0 0 0,0 0 0 0 0,0 1 1 0 0,0-1-1 0 0,-1 0 0 0 0,1 1 0 0 0,-1-4 1 0 0,-11-27 2790 0 0,10 31-2950 0 0,1 0 0 0 0,-1 1 0 0 0,1-1 0 0 0,-1 0 1 0 0,1 1-1 0 0,-1-1 0 0 0,0 1 0 0 0,1 0 0 0 0,-1-1 1 0 0,0 1-1 0 0,1 0 0 0 0,-1 0 0 0 0,0 0 0 0 0,1 0 0 0 0,-1 0 1 0 0,0 1-1 0 0,1-1 0 0 0,-3 1 0 0 0,-30 8 353 0 0,31-8-360 0 0,-14 5 85 0 0,1 1 0 0 0,-1 1 0 0 0,1 1-1 0 0,0 0 1 0 0,1 1 0 0 0,0 1 0 0 0,0 0 0 0 0,1 1-1 0 0,1 0 1 0 0,0 1 0 0 0,1 1 0 0 0,-11 16-1 0 0,15-20-75 0 0,1 1 0 0 0,0 0 0 0 0,0 0-1 0 0,1 0 1 0 0,1 1 0 0 0,0 0-1 0 0,1 0 1 0 0,0 1 0 0 0,1-1-1 0 0,0 1 1 0 0,1 0 0 0 0,0 0-1 0 0,1 0 1 0 0,1 0 0 0 0,0 0-1 0 0,0 0 1 0 0,5 21 0 0 0,-4-29-33 0 0,0 1 0 0 0,1 0-1 0 0,0-1 1 0 0,0 1 0 0 0,0-1 0 0 0,1 1 0 0 0,-1-1 0 0 0,1 0 0 0 0,1 0-1 0 0,-1 0 1 0 0,1-1 0 0 0,0 1 0 0 0,0-1 0 0 0,0 0 0 0 0,0 0 0 0 0,1 0 0 0 0,0-1-1 0 0,-1 1 1 0 0,8 2 0 0 0,-7-4-8 0 0,-1 0 0 0 0,1-1 0 0 0,0 0 0 0 0,0 0-1 0 0,0 0 1 0 0,0-1 0 0 0,0 0 0 0 0,1 0 0 0 0,-1 0 0 0 0,0 0-1 0 0,0-1 1 0 0,0 0 0 0 0,0 0 0 0 0,0 0 0 0 0,-1-1 0 0 0,1 1-1 0 0,0-1 1 0 0,-1 0 0 0 0,1-1 0 0 0,-1 1 0 0 0,1-1 0 0 0,4-4-1 0 0,12-9 22 0 0,-13 10-27 0 0,0 0 0 0 0,0 0 0 0 0,0 1 1 0 0,11-4-1 0 0,-16 7-5 0 0,0 1 0 0 0,0 0 0 0 0,0 0 0 0 0,0 1 1 0 0,1-1-1 0 0,-1 1 0 0 0,0 0 0 0 0,1-1 0 0 0,-1 1 0 0 0,0 1 1 0 0,0-1-1 0 0,1 0 0 0 0,-1 1 0 0 0,0 0 0 0 0,0 0 0 0 0,5 1 0 0 0,-5 0 1 0 0,-1-1-1 0 0,1 1 1 0 0,-1 0-1 0 0,0 0 1 0 0,1 0-1 0 0,-1 0 1 0 0,0 0-1 0 0,0 1 1 0 0,0-1-1 0 0,-1 0 1 0 0,1 1-1 0 0,0 0 1 0 0,-1-1-1 0 0,0 1 1 0 0,0 0-1 0 0,1-1 0 0 0,-2 1 1 0 0,1 0-1 0 0,0 0 1 0 0,-1 0-1 0 0,1 0 1 0 0,-1 0-1 0 0,0 0 1 0 0,0 0-1 0 0,0 0 1 0 0,0 0-1 0 0,-1 5 1 0 0,0 3 36 0 0,-1 0 0 0 0,0 0 1 0 0,-1 0-1 0 0,0 0 0 0 0,0 0 1 0 0,-6 10-1 0 0,4-5-588 0 0,5-15 322 0 0,-1 0 1 0 0,1 0-1 0 0,0 0 0 0 0,0 0 0 0 0,0 0 0 0 0,0 0 0 0 0,0 0 0 0 0,0 0 1 0 0,0 0-1 0 0,1 0 0 0 0,-1 0 0 0 0,0 0 0 0 0,0 0 0 0 0,1-1 0 0 0,-1 1 1 0 0,1 0-1 0 0,-1 0 0 0 0,1 0 0 0 0,-1 0 0 0 0,1 0 0 0 0,1 1 0 0 0</inkml:trace>
</inkml:ink>
</file>

<file path=ppt/ink/ink3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2:49:19.8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894 0 404 0 0,'8'17'435'0'0,"0"-1"1"0"0,-1 1-1 0 0,-1 1 1 0 0,0-1-1 0 0,-1 1 0 0 0,-1 0 1 0 0,-1 0-1 0 0,-1 0 0 0 0,1 22 1 0 0,-4-11-11 0 0,0-1 0 0 0,-2 0-1 0 0,-1 0 1 0 0,-2 0 0 0 0,-11 37 0 0 0,-4-6 327 0 0,-3-1 1 0 0,-3-2-1 0 0,-1 0 0 0 0,-63 88 0 0 0,48-82 151 0 0,-59 66 1 0 0,82-106-756 0 0,-1-1 1 0 0,-1-1 0 0 0,-1-2 0 0 0,0 0 0 0 0,-2-1 0 0 0,-26 14 0 0 0,-2-4-946 0 0,-94 33 0 0 0,105-47-2485 0 0,-56 11 0 0 0,46-17 43 0 0</inkml:trace>
</inkml:ink>
</file>

<file path=ppt/ink/ink3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2:49:36.1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632 62 308 0 0,'0'-2'202'0'0,"0"-1"1"0"0,0 1-1 0 0,0-1 0 0 0,0 1 1 0 0,0-1-1 0 0,0 1 1 0 0,-1 0-1 0 0,1-1 0 0 0,-1 1 1 0 0,0-1-1 0 0,1 1 0 0 0,-1 0 1 0 0,0 0-1 0 0,0 0 0 0 0,-1-1 1 0 0,1 1-1 0 0,0 0 1 0 0,-1 0-1 0 0,1 1 0 0 0,-1-1 1 0 0,0 0-1 0 0,0 0 0 0 0,1 1 1 0 0,-1-1-1 0 0,0 1 0 0 0,-3-2 1 0 0,1 2-117 0 0,0 0 0 0 0,0 1 0 0 0,0-1 0 0 0,0 1 0 0 0,0-1 0 0 0,0 1 0 0 0,-1 1 0 0 0,1-1 0 0 0,0 0 0 0 0,0 1 0 0 0,0 0 0 0 0,0 0 0 0 0,0 0 0 0 0,0 1 0 0 0,-5 2 0 0 0,-25 11 183 0 0,1 1 0 0 0,1 2 0 0 0,1 2 0 0 0,1 0 0 0 0,-53 47 0 0 0,37-23 53 0 0,2 1-1 0 0,-62 83 1 0 0,94-111-255 0 0,1-1 0 0 0,1 1 0 0 0,0 1 0 0 0,1-1 0 0 0,1 2 0 0 0,0-1 0 0 0,2 1 0 0 0,0 0 0 0 0,-5 35 0 0 0,10-44-45 0 0,0-1 0 0 0,0 1 0 0 0,2-1 0 0 0,-1 1-1 0 0,1-1 1 0 0,0 0 0 0 0,1 1 0 0 0,0-1 0 0 0,1 0 0 0 0,0 0 0 0 0,0 0 0 0 0,1 0 0 0 0,0-1-1 0 0,0 1 1 0 0,1-1 0 0 0,0 0 0 0 0,1 0 0 0 0,0-1 0 0 0,0 0 0 0 0,0 0 0 0 0,1 0-1 0 0,10 7 1 0 0,-5-5-140 0 0,1 0-1 0 0,1-1 1 0 0,0 0-1 0 0,0-1 0 0 0,0-1 1 0 0,1-1-1 0 0,0 0 1 0 0,0 0-1 0 0,0-1 1 0 0,25 2-1 0 0,-16-4-1285 0 0,0 0-1 0 0,-1-2 1 0 0,36-4-1 0 0,-32 1-833 0 0</inkml:trace>
</inkml:ink>
</file>

<file path=ppt/ink/ink3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2:49:36.9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394 420 488 0 0,'0'0'3020'0'0,"-6"1"-2608"0"0,-17 2-102 0 0,-1-1 0 0 0,0-1 0 0 0,0-1 0 0 0,0-1 1 0 0,0-1-1 0 0,0-1 0 0 0,1-1 0 0 0,-1-1 0 0 0,-22-8 0 0 0,37 10-236 0 0,1-1-1 0 0,-1 0 0 0 0,1 0 0 0 0,0 0 0 0 0,1-1 0 0 0,-1 0 0 0 0,1-1 0 0 0,0 0 0 0 0,0 0 0 0 0,0 0 0 0 0,-10-14 0 0 0,14 14-39 0 0,-1 0 0 0 0,1-1 1 0 0,0 1-1 0 0,0 0 0 0 0,1-1 1 0 0,0 0-1 0 0,0 0 1 0 0,1 0-1 0 0,0 0 0 0 0,0 1 1 0 0,1-2-1 0 0,-1 1 0 0 0,1 0 1 0 0,1 0-1 0 0,0 0 0 0 0,0 0 1 0 0,2-9-1 0 0,1 4-13 0 0,-1 1 1 0 0,2 0-1 0 0,-1 0 0 0 0,1 0 1 0 0,1 1-1 0 0,0 0 0 0 0,1 0 1 0 0,0 0-1 0 0,0 1 0 0 0,1 0 1 0 0,0 0-1 0 0,0 1 0 0 0,1 0 1 0 0,0 0-1 0 0,1 1 0 0 0,0 1 1 0 0,0-1-1 0 0,0 2 0 0 0,1-1 1 0 0,0 1-1 0 0,18-5 0 0 0,-26 9-19 0 0,0 1-1 0 0,0 0 0 0 0,1 0 0 0 0,-1 0 1 0 0,0 0-1 0 0,0 0 0 0 0,0 1 0 0 0,0-1 1 0 0,0 1-1 0 0,0 0 0 0 0,0 0 0 0 0,0 0 1 0 0,0 0-1 0 0,-1 1 0 0 0,1-1 0 0 0,0 1 0 0 0,-1-1 1 0 0,1 1-1 0 0,-1 0 0 0 0,1 0 0 0 0,-1 0 1 0 0,0 1-1 0 0,0-1 0 0 0,0 0 0 0 0,0 1 1 0 0,0-1-1 0 0,-1 1 0 0 0,1 0 0 0 0,-1-1 0 0 0,0 1 1 0 0,0 0-1 0 0,2 4 0 0 0,2 8 4 0 0,-1-1 0 0 0,0 1 0 0 0,-1 1 0 0 0,2 29 0 0 0,-3-10 0 0 0,-2-1 0 0 0,-2 1 1 0 0,-1-1-1 0 0,-14 62 0 0 0,-49 134 47 0 0,40-149-30 0 0,13-41 2 0 0,-1 0 0 0 0,-2 0-1 0 0,-2-2 1 0 0,-33 54 0 0 0,45-83-2 0 0,-7 7 0 0 0,12-15-67 0 0,-4-28-1532 0 0,23-36-2893 0 0,-12 40 2656 0 0</inkml:trace>
</inkml:ink>
</file>

<file path=ppt/ink/ink3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2:49:37.3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 1 24 0 0,'-26'127'6633'0'0,"45"-139"-6343"0"0,17-15 187 0 0,40-38 0 0 0,-68 58-346 0 0,-7 6-67 0 0,6 35 53 0 0,-8-28-194 0 0,1 0 1 0 0,0-1 0 0 0,0 1-1 0 0,0-1 1 0 0,0 1 0 0 0,1 0-1 0 0,0-1 1 0 0,0 1-1 0 0,1-1 1 0 0,0 1 0 0 0,0-1-1 0 0,3 7 1 0 0,-3-9-200 0 0,0 0 1 0 0,0-1 0 0 0,-1 1-1 0 0,2-1 1 0 0,-1 1-1 0 0,0-1 1 0 0,0 0-1 0 0,1 0 1 0 0,-1 0-1 0 0,1 0 1 0 0,0-1-1 0 0,-1 1 1 0 0,1-1-1 0 0,0 1 1 0 0,3 0-1 0 0,6 1-1308 0 0</inkml:trace>
</inkml:ink>
</file>

<file path=ppt/ink/ink3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2:49:37.7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5 509 12 0 0,'-1'1'93'0'0,"1"1"1"0"0,-1 0-1 0 0,0 0 0 0 0,1-1 1 0 0,0 1-1 0 0,-1 0 0 0 0,1 0 1 0 0,0 0-1 0 0,0-1 0 0 0,0 1 1 0 0,0 0-1 0 0,0 0 0 0 0,0 0 1 0 0,1-1-1 0 0,-1 1 0 0 0,1 0 1 0 0,-1 0-1 0 0,1-1 0 0 0,0 1 1 0 0,-1 0-1 0 0,1-1 0 0 0,2 4 1 0 0,-1-4-31 0 0,-1 0 0 0 0,1 0 0 0 0,-1-1 1 0 0,1 1-1 0 0,0 0 0 0 0,0-1 0 0 0,-1 1 1 0 0,1-1-1 0 0,0 1 0 0 0,0-1 0 0 0,-1 0 0 0 0,1 0 1 0 0,0 1-1 0 0,0-1 0 0 0,0-1 0 0 0,-1 1 0 0 0,1 0 1 0 0,3-1-1 0 0,3-1 71 0 0,1 0 1 0 0,-1-1-1 0 0,0 0 0 0 0,0 0 1 0 0,0-1-1 0 0,0 0 0 0 0,0-1 1 0 0,9-7-1 0 0,-5 1 6 0 0,-1-1 0 0 0,0 0 0 0 0,0 0 0 0 0,-2-2 0 0 0,1 1 0 0 0,-2-1 0 0 0,0 0 0 0 0,0-1 1 0 0,-2 0-1 0 0,0 0 0 0 0,0 0 0 0 0,-2-1 0 0 0,0 0 0 0 0,4-29 0 0 0,-6 30-88 0 0,-1 0 1 0 0,0-1 0 0 0,-1 1-1 0 0,-1 0 1 0 0,-1 0-1 0 0,0 0 1 0 0,0 0 0 0 0,-2 0-1 0 0,0 1 1 0 0,0-1-1 0 0,-2 1 1 0 0,1 0 0 0 0,-2 0-1 0 0,0 1 1 0 0,-1 0-1 0 0,-11-15 1 0 0,18 26-39 0 0,-1 0 0 0 0,0 1 0 0 0,0-1 0 0 0,0 0 0 0 0,0 1 0 0 0,0 0 1 0 0,0-1-1 0 0,0 1 0 0 0,0 0 0 0 0,0 0 0 0 0,-1 0 0 0 0,-3-1 0 0 0,6 2-12 0 0,0 0 1 0 0,-1 0-1 0 0,1 0 1 0 0,0 0-1 0 0,-1 0 1 0 0,1 0-1 0 0,0 0 1 0 0,-1 0-1 0 0,1 0 1 0 0,0 0-1 0 0,-1 0 1 0 0,1 0-1 0 0,0 0 1 0 0,0 0-1 0 0,-1 0 1 0 0,1 0-1 0 0,0 0 1 0 0,-1 0-1 0 0,1 1 1 0 0,0-1-1 0 0,0 0 1 0 0,-1 0-1 0 0,1 0 1 0 0,0 0-1 0 0,0 1 1 0 0,-1-1-1 0 0,1 0 1 0 0,0 0-1 0 0,0 1 1 0 0,0-1-1 0 0,0 0 0 0 0,-1 0 1 0 0,1 1-1 0 0,0-1 1 0 0,5 20 42 0 0,7-2-13 0 0,0 0 0 0 0,1-1 1 0 0,0-1-1 0 0,1-1 1 0 0,21 18-1 0 0,32 38 48 0 0,-50-49-32 0 0,-1 0 1 0 0,-1 1 0 0 0,23 47-1 0 0,-34-62-37 0 0,-1 0-1 0 0,0 1 0 0 0,0-1 0 0 0,-1 0 0 0 0,0 1 1 0 0,-1 0-1 0 0,1-1 0 0 0,-2 1 0 0 0,1 0 0 0 0,-1 0 1 0 0,0 0-1 0 0,-1-1 0 0 0,0 1 0 0 0,-1 0 0 0 0,0-1 1 0 0,-4 12-1 0 0,5-17-4 0 0,-1 1-1 0 0,0-1 1 0 0,0 0 0 0 0,-1 0 0 0 0,1 0 0 0 0,-1 0 0 0 0,1 0 0 0 0,-1-1 0 0 0,0 1-1 0 0,0-1 1 0 0,0 1 0 0 0,0-1 0 0 0,-6 2 0 0 0,8-3-141 0 0,-1 0 0 0 0,1-1 1 0 0,0 1-1 0 0,0 0 0 0 0,-1-1 1 0 0,1 0-1 0 0,0 1 0 0 0,-1-1 1 0 0,1 0-1 0 0,0 0 0 0 0,-1 1 0 0 0,1-1 1 0 0,-1 0-1 0 0,1 0 0 0 0,0-1 1 0 0,-1 1-1 0 0,1 0 0 0 0,0 0 1 0 0,-1-1-1 0 0,1 1 0 0 0,0-1 0 0 0,-1 1 1 0 0,1-1-1 0 0,0 1 0 0 0,0-1 1 0 0,0 0-1 0 0,-1 0 0 0 0,1 1 1 0 0,0-1-1 0 0,0 0 0 0 0,0 0 1 0 0,0 0-1 0 0,0 0 0 0 0,1-1 0 0 0,-1 1 1 0 0,0 0-1 0 0,0 0 0 0 0,1 0 1 0 0,-1-2-1 0 0,-2-6-1676 0 0</inkml:trace>
</inkml:ink>
</file>

<file path=ppt/ink/ink3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2:49:38.0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21 636 0 0,'2'-7'644'0'0,"-2"2"-80"0"0,4 1-52 0 0,-2-1 1640 0 0,5 21-2188 0 0,-5-9-80 0 0,-2 1-124 0 0,0 1-140 0 0,0 3-244 0 0,-2-5-676 0 0,4 2 300 0 0</inkml:trace>
</inkml:ink>
</file>

<file path=ppt/ink/ink3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2:49:38.6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181 21 168 0 0,'0'0'881'0'0,"-3"-16"2849"0"0,-3 15-3501 0 0,0 0 0 0 0,0 0 0 0 0,0 0 0 0 0,1 1-1 0 0,-1 0 1 0 0,0 0 0 0 0,0 0 0 0 0,0 1 0 0 0,0 0 0 0 0,1 0 0 0 0,-11 3-1 0 0,4 0 4 0 0,-1 1-1 0 0,1 0 1 0 0,0 0-1 0 0,-14 10 1 0 0,24-14-207 0 0,1-1 0 0 0,0 1 0 0 0,-1 0 0 0 0,1 0 0 0 0,0-1 0 0 0,0 1 0 0 0,-1 0 0 0 0,1 0 0 0 0,0 0 0 0 0,0 0 0 0 0,0 0-1 0 0,0 0 1 0 0,0 0 0 0 0,1 1 0 0 0,-1-1 0 0 0,0 0 0 0 0,0 0 0 0 0,1 1 0 0 0,-1-1 0 0 0,1 1 0 0 0,-1-1 0 0 0,1 2 0 0 0,0-2-13 0 0,1 0-1 0 0,-1 0 0 0 0,1-1 1 0 0,0 1-1 0 0,-1 0 1 0 0,1 0-1 0 0,0-1 0 0 0,0 1 1 0 0,0 0-1 0 0,0-1 1 0 0,-1 1-1 0 0,1-1 0 0 0,0 1 1 0 0,0-1-1 0 0,0 1 1 0 0,0-1-1 0 0,0 0 0 0 0,0 1 1 0 0,0-1-1 0 0,0 0 1 0 0,3 0-1 0 0,9 2 11 0 0,1-1-1 0 0,-1 0 1 0 0,17-2-1 0 0,-11 0-24 0 0,-13 0-32 0 0,0 0 0 0 0,0 0 1 0 0,0 0-1 0 0,0 1 0 0 0,0 0 0 0 0,0 0 0 0 0,0 1 1 0 0,0 0-1 0 0,0 0 0 0 0,0 0 0 0 0,0 1 0 0 0,-1 0 1 0 0,1 0-1 0 0,-1 0 0 0 0,11 6 0 0 0,-14-6 21 0 0,0-1 0 0 0,0 0-1 0 0,0 0 1 0 0,0 0 0 0 0,0 0-1 0 0,0 0 1 0 0,0 0 0 0 0,0-1-1 0 0,0 1 1 0 0,0-1 0 0 0,0 1-1 0 0,1-1 1 0 0,-1 0 0 0 0,0 0-1 0 0,0 0 1 0 0,0 0 0 0 0,1 0-1 0 0,-1-1 1 0 0,0 1 0 0 0,0 0-1 0 0,0-1 1 0 0,0 0 0 0 0,0 1-1 0 0,4-3 1 0 0,7-4-71 0 0,1 0 0 0 0,22-16 1 0 0,15-7-77 0 0,-21 17 104 0 0,-27 11 54 0 0,-1 0 1 0 0,1 1 0 0 0,0-1-1 0 0,0 1 1 0 0,-1 0 0 0 0,1 0-1 0 0,0 0 1 0 0,0 0 0 0 0,0 0-1 0 0,0 1 1 0 0,0-1 0 0 0,0 1-1 0 0,0 0 1 0 0,0 0 0 0 0,1 0 0 0 0,-1 0-1 0 0,0 0 1 0 0,0 1 0 0 0,0-1-1 0 0,0 1 1 0 0,0 0 0 0 0,0 0-1 0 0,-1 0 1 0 0,1 0 0 0 0,0 1-1 0 0,0-1 1 0 0,4 4 0 0 0,-3-3 23 0 0,0 1 0 0 0,1-1 0 0 0,-1-1 1 0 0,0 1-1 0 0,1-1 0 0 0,0 0 0 0 0,-1 0 0 0 0,1 0 1 0 0,0 0-1 0 0,-1-1 0 0 0,9 0 0 0 0,32 6-17 0 0,-34 5-2341 0 0,-9-7-139 0 0,2-2 460 0 0</inkml:trace>
</inkml:ink>
</file>

<file path=ppt/ink/ink3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2:49:40.3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0 796 76 0 0,'39'-9'2710'0'0,"-24"4"-2339"0"0,0 0 1 0 0,0 0 0 0 0,0-2-1 0 0,-1 1 1 0 0,0-2 0 0 0,0 0-1 0 0,-1-1 1 0 0,0 0-1 0 0,17-16 1 0 0,-18 13-287 0 0,-1 0 1 0 0,-1-1-1 0 0,0 0 0 0 0,-1-1 0 0 0,0 0 1 0 0,-1 0-1 0 0,-1-1 0 0 0,0 0 0 0 0,-1 0 1 0 0,-1-1-1 0 0,0 1 0 0 0,-1-1 0 0 0,-1 0 0 0 0,3-24 1 0 0,-4 2-34 0 0,-1 0 0 0 0,-1 0 0 0 0,-2 0 1 0 0,-2 1-1 0 0,-2-1 0 0 0,-1 1 0 0 0,-2 0 1 0 0,-1 0-1 0 0,-2 1 0 0 0,-20-42 0 0 0,32 77-51 0 0,0 1 0 0 0,-1 0 0 0 0,1-1-1 0 0,0 1 1 0 0,0-1 0 0 0,-1 1-1 0 0,1 0 1 0 0,0-1 0 0 0,0 1 0 0 0,-1 0-1 0 0,1-1 1 0 0,0 1 0 0 0,-1 0-1 0 0,1 0 1 0 0,0-1 0 0 0,-1 1-1 0 0,1 0 1 0 0,-1 0 0 0 0,1 0 0 0 0,0-1-1 0 0,-1 1 1 0 0,1 0 0 0 0,-1 0-1 0 0,1 0 1 0 0,-1 0 0 0 0,1 0 0 0 0,-1 0-1 0 0,1 0 1 0 0,0 0 0 0 0,-1 0-1 0 0,1 0 1 0 0,-1 0 0 0 0,1 0 0 0 0,-1 0-1 0 0,1 0 1 0 0,-1 0 0 0 0,1 1-1 0 0,0-1 1 0 0,-1 0 0 0 0,-19 18 13 0 0,-8 25 2 0 0,14-11 25 0 0,1-1 0 0 0,1 2 0 0 0,2 0 0 0 0,2 0 0 0 0,0 0 0 0 0,-4 58 0 0 0,11-67-14 0 0,1 0-1 0 0,0 0 1 0 0,2 0 0 0 0,1 0 0 0 0,1 0 0 0 0,1-1-1 0 0,1 1 1 0 0,1-1 0 0 0,1-1 0 0 0,15 31-1 0 0,-18-43-73 0 0,0 0 0 0 0,2-1 0 0 0,-1 1 0 0 0,1-1 0 0 0,0 0 0 0 0,1-1 0 0 0,0 0 0 0 0,0 0 0 0 0,1-1 0 0 0,0 0 0 0 0,0 0 0 0 0,1-1 0 0 0,10 5 0 0 0,-12-8-42 0 0,-1 0 0 0 0,1 0 0 0 0,-1-1-1 0 0,1 0 1 0 0,0 0 0 0 0,0-1 0 0 0,0 0 0 0 0,-1-1 0 0 0,1 1 0 0 0,0-2 0 0 0,0 1 0 0 0,0-1-1 0 0,0 0 1 0 0,0-1 0 0 0,0 0 0 0 0,-1 0 0 0 0,1 0 0 0 0,-1-1 0 0 0,11-6 0 0 0,-4 3 43 0 0,-1-2 1 0 0,0 1-1 0 0,0-2 1 0 0,-1 0-1 0 0,0 0 1 0 0,-1-1 0 0 0,0-1-1 0 0,0 0 1 0 0,-1 0-1 0 0,0-1 1 0 0,-1 0-1 0 0,9-18 1 0 0,-17 30 67 0 0,-1 0 0 0 0,1-1 1 0 0,-1 0-1 0 0,1 1 0 0 0,-1-1 1 0 0,1 1-1 0 0,-1-1 0 0 0,0 1 0 0 0,1-1 1 0 0,-1 0-1 0 0,0 1 0 0 0,0-1 1 0 0,1 0-1 0 0,-1 1 0 0 0,0-1 0 0 0,0 0 1 0 0,0 0-1 0 0,0 1 0 0 0,0-1 1 0 0,0 0-1 0 0,0 1 0 0 0,0-1 0 0 0,0 0 1 0 0,0 1-1 0 0,0-1 0 0 0,-1 0 1 0 0,1 0-1 0 0,0 1 0 0 0,0-1 0 0 0,-1 1 1 0 0,1-1-1 0 0,0 0 0 0 0,-1 1 1 0 0,1-1-1 0 0,-1 1 0 0 0,1-1 0 0 0,-1 0 1 0 0,1 1-1 0 0,-1 0 0 0 0,1-1 1 0 0,-1 1-1 0 0,1-1 0 0 0,-1 1 0 0 0,1 0 1 0 0,-1-1-1 0 0,0 1 0 0 0,1 0 1 0 0,-1-1-1 0 0,0 1 0 0 0,1 0 0 0 0,-1 0 1 0 0,0 0-1 0 0,0 0 0 0 0,1 0 1 0 0,-1 0-1 0 0,0 0 0 0 0,1 0 0 0 0,-1 0 1 0 0,0 0-1 0 0,0 0 0 0 0,1 0 1 0 0,-1 0-1 0 0,0 1 0 0 0,1-1 0 0 0,-2 0 1 0 0,-2 1 67 0 0,-1 0 1 0 0,0 1 0 0 0,1-1 0 0 0,-1 1 0 0 0,1 0 0 0 0,0 0-1 0 0,-1 0 1 0 0,-6 6 0 0 0,9-7-73 0 0,0 0 0 0 0,0 0 1 0 0,0 1-1 0 0,1-1 0 0 0,-1 1 0 0 0,0 0 0 0 0,1-1 0 0 0,0 1 1 0 0,-1 0-1 0 0,1 0 0 0 0,0 0 0 0 0,0 0 0 0 0,0 0 0 0 0,0 0 0 0 0,0 0 1 0 0,0 1-1 0 0,0-1 0 0 0,1 0 0 0 0,-1 0 0 0 0,1 1 0 0 0,0-1 1 0 0,0 0-1 0 0,0 1 0 0 0,0-1 0 0 0,0 0 0 0 0,0 0 0 0 0,1 1 1 0 0,-1-1-1 0 0,1 0 0 0 0,-1 0 0 0 0,1 1 0 0 0,0-1 0 0 0,0 0 1 0 0,0 0-1 0 0,2 3 0 0 0,0-1-43 0 0,0-1 0 0 0,1 0 0 0 0,0 0 0 0 0,-1 0-1 0 0,1 0 1 0 0,0-1 0 0 0,0 0 0 0 0,1 1 0 0 0,-1-2 0 0 0,0 1 0 0 0,1 0 0 0 0,-1-1 0 0 0,1 0 0 0 0,-1 0 0 0 0,1 0 0 0 0,7 0-1 0 0,5 0-163 0 0,0 0-1 0 0,-1-2 0 0 0,1 0 0 0 0,0 0 1 0 0,18-6-1 0 0,-26 5 124 0 0,-1 0-1 0 0,1-1 1 0 0,-1-1 0 0 0,0 1-1 0 0,0-1 1 0 0,0-1 0 0 0,0 1-1 0 0,-1-2 1 0 0,0 1 0 0 0,0-1 0 0 0,9-9-1 0 0,-15 14 71 0 0,-1 0-1 0 0,1 0 1 0 0,0 0-1 0 0,-1 0 1 0 0,1 0-1 0 0,0 0 0 0 0,0 1 1 0 0,0-1-1 0 0,0 0 1 0 0,0 0-1 0 0,0 1 1 0 0,0-1-1 0 0,0 0 1 0 0,0 1-1 0 0,0-1 1 0 0,0 1-1 0 0,0 0 1 0 0,0-1-1 0 0,0 1 1 0 0,0 0-1 0 0,3-1 0 0 0,3 22 127 0 0,-1 3-135 0 0,-5-22 5 0 0,0-1-1 0 0,0 1 1 0 0,0-1-1 0 0,-1 0 1 0 0,1 0-1 0 0,0 1 1 0 0,1-1 0 0 0,-1 0-1 0 0,0 0 1 0 0,0 0-1 0 0,0 0 1 0 0,1 0-1 0 0,-1 0 1 0 0,0-1 0 0 0,1 1-1 0 0,-1 0 1 0 0,1-1-1 0 0,-1 1 1 0 0,1-1-1 0 0,-1 1 1 0 0,1-1-1 0 0,0 0 1 0 0,-1 0 0 0 0,1 0-1 0 0,-1 0 1 0 0,4 0-1 0 0,43-5 30 0 0,-43 4-28 0 0,49-13-5 0 0,-47 11 9 0 0,0 1 0 0 0,1-1-1 0 0,-1 1 1 0 0,1 1 0 0 0,-1 0 0 0 0,1 0 0 0 0,0 0-1 0 0,-1 1 1 0 0,1 0 0 0 0,0 0 0 0 0,-1 1 0 0 0,1 0-1 0 0,0 1 1 0 0,7 2 0 0 0,1 1-10 0 0,1-1 0 0 0,0-1 0 0 0,-1 0-1 0 0,1-1 1 0 0,0-1 0 0 0,1-1 0 0 0,-1 0 0 0 0,19-3 0 0 0,-23 2-11 0 0,-1-2 0 0 0,0 1 0 0 0,1-1-1 0 0,-1-1 1 0 0,0 0 0 0 0,-1-1 0 0 0,1 0 0 0 0,-1-1 0 0 0,0 0 0 0 0,0-1 0 0 0,16-13 0 0 0,-26 19 21 0 0,1-1-1 0 0,-1 0 0 0 0,1 0 0 0 0,-1 0 1 0 0,0 0-1 0 0,0 0 0 0 0,0 0 0 0 0,0 0 0 0 0,0 0 1 0 0,0 0-1 0 0,0 0 0 0 0,-1-1 0 0 0,1 1 1 0 0,-1 0-1 0 0,1-1 0 0 0,-1 1 0 0 0,0 0 1 0 0,0-4-1 0 0,-1 4-3 0 0,0 1 1 0 0,0 0-1 0 0,0 0 0 0 0,-1 0 0 0 0,1 0 1 0 0,0 0-1 0 0,0 0 0 0 0,-1 1 1 0 0,1-1-1 0 0,0 0 0 0 0,-1 1 0 0 0,1-1 1 0 0,0 1-1 0 0,-1-1 0 0 0,1 1 1 0 0,-1 0-1 0 0,1-1 0 0 0,-3 1 0 0 0,-28-5 100 0 0,27 5-80 0 0,0 0 1 0 0,0 1-1 0 0,0-1 0 0 0,0 1 0 0 0,0 0 0 0 0,1 0 0 0 0,-1 1 0 0 0,0-1 0 0 0,1 1 1 0 0,-7 3-1 0 0,10-4-15 0 0,0 0 0 0 0,-1 0 1 0 0,1 0-1 0 0,0 0 0 0 0,0 0 0 0 0,0 1 1 0 0,0-1-1 0 0,0 0 0 0 0,0 0 0 0 0,1 1 1 0 0,-1-1-1 0 0,0 1 0 0 0,1-1 0 0 0,-1 1 1 0 0,1-1-1 0 0,-1 1 0 0 0,1-1 0 0 0,0 1 1 0 0,-1-1-1 0 0,1 1 0 0 0,0-1 1 0 0,0 1-1 0 0,0 0 0 0 0,1-1 0 0 0,-1 1 1 0 0,0-1-1 0 0,0 1 0 0 0,1-1 0 0 0,-1 1 1 0 0,1-1-1 0 0,-1 1 0 0 0,1-1 0 0 0,0 1 1 0 0,0-1-1 0 0,-1 0 0 0 0,1 1 0 0 0,0-1 1 0 0,2 1-1 0 0,7 15 9 0 0,0 0 0 0 0,-1 0 0 0 0,-1 1 0 0 0,0 0 0 0 0,-2 0 0 0 0,0 1 0 0 0,-1 0 0 0 0,-1 0 0 0 0,0 0 0 0 0,-2 1 0 0 0,0-1 0 0 0,-1 1 0 0 0,-1-1 0 0 0,-1 1 0 0 0,-1-1 0 0 0,-1 1 0 0 0,0-1 0 0 0,-8 23 0 0 0,8-33 49 0 0,0 1 0 0 0,-1-1 0 0 0,0 0 0 0 0,-1-1-1 0 0,0 1 1 0 0,0-1 0 0 0,-1 0 0 0 0,0 0 0 0 0,-1 0 0 0 0,1-1-1 0 0,-1 0 1 0 0,-1 0 0 0 0,1-1 0 0 0,-1 0 0 0 0,0 0-1 0 0,-1-1 1 0 0,1 0 0 0 0,-1-1 0 0 0,0 0 0 0 0,-1 0 0 0 0,1-1-1 0 0,0 0 1 0 0,-1 0 0 0 0,-13 1 0 0 0,22-4-49 0 0,0 1 1 0 0,0-1 0 0 0,1 0-1 0 0,-1 0 1 0 0,0 0-1 0 0,0 1 1 0 0,0-1-1 0 0,0 0 1 0 0,0 0 0 0 0,0 0-1 0 0,0-1 1 0 0,0 1-1 0 0,0 0 1 0 0,0 0-1 0 0,0-1 1 0 0,0 1 0 0 0,0 0-1 0 0,0-1 1 0 0,0 1-1 0 0,1-1 1 0 0,-1 1-1 0 0,0-1 1 0 0,0 1 0 0 0,0-1-1 0 0,1 1 1 0 0,-1-1-1 0 0,0 0 1 0 0,1 0-1 0 0,-1 1 1 0 0,0-1 0 0 0,1 0-1 0 0,-1 0 1 0 0,1 0-1 0 0,0 0 1 0 0,-1 1-1 0 0,1-1 1 0 0,0 0 0 0 0,-1 0-1 0 0,1 0 1 0 0,0 0-1 0 0,0 0 1 0 0,0 0-1 0 0,0 0 1 0 0,0 0 0 0 0,0 0-1 0 0,0 0 1 0 0,0 0-1 0 0,0 0 1 0 0,0 0-1 0 0,0 0 1 0 0,1 0 0 0 0,-1 0-1 0 0,0 0 1 0 0,1 1-1 0 0,0-3 1 0 0,1-4 17 0 0,1 0 0 0 0,0 0 1 0 0,0 0-1 0 0,0 1 0 0 0,6-9 0 0 0,49-56-463 0 0,2 3 1 0 0,78-68-1 0 0,-58 67-67 0 0,-36 32 182 0 0,39-44 1 0 0,-67 62 303 0 0,-4 7 617 0 0,-17 39-313 0 0,4-25-288 0 0,1-1 0 0 0,-1 1 0 0 0,1-1 0 0 0,-1 1 0 0 0,1 0 0 0 0,-1-1 0 0 0,1 1 0 0 0,0 0 0 0 0,0-1 0 0 0,0 1 0 0 0,0 0 0 0 0,0 0 0 0 0,0-1 0 0 0,0 1 0 0 0,1 0 0 0 0,-1-1 0 0 0,0 1 0 0 0,1 0 0 0 0,0-1 0 0 0,-1 1 0 0 0,1-1 0 0 0,0 1 0 0 0,0-1 0 0 0,0 1 0 0 0,0-1 0 0 0,0 0 0 0 0,0 1 0 0 0,0-1-1 0 0,0 0 1 0 0,1 0 0 0 0,-1 0 0 0 0,0 0 0 0 0,1 0 0 0 0,-1 0 0 0 0,1 0 0 0 0,-1 0 0 0 0,1 0 0 0 0,-1-1 0 0 0,1 1 0 0 0,0-1 0 0 0,-1 1 0 0 0,3-1 0 0 0,6 2 6 0 0,1-2 1 0 0,-1 1-1 0 0,0-2 0 0 0,0 1 0 0 0,16-4 1 0 0,-18 3-12 0 0,-6 1-26 0 0,40 10-5687 0 0</inkml:trace>
</inkml:ink>
</file>

<file path=ppt/ink/ink3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2:49:41.2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90 109 156 0 0,'1'0'153'0'0,"-1"-1"1"0"0,1 0-1 0 0,-1 0 0 0 0,1 0 0 0 0,-1 1 1 0 0,1-1-1 0 0,-1 0 0 0 0,1 0 0 0 0,-1 0 1 0 0,0 0-1 0 0,0 0 0 0 0,1 0 0 0 0,-1 0 1 0 0,0 0-1 0 0,0 0 0 0 0,0 0 0 0 0,0 0 1 0 0,0 0-1 0 0,0 0 0 0 0,0 0 0 0 0,0 0 1 0 0,-1 0-1 0 0,1 0 0 0 0,0 0 0 0 0,-1 0 1 0 0,0-1-1 0 0,0 1-64 0 0,0 0 1 0 0,0 1-1 0 0,0-1 0 0 0,0 1 0 0 0,0-1 1 0 0,-1 1-1 0 0,1-1 0 0 0,0 1 1 0 0,0 0-1 0 0,-1 0 0 0 0,1-1 1 0 0,0 1-1 0 0,0 0 0 0 0,-1 0 1 0 0,1 0-1 0 0,0 1 0 0 0,0-1 0 0 0,-2 0 1 0 0,-2 1 27 0 0,0 0 0 0 0,1 0 0 0 0,-1 1 1 0 0,0 0-1 0 0,0-1 0 0 0,1 1 0 0 0,-1 1 0 0 0,1-1 1 0 0,0 1-1 0 0,-6 4 0 0 0,9-6-93 0 0,0-1 0 0 0,0 1-1 0 0,0 0 1 0 0,0 0 0 0 0,0 0 0 0 0,1 0 0 0 0,-1 0-1 0 0,0 1 1 0 0,1-1 0 0 0,-1 0 0 0 0,0 0 0 0 0,1 0-1 0 0,-1 1 1 0 0,1-1 0 0 0,0 0 0 0 0,-1 0 0 0 0,1 1-1 0 0,0-1 1 0 0,0 0 0 0 0,0 1 0 0 0,0-1 0 0 0,0 2-1 0 0,1-2-23 0 0,-1 0 0 0 0,1-1 0 0 0,0 1 0 0 0,0 0 0 0 0,-1 0 0 0 0,1 0 0 0 0,0-1-1 0 0,0 1 1 0 0,0-1 0 0 0,0 1 0 0 0,0 0 0 0 0,0-1 0 0 0,0 0 0 0 0,0 1 0 0 0,0-1 0 0 0,0 0-1 0 0,0 1 1 0 0,0-1 0 0 0,0 0 0 0 0,2 0 0 0 0,10 1-162 0 0,0-1 1 0 0,1 0-1 0 0,17-3 0 0 0,-20 2 55 0 0,103-5-1022 0 0,-68 6 623 0 0,-1-3 1 0 0,0-1-1 0 0,0-3 0 0 0,50-13 1 0 0,-85 16 571 0 0,0-1 1 0 0,-1 0 0 0 0,0 0-1 0 0,0-1 1 0 0,0 0-1 0 0,0-1 1 0 0,-1 0 0 0 0,0 0-1 0 0,-1-1 1 0 0,0 0-1 0 0,0 0 1 0 0,8-14 0 0 0,-14 22 427 0 0,-12 22-339 0 0,0-6-38 0 0,-40 84 358 0 0,18-38-128 0 0,-39 102 0 0 0,56-106-152 0 0,16-57-166 0 0,72-78 178 0 0,128-106-230 0 0,-96 92 1350 0 0,-101 89-1340 0 0,23-19 1601 0 0,-18 22-589 0 0,-10 15-637 0 0,2-12-320 0 0,-1 0-1 0 0,1 1 0 0 0,0-1 0 0 0,0 0 1 0 0,1 0-1 0 0,-1 0 0 0 0,1 1 0 0 0,0-1 1 0 0,0 0-1 0 0,0 0 0 0 0,0 0 0 0 0,1 0 0 0 0,0-1 1 0 0,3 7-1 0 0,-3-7-289 0 0,-1 0 0 0 0,1 0 1 0 0,0 0-1 0 0,0 0 0 0 0,0 0 0 0 0,0 0 0 0 0,1-1 1 0 0,-1 1-1 0 0,1-1 0 0 0,0 0 0 0 0,-1 0 0 0 0,1 0 1 0 0,0 0-1 0 0,0 0 0 0 0,0 0 0 0 0,1-1 0 0 0,5 3 1 0 0,6-3-2420 0 0,1-2 205 0 0</inkml:trace>
</inkml:ink>
</file>

<file path=ppt/ink/ink3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2:49:41.5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751 0 868 0 0,'8'2'330'0'0,"0"0"0"0"0,-1 0 0 0 0,1 0 0 0 0,-1 1 1 0 0,0 1-1 0 0,0-1 0 0 0,0 1 0 0 0,0 0 0 0 0,-1 0 0 0 0,0 1 0 0 0,0 0 0 0 0,0 0 0 0 0,0 1 1 0 0,-1-1-1 0 0,6 8 0 0 0,-5-3-45 0 0,0 0-1 0 0,0 0 1 0 0,0 1 0 0 0,-2-1 0 0 0,1 1-1 0 0,-1 0 1 0 0,-1 1 0 0 0,0-1 0 0 0,2 17-1 0 0,-3-8-25 0 0,-1-1 0 0 0,0 1 0 0 0,-1 0 0 0 0,-1-1 0 0 0,-1 1 0 0 0,-1-1-1 0 0,-1 1 1 0 0,0-1 0 0 0,-2 0 0 0 0,0-1 0 0 0,-17 36 0 0 0,6-26-48 0 0,-2 0 0 0 0,-1-1 0 0 0,-1-1 0 0 0,-1-1 0 0 0,-1-1 1 0 0,-35 28-1 0 0,15-18-249 0 0,-2-2 0 0 0,0-2 1 0 0,-57 27-1 0 0,57-36-754 0 0,0-2 1 0 0,-78 23-1 0 0,-31-11-4645 0 0,71-20 2274 0 0</inkml:trace>
</inkml:ink>
</file>

<file path=ppt/ink/ink3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2:50:07.5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335 568 364 0 0,'-6'-25'2557'0'0,"1"8"949"0"0,0 38-2355 0 0,-34 197 468 0 0,-11 87-466 0 0,47-239-934 0 0,3-40-2 0 0,-1-1-1 0 0,-1 1 1 0 0,-12 49 0 0 0,14-75-202 0 0,0 0 1 0 0,0 0 0 0 0,0 0-1 0 0,0 1 1 0 0,0-1-1 0 0,0 0 1 0 0,0 0 0 0 0,0 0-1 0 0,0 0 1 0 0,0 0-1 0 0,-1 1 1 0 0,1-1 0 0 0,0 0-1 0 0,0 0 1 0 0,0 0 0 0 0,0 0-1 0 0,0 0 1 0 0,0 0-1 0 0,0 0 1 0 0,0 0 0 0 0,-1 1-1 0 0,1-1 1 0 0,0 0-1 0 0,0 0 1 0 0,0 0 0 0 0,0 0-1 0 0,0 0 1 0 0,-1 0 0 0 0,1 0-1 0 0,0 0 1 0 0,0 0-1 0 0,0 0 1 0 0,0 0 0 0 0,0 0-1 0 0,-1 0 1 0 0,1 0-1 0 0,0 0 1 0 0,0 0 0 0 0,0 0-1 0 0,0 0 1 0 0,0 0 0 0 0,-1 0-1 0 0,1 0 1 0 0,0 0-1 0 0,0 0 1 0 0,0 0 0 0 0,0 0-1 0 0,0-1 1 0 0,-1 1-1 0 0,1 0 1 0 0,0 0 0 0 0,0 0-1 0 0,0 0 1 0 0,0 0 0 0 0,0 0-1 0 0,0 0 1 0 0,0-1-1 0 0,0 1 1 0 0,0 0 0 0 0,-1 0-1 0 0,1 0 1 0 0,0 0-1 0 0,0 0 1 0 0,0-1 0 0 0,0 1-1 0 0,0 0 1 0 0,0 0 0 0 0,0 0-1 0 0,0 0 1 0 0,-9-21 281 0 0,-6-27-186 0 0,5-17-2 0 0,3-1 0 0 0,2 0 0 0 0,8-120 0 0 0,7 78-67 0 0,38-164 0 0 0,-35 218-36 0 0,2 2-1 0 0,24-55 1 0 0,-27 79-5 0 0,1 1 0 0 0,1 1 0 0 0,1 1-1 0 0,2 0 1 0 0,27-33 0 0 0,-39 52-4 0 0,0 1-1 0 0,0 0 1 0 0,1 0 0 0 0,-1 0-1 0 0,1 1 1 0 0,0 0-1 0 0,1 0 1 0 0,-1 0 0 0 0,0 1-1 0 0,10-3 1 0 0,-14 5 2 0 0,1 0 0 0 0,0 1-1 0 0,-1-1 1 0 0,1 1 0 0 0,0 0 0 0 0,0 0 0 0 0,-1 0 0 0 0,1 0 0 0 0,0 1 0 0 0,-1-1-1 0 0,1 1 1 0 0,0-1 0 0 0,-1 1 0 0 0,1 0 0 0 0,-1 0 0 0 0,1 0 0 0 0,-1 0-1 0 0,0 1 1 0 0,1-1 0 0 0,-1 1 0 0 0,0-1 0 0 0,0 1 0 0 0,0 0 0 0 0,0 0 0 0 0,0 0-1 0 0,0 0 1 0 0,-1 0 0 0 0,1 0 0 0 0,2 5 0 0 0,3 6 3 0 0,-1 1 0 0 0,0-1 0 0 0,0 1 1 0 0,-2 0-1 0 0,0 1 0 0 0,0-1 0 0 0,-2 1 0 0 0,1 0 1 0 0,-2-1-1 0 0,0 1 0 0 0,-1 0 0 0 0,0 0 0 0 0,-1 0 1 0 0,-4 17-1 0 0,0-3 3 0 0,-1 0 0 0 0,-2 0 0 0 0,-1-1 1 0 0,-1 0-1 0 0,-1 0 0 0 0,-17 28 0 0 0,18-39-74 0 0,0-1 0 0 0,-2 0-1 0 0,0-1 1 0 0,-1-1 0 0 0,0 0-1 0 0,-1 0 1 0 0,-1-1 0 0 0,0-1 0 0 0,0-1-1 0 0,-2 0 1 0 0,1-1 0 0 0,-1-1-1 0 0,0 0 1 0 0,-1-1 0 0 0,0-1 0 0 0,0-1-1 0 0,-1-1 1 0 0,0 0 0 0 0,0-1-1 0 0,0-1 1 0 0,0-1 0 0 0,-1-1 0 0 0,1-1-1 0 0,0 0 1 0 0,-1-1 0 0 0,-31-7-1 0 0,32 1-1729 0 0,8-1-2965 0 0,9 1 1925 0 0</inkml:trace>
</inkml:ink>
</file>

<file path=ppt/ink/ink3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2:50:09.3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48 44 256 0 0,'0'0'86'0'0,"0"-1"-1"0"0,-1 1 1 0 0,1-1 0 0 0,0 1-1 0 0,0-1 1 0 0,0 1-1 0 0,-1-1 1 0 0,1 1 0 0 0,0-1-1 0 0,0 1 1 0 0,0-1-1 0 0,0 1 1 0 0,0-1 0 0 0,0 1-1 0 0,0-1 1 0 0,0 1 0 0 0,0-1-1 0 0,0 1 1 0 0,0-1-1 0 0,0 1 1 0 0,0-1 0 0 0,1 1-1 0 0,-1-1 1 0 0,0 1 0 0 0,0-1-1 0 0,1 1 1 0 0,-1 0-1 0 0,0-1 1 0 0,0 1 0 0 0,1-1-1 0 0,-1 1 1 0 0,0 0 0 0 0,1-1-1 0 0,-1 1 1 0 0,1-1-1 0 0,-1 1 1 0 0,0 0 0 0 0,1 0-1 0 0,-1-1 1 0 0,1 1 0 0 0,-1 0-1 0 0,1 0 1 0 0,-1 0-1 0 0,1-1 1 0 0,-1 1 0 0 0,1 0-1 0 0,-1 0 1 0 0,1 0-1 0 0,-1 0 1 0 0,1 0 0 0 0,-1 0-1 0 0,2 0 1 0 0,24 13 1407 0 0,-26-12-1459 0 0,1-1-1 0 0,-1 1 0 0 0,1 0 1 0 0,-1 0-1 0 0,0-1 0 0 0,1 1 1 0 0,-1 0-1 0 0,0 0 0 0 0,0 0 1 0 0,1-1-1 0 0,-1 1 0 0 0,0 0 1 0 0,0 0-1 0 0,0 0 0 0 0,0 0 1 0 0,0-1-1 0 0,0 1 0 0 0,0 0 1 0 0,-1 0-1 0 0,1 0 0 0 0,0 0 1 0 0,0-1-1 0 0,-1 1 0 0 0,1 0 1 0 0,0 0-1 0 0,-1-1 0 0 0,1 1 1 0 0,-1 0-1 0 0,1 0 0 0 0,-1-1 1 0 0,1 1-1 0 0,-1-1 0 0 0,1 1 1 0 0,-1 0-1 0 0,0 0 0 0 0,-21 17 375 0 0,20-17-370 0 0,1 0 1 0 0,0 0-1 0 0,-1-1 0 0 0,1 1 1 0 0,-1 0-1 0 0,0-1 1 0 0,1 1-1 0 0,-1-1 0 0 0,1 0 1 0 0,-1 1-1 0 0,0-1 0 0 0,1 0 1 0 0,-1 0-1 0 0,0 0 1 0 0,1 0-1 0 0,-1-1 0 0 0,0 1 1 0 0,1 0-1 0 0,-1-1 1 0 0,1 1-1 0 0,-1-1 0 0 0,1 1 1 0 0,-1-1-1 0 0,1 0 1 0 0,-1 1-1 0 0,1-1 0 0 0,-1 0 1 0 0,1 0-1 0 0,0 0 1 0 0,0 0-1 0 0,-1-1 0 0 0,1 1 1 0 0,0 0-1 0 0,0 0 1 0 0,0-1-1 0 0,-1-1 0 0 0,1 0 0 0 0,0 1-1 0 0,1 0 0 0 0,-1-1 1 0 0,0 1-1 0 0,1-1 0 0 0,0 1 1 0 0,0-1-1 0 0,-1 0 0 0 0,1 1 1 0 0,1-1-1 0 0,-1 1 1 0 0,0-1-1 0 0,1 1 0 0 0,-1-1 1 0 0,1 1-1 0 0,0-1 0 0 0,0 1 1 0 0,0 0-1 0 0,0-1 0 0 0,0 1 1 0 0,0 0-1 0 0,1 0 0 0 0,1-3 1 0 0,-2 5-32 0 0,-1-1 0 0 0,1 0 0 0 0,-1 0 0 0 0,1 1 0 0 0,0-1 0 0 0,0 0 0 0 0,-1 1 0 0 0,1-1 0 0 0,0 1 0 0 0,0-1 0 0 0,0 1 0 0 0,-1-1 0 0 0,1 1 0 0 0,0 0 0 0 0,0-1 0 0 0,0 1 0 0 0,0 0 0 0 0,0 0 0 0 0,0 0 0 0 0,0 0 0 0 0,0 0 0 0 0,0 0 0 0 0,0 0 0 0 0,0 0 0 0 0,0 0 0 0 0,0 0 0 0 0,0 0 0 0 0,0 0 0 0 0,-1 1 0 0 0,1-1 0 0 0,0 0 0 0 0,0 1 0 0 0,0-1 0 0 0,0 1 0 0 0,0-1 0 0 0,-1 1 0 0 0,1-1 0 0 0,0 1 0 0 0,0 0 0 0 0,-1-1 0 0 0,1 1 0 0 0,0 0 1 0 0,-1-1-1 0 0,1 1 0 0 0,-1 0 0 0 0,1 0 0 0 0,-1 0 0 0 0,1 0 0 0 0,2 4 7 0 0,0-1 1 0 0,-1 0 0 0 0,1 1-1 0 0,-1-1 1 0 0,0 1-1 0 0,0 0 1 0 0,1 8 0 0 0,-1-7 51 0 0,-1 1 0 0 0,0 0 0 0 0,-1 0 0 0 0,1-1 0 0 0,-1 1 0 0 0,0 0 0 0 0,-1-1 0 0 0,0 1 0 0 0,0 0 0 0 0,0-1 0 0 0,-1 1 1 0 0,0-1-1 0 0,0 1 0 0 0,-6 9 0 0 0,8-15 253 0 0,-1-2-303 0 0,0 1-1 0 0,0 0 0 0 0,0-1 0 0 0,0 1 0 0 0,0-1 0 0 0,1 1 0 0 0,-1-1 0 0 0,0 1 0 0 0,0-1 0 0 0,1 0 1 0 0,-1 1-1 0 0,0-1 0 0 0,0 0 0 0 0,1 1 0 0 0,-1-1 0 0 0,1 0 0 0 0,-1 0 0 0 0,1 0 0 0 0,-1 0 0 0 0,1 0 1 0 0,0 1-1 0 0,-1-1 0 0 0,1 0 0 0 0,0 0 0 0 0,0 0 0 0 0,-1 0 0 0 0,1 0 0 0 0,0 0 0 0 0,0 0 1 0 0,0 0-1 0 0,0 0 0 0 0,0 0 0 0 0,1-1 0 0 0,1-38 304 0 0,-1 36-277 0 0,9-35 13 0 0,-8 30-8015 0 0,14 20 5235 0 0</inkml:trace>
</inkml:ink>
</file>

<file path=ppt/ink/ink3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2:50:10.6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186 132 624 0 0,'0'0'4456'0'0,"-3"2"-4104"0"0,-3 1-143 0 0,0 0 0 0 0,-1 0 0 0 0,1 0 0 0 0,-1-1 0 0 0,1 0 0 0 0,-1-1 0 0 0,0 0 0 0 0,0 0 0 0 0,0 0 0 0 0,0 0 0 0 0,0-1 0 0 0,-13-2 0 0 0,17 2-142 0 0,-1 0 1 0 0,0 0 0 0 0,1-1 0 0 0,-1 1 0 0 0,1-1 0 0 0,-1 0 0 0 0,1 0 0 0 0,0-1 0 0 0,-1 1 0 0 0,1 0 0 0 0,0-1 0 0 0,0 0 0 0 0,0 0 0 0 0,0 0 0 0 0,0 0 0 0 0,0 0 0 0 0,1-1 0 0 0,-1 1 0 0 0,1-1 0 0 0,-1 0 0 0 0,1 0 0 0 0,0 0 0 0 0,0 0 0 0 0,0 0 0 0 0,1 0 0 0 0,-1 0 0 0 0,-1-6 0 0 0,2 5-36 0 0,1 1 0 0 0,-1 0 1 0 0,1 0-1 0 0,0 0 1 0 0,0 0-1 0 0,0-1 0 0 0,0 1 1 0 0,1 0-1 0 0,-1 0 0 0 0,1 0 1 0 0,0 0-1 0 0,0 0 1 0 0,0 0-1 0 0,0 0 0 0 0,1 0 1 0 0,-1 0-1 0 0,1 0 0 0 0,-1 1 1 0 0,1-1-1 0 0,0 0 1 0 0,0 1-1 0 0,0 0 0 0 0,1-1 1 0 0,-1 1-1 0 0,1 0 1 0 0,-1 0-1 0 0,1 0 0 0 0,-1 1 1 0 0,1-1-1 0 0,0 1 0 0 0,0-1 1 0 0,0 1-1 0 0,3-1 1 0 0,-1 1-15 0 0,-1-1 0 0 0,1 1 0 0 0,-1 0 0 0 0,1 0 1 0 0,-1 1-1 0 0,1 0 0 0 0,-1 0 0 0 0,1 0 1 0 0,-1 0-1 0 0,1 0 0 0 0,0 1 0 0 0,-1 0 0 0 0,1 0 1 0 0,-1 0-1 0 0,0 1 0 0 0,1-1 0 0 0,-1 1 1 0 0,0 0-1 0 0,0 0 0 0 0,0 1 0 0 0,0-1 1 0 0,5 5-1 0 0,-5-2-8 0 0,0-1 1 0 0,-1 0-1 0 0,0 1 1 0 0,1 0-1 0 0,-2 0 1 0 0,1 0-1 0 0,0 0 1 0 0,-1 0 0 0 0,0 1-1 0 0,0-1 1 0 0,-1 1-1 0 0,0-1 1 0 0,0 1-1 0 0,0 0 1 0 0,0 0-1 0 0,-1-1 1 0 0,0 1-1 0 0,0 0 1 0 0,-1-1-1 0 0,1 1 1 0 0,-3 7 0 0 0,2-9-3 0 0,0 0 1 0 0,0 0-1 0 0,-1 0 1 0 0,1 0-1 0 0,-1 0 1 0 0,0 0 0 0 0,0-1-1 0 0,0 1 1 0 0,-1-1-1 0 0,1 0 1 0 0,-1 1-1 0 0,0-1 1 0 0,0 0-1 0 0,0-1 1 0 0,0 1 0 0 0,0 0-1 0 0,-1-1 1 0 0,1 0-1 0 0,-1 0 1 0 0,0 0-1 0 0,1 0 1 0 0,-1-1 0 0 0,0 1-1 0 0,0-1 1 0 0,0 0-1 0 0,0 0 1 0 0,0 0-1 0 0,-1-1 1 0 0,1 1 0 0 0,-4-1-1 0 0,5-1 12 0 0,0 1-1 0 0,1 0 0 0 0,-1-1 1 0 0,1 0-1 0 0,-1 0 1 0 0,1 0-1 0 0,-1 0 0 0 0,1 0 1 0 0,0 0-1 0 0,-1 0 1 0 0,1-1-1 0 0,0 0 0 0 0,0 1 1 0 0,0-1-1 0 0,0 0 1 0 0,0 0-1 0 0,1 0 0 0 0,-1 0 1 0 0,0 0-1 0 0,1 0 1 0 0,0 0-1 0 0,-1-1 0 0 0,1 1 1 0 0,0 0-1 0 0,0-1 1 0 0,0 1-1 0 0,1-1 0 0 0,-1 1 1 0 0,1-1-1 0 0,-1 0 1 0 0,1 1-1 0 0,0-1 0 0 0,0 1 1 0 0,0-1-1 0 0,0-3 1 0 0,0 3-119 0 0,0 0 0 0 0,0 0 1 0 0,0-1-1 0 0,0 1 0 0 0,1 0 1 0 0,-1 0-1 0 0,1 0 0 0 0,0 0 1 0 0,0 0-1 0 0,0 0 0 0 0,0 1 1 0 0,0-1-1 0 0,1 0 0 0 0,-1 0 1 0 0,1 1-1 0 0,0-1 0 0 0,0 1 1 0 0,0-1-1 0 0,0 1 0 0 0,0 0 1 0 0,0 0-1 0 0,1 0 0 0 0,-1 0 1 0 0,1 0-1 0 0,-1 0 0 0 0,1 1 1 0 0,0 0-1 0 0,-1-1 0 0 0,1 1 1 0 0,5-1-1 0 0,18-5-4719 0 0,-12 2 2067 0 0</inkml:trace>
</inkml:ink>
</file>

<file path=ppt/ink/ink3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2:50:11.8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0 122 132 0 0,'10'-34'3515'0'0,"-7"28"-3303"0"0,0 0-1 0 0,0 0 1 0 0,0 1-1 0 0,1 0 1 0 0,0 0-1 0 0,0 0 1 0 0,1 0-1 0 0,0 0 1 0 0,-1 1-1 0 0,1 0 1 0 0,1 0 0 0 0,-1 0-1 0 0,0 1 1 0 0,1 0-1 0 0,0 0 1 0 0,0 0-1 0 0,0 1 1 0 0,0 0-1 0 0,0 0 1 0 0,0 0-1 0 0,1 1 1 0 0,-1 0 0 0 0,1 0-1 0 0,12 0 1 0 0,-13 1-151 0 0,1 0 0 0 0,-1 1 1 0 0,1-1-1 0 0,-1 1 0 0 0,0 0 1 0 0,1 1-1 0 0,-1 0 1 0 0,0 0-1 0 0,0 0 0 0 0,0 0 1 0 0,8 5-1 0 0,-11-4-23 0 0,1-1 0 0 0,-1 1 0 0 0,0-1 0 0 0,0 1 1 0 0,0 0-1 0 0,0 0 0 0 0,0 1 0 0 0,-1-1 0 0 0,1 1 0 0 0,-1-1 0 0 0,0 1 0 0 0,0 0 1 0 0,0-1-1 0 0,-1 1 0 0 0,1 0 0 0 0,-1 0 0 0 0,0 0 0 0 0,1 6 0 0 0,-1-1-9 0 0,0 0-1 0 0,-1 1 0 0 0,0-1 1 0 0,0 0-1 0 0,-1 1 1 0 0,0-1-1 0 0,-1 0 1 0 0,0 1-1 0 0,0-1 0 0 0,-1 0 1 0 0,0-1-1 0 0,-1 1 1 0 0,0 0-1 0 0,0-1 0 0 0,-1 0 1 0 0,0 0-1 0 0,0 0 1 0 0,-1-1-1 0 0,0 0 0 0 0,-1 0 1 0 0,1 0-1 0 0,-1-1 1 0 0,0 0-1 0 0,-14 9 0 0 0,17-11-3 0 0,-1-1-1 0 0,0 1 0 0 0,1-1 0 0 0,-1 0 0 0 0,-1-1 0 0 0,1 1 0 0 0,0-1 1 0 0,-1 0-1 0 0,1 0 0 0 0,-1 0 0 0 0,0-1 0 0 0,-7 1 0 0 0,13-2-20 0 0,-1 0 0 0 0,0 0-1 0 0,1-1 1 0 0,-1 1-1 0 0,0 0 1 0 0,1 0-1 0 0,-1-1 1 0 0,0 1-1 0 0,1 0 1 0 0,-1-1 0 0 0,0 1-1 0 0,1-1 1 0 0,-1 1-1 0 0,1-1 1 0 0,-1 1-1 0 0,1-1 1 0 0,-1 1-1 0 0,1-1 1 0 0,-1 1 0 0 0,1-1-1 0 0,0 0 1 0 0,-1 1-1 0 0,1-1 1 0 0,0 0-1 0 0,-1 1 1 0 0,1-1 0 0 0,0 0-1 0 0,0 0 1 0 0,0 1-1 0 0,0-1 1 0 0,0 0-1 0 0,0 0 1 0 0,0 1-1 0 0,0-1 1 0 0,0 0 0 0 0,0 0-1 0 0,0 1 1 0 0,0-1-1 0 0,0 0 1 0 0,1 1-1 0 0,-1-2 1 0 0,9-28 49 0 0,3 9-23 0 0,0 1 0 0 0,1 0 0 0 0,1 0 0 0 0,1 2 0 0 0,1 0 0 0 0,0 0 0 0 0,1 2 0 0 0,24-18 0 0 0,-22 20-459 0 0,0 1-1 0 0,0 1 1 0 0,32-13 0 0 0,-36 18-655 0 0,1 1 1 0 0,0 1-1 0 0,1 0 1 0 0,-1 1-1 0 0,19-1 1 0 0,-18 3-988 0 0</inkml:trace>
</inkml:ink>
</file>

<file path=ppt/ink/ink3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2:50:12.5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130 372 32 0 0,'-4'0'666'0'0,"-3"1"-464"0"0,1 0 1 0 0,0 0-1 0 0,1 1 0 0 0,-1-1 1 0 0,0 2-1 0 0,0-1 0 0 0,1 1 1 0 0,-1-1-1 0 0,1 1 0 0 0,0 1 1 0 0,0-1-1 0 0,0 1 0 0 0,0 0 1 0 0,1 0-1 0 0,-1 0 0 0 0,1 1 1 0 0,0 0-1 0 0,0-1 0 0 0,1 1 1 0 0,0 1-1 0 0,0-1 0 0 0,0 0 1 0 0,0 1-1 0 0,1 0 0 0 0,0-1 1 0 0,0 1-1 0 0,0 0 0 0 0,1 0 1 0 0,0 0-1 0 0,0 0 0 0 0,0 0 1 0 0,1 1-1 0 0,0-1 0 0 0,0 0 1 0 0,1 0-1 0 0,0 0 0 0 0,2 8 1 0 0,-3-12-185 0 0,1-1 1 0 0,-1 1 0 0 0,1 0-1 0 0,0 0 1 0 0,0-1-1 0 0,0 1 1 0 0,0-1 0 0 0,0 1-1 0 0,0 0 1 0 0,0-1-1 0 0,0 0 1 0 0,1 1 0 0 0,-1-1-1 0 0,0 0 1 0 0,1 0-1 0 0,-1 1 1 0 0,1-1 0 0 0,0 0-1 0 0,-1-1 1 0 0,1 1 0 0 0,0 0-1 0 0,-1 0 1 0 0,1-1-1 0 0,0 1 1 0 0,0-1 0 0 0,0 0-1 0 0,0 1 1 0 0,-1-1-1 0 0,1 0 1 0 0,0 0 0 0 0,0 0-1 0 0,0 0 1 0 0,0 0-1 0 0,0-1 1 0 0,0 1 0 0 0,-1-1-1 0 0,1 1 1 0 0,0-1-1 0 0,0 1 1 0 0,-1-1 0 0 0,1 0-1 0 0,0 0 1 0 0,2-2-1 0 0,2 0 10 0 0,1-1 0 0 0,-1 1-1 0 0,1-2 1 0 0,-1 1 0 0 0,-1-1-1 0 0,1 0 1 0 0,-1 0-1 0 0,1 0 1 0 0,7-12 0 0 0,10-52 113 0 0,-21 66-144 0 0,2 3-5 0 0,0 0 1 0 0,0 1 0 0 0,0-1 0 0 0,0 1 0 0 0,-1 0 0 0 0,1 0 0 0 0,0 0 0 0 0,5 2 0 0 0,12 3-25 0 0,-13-6 23 0 0,0 1 0 0 0,0-2 0 0 0,0 1 1 0 0,0-1-1 0 0,-1 0 0 0 0,1 0 0 0 0,0-1 1 0 0,-1 0-1 0 0,1-1 0 0 0,-1 0 0 0 0,1 0 1 0 0,12-8-1 0 0,-10 4 7 0 0,0 0-1 0 0,-1-1 1 0 0,1 0 0 0 0,-2 0 0 0 0,1-1 0 0 0,-1-1 0 0 0,12-16 0 0 0,-8 6 4 0 0,0-1 0 0 0,-1 0 1 0 0,-2-1-1 0 0,0 0 0 0 0,-1 0 1 0 0,-1-1-1 0 0,-1 0 0 0 0,3-31 1 0 0,-7 44-4 0 0,-1-1 1 0 0,-1 0-1 0 0,0 0 1 0 0,-2-16-1 0 0,1 24 1 0 0,1 1 0 0 0,0 0-1 0 0,-1 0 1 0 0,1 0 0 0 0,-1 0 0 0 0,1 0-1 0 0,-1 0 1 0 0,0 0 0 0 0,0 0-1 0 0,0 0 1 0 0,0 0 0 0 0,0 0 0 0 0,0 0-1 0 0,-1 1 1 0 0,1-1 0 0 0,-1 0 0 0 0,1 1-1 0 0,-1-1 1 0 0,1 1 0 0 0,-1 0-1 0 0,0-1 1 0 0,0 1 0 0 0,0 0 0 0 0,0 0-1 0 0,0 0 1 0 0,0 0 0 0 0,0 1-1 0 0,0-1 1 0 0,-4 0 0 0 0,2 1 5 0 0,0 0-1 0 0,0 0 1 0 0,0 0 0 0 0,0 1 0 0 0,0-1-1 0 0,0 1 1 0 0,1 0 0 0 0,-1 0 0 0 0,0 1 0 0 0,1-1-1 0 0,-1 1 1 0 0,0 0 0 0 0,1 0 0 0 0,0 0-1 0 0,0 0 1 0 0,-1 0 0 0 0,1 1 0 0 0,0 0-1 0 0,1-1 1 0 0,-1 1 0 0 0,0 0 0 0 0,-2 5-1 0 0,1-2 8 0 0,1-1-1 0 0,-1 1 1 0 0,1-1-1 0 0,1 1 1 0 0,-1 0-1 0 0,1 0 0 0 0,0 0 1 0 0,1 0-1 0 0,-1 1 1 0 0,1-1-1 0 0,0 8 1 0 0,1-6 3 0 0,1 0 0 0 0,0 0 0 0 0,0 0 0 0 0,1 0 1 0 0,0 0-1 0 0,1-1 0 0 0,0 1 0 0 0,0-1 0 0 0,0 1 1 0 0,9 11-1 0 0,4 6 28 0 0,35 37 1 0 0,-36-46-29 0 0,-1 2 0 0 0,0 0 1 0 0,18 32-1 0 0,-30-46-14 0 0,0 0 0 0 0,-1 0 0 0 0,0 0 0 0 0,1 0 0 0 0,-1 0 0 0 0,-1 0 0 0 0,1 1 0 0 0,-1-1 0 0 0,1 0 0 0 0,-1 1 0 0 0,0-1 0 0 0,-1 0 1 0 0,1 0-1 0 0,-1 1 0 0 0,0-1 0 0 0,0 0 0 0 0,0 0 0 0 0,-1 0 0 0 0,1 0 0 0 0,-4 5 0 0 0,1-2 75 0 0,1-1 1 0 0,-2-1-1 0 0,1 1 0 0 0,-1-1 1 0 0,0 1-1 0 0,0-1 0 0 0,0 0 1 0 0,0-1-1 0 0,-1 0 0 0 0,0 1 1 0 0,-8 3-1 0 0,14-8-77 0 0,0 0 1 0 0,0 0-1 0 0,0 0 1 0 0,0 0-1 0 0,0 0 1 0 0,-1 1-1 0 0,1-1 1 0 0,0 0-1 0 0,0 0 1 0 0,0 0-1 0 0,0 0 1 0 0,-1 0-1 0 0,1 0 1 0 0,0 0-1 0 0,0 0 1 0 0,0 0-1 0 0,0 0 1 0 0,-1 0-1 0 0,1 0 1 0 0,0 0-1 0 0,0 0 1 0 0,0 0-1 0 0,-1 0 1 0 0,1 0-1 0 0,0 0 1 0 0,0 0-1 0 0,0 0 1 0 0,0 0-1 0 0,-1 0 1 0 0,1 0-1 0 0,0 0 1 0 0,0 0-1 0 0,0 0 1 0 0,-1 0-1 0 0,1 0 1 0 0,0 0-1 0 0,0 0 1 0 0,0-1-1 0 0,0 1 1 0 0,0 0-1 0 0,-1 0 1 0 0,1 0-1 0 0,0 0 1 0 0,0 0-1 0 0,0-1 1 0 0,0 1-1 0 0,0 0 1 0 0,0 0-1 0 0,0-1 1 0 0,2-12-534 0 0,9-13-2721 0 0,-8 19 280 0 0,2 0 661 0 0</inkml:trace>
</inkml:ink>
</file>

<file path=ppt/ink/ink3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2:50:12.8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 16 912 0 0,'0'0'5521'0'0,"12"-7"-921"0"0,-29-2-13481 0 0</inkml:trace>
</inkml:ink>
</file>

<file path=ppt/ink/ink3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2:50:15.4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242 361 352 0 0,'2'-5'525'0'0,"0"-1"0"0"0,0 1 1 0 0,-1-1-1 0 0,1 0 0 0 0,-1 0 0 0 0,-1 0 1 0 0,1 1-1 0 0,-1-1 0 0 0,0 0 0 0 0,0 0 0 0 0,0 0 1 0 0,-1 0-1 0 0,0 0 0 0 0,0 0 0 0 0,-3-6 0 0 0,-2 0-24 0 0,5 9-393 0 0,-1 0 0 0 0,0 0 1 0 0,1 0-1 0 0,-1 0 0 0 0,0 0 0 0 0,0 0 0 0 0,0 0 0 0 0,-1 1 0 0 0,1-1 0 0 0,-5-3 1 0 0,6 6-43 0 0,-21 1 150 0 0,12 3-193 0 0,1-1 0 0 0,0 2 1 0 0,1-1-1 0 0,-1 1 0 0 0,1 0 0 0 0,0 1 0 0 0,0 0 0 0 0,0 0 0 0 0,1 1 0 0 0,-9 9 0 0 0,11-10-14 0 0,0-1 0 0 0,1 1 0 0 0,-1 0 0 0 0,1 0 0 0 0,0 1 0 0 0,1-1 0 0 0,-1 1 0 0 0,1-1 0 0 0,1 1 0 0 0,-1 0 0 0 0,1 1 0 0 0,0-1-1 0 0,1 0 1 0 0,-1 8 0 0 0,2-13-8 0 0,0 0 0 0 0,1 0 0 0 0,-1 0-1 0 0,0 0 1 0 0,1 0 0 0 0,0 0 0 0 0,-1 0-1 0 0,1 0 1 0 0,0 0 0 0 0,0 0 0 0 0,0-1-1 0 0,0 1 1 0 0,1 0 0 0 0,-1-1 0 0 0,0 1-1 0 0,1-1 1 0 0,-1 1 0 0 0,1-1 0 0 0,-1 1-1 0 0,1-1 1 0 0,0 0 0 0 0,-1 0 0 0 0,1 0-1 0 0,0 0 1 0 0,0 0 0 0 0,0-1 0 0 0,0 1-1 0 0,0 0 1 0 0,0-1 0 0 0,0 1 0 0 0,0-1-1 0 0,0 0 1 0 0,0 0 0 0 0,0 0 0 0 0,0 0-1 0 0,0 0 1 0 0,0 0 0 0 0,0 0 0 0 0,0-1-1 0 0,0 1 1 0 0,0-1 0 0 0,0 0 0 0 0,0 1-1 0 0,0-1 1 0 0,0 0 0 0 0,0 0 0 0 0,2-2-1 0 0,50-35 30 0 0,-12 4 1071 0 0,-42 19-3221 0 0,4 9 2021 0 0,-1 1 1 0 0,1-1-1 0 0,-1 0 1 0 0,0 0-1 0 0,-1 0 0 0 0,1 0 1 0 0,-1 0-1 0 0,-1 0 1 0 0,1-1-1 0 0,-1 1 1 0 0,1-8-1 0 0,3-74 6 0 0,-8-82 3019 0 0,2 176-2894 0 0,0 1-1 0 0,-1-1 1 0 0,0 0-1 0 0,0-1 1 0 0,0 1-1 0 0,-7 10 1 0 0,-4 13 63 0 0,-11 41 87 0 0,-10 25 297 0 0,-41 197 0 0 0,68-264-291 0 0,0 0 0 0 0,-16 37 0 0 0,18-52 128 0 0,5-13 149 0 0,3-22-314 0 0,-1 13-137 0 0,1 0 1 0 0,1 1 0 0 0,0-1 0 0 0,0 1-1 0 0,0 0 1 0 0,1 0 0 0 0,1 1-1 0 0,-1-1 1 0 0,1 1 0 0 0,0 0 0 0 0,12-9-1 0 0,4-4-71 0 0,2 1 0 0 0,29-19-1 0 0,-44 32 27 0 0,0 1 0 0 0,0 0 0 0 0,1 1 0 0 0,-1 0 0 0 0,1 0 0 0 0,0 1-1 0 0,0 0 1 0 0,0 1 0 0 0,0 0 0 0 0,0 0 0 0 0,1 1 0 0 0,16 1 0 0 0,-22 0 15 0 0,0 1 0 0 0,0 0 0 0 0,0 0 0 0 0,0 0 0 0 0,0 1 0 0 0,0 0 0 0 0,0 0 0 0 0,0 0 0 0 0,-1 0 0 0 0,1 1 0 0 0,-1 0 0 0 0,0 0 0 0 0,0 0 0 0 0,0 0 0 0 0,0 1 0 0 0,0-1 0 0 0,-1 1 0 0 0,0 0 0 0 0,1 0 0 0 0,-1 0 0 0 0,-1 1 0 0 0,1-1 0 0 0,-1 1 0 0 0,1-1 0 0 0,-2 1 0 0 0,1 0 0 0 0,1 5 0 0 0,0-1 5 0 0,-2 0-1 0 0,1 0 0 0 0,-1-1 1 0 0,0 1-1 0 0,-1 0 0 0 0,0 0 1 0 0,0 0-1 0 0,-1 0 1 0 0,0 0-1 0 0,-1 0 0 0 0,0-1 1 0 0,0 1-1 0 0,-1-1 0 0 0,0 1 1 0 0,0-1-1 0 0,-1 0 0 0 0,0 0 1 0 0,-1 0-1 0 0,0-1 0 0 0,0 0 1 0 0,0 0-1 0 0,-1 0 1 0 0,-7 7-1 0 0,3-4 21 0 0,-1-1-1 0 0,0 0 1 0 0,0 0-1 0 0,0-1 1 0 0,-1-1 0 0 0,0 0-1 0 0,-1-1 1 0 0,1 0 0 0 0,-1 0-1 0 0,-1-2 1 0 0,1 0-1 0 0,0 0 1 0 0,-1-1 0 0 0,-19 1-1 0 0,21-3 46 0 0,0-2-1 0 0,0 0 1 0 0,1 0-1 0 0,-1-1 1 0 0,0 0-1 0 0,1-1 1 0 0,-1-1-1 0 0,-19-8 1 0 0,27 10-37 0 0,-1 0 0 0 0,1 0 0 0 0,0 0 0 0 0,-1 0-1 0 0,1-1 1 0 0,0 0 0 0 0,1 0 0 0 0,-1 0 0 0 0,0 0 0 0 0,1-1 0 0 0,0 1 0 0 0,0-1 0 0 0,0 0-1 0 0,0 0 1 0 0,1 0 0 0 0,-1 0 0 0 0,1 0 0 0 0,0-1 0 0 0,0 1 0 0 0,1-1 0 0 0,-1 1 0 0 0,1-1 0 0 0,0 0-1 0 0,-1-6 1 0 0,3 6-42 0 0,-1 1 0 0 0,1-1-1 0 0,0 1 1 0 0,0-1 0 0 0,1 1-1 0 0,-1 0 1 0 0,1-1-1 0 0,0 1 1 0 0,0 0 0 0 0,0 0-1 0 0,1 0 1 0 0,-1 0 0 0 0,1 1-1 0 0,0-1 1 0 0,0 1-1 0 0,1-1 1 0 0,-1 1 0 0 0,0 0-1 0 0,1 0 1 0 0,0 1 0 0 0,0-1-1 0 0,4-1 1 0 0,3-2-354 0 0,0 0 1 0 0,0 1-1 0 0,0 1 0 0 0,1 0 1 0 0,0 0-1 0 0,0 1 1 0 0,15-2-1 0 0,60-1-5983 0 0,-68 4 3717 0 0</inkml:trace>
</inkml:ink>
</file>

<file path=ppt/ink/ink3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2:50:16.4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151 84 232 0 0,'-6'-29'7138'0'0,"5"28"-6727"0"0,-5 2-266 0 0,1 0 0 0 0,-1 0 0 0 0,1 0 0 0 0,-1 1 0 0 0,1 0 1 0 0,0 0-1 0 0,0 0 0 0 0,0 1 0 0 0,0 0 0 0 0,0 0 0 0 0,0 0 0 0 0,1 0 1 0 0,0 1-1 0 0,-8 7 0 0 0,4-3 44 0 0,1 0 1 0 0,0 1 0 0 0,0 0 0 0 0,1 0-1 0 0,0 0 1 0 0,-8 16 0 0 0,14-24-181 0 0,-1 0-1 0 0,0 0 1 0 0,1 0 0 0 0,-1 0 0 0 0,1 0-1 0 0,-1 0 1 0 0,1 0 0 0 0,0 0 0 0 0,-1 1 0 0 0,1-1-1 0 0,0 0 1 0 0,0 0 0 0 0,0 0 0 0 0,0 0 0 0 0,0 0-1 0 0,0 1 1 0 0,0-1 0 0 0,0 0 0 0 0,0 0 0 0 0,1 0-1 0 0,-1 0 1 0 0,0 0 0 0 0,1 0 0 0 0,-1 0 0 0 0,0 0-1 0 0,1 0 1 0 0,0 0 0 0 0,-1 0 0 0 0,1 0 0 0 0,0 0-1 0 0,-1 0 1 0 0,1 0 0 0 0,0 0 0 0 0,0-1 0 0 0,0 1-1 0 0,0 0 1 0 0,-1-1 0 0 0,1 1 0 0 0,0 0 0 0 0,0-1-1 0 0,0 1 1 0 0,1-1 0 0 0,-1 0 0 0 0,0 1 0 0 0,0-1-1 0 0,0 0 1 0 0,0 1 0 0 0,0-1 0 0 0,0 0 0 0 0,0 0-1 0 0,1 0 1 0 0,-1 0 0 0 0,0 0 0 0 0,0-1 0 0 0,0 1-1 0 0,1 0 1 0 0,7-1 7 0 0,0 0 0 0 0,-1 0 0 0 0,0-1 1 0 0,1 0-1 0 0,-1 0 0 0 0,9-5 0 0 0,54-27 16 0 0,-70 34-30 0 0,-2 32-32 0 0,0-27 31 0 0,0 0-1 0 0,0 0 0 0 0,0 0 0 0 0,0 0 0 0 0,1 1 0 0 0,0-1 1 0 0,0 0-1 0 0,0 0 0 0 0,0 1 0 0 0,1-1 0 0 0,0 0 0 0 0,0 0 0 0 0,1 0 1 0 0,-1 0-1 0 0,1 0 0 0 0,3 6 0 0 0,-3-10-2 0 0,0-1 1 0 0,0 0-1 0 0,0 1 0 0 0,1-1 1 0 0,-1 0-1 0 0,0 0 0 0 0,0 0 1 0 0,0 0-1 0 0,0 0 0 0 0,0-1 1 0 0,0 1-1 0 0,0-1 0 0 0,0 1 1 0 0,0-1-1 0 0,0 0 0 0 0,0 0 1 0 0,-1 0-1 0 0,1 0 0 0 0,2-1 1 0 0,-2 1 0 0 0,125-73-60 0 0,-94 52 0 0 0,0 2 1 0 0,2 2-1 0 0,61-25 1 0 0,-90 41 37 0 0,1 0 0 0 0,-1 0 1 0 0,1 1-1 0 0,0 0 0 0 0,12 0 1 0 0,-19 1 20 0 0,0 0 1 0 0,1 0 0 0 0,-1 0 0 0 0,1 0-1 0 0,-1 1 1 0 0,0-1 0 0 0,1 0-1 0 0,-1 0 1 0 0,1 1 0 0 0,-1-1 0 0 0,0 0-1 0 0,0 1 1 0 0,1-1 0 0 0,-1 0-1 0 0,0 1 1 0 0,1-1 0 0 0,-1 0 0 0 0,0 1-1 0 0,0-1 1 0 0,0 0 0 0 0,1 1 0 0 0,-1-1-1 0 0,0 1 1 0 0,0-1 0 0 0,0 1-1 0 0,0-1 1 0 0,0 0 0 0 0,0 1 0 0 0,0-1-1 0 0,0 1 1 0 0,0-1 0 0 0,0 1-1 0 0,0-1 1 0 0,0 1 0 0 0,0-1 0 0 0,0 0-1 0 0,0 1 1 0 0,-1-1 0 0 0,1 1-1 0 0,0-1 1 0 0,0 0 0 0 0,0 1 0 0 0,-1 0-1 0 0,-8 22-51 0 0,8-21 49 0 0,-4 10-8 0 0,0-2 0 0 0,-1 1 1 0 0,0 0-1 0 0,-1-1 0 0 0,-13 15 1 0 0,20-25 9 0 0,0 1 0 0 0,-1-1 0 0 0,1 0 0 0 0,-1 0 0 0 0,1 1 0 0 0,-1-1 0 0 0,1 0 0 0 0,0 1 0 0 0,-1-1 0 0 0,1 0 0 0 0,0 1 0 0 0,-1-1 0 0 0,1 1 0 0 0,0-1 0 0 0,0 0 0 0 0,-1 1 0 0 0,1-1 0 0 0,0 1 0 0 0,0-1 0 0 0,0 1 0 0 0,-1-1 0 0 0,1 1 1 0 0,0-1-1 0 0,0 1 0 0 0,0-1 0 0 0,0 1 0 0 0,0-1 0 0 0,0 1 0 0 0,0-1 0 0 0,0 1 0 0 0,0-1 0 0 0,0 1 0 0 0,1-1 0 0 0,-1 1 0 0 0,0-1 0 0 0,0 1 0 0 0,0-1 0 0 0,1 1 0 0 0,-1-1 0 0 0,0 0 0 0 0,0 1 0 0 0,1-1 0 0 0,-1 1 0 0 0,0-1 0 0 0,1 0 0 0 0,-1 1 0 0 0,3 0-7 0 0,0-1 0 0 0,-1 1 0 0 0,1-1 0 0 0,-1 0-1 0 0,1 1 1 0 0,0-1 0 0 0,-1-1 0 0 0,1 1 0 0 0,0 0 0 0 0,3-1-1 0 0,14-4-38 0 0,0-1-1 0 0,-1 0 1 0 0,0-1-1 0 0,0-1 1 0 0,0-1-1 0 0,-1-1 1 0 0,0-1-1 0 0,-1 0 0 0 0,0-1 1 0 0,-1-1-1 0 0,0 0 1 0 0,-1-1-1 0 0,-1-1 1 0 0,0 0-1 0 0,13-20 1 0 0,-4-11 351 0 0,-22 46 133 0 0,-4 0-417 0 0,1 0-1 0 0,0 1 1 0 0,-1-1-1 0 0,1 1 1 0 0,0 0-1 0 0,-1 0 1 0 0,1-1 0 0 0,0 2-1 0 0,0-1 1 0 0,0 0-1 0 0,0 0 1 0 0,0 1 0 0 0,0-1-1 0 0,1 1 1 0 0,-1-1-1 0 0,0 1 1 0 0,1 0-1 0 0,-1 0 1 0 0,1 0 0 0 0,-1 0-1 0 0,1 0 1 0 0,0 0-1 0 0,-2 3 1 0 0,1-1 9 0 0,0 0 0 0 0,0 0-1 0 0,0 0 1 0 0,1 1 0 0 0,-1-1 0 0 0,1 1-1 0 0,0-1 1 0 0,0 0 0 0 0,0 1 0 0 0,1 0 0 0 0,0 6-1 0 0,0-7-94 0 0,1 0-1 0 0,0 0 1 0 0,1 0-1 0 0,-1-1 1 0 0,1 1 0 0 0,0 0-1 0 0,0-1 1 0 0,0 1-1 0 0,0-1 1 0 0,0 1-1 0 0,1-1 1 0 0,0 0-1 0 0,0 0 1 0 0,4 4-1 0 0,-2-4-580 0 0,0 1 0 0 0,0 0 0 0 0,1-1 0 0 0,-1 0 0 0 0,1 0-1 0 0,0-1 1 0 0,0 0 0 0 0,10 3 0 0 0,14 0-2137 0 0</inkml:trace>
</inkml:ink>
</file>

<file path=ppt/ink/ink3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2:50:17.4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355 95 616 0 0,'-2'-6'248'0'0,"0"1"0"0"0,-1 0 0 0 0,1-1 0 0 0,-1 1 0 0 0,0 0 0 0 0,0 0 1 0 0,0 0-1 0 0,-1 1 0 0 0,0-1 0 0 0,0 1 0 0 0,0 0 0 0 0,0 0 0 0 0,-1 0 0 0 0,0 1 0 0 0,1 0 0 0 0,-1 0 0 0 0,-1 0 0 0 0,1 0 0 0 0,0 1 0 0 0,-1 0 0 0 0,1 0 1 0 0,-1 0-1 0 0,1 0 0 0 0,-1 1 0 0 0,0 0 0 0 0,0 1 0 0 0,1-1 0 0 0,-1 1 0 0 0,0 0 0 0 0,-10 2 0 0 0,1-1-10 0 0,1 2 1 0 0,-1 0-1 0 0,1 0 0 0 0,-19 8 0 0 0,28-9-178 0 0,0 0 0 0 0,0 0 0 0 0,0 1 0 0 0,0 0 0 0 0,1 0-1 0 0,-1 0 1 0 0,0 0 0 0 0,1 1 0 0 0,0 0 0 0 0,0 0 0 0 0,0 0-1 0 0,1 0 1 0 0,-1 0 0 0 0,-3 7 0 0 0,6-9-41 0 0,1 0-1 0 0,-1 1 1 0 0,1-1 0 0 0,-1 0-1 0 0,1 0 1 0 0,0 1 0 0 0,0-1-1 0 0,0 0 1 0 0,0 0 0 0 0,0 1-1 0 0,0-1 1 0 0,1 0 0 0 0,-1 0-1 0 0,1 1 1 0 0,0-1 0 0 0,-1 0-1 0 0,1 0 1 0 0,0 0 0 0 0,0 0-1 0 0,0 0 1 0 0,1 0 0 0 0,-1 0-1 0 0,0 0 1 0 0,3 1 0 0 0,46 47 105 0 0,-25-27-59 0 0,-15-11-52 0 0,-1 0-1 0 0,0 1 1 0 0,-1 0-1 0 0,0 1 1 0 0,-1-1-1 0 0,-1 1 1 0 0,0 1-1 0 0,-1-1 1 0 0,0 1-1 0 0,-1 0 1 0 0,-1 0-1 0 0,0 0 1 0 0,-1 1-1 0 0,-1-1 1 0 0,-1 24-1 0 0,-2-13 0 0 0,0 0-1 0 0,-2 0 0 0 0,-1 0 0 0 0,-1-1 1 0 0,-1 0-1 0 0,-1 0 0 0 0,-1-1 0 0 0,-19 36 0 0 0,23-51-4 0 0,0-1-1 0 0,-1 0 0 0 0,0-1 0 0 0,0 1 1 0 0,-12 10-1 0 0,14-15 4 0 0,1 0 1 0 0,0 0 0 0 0,-1 0-1 0 0,0-1 1 0 0,0 1 0 0 0,0-1-1 0 0,0 0 1 0 0,0 0 0 0 0,0 0-1 0 0,0-1 1 0 0,-1 0 0 0 0,1 0-1 0 0,0 0 1 0 0,-5 1 0 0 0,7-2-6 0 0,0-1 0 0 0,1 1-1 0 0,-1 0 1 0 0,0-1 0 0 0,1 1 0 0 0,-1 0 0 0 0,1-1 0 0 0,-1 0 0 0 0,1 1 0 0 0,-1-1 0 0 0,1 0-1 0 0,-1 0 1 0 0,1 0 0 0 0,0 0 0 0 0,-1 0 0 0 0,1 0 0 0 0,0 0 0 0 0,0 0 0 0 0,0-1 0 0 0,0 1-1 0 0,0 0 1 0 0,0-1 0 0 0,0 1 0 0 0,0-1 0 0 0,1 1 0 0 0,-1-1 0 0 0,0 1 0 0 0,1-1 0 0 0,-1 0 0 0 0,1 1-1 0 0,0-1 1 0 0,0 1 0 0 0,0-1 0 0 0,-1 0 0 0 0,1 1 0 0 0,1-1 0 0 0,-1 0 0 0 0,0-2 0 0 0,1-8 6 0 0,1 0 1 0 0,-1 0-1 0 0,7-20 1 0 0,-7 31-11 0 0,5-18 4 0 0,1 1 0 0 0,0 1 0 0 0,2-1 0 0 0,0 1 0 0 0,1 0 0 0 0,1 1 0 0 0,15-18 0 0 0,98-98-15 0 0,-105 113 9 0 0,4-2-6 0 0,0 0-1 0 0,35-22 1 0 0,-48 36 5 0 0,0 1-1 0 0,0 0 1 0 0,0 0 0 0 0,1 2-1 0 0,-1-1 1 0 0,1 1 0 0 0,0 1-1 0 0,1 0 1 0 0,17-3 0 0 0,-25 6 0 0 0,0 1 1 0 0,0-1 0 0 0,-1 0-1 0 0,1 1 1 0 0,0 0 0 0 0,0 0 0 0 0,-1 0-1 0 0,1 1 1 0 0,-1-1 0 0 0,1 1-1 0 0,-1-1 1 0 0,1 1 0 0 0,-1 0-1 0 0,0 1 1 0 0,0-1 0 0 0,0 1-1 0 0,0-1 1 0 0,-1 1 0 0 0,1 0-1 0 0,0 0 1 0 0,-1 0 0 0 0,0 0 0 0 0,0 0-1 0 0,0 0 1 0 0,0 1 0 0 0,-1-1-1 0 0,1 1 1 0 0,-1 0 0 0 0,0-1-1 0 0,0 1 1 0 0,0 0 0 0 0,0-1-1 0 0,-1 1 1 0 0,0 0 0 0 0,0 4-1 0 0,1-7 6 0 0,-1 0-1 0 0,0 1 0 0 0,0-1 1 0 0,-1 0-1 0 0,1 0 0 0 0,0 1 1 0 0,0-1-1 0 0,-1 0 1 0 0,1 0-1 0 0,-1 0 0 0 0,1 1 1 0 0,-1-1-1 0 0,1 0 0 0 0,-1 0 1 0 0,0 0-1 0 0,1 0 0 0 0,-1 0 1 0 0,0 0-1 0 0,0 0 0 0 0,0 0 1 0 0,0 0-1 0 0,0-1 0 0 0,0 1 1 0 0,0 0-1 0 0,0 0 0 0 0,0-1 1 0 0,-2 2-1 0 0,-5-6 175 0 0,14-14-76 0 0,6 1-291 0 0,0 0-1 0 0,1 1 0 0 0,1 1 1 0 0,0 0-1 0 0,2 1 0 0 0,-1 0 1 0 0,1 1-1 0 0,1 1 1 0 0,0 0-1 0 0,1 2 0 0 0,1 0 1 0 0,19-8-1 0 0,19 7-5445 0 0,-47 10 3385 0 0</inkml:trace>
</inkml:ink>
</file>

<file path=ppt/ink/ink3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2:50:17.8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178 0 500 0 0,'0'0'4854'0'0,"-4"0"-4429"0"0,-6 2-90 0 0,0-1 0 0 0,1 2 0 0 0,-1-1 0 0 0,1 1 0 0 0,0 1-1 0 0,0 0 1 0 0,0 0 0 0 0,0 1 0 0 0,1 0 0 0 0,-12 8 0 0 0,-4 2 25 0 0,21-11-288 0 0,-1-1 0 0 0,1 1 0 0 0,0-1 0 0 0,0 1 1 0 0,0 0-1 0 0,0 0 0 0 0,0 0 0 0 0,1 1 0 0 0,-3 5 0 0 0,5-9-64 0 0,-1 0 0 0 0,1-1 0 0 0,-1 1 0 0 0,1 0 0 0 0,-1 0 0 0 0,1 0 0 0 0,-1 0 0 0 0,1 0 0 0 0,0 0 0 0 0,0 0 0 0 0,-1 0 0 0 0,1 0 0 0 0,0 0-1 0 0,0 0 1 0 0,0 0 0 0 0,0 0 0 0 0,0 0 0 0 0,0 0 0 0 0,0 0 0 0 0,0 0 0 0 0,1 0 0 0 0,-1 0 0 0 0,0 0 0 0 0,1-1 0 0 0,-1 1 0 0 0,0 0 0 0 0,1 0 0 0 0,-1 0 0 0 0,1 0 0 0 0,0 0 0 0 0,-1-1 0 0 0,1 1 0 0 0,-1 0 0 0 0,1 0 0 0 0,0-1-1 0 0,0 1 1 0 0,0 0 0 0 0,-1-1 0 0 0,1 1 0 0 0,0-1 0 0 0,0 1 0 0 0,0-1 0 0 0,0 0 0 0 0,0 1 0 0 0,0-1 0 0 0,0 0 0 0 0,0 0 0 0 0,0 1 0 0 0,0-1 0 0 0,0 0 0 0 0,0 0 0 0 0,0 0 0 0 0,1 0 0 0 0,82-11 112 0 0,-64 8-749 0 0,-1 0 0 0 0,1 1 1 0 0,33 0-1 0 0,-34 5-4000 0 0,-12-1 2407 0 0</inkml:trace>
</inkml:ink>
</file>

<file path=ppt/ink/ink3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2:50:18.5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91 37 40 0 0,'1'0'268'0'0,"0"0"-1"0"0,0-1 1 0 0,0 1 0 0 0,0 0-1 0 0,0 0 1 0 0,0 0 0 0 0,0 0-1 0 0,0 0 1 0 0,0 0-1 0 0,0 0 1 0 0,0 0 0 0 0,0 0-1 0 0,0 0 1 0 0,-1 1 0 0 0,1-1-1 0 0,0 0 1 0 0,0 1 0 0 0,0-1-1 0 0,0 1 1 0 0,1 0 0 0 0,-1 0-197 0 0,-1-1 1 0 0,1 1-1 0 0,-1 0 0 0 0,1 0 1 0 0,-1 0-1 0 0,1-1 1 0 0,-1 1-1 0 0,0 0 1 0 0,1 0-1 0 0,-1 0 1 0 0,0 0-1 0 0,0 0 1 0 0,1 0-1 0 0,-1 0 1 0 0,0 0-1 0 0,0 0 1 0 0,0 0-1 0 0,0 0 1 0 0,0 0-1 0 0,-1-1 1 0 0,1 1-1 0 0,0 0 1 0 0,0 0-1 0 0,-1 0 1 0 0,0 2-1 0 0,-1 1 36 0 0,0 0 0 0 0,-1 0-1 0 0,0 0 1 0 0,0 0 0 0 0,0 0 0 0 0,0-1-1 0 0,-1 1 1 0 0,1-1 0 0 0,-1 0-1 0 0,0 0 1 0 0,0 0 0 0 0,0 0-1 0 0,0-1 1 0 0,0 0 0 0 0,-1 0 0 0 0,1 0-1 0 0,-1 0 1 0 0,0-1 0 0 0,1 0-1 0 0,-1 1 1 0 0,0-2 0 0 0,0 1-1 0 0,0-1 1 0 0,1 1 0 0 0,-1-1 0 0 0,-6-1-1 0 0,10 0-52 0 0,1-1-45 0 0,0 0 0 0 0,0 0 1 0 0,1 0-1 0 0,-1 1 1 0 0,1-1-1 0 0,-1 0 0 0 0,1 0 1 0 0,0 0-1 0 0,0 0 1 0 0,0 1-1 0 0,0-1 0 0 0,0 0 1 0 0,0 1-1 0 0,0-1 1 0 0,0 1-1 0 0,1-1 0 0 0,-1 1 1 0 0,2-2-1 0 0,9-8 7 0 0,0 1 0 0 0,0 0-1 0 0,1 0 1 0 0,0 2 0 0 0,0-1 0 0 0,18-6-1 0 0,-25 12-11 0 0,0 0 0 0 0,0 1 0 0 0,0 0 0 0 0,0 0 0 0 0,1 0 0 0 0,-1 1 0 0 0,1 0 0 0 0,0 0 0 0 0,-1 1 0 0 0,1 0 0 0 0,-1 0 0 0 0,1 0 0 0 0,0 1 0 0 0,-1 0 0 0 0,1 0 0 0 0,-1 1 0 0 0,8 2 0 0 0,-13-3-3 0 0,1 0 1 0 0,0 0-1 0 0,0 0 0 0 0,-1 0 1 0 0,1 1-1 0 0,-1-1 1 0 0,1 1-1 0 0,-1-1 1 0 0,1 1-1 0 0,-1-1 0 0 0,0 1 1 0 0,0 0-1 0 0,0-1 1 0 0,0 1-1 0 0,0 0 1 0 0,0 0-1 0 0,0 0 1 0 0,-1 0-1 0 0,1 0 0 0 0,0 3 1 0 0,2 47 83 0 0,-4-36-32 0 0,1-15-39 0 0,4-3-39 0 0,35-18 5 0 0,50-24-3 0 0,-81 41 20 0 0,-1 0-1 0 0,1 1 0 0 0,-1 0 1 0 0,1 0-1 0 0,0 1 0 0 0,0 0 0 0 0,0 0 1 0 0,-1 1-1 0 0,1 0 0 0 0,10 1 1 0 0,-16-1 5 0 0,0 1 0 0 0,0-1 0 0 0,-1 0 1 0 0,1 0-1 0 0,0 1 0 0 0,0-1 1 0 0,0 1-1 0 0,-1-1 0 0 0,1 1 0 0 0,0 0 1 0 0,0 0-1 0 0,-1-1 0 0 0,1 1 0 0 0,-1 1 1 0 0,1-1-1 0 0,-1 0 0 0 0,1 0 0 0 0,-1 0 1 0 0,0 1-1 0 0,0-1 0 0 0,1 1 1 0 0,-1-1-1 0 0,0 1 0 0 0,0-1 0 0 0,0 1 1 0 0,-1 0-1 0 0,1-1 0 0 0,0 1 0 0 0,-1 0 1 0 0,1 0-1 0 0,-1 0 0 0 0,1-1 1 0 0,-1 1-1 0 0,0 0 0 0 0,0 0 0 0 0,0 0 1 0 0,0 0-1 0 0,0 0 0 0 0,0-1 0 0 0,-1 1 1 0 0,1 0-1 0 0,0 0 0 0 0,-1 0 0 0 0,0-1 1 0 0,-1 4-1 0 0,-1 4-84 0 0,-1-1 1 0 0,-1-1-1 0 0,1 1 0 0 0,-1 0 0 0 0,0-1 1 0 0,-1 0-1 0 0,0-1 0 0 0,-8 8 0 0 0,2-2-803 0 0,-8 6-4380 0 0</inkml:trace>
</inkml:ink>
</file>

<file path=ppt/ink/ink3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2:50:19.1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0 580 0 0,'42'14'3229'0'0,"-39"-11"-3095"0"0,0-1-1 0 0,0 1 1 0 0,-1-1 0 0 0,1 1-1 0 0,-1 0 1 0 0,0 0 0 0 0,0 1 0 0 0,0-1-1 0 0,0 0 1 0 0,-1 1 0 0 0,1-1-1 0 0,-1 1 1 0 0,0-1 0 0 0,0 1-1 0 0,0-1 1 0 0,0 1 0 0 0,-1 0-1 0 0,0 0 1 0 0,1-1 0 0 0,-1 1-1 0 0,-1 0 1 0 0,1 0 0 0 0,0-1 0 0 0,-1 1-1 0 0,0 0 1 0 0,0-1 0 0 0,0 1-1 0 0,0-1 1 0 0,-1 1 0 0 0,1-1-1 0 0,-1 1 1 0 0,0-1 0 0 0,0 0-1 0 0,0 0 1 0 0,0 0 0 0 0,-1 0-1 0 0,1 0 1 0 0,-6 4 0 0 0,-9 1 216 0 0,14-15-164 0 0,4 4-179 0 0,1 1-1 0 0,-1-1 0 0 0,0 1 1 0 0,1-1-1 0 0,0 1 1 0 0,0 0-1 0 0,-1-1 0 0 0,1 1 1 0 0,0 0-1 0 0,4-2 1 0 0,11-9-22 0 0,1 1 0 0 0,34-17 1 0 0,-46 25 6 0 0,0 2 1 0 0,0-1-1 0 0,0 1 1 0 0,1 0-1 0 0,-1 0 1 0 0,1 0-1 0 0,-1 1 1 0 0,1 0-1 0 0,-1 1 1 0 0,1-1-1 0 0,0 1 1 0 0,-1 1-1 0 0,8 0 1 0 0,-13-1 7 0 0,0 0 0 0 0,-1 0 0 0 0,1 1 0 0 0,0-1 0 0 0,0 0 0 0 0,0 0-1 0 0,0 1 1 0 0,-1-1 0 0 0,1 1 0 0 0,0-1 0 0 0,0 1 0 0 0,-1-1 0 0 0,1 1 0 0 0,0-1 0 0 0,-1 1 0 0 0,1-1 0 0 0,-1 1 0 0 0,1 0 0 0 0,-1-1 0 0 0,1 1 0 0 0,-1 0 0 0 0,1 0 0 0 0,-1-1-1 0 0,0 1 1 0 0,1 0 0 0 0,-1 0 0 0 0,0 0 0 0 0,0 0 0 0 0,1-1 0 0 0,-1 1 0 0 0,0 0 0 0 0,0 0 0 0 0,0 0 0 0 0,0 0 0 0 0,0 0 0 0 0,0-1 0 0 0,-1 2 0 0 0,-13 34 18 0 0,5-13-63 0 0,32-28 47 0 0,40-17-5 0 0,-52 17 2 0 0,0 1 0 0 0,1 0 0 0 0,-1 1 0 0 0,1 0 0 0 0,-1 1 0 0 0,1 0 0 0 0,12 0 1 0 0,-22 2-48 0 0,-1-1 1 0 0,0 1 0 0 0,1 0 0 0 0,-1 0 0 0 0,0 0 0 0 0,1 1 0 0 0,-1-1-1 0 0,0 0 1 0 0,0 0 0 0 0,1 1 0 0 0,-1-1 0 0 0,0 1 0 0 0,1-1 0 0 0,-1 1 0 0 0,0-1-1 0 0,0 1 1 0 0,0 0 0 0 0,0 0 0 0 0,0 0 0 0 0,0-1 0 0 0,0 1 0 0 0,0 0 0 0 0,0 0-1 0 0,0 0 1 0 0,0 1 0 0 0,-1-1 0 0 0,1 0 0 0 0,0 0 0 0 0,-1 0 0 0 0,1 0 0 0 0,-1 1-1 0 0,1-1 1 0 0,-1 0 0 0 0,0 1 0 0 0,1-1 0 0 0,-1 0 0 0 0,0 0 0 0 0,0 1-1 0 0,0-1 1 0 0,0 0 0 0 0,0 1 0 0 0,0-1 0 0 0,-1 2 0 0 0,0 4-507 0 0,0 0 1 0 0,-1-1-1 0 0,0 0 1 0 0,0 1 0 0 0,-5 9-1 0 0,4-9-1723 0 0</inkml:trace>
</inkml:ink>
</file>

<file path=ppt/ink/ink3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2:50:19.7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104 24 796 0 0,'-2'-2'371'0'0,"1"0"-1"0"0,-1 0 1 0 0,1 0 0 0 0,-1 1-1 0 0,0-1 1 0 0,0 1 0 0 0,0-1-1 0 0,0 1 1 0 0,0 0 0 0 0,0 0-1 0 0,0 0 1 0 0,0 0 0 0 0,0 0-1 0 0,0 0 1 0 0,-1 0 0 0 0,1 1-1 0 0,0-1 1 0 0,-1 1 0 0 0,1 0-1 0 0,0-1 1 0 0,-5 2 0 0 0,3-2-184 0 0,0 2 1 0 0,1-1 0 0 0,-1 0-1 0 0,1 1 1 0 0,-1 0 0 0 0,0 0-1 0 0,1 0 1 0 0,-1 0 0 0 0,1 0-1 0 0,0 1 1 0 0,-1-1-1 0 0,1 1 1 0 0,-5 4 0 0 0,7-6-10 0 0,6 8-16 0 0,8 0-204 0 0,-8-7-18 0 0,35 14-416 0 0,-39-14 461 0 0,1 0 1 0 0,-1 0 0 0 0,1 0-1 0 0,-1 1 1 0 0,1-1-1 0 0,-1 1 1 0 0,1-1-1 0 0,-1 1 1 0 0,0-1 0 0 0,0 1-1 0 0,0 0 1 0 0,0 0-1 0 0,0 0 1 0 0,-1-1-1 0 0,1 1 1 0 0,0 0 0 0 0,-1 0-1 0 0,1 4 1 0 0,1 8-48 0 0,-1-5 48 0 0,1 0-1 0 0,0 0 0 0 0,0 0 0 0 0,6 14 0 0 0,-8-22 14 0 0,1 0 0 0 0,-1 0 0 0 0,0 0 0 0 0,1-1 0 0 0,-1 1 0 0 0,1 0 0 0 0,0 0 0 0 0,-1-1 0 0 0,1 1 0 0 0,0 0 0 0 0,-1-1 0 0 0,1 1 0 0 0,0 0 0 0 0,0-1 0 0 0,-1 1 0 0 0,1-1 0 0 0,0 0 0 0 0,0 1 0 0 0,0-1 0 0 0,0 0 0 0 0,0 1 0 0 0,-1-1 0 0 0,1 0 0 0 0,0 0 0 0 0,2 0 0 0 0,27-7-9 0 0,26-26 0 0 0,-54 31 8 0 0,42-27-14 0 0,55-27 1 0 0,-98 56 20 0 0,-1-1 0 0 0,1 0-1 0 0,0 0 1 0 0,0 1 0 0 0,0-1 0 0 0,0 1-1 0 0,0-1 1 0 0,0 1 0 0 0,1-1 0 0 0,-1 1-1 0 0,0 0 1 0 0,0-1 0 0 0,0 1 0 0 0,0 0 0 0 0,0 0-1 0 0,1 0 1 0 0,-1 0 0 0 0,0 0 0 0 0,0 0-1 0 0,0 0 1 0 0,0 0 0 0 0,1 0 0 0 0,-1 1 0 0 0,0-1-1 0 0,0 0 1 0 0,0 1 0 0 0,0-1 0 0 0,0 1-1 0 0,0-1 1 0 0,0 1 0 0 0,0 0 0 0 0,0-1-1 0 0,0 1 1 0 0,1 1 0 0 0,0 3 27 0 0,0-1 0 0 0,-1 0 1 0 0,1 0-1 0 0,-1 1 0 0 0,0-1 0 0 0,-1 1 0 0 0,1 8 1 0 0,-1-10-14 0 0,0 0 1 0 0,0 0 0 0 0,0 0 0 0 0,0 0 0 0 0,1 0-1 0 0,-1 0 1 0 0,1 0 0 0 0,0 0 0 0 0,0 0 0 0 0,0 0-1 0 0,0 0 1 0 0,0 0 0 0 0,0 0 0 0 0,1 0 0 0 0,0-1-1 0 0,-1 1 1 0 0,1-1 0 0 0,0 1 0 0 0,0-1-1 0 0,1 0 1 0 0,3 4 0 0 0,-2-5-154 0 0,0 0 0 0 0,-1 0 0 0 0,1-1 0 0 0,-1 1 0 0 0,1-1 0 0 0,0 0 0 0 0,-1 0 0 0 0,1 0 0 0 0,7-1 0 0 0,19-6-3718 0 0,-23 5 2454 0 0,12-1-1483 0 0</inkml:trace>
</inkml:ink>
</file>

<file path=ppt/ink/ink3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2:50:26.8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149 127 580 0 0,'-4'-9'1904'0'0,"-4"-5"5880"0"0,-14 18-5300 0 0,15-2-3249 0 0,-77 13 2436 0 0,83-15-1651 0 0,0 0 1 0 0,0 1-1 0 0,0-1 1 0 0,0 0-1 0 0,1 0 0 0 0,-1 0 1 0 0,0-1-1 0 0,0 1 1 0 0,0 0-1 0 0,0 0 1 0 0,1 0-1 0 0,-1-1 0 0 0,0 1 1 0 0,0 0-1 0 0,1-1 1 0 0,-1 1-1 0 0,0 0 1 0 0,1-1-1 0 0,-1 1 0 0 0,0-1 1 0 0,1 1-1 0 0,-1-1 1 0 0,0 0-1 0 0,1 1 1 0 0,-1-1-1 0 0,1 0 0 0 0,-1 1 1 0 0,1-1-1 0 0,0 0 1 0 0,-1 1-1 0 0,1-1 0 0 0,0 0 1 0 0,-1 0-1 0 0,1 0 1 0 0,0 1-1 0 0,0-1 1 0 0,0 0-1 0 0,0 0 0 0 0,-1 0 1 0 0,1 1-1 0 0,0-1 1 0 0,1 0-1 0 0,-1 0 1 0 0,0 0-1 0 0,0 0 0 0 0,8-35 303 0 0,-4 31-293 0 0,0-1 0 0 0,0 1 0 0 0,0 0 0 0 0,0 0 0 0 0,1 1 0 0 0,0-1 0 0 0,0 1-1 0 0,0 0 1 0 0,1 1 0 0 0,-1-1 0 0 0,1 1 0 0 0,0 0 0 0 0,0 0 0 0 0,7-2 0 0 0,-11 5-24 0 0,1-1-1 0 0,0 1 1 0 0,-1-1 0 0 0,1 1 0 0 0,-1 0-1 0 0,1 0 1 0 0,0 0 0 0 0,-1 0 0 0 0,1 1-1 0 0,0-1 1 0 0,-1 1 0 0 0,1 0 0 0 0,-1-1-1 0 0,1 1 1 0 0,-1 0 0 0 0,1 0 0 0 0,-1 1-1 0 0,0-1 1 0 0,0 0 0 0 0,1 1 0 0 0,-1 0-1 0 0,0-1 1 0 0,0 1 0 0 0,0 0 0 0 0,-1 0-1 0 0,1 0 1 0 0,0 0 0 0 0,-1 0-1 0 0,1 0 1 0 0,-1 1 0 0 0,0-1 0 0 0,0 1-1 0 0,0-1 1 0 0,0 1 0 0 0,0-1 0 0 0,1 5-1 0 0,-2-4-2 0 0,1 0 0 0 0,0 1-1 0 0,-1-1 1 0 0,0 0 0 0 0,1 0-1 0 0,-1 1 1 0 0,-1-1 0 0 0,1 0-1 0 0,0 0 1 0 0,-1 0 0 0 0,1 1-1 0 0,-1-1 1 0 0,0 0 0 0 0,0 0-1 0 0,-1 0 1 0 0,1 0 0 0 0,0 0-1 0 0,-4 5 1 0 0,3-7-1 0 0,1 1 1 0 0,0 0-1 0 0,0-1 0 0 0,-1 1 0 0 0,1-1 1 0 0,-1 0-1 0 0,1 1 0 0 0,-1-1 0 0 0,0 0 0 0 0,1 0 1 0 0,-1 0-1 0 0,0 0 0 0 0,0 0 0 0 0,0 0 1 0 0,1-1-1 0 0,-1 1 0 0 0,0-1 0 0 0,0 1 1 0 0,0-1-1 0 0,0 0 0 0 0,0 0 0 0 0,0 1 1 0 0,0-1-1 0 0,0-1 0 0 0,0 1 0 0 0,0 0 1 0 0,0 0-1 0 0,0-1 0 0 0,0 1 0 0 0,-2-2 0 0 0,2 1-1 0 0,0-1-1 0 0,0 0 1 0 0,0 1-1 0 0,0-1 1 0 0,1 0-1 0 0,-1 0 1 0 0,1 0-1 0 0,0 0 1 0 0,-1 0-1 0 0,1 0 1 0 0,0 0-1 0 0,0-1 1 0 0,0 1-1 0 0,0 0 1 0 0,1-1-1 0 0,-1 1 1 0 0,1 0-1 0 0,-1-1 1 0 0,1 1-1 0 0,0-1 1 0 0,0 1-1 0 0,0-1 1 0 0,0 1-1 0 0,0-1 1 0 0,2-3-1 0 0,-2 0 9 0 0,1-4 1321 0 0,3 5-4584 0 0,9 14-4323 0 0,-6-3 4075 0 0</inkml:trace>
</inkml:ink>
</file>

<file path=ppt/ink/ink3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7T06:08:02.9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1 440 0 0,'0'0'4140'0'0,"8"1"-1923"0"0</inkml:trace>
</inkml:ink>
</file>

<file path=ppt/ink/ink3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7T06:08:46.3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8 1044 0 0,'0'0'4601'0'0,"18"-8"-4161"0"0,1 11-624 0 0,3 1-2853 0 0,-4-3 1461 0 0</inkml:trace>
</inkml:ink>
</file>

<file path=ppt/ink/ink3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7T06:08:46.6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0 372 0 0,'1'4'2535'0'0,"2"1"1849"0"0</inkml:trace>
</inkml:ink>
</file>

<file path=ppt/ink/ink3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7T06:10:20.0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1 824 0 0,'0'12'2168'0'0</inkml:trace>
</inkml:ink>
</file>

<file path=ppt/ink/ink3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2:51:38.9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271 375 560 0 0,'-37'-28'5411'0'0,"35"27"-4427"0"0,-27 23 164 0 0,1 13-656 0 0,-62 87 510 0 0,82-109-894 0 0,0 1 0 0 0,1 0 0 0 0,1 0-1 0 0,0 0 1 0 0,1 1 0 0 0,0-1 0 0 0,-4 28 0 0 0,9-39-91 0 0,-1 1 1 0 0,1-1-1 0 0,0 0 0 0 0,-1 0 0 0 0,1 0 0 0 0,0 0 0 0 0,1 0 0 0 0,-1 1 1 0 0,1-1-1 0 0,-1 0 0 0 0,1 0 0 0 0,0 0 0 0 0,0 0 0 0 0,0 0 0 0 0,1 0 1 0 0,-1-1-1 0 0,1 1 0 0 0,-1 0 0 0 0,1 0 0 0 0,0-1 0 0 0,0 0 0 0 0,0 1 1 0 0,0-1-1 0 0,5 3 0 0 0,-4-3-4 0 0,1 0 1 0 0,0-1-1 0 0,-1 1 1 0 0,1-1-1 0 0,0 0 1 0 0,0 0-1 0 0,0-1 1 0 0,0 1-1 0 0,0-1 1 0 0,0 0-1 0 0,0 0 1 0 0,1 0-1 0 0,-1-1 1 0 0,0 1-1 0 0,0-1 1 0 0,0 0-1 0 0,-1 0 1 0 0,7-3-1 0 0,6-2 5 0 0,-1-1 0 0 0,0 0 0 0 0,0-1 0 0 0,-1-1 0 0 0,0-1 0 0 0,0 0 0 0 0,-1 0 0 0 0,-1-2 0 0 0,0 1 0 0 0,0-2 0 0 0,-1 1 0 0 0,0-2 0 0 0,-2 1 0 0 0,1-1 0 0 0,-2-1 0 0 0,0 0 0 0 0,0 0 0 0 0,-2 0 0 0 0,0-1 0 0 0,0 0 0 0 0,-2 0 0 0 0,0-1 0 0 0,-1 1 0 0 0,0-1 0 0 0,-1 0 0 0 0,-1 0 0 0 0,-1 1 0 0 0,-1-1 0 0 0,-5-33 0 0 0,2 26 34 0 0,-2 0 0 0 0,0 1 0 0 0,-2 0 0 0 0,0 0 0 0 0,-2 1 0 0 0,-13-24 0 0 0,18 36-41 0 0,-1 1 0 0 0,0 0 1 0 0,-1 0-1 0 0,1 1 0 0 0,-2 0 1 0 0,1 0-1 0 0,-1 1 0 0 0,0-1 1 0 0,-1 2-1 0 0,1-1 1 0 0,-1 1-1 0 0,-1 1 0 0 0,1-1 1 0 0,-1 2-1 0 0,0-1 0 0 0,-11-2 1 0 0,17 6-82 0 0,-1-1 0 0 0,0 2 0 0 0,0-1 1 0 0,0 1-1 0 0,1-1 0 0 0,-1 1 0 0 0,0 1 0 0 0,0-1 1 0 0,0 1-1 0 0,0 0 0 0 0,1 0 0 0 0,-1 0 0 0 0,0 0 1 0 0,1 1-1 0 0,-1 0 0 0 0,1 0 0 0 0,0 0 0 0 0,-1 1 0 0 0,1-1 1 0 0,-5 6-1 0 0,2-2-560 0 0,0 1 1 0 0,1 0-1 0 0,0 0 1 0 0,0 1-1 0 0,0 0 1 0 0,1 0-1 0 0,1 0 1 0 0,-1 0-1 0 0,-4 13 0 0 0,1 2-1890 0 0</inkml:trace>
</inkml:ink>
</file>

<file path=ppt/ink/ink3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2:51:39.7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0 821 7709 0 0,'3'0'27'0'0,"-1"1"0"0"0,0-1 1 0 0,1 0-1 0 0,-1 0 0 0 0,1 0 0 0 0,-1 0 1 0 0,0-1-1 0 0,1 1 0 0 0,-1-1 1 0 0,1 1-1 0 0,-1-1 0 0 0,0 0 1 0 0,0 0-1 0 0,1 0 0 0 0,-1 0 0 0 0,3-2 1 0 0,39-30 115 0 0,-16 11 67 0 0,-16 15-139 0 0,4-3 46 0 0,0 0-1 0 0,0 0 0 0 0,-1-2 0 0 0,-1 0 0 0 0,0-1 1 0 0,18-20-1 0 0,-31 32-114 0 0,0 0 1 0 0,-1 0 0 0 0,1 0-1 0 0,0 0 1 0 0,0 0-1 0 0,-1 0 1 0 0,1 0 0 0 0,-1 0-1 0 0,1 0 1 0 0,-1 0-1 0 0,1 0 1 0 0,-1 0 0 0 0,0 0-1 0 0,0-1 1 0 0,1 1 0 0 0,-1 0-1 0 0,0 0 1 0 0,0-3-1 0 0,-1 4-5 0 0,1 0 0 0 0,-1 0 0 0 0,1-1 0 0 0,-1 1 0 0 0,1 0 0 0 0,0 0 0 0 0,-1 0 0 0 0,1 0 0 0 0,-1 0 0 0 0,1 0 0 0 0,-1 0 0 0 0,1-1 0 0 0,-1 1 0 0 0,1 1 0 0 0,-1-1 0 0 0,1 0-1 0 0,-1 0 1 0 0,1 0 0 0 0,-1 0 0 0 0,1 0 0 0 0,-1 0 0 0 0,1 0 0 0 0,-1 1 0 0 0,1-1 0 0 0,0 0 0 0 0,-1 0 0 0 0,1 1 0 0 0,-1-1 0 0 0,0 1 0 0 0,-1 0-6 0 0,0 0 1 0 0,0 1-1 0 0,0-1 1 0 0,0 1-1 0 0,1-1 1 0 0,-1 1-1 0 0,0 0 0 0 0,1 0 1 0 0,-1 0-1 0 0,1 0 1 0 0,0 0-1 0 0,-1 0 1 0 0,1 0-1 0 0,0 0 1 0 0,0 1-1 0 0,0-1 1 0 0,1 0-1 0 0,-1 1 0 0 0,1-1 1 0 0,-1 0-1 0 0,0 5 1 0 0,2-4-1 0 0,-1 0-1 0 0,0 0 1 0 0,1-1 0 0 0,0 1 0 0 0,-1 0-1 0 0,1 0 1 0 0,0-1 0 0 0,0 1 0 0 0,1-1-1 0 0,-1 1 1 0 0,1-1 0 0 0,-1 0 0 0 0,1 1-1 0 0,-1-1 1 0 0,1 0 0 0 0,0 0 0 0 0,0 0-1 0 0,3 1 1 0 0,-1 1-8 0 0,1-1-1 0 0,0-1 0 0 0,0 1 1 0 0,0-1-1 0 0,0 0 1 0 0,1 0-1 0 0,-1 0 0 0 0,9 1 1 0 0,7-1-62 0 0,-1 0 1 0 0,0-1 0 0 0,1-2-1 0 0,21-2 1 0 0,-24 2 38 0 0,0-1 0 0 0,-1-1 0 0 0,1 0 0 0 0,-1-1 0 0 0,0-1 0 0 0,0-1 0 0 0,0-1 0 0 0,-1 0 1 0 0,0-1-1 0 0,-1-1 0 0 0,1 0 0 0 0,-2-1 0 0 0,1 0 0 0 0,-1-2 0 0 0,-1 0 0 0 0,0 0 0 0 0,-1-1 0 0 0,0 0 0 0 0,-1-1 0 0 0,0-1 1 0 0,-2 0-1 0 0,12-20 0 0 0,-11 13 78 0 0,-1 0 0 0 0,-1 0 0 0 0,-1-1 1 0 0,-1 0-1 0 0,0 0 0 0 0,-2 0 0 0 0,-1-1 0 0 0,-1 0 1 0 0,-1 1-1 0 0,-1-1 0 0 0,-1 0 0 0 0,-1 0 1 0 0,-1 1-1 0 0,-6-25 0 0 0,5 33 61 0 0,-1 0 0 0 0,0 0 0 0 0,-1 1 0 0 0,-9-18 0 0 0,12 28-56 0 0,1 0 0 0 0,-1-1 1 0 0,0 1-1 0 0,0 0 1 0 0,0 0-1 0 0,0 1 0 0 0,-1-1 1 0 0,1 1-1 0 0,-1-1 0 0 0,0 1 1 0 0,0 0-1 0 0,-1 0 1 0 0,1 1-1 0 0,0 0 0 0 0,-1-1 1 0 0,-8-1-1 0 0,12 4-37 0 0,0 0-1 0 0,-1 0 0 0 0,1 1 1 0 0,0-1-1 0 0,0 1 1 0 0,-1 0-1 0 0,1-1 1 0 0,0 1-1 0 0,0 0 0 0 0,0-1 1 0 0,0 1-1 0 0,0 0 1 0 0,0 0-1 0 0,0 0 0 0 0,0 0 1 0 0,0 0-1 0 0,1 0 1 0 0,-1 0-1 0 0,0 0 0 0 0,1 0 1 0 0,-1 1-1 0 0,0 0 1 0 0,-13 28 75 0 0,5-5-11 0 0,1 1 1 0 0,1 0 0 0 0,2 0 0 0 0,-3 35 0 0 0,0 111 167 0 0,6-73-107 0 0,10 608 619 0 0,-1-529-559 0 0,-6-168-173 0 0,0-1 9 0 0,-1 0 0 0 0,0 0 0 0 0,0 1 0 0 0,0-1 0 0 0,-1 0 0 0 0,-1 0 0 0 0,0 0 1 0 0,-3 11-1 0 0,4-19-17 0 0,-9-24-60 0 0,7 17 36 0 0,2-1 1 0 0,-1 0-1 0 0,1 0 1 0 0,0 0-1 0 0,0 1 1 0 0,1-1 0 0 0,0 0-1 0 0,0 0 1 0 0,2-11-1 0 0,14-60-103 0 0,-4 36 79 0 0,2 1 0 0 0,1 0 0 0 0,2 1 0 0 0,2 1-1 0 0,2 1 1 0 0,2 0 0 0 0,1 2 0 0 0,1 1 0 0 0,2 0 0 0 0,2 2 0 0 0,1 2 0 0 0,1 1 0 0 0,2 1 0 0 0,38-27 0 0 0,-64 52 35 0 0,1-1 0 0 0,-1 1-1 0 0,1 0 1 0 0,0 1 0 0 0,0 0 0 0 0,0 0 0 0 0,12-2-1 0 0,-17 4 10 0 0,-1 1 0 0 0,1-1 0 0 0,0 1 0 0 0,0 0 0 0 0,-1 0 0 0 0,1 0 0 0 0,0 0 0 0 0,-1 1 0 0 0,1-1 0 0 0,0 1 0 0 0,-1 0 0 0 0,1-1 0 0 0,0 1 0 0 0,-1 0 0 0 0,1 1 0 0 0,-1-1 0 0 0,0 0 0 0 0,1 1 0 0 0,-1-1 0 0 0,0 1 0 0 0,0 0 0 0 0,0 0 0 0 0,0 0 0 0 0,0 0 0 0 0,0 0 0 0 0,2 4 0 0 0,1 1-12 0 0,0 2 0 0 0,-1-1 0 0 0,0 1 0 0 0,0-1-1 0 0,-1 1 1 0 0,0 0 0 0 0,0 0 0 0 0,-1 1 0 0 0,0-1 0 0 0,-1 0 0 0 0,0 1 0 0 0,-1-1 0 0 0,1 1-1 0 0,-2-1 1 0 0,0 0 0 0 0,0 1 0 0 0,0-1 0 0 0,-1 1 0 0 0,-1-1 0 0 0,1 0 0 0 0,-2 0 0 0 0,1-1-1 0 0,-6 10 1 0 0,-7 11-1659 0 0,3-14-3307 0 0</inkml:trace>
</inkml:ink>
</file>

<file path=ppt/ink/ink4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2:51:40.0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63 80 0 0,'2'-24'2889'0'0,"-3"22"-2618"0"0,1 0 0 0 0,0-1 0 0 0,0 1-1 0 0,0-1 1 0 0,1 1 0 0 0,-1 0 0 0 0,0-1 0 0 0,1 1 0 0 0,0 0 0 0 0,-1-1 0 0 0,1 1-1 0 0,0 0 1 0 0,0 0 0 0 0,2-4 0 0 0,-2 6-262 0 0,1 0-593 0 0,-1 1 362 0 0,1 0 0 0 0,-1-1 0 0 0,1 1 0 0 0,-1 0 0 0 0,0 0 0 0 0,1 0 0 0 0,-1 0 0 0 0,0 0 0 0 0,1 0 0 0 0,-1 0 0 0 0,0 0 0 0 0,0 1 0 0 0,0-1 0 0 0,0 0 0 0 0,1 2 0 0 0,0 3-1415 0 0</inkml:trace>
</inkml:ink>
</file>

<file path=ppt/ink/ink4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2:51:40.4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 8 8 0 0,'-14'87'5887'0'0,"11"-78"-5342"0"0,3-8-528 0 0,-1-1 1 0 0,1 0-1 0 0,0 0 0 0 0,0 1 0 0 0,0-1 0 0 0,0 0 0 0 0,-1 0 1 0 0,1 1-1 0 0,0-1 0 0 0,0 0 0 0 0,0 1 0 0 0,0-1 1 0 0,0 0-1 0 0,0 0 0 0 0,0 1 0 0 0,0-1 0 0 0,0 0 0 0 0,0 1 1 0 0,0-1-1 0 0,0 0 0 0 0,0 1 0 0 0,0-1 0 0 0,0 0 0 0 0,0 1 1 0 0,0-1-1 0 0,0 0 0 0 0,0 0 0 0 0,1 1 0 0 0,-1-1 1 0 0,0 0-1 0 0,0 0 0 0 0,0 1 0 0 0,0-1 0 0 0,1 0 0 0 0,-1 0 1 0 0,0 1-1 0 0,0-1 0 0 0,1 0 0 0 0,-1 0 0 0 0,0 0 0 0 0,0 0 1 0 0,1 1-1 0 0,-1-1 0 0 0,1 0 213 0 0,79-78 1251 0 0,-43 42-1338 0 0,-37 35-108 0 0,3 3-33 0 0,1 0-1 0 0,-1 0 1 0 0,-1 0 0 0 0,1 0 0 0 0,0 1-1 0 0,-1 0 1 0 0,1-1 0 0 0,3 7 0 0 0,0-2 11 0 0,2-2 2 0 0</inkml:trace>
</inkml:ink>
</file>

<file path=ppt/ink/ink4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0-16T12:51:42.7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96 560,'-4'-8'9772,"4"8"-9665,24-1-50,0-1 0,0 0 1,0-2-1,0 0 0,-1-2 1,0-1-1,0-1 0,34-16 0,-56 24-58,0 0 0,-1-1 0,1 1 0,0 0 0,0-1 0,0 1 0,0-1 0,0 1 0,0-1 0,-1 0 0,1 1-1,0-1 1,0 0 0,-1 0 0,1 1 0,-1-1 0,1 0 0,0 0 0,-1 0 0,0 0 0,1 0 0,-1 0 0,1 0 0,-1 0-1,0 0 1,0 0 0,0 0 0,0 0 0,1 0 0,-2-2 0,1 3 1,-1-1-1,0 1 1,0-1 0,0 1-1,0-1 1,0 1-1,0-1 1,0 1 0,0 0-1,0-1 1,0 1 0,0 0-1,0 0 1,0 0 0,0 0-1,-1 0 1,1 0-1,0 0 1,0 0 0,0 1-1,0-1 1,-1 1 0,-25 3-8,27-4 8,-14 3-5,1 1 1,0 1-1,0 0 1,0 1-1,0 0 1,-14 10-1,21-13 1,1 1 0,0-1-1,0 1 1,1 0 0,-1 0-1,1 1 1,0 0 0,0-1-1,0 1 1,1 1 0,0-1-1,0 0 1,0 1 0,1 0-1,-1-1 1,-1 7 0,4-9-55,0-1 0,0 1-1,1-1 1,-1 0 0,0 1 0,1-1 0,0 0 0,-1 1 0,1-1 0,0 0 0,0 0 0,0 0 0,0 1 0,1-1 0,-1 0 0,1-1 0,-1 1 0,1 0-1,-1 0 1,1-1 0,0 1 0,0-1 0,0 1 0,0-1 0,0 0 0,0 0 0,0 0 0,1 0 0,-1 0 0,0 0 0,0-1 0,5 1 0,6 3-418,0-1 1,1 0 0,-1-1 0,19 1 0,22-5-2735,-25-1 1376</inkml:trace>
</inkml:ink>
</file>

<file path=ppt/ink/ink4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2:51:43.0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1 596 556 0 0,'24'-13'306'0'0,"-10"3"-96"0"0,7-4 290 0 0,33-20 3293 0 0,-51 35-3642 0 0,-1-1 1 0 0,1 1-1 0 0,-1-1 0 0 0,0 1 0 0 0,1 0 0 0 0,-1 0 1 0 0,0 0-1 0 0,0 0 0 0 0,0 1 0 0 0,1-1 0 0 0,2 4 1 0 0,17 7 73 0 0,20-5-4 0 0,-11-7-90 0 0,-22 0-108 0 0,0-1 0 0 0,-1 0 0 0 0,1-1 0 0 0,0 0 0 0 0,-1 0 0 0 0,1-1-1 0 0,-1 0 1 0 0,0-1 0 0 0,0 0 0 0 0,8-5 0 0 0,-11 5-16 0 0,0 0 0 0 0,0 0 0 0 0,-1 0 0 0 0,0 0 0 0 0,0-1 1 0 0,0 0-1 0 0,-1 0 0 0 0,1 0 0 0 0,-1 0 0 0 0,0 0 0 0 0,-1-1 0 0 0,1 0 0 0 0,-1 1 1 0 0,0-1-1 0 0,2-11 0 0 0,2-16 171 0 0,-2 0 0 0 0,0 0 0 0 0,-3 0 0 0 0,-1-1 0 0 0,-1 1-1 0 0,-2 0 1 0 0,-1-1 0 0 0,-2 2 0 0 0,-1-1 0 0 0,-22-60 0 0 0,29 92-141 0 0,0 0 0 0 0,0 1 0 0 0,0-1 0 0 0,0 1 0 0 0,0-1 0 0 0,0 0 0 0 0,-1 1-1 0 0,1-1 1 0 0,0 1 0 0 0,0-1 0 0 0,-1 1 0 0 0,1-1 0 0 0,0 1 0 0 0,-1-1 0 0 0,1 1 0 0 0,0-1-1 0 0,-1 1 1 0 0,1-1 0 0 0,-1 1 0 0 0,1 0 0 0 0,-1-1 0 0 0,1 1 0 0 0,-1 0 0 0 0,1-1 0 0 0,-1 1 0 0 0,1 0-1 0 0,-1 0 1 0 0,0 0 0 0 0,1-1 0 0 0,-1 1 0 0 0,1 0 0 0 0,-1 0 0 0 0,0 0 0 0 0,1 0 0 0 0,-1 0-1 0 0,1 0 1 0 0,-1 0 0 0 0,0 0 0 0 0,-1 2 4 0 0,0-1 0 0 0,1 0 0 0 0,-1 0 0 0 0,1 1 1 0 0,-1-1-1 0 0,1 1 0 0 0,0 0 0 0 0,0-1 0 0 0,0 1 0 0 0,0 0 0 0 0,-2 3 0 0 0,-1 4 45 0 0,0 1 1 0 0,0 0-1 0 0,1 0 0 0 0,-3 15 1 0 0,2 20 170 0 0,2 1-1 0 0,2-1 1 0 0,3 1 0 0 0,11 69-1 0 0,56 176-1729 0 0,-55-245-527 0 0,0-18-3063 0 0,-5-16 2140 0 0</inkml:trace>
</inkml:ink>
</file>

<file path=ppt/ink/ink4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0-16T12:51:43.7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151 1 484,'-35'80'8933,"-55"192"-6186,79-247-2496,9-20-177,0-1 0,0 1 0,0 0-1,0 0 1,1 0 0,-2 8 0,3-12 48,29-6 3,47-16-51,-37 9-75,1 1-1,1 3 0,-1 0 1,55-1-1,-93 9-9,0 0-1,0 0 0,0 0 1,0 0-1,-1 0 0,1 1 0,0-1 1,0 1-1,0-1 0,0 1 1,0 0-1,0 0 0,2 1 1,-3-1 5,-1-1 0,1 1 0,-1 0 0,1-1 1,-1 1-1,1 0 0,-1-1 0,1 1 0,-1 0 1,0 0-1,1 0 0,-1-1 0,0 1 0,0 0 0,1 0 1,-1 0-1,0 0 0,0-1 0,0 1 0,0 0 1,0 2-1,-1 0-1,0 0 1,0 0 0,0-1 0,-1 1-1,1 0 1,0 0 0,-1 0 0,0-1-1,0 1 1,0-1 0,0 1 0,0-1-1,0 0 1,-4 3 0,-14 10-34,-1-2 1,0 0 0,-1-1-1,-27 11 1,-10-4-4951</inkml:trace>
</inkml:ink>
</file>

<file path=ppt/ink/ink4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0-16T12:51:44.0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181 65 136,'9'0'349,"-1"-1"0,1-1 0,-1 1 0,0-1 0,1-1 0,-1 1 0,0-2 0,0 1 0,-1-1 0,1 0 0,-1 0 0,12-10 0,11-5 2111,-30 19-2418,1-1-1,-1 1 0,0 0 1,1 0-1,-1 0 1,0 0-1,1 0 0,-1 0 1,1 0-1,-1-1 0,0 1 1,1 0-1,-1 0 1,0 0-1,1 1 0,-1-1 1,1 0-1,-1 0 0,0 0 1,1 0-1,-1 0 1,0 0-1,1 0 0,-1 1 1,0-1-1,1 0 0,-1 0 1,0 0-1,1 1 1,-1-1-1,0 0 0,0 1 1,1-1-1,-1 0 0,0 0 1,0 1-1,0-1 1,1 1-1,7 22 565,-1 37-409,-6-53-54,1 40 73,-2-1 0,-2 1 0,-2-1 0,-2 0 0,-16 63 0,-8 1 153,-47 109-1,71-205-277,-1 1 0,0-2 0,-1 1 0,-1-1 0,-11 15 0,14-21 61,0 0 1,0-1-1,0 0 1,-1 0-1,0 0 0,0-1 1,-1 0-1,1-1 1,-1 1-1,-12 4 1,18-9-101,0 1 1,0 0 0,0 0 0,0-1 0,0 1-1,0-1 1,0 0 0,0 0 0,0 1 0,0-1 0,0-1-1,0 1 1,0 0 0,0 0 0,0-1 0,0 1-1,0-1 1,0 1 0,0-1 0,0 0 0,0 0-1,1 0 1,-1 0 0,0 0 0,1-1 0,-1 1-1,0 0 1,1-1 0,0 1 0,-1-1 0,1 1 0,0-1-1,0 0 1,0 1 0,0-1 0,0 0 0,0 0-1,0 0 1,1 0 0,-1 0 0,1 0 0,-1 0-1,1-4 1,-1-2 39,0-1 1,0 0-1,1 0 0,0 0 0,1 1 1,0-1-1,0 0 0,5-16 0,0 11-124,1 0-1,0 0 1,0 1 0,2 0-1,-1 0 1,2 1-1,-1 0 1,2 1 0,19-17-1,42-28-2672,1 7-5087,-55 37 4259</inkml:trace>
</inkml:ink>
</file>

<file path=ppt/ink/ink4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2:51:47.1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491 373 284 0 0,'1'-6'553'0'0,"-1"0"0"0"0,0 0 0 0 0,-1 0 0 0 0,1 0 0 0 0,-1 0 0 0 0,-1 0 0 0 0,1 0 0 0 0,-5-11 0 0 0,5 15-466 0 0,-1 0-1 0 0,0 0 1 0 0,1-1-1 0 0,-1 1 1 0 0,0 0-1 0 0,0 1 0 0 0,-1-1 1 0 0,1 0-1 0 0,0 0 1 0 0,-1 1-1 0 0,1 0 1 0 0,-1-1-1 0 0,1 1 0 0 0,-1 0 1 0 0,1 0-1 0 0,-1 0 1 0 0,0 1-1 0 0,1-1 1 0 0,-1 1-1 0 0,0-1 0 0 0,0 1 1 0 0,-3 0-1 0 0,-11 0 33 0 0,0 0-1 0 0,1 1 0 0 0,-1 1 0 0 0,0 0 1 0 0,1 1-1 0 0,0 1 0 0 0,-1 1 1 0 0,1 0-1 0 0,-16 9 0 0 0,2-1 138 0 0,1 3 1 0 0,1 0-1 0 0,-48 37 0 0 0,69-48-227 0 0,0 1-1 0 0,1 0 1 0 0,-1 0 0 0 0,1 1-1 0 0,0 0 1 0 0,1 0 0 0 0,0 0-1 0 0,0 1 1 0 0,0-1 0 0 0,1 1 0 0 0,0 0-1 0 0,-5 16 1 0 0,8-19-19 0 0,0 1 0 0 0,1-1 1 0 0,-1 0-1 0 0,1 1 0 0 0,0-1 0 0 0,0 0 0 0 0,1 1 1 0 0,-1-1-1 0 0,1 0 0 0 0,0 0 0 0 0,1 0 0 0 0,-1 0 1 0 0,1 0-1 0 0,0 0 0 0 0,1 0 0 0 0,-1 0 0 0 0,1 0 1 0 0,0-1-1 0 0,0 0 0 0 0,0 1 0 0 0,0-1 1 0 0,1 0-1 0 0,5 4 0 0 0,9 8 9 0 0,0-2 0 0 0,1 0 0 0 0,1 0 0 0 0,0-2 1 0 0,1-1-1 0 0,1 0 0 0 0,-1-2 0 0 0,1 0 0 0 0,41 9 0 0 0,-29-10-16 0 0,1-2-1 0 0,0-1 1 0 0,0-1 0 0 0,1-2-1 0 0,67-6 1 0 0,-84 2-16 0 0,0-1 1 0 0,0-1 0 0 0,-1-1 0 0 0,0-1 0 0 0,0 0-1 0 0,0-1 1 0 0,-1-1 0 0 0,0-1 0 0 0,0 0-1 0 0,-1-1 1 0 0,0-1 0 0 0,-1 0 0 0 0,-1-1 0 0 0,24-24-1 0 0,-19 13-5 0 0,-1 0 1 0 0,0-2-1 0 0,-2 1 0 0 0,-1-2 0 0 0,-1 0 0 0 0,-1-1 0 0 0,-1 0 0 0 0,14-51 0 0 0,-14 41 73 0 0,-2 0 1 0 0,-2-1-1 0 0,-1 0 0 0 0,-2-1 1 0 0,-2 1-1 0 0,-3-77 0 0 0,-8 89 409 0 0,8 26-456 0 0,0 0 1 0 0,-1-1-1 0 0,1 1 0 0 0,0 0 0 0 0,0 0 1 0 0,-1 0-1 0 0,1-1 0 0 0,0 1 0 0 0,-1 0 1 0 0,1 0-1 0 0,0 0 0 0 0,-1 0 0 0 0,1 0 1 0 0,-1 0-1 0 0,1 0 0 0 0,0 0 0 0 0,-1 0 1 0 0,1 0-1 0 0,0 0 0 0 0,-1 0 0 0 0,1 0 1 0 0,0 0-1 0 0,-1 0 0 0 0,1 0 0 0 0,0 0 1 0 0,-1 0-1 0 0,1 1 0 0 0,0-1 0 0 0,-1 0 1 0 0,1 0-1 0 0,0 0 0 0 0,0 1 0 0 0,-1-1 1 0 0,1 0-1 0 0,0 0 0 0 0,-1 0 0 0 0,1 1 1 0 0,-30 44 211 0 0,17-19-149 0 0,1 1-1 0 0,1 1 0 0 0,2 0 1 0 0,0 0-1 0 0,-5 43 1 0 0,5-16 82 0 0,-1 110-1 0 0,23 19 65 0 0,-10-137-80 0 0,-2-51-120 0 0,0-1-1 0 0,1 0 0 0 0,0 1 0 0 0,0-1 1 0 0,0 1-1 0 0,1 0 0 0 0,0 0 0 0 0,-1-1 1 0 0,1 2-1 0 0,5-6 0 0 0,42-46-36 0 0,-48 54 19 0 0,-1-1-2 0 0,1 0 1 0 0,0 0-1 0 0,1 0 0 0 0,-1 0 0 0 0,0 0 0 0 0,0 1 0 0 0,1-1 0 0 0,-1 1 0 0 0,1 0 0 0 0,-1-1 0 0 0,1 1 0 0 0,0 0 0 0 0,0 1 0 0 0,-1-1 0 0 0,1 0 0 0 0,0 1 0 0 0,0-1 0 0 0,0 1 0 0 0,-1 0 0 0 0,1 0 0 0 0,0 0 0 0 0,0 1 0 0 0,0-1 0 0 0,0 0 0 0 0,-1 1 0 0 0,5 1 0 0 0,3 3-7 0 0,0 0-1 0 0,0 1 1 0 0,0 0 0 0 0,-1 0 0 0 0,13 12 0 0 0,32 19-3 0 0,-34-28 15 0 0,1-1 0 0 0,0-1-1 0 0,0-1 1 0 0,0-1-1 0 0,1-1 1 0 0,0-1 0 0 0,0-1-1 0 0,34 0 1 0 0,-22-3-3 0 0,0-2 1 0 0,-1-1-1 0 0,1-1 0 0 0,60-19 1 0 0,-82 20-7 0 0,1 0 1 0 0,-1-1-1 0 0,0 0 1 0 0,0-1-1 0 0,-1 0 1 0 0,0-1-1 0 0,0-1 1 0 0,0 1-1 0 0,-1-2 1 0 0,13-13-1 0 0,-22 21 5 0 0,0 0-1 0 0,0 0 1 0 0,0 0-1 0 0,0 0 1 0 0,-1 0-1 0 0,1 0 0 0 0,0-1 1 0 0,-1 1-1 0 0,1 0 1 0 0,-1 0-1 0 0,1-1 1 0 0,-1 1-1 0 0,0-1 0 0 0,1 1 1 0 0,-1-3-1 0 0,0 4 3 0 0,0-1-1 0 0,-1 1 0 0 0,1-1 1 0 0,0 1-1 0 0,0-1 0 0 0,-1 1 1 0 0,1-1-1 0 0,0 1 0 0 0,0 0 1 0 0,-1-1-1 0 0,1 1 0 0 0,0-1 1 0 0,-1 1-1 0 0,1 0 0 0 0,-1-1 1 0 0,1 1-1 0 0,-1 0 0 0 0,1 0 1 0 0,0-1-1 0 0,-1 1 0 0 0,1 0 1 0 0,-1 0-1 0 0,1 0 0 0 0,-1-1 1 0 0,1 1-1 0 0,-1 0 0 0 0,0 0 1 0 0,-2 0 0 0 0,0 0 1 0 0,0 0-1 0 0,0 0 1 0 0,-1 0-1 0 0,1 0 1 0 0,0 1-1 0 0,0-1 1 0 0,0 1-1 0 0,0 0 1 0 0,0 0-1 0 0,0 0 1 0 0,-4 3-1 0 0,4-3 0 0 0,0 1 0 0 0,0 0 0 0 0,0-1 0 0 0,1 1 0 0 0,-1 0 0 0 0,0 0 0 0 0,1 1 0 0 0,-1-1 0 0 0,1 1 0 0 0,0-1 0 0 0,0 1 0 0 0,0 0 0 0 0,0 0 0 0 0,0-1 0 0 0,1 1 0 0 0,-1 1 0 0 0,1-1 0 0 0,0 0 0 0 0,0 0 0 0 0,0 0 0 0 0,0 1 0 0 0,0-1 0 0 0,1 0 0 0 0,-1 1 0 0 0,1-1 0 0 0,0 1 0 0 0,0-1 0 0 0,1 0 0 0 0,0 6 1 0 0,1-4-1 0 0,0 0 0 0 0,0-1 0 0 0,0 1 1 0 0,0 0-1 0 0,1-1 0 0 0,0 1 1 0 0,0-1-1 0 0,0 0 0 0 0,1 0 0 0 0,-1 0 1 0 0,1-1-1 0 0,0 1 0 0 0,0-1 1 0 0,0 0-1 0 0,1 0 0 0 0,-1 0 1 0 0,1 0-1 0 0,8 3 0 0 0,-4-3-1 0 0,0 0-1 0 0,1 0 1 0 0,-1-1-1 0 0,0 0 1 0 0,1 0-1 0 0,-1-1 1 0 0,1 0-1 0 0,0-1 1 0 0,-1 0-1 0 0,1-1 1 0 0,-1 0 0 0 0,1 0-1 0 0,-1-1 1 0 0,1-1-1 0 0,-1 1 1 0 0,15-7-1 0 0,-18 6 6 0 0,0 0 0 0 0,0 0 0 0 0,-1-1 0 0 0,1 1-1 0 0,-1-1 1 0 0,0 0 0 0 0,0-1 0 0 0,-1 1 0 0 0,1-1-1 0 0,-1 0 1 0 0,0 0 0 0 0,0 0 0 0 0,0-1 0 0 0,-1 1 0 0 0,0-1-1 0 0,0 0 1 0 0,-1 0 0 0 0,1 0 0 0 0,-1 0 0 0 0,-1 0 0 0 0,1-1-1 0 0,-1 1 1 0 0,0-1 0 0 0,0 1 0 0 0,-1-8 0 0 0,0 8 2 0 0,-1 1 0 0 0,0 0 1 0 0,0 0-1 0 0,0-1 0 0 0,0 1 0 0 0,-1 0 1 0 0,0 0-1 0 0,0 0 0 0 0,-1 1 0 0 0,1-1 1 0 0,-1 0-1 0 0,0 1 0 0 0,0 0 0 0 0,0 0 1 0 0,-1 0-1 0 0,0 0 0 0 0,0 0 1 0 0,0 0-1 0 0,0 1 0 0 0,0 0 0 0 0,0 0 1 0 0,-1 0-1 0 0,0 1 0 0 0,0-1 0 0 0,1 1 1 0 0,-1 0-1 0 0,-6-1 0 0 0,1 0-40 0 0,1 0 1 0 0,-1 0-1 0 0,0 1 0 0 0,0 1 0 0 0,-1-1 1 0 0,1 2-1 0 0,0-1 0 0 0,0 2 0 0 0,0-1 0 0 0,0 1 1 0 0,0 1-1 0 0,-1 0 0 0 0,-12 4 0 0 0,19-5-161 0 0,0 1 0 0 0,0-1 0 0 0,1 1-1 0 0,-1 0 1 0 0,0 1 0 0 0,1-1 0 0 0,-1 0-1 0 0,1 1 1 0 0,-3 3 0 0 0,5-5-177 0 0,-1 1 1 0 0,1-1 0 0 0,0 1-1 0 0,0 0 1 0 0,1-1-1 0 0,-1 1 1 0 0,0 0-1 0 0,0 0 1 0 0,1-1 0 0 0,-1 1-1 0 0,1 0 1 0 0,0 0-1 0 0,-1 0 1 0 0,1 3-1 0 0,0 5-2190 0 0</inkml:trace>
</inkml:ink>
</file>

<file path=ppt/ink/ink4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2:51:47.7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 7 216 0 0,'1'0'95'0'0,"-1"-1"0"0"0,0 1 0 0 0,1-1 1 0 0,-1 1-1 0 0,1-1 0 0 0,-1 1 0 0 0,1 0 0 0 0,-1-1 0 0 0,1 1 0 0 0,-1 0 0 0 0,1-1 1 0 0,-1 1-1 0 0,1 0 0 0 0,-1-1 0 0 0,1 1 0 0 0,0 0 0 0 0,-1 0 0 0 0,1 0 1 0 0,0-1-1 0 0,-1 1 0 0 0,1 0 0 0 0,-1 0 0 0 0,1 0 0 0 0,0 0 0 0 0,-1 0 0 0 0,1 0 1 0 0,0 1-1 0 0,-1-1 0 0 0,1 0 0 0 0,-1 0 0 0 0,1 0 0 0 0,0 0 0 0 0,-1 1 1 0 0,1-1-1 0 0,-1 0 0 0 0,2 1 0 0 0,6 25 1470 0 0,-9 33-379 0 0,1-54-1114 0 0,-1 0 1 0 0,0 0 0 0 0,0 1-1 0 0,0-1 1 0 0,-1 0 0 0 0,0 0 0 0 0,0-1-1 0 0,0 1 1 0 0,0 0 0 0 0,-1-1-1 0 0,0 1 1 0 0,0-1 0 0 0,0 0 0 0 0,-1 0-1 0 0,1 0 1 0 0,-1 0 0 0 0,0-1-1 0 0,-5 5 1 0 0,7-7 77 0 0,0-15-60 0 0,1 13-87 0 0,1 0-1 0 0,-1 0 1 0 0,1 0-1 0 0,0 0 1 0 0,0-1-1 0 0,0 1 1 0 0,0 0-1 0 0,-1 0 1 0 0,1 0-1 0 0,1 0 1 0 0,-1 0-1 0 0,0 0 1 0 0,0 0-1 0 0,0 0 1 0 0,1-1-1 0 0,-1 1 1 0 0,0 0-1 0 0,1 0 1 0 0,-1 0-1 0 0,1 0 1 0 0,-1 0-1 0 0,1 0 1 0 0,0 0-1 0 0,6-9 4 0 0,0 0 0 0 0,0 1 0 0 0,1 0 0 0 0,0 0 0 0 0,14-11 0 0 0,-18 16-3 0 0,1 1-1 0 0,0-1 1 0 0,0 1-1 0 0,0 0 1 0 0,0 0-1 0 0,0 0 0 0 0,1 1 1 0 0,-1 0-1 0 0,1 0 1 0 0,-1 0-1 0 0,1 1 1 0 0,11-2-1 0 0,-13 3 4 0 0,-1 1 0 0 0,1 0 0 0 0,-1 0-1 0 0,0 0 1 0 0,1 0 0 0 0,-1 0 0 0 0,0 1 0 0 0,0 0 0 0 0,0-1-1 0 0,0 1 1 0 0,0 0 0 0 0,0 0 0 0 0,0 1 0 0 0,-1-1 0 0 0,1 1-1 0 0,-1-1 1 0 0,0 1 0 0 0,1 0 0 0 0,0 3 0 0 0,34 58 71 0 0,-37-64-76 0 0,1 2 0 0 0,-1-1 0 0 0,0 0 0 0 0,1 1 0 0 0,-1-1 0 0 0,1 0 1 0 0,0 1-1 0 0,0-1 0 0 0,-1 0 0 0 0,1 0 0 0 0,0 0 0 0 0,0 1 0 0 0,0-1 1 0 0,0 0-1 0 0,0 0 0 0 0,0-1 0 0 0,1 1 0 0 0,-1 0 0 0 0,0 0 0 0 0,0 0 1 0 0,1-1-1 0 0,-1 1 0 0 0,0-1 0 0 0,1 1 0 0 0,1 0 0 0 0,0-2 1 0 0,-1 0-1 0 0,1 0 1 0 0,0 0 0 0 0,0 0-1 0 0,0 0 1 0 0,-1-1-1 0 0,1 1 1 0 0,-1-1-1 0 0,1 0 1 0 0,-1 1 0 0 0,3-4-1 0 0,169-113 762 0 0,-173 117-747 0 0,0 0 0 0 0,0 1 0 0 0,0-1 0 0 0,1 1 0 0 0,-1-1 0 0 0,0 1 0 0 0,0 0 0 0 0,1-1 0 0 0,-1 1 0 0 0,0 0 0 0 0,1 0 0 0 0,-1 0 0 0 0,0 0 0 0 0,1 0 0 0 0,-1 0 0 0 0,0 0 0 0 0,1 0 0 0 0,-1 1 0 0 0,0-1 0 0 0,0 1 0 0 0,1-1 0 0 0,-1 1 0 0 0,0-1 0 0 0,0 1 0 0 0,0-1 0 0 0,1 1 0 0 0,-1 0 0 0 0,0 0 1 0 0,0 0-1 0 0,0-1 0 0 0,0 1 0 0 0,-1 0 0 0 0,1 0 0 0 0,0 1 0 0 0,0-1 0 0 0,0 0 0 0 0,-1 0 0 0 0,1 0 0 0 0,-1 0 0 0 0,1 0 0 0 0,-1 1 0 0 0,1-1 0 0 0,-1 0 0 0 0,0 1 0 0 0,1 1 0 0 0,1 4-36 0 0,0 0 1 0 0,-1-1-1 0 0,0 1 1 0 0,0 0-1 0 0,0 0 0 0 0,-1 14 1 0 0,-1 30-2467 0 0,1-29-866 0 0,0-11 1097 0 0</inkml:trace>
</inkml:ink>
</file>

<file path=ppt/ink/ink4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2:51:48.2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270 23 628 0 0,'-1'-1'174'0'0,"0"-1"0"0"0,0 1 0 0 0,0-1 1 0 0,0 1-1 0 0,0 0 0 0 0,0-1 0 0 0,0 1 0 0 0,0 0 0 0 0,-1 0 0 0 0,1 0 1 0 0,0 0-1 0 0,-1 0 0 0 0,1 0 0 0 0,-1 0 0 0 0,1 0 0 0 0,-1 1 0 0 0,1-1 0 0 0,-1 0 1 0 0,1 1-1 0 0,-1 0 0 0 0,0-1 0 0 0,1 1 0 0 0,-1 0 0 0 0,0 0 0 0 0,0 0 1 0 0,1 0-1 0 0,-1 0 0 0 0,0 0 0 0 0,1 0 0 0 0,-1 0 0 0 0,0 1 0 0 0,1-1 1 0 0,-1 1-1 0 0,1-1 0 0 0,-1 1 0 0 0,0 0 0 0 0,1 0 0 0 0,-3 1 0 0 0,1-1-100 0 0,0 1 0 0 0,0-1 0 0 0,0 1 0 0 0,0 0 0 0 0,1-1 0 0 0,-1 1 0 0 0,0 1 0 0 0,1-1 0 0 0,0 0 0 0 0,-1 1 0 0 0,1-1 0 0 0,0 1 0 0 0,0 0 0 0 0,0-1 0 0 0,1 1 0 0 0,-1 0 0 0 0,1 0 0 0 0,0 0 0 0 0,-1 0 0 0 0,0 4 0 0 0,3 0-15 0 0,0-1-1 0 0,0 1 1 0 0,0-1 0 0 0,0 0 0 0 0,1 0-1 0 0,0 0 1 0 0,1 0 0 0 0,-1 0-1 0 0,1 0 1 0 0,0-1 0 0 0,1 1 0 0 0,-1-1-1 0 0,1 0 1 0 0,0 0 0 0 0,1 0 0 0 0,-1 0-1 0 0,6 4 1 0 0,-4-5-28 0 0,-2 1 0 0 0,1 0 0 0 0,0 0 0 0 0,-1 0 1 0 0,0 1-1 0 0,0-1 0 0 0,-1 1 0 0 0,0 0 0 0 0,0 0 0 0 0,0 0 0 0 0,0 1 0 0 0,-1-1 0 0 0,0 1 0 0 0,-1-1 1 0 0,2 8-1 0 0,-3-12-25 0 0,0-1 1 0 0,0 0 0 0 0,-1 1 0 0 0,1-1-1 0 0,0 1 1 0 0,-1-1 0 0 0,1 1-1 0 0,0-1 1 0 0,-1 1 0 0 0,0-1 0 0 0,1 0-1 0 0,-1 1 1 0 0,0-1 0 0 0,0 0-1 0 0,0 0 1 0 0,0 0 0 0 0,0 0 0 0 0,0 0-1 0 0,0 1 1 0 0,0-2 0 0 0,0 1 0 0 0,0 0-1 0 0,-2 1 1 0 0,-1 0 1 0 0,0 0 1 0 0,0-1-1 0 0,0 1 1 0 0,0-1-1 0 0,-1 0 1 0 0,1-1-1 0 0,0 1 1 0 0,-6 0-1 0 0,-4-1-14 0 0,-1-1 1 0 0,1 0-1 0 0,-29-6 0 0 0,21 2-388 0 0,-40-11-838 0 0,27-2-3786 0 0,29 10 2712 0 0</inkml:trace>
</inkml:ink>
</file>

<file path=ppt/ink/ink4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2:51:48.8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 43 88 0 0,'10'-23'3035'0'0,"0"3"2376"0"0,-9 22-5306 0 0,-1-1-1 0 0,1 1 1 0 0,0-1 0 0 0,-1 1-1 0 0,1 0 1 0 0,-1-1-1 0 0,1 1 1 0 0,-1-1-1 0 0,0 1 1 0 0,0 0-1 0 0,0-1 1 0 0,0 1-1 0 0,0 0 1 0 0,0-1 0 0 0,0 1-1 0 0,-1 2 1 0 0,-3 76 827 0 0,-17 97 1 0 0,6-58-530 0 0,4-23-56 0 0,11-95-301 0 0,4-4-41 0 0,1 0-1 0 0,-1-1 1 0 0,1 1-1 0 0,-1-1 1 0 0,0 0 0 0 0,6-8-1 0 0,-3 3-6 0 0,149-130 54 0 0,-140 123 142 0 0,-29 25-55 0 0,8-5-120 0 0,-1 0 0 0 0,1 0 0 0 0,0 1 0 0 0,0 0 0 0 0,1 0 0 0 0,-5 6 0 0 0,7-6-14 0 0,0 0 0 0 0,0 0 0 0 0,1 1 1 0 0,0-1-1 0 0,0 0 0 0 0,0 1 0 0 0,0-1 1 0 0,1 0-1 0 0,0 1 0 0 0,0-1 0 0 0,0 1 1 0 0,2 8-1 0 0,-1-10-120 0 0,1-1-1 0 0,-1 1 1 0 0,1-1-1 0 0,0 1 1 0 0,0-1-1 0 0,0 0 1 0 0,0 0 0 0 0,0 0-1 0 0,1 0 1 0 0,-1 0-1 0 0,1-1 1 0 0,0 1-1 0 0,0-1 1 0 0,0 1 0 0 0,0-1-1 0 0,0 0 1 0 0,1-1-1 0 0,-1 1 1 0 0,5 1-1 0 0,-7-2 40 0 0,31 11-2066 0 0,-8-9-2202 0 0,-9-5 1690 0 0</inkml:trace>
</inkml:ink>
</file>

<file path=ppt/ink/ink4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2:51:49.2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94 30 348 0 0,'-1'2'187'0'0,"1"1"1"0"0,0-1-1 0 0,0 0 1 0 0,0 0-1 0 0,0 1 0 0 0,1-1 1 0 0,-1 0-1 0 0,1 0 1 0 0,-1 1-1 0 0,1-1 0 0 0,0 0 1 0 0,-1 0-1 0 0,1 0 1 0 0,0 0-1 0 0,1 0 0 0 0,-1 0 1 0 0,0 0-1 0 0,0 0 1 0 0,1-1-1 0 0,-1 1 0 0 0,1 0 1 0 0,0-1-1 0 0,-1 1 1 0 0,1-1-1 0 0,0 0 0 0 0,0 0 1 0 0,0 1-1 0 0,0-1 1 0 0,0 0-1 0 0,2 0 0 0 0,10 7 218 0 0,0-2 0 0 0,0 1-1 0 0,16 3 1 0 0,-28-9-353 0 0,1 0-1 0 0,0 0 1 0 0,0 0-1 0 0,0-1 1 0 0,0 0-1 0 0,0 1 1 0 0,0-1-1 0 0,0 0 1 0 0,1 0-1 0 0,-1-1 1 0 0,0 1-1 0 0,0-1 0 0 0,0 1 1 0 0,-1-1-1 0 0,1 0 1 0 0,0 0-1 0 0,0 0 1 0 0,0-1-1 0 0,-1 1 1 0 0,1-1-1 0 0,0 1 1 0 0,-1-1-1 0 0,5-4 1 0 0,1-2 127 0 0,-1-1 0 0 0,1 0 0 0 0,-2-1 1 0 0,12-19-1 0 0,5-7 844 0 0,-23 35-570 0 0,1 4-433 0 0,0-1 1 0 0,0 1 0 0 0,0 0-1 0 0,-1 0 1 0 0,1 0-1 0 0,-1-1 1 0 0,0 1 0 0 0,0 0-1 0 0,0 0 1 0 0,-1 5-1 0 0,-7 117 370 0 0,-26 139 1 0 0,19-192-207 0 0,-2-1 1 0 0,-4-1-1 0 0,-39 90 1 0 0,55-148-129 0 0,-1 0 1 0 0,-1-1-1 0 0,0 0 1 0 0,0 0-1 0 0,-1 0 1 0 0,0-1-1 0 0,-16 14 1 0 0,22-22-26 0 0,0 0 0 0 0,0 0 0 0 0,0 0 0 0 0,-1 0 0 0 0,1 0 1 0 0,-1-1-1 0 0,1 1 0 0 0,-1-1 0 0 0,0 0 0 0 0,1 0 0 0 0,-1 0 0 0 0,0 0 0 0 0,0 0 0 0 0,1-1 0 0 0,-1 1 0 0 0,0-1 0 0 0,0 0 1 0 0,0 0-1 0 0,0 0 0 0 0,0 0 0 0 0,0 0 0 0 0,0 0 0 0 0,0-1 0 0 0,1 0 0 0 0,-1 1 0 0 0,0-1 0 0 0,0 0 0 0 0,1 0 1 0 0,-1-1-1 0 0,0 1 0 0 0,1-1 0 0 0,-1 1 0 0 0,1-1 0 0 0,0 0 0 0 0,-1 0 0 0 0,1 0 0 0 0,0 0 0 0 0,-3-4 0 0 0,3 2-6 0 0,0 0-1 0 0,0 1 0 0 0,0-1 0 0 0,0 0 0 0 0,1 0 0 0 0,0-1 0 0 0,0 1 1 0 0,0 0-1 0 0,0 0 0 0 0,1-1 0 0 0,-1 1 0 0 0,1 0 0 0 0,0-1 1 0 0,1 1-1 0 0,-1 0 0 0 0,2-7 0 0 0,-1 2 3 0 0,1 0-1 0 0,0 0 1 0 0,1 0-1 0 0,0 0 1 0 0,1 1 0 0 0,8-17-1 0 0,0 7-230 0 0,2 1-1 0 0,0 0 1 0 0,1 0 0 0 0,0 2-1 0 0,2 0 1 0 0,-1 1 0 0 0,33-21-1 0 0,-20 17-2448 0 0,0 2 0 0 0,41-16-1 0 0,-41 21-605 0 0</inkml:trace>
</inkml:ink>
</file>

<file path=ppt/ink/ink4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2:51:51.3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198 41 128 0 0,'-1'-4'328'0'0,"-1"0"1"0"0,0 1-1 0 0,0 0 1 0 0,0-1-1 0 0,0 1 1 0 0,-1 0-1 0 0,1 0 0 0 0,-1 0 1 0 0,1 0-1 0 0,-1 1 1 0 0,-4-3-1 0 0,5 5-267 0 0,-1 1-1 0 0,1 0 1 0 0,-1 0-1 0 0,0 0 1 0 0,1 0 0 0 0,0 0-1 0 0,-1 1 1 0 0,1-1-1 0 0,0 1 1 0 0,0-1 0 0 0,0 1-1 0 0,0 0 1 0 0,0 0-1 0 0,0 0 1 0 0,0 0 0 0 0,1 0-1 0 0,-1 0 1 0 0,-1 4-1 0 0,-28 47 389 0 0,26-43-332 0 0,-10 21 56 0 0,1 0 1 0 0,2 1-1 0 0,1 1 1 0 0,1 0-1 0 0,2 0 1 0 0,1 0-1 0 0,2 1 0 0 0,2 0 1 0 0,0 0-1 0 0,3 1 1 0 0,4 45-1 0 0,-1-51-353 0 0,1 0-1 0 0,2-1 1 0 0,1 0-1 0 0,1 0 1 0 0,1 0-1 0 0,2-1 1 0 0,0-1-1 0 0,2 0 0 0 0,1 0 1 0 0,1-2-1 0 0,1 0 1 0 0,1 0-1 0 0,37 37 1 0 0,-33-42-1843 0 0,5-3 154 0 0</inkml:trace>
</inkml:ink>
</file>

<file path=ppt/ink/ink4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2:51:51.6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 40 368 0 0,'0'-10'1341'0'0,"0"8"-1046"0"0,1 0 0 0 0,-1 0 0 0 0,0 0 0 0 0,0-1 0 0 0,0 1 0 0 0,-1 0 0 0 0,1 0 1 0 0,0 0-1 0 0,-1 0 0 0 0,1 0 0 0 0,-3-5 1111 0 0,17 31 153 0 0,-2 40-548 0 0,-3 1 0 0 0,-2 1 0 0 0,-3 79 0 0 0,-10-67-595 0 0,3-60-647 0 0,1 1 1 0 0,1 0-1 0 0,1 0 1 0 0,4 36 0 0 0,-4-54 57 0 0,1 0 1 0 0,-1 0 0 0 0,0 0 0 0 0,1 0-1 0 0,-1 0 1 0 0,1 0 0 0 0,-1 0 0 0 0,1-1-1 0 0,-1 1 1 0 0,1 0 0 0 0,0 0 0 0 0,-1 0-1 0 0,1-1 1 0 0,0 1 0 0 0,-1 0 0 0 0,1-1-1 0 0,0 1 1 0 0,0-1 0 0 0,0 1 0 0 0,0-1-1 0 0,0 1 1 0 0,-1-1 0 0 0,1 0 0 0 0,0 1-1 0 0,0-1 1 0 0,0 0 0 0 0,0 0 0 0 0,0 0-1 0 0,0 0 1 0 0,0 0 0 0 0,0 0 0 0 0,0 0-1 0 0,0 0 1 0 0,0 0 0 0 0,0 0 0 0 0,2-1-1 0 0,11 1-2557 0 0</inkml:trace>
</inkml:ink>
</file>

<file path=ppt/ink/ink4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2:51:52.1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321 55 380 0 0,'1'-2'326'0'0,"0"-1"1"0"0,0 1-1 0 0,0-1 0 0 0,-1 0 1 0 0,1 0-1 0 0,-1 1 0 0 0,0-1 0 0 0,0 0 1 0 0,0 0-1 0 0,0 1 0 0 0,0-1 1 0 0,0 0-1 0 0,-1 0 0 0 0,-1-3 0 0 0,1 5-264 0 0,0 0 0 0 0,0 0 0 0 0,0 0 0 0 0,-1 0 0 0 0,1 0 0 0 0,0 0 0 0 0,-1 1-1 0 0,1-1 1 0 0,0 1 0 0 0,-1-1 0 0 0,1 1 0 0 0,-1 0 0 0 0,1-1 0 0 0,-1 1 0 0 0,1 0-1 0 0,-1 0 1 0 0,1 0 0 0 0,-1 0 0 0 0,1 0 0 0 0,-1 0 0 0 0,1 0 0 0 0,-1 1-1 0 0,1-1 1 0 0,-1 1 0 0 0,1-1 0 0 0,0 1 0 0 0,-1-1 0 0 0,-1 2 0 0 0,-49 12 751 0 0,16-4-198 0 0,-40 15 0 0 0,66-20-493 0 0,0-1 0 0 0,0 1 0 0 0,0 0 1 0 0,1 1-1 0 0,0 0 0 0 0,1 1 0 0 0,-1 0 0 0 0,-11 12 1 0 0,18-16-90 0 0,-1 0 1 0 0,1 0-1 0 0,0 0 1 0 0,0 0 0 0 0,0 0-1 0 0,1 0 1 0 0,-1 0-1 0 0,1 1 1 0 0,-3 5 0 0 0,4-7-21 0 0,0-1 0 0 0,0 1 1 0 0,0-1-1 0 0,0 1 0 0 0,0-1 1 0 0,0 1-1 0 0,0-1 0 0 0,0 1 1 0 0,0-1-1 0 0,1 1 1 0 0,-1-1-1 0 0,1 1 0 0 0,-1-1 1 0 0,1 1-1 0 0,0-1 0 0 0,-1 0 1 0 0,2 3-1 0 0,1-2-10 0 0,0 1 1 0 0,1 0-1 0 0,-1-1 1 0 0,0 1-1 0 0,1-1 1 0 0,-1 0-1 0 0,1 0 0 0 0,0-1 1 0 0,0 1-1 0 0,0-1 1 0 0,0 0-1 0 0,0 0 1 0 0,0 0-1 0 0,0 0 0 0 0,0-1 1 0 0,5 1-1 0 0,7-1-61 0 0,-1 0 0 0 0,31-6 0 0 0,-34 4 24 0 0,-1 1 1 0 0,1-1 0 0 0,-1 2 0 0 0,1 0 0 0 0,0 0 0 0 0,-1 1-1 0 0,17 3 1 0 0,-27-3 43 0 0,0-1 0 0 0,1 1 0 0 0,-1 0 0 0 0,0 0 0 0 0,0 0 0 0 0,0 0 0 0 0,0 1 0 0 0,0-1-1 0 0,0 0 1 0 0,0 0 0 0 0,0 1 0 0 0,0-1 0 0 0,-1 0 0 0 0,1 1 0 0 0,0-1 0 0 0,-1 1 0 0 0,1-1 0 0 0,-1 1 0 0 0,0-1-1 0 0,1 1 1 0 0,-1-1 0 0 0,0 1 0 0 0,0-1 0 0 0,0 1 0 0 0,0-1 0 0 0,0 1 0 0 0,0-1 0 0 0,-1 4 0 0 0,-10 55 402 0 0,7-44-314 0 0,-6 34 130 0 0,1 1 92 0 0,-27 83 0 0 0,33-126-536 0 0,1 1 0 0 0,0-1 0 0 0,0 0 0 0 0,1 1 0 0 0,0-1 0 0 0,1 0 0 0 0,-1 1 0 0 0,2-1 0 0 0,1 12 0 0 0,-2-19-6 0 0,1 0 0 0 0,-1 0 0 0 0,1 0 0 0 0,-1 0-1 0 0,1 0 1 0 0,0 0 0 0 0,0 0 0 0 0,-1-1 0 0 0,1 1 0 0 0,0 0-1 0 0,0 0 1 0 0,0-1 0 0 0,0 1 0 0 0,0-1 0 0 0,0 1-1 0 0,0-1 1 0 0,0 1 0 0 0,0-1 0 0 0,0 0 0 0 0,0 1 0 0 0,1-1-1 0 0,-1 0 1 0 0,0 0 0 0 0,0 0 0 0 0,2 0 0 0 0,8-2-2106 0 0</inkml:trace>
</inkml:ink>
</file>

<file path=ppt/ink/ink4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2:51:52.5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 1 256 0 0,'-2'1'6956'0'0,"11"13"-5539"0"0,21 21-1300 0 0,-3-15 217 0 0,1 0-25 0 0,-1 2 0 0 0,29 29 0 0 0,-50-45-261 0 0,0 1 0 0 0,0 0 0 0 0,-1 0 0 0 0,0 0 0 0 0,0 0 0 0 0,-1 1 0 0 0,0 0 0 0 0,0 0 0 0 0,-1 0 0 0 0,0 0 1 0 0,0 1-1 0 0,-1-1 0 0 0,3 17 0 0 0,-5-21-32 0 0,0 0-1 0 0,-1 1 1 0 0,1-1 0 0 0,-1 0 0 0 0,1 0 0 0 0,-1 0 0 0 0,0 0 0 0 0,-1 0-1 0 0,1 0 1 0 0,-1 0 0 0 0,0-1 0 0 0,0 1 0 0 0,0 0 0 0 0,0-1 0 0 0,-3 4 0 0 0,-1-1 38 0 0,0 0 1 0 0,1 0-1 0 0,-2 0 1 0 0,1-1 0 0 0,-1 0-1 0 0,1-1 1 0 0,-12 6-1 0 0,6-4-201 0 0,1-1-1 0 0,-1 0 0 0 0,-1-1 0 0 0,1 0 1 0 0,-1-1-1 0 0,1 0 0 0 0,-1-1 0 0 0,0-1 1 0 0,-22 1-1 0 0,5-11-5191 0 0,20 4 2777 0 0</inkml:trace>
</inkml:ink>
</file>

<file path=ppt/ink/ink4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2:51:52.8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16 20 0 0,'16'-4'592'0'0,"3"-1"-52"0"0,2 2-36 0 0,-2 1-72 0 0,8 0-32 0 0,-4 2-76 0 0,4 2-184 0 0,0-2-188 0 0,-2 4-228 0 0,2-3-164 0 0,-6 1-476 0 0,4 5 212 0 0</inkml:trace>
</inkml:ink>
</file>

<file path=ppt/ink/ink4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2:51:53.2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 6 8 0 0,'-5'-4'5099'0'0,"5"4"-4993"0"0,33-1 509 0 0,0 1 1 0 0,-1 2-1 0 0,37 6 0 0 0,37 2 138 0 0,118-9 1701 0 0,-222-1-2301 0 0,-1 3 115 0 0,0-3-253 0 0,-1 1 0 0 0,1-1 0 0 0,-1 1 1 0 0,0-1-1 0 0,1 1 0 0 0,-1-1 1 0 0,0 1-1 0 0,1-1 0 0 0,-1 1 0 0 0,0 0 1 0 0,0-1-1 0 0,0 1 0 0 0,1-1 0 0 0,-1 1 1 0 0,0 0-1 0 0,0-1 0 0 0,0 1 1 0 0,0 0-1 0 0,0-1 0 0 0,0 1 0 0 0,-1 1 1 0 0,-10 35 381 0 0,-1 0-1 0 0,-2 0 1 0 0,-21 37 0 0 0,-12 33 36 0 0,32-69-730 0 0,-26 74 567 0 0,25-37-8386 0 0,15-69 5013 0 0</inkml:trace>
</inkml:ink>
</file>

<file path=ppt/ink/ink4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2:51:53.5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381 1 528 0 0,'10'0'390'0'0,"0"2"1"0"0,-1-1-1 0 0,1 1 0 0 0,0 0 1 0 0,-1 1-1 0 0,1 0 0 0 0,-1 1 1 0 0,0 0-1 0 0,0 0 0 0 0,0 1 0 0 0,0 0 1 0 0,-1 1-1 0 0,0 0 0 0 0,0 0 1 0 0,11 13-1 0 0,-3-2 120 0 0,0 0 1 0 0,-2 1-1 0 0,0 1 1 0 0,-1 1-1 0 0,18 35 1 0 0,-20-31-283 0 0,-1 1 1 0 0,-2-1-1 0 0,0 2 1 0 0,-2-1-1 0 0,0 1 1 0 0,-2 0-1 0 0,-1 0 1 0 0,-1 0-1 0 0,-1 0 1 0 0,-1 0-1 0 0,-1 1 1 0 0,-2-1-1 0 0,-1 0 1 0 0,0 0-1 0 0,-2-1 1 0 0,-1 1-1 0 0,-2-1 1 0 0,0-1-1 0 0,-1 0 1 0 0,-1 0-1 0 0,-2-1 1 0 0,0 0-1 0 0,-1-1 1 0 0,-2-1-1 0 0,0 0 1 0 0,-36 35-1 0 0,16-26-91 0 0,-1-1 0 0 0,-2-1 0 0 0,-1-3 0 0 0,0-1-1 0 0,-2-2 1 0 0,-76 29 0 0 0,104-46-513 0 0,0-1 1 0 0,-1 0-1 0 0,-18 2 1 0 0,-17-1-4374 0 0,42-6 696 0 0,-17-6 310 0 0</inkml:trace>
</inkml:ink>
</file>

<file path=ppt/ink/ink4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2:52:00.5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60 568 0 0,'12'-35'3544'0'0,"1"10"-220"0"0,-17 46-1722 0 0,-2-2-1461 0 0,1 0 0 0 0,1 1 0 0 0,0-1-1 0 0,-1 32 1 0 0,4-44-116 0 0,1 0 0 0 0,0 0-1 0 0,0 1 1 0 0,1-1 0 0 0,0 0-1 0 0,0 0 1 0 0,1 0 0 0 0,0 0-1 0 0,0 0 1 0 0,0 0 0 0 0,1-1-1 0 0,0 1 1 0 0,0-1 0 0 0,1 0-1 0 0,0 0 1 0 0,5 6 0 0 0,-5-8-14 0 0,0-1 1 0 0,1 0-1 0 0,-1 0 1 0 0,1 0-1 0 0,0 0 1 0 0,0-1 0 0 0,0 0-1 0 0,0 0 1 0 0,0 0-1 0 0,0-1 1 0 0,1 1-1 0 0,-1-1 1 0 0,1-1 0 0 0,-1 1-1 0 0,1-1 1 0 0,-1 0-1 0 0,1 0 1 0 0,-1 0 0 0 0,1-1-1 0 0,-1 0 1 0 0,1 0-1 0 0,-1 0 1 0 0,10-5-1 0 0,-5 3-1 0 0,0-1 0 0 0,-1 0 0 0 0,1 0 0 0 0,-1-1 0 0 0,0-1 0 0 0,-1 0-1 0 0,1 0 1 0 0,-1 0 0 0 0,0-1 0 0 0,-1 0 0 0 0,13-15 0 0 0,5-29 12 0 0,-14 26-3 0 0,-10 25-18 0 0,-1 0 0 0 0,0-1 1 0 0,1 1-1 0 0,-1 0 0 0 0,1-1 0 0 0,-1 1 1 0 0,0 0-1 0 0,1-1 0 0 0,-1 1 0 0 0,0-1 1 0 0,0 1-1 0 0,1 0 0 0 0,-1-1 0 0 0,0 1 1 0 0,0-1-1 0 0,0 1 0 0 0,0-1 0 0 0,1 1 1 0 0,-1-1-1 0 0,0 1 0 0 0,0-1 0 0 0,0 1 1 0 0,0-1-1 0 0,0 1 0 0 0,0-1 0 0 0,0 1 1 0 0,0-1-1 0 0,0 1 0 0 0,-1 0 0 0 0,1-1 1 0 0,0 1-1 0 0,0-1 0 0 0,0 1 0 0 0,0-1 1 0 0,-1 1-1 0 0,1-1 0 0 0,0 1 0 0 0,0 0 1 0 0,-1-1-1 0 0,1 1 0 0 0,0 0 0 0 0,-1-1 1 0 0,1 1-1 0 0,-1 0 0 0 0,1-1 0 0 0,0 1 0 0 0,-1 0 1 0 0,1 0-1 0 0,-1-1 0 0 0,1 1 0 0 0,0 0 1 0 0,-1 0-1 0 0,1 0 0 0 0,-1 0 0 0 0,1-1 1 0 0,-1 1-1 0 0,1 0 0 0 0,-1 0 0 0 0,0 0 1 0 0,-2 1-3 0 0,1-1 1 0 0,0 1 0 0 0,-1-1-1 0 0,1 1 1 0 0,0 0 0 0 0,-1 0-1 0 0,1 0 1 0 0,0 0-1 0 0,0 1 1 0 0,0-1 0 0 0,0 0-1 0 0,0 1 1 0 0,0 0 0 0 0,0-1-1 0 0,0 1 1 0 0,1 0 0 0 0,-1 0-1 0 0,1 0 1 0 0,-2 2 0 0 0,-25 41 15 0 0,27-43-14 0 0,0 1 1 0 0,0-1-1 0 0,0 1 1 0 0,0-1 0 0 0,0 1-1 0 0,0 0 1 0 0,1-1-1 0 0,-1 1 1 0 0,1 0 0 0 0,0 0-1 0 0,-1-1 1 0 0,1 1-1 0 0,1 0 1 0 0,-1 0 0 0 0,0-1-1 0 0,1 1 1 0 0,-1 0-1 0 0,1 0 1 0 0,0-1 0 0 0,0 1-1 0 0,0-1 1 0 0,0 1-1 0 0,1-1 1 0 0,-1 1 0 0 0,1-1-1 0 0,2 4 1 0 0,-2-4 0 0 0,1 0-1 0 0,0 0 1 0 0,0 0 0 0 0,0-1 0 0 0,0 1 0 0 0,0-1 0 0 0,0 1-1 0 0,0-1 1 0 0,0 0 0 0 0,1 0 0 0 0,-1-1 0 0 0,0 1 0 0 0,1-1-1 0 0,-1 1 1 0 0,1-1 0 0 0,-1 0 0 0 0,0 0 0 0 0,1-1 0 0 0,-1 1-1 0 0,1-1 1 0 0,2-1 0 0 0,21-6-6 0 0,0-1 0 0 0,-1-1-1 0 0,0-1 1 0 0,28-19 0 0 0,-31 17 0 0 0,1 1-1 0 0,0 1 1 0 0,0 1 0 0 0,46-12-1 0 0,-68 21 5 0 0,0 1 0 0 0,0-1 0 0 0,0 1 1 0 0,0 0-1 0 0,0-1 0 0 0,1 1 0 0 0,-1 0 0 0 0,0 0 0 0 0,0 1 0 0 0,0-1 0 0 0,0 0 0 0 0,0 1 0 0 0,1-1 0 0 0,-1 1 0 0 0,0 0 0 0 0,0-1 0 0 0,0 1 0 0 0,0 0 0 0 0,3 2 0 0 0,-4-1 1 0 0,0-1-1 0 0,0 1 0 0 0,0-1 0 0 0,0 1 0 0 0,0 0 0 0 0,0-1 1 0 0,0 1-1 0 0,-1 0 0 0 0,1 0 0 0 0,-1 0 0 0 0,1-1 0 0 0,-1 1 0 0 0,1 0 1 0 0,-1 0-1 0 0,0 0 0 0 0,0 0 0 0 0,0 3 0 0 0,-2 7 1 0 0,0 0-1 0 0,0 0 1 0 0,-1-1 0 0 0,-1 1-1 0 0,-5 12 1 0 0,6-17-1 0 0,-4 9-1 0 0,-3 18 1 0 0,10-34 0 0 0,3 13-43 0 0,16-14-9 0 0,47-17-119 0 0,122-51 0 0 0,-174 62 151 0 0,34-14-33 0 0,-33 18 83 0 0,-15 3-28 0 0,0 0 0 0 0,0 0 0 0 0,0 0 0 0 0,0 1 0 0 0,1-1 0 0 0,-1 0 0 0 0,0 0 0 0 0,0 0 0 0 0,0 0 0 0 0,0 0 1 0 0,0 1-1 0 0,0-1 0 0 0,0 0 0 0 0,1 0 0 0 0,-1 0 0 0 0,0 0 0 0 0,0 1 0 0 0,0-1 0 0 0,0 0 0 0 0,0 0 0 0 0,0 0 0 0 0,0 0 0 0 0,0 1 0 0 0,0-1 0 0 0,0 0 0 0 0,0 0 0 0 0,0 0 0 0 0,0 1 0 0 0,0-1 0 0 0,0 0 0 0 0,0 0 0 0 0,0 0 0 0 0,0 0 0 0 0,0 1 0 0 0,-1-1 0 0 0,1 0 0 0 0,0 0 0 0 0,0 0 0 0 0,0 0 0 0 0,0 1 0 0 0,0-1 0 0 0,0 0 0 0 0,0 0 0 0 0,-1 0 0 0 0,1 0 0 0 0,0 0 0 0 0,0 0 0 0 0,0 0 0 0 0,0 1 0 0 0,-1-1 0 0 0,1 0 0 0 0,0 0 0 0 0,0 0 0 0 0,-1 1-11 0 0,1-1-1 0 0,0 1 0 0 0,-1 0 0 0 0,1 0 0 0 0,0 0 1 0 0,0-1-1 0 0,-1 1 0 0 0,1 0 0 0 0,0 0 1 0 0,0 0-1 0 0,0 0 0 0 0,0-1 0 0 0,0 1 1 0 0,0 0-1 0 0,1 0 0 0 0,-1 0 0 0 0,0-1 1 0 0,0 1-1 0 0,0 0 0 0 0,1 0 0 0 0,-1 0 0 0 0,1-1 1 0 0,-1 1-1 0 0,0 0 0 0 0,1-1 0 0 0,-1 1 1 0 0,1 0-1 0 0,-1-1 0 0 0,1 1 0 0 0,0 0 1 0 0,-1-1-1 0 0,1 1 0 0 0,0-1 0 0 0,-1 1 1 0 0,1-1-1 0 0,0 0 0 0 0,0 1 0 0 0,-1-1 1 0 0,1 0-1 0 0,0 1 0 0 0,0-1 0 0 0,0 0 0 0 0,-1 0 1 0 0,1 0-1 0 0,1 0 0 0 0,41 13-1281 0 0,-41-12 1134 0 0,8 1-608 0 0,-1-1 1 0 0,1 0 0 0 0,-1 0 0 0 0,1-1-1 0 0,13-1 1 0 0,4-4-1419 0 0</inkml:trace>
</inkml:ink>
</file>

<file path=ppt/ink/ink4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2:52:00.8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36 320 516 0 0,'0'0'2502'0'0,"-5"0"-2111"0"0,-17 2-20 0 0,22-2-339 0 0,-1 1 0 0 0,1-1-1 0 0,0 0 1 0 0,-1 0 0 0 0,1 0-1 0 0,-1 0 1 0 0,1 0 0 0 0,0 0-1 0 0,-1 0 1 0 0,1 0 0 0 0,0 1-1 0 0,-1-1 1 0 0,1 0 0 0 0,0 0-1 0 0,0 0 1 0 0,-1 1 0 0 0,1-1-1 0 0,0 0 1 0 0,-1 0 0 0 0,1 1-1 0 0,0-1 1 0 0,0 0 0 0 0,0 1-1 0 0,-1-1 1 0 0,1 0 0 0 0,0 1-1 0 0,0-1 1 0 0,0 0 0 0 0,0 1 0 0 0,0-1-1 0 0,0 0 1 0 0,0 1 0 0 0,-1-1-1 0 0,1 0 1 0 0,0 1 0 0 0,0-1-1 0 0,0 1 1 0 0,0-1 0 0 0,1 0-1 0 0,-1 1 1 0 0,0-1 0 0 0,0 0-1 0 0,0 1 1 0 0,0-1 0 0 0,0 0-1 0 0,0 1 1 0 0,1 0 0 0 0,-1-1-8 0 0,0 1 0 0 0,1 0 1 0 0,-1-1-1 0 0,0 1 0 0 0,1 0 0 0 0,-1-1 1 0 0,1 1-1 0 0,-1 0 0 0 0,1-1 1 0 0,-1 1-1 0 0,1-1 0 0 0,0 1 1 0 0,-1-1-1 0 0,1 1 0 0 0,0-1 1 0 0,-1 0-1 0 0,1 1 0 0 0,0-1 1 0 0,-1 0-1 0 0,1 1 0 0 0,0-1 1 0 0,1 0-1 0 0,2 0 14 0 0,1 0 1 0 0,0-1-1 0 0,-1 0 1 0 0,1 0-1 0 0,0 0 1 0 0,-1 0 0 0 0,1-1-1 0 0,-1 1 1 0 0,0-1-1 0 0,0-1 1 0 0,0 1-1 0 0,0 0 1 0 0,0-1-1 0 0,0 0 1 0 0,0 0-1 0 0,-1 0 1 0 0,1 0-1 0 0,-1-1 1 0 0,0 1-1 0 0,0-1 1 0 0,0 0-1 0 0,-1 0 1 0 0,0 0-1 0 0,1 0 1 0 0,1-5 0 0 0,5-13 115 0 0,-1 0 0 0 0,-1 0 1 0 0,8-46-1 0 0,-5 22 145 0 0,-6 27 279 0 0,-1 0 0 0 0,-1-1 1 0 0,-1-20-1 0 0,-29 107 891 0 0,24-50-1427 0 0,1 1-1 0 0,1-1 0 0 0,0 0 0 0 0,1 1 0 0 0,1-1 0 0 0,1 1 0 0 0,1-1 0 0 0,0 1 0 0 0,1-1 1 0 0,1 0-1 0 0,10 29 0 0 0,-8-29-1052 0 0,1 0 0 0 0,1 0 0 0 0,0-1 0 0 0,1 0 0 0 0,1-1 1 0 0,19 24-1 0 0,-11-20-1791 0 0</inkml:trace>
</inkml:ink>
</file>

<file path=ppt/ink/ink4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2:52:01.7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325 105 404 0 0,'15'-19'2058'0'0,"-10"14"-1555"0"0,0 0 0 0 0,-1 0 0 0 0,0 0 0 0 0,0-1 0 0 0,0 0 0 0 0,-1 1 0 0 0,0-1 0 0 0,0 0 0 0 0,0-1 0 0 0,-1 1 0 0 0,3-9-1 0 0,-6 14-471 0 0,0 0 0 0 0,1 1 0 0 0,-1-1 0 0 0,0 0 0 0 0,1 1 0 0 0,-1-1-1 0 0,0 1 1 0 0,0-1 0 0 0,1 1 0 0 0,-1-1 0 0 0,0 1 0 0 0,0 0-1 0 0,0-1 1 0 0,0 1 0 0 0,0 0 0 0 0,0 0 0 0 0,1 0 0 0 0,-1-1 0 0 0,0 1-1 0 0,0 0 1 0 0,0 0 0 0 0,0 0 0 0 0,0 1 0 0 0,0-1 0 0 0,0 0-1 0 0,-1 1 1 0 0,-28 2 285 0 0,0 5-76 0 0,1 1 0 0 0,0 1 1 0 0,-54 27-1 0 0,69-30-136 0 0,1 0 1 0 0,0 2-1 0 0,0-1 0 0 0,0 2 0 0 0,1 0 1 0 0,1 0-1 0 0,-1 1 0 0 0,2 1 0 0 0,-17 21 1 0 0,25-29-75 0 0,-1-1 0 0 0,1 1 0 0 0,0 0-1 0 0,0 0 1 0 0,0 0 0 0 0,0 0 0 0 0,1 1 0 0 0,-1-1 0 0 0,1 0 0 0 0,0 1 0 0 0,1-1 0 0 0,-1 1 0 0 0,1-1 0 0 0,0 1 0 0 0,0-1 0 0 0,0 1 0 0 0,0-1 0 0 0,1 1-1 0 0,0-1 1 0 0,0 0 0 0 0,0 1 0 0 0,1-1 0 0 0,-1 0 0 0 0,1 0 0 0 0,0 0 0 0 0,0 0 0 0 0,1 0 0 0 0,-1 0 0 0 0,1 0 0 0 0,-1-1 0 0 0,1 0 0 0 0,0 1 0 0 0,1-1-1 0 0,-1 0 1 0 0,1 0 0 0 0,6 4 0 0 0,5 2 9 0 0,0 0-1 0 0,1-1 1 0 0,-1-1-1 0 0,2 0 0 0 0,-1-1 1 0 0,1-1-1 0 0,-1-1 1 0 0,23 4-1 0 0,-12-5-414 0 0,1 0 0 0 0,-1-2 0 0 0,40-2 0 0 0,-45-1-1918 0 0,0-2 1 0 0,32-8-1 0 0,-36 6-360 0 0</inkml:trace>
</inkml:ink>
</file>

<file path=ppt/ink/ink4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2:52:02.0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44 416 0 0,'130'-19'5889'0'0,"41"-2"-3125"0"0,-152 19-2809 0 0,10 0-518 0 0,-11 4-4050 0 0</inkml:trace>
</inkml:ink>
</file>

<file path=ppt/ink/ink4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2:52:03.0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98 34 416 0 0,'3'-24'3052'0'0,"-3"15"694"0"0,-7 23-2747 0 0,-11 23-547 0 0,2 0 1 0 0,1 1-1 0 0,3 0 1 0 0,1 2-1 0 0,-10 62 1 0 0,20-90-382 0 0,1-1 0 0 0,0 1 0 0 0,1-1 1 0 0,0 1-1 0 0,1-1 0 0 0,5 18 0 0 0,-5-22-69 0 0,0-1-1 0 0,0 1 1 0 0,1 0-1 0 0,0-1 1 0 0,0 1-1 0 0,1-1 1 0 0,0 0-1 0 0,0 0 1 0 0,0-1-1 0 0,1 1 1 0 0,8 7-1 0 0,-8-9-171 0 0,0-1-1 0 0,1 0 0 0 0,-1 0 0 0 0,1 0 1 0 0,-1-1-1 0 0,1 1 0 0 0,0-2 0 0 0,0 1 1 0 0,0-1-1 0 0,0 0 0 0 0,0 0 0 0 0,1 0 1 0 0,-1-1-1 0 0,8 0 0 0 0,1-1-955 0 0,1-1-1 0 0,-1-1 1 0 0,0 0 0 0 0,23-8 0 0 0,-21 4-706 0 0</inkml:trace>
</inkml:ink>
</file>

<file path=ppt/ink/ink4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2:52:04.4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16 140 1388 0 0,'9'-9'226'0'0,"1"-1"1"0"0,-2 0-1 0 0,1 0 0 0 0,-1-1 0 0 0,-1 0 0 0 0,9-17 1 0 0,-16 28-185 0 0,0-1 0 0 0,1 1 1 0 0,-1-1-1 0 0,0 1 1 0 0,1-1-1 0 0,-1 1 1 0 0,0-1-1 0 0,0 1 0 0 0,0-1 1 0 0,1 1-1 0 0,-1-1 1 0 0,0 1-1 0 0,0-1 1 0 0,0 1-1 0 0,0-1 0 0 0,0 0 1 0 0,0 1-1 0 0,0-1 1 0 0,0 1-1 0 0,0-1 1 0 0,0 1-1 0 0,0-1 0 0 0,0 0 1 0 0,-1 1-1 0 0,1-1 1 0 0,0 1-1 0 0,0-1 1 0 0,-1 1-1 0 0,1-1 0 0 0,0 1 1 0 0,-1-1-1 0 0,1 1 1 0 0,0 0-1 0 0,-1-1 1 0 0,1 1-1 0 0,0-1 0 0 0,-1 1 1 0 0,1 0-1 0 0,-1-1 1 0 0,1 1-1 0 0,-1 0 1 0 0,1 0-1 0 0,-1-1 0 0 0,1 1 1 0 0,-1 0-1 0 0,1 0 1 0 0,-1 0-1 0 0,1-1 1 0 0,-1 1-1 0 0,0 0 0 0 0,1 0 1 0 0,-1 0-1 0 0,1 0 1 0 0,-1 0-1 0 0,1 0 1 0 0,-1 0-1 0 0,-1 1 0 0 0,0-1 75 0 0,-1 0 0 0 0,0 0-1 0 0,0 0 1 0 0,0 1-1 0 0,0-1 1 0 0,0 1-1 0 0,1 0 1 0 0,-1-1-1 0 0,-4 3 1 0 0,4-1-47 0 0,0 0 0 0 0,1 0 0 0 0,-1 0 0 0 0,1 0 0 0 0,0 0 0 0 0,-1 1 0 0 0,1-1 0 0 0,0 1 0 0 0,0-1 0 0 0,1 1 0 0 0,-1 0 0 0 0,0 0 0 0 0,1 0 0 0 0,0 0 0 0 0,0 0 0 0 0,0 0 0 0 0,0 0 0 0 0,0 0 0 0 0,0 0 0 0 0,1 0 0 0 0,-1 6 0 0 0,2-6-58 0 0,0 0 0 0 0,0-1 0 0 0,0 1 1 0 0,0-1-1 0 0,0 1 0 0 0,1-1 0 0 0,-1 1 0 0 0,1-1 0 0 0,0 0 0 0 0,-1 1 0 0 0,1-1 0 0 0,0 0 0 0 0,0 0 1 0 0,0-1-1 0 0,1 1 0 0 0,-1 0 0 0 0,0-1 0 0 0,1 1 0 0 0,-1-1 0 0 0,1 0 0 0 0,-1 0 0 0 0,1 0 0 0 0,0 0 1 0 0,-1 0-1 0 0,5 0 0 0 0,3 2-27 0 0,0 0 0 0 0,0-1 0 0 0,0-1-1 0 0,0 1 1 0 0,0-2 0 0 0,1 1 0 0 0,-1-1 0 0 0,0-1 0 0 0,1 0 0 0 0,-1-1 0 0 0,0 0 0 0 0,13-4 0 0 0,2-3-7 0 0,-1-2-1 0 0,0-1 1 0 0,30-20 0 0 0,-41 24 41 0 0,-12 8-15 0 0,-1-1 0 0 0,1 1-1 0 0,-1 0 1 0 0,1 0 0 0 0,0 0-1 0 0,-1-1 1 0 0,1 1 0 0 0,-1 0-1 0 0,1 0 1 0 0,0 0 0 0 0,-1 0-1 0 0,1 0 1 0 0,-1 0 0 0 0,1 0-1 0 0,0 0 1 0 0,-1 0-1 0 0,1 0 1 0 0,0 0 0 0 0,-1 1-1 0 0,1-1 1 0 0,-1 0 0 0 0,1 0-1 0 0,-1 0 1 0 0,1 1 0 0 0,-1-1-1 0 0,1 0 1 0 0,-1 1 0 0 0,1-1-1 0 0,-1 1 1 0 0,1-1 0 0 0,-1 1-1 0 0,1-1 1 0 0,-1 0 0 0 0,0 1-1 0 0,1-1 1 0 0,-1 1 0 0 0,0 0-1 0 0,1-1 1 0 0,-1 2-1 0 0,14 34 159 0 0,1 0-78 0 0,-13-31-89 0 0,4 2 61 0 0,18-4-25 0 0,-8-5-39 0 0,0-1 0 0 0,0-1-1 0 0,-1 0 1 0 0,23-9-1 0 0,-22 7 2 0 0,0 0-1 0 0,1 1 1 0 0,0 1 0 0 0,18-2-1 0 0,-3 5-8 0 0,0 2 0 0 0,36 4-1 0 0,-50-2 13 0 0,0-1-1 0 0,0-1 1 0 0,0 0 0 0 0,1-1-1 0 0,-1-2 1 0 0,0 1-1 0 0,0-2 1 0 0,0 0 0 0 0,0-2-1 0 0,25-9 1 0 0,-39 12-469 0 0,-1 0 0 0 0,1 0 0 0 0,-1 0 0 0 0,0-1 0 0 0,0 1 0 0 0,0-1 0 0 0,-1 0 0 0 0,1 0 0 0 0,-1 0 0 0 0,5-6 0 0 0,-7 8 371 0 0,0 0 38 0 0,0-2 200 0 0,0 0 0 0 0,0 0 0 0 0,-1 0 0 0 0,1 0 0 0 0,-1 0 1 0 0,0 0-1 0 0,1 0 0 0 0,-1 0 0 0 0,-1 0 0 0 0,1 0 0 0 0,0 1 1 0 0,-1-1-1 0 0,1 0 0 0 0,-1 1 0 0 0,0 0 0 0 0,0-1 0 0 0,0 1 1 0 0,0 0-1 0 0,0 0 0 0 0,0 0 0 0 0,-4-3 0 0 0,4 5 80 0 0,-46-6 577 0 0,40 7-670 0 0,0 0-1 0 0,0 0 1 0 0,0 0-1 0 0,0 1 1 0 0,-12 5-1 0 0,16-6-77 0 0,0 1 0 0 0,1-1 0 0 0,-1 1 0 0 0,1 0 0 0 0,-1 0 0 0 0,1 0 0 0 0,0 0 0 0 0,0 0 0 0 0,0 1 0 0 0,0-1 0 0 0,0 1 0 0 0,1 0 0 0 0,-1 0 0 0 0,-2 5 0 0 0,4-7-39 0 0,1 0 0 0 0,0 0 1 0 0,-1 0-1 0 0,1 0 0 0 0,0 0 0 0 0,-1 0 0 0 0,1 0 0 0 0,0 0 1 0 0,0 0-1 0 0,0 1 0 0 0,0-1 0 0 0,0 0 0 0 0,0 0 1 0 0,0 0-1 0 0,0 0 0 0 0,1 0 0 0 0,-1 0 0 0 0,0 0 0 0 0,1 0 1 0 0,-1 0-1 0 0,0 0 0 0 0,1 0 0 0 0,-1 0 0 0 0,1 0 0 0 0,0 0 1 0 0,-1 0-1 0 0,1 0 0 0 0,0 0 0 0 0,0-1 0 0 0,-1 1 0 0 0,1 0 1 0 0,0 0-1 0 0,0-1 0 0 0,0 1 0 0 0,0-1 0 0 0,0 1 0 0 0,0-1 1 0 0,0 1-1 0 0,0-1 0 0 0,0 1 0 0 0,0-1 0 0 0,0 0 1 0 0,2 0-1 0 0,6 3 2 0 0,1-1 1 0 0,-1-1 0 0 0,1 1 0 0 0,-1-2-1 0 0,11 1 1 0 0,27-7-16 0 0,-40 4-2 0 0,1 1 0 0 0,0 0 0 0 0,0 0 0 0 0,0 1 0 0 0,10 0 0 0 0,-15 1 10 0 0,-1-1-1 0 0,1 1 1 0 0,0 0-1 0 0,-1-1 1 0 0,1 1-1 0 0,-1 1 1 0 0,1-1-1 0 0,-1 0 1 0 0,0 1-1 0 0,0-1 1 0 0,1 1-1 0 0,-1-1 1 0 0,0 1-1 0 0,0 0 1 0 0,0 0-1 0 0,-1 0 1 0 0,1 0-1 0 0,0 1 1 0 0,1 3-1 0 0,0 0 4 0 0,0 0-1 0 0,0 0 1 0 0,-1 1-1 0 0,0-1 0 0 0,-1 0 1 0 0,1 1-1 0 0,-1 0 0 0 0,0-1 1 0 0,-1 1-1 0 0,0 0 0 0 0,0-1 1 0 0,0 1-1 0 0,-3 10 0 0 0,-2 11 32 0 0,-18 54-1 0 0,7-30 24 0 0,11-32-18 0 0,-1 0 0 0 0,-1-1 0 0 0,-1 0 0 0 0,-1 0 1 0 0,0-1-1 0 0,-2 0 0 0 0,-12 17 0 0 0,19-29 32 0 0,-1 0-1 0 0,0 0 0 0 0,0 0 1 0 0,0-1-1 0 0,-1 0 1 0 0,0 0-1 0 0,0 0 1 0 0,0-1-1 0 0,-1 0 0 0 0,1 0 1 0 0,-1 0-1 0 0,0-1 1 0 0,0 0-1 0 0,0-1 1 0 0,-1 1-1 0 0,1-1 0 0 0,-1-1 1 0 0,1 1-1 0 0,-1-1 1 0 0,1-1-1 0 0,-1 1 1 0 0,-8-2-1 0 0,12 1-28 0 0,0 0-1 0 0,-1-1 1 0 0,1 0 0 0 0,0 0-1 0 0,0 0 1 0 0,0 0-1 0 0,0 0 1 0 0,0-1 0 0 0,0 0-1 0 0,1 0 1 0 0,-1 0 0 0 0,0 0-1 0 0,1 0 1 0 0,0-1 0 0 0,-1 0-1 0 0,1 1 1 0 0,0-1 0 0 0,0-1-1 0 0,1 1 1 0 0,-1 0-1 0 0,1-1 1 0 0,-1 1 0 0 0,1-1-1 0 0,0 1 1 0 0,0-1 0 0 0,1 0-1 0 0,-1 0 1 0 0,1 0 0 0 0,0 0-1 0 0,0 0 1 0 0,0-1-1 0 0,1 1 1 0 0,-1 0 0 0 0,1 0-1 0 0,0-7 1 0 0,1 2-85 0 0,-1 0 1 0 0,2 0-1 0 0,-1 0 0 0 0,1-1 0 0 0,1 1 0 0 0,0 1 1 0 0,0-1-1 0 0,0 0 0 0 0,1 1 0 0 0,1 0 1 0 0,-1 0-1 0 0,1 0 0 0 0,1 0 0 0 0,-1 1 1 0 0,9-9-1 0 0,-4 7-315 0 0,1 0 1 0 0,0 1-1 0 0,1 1 1 0 0,-1 0 0 0 0,1 0-1 0 0,20-7 1 0 0,15-4-3064 0 0,-35 13 1995 0 0,16-5-1091 0 0</inkml:trace>
</inkml:ink>
</file>

<file path=ppt/ink/ink4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2:52:04.8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 5 672 0 0,'-2'-2'3829'0'0,"2"2"-3754"0"0,0 0 0 0 0,0 0 0 0 0,0 0 0 0 0,0 0 0 0 0,1-2 1502 0 0,-1 2-1502 0 0,-4 10 346 0 0,1 0 0 0 0,0 1 0 0 0,0-1-1 0 0,1 1 1 0 0,-1 20 0 0 0,3-26-337 0 0,0-1-1 0 0,0 1 1 0 0,0-1-1 0 0,1 1 1 0 0,-1-1-1 0 0,1 0 1 0 0,0 1-1 0 0,0-1 0 0 0,1 0 1 0 0,-1 1-1 0 0,1-1 1 0 0,0 0-1 0 0,0 0 1 0 0,1-1-1 0 0,-1 1 1 0 0,1 0-1 0 0,5 5 1 0 0,-6-8-67 0 0,-1 0 1 0 0,1 0 0 0 0,0 0 0 0 0,0 0-1 0 0,0-1 1 0 0,0 1 0 0 0,0-1 0 0 0,0 1-1 0 0,0-1 1 0 0,0 0 0 0 0,0 0 0 0 0,0 0-1 0 0,0 0 1 0 0,-1 0 0 0 0,1 0 0 0 0,0-1-1 0 0,0 1 1 0 0,3-2 0 0 0,40-13 136 0 0,-39 13-124 0 0,2 0-379 0 0,-1 1 0 0 0,1-1 0 0 0,0 2 0 0 0,-1-1 1 0 0,1 1-1 0 0,0 0 0 0 0,-1 1 0 0 0,1 0 0 0 0,-1 0 0 0 0,1 0 0 0 0,7 4 0 0 0,25 2-3598 0 0,-25-5 2292 0 0</inkml:trace>
</inkml:ink>
</file>

<file path=ppt/ink/ink4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2:52:05.5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0 101 1304 0 0,'9'-1'299'0'0,"-1"-1"0"0"0,0 0 0 0 0,0 0-1 0 0,0-1 1 0 0,0 0 0 0 0,0-1 0 0 0,-1 0 0 0 0,1 0 0 0 0,-1-1 0 0 0,0 1-1 0 0,0-2 1 0 0,-1 1 0 0 0,1-1 0 0 0,-1 0 0 0 0,-1 0 0 0 0,1 0-1 0 0,5-9 1 0 0,-11 14-254 0 0,0 0-1 0 0,0 1 0 0 0,0-1 0 0 0,0 1 0 0 0,0-1 1 0 0,0 0-1 0 0,0 1 0 0 0,0-1 0 0 0,0 1 1 0 0,0-1-1 0 0,0 1 0 0 0,0-1 0 0 0,-1 1 1 0 0,1-1-1 0 0,0 0 0 0 0,0 1 0 0 0,-1-1 1 0 0,1 1-1 0 0,0 0 0 0 0,-1-1 0 0 0,1 1 1 0 0,0-1-1 0 0,-1 1 0 0 0,1-1 0 0 0,-1 1 0 0 0,1 0 1 0 0,-1-1-1 0 0,1 1 0 0 0,-1 0 0 0 0,1-1 1 0 0,-1 1-1 0 0,1 0 0 0 0,-1 0 0 0 0,1 0 1 0 0,-1 0-1 0 0,0-1 0 0 0,1 1 0 0 0,-1 0 1 0 0,1 0-1 0 0,-1 0 0 0 0,1 0 0 0 0,-1 0 1 0 0,0 0-1 0 0,1 0 0 0 0,-1 1 0 0 0,1-1 1 0 0,-1 0-1 0 0,0 0 0 0 0,-32 2 929 0 0,32-2-956 0 0,0 0 1 0 0,0 0 0 0 0,0 0 0 0 0,0 0 0 0 0,0 0 0 0 0,0 0 0 0 0,0 0 0 0 0,0 0 0 0 0,0 1 0 0 0,0-1 0 0 0,0 0 0 0 0,0 1 0 0 0,0-1 0 0 0,0 1-1 0 0,0-1 1 0 0,0 1 0 0 0,1-1 0 0 0,-1 1 0 0 0,0-1 0 0 0,0 1 0 0 0,1 0 0 0 0,-1-1 0 0 0,0 1 0 0 0,1 0 0 0 0,-1 0 0 0 0,0 0 0 0 0,1 0-1 0 0,-1-1 1 0 0,1 1 0 0 0,0 0 0 0 0,-1 0 0 0 0,1 0 0 0 0,0 0 0 0 0,-1 0 0 0 0,1 0 0 0 0,0 0 0 0 0,0 0 0 0 0,0 0 0 0 0,0 0 0 0 0,0 0 0 0 0,0 0-1 0 0,0 0 1 0 0,0 1 0 0 0,1 0-19 0 0,0 0 0 0 0,1 0 0 0 0,-1-1 0 0 0,0 1 1 0 0,0-1-1 0 0,1 1 0 0 0,-1-1 0 0 0,1 1 0 0 0,-1-1 0 0 0,1 0 0 0 0,-1 0 0 0 0,1 0 0 0 0,0 0 0 0 0,0 0 0 0 0,0 0 0 0 0,-1 0 0 0 0,1 0 0 0 0,0-1 0 0 0,0 1 0 0 0,0-1 0 0 0,0 0 0 0 0,4 1 0 0 0,24 2-315 0 0,-12-1 121 0 0,-1 0 0 0 0,1-1 0 0 0,-1-1 0 0 0,1 0 0 0 0,32-6 0 0 0,-15-1 11 0 0,-29 7 157 0 0,1-1 1 0 0,-1 0 0 0 0,1 0-1 0 0,-1 0 1 0 0,0-1 0 0 0,1 0 0 0 0,-1-1-1 0 0,0 1 1 0 0,0-1 0 0 0,0 0-1 0 0,-1-1 1 0 0,1 0 0 0 0,6-5-1 0 0,-8 7 657 0 0,-6 13-210 0 0,-17 35-21 0 0,-31 58-65 0 0,-94 183 322 0 0,139-279-633 0 0,-5 15 44 0 0,10-22-64 0 0,0-1 0 0 0,0 1 0 0 0,-1-1 0 0 0,1 0 0 0 0,0 1 0 0 0,0-1 1 0 0,0 1-1 0 0,0-1 0 0 0,0 1 0 0 0,0-1 0 0 0,0 1 0 0 0,0-1 0 0 0,0 1 0 0 0,0-1 0 0 0,0 1 0 0 0,0-1 1 0 0,0 1-1 0 0,0-1 0 0 0,1 1 0 0 0,-1-1 0 0 0,0 0 0 0 0,0 1 0 0 0,0-1 0 0 0,1 1 0 0 0,-1-1 1 0 0,0 1-1 0 0,1-1 0 0 0,-1 0 0 0 0,0 1 0 0 0,1-1 0 0 0,-1 0 0 0 0,0 1 0 0 0,1-1 0 0 0,-1 0 1 0 0,2 1-1 0 0,-1-1 11 0 0,1-1-11 0 0,0-1 0 0 0,-1 0 0 0 0,1 1 0 0 0,0-1 0 0 0,0 1 0 0 0,0 0 0 0 0,0-1 0 0 0,1 1 0 0 0,-1 0 0 0 0,0 1 0 0 0,3-2 0 0 0,15-7 19 0 0,97-77 79 0 0,148-139 1 0 0,-210 181 2284 0 0,-59 99-845 0 0,2-39-2292 0 0,0-1-1 0 0,2 1 0 0 0,1 17 1 0 0,4-20-5374 0 0,1-7 2602 0 0</inkml:trace>
</inkml:ink>
</file>

<file path=ppt/ink/ink4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2:52:10.2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60 0 200 0 0,'-59'37'6358'0'0,"63"-41"-6233"0"0,0 0 0 0 0,1 1 1 0 0,0 0-1 0 0,0 0 0 0 0,0 0 0 0 0,9-4 1 0 0,-23 11-152 0 0,-12 3-605 0 0,11-1-3357 0 0</inkml:trace>
</inkml:ink>
</file>

<file path=ppt/ink/ink4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2:52:11.8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91 9 212 0 0,'0'0'724'0'0,"-9"-8"4927"0"0,1 20-5130 0 0,2 1 0 0 0,0 0 0 0 0,0 0 0 0 0,-5 19 0 0 0,6-17-249 0 0,0 1 0 0 0,-2-1 0 0 0,-11 20 0 0 0,9-24-603 0 0</inkml:trace>
</inkml:ink>
</file>

<file path=ppt/ink/ink4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2:52:12.2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5 560 0 0,'2'-5'2360'0'0,"13"5"-2244"0"0,-3 5-320 0 0,-6-1-268 0 0,-3 4-1276 0 0</inkml:trace>
</inkml:ink>
</file>

<file path=ppt/ink/ink4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2:52:12.5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13 696 0 0,'-2'24'1961'0'0,"2"-5"2062"0"0,1-19-3973 0 0,0 0-1 0 0,0 0 1 0 0,0 1 0 0 0,0-1-1 0 0,0 0 1 0 0,-1 0 0 0 0,1 0-1 0 0,0 0 1 0 0,0 0 0 0 0,0-1-1 0 0,0 1 1 0 0,0 0-1 0 0,0 0 1 0 0,0 0 0 0 0,0-1-1 0 0,0 1 1 0 0,0-1 0 0 0,-1 1-1 0 0,1-1 1 0 0,0 1-1 0 0,0-1 1 0 0,-1 1 0 0 0,2-1-1 0 0,28-17 712 0 0,18-8 218 0 0,-16 20-473 0 0,-31 6-431 0 0,2 0-51 0 0,0 0 1 0 0,0 1-1 0 0,0-1 1 0 0,1 1-1 0 0,-1 0 1 0 0,0 0-1 0 0,-1 0 1 0 0,1 0-1 0 0,0 0 0 0 0,3 3 1 0 0,-3-3-63 0 0,0 1 0 0 0,-1 0-1 0 0,1 0 1 0 0,-1 1 0 0 0,0-1 0 0 0,1 0 0 0 0,-1 1-1 0 0,0-1 1 0 0,0 1 0 0 0,2 5 0 0 0,18 18-5646 0 0,-12-19 3235 0 0</inkml:trace>
</inkml:ink>
</file>

<file path=ppt/ink/ink4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2:52:13.9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50 102 584 0 0,'19'-22'4128'0'0,"-18"22"-4067"0"0,1 0 0 0 0,-1 0 0 0 0,0-1 0 0 0,0 1 0 0 0,1 0 0 0 0,-1 0 0 0 0,0 0 0 0 0,0 1 0 0 0,1-1 0 0 0,-1 0 0 0 0,0 0 0 0 0,0 1 0 0 0,0-1 0 0 0,1 1 0 0 0,-1-1 0 0 0,0 1 0 0 0,0-1 0 0 0,0 1 0 0 0,0 0 0 0 0,0-1 0 0 0,0 1 0 0 0,0 0 1 0 0,1 2-1 0 0,18 31 870 0 0,-15-18-591 0 0,-1 1 0 0 0,4 27 0 0 0,-8-37-270 0 0,1-1 0 0 0,-1 0 0 0 0,0 0 0 0 0,0 0 0 0 0,-1 1-1 0 0,1-1 1 0 0,-1 0 0 0 0,-1 0 0 0 0,-3 11 0 0 0,4-15-49 0 0,0 1 0 0 0,0-1 1 0 0,0 0-1 0 0,-1 0 0 0 0,1 0 0 0 0,-1 0 0 0 0,1 0 1 0 0,-1 0-1 0 0,0 0 0 0 0,0 0 0 0 0,0-1 0 0 0,0 1 1 0 0,0-1-1 0 0,0 1 0 0 0,0-1 0 0 0,0 0 0 0 0,0 0 1 0 0,-1 0-1 0 0,1 0 0 0 0,0 0 0 0 0,-1 0 1 0 0,1-1-1 0 0,-1 1 0 0 0,1-1 0 0 0,-1 0 0 0 0,-3 0 1 0 0,3 0-13 0 0,0 0 1 0 0,0-1 0 0 0,0 1 0 0 0,0-1 0 0 0,0 0 0 0 0,1 0 0 0 0,-1 0 0 0 0,0 0 0 0 0,1 0 0 0 0,-1 0 0 0 0,0-1 0 0 0,1 1 0 0 0,0-1 0 0 0,-1 0 0 0 0,1 0 0 0 0,0 0 0 0 0,0 0 0 0 0,0 0 0 0 0,0 0 0 0 0,0-1 0 0 0,1 1 0 0 0,-1-1 0 0 0,1 1 0 0 0,-1-1 0 0 0,1 1 0 0 0,0-1-1 0 0,0 0 1 0 0,0 0 0 0 0,0 1 0 0 0,0-7 0 0 0,-1-2-3 0 0,0 0-1 0 0,1 0 0 0 0,1 0 1 0 0,-1 0-1 0 0,2 0 1 0 0,2-18-1 0 0,-1 21-5 0 0,0 0 1 0 0,1-1-1 0 0,0 1 1 0 0,0 1-1 0 0,1-1 0 0 0,0 0 1 0 0,1 1-1 0 0,-1 0 1 0 0,1 0-1 0 0,1 0 0 0 0,-1 0 1 0 0,1 1-1 0 0,0 0 1 0 0,1 0-1 0 0,-1 1 1 0 0,1 0-1 0 0,0 0 0 0 0,1 1 1 0 0,-1-1-1 0 0,1 1 1 0 0,0 1-1 0 0,0 0 0 0 0,0 0 1 0 0,0 1-1 0 0,1-1 1 0 0,-1 2-1 0 0,1-1 1 0 0,-1 1-1 0 0,1 1 0 0 0,-1-1 1 0 0,1 2-1 0 0,-1-1 1 0 0,1 1-1 0 0,-1 0 0 0 0,1 1 1 0 0,-1 0-1 0 0,1 0 1 0 0,-1 1-1 0 0,0 0 0 0 0,10 6 1 0 0,1 1 11 0 0,0 1 0 0 0,-1 0 0 0 0,31 27 0 0 0,-43-32-12 0 0,1 1 1 0 0,-1 0 0 0 0,0-1 0 0 0,0 2-1 0 0,0-1 1 0 0,-1 1 0 0 0,-1 0 0 0 0,1 0-1 0 0,-1 0 1 0 0,-1 0 0 0 0,5 15 0 0 0,-7-19-111 0 0,-1-1 1 0 0,1 1 0 0 0,-1 0 0 0 0,0 0 0 0 0,0 0 0 0 0,0 0 0 0 0,-1-1 0 0 0,0 1 0 0 0,1 0 0 0 0,-1 0 0 0 0,0 0 0 0 0,-3 4-1 0 0,3-6-175 0 0,0 0 0 0 0,0 0 0 0 0,0 0 0 0 0,0-1-1 0 0,0 1 1 0 0,0-1 0 0 0,0 1 0 0 0,-1-1-1 0 0,1 1 1 0 0,-1-1 0 0 0,1 0 0 0 0,-1 0-1 0 0,0 0 1 0 0,1 1 0 0 0,-1-2 0 0 0,-2 2-1 0 0,-7 1-1769 0 0</inkml:trace>
</inkml:ink>
</file>

<file path=ppt/ink/ink4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2:52:14.9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0 299 144 0 0,'28'-6'380'0'0,"-1"-1"1"0"0,0-1-1 0 0,0-1 0 0 0,-1-2 1 0 0,29-15-1 0 0,-46 20-219 0 0,1 0 0 0 0,-1 0 0 0 0,0-1 0 0 0,-1 0-1 0 0,0-1 1 0 0,0 0 0 0 0,-1 0 0 0 0,1-1 0 0 0,-2 0 0 0 0,1 0 0 0 0,-2-1 0 0 0,1 1 0 0 0,-1-1-1 0 0,0-1 1 0 0,-1 1 0 0 0,3-13 0 0 0,3-3 371 0 0,-8 20-246 0 0,1 0-1 0 0,-1 0 1 0 0,0 0 0 0 0,-1 0 0 0 0,2-14 784 0 0,-3 24-977 0 0,-1 10-20 0 0,1-1 0 0 0,0 1 1 0 0,1-1-1 0 0,0 1 0 0 0,1-1 0 0 0,1 1 1 0 0,0-1-1 0 0,1 0 0 0 0,0 0 1 0 0,6 12-1 0 0,-6-18-57 0 0,0 1-1 0 0,1-1 1 0 0,-1 0 0 0 0,1 0-1 0 0,1-1 1 0 0,-1 1 0 0 0,1-1 0 0 0,0 0-1 0 0,1-1 1 0 0,-1 1 0 0 0,1-1-1 0 0,0-1 1 0 0,0 1 0 0 0,1-1 0 0 0,-1 0-1 0 0,1-1 1 0 0,0 0 0 0 0,9 2 0 0 0,1 0-4 0 0,1-1 0 0 0,0-1 1 0 0,0-1-1 0 0,0-1 0 0 0,21-1 0 0 0,-28 0-5 0 0,-1-1-1 0 0,0-1 1 0 0,1 0-1 0 0,-1 0 1 0 0,0-1-1 0 0,0-1 1 0 0,0 0-1 0 0,-1 0 1 0 0,20-11-1 0 0,-27 13 17 0 0,-1 0-1 0 0,1 0 0 0 0,-1 0 1 0 0,1 0-1 0 0,-1 0 1 0 0,0 0-1 0 0,0-1 0 0 0,0 1 1 0 0,0-1-1 0 0,0 0 1 0 0,0 1-1 0 0,-1-1 0 0 0,0 0 1 0 0,1 0-1 0 0,-1 0 1 0 0,0 0-1 0 0,0 0 1 0 0,-1 0-1 0 0,1 0 0 0 0,0 0 1 0 0,-1-1-1 0 0,0 1 1 0 0,0 0-1 0 0,0 0 0 0 0,0 0 1 0 0,-1-1-1 0 0,0-4 1 0 0,0 7 205 0 0,1 4-190 0 0,0 2-24 0 0,0-1 0 0 0,0 1 0 0 0,0-1 0 0 0,1 0 0 0 0,0 1 1 0 0,0-1-1 0 0,0 0 0 0 0,0 1 0 0 0,0-1 0 0 0,1 0 0 0 0,4 7 0 0 0,33 53 115 0 0,-13-23-61 0 0,-11-17-39 0 0,-5-6 4 0 0,0-1 0 0 0,14 38-1 0 0,-22-51-32 0 0,-1 0 0 0 0,1 0-1 0 0,-1 1 1 0 0,0-1-1 0 0,-1 1 1 0 0,1-1 0 0 0,-1 1-1 0 0,0-1 1 0 0,0 1-1 0 0,0-1 1 0 0,-1 1 0 0 0,1-1-1 0 0,-1 1 1 0 0,0-1-1 0 0,-1 0 1 0 0,1 1-1 0 0,-1-1 1 0 0,-3 7 0 0 0,4-10-6 0 0,0 0 0 0 0,0 0 0 0 0,1 0 0 0 0,-1 1 0 0 0,0-1 0 0 0,-1-1 0 0 0,1 1 0 0 0,0 0 0 0 0,0 0 0 0 0,0 0 0 0 0,0-1 0 0 0,-1 1 0 0 0,1 0 0 0 0,0-1 0 0 0,-1 1 0 0 0,1-1 0 0 0,0 0 0 0 0,-1 1 0 0 0,1-1 0 0 0,-1 0 0 0 0,1 0 0 0 0,0 0 0 0 0,-1 0 0 0 0,1 0 0 0 0,-2 0 0 0 0,2 0 1 0 0,0-1 0 0 0,1 1 0 0 0,-1 0-1 0 0,0 0 1 0 0,1-1 0 0 0,-1 1 0 0 0,0-1 0 0 0,1 1-1 0 0,-1-1 1 0 0,1 1 0 0 0,-1-1 0 0 0,1 1-1 0 0,-1-1 1 0 0,1 1 0 0 0,-1-1 0 0 0,1 1 0 0 0,-1-1-1 0 0,1 0 1 0 0,0 1 0 0 0,-1-1 0 0 0,1 0-1 0 0,0 1 1 0 0,0-1 0 0 0,0 0 0 0 0,-1 0 0 0 0,1 1-1 0 0,0-1 1 0 0,0 0 0 0 0,0 0 0 0 0,0 1 0 0 0,0-1-1 0 0,0 0 1 0 0,0 0 0 0 0,1 1 0 0 0,-1-1-1 0 0,0 0 1 0 0,0 1 0 0 0,0-1 0 0 0,1 0 0 0 0,-1 1-1 0 0,0-1 1 0 0,1 0 0 0 0,-1 1 0 0 0,1-1-1 0 0,-1 0 1 0 0,2 0 0 0 0,9-17-62 0 0,1 1-1 0 0,0 1 1 0 0,2 0 0 0 0,0 1-1 0 0,1 0 1 0 0,30-22 0 0 0,108-68-224 0 0,-146 100 275 0 0,5-5 1 0 0,-10 8 18 0 0,0 0 1 0 0,1 0 0 0 0,-1 0-1 0 0,0 0 1 0 0,1 0-1 0 0,-1 1 1 0 0,1-1 0 0 0,-1 1-1 0 0,1 0 1 0 0,5-2 0 0 0,-7 3 4 0 0,-6 15-2 0 0,5-14-5 0 0,-1 0-1 0 0,1-1 1 0 0,-1 1-1 0 0,1 0 1 0 0,0 0-1 0 0,-1 0 1 0 0,1-1-1 0 0,0 1 1 0 0,0 0-1 0 0,-1 0 1 0 0,1 0-1 0 0,0 0 1 0 0,0-1-1 0 0,0 1 1 0 0,0 0-1 0 0,0 0 1 0 0,0 0-1 0 0,0 0 1 0 0,1 0-1 0 0,-1-1 0 0 0,0 1 1 0 0,0 0-1 0 0,1 0 1 0 0,-1 0-1 0 0,0-1 1 0 0,1 1-1 0 0,-1 0 1 0 0,1 0-1 0 0,-1-1 1 0 0,1 1-1 0 0,-1 0 1 0 0,1-1-1 0 0,0 1 1 0 0,-1-1-1 0 0,1 1 1 0 0,0-1-1 0 0,1 2 1 0 0,-1-1 4 0 0,1 1-1 0 0,0 0 1 0 0,0-1 0 0 0,0 1-1 0 0,0-1 1 0 0,0 0 0 0 0,0 0-1 0 0,0 1 1 0 0,0-1 0 0 0,1-1-1 0 0,-1 1 1 0 0,0 0 0 0 0,0 0 0 0 0,1-1-1 0 0,-1 0 1 0 0,1 1 0 0 0,-1-1-1 0 0,0 0 1 0 0,1 0 0 0 0,-1 0-1 0 0,5-1 1 0 0,-5 0 1 0 0,0 0 0 0 0,0 0-1 0 0,0-1 1 0 0,0 1 0 0 0,0-1 0 0 0,0 1-1 0 0,0-1 1 0 0,-1 1 0 0 0,1-1 0 0 0,-1 0-1 0 0,1 0 1 0 0,-1 0 0 0 0,1 0 0 0 0,-1 0-1 0 0,0 0 1 0 0,0 0 0 0 0,0 0 0 0 0,0 0-1 0 0,-1-1 1 0 0,1 1 0 0 0,-1 0 0 0 0,1-1-1 0 0,-1-2 1 0 0,2-2 4 0 0,1-13 5 0 0,1-1 0 0 0,1 0 0 0 0,1 1 0 0 0,14-33 0 0 0,-17 47-17 0 0,0 0 1 0 0,1 1-1 0 0,0-1 1 0 0,0 1-1 0 0,1 0 1 0 0,-1 0 0 0 0,1 0-1 0 0,0 0 1 0 0,0 1-1 0 0,1 0 1 0 0,-1 0 0 0 0,1 1-1 0 0,0-1 1 0 0,0 1-1 0 0,0 0 1 0 0,0 1-1 0 0,1-1 1 0 0,11-1 0 0 0,-14 3 5 0 0,1 0 0 0 0,0 1 0 0 0,0-1 0 0 0,-1 1 1 0 0,1 0-1 0 0,0 1 0 0 0,-1-1 0 0 0,1 1 0 0 0,0 0 1 0 0,-1 0-1 0 0,1 0 0 0 0,-1 1 0 0 0,1 0 0 0 0,-1 0 1 0 0,0 0-1 0 0,0 0 0 0 0,0 0 0 0 0,0 1 0 0 0,0 0 0 0 0,0 0 1 0 0,-1 0-1 0 0,1 0 0 0 0,-1 1 0 0 0,0-1 0 0 0,0 1 1 0 0,0 0-1 0 0,-1 0 0 0 0,4 7 0 0 0,5 7 51 0 0,-2 2 0 0 0,0-1-1 0 0,-2 1 1 0 0,0 0 0 0 0,5 24 0 0 0,-9-30-199 0 0,0 1 0 0 0,0 0 0 0 0,-1 14 0 0 0,-3 3-5291 0 0,0-23 2890 0 0</inkml:trace>
</inkml:ink>
</file>

<file path=ppt/ink/ink4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2:52:15.3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37 140 0 0,'2'-7'960'0'0,"2"2"700"0"0,0-2-964 0 0,-4 1 432 0 0,2 1-852 0 0,-10-2-4100 0 0</inkml:trace>
</inkml:ink>
</file>

<file path=ppt/ink/ink4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2:52:16.3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 23 120 0 0,'-5'-1'5701'0'0,"-12"12"-207"0"0,59-42-4623 0 0,-41 30-605 0 0,0 2-257 0 0,0 0-1 0 0,0 1 0 0 0,0-1 0 0 0,0 0 0 0 0,0 1 1 0 0,0-1-1 0 0,0 1 0 0 0,0-1 0 0 0,-1 1 0 0 0,1-1 1 0 0,-1 1-1 0 0,1 0 0 0 0,-1-1 0 0 0,0 1 0 0 0,1 0 1 0 0,-1-1-1 0 0,0 1 0 0 0,0 0 0 0 0,0-1 0 0 0,0 1 1 0 0,-1 0-1 0 0,1-1 0 0 0,0 1 0 0 0,-1 0 0 0 0,1-1 1 0 0,-1 1-1 0 0,1-1 0 0 0,-1 1 0 0 0,0-1 0 0 0,0 1 0 0 0,0-1 1 0 0,0 1-1 0 0,0-1 0 0 0,-2 2 0 0 0,-8 22 94 0 0,10-24-92 0 0,43-52 547 0 0,-41 50-507 0 0,-1 0-34 0 0,3-2-1 0 0,-2 2-18 0 0,-21 21-4167 0 0,16-17 477 0 0</inkml:trace>
</inkml:ink>
</file>

<file path=ppt/ink/ink4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2:52:17.6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434 30 20 0 0,'-6'-4'274'0'0,"0"0"0"0"0,0 1 0 0 0,0 0 1 0 0,0 0-1 0 0,-1 0 0 0 0,1 1 0 0 0,-1 0 0 0 0,0 0 0 0 0,0 1 1 0 0,0 0-1 0 0,0 0 0 0 0,0 0 0 0 0,0 1 0 0 0,0 0 0 0 0,0 0 1 0 0,0 1-1 0 0,1 0 0 0 0,-1 0 0 0 0,0 1 0 0 0,-9 3 0 0 0,-7 2 144 0 0,1 0 0 0 0,0 2-1 0 0,0 1 1 0 0,-35 21-1 0 0,54-29-375 0 0,0-1 0 0 0,0 1 0 0 0,1 0 0 0 0,-1 0 0 0 0,1 0 0 0 0,-1 0-1 0 0,1 1 1 0 0,0-1 0 0 0,0 0 0 0 0,0 1 0 0 0,0 0 0 0 0,0-1-1 0 0,1 1 1 0 0,-1 0 0 0 0,1 0 0 0 0,-1 0 0 0 0,1 0 0 0 0,0 0 0 0 0,1 1-1 0 0,-1-1 1 0 0,0 0 0 0 0,1 0 0 0 0,0 0 0 0 0,0 1 0 0 0,0-1 0 0 0,0 0-1 0 0,0 0 1 0 0,0 1 0 0 0,1-1 0 0 0,0 0 0 0 0,0 0 0 0 0,0 0 0 0 0,0 0-1 0 0,3 6 1 0 0,5 8 80 0 0,1-1 0 0 0,0 0-1 0 0,1 0 1 0 0,26 26-1 0 0,-11-11-21 0 0,-18-20-73 0 0,1 0-1 0 0,-2 1 0 0 0,0 0 1 0 0,0 0-1 0 0,-1 0 0 0 0,0 1 1 0 0,-1 0-1 0 0,-1 0 1 0 0,0 1-1 0 0,-1-1 0 0 0,0 1 1 0 0,-1-1-1 0 0,-1 1 0 0 0,0 0 1 0 0,-1 0-1 0 0,0 0 1 0 0,-3 18-1 0 0,0-16-8 0 0,0 0 1 0 0,-1 0-1 0 0,0-1 1 0 0,-2 1-1 0 0,0-1 0 0 0,0 0 1 0 0,-2 0-1 0 0,0-1 1 0 0,-17 24-1 0 0,11-20 45 0 0,-1-1 0 0 0,-1-1 0 0 0,0 0 0 0 0,-1-1 0 0 0,-1-1 0 0 0,0-1 0 0 0,-1 0 0 0 0,0-1 0 0 0,-27 11 0 0 0,38-20 569 0 0,29-15-491 0 0,40-17-189 0 0,-56 27 37 0 0,0 0 0 0 0,0 1 0 0 0,0 0 0 0 0,1 0 0 0 0,-1 0 0 0 0,0 0 0 0 0,1 1 0 0 0,-1 0 0 0 0,0 0 0 0 0,1 0 0 0 0,5 2 0 0 0,-9-2 7 0 0,1 1 0 0 0,-1 0 0 0 0,0 0 0 0 0,0 1 0 0 0,0-1 0 0 0,0 0 0 0 0,-1 0 0 0 0,1 1 0 0 0,0-1 0 0 0,0 1 0 0 0,-1 0 0 0 0,1 0 0 0 0,-1-1 0 0 0,0 1 0 0 0,1 0 0 0 0,-1 0 0 0 0,0 0 0 0 0,0 0 0 0 0,0 0 0 0 0,0 1 0 0 0,-1-1 0 0 0,1 0 0 0 0,-1 0 0 0 0,1 1 0 0 0,-1-1 0 0 0,0 0 0 0 0,0 0 0 0 0,0 3 0 0 0,1 28-1 0 0,-2 0-1 0 0,-2 0 0 0 0,0 0 0 0 0,-12 43 0 0 0,7-37 0 0 0,1 0 0 0 0,-1 56 0 0 0,8-79-84 0 0,0 0 0 0 0,1 0 1 0 0,1 0-1 0 0,0 0 0 0 0,1-1 0 0 0,10 30 0 0 0,-11-40 30 0 0,1 1 0 0 0,0 0 0 0 0,0-1-1 0 0,0 0 1 0 0,1 0 0 0 0,0 0 0 0 0,0 0 0 0 0,0-1-1 0 0,1 1 1 0 0,-1-1 0 0 0,1 0 0 0 0,0-1 0 0 0,0 1 0 0 0,1-1-1 0 0,-1 0 1 0 0,1 0 0 0 0,0 0 0 0 0,-1-1 0 0 0,1 0-1 0 0,9 2 1 0 0,45 5-4815 0 0,-23-7 2066 0 0</inkml:trace>
</inkml:ink>
</file>

<file path=ppt/ink/ink4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2:52:26.1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1025 67 220 0 0,'-1'-7'769'0'0,"-1"0"0"0"0,-1 0 0 0 0,1 0 0 0 0,-1 1 0 0 0,0-1 0 0 0,-1 1 0 0 0,0 0 0 0 0,-5-8 0 0 0,6 15-687 0 0,0-1 0 0 0,1 1-1 0 0,-1 0 1 0 0,1 0 0 0 0,-1 0-1 0 0,1 0 1 0 0,-1 0 0 0 0,1 0 0 0 0,0 1-1 0 0,-1-1 1 0 0,-2 4 0 0 0,4-5-54 0 0,-48 38 359 0 0,2 2-1 0 0,-70 75 1 0 0,-72 106-26 0 0,137-157-221 0 0,-20 25 61 0 0,5 3 0 0 0,3 3 0 0 0,-53 110-1 0 0,83-137-81 0 0,4 2 0 0 0,3 0-1 0 0,2 2 1 0 0,4 1 0 0 0,-18 116-1 0 0,34-152-63 0 0,2 0-1 0 0,2 0 0 0 0,1 0 0 0 0,2 0 0 0 0,1 0 1 0 0,2 0-1 0 0,2-1 0 0 0,1 0 0 0 0,2 0 1 0 0,20 49-1 0 0,-17-56-13 0 0,2 1 0 0 0,1-2 1 0 0,1 0-1 0 0,2-1 0 0 0,1 0 1 0 0,0-2-1 0 0,2 0 0 0 0,1-2 1 0 0,1 0-1 0 0,1-2 0 0 0,45 30 0 0 0,-36-30 1 0 0,0-2-1 0 0,1-1 1 0 0,1-2-1 0 0,0-1 1 0 0,1-2-1 0 0,41 8 1 0 0,-51-15-131 0 0,-1-1 0 0 0,1-2 0 0 0,-1 0 0 0 0,1-2 0 0 0,0-1 0 0 0,0-1 0 0 0,0-2 0 0 0,-1 0 0 0 0,43-12 0 0 0,-62 13 42 0 0,0 0 0 0 0,-1-1 0 0 0,0 0 0 0 0,1 0 0 0 0,-1-1 0 0 0,0 1 0 0 0,-1-1 0 0 0,1-1-1 0 0,-1 1 1 0 0,0-1 0 0 0,0 0 0 0 0,0 0 0 0 0,0 0 0 0 0,-1-1 0 0 0,0 1 0 0 0,0-1 0 0 0,-1 0 0 0 0,1 0 0 0 0,-1-1 0 0 0,-1 1 0 0 0,1-1 0 0 0,-1 1-1 0 0,0-1 1 0 0,-1 0 0 0 0,2-8 0 0 0,-1-5 38 0 0,-1 0 1 0 0,-1 0-1 0 0,0 0 0 0 0,-2 0 0 0 0,0 0 0 0 0,-1 1 0 0 0,-8-28 0 0 0,10 45 35 0 0,0 0 0 0 0,1 0 0 0 0,-1 0 0 0 0,0 0 0 0 0,1-1 1 0 0,-1 1-1 0 0,1 0 0 0 0,0-1 0 0 0,0 1 0 0 0,0 0 0 0 0,0-1 0 0 0,0 1 0 0 0,0 0 0 0 0,1-1 0 0 0,-1 1 0 0 0,1 0 0 0 0,-1 0 0 0 0,1 0 0 0 0,0-1 0 0 0,0 1 0 0 0,0 0 0 0 0,0 0 0 0 0,0 0 0 0 0,1 0 0 0 0,-1 0 0 0 0,3-2 0 0 0,0 2-6 0 0,0 0 0 0 0,1 1 0 0 0,-1-1-1 0 0,0 1 1 0 0,0 0 0 0 0,1 0 0 0 0,-1 1 0 0 0,1-1-1 0 0,-1 1 1 0 0,0 0 0 0 0,1 0 0 0 0,-1 1 0 0 0,8 1-1 0 0,-2-1-1 0 0,-1 1-1 0 0,0 1 0 0 0,0-1 0 0 0,0 2 1 0 0,0-1-1 0 0,-1 1 0 0 0,1 0 1 0 0,-1 1-1 0 0,0 0 0 0 0,0 1 0 0 0,0-1 1 0 0,-1 1-1 0 0,0 1 0 0 0,0-1 1 0 0,-1 1-1 0 0,0 0 0 0 0,9 14 0 0 0,-12-16-8 0 0,0 0 0 0 0,0 0 0 0 0,0 0 0 0 0,-1 1-1 0 0,1-1 1 0 0,-1 1 0 0 0,-1 0 0 0 0,1-1 0 0 0,-1 1 0 0 0,0 0-1 0 0,0 0 1 0 0,-1 0 0 0 0,0 0 0 0 0,0 0 0 0 0,0 0-1 0 0,-1 0 1 0 0,1 0 0 0 0,-1 0 0 0 0,-1 0 0 0 0,1 0 0 0 0,-1-1-1 0 0,0 1 1 0 0,-1-1 0 0 0,1 1 0 0 0,-1-1 0 0 0,0 0-1 0 0,-1 0 1 0 0,-6 9 0 0 0,-1-2-114 0 0,0-1 1 0 0,-1 0-1 0 0,0-1 0 0 0,0-1 1 0 0,-21 13-1 0 0,-10-4-6032 0 0</inkml:trace>
</inkml:ink>
</file>

<file path=ppt/ink/ink4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2:52:27.7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104 243 348 0 0,'-13'-46'4429'0'0,"12"45"-4028"0"0,11 36 42 0 0,-4 32-2 0 0,-2 0 0 0 0,-4 0 0 0 0,-9 88 0 0 0,1-26-23 0 0,5-12-77 0 0,3-46 447 0 0,-19 138 1 0 0,19-209-770 0 0,0 0-1 0 0,1 0 1 0 0,-1 0 0 0 0,0 1 0 0 0,0-1 0 0 0,0 0-1 0 0,0 0 1 0 0,0 0 0 0 0,0 0 0 0 0,0 0-1 0 0,0 1 1 0 0,0-1 0 0 0,0 0 0 0 0,-1 0-1 0 0,1 0 1 0 0,0 0 0 0 0,0 1 0 0 0,0-1-1 0 0,0 0 1 0 0,0 0 0 0 0,0 0 0 0 0,0 0 0 0 0,0 0-1 0 0,0 0 1 0 0,0 1 0 0 0,-1-1 0 0 0,1 0-1 0 0,0 0 1 0 0,0 0 0 0 0,0 0 0 0 0,0 0-1 0 0,0 0 1 0 0,0 0 0 0 0,-1 0 0 0 0,1 0 0 0 0,0 1-1 0 0,0-1 1 0 0,0 0 0 0 0,0 0 0 0 0,-1 0-1 0 0,1 0 1 0 0,0 0 0 0 0,0 0 0 0 0,0 0-1 0 0,0 0 1 0 0,0 0 0 0 0,-1 0 0 0 0,1 0 0 0 0,0 0-1 0 0,0 0 1 0 0,0 0 0 0 0,0-1 0 0 0,-1 1-1 0 0,1 0 1 0 0,0 0 0 0 0,0 0 0 0 0,-9-11 221 0 0,-4-20-167 0 0,-2-41-12 0 0,3-1-1 0 0,3 0 0 0 0,3 0 1 0 0,4-1-1 0 0,3 1 0 0 0,3-1 1 0 0,16-88-1 0 0,-14 130-59 0 0,1 1-1 0 0,1 0 1 0 0,1 1 0 0 0,2 0-1 0 0,1 0 1 0 0,2 1 0 0 0,22-36-1 0 0,-31 56-1 0 0,1 0 0 0 0,1 0 0 0 0,-1 1 0 0 0,1 0 0 0 0,1 0 0 0 0,0 1 0 0 0,0 0 0 0 0,0 0 0 0 0,1 1 0 0 0,-1 0 0 0 0,2 0 0 0 0,-1 1 0 0 0,1 0 0 0 0,-1 1 0 0 0,1 0 0 0 0,0 1 0 0 0,1 0 0 0 0,-1 0 0 0 0,1 1 0 0 0,-1 0 0 0 0,1 1 0 0 0,-1 0 0 0 0,1 1 0 0 0,0 0 0 0 0,16 3 0 0 0,-20-2 1 0 0,0 1 0 0 0,0 0 0 0 0,0 0 0 0 0,0 1 0 0 0,-1 0 0 0 0,1 0 0 0 0,-1 0 1 0 0,0 1-1 0 0,1 0 0 0 0,-2 0 0 0 0,1 0 0 0 0,0 1 0 0 0,-1 0 0 0 0,0 0 0 0 0,0 0 0 0 0,-1 1 0 0 0,1 0 1 0 0,-1 0-1 0 0,0 0 0 0 0,-1 0 0 0 0,0 1 0 0 0,0-1 0 0 0,0 1 0 0 0,0 0 0 0 0,-1 0 0 0 0,0 0 0 0 0,-1 0 1 0 0,0 0-1 0 0,1 8 0 0 0,-1-4 1 0 0,0 0 0 0 0,-1 0 0 0 0,0 0 0 0 0,-1 0 1 0 0,0 0-1 0 0,-1 0 0 0 0,0 0 0 0 0,-1 0 0 0 0,0 0 1 0 0,0-1-1 0 0,-1 0 0 0 0,-1 0 0 0 0,1 0 0 0 0,-2 0 0 0 0,1 0 1 0 0,-2-1-1 0 0,1 0 0 0 0,-13 13 0 0 0,3-9 4 0 0,-1 0 0 0 0,0-1 0 0 0,0-1-1 0 0,-1 0 1 0 0,-1-2 0 0 0,1 0 0 0 0,-2-1 0 0 0,1-1 0 0 0,-1-1-1 0 0,0 0 1 0 0,0-2 0 0 0,-1 0 0 0 0,1-1 0 0 0,-1-1 0 0 0,-30-2-1 0 0,45 0-12 0 0,1-1-1 0 0,-1 1 0 0 0,0-1 1 0 0,0-1-1 0 0,0 1 0 0 0,1-1 0 0 0,-1 0 1 0 0,-5-4-1 0 0,10 6-34 0 0,0 0 1 0 0,0-1-1 0 0,0 0 0 0 0,0 1 0 0 0,0-1 1 0 0,1 0-1 0 0,-1 1 0 0 0,0-1 0 0 0,0 0 1 0 0,1 0-1 0 0,-1 1 0 0 0,1-1 0 0 0,-1 0 1 0 0,0 0-1 0 0,1 0 0 0 0,0 0 0 0 0,-1 0 1 0 0,1 0-1 0 0,-1 0 0 0 0,1 0 0 0 0,0 0 1 0 0,0 0-1 0 0,0 0 0 0 0,0 0 0 0 0,0 0 1 0 0,0 0-1 0 0,0 0 0 0 0,0 0 0 0 0,0 0 1 0 0,0 0-1 0 0,0 0 0 0 0,1 0 1 0 0,-1 0-1 0 0,0 0 0 0 0,1 0 0 0 0,-1 0 1 0 0,1 0-1 0 0,-1 0 0 0 0,1 0 0 0 0,-1 0 1 0 0,1 0-1 0 0,0 0 0 0 0,-1 1 0 0 0,1-1 1 0 0,0 0-1 0 0,0 1 0 0 0,0-1 0 0 0,-1 0 1 0 0,3 0-1 0 0,38-31-5058 0 0,-19 19 2649 0 0</inkml:trace>
</inkml:ink>
</file>

<file path=ppt/ink/ink4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2:52:28.2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 1 88 0 0,'-4'29'7685'0'0,"-11"144"-5733"0"0,14-110-1476 0 0,0-28-126 0 0,1-1 1 0 0,8 62-1 0 0,18 65 406 0 0,-8-85 5 0 0,-16-82-738 0 0,-1 0 1 0 0,1 1-1 0 0,1-1 1 0 0,-1 1 0 0 0,1 0-1 0 0,5-8 1 0 0,6-13 58 0 0,-12 21-77 0 0,2-9 9 0 0,2 1-1 0 0,-1 0 0 0 0,1 0 0 0 0,1 1 0 0 0,1-1 0 0 0,-1 2 0 0 0,14-16 0 0 0,-20 26-6 0 0,28 15 29 0 0,-15 3-3 0 0,-1 0 0 0 0,0 1 0 0 0,14 27 0 0 0,15 20-2279 0 0,-31-52 375 0 0</inkml:trace>
</inkml:ink>
</file>

<file path=ppt/ink/ink4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2:52:28.6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0 228 0 0,'35'27'3364'0'0,"-22"-16"-2772"0"0,-1 1 0 0 0,0 0-1 0 0,-1 1 1 0 0,16 23 0 0 0,-23-28-258 0 0,0-1-1 0 0,0 1 1 0 0,0 0 0 0 0,-1 0 0 0 0,-1 1 0 0 0,1-1 0 0 0,-1 1-1 0 0,-1-1 1 0 0,1 1 0 0 0,-1 16 0 0 0,-3-43-100 0 0,2 16-219 0 0,-1 0 1 0 0,1 0-1 0 0,0 1 0 0 0,0-1 1 0 0,0 0-1 0 0,0 0 0 0 0,0 0 1 0 0,0 0-1 0 0,0 0 0 0 0,1 0 1 0 0,-1 0-1 0 0,0 0 0 0 0,1 0 1 0 0,0 0-1 0 0,0 0 0 0 0,-1 1 1 0 0,1-1-1 0 0,0 0 0 0 0,0 0 1 0 0,0 1-1 0 0,2-2 0 0 0,5-7-68 0 0,0 1-1 0 0,1 0 1 0 0,0 1-1 0 0,1 0 1 0 0,0 0-1 0 0,0 1 1 0 0,1 0-1 0 0,15-7 1 0 0,-14 9-1223 0 0,0 0 0 0 0,0 1 1 0 0,0 1-1 0 0,26-4 0 0 0,-24 5-938 0 0</inkml:trace>
</inkml:ink>
</file>

<file path=ppt/ink/ink4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2:52:29.4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175 23 440 0 0,'0'0'641'0'0,"-20"-21"4618"0"0,15 20-5089 0 0,0 1-1 0 0,0 0 1 0 0,0 0-1 0 0,0 0 1 0 0,-1 0 0 0 0,1 1-1 0 0,0 0 1 0 0,0 0-1 0 0,1 0 1 0 0,-1 1 0 0 0,0 0-1 0 0,0-1 1 0 0,1 2 0 0 0,-1-1-1 0 0,1 0 1 0 0,-8 6-1 0 0,8-5-108 0 0,-1 0-1 0 0,1 0 1 0 0,0 1-1 0 0,0-1 1 0 0,0 1-1 0 0,0 0 1 0 0,1 0-1 0 0,0 0 1 0 0,-1 0-1 0 0,1 0 1 0 0,1 1-1 0 0,-1 0 1 0 0,1-1-1 0 0,0 1 1 0 0,0 0-1 0 0,-2 7 1 0 0,0 4 76 0 0,0 15 68 0 0,4-30-200 0 0,1 0 0 0 0,-1 0 0 0 0,1 0 0 0 0,0 0 0 0 0,-1 0 0 0 0,1 0 0 0 0,0-1 1 0 0,-1 1-1 0 0,1 0 0 0 0,0 0 0 0 0,0-1 0 0 0,0 1 0 0 0,0 0 0 0 0,-1-1 0 0 0,1 1 1 0 0,0-1-1 0 0,0 1 0 0 0,0-1 0 0 0,0 1 0 0 0,0-1 0 0 0,1 0 0 0 0,-1 0 0 0 0,0 1 1 0 0,0-1-1 0 0,0 0 0 0 0,0 0 0 0 0,0 0 0 0 0,0 0 0 0 0,0 0 0 0 0,0 0 1 0 0,1-1-1 0 0,33-9 57 0 0,3-1-122 0 0,-37 10 43 0 0,1 1-1 0 0,-1 0 1 0 0,1-1 0 0 0,-1 1 0 0 0,1 0 0 0 0,-1 0 0 0 0,1 0 0 0 0,-1 0 0 0 0,1 1-1 0 0,-1-1 1 0 0,1 0 0 0 0,-1 1 0 0 0,1-1 0 0 0,-1 1 0 0 0,1-1 0 0 0,-1 1 0 0 0,0 0-1 0 0,3 1 1 0 0,-2 1-7 0 0,0 0 0 0 0,0 0 0 0 0,-1 0 0 0 0,1 0 0 0 0,-1 1 0 0 0,0-1 0 0 0,0 0-1 0 0,0 1 1 0 0,-1-1 0 0 0,1 0 0 0 0,-1 1 0 0 0,1-1 0 0 0,-2 7 0 0 0,3 9-88 0 0,25-36 114 0 0,-13 5-13 0 0,0 1 0 0 0,0 0 0 0 0,1 0-1 0 0,1 2 1 0 0,0 0 0 0 0,0 1 0 0 0,0 0 0 0 0,1 2 0 0 0,0 0 0 0 0,1 0-1 0 0,-1 2 1 0 0,25-3 0 0 0,-40 6 10 0 0,-1 1 1 0 0,1 0-1 0 0,0-1 0 0 0,-1 1 0 0 0,1 0 0 0 0,-1 0 1 0 0,1 0-1 0 0,-1 0 0 0 0,1 1 0 0 0,0-1 0 0 0,-1 0 1 0 0,1 1-1 0 0,-1-1 0 0 0,1 1 0 0 0,-1-1 0 0 0,0 1 1 0 0,1 0-1 0 0,-1 0 0 0 0,0-1 0 0 0,1 1 0 0 0,-1 0 1 0 0,0 0-1 0 0,0 0 0 0 0,0 1 0 0 0,1-1 0 0 0,-1 0 1 0 0,-1 0-1 0 0,1 1 0 0 0,0-1 0 0 0,0 0 0 0 0,0 1 1 0 0,-1-1-1 0 0,1 1 0 0 0,-1-1 0 0 0,1 1 0 0 0,-1-1 1 0 0,1 1-1 0 0,-1-1 0 0 0,0 1 0 0 0,0-1 0 0 0,0 1 1 0 0,0-1-1 0 0,0 1 0 0 0,0 2 0 0 0,-1 5 2 0 0,0-1-1 0 0,0 0 1 0 0,0 1-1 0 0,-1-1 1 0 0,0 0-1 0 0,-5 10 1 0 0,7-18-2 0 0,0 1 1 0 0,0-1-1 0 0,0 0 1 0 0,0 0 0 0 0,0 1-1 0 0,0-1 1 0 0,0 0-1 0 0,0 0 1 0 0,0 1-1 0 0,0-1 1 0 0,0 0 0 0 0,0 0-1 0 0,0 0 1 0 0,0 1-1 0 0,0-1 1 0 0,1 0 0 0 0,-1 0-1 0 0,0 0 1 0 0,0 1-1 0 0,0-1 1 0 0,0 0 0 0 0,0 0-1 0 0,0 0 1 0 0,1 1-1 0 0,-1-1 1 0 0,0 0 0 0 0,0 0-1 0 0,0 0 1 0 0,0 0-1 0 0,1 0 1 0 0,-1 1 0 0 0,0-1-1 0 0,0 0 1 0 0,0 0-1 0 0,1 0 1 0 0,-1 0-1 0 0,0 0 1 0 0,0 0 0 0 0,0 0-1 0 0,1 0 1 0 0,-1 0-1 0 0,0 0 1 0 0,0 0 0 0 0,1 0-1 0 0,-1 0 1 0 0,0 0-1 0 0,0 0 1 0 0,0 0 0 0 0,1 0-1 0 0,-1 0 1 0 0,0 0-1 0 0,0 0 1 0 0,1 0 0 0 0,-1 0-1 0 0,0 0 1 0 0,0-1-1 0 0,0 1 1 0 0,1 0-1 0 0,-1 0 1 0 0,0 0 0 0 0,0 0-1 0 0,0-1 1 0 0,30-10-83 0 0,29-18-224 0 0,-41 19 226 0 0,0-1-1 0 0,-1 0 1 0 0,0-1-1 0 0,-1-1 1 0 0,16-17-1 0 0,-32 31 96 0 0,0-1-1 0 0,0 0 0 0 0,0 0 0 0 0,0 0 0 0 0,0 0 0 0 0,0 0 0 0 0,0 0 0 0 0,0 0 0 0 0,0 0 0 0 0,0 0 0 0 0,0 1 0 0 0,0-1 0 0 0,0 0 0 0 0,0 0 0 0 0,0 0 1 0 0,0 0-1 0 0,0 0 0 0 0,0 0 0 0 0,0 0 0 0 0,0 0 0 0 0,0 1 0 0 0,0-1 0 0 0,0 0 0 0 0,0 0 0 0 0,0 0 0 0 0,0 0 0 0 0,1 0 0 0 0,-1 0 0 0 0,0 0 0 0 0,0 0 1 0 0,0 0-1 0 0,0 0 0 0 0,0 0 0 0 0,0 1 0 0 0,0-1 0 0 0,0 0 0 0 0,0 0 0 0 0,0 0 0 0 0,0 0 0 0 0,1 0 0 0 0,-1 0 0 0 0,0 0 0 0 0,0 0 0 0 0,0 0 0 0 0,0 0 0 0 0,0 0 1 0 0,0 0-1 0 0,0 0 0 0 0,0 0 0 0 0,1 0 0 0 0,-1 0 0 0 0,0 0 0 0 0,0 0 0 0 0,0 0 0 0 0,0 0 0 0 0,0 0 0 0 0,0 0 0 0 0,0 0 0 0 0,0 0 0 0 0,1 0 0 0 0,-1 0 1 0 0,0 0-1 0 0,0-1 0 0 0,0 1 0 0 0,0 0 0 0 0,0 0 0 0 0,0 0 0 0 0,0 0 0 0 0,0 0 0 0 0,1 16 539 0 0,-1-12-499 0 0,0 0-1 0 0,0 0 1 0 0,0 0-1 0 0,0 0 1 0 0,1 0-1 0 0,0 0 0 0 0,-1-1 1 0 0,2 1-1 0 0,-1 0 1 0 0,0 0-1 0 0,2 3 1 0 0,-1-5-156 0 0,0 0 0 0 0,0 0 0 0 0,0 0 0 0 0,1 0 0 0 0,-1 0 0 0 0,0-1 0 0 0,1 1 0 0 0,-1-1 0 0 0,1 0 0 0 0,-1 1 0 0 0,4 0 0 0 0,21-1-4895 0 0,-13-2 2318 0 0</inkml:trace>
</inkml:ink>
</file>

<file path=ppt/ink/ink4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2:52:31.9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13 125 148 0 0,'-13'-23'4951'0'0,"14"21"-4868"0"0,0 0-1 0 0,0 1 0 0 0,-1-1 1 0 0,2 1-1 0 0,-1-1 1 0 0,0 1-1 0 0,0 0 0 0 0,0-1 1 0 0,1 1-1 0 0,-1 0 1 0 0,0 0-1 0 0,1 0 0 0 0,-1 0 1 0 0,1 0-1 0 0,0 0 1 0 0,-1 0-1 0 0,1 0 1 0 0,0 1-1 0 0,-1-1 0 0 0,1 0 1 0 0,0 1-1 0 0,3-1 1 0 0,49-11 454 0 0,-49 11-420 0 0,94-18 528 0 0,70-12 24 0 0,-110 19-1467 0 0,-57 20-3569 0 0,-6 0 2229 0 0</inkml:trace>
</inkml:ink>
</file>

<file path=ppt/ink/ink4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2:52:32.4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549 51 412 0 0,'-2'-4'213'0'0,"0"1"1"0"0,-1 0-1 0 0,1 0 0 0 0,-1 0 0 0 0,0 0 0 0 0,0 0 1 0 0,0 0-1 0 0,0 1 0 0 0,-1-1 0 0 0,1 1 1 0 0,-1 0-1 0 0,1 0 0 0 0,-1 1 0 0 0,0-1 1 0 0,1 1-1 0 0,-1-1 0 0 0,0 1 0 0 0,0 1 1 0 0,-5-2-1 0 0,-6 0 273 0 0,-1 0 1 0 0,1 0-1 0 0,-26 2 1 0 0,32 0-294 0 0,0 1 0 0 0,0-1 0 0 0,0 1 0 0 0,1 1 1 0 0,-1 0-1 0 0,0 0 0 0 0,1 1 0 0 0,-16 6 1 0 0,22-7-152 0 0,-1 0 0 0 0,0 0 0 0 0,1 1 0 0 0,-1-1 1 0 0,1 1-1 0 0,0-1 0 0 0,-1 1 0 0 0,1 0 1 0 0,1-1-1 0 0,-1 1 0 0 0,0 0 0 0 0,1 1 1 0 0,-1-1-1 0 0,1 0 0 0 0,0 0 0 0 0,0 0 0 0 0,0 1 1 0 0,1-1-1 0 0,-1 1 0 0 0,1-1 0 0 0,-1 0 1 0 0,1 1-1 0 0,0-1 0 0 0,1 1 0 0 0,0 4 1 0 0,6 62 234 0 0,-2-28-151 0 0,-1 1 0 0 0,-3 0 0 0 0,-5 57 0 0 0,3-89-114 0 0,0 1-1 0 0,-1-1 1 0 0,-1 0 0 0 0,0-1 0 0 0,-1 1-1 0 0,0 0 1 0 0,0-1 0 0 0,-1 0-1 0 0,0 0 1 0 0,-1 0 0 0 0,0-1-1 0 0,-1 0 1 0 0,0 0 0 0 0,0 0 0 0 0,-1-1-1 0 0,0 0 1 0 0,-15 11 0 0 0,20-17-7 0 0,0 0 0 0 0,0 0 0 0 0,-1 0 1 0 0,1-1-1 0 0,-1 1 0 0 0,1-1 0 0 0,-1 0 1 0 0,1 0-1 0 0,-1 0 0 0 0,0 0 1 0 0,0 0-1 0 0,1-1 0 0 0,-1 0 0 0 0,0 0 1 0 0,0 0-1 0 0,1 0 0 0 0,-1-1 0 0 0,0 1 1 0 0,-6-3-1 0 0,4 1 6 0 0,1 0 0 0 0,0 0 0 0 0,0-1-1 0 0,0 0 1 0 0,0 0 0 0 0,1 0 0 0 0,-1-1 0 0 0,1 0 0 0 0,0 1 0 0 0,0-1 0 0 0,0-1 0 0 0,-5-6 0 0 0,6 7-4 0 0,0-1 1 0 0,0 1 0 0 0,0-1 0 0 0,0 1 0 0 0,1-1 0 0 0,0 0 0 0 0,0 0 0 0 0,0 0-1 0 0,0 0 1 0 0,1-1 0 0 0,0 1 0 0 0,0 0 0 0 0,0-1 0 0 0,1 1 0 0 0,0 0 0 0 0,0-1 0 0 0,0 1-1 0 0,1 0 1 0 0,0-1 0 0 0,0 1 0 0 0,0 0 0 0 0,0 0 0 0 0,1-1 0 0 0,0 1 0 0 0,0 0-1 0 0,1 1 1 0 0,-1-1 0 0 0,1 0 0 0 0,5-6 0 0 0,-4 7-16 0 0,0 0-1 0 0,1 0 1 0 0,0 0 0 0 0,-1 1-1 0 0,1 0 1 0 0,1 0 0 0 0,-1 0 0 0 0,0 0-1 0 0,1 1 1 0 0,0 0 0 0 0,-1 0-1 0 0,1 1 1 0 0,0-1 0 0 0,0 1-1 0 0,0 0 1 0 0,0 1 0 0 0,0 0-1 0 0,0 0 1 0 0,8 1 0 0 0,9 2-834 0 0,0 1 1 0 0,-1 1 0 0 0,39 15 0 0 0,-15-5-2687 0 0,-29-9 1344 0 0</inkml:trace>
</inkml:ink>
</file>

<file path=ppt/ink/ink4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2:52:32.8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123 25 776 0 0,'-5'-11'1708'0'0,"0"-2"2360"0"0,4 13-4032 0 0,1 0 1 0 0,0 0-1 0 0,-1 0 0 0 0,1 0 0 0 0,0 0 1 0 0,-1 0-1 0 0,1 0 0 0 0,0 1 1 0 0,0-1-1 0 0,-1 0 0 0 0,1 0 1 0 0,0 0-1 0 0,0 0 0 0 0,-1 1 1 0 0,1-1-1 0 0,0 0 0 0 0,0 0 0 0 0,0 0 1 0 0,-1 1-1 0 0,1-1 0 0 0,0 0 1 0 0,0 0-1 0 0,0 1 0 0 0,0-1 1 0 0,-1 0-1 0 0,1 0 0 0 0,0 1 1 0 0,0-1-1 0 0,0 0 0 0 0,0 1 0 0 0,0-1 1 0 0,0 0-1 0 0,0 1 0 0 0,0-1 1 0 0,0 0-1 0 0,0 0 0 0 0,0 1 1 0 0,0-1-1 0 0,0 0 0 0 0,0 1 0 0 0,0-1 1 0 0,0 0-1 0 0,1 1 0 0 0,-15 139 2983 0 0,1 56-1431 0 0,7-79-905 0 0,3-79-523 0 0,2-6-135 0 0,-1 0 0 0 0,-2 0 0 0 0,-2 0 0 0 0,-8 31 0 0 0,12-58-571 0 0,-11 25-696 0 0,12-29 887 0 0,0 0 1 0 0,1 0-1 0 0,-1-1 0 0 0,1 1 1 0 0,-1 0-1 0 0,0-1 0 0 0,0 1 0 0 0,1 0 1 0 0,-1-1-1 0 0,0 1 0 0 0,0-1 1 0 0,0 0-1 0 0,0 1 0 0 0,1-1 0 0 0,-1 0 1 0 0,0 1-1 0 0,0-1 0 0 0,0 0 0 0 0,-2 0 1 0 0,-8 0-2372 0 0</inkml:trace>
</inkml:ink>
</file>

<file path=ppt/ink/ink4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2:52:33.1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64 200 0 0,'10'-9'564'0'0,"1"1"-24"0"0,1 1-56 0 0,1-2-108 0 0,5 4-8 0 0,-5-2-40 0 0,6 5-136 0 0,-3-5-192 0 0,1 4-248 0 0,0 1-224 0 0,1 0-504 0 0,-1-1 224 0 0</inkml:trace>
</inkml:ink>
</file>

<file path=ppt/ink/ink4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2:52:33.7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41 272 0 0,'7'-2'322'0'0,"1"1"-1"0"0,-1 0 1 0 0,0 0-1 0 0,1 0 1 0 0,-1 1-1 0 0,0 0 1 0 0,1 1-1 0 0,-1 0 1 0 0,0 0-1 0 0,1 0 1 0 0,-1 1-1 0 0,0 0 1 0 0,0 1-1 0 0,8 3 1 0 0,-13-5-275 0 0,0 0 0 0 0,1 0-1 0 0,-1 1 1 0 0,0-1 0 0 0,0 1 0 0 0,0-1 0 0 0,0 1 0 0 0,0 0-1 0 0,0 0 1 0 0,-1-1 0 0 0,1 2 0 0 0,-1-1 0 0 0,1 0 0 0 0,-1 0-1 0 0,1 0 1 0 0,-1 1 0 0 0,0-1 0 0 0,0 0 0 0 0,-1 1 0 0 0,1-1-1 0 0,0 1 1 0 0,-1-1 0 0 0,1 1 0 0 0,-1 0 0 0 0,0-1 0 0 0,0 1-1 0 0,0-1 1 0 0,0 1 0 0 0,0-1 0 0 0,-1 1 0 0 0,1 0 0 0 0,-1-1-1 0 0,0 1 1 0 0,1-1 0 0 0,-1 0 0 0 0,0 1 0 0 0,-1-1 0 0 0,1 0-1 0 0,0 1 1 0 0,-1-1 0 0 0,1 0 0 0 0,-3 2 0 0 0,-2 4 99 0 0,1-1 1 0 0,-1 0 0 0 0,-1 0 0 0 0,1-1 0 0 0,-1 0 0 0 0,0 0 0 0 0,-14 8-1 0 0,20-13 108 0 0,1-3-247 0 0,0 1 0 0 0,-1 0 0 0 0,1 0 0 0 0,0 0 0 0 0,0 0 0 0 0,0 0 0 0 0,0 0 0 0 0,0 0 0 0 0,0 0 0 0 0,0 0 0 0 0,0 0 0 0 0,0 0 0 0 0,1-1 0 0 0,-1 1 0 0 0,0 0 0 0 0,1 0 0 0 0,-1 0 0 0 0,1 0-1 0 0,-1 0 1 0 0,1 0 0 0 0,0 1 0 0 0,-1-1 0 0 0,1 0 0 0 0,0 0 0 0 0,1-1 0 0 0,25-23 89 0 0,-12 13-47 0 0,2-4-19 0 0,1 1 1 0 0,1 0-1 0 0,0 1 1 0 0,32-17 0 0 0,20-14 29 0 0,-71 45-60 0 0,1-1 0 0 0,-1 0 0 0 0,0 1-1 0 0,1-1 1 0 0,-1 1 0 0 0,1 0 0 0 0,-1-1-1 0 0,1 1 1 0 0,-1-1 0 0 0,1 1 0 0 0,-1 0 0 0 0,1-1-1 0 0,0 1 1 0 0,-1 0 0 0 0,1-1 0 0 0,-1 1 0 0 0,1 0-1 0 0,0 0 1 0 0,-1 0 0 0 0,1 0 0 0 0,0 0-1 0 0,-1-1 1 0 0,1 1 0 0 0,-1 0 0 0 0,1 0 0 0 0,0 1-1 0 0,-1-1 1 0 0,1 0 0 0 0,0 0 0 0 0,-1 0 0 0 0,1 0-1 0 0,0 0 1 0 0,-1 1 0 0 0,1-1 0 0 0,-1 0-1 0 0,1 1 1 0 0,-1-1 0 0 0,1 0 0 0 0,-1 1 0 0 0,1-1-1 0 0,-1 1 1 0 0,1-1 0 0 0,-1 1 0 0 0,1-1 0 0 0,-1 1-1 0 0,1-1 1 0 0,-1 2 0 0 0,5 38 31 0 0,-5-35-30 0 0,0 0-1 0 0,0 0 1 0 0,1 0-1 0 0,-1-1 1 0 0,1 1-1 0 0,0 0 1 0 0,0 0 0 0 0,3 5-1 0 0,-3-8-1 0 0,1 0 1 0 0,0 0-1 0 0,0 0 0 0 0,0 0 0 0 0,0 0 0 0 0,0 0 0 0 0,0 0 1 0 0,0-1-1 0 0,1 1 0 0 0,-1-1 0 0 0,0 1 0 0 0,1-1 1 0 0,0 0-1 0 0,-1 0 0 0 0,1 0 0 0 0,0 0 0 0 0,-1-1 0 0 0,1 1 1 0 0,0-1-1 0 0,0 0 0 0 0,-1 1 0 0 0,1-1 0 0 0,0-1 1 0 0,0 1-1 0 0,-1 0 0 0 0,1-1 0 0 0,0 1 0 0 0,0-1 0 0 0,-1 0 1 0 0,4-1-1 0 0,2-1-7 0 0,1 0 1 0 0,-1-1-1 0 0,1 0 1 0 0,-1-1-1 0 0,0 0 1 0 0,-1 0-1 0 0,11-9 1 0 0,7-21 233 0 0,-22 32 155 0 0,-4 14-138 0 0,-1 4-248 0 0,1-13-69 0 0,1-1 0 0 0,0 1 0 0 0,0 0 0 0 0,0-1 0 0 0,0 1 0 0 0,0-1 0 0 0,0 1 0 0 0,1 0 0 0 0,-1-1 0 0 0,0 1 1 0 0,1-1-1 0 0,0 1 0 0 0,-1-1 0 0 0,1 1 0 0 0,0-1 0 0 0,-1 1 0 0 0,1-1 0 0 0,0 0 0 0 0,0 0 0 0 0,0 1 0 0 0,2 0 0 0 0,-2-1-232 0 0,0 0-1 0 0,0 0 1 0 0,1 0 0 0 0,-1 0 0 0 0,1-1 0 0 0,-1 1-1 0 0,0-1 1 0 0,1 1 0 0 0,-1-1 0 0 0,1 1 0 0 0,-1-1-1 0 0,1 0 1 0 0,-1 0 0 0 0,3 0 0 0 0,4 0-1744 0 0</inkml:trace>
</inkml:ink>
</file>

<file path=ppt/ink/ink4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2:52:35.0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28 594 416 0 0,'0'0'687'0'0,"-3"2"-42"0"0,1-1-544 0 0,0 0-1 0 0,1 0 1 0 0,-1 0-1 0 0,0 1 1 0 0,1-1-1 0 0,-1 0 1 0 0,1 1-1 0 0,0-1 0 0 0,0 1 1 0 0,-1 0-1 0 0,1-1 1 0 0,0 1-1 0 0,0 0 1 0 0,0 0-1 0 0,1 0 1 0 0,-1 0-1 0 0,0-1 1 0 0,1 1-1 0 0,-1 0 1 0 0,1 0-1 0 0,0 0 1 0 0,0 0-1 0 0,0 0 1 0 0,0 0-1 0 0,0 1 1 0 0,0-1-1 0 0,0 0 1 0 0,0 0-1 0 0,1 0 1 0 0,-1-1-1 0 0,1 1 1 0 0,0 0-1 0 0,-1 0 1 0 0,1 0-1 0 0,0 0 0 0 0,0 0 1 0 0,0-1-1 0 0,1 1 1 0 0,-1 0-1 0 0,0-1 1 0 0,0 1-1 0 0,1-1 1 0 0,-1 0-1 0 0,1 1 1 0 0,0-1-1 0 0,-1 0 1 0 0,4 2-1 0 0,-2-1-61 0 0,0-1 0 0 0,-1 1 0 0 0,1-1-1 0 0,0 0 1 0 0,0 0 0 0 0,0 0 0 0 0,0 0 0 0 0,0 0-1 0 0,0-1 1 0 0,0 1 0 0 0,1-1 0 0 0,-1 0 0 0 0,0 0-1 0 0,0 0 1 0 0,0 0 0 0 0,0 0 0 0 0,0-1 0 0 0,5-1-1 0 0,-2 0-2 0 0,0 0 0 0 0,-1-1 0 0 0,1 0 0 0 0,0 0-1 0 0,-1-1 1 0 0,1 1 0 0 0,-1-1 0 0 0,7-8 0 0 0,2-2 1 0 0,-1-1 1 0 0,0 0-1 0 0,-2-1 1 0 0,20-35 0 0 0,-16 20-25 0 0,-1 0 1 0 0,-2 0 0 0 0,-1-1-1 0 0,-2-1 1 0 0,10-56-1 0 0,-11 18 256 0 0,1-117-1 0 0,-14 154 333 0 0,-1 35-268 0 0,-5 18-242 0 0,0 9-34 0 0,2 0-1 0 0,0 1 1 0 0,2 0-1 0 0,1 1 1 0 0,1 0-1 0 0,2-1 1 0 0,1 1-1 0 0,1 0 1 0 0,1 0-1 0 0,2 0 1 0 0,1 0 0 0 0,2 0-1 0 0,9 35 1 0 0,-11-55-53 0 0,0 0 0 0 0,1-1 0 0 0,0 0 0 0 0,1 0 1 0 0,0 0-1 0 0,0 0 0 0 0,1-1 0 0 0,0 0 0 0 0,0 0 1 0 0,1 0-1 0 0,14 12 0 0 0,-17-17-9 0 0,0 1 0 0 0,1-1-1 0 0,0-1 1 0 0,0 1 0 0 0,0-1 0 0 0,0 1 0 0 0,0-1 0 0 0,1-1-1 0 0,-1 1 1 0 0,1-1 0 0 0,-1 0 0 0 0,1 0 0 0 0,-1-1-1 0 0,1 1 1 0 0,-1-1 0 0 0,1-1 0 0 0,0 1 0 0 0,-1-1 0 0 0,1 0-1 0 0,-1 0 1 0 0,1 0 0 0 0,6-3 0 0 0,-2 0 1 0 0,-1 0 1 0 0,1-1-1 0 0,0 0 0 0 0,-1-1 1 0 0,0 0-1 0 0,-1 0 0 0 0,1-1 1 0 0,-1 0-1 0 0,0 0 0 0 0,-1-1 1 0 0,0 0-1 0 0,0 0 0 0 0,10-17 1 0 0,-1 3 155 0 0,6-12 806 0 0,-22 33-389 0 0,-1 39-314 0 0,1-33-252 0 0,0 0 1 0 0,1 0-1 0 0,0 0 1 0 0,0 0-1 0 0,0-1 1 0 0,0 1-1 0 0,1 0 1 0 0,0 0 0 0 0,0-1-1 0 0,0 1 1 0 0,0-1-1 0 0,1 1 1 0 0,0-1-1 0 0,0 0 1 0 0,0 0-1 0 0,0 0 1 0 0,1-1-1 0 0,-1 1 1 0 0,1-1-1 0 0,0 0 1 0 0,0 0-1 0 0,0 0 1 0 0,0 0-1 0 0,1-1 1 0 0,-1 0 0 0 0,1 0-1 0 0,0 0 1 0 0,-1 0-1 0 0,1-1 1 0 0,0 0-1 0 0,0 0 1 0 0,0 0-1 0 0,0 0 1 0 0,0-1-1 0 0,0 0 1 0 0,0 0-1 0 0,0 0 1 0 0,0-1-1 0 0,0 0 1 0 0,0 0-1 0 0,0 0 1 0 0,0 0-1 0 0,-1-1 1 0 0,1 0 0 0 0,0 0-1 0 0,-1 0 1 0 0,6-4-1 0 0,0 1-8 0 0,1-2 0 0 0,-1 0 1 0 0,-1 0-1 0 0,0 0 0 0 0,0-1 0 0 0,0-1 0 0 0,-1 1 0 0 0,0-2 0 0 0,0 1 1 0 0,8-15-1 0 0,-13 16 34 0 0,-3 7-25 0 0,0 1 1 0 0,0-1 0 0 0,0 1-1 0 0,0-1 1 0 0,0 1-1 0 0,0 0 1 0 0,1-1-1 0 0,-1 1 1 0 0,0 0-1 0 0,0-1 1 0 0,0 1 0 0 0,1-1-1 0 0,-1 1 1 0 0,0 0-1 0 0,0-1 1 0 0,1 1-1 0 0,-1 0 1 0 0,0 0 0 0 0,0-1-1 0 0,1 1 1 0 0,-1 0-1 0 0,0 0 1 0 0,1-1-1 0 0,-1 1 1 0 0,0 0 0 0 0,1 0-1 0 0,-1 0 1 0 0,1 0-1 0 0,-1-1 1 0 0,0 1-1 0 0,1 0 1 0 0,-1 0 0 0 0,1 0-1 0 0,-1 0 1 0 0,0 0-1 0 0,1 0 1 0 0,0 0-1 0 0,-3 4-1 0 0,0 0 0 0 0,1 0-1 0 0,-1 0 1 0 0,1 0-1 0 0,0 0 1 0 0,0 0 0 0 0,0 1-1 0 0,0 5 1 0 0,1-1 5 0 0,0 0-1 0 0,1 0 1 0 0,0 0 0 0 0,0 0-1 0 0,1 0 1 0 0,0-1 0 0 0,1 1-1 0 0,0-1 1 0 0,0 1 0 0 0,5 9-1 0 0,-6-11-3 0 0,2 1 2 0 0,19-6-8 0 0,-16-5 2 0 0,0 1 1 0 0,0-1 0 0 0,-1 0-1 0 0,1 0 1 0 0,-1-1-1 0 0,1 0 1 0 0,-1 0 0 0 0,0 0-1 0 0,-1-1 1 0 0,8-7-1 0 0,17-12-16 0 0,-5 5-19 0 0,-20 14 26 0 0,0 1 0 0 0,0 0-1 0 0,1 0 1 0 0,-1 1 0 0 0,1-1 0 0 0,9-3-1 0 0,-13 7 7 0 0,0-1-1 0 0,0 1 1 0 0,1-1-1 0 0,-1 1 1 0 0,0 0-1 0 0,0 0 1 0 0,1 0-1 0 0,-1 0 1 0 0,0 1-1 0 0,0-1 1 0 0,0 1-1 0 0,1-1 1 0 0,-1 1-1 0 0,0 0 1 0 0,0-1-1 0 0,0 1 1 0 0,0 0-1 0 0,0 1 1 0 0,0-1-1 0 0,0 0 1 0 0,-1 0-1 0 0,1 1 1 0 0,2 2-1 0 0,1 0 6 0 0,-1 0 0 0 0,1 0 0 0 0,0 0-1 0 0,-1-1 1 0 0,2 0 0 0 0,-1 0 0 0 0,0 0-1 0 0,0-1 1 0 0,1 0 0 0 0,0 0 0 0 0,-1 0 0 0 0,1-1-1 0 0,0 1 1 0 0,0-1 0 0 0,0-1 0 0 0,0 1-1 0 0,0-1 1 0 0,0 0 0 0 0,-1-1 0 0 0,1 1-1 0 0,0-1 1 0 0,0 0 0 0 0,0 0 0 0 0,0-1-1 0 0,-1 0 1 0 0,1 0 0 0 0,-1 0 0 0 0,1-1-1 0 0,-1 0 1 0 0,0 0 0 0 0,0 0 0 0 0,0-1-1 0 0,-1 1 1 0 0,1-1 0 0 0,-1 0 0 0 0,0-1-1 0 0,4-4 1 0 0,-2 2 236 0 0,-4 6 406 0 0,-3 4-606 0 0,0-1-1 0 0,0 0 0 0 0,1 1 1 0 0,-1-1-1 0 0,1 1 1 0 0,-1-1-1 0 0,1 0 0 0 0,0 1 1 0 0,0-1-1 0 0,0 4 1 0 0,1-4-58 0 0,-1 0 1 0 0,0-1 0 0 0,1 1 0 0 0,0-1 0 0 0,-1 1 0 0 0,1-1 0 0 0,0 1 0 0 0,0-1 0 0 0,0 0 0 0 0,0 1 0 0 0,0-1 0 0 0,0 0-1 0 0,0 0 1 0 0,0 0 0 0 0,0 1 0 0 0,1-1 0 0 0,-1 0 0 0 0,0-1 0 0 0,1 1 0 0 0,1 1 0 0 0,8 0-2423 0 0,0-5-3386 0 0,-5-2 3018 0 0</inkml:trace>
</inkml:ink>
</file>

<file path=ppt/ink/ink4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2:52:35.3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28 256 0 0,'0'0'1016'0'0,"1"-7"716"0"0,15 2-1000 0 0,-1 0-68 0 0,2 1-92 0 0,-1 1-164 0 0,9 1-211 0 0,2 2-153 0 0,11-2-325 0 0,-7 8-611 0 0,9-3-964 0 0,4-1 428 0 0</inkml:trace>
</inkml:ink>
</file>

<file path=ppt/ink/ink4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2:52:35.8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648 131 292 0 0,'1'-4'400'0'0,"1"-1"0"0"0,-1 1 0 0 0,0 0 0 0 0,-1 0 0 0 0,1-1 0 0 0,-1 1 1 0 0,0 0-1 0 0,0-1 0 0 0,0 1 0 0 0,0 0 0 0 0,-1-1 0 0 0,0 1 0 0 0,0 0 0 0 0,0 0 0 0 0,0 0 0 0 0,-1-1 0 0 0,1 1 0 0 0,-1 1 0 0 0,0-1 0 0 0,-4-6 1 0 0,2 7-286 0 0,0-1 1 0 0,0 1 0 0 0,0 0 0 0 0,0 0-1 0 0,0 0 1 0 0,-1 1 0 0 0,1-1 0 0 0,-1 1-1 0 0,0 0 1 0 0,1 0 0 0 0,-1 1 0 0 0,0 0-1 0 0,0-1 1 0 0,0 2 0 0 0,0-1-1 0 0,0 0 1 0 0,-8 1 0 0 0,-5-1 38 0 0,-1 1 0 0 0,1 1 0 0 0,-1 1 0 0 0,1 0 0 0 0,0 1 1 0 0,0 1-1 0 0,-27 10 0 0 0,38-12-114 0 0,1 1 0 0 0,-1 0 0 0 0,1 1 0 0 0,0-1 0 0 0,0 1 0 0 0,0 1 0 0 0,1-1 0 0 0,0 1 0 0 0,-1 0-1 0 0,2 0 1 0 0,-1 0 0 0 0,0 1 0 0 0,1 0 0 0 0,0-1 0 0 0,1 2 0 0 0,-1-1 0 0 0,1 0 0 0 0,0 1 0 0 0,1-1 0 0 0,0 1 0 0 0,0 0 0 0 0,-2 9 0 0 0,4-11-28 0 0,0-1-1 0 0,0 0 0 0 0,0 0 1 0 0,0 0-1 0 0,1 1 1 0 0,0-1-1 0 0,0 0 0 0 0,0 0 1 0 0,0 0-1 0 0,1 0 1 0 0,-1 0-1 0 0,1-1 1 0 0,0 1-1 0 0,0 0 0 0 0,1-1 1 0 0,-1 1-1 0 0,6 5 1 0 0,7 7 26 0 0,1 0 1 0 0,23 17 0 0 0,-6-4 10 0 0,-23-19-44 0 0,-1 0 1 0 0,-1 1 0 0 0,0 0-1 0 0,-1 1 1 0 0,0-1-1 0 0,0 2 1 0 0,-2-1 0 0 0,1 0-1 0 0,-2 1 1 0 0,1 0-1 0 0,-2 0 1 0 0,0 1-1 0 0,0-1 1 0 0,-1 1 0 0 0,-1-1-1 0 0,0 1 1 0 0,-1 0-1 0 0,-1-1 1 0 0,-2 18 0 0 0,-1-2 4 0 0,-2 1 0 0 0,-1-1 0 0 0,-1 0 0 0 0,-1-1 0 0 0,-2 0 0 0 0,0 0 0 0 0,-30 48 1 0 0,27-55-4 0 0,0 0 1 0 0,-2-2-1 0 0,0 0 1 0 0,-1 0 0 0 0,-39 31-1 0 0,45-42-4 0 0,1 0 0 0 0,-2 0 0 0 0,1-1 0 0 0,-1 0 0 0 0,0-1 0 0 0,0-1 0 0 0,-1 0 0 0 0,1 0 0 0 0,-1-1 0 0 0,0-1 0 0 0,-1 0 0 0 0,-24 2 0 0 0,36-5-59 0 0,-1 0-1 0 0,0 1 1 0 0,0-2-1 0 0,0 1 1 0 0,0 0-1 0 0,0 0 1 0 0,0-1-1 0 0,0 1 1 0 0,1-1-1 0 0,-1 0 1 0 0,0 0-1 0 0,0 0 1 0 0,1 0-1 0 0,-1-1 0 0 0,1 1 1 0 0,-1-1-1 0 0,1 0 1 0 0,-1 1-1 0 0,1-1 1 0 0,0 0-1 0 0,0 0 1 0 0,-3-4-1 0 0,4 2-339 0 0,-1 1-1 0 0,1-1 1 0 0,0 0 0 0 0,1 0-1 0 0,-1 1 1 0 0,1-1-1 0 0,0 0 1 0 0,0 0-1 0 0,0 0 1 0 0,0 1-1 0 0,0-1 1 0 0,1 0-1 0 0,0 0 1 0 0,0 1 0 0 0,0-1-1 0 0,0 0 1 0 0,2-3-1 0 0,6-18-2496 0 0</inkml:trace>
</inkml:ink>
</file>

<file path=ppt/ink/ink4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2:52:36.1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83 956 0 0,'1'0'40'0'0,"14"-3"809"0"0,1 0 1 0 0,-1 1 0 0 0,18 0 0 0 0,-28 2-638 0 0,-1 1 0 0 0,1-1 0 0 0,0 1 0 0 0,0 0 0 0 0,-1 0 0 0 0,1 0 0 0 0,-1 1 0 0 0,1-1 0 0 0,-1 1 0 0 0,0 0 0 0 0,0 1 0 0 0,0-1 0 0 0,0 1 0 0 0,6 5 0 0 0,-7-7-104 0 0,0 1 1 0 0,-1 1 0 0 0,1-1-1 0 0,-1 0 1 0 0,0 1-1 0 0,0-1 1 0 0,0 1 0 0 0,0-1-1 0 0,0 1 1 0 0,-1 0-1 0 0,1 0 1 0 0,-1 0 0 0 0,0 0-1 0 0,1 0 1 0 0,-2 0-1 0 0,1 0 1 0 0,0 0 0 0 0,0 1-1 0 0,-1-1 1 0 0,0 0-1 0 0,0 0 1 0 0,0 1 0 0 0,0-1-1 0 0,0 0 1 0 0,-1 0 0 0 0,1 1-1 0 0,-1-1 1 0 0,-1 4-1 0 0,2-6 314 0 0,-1-2-397 0 0,1 1 0 0 0,0 0 0 0 0,0 0 0 0 0,-1-1-1 0 0,1 1 1 0 0,0-1 0 0 0,0 1 0 0 0,0 0 0 0 0,0-1 0 0 0,-1 1 0 0 0,1 0 0 0 0,0-1 0 0 0,0 1 0 0 0,0-1 0 0 0,0 1 0 0 0,0 0 0 0 0,0-1 0 0 0,0 1 0 0 0,0 0 0 0 0,0-1 0 0 0,0 1 0 0 0,0-1 0 0 0,1 1 0 0 0,-1 0 0 0 0,0-1-1 0 0,0 1 1 0 0,0 0 0 0 0,0-1 0 0 0,0 1 0 0 0,1 0 0 0 0,-1-1 0 0 0,0 1 0 0 0,0 0 0 0 0,1-1 0 0 0,16-22 258 0 0,22-16-315 0 0,-11 16-897 0 0,42-26 0 0 0,2 11-5513 0 0,-60 34 4208 0 0</inkml:trace>
</inkml:ink>
</file>

<file path=ppt/ink/ink4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2:52:36.4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43 4 240 0 0,'14'-4'5593'0'0,"-22"6"-2443"0"0,5-1-3017 0 0,1 0 1 0 0,-1 0-1 0 0,0 0 1 0 0,0 0-1 0 0,1 1 1 0 0,-1-1-1 0 0,1 1 1 0 0,-1 0-1 0 0,1-1 1 0 0,0 1-1 0 0,0 0 1 0 0,-4 5-1 0 0,5-5-106 0 0,-1-1 0 0 0,1 1 0 0 0,0 0 0 0 0,0 0 0 0 0,0-1 0 0 0,0 1 0 0 0,0 0 0 0 0,0 0 0 0 0,1 0 0 0 0,-1 0 0 0 0,1 0 0 0 0,-1 0 0 0 0,1 0-1 0 0,0 1 1 0 0,0-1 0 0 0,0 0 0 0 0,0 0 0 0 0,0 0 0 0 0,0 0 0 0 0,1 0 0 0 0,-1 0 0 0 0,1 0 0 0 0,-1 0 0 0 0,1 0 0 0 0,1 3 0 0 0,0-2 11 0 0,1 0 0 0 0,0 0 0 0 0,-1 0 0 0 0,1-1 0 0 0,0 1 0 0 0,0-1 0 0 0,1 0 1 0 0,-1 0-1 0 0,0 0 0 0 0,1 0 0 0 0,-1 0 0 0 0,8 1 0 0 0,7 2-725 0 0,0 0-1 0 0,-1-2 0 0 0,2 0 1 0 0,35 1-1 0 0,-29-6-3518 0 0,-12 0 1800 0 0</inkml:trace>
</inkml:ink>
</file>

<file path=ppt/ink/ink4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2:52:37.0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40 112 0 0,'1'0'129'0'0,"0"-1"0"0"0,0 1 0 0 0,0-1 1 0 0,0 1-1 0 0,-1 0 0 0 0,1-1 0 0 0,0 1 0 0 0,0 0 0 0 0,0 0 0 0 0,0 0 0 0 0,0-1 0 0 0,0 1 1 0 0,0 0-1 0 0,-1 0 0 0 0,1 1 0 0 0,0-1 0 0 0,0 0 0 0 0,0 0 0 0 0,0 0 0 0 0,0 0 1 0 0,0 1-1 0 0,0-1 0 0 0,-1 1 0 0 0,1-1 0 0 0,0 0 0 0 0,0 1 0 0 0,0-1 0 0 0,-1 1 1 0 0,1 0-1 0 0,0-1 0 0 0,-1 1 0 0 0,1-1 0 0 0,0 1 0 0 0,-1 0 0 0 0,1 0 0 0 0,-1-1 1 0 0,1 1-1 0 0,-1 0 0 0 0,0 0 0 0 0,1 0 0 0 0,-1 0 0 0 0,0-1 0 0 0,1 1 0 0 0,-1 0 1 0 0,0 0-1 0 0,0 0 0 0 0,0 0 0 0 0,0 0 0 0 0,0 0 0 0 0,0 0 0 0 0,0 0 0 0 0,0-1 1 0 0,0 1-1 0 0,0 0 0 0 0,-1 0 0 0 0,1 1 0 0 0,-1 5 133 0 0,-1 0-1 0 0,0 0 1 0 0,0 0-1 0 0,0-1 1 0 0,-7 12-1 0 0,9-17-152 0 0,0-1-96 0 0,-1 0 0 0 0,1 0 0 0 0,0 0 0 0 0,0 0 0 0 0,-1 0 0 0 0,1 0 0 0 0,0 0 0 0 0,0 0 0 0 0,-1 0 1 0 0,1 0-1 0 0,0 0 0 0 0,0 0 0 0 0,-1-1 0 0 0,1 1 0 0 0,0 0 0 0 0,0 0 0 0 0,-1 0 0 0 0,1 0 0 0 0,0 0 1 0 0,0-1-1 0 0,0 1 0 0 0,-1 0 0 0 0,1 0 0 0 0,0 0 0 0 0,0 0 0 0 0,0-1 0 0 0,0 1 0 0 0,0 0 0 0 0,-1 0 1 0 0,1-1-1 0 0,0 1 0 0 0,0 0 0 0 0,0 0 0 0 0,0-1 0 0 0,0 1 0 0 0,0 0 0 0 0,0 0 0 0 0,0-1 0 0 0,0 1 1 0 0,0 0-1 0 0,0 0 0 0 0,0-1 0 0 0,0 1 0 0 0,0 0 0 0 0,0 0 0 0 0,0-1 0 0 0,0 1 0 0 0,0 0 0 0 0,0 0 1 0 0,0-1-1 0 0,0 1 0 0 0,1 0 0 0 0,-1 0 0 0 0,0 0 0 0 0,0-1 0 0 0,15-21 170 0 0,22-16-153 0 0,-30 32-22 0 0,0 1 1 0 0,0 0 0 0 0,1 0-1 0 0,-1 1 1 0 0,1 0 0 0 0,0 0 0 0 0,1 1-1 0 0,-1 0 1 0 0,12-3 0 0 0,-18 6-6 0 0,0-1 1 0 0,0 1 0 0 0,0-1 0 0 0,0 1-1 0 0,0 0 1 0 0,0 0 0 0 0,0 0 0 0 0,0 0-1 0 0,0 0 1 0 0,0 0 0 0 0,0 1-1 0 0,0-1 1 0 0,0 0 0 0 0,0 1 0 0 0,0 0-1 0 0,0-1 1 0 0,-1 1 0 0 0,1 0 0 0 0,0 0-1 0 0,0 0 1 0 0,-1 0 0 0 0,1 1 0 0 0,-1-1-1 0 0,1 0 1 0 0,-1 1 0 0 0,1-1-1 0 0,-1 1 1 0 0,0-1 0 0 0,0 1 0 0 0,1 0-1 0 0,-1-1 1 0 0,0 1 0 0 0,-1 0 0 0 0,1 0-1 0 0,0 0 1 0 0,0-1 0 0 0,-1 1-1 0 0,1 0 1 0 0,-1 0 0 0 0,0 0 0 0 0,0 0-1 0 0,0 0 1 0 0,1 0 0 0 0,-2 0 0 0 0,1 4-1 0 0,0-3 2 0 0,0 0-1 0 0,0 0 1 0 0,0 0-1 0 0,1 0 1 0 0,0 0-1 0 0,-1 0 1 0 0,1-1 0 0 0,0 1-1 0 0,2 4 1 0 0,-1-7-2 0 0,0 1 0 0 0,0-1 0 0 0,0 1 0 0 0,0-1 0 0 0,0 0 0 0 0,1 0 0 0 0,-1 0 1 0 0,0 0-1 0 0,0-1 0 0 0,0 1 0 0 0,0 0 0 0 0,3-2 0 0 0,1 1-4 0 0,79-26-25 0 0,-63 21 26 0 0,-18 4 0 0 0,0 0-1 0 0,0 1 1 0 0,0 0-1 0 0,0-1 1 0 0,0 2-1 0 0,1-1 1 0 0,-1 0-1 0 0,0 1 1 0 0,0 0 0 0 0,0 0-1 0 0,1 0 1 0 0,-1 0-1 0 0,0 1 1 0 0,0-1-1 0 0,0 1 1 0 0,0 0-1 0 0,0 0 1 0 0,0 1-1 0 0,0-1 1 0 0,0 1-1 0 0,5 3 1 0 0,-8-4 2 0 0,0 0 0 0 0,-1 0 0 0 0,1 0 0 0 0,0 1 0 0 0,-1-1 0 0 0,1 0-1 0 0,-1 0 1 0 0,1 1 0 0 0,-1-1 0 0 0,1 0 0 0 0,-1 1 0 0 0,0-1 0 0 0,0 0 0 0 0,0 1 0 0 0,0-1 0 0 0,0 0 0 0 0,0 1 0 0 0,0-1 0 0 0,0 0 0 0 0,0 1 0 0 0,-1-1-1 0 0,1 0 1 0 0,0 1 0 0 0,-1-1 0 0 0,1 0 0 0 0,-1 0 0 0 0,0 1 0 0 0,1-1 0 0 0,-1 0 0 0 0,0 0 0 0 0,-1 2 0 0 0,-14 19-1360 0 0,1-8-3483 0 0,9-9 2439 0 0</inkml:trace>
</inkml:ink>
</file>

<file path=ppt/ink/ink4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2:52:37.5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65 0 612 0 0,'1'22'3314'0'0,"-11"2"-1965"0"0,8-17-987 0 0,0 0 0 0 0,-1 0 0 0 0,0 0 1 0 0,0-1-1 0 0,-1 1 0 0 0,0-1 0 0 0,0 0 0 0 0,0 0 1 0 0,-10 10-1 0 0,1-5 1547 0 0,30-27-1507 0 0,33-26-375 0 0,-39 36 6 0 0,-4 0-8 0 0,1 1 1 0 0,1 0-1 0 0,-1 0 0 0 0,1 1 0 0 0,0 1 0 0 0,0-1 1 0 0,0 1-1 0 0,0 1 0 0 0,15-3 0 0 0,-22 5-21 0 0,-1 0 0 0 0,1 0 0 0 0,-1 0 0 0 0,0 1 0 0 0,1-1 0 0 0,-1 0 0 0 0,0 0 0 0 0,1 1 0 0 0,-1-1 0 0 0,0 1 0 0 0,0 0 0 0 0,1-1 0 0 0,-1 1 0 0 0,0 0 0 0 0,0-1 0 0 0,0 1 0 0 0,0 0 0 0 0,0 0 0 0 0,0 0 0 0 0,0 0 0 0 0,0 0-1 0 0,0 0 1 0 0,0 0 0 0 0,-1 1 0 0 0,2 0 0 0 0,7 33 50 0 0,-8-26-32 0 0,0-8-21 0 0,-1-1 0 0 0,0 1-1 0 0,0-1 1 0 0,0 0 0 0 0,0 1 0 0 0,1-1 0 0 0,-1 0-1 0 0,0 1 1 0 0,0-1 0 0 0,1 0 0 0 0,-1 1 0 0 0,0-1-1 0 0,1 0 1 0 0,-1 0 0 0 0,0 1 0 0 0,1-1 0 0 0,-1 0-1 0 0,0 0 1 0 0,1 0 0 0 0,-1 1 0 0 0,1-1 0 0 0,-1 0-1 0 0,0 0 1 0 0,1 0 0 0 0,-1 0 0 0 0,1 0 0 0 0,-1 0-1 0 0,1 0 1 0 0,-1 0 0 0 0,0 0 0 0 0,1 0 0 0 0,-1 0-1 0 0,1 0 1 0 0,-1 0 0 0 0,0 0 0 0 0,1 0 0 0 0,-1 0-1 0 0,1-1 1 0 0,-1 1 0 0 0,12-5 7 0 0,124-44-21 0 0,-135 49 9 0 0,0-1 0 0 0,0 1 0 0 0,-1 0-1 0 0,1 0 1 0 0,0-1 0 0 0,0 1 0 0 0,0 0-1 0 0,0 0 1 0 0,-1 0 0 0 0,1 0 0 0 0,0 0-1 0 0,0 0 1 0 0,0 0 0 0 0,0 0 0 0 0,0 0-1 0 0,-1 0 1 0 0,1 0 0 0 0,0 1 0 0 0,0-1 0 0 0,0 0-1 0 0,-1 1 1 0 0,1-1 0 0 0,0 0 0 0 0,0 1-1 0 0,-1-1 1 0 0,1 1 0 0 0,0-1 0 0 0,-1 1-1 0 0,1 0 1 0 0,-1-1 0 0 0,1 1 0 0 0,0 0-1 0 0,-1-1 1 0 0,1 1 0 0 0,-1 0 0 0 0,0-1-1 0 0,1 1 1 0 0,-1 0 0 0 0,0 0 0 0 0,1 0-1 0 0,-1-1 1 0 0,0 2 0 0 0,0 40-2978 0 0,-1-27-1232 0 0,1-8 1766 0 0</inkml:trace>
</inkml:ink>
</file>

<file path=ppt/ink/ink4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2:52:38.1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110 20 356 0 0,'0'0'1023'0'0,"-19"-19"6101"0"0,13 19-6904 0 0,1 1 0 0 0,0 0 0 0 0,-1 1 0 0 0,1-1 0 0 0,0 1 0 0 0,0 0 0 0 0,0 0 0 0 0,0 0 0 0 0,0 1 0 0 0,1 0 0 0 0,-1 0 0 0 0,1 0 0 0 0,0 1 0 0 0,0-1 0 0 0,0 1 0 0 0,0 0 0 0 0,-5 7 0 0 0,9-11-216 0 0,0 0 0 0 0,0 1 0 0 0,0-1 0 0 0,0 1 0 0 0,0-1 0 0 0,0 1 0 0 0,0-1 0 0 0,0 1 0 0 0,0-1 0 0 0,0 0-1 0 0,0 1 1 0 0,1-1 0 0 0,-1 1 0 0 0,0-1 0 0 0,0 1 0 0 0,0-1 0 0 0,0 0 0 0 0,1 1 0 0 0,-1-1 0 0 0,0 0 0 0 0,1 1 0 0 0,-1-1 0 0 0,0 0 0 0 0,1 1 0 0 0,-1-1 0 0 0,0 0 0 0 0,1 0-1 0 0,-1 1 1 0 0,0-1 0 0 0,1 0 0 0 0,-1 0 0 0 0,1 1 0 0 0,-1-1 0 0 0,0 0 0 0 0,1 0 0 0 0,-1 0 0 0 0,1 0 0 0 0,-1 0 0 0 0,1 0 0 0 0,-1 0 0 0 0,1 0 0 0 0,-1 0 0 0 0,0 0 0 0 0,2 0-1 0 0,30 4-261 0 0,-20-3 143 0 0,-8 0 90 0 0,0 0-1 0 0,0 0 1 0 0,0 0 0 0 0,0 1-1 0 0,-1 0 1 0 0,1 0 0 0 0,0 0-1 0 0,-1 0 1 0 0,0 0-1 0 0,1 1 1 0 0,-1-1 0 0 0,0 1-1 0 0,-1 0 1 0 0,1 0 0 0 0,0 0-1 0 0,-1 1 1 0 0,1-1-1 0 0,-1 0 1 0 0,3 8 0 0 0,-5-11 24 0 0,1 1 0 0 0,-1 0 0 0 0,1 0 0 0 0,-1-1 0 0 0,1 1 0 0 0,0 0 0 0 0,-1 0 0 0 0,1-1 0 0 0,0 1 0 0 0,-1-1 0 0 0,1 1 0 0 0,0-1 0 0 0,0 1 0 0 0,0-1 0 0 0,-1 1 0 0 0,1-1 0 0 0,0 0 0 0 0,0 1 0 0 0,0-1 0 0 0,0 0 0 0 0,0 0 0 0 0,0 0 0 0 0,-1 0 0 0 0,1 0 0 0 0,0 0 0 0 0,0 0 0 0 0,0 0 0 0 0,1 0 0 0 0,21-5-35 0 0,-22 5 34 0 0,72-28-44 0 0,-66 24 40 0 0,1-1 1 0 0,1 2-1 0 0,-1-1 0 0 0,1 1 1 0 0,-1 0-1 0 0,1 1 0 0 0,0 0 1 0 0,0 0-1 0 0,0 1 0 0 0,0 0 0 0 0,0 1 1 0 0,13 0-1 0 0,-20 1 19 0 0,0 0 1 0 0,0 0-1 0 0,0 0 0 0 0,0 1 0 0 0,-1-1 1 0 0,1 0-1 0 0,0 1 0 0 0,0-1 0 0 0,-1 1 1 0 0,1 0-1 0 0,-1-1 0 0 0,0 1 0 0 0,1 0 1 0 0,-1 0-1 0 0,0 0 0 0 0,0 0 0 0 0,0 0 1 0 0,1 4-1 0 0,17 22-1725 0 0,-18-27 1367 0 0,0 0 0 0 0,0 0 0 0 0,0-1 0 0 0,0 1 0 0 0,1 0-1 0 0,-1-1 1 0 0,0 1 0 0 0,1-1 0 0 0,-1 1 0 0 0,0-1 0 0 0,1 0 0 0 0,-1 1 0 0 0,1-1 0 0 0,1 0-1 0 0</inkml:trace>
</inkml:ink>
</file>

<file path=ppt/ink/ink4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2:52:43.8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613 68 360 0 0,'0'-3'169'0'0,"0"1"1"0"0,1-1-1 0 0,-1 1 0 0 0,0-1 0 0 0,0 1 1 0 0,-1-1-1 0 0,1 1 0 0 0,0 0 1 0 0,-1-1-1 0 0,0 1 0 0 0,1-1 0 0 0,-1 1 1 0 0,0 0-1 0 0,0 0 0 0 0,-1-1 1 0 0,1 1-1 0 0,0 0 0 0 0,-1 0 0 0 0,1 0 1 0 0,-1 0-1 0 0,1 1 0 0 0,-1-1 1 0 0,0 0-1 0 0,0 1 0 0 0,0-1 0 0 0,0 1 1 0 0,0-1-1 0 0,0 1 0 0 0,0 0 1 0 0,-1 0-1 0 0,1 0 0 0 0,0 0 0 0 0,-1 1 1 0 0,1-1-1 0 0,0 0 0 0 0,-1 1 1 0 0,1 0-1 0 0,-1 0 0 0 0,1 0 0 0 0,-1 0 1 0 0,1 0-1 0 0,-1 0 0 0 0,-2 1 0 0 0,-13 2-63 0 0,0 1-1 0 0,1 0 0 0 0,0 2 0 0 0,-32 14 0 0 0,29-12 270 0 0,-41 17 302 0 0,-86 47 0 0 0,125-58-468 0 0,0 0 0 0 0,1 0 0 0 0,1 2 0 0 0,1 1 0 0 0,0 1 0 0 0,-32 38 0 0 0,49-53-189 0 0,0-1 0 0 0,0 1 0 0 0,-1-1-1 0 0,2 1 1 0 0,-1 0 0 0 0,0 0 0 0 0,1 0 0 0 0,-1 0-1 0 0,1 0 1 0 0,0 0 0 0 0,0 1 0 0 0,0-1-1 0 0,0 0 1 0 0,1 1 0 0 0,-1-1 0 0 0,1 0-1 0 0,0 1 1 0 0,0-1 0 0 0,0 1 0 0 0,1-1-1 0 0,-1 0 1 0 0,1 1 0 0 0,-1-1 0 0 0,1 0 0 0 0,0 0-1 0 0,1 1 1 0 0,-1-1 0 0 0,0 0 0 0 0,1 0-1 0 0,0 0 1 0 0,0-1 0 0 0,0 1 0 0 0,0 0-1 0 0,0-1 1 0 0,0 1 0 0 0,1-1 0 0 0,-1 1-1 0 0,1-1 1 0 0,-1 0 0 0 0,1 0 0 0 0,6 2 0 0 0,3 3 5 0 0,0-1 1 0 0,0 0-1 0 0,1-1 1 0 0,-1 0 0 0 0,1-1-1 0 0,1-1 1 0 0,-1 0-1 0 0,0 0 1 0 0,18 0-1 0 0,12-3-25 0 0,0-2 0 0 0,-1-1 0 0 0,1-2 0 0 0,-1-2 0 0 0,0-2 0 0 0,55-20 0 0 0,-93 29-6 0 0,-1 0 0 0 0,1 0 0 0 0,-1 0 0 0 0,1 1 0 0 0,-1-1 0 0 0,0 1 0 0 0,1 0 0 0 0,-1 0 1 0 0,0 0-1 0 0,1 0 0 0 0,-1 0 0 0 0,0 1 0 0 0,0 0 0 0 0,0-1 0 0 0,3 4 0 0 0,27 10-53 0 0,-10-10 33 0 0,0-2 0 0 0,1 0 1 0 0,-1-1-1 0 0,1-2 0 0 0,-1 0 0 0 0,0-2 1 0 0,39-6-1 0 0,-61 8 24 0 0,0 0 1 0 0,1-1 0 0 0,-1 1 0 0 0,0 0-1 0 0,0 0 1 0 0,1-1 0 0 0,-1 1-1 0 0,0-1 1 0 0,0 1 0 0 0,0-1-1 0 0,0 0 1 0 0,0 1 0 0 0,1-1-1 0 0,-1 0 1 0 0,0 0 0 0 0,-1 0 0 0 0,1 0-1 0 0,0 0 1 0 0,0 0 0 0 0,0 0-1 0 0,0 0 1 0 0,-1 0 0 0 0,1 0-1 0 0,-1 0 1 0 0,1 0 0 0 0,-1-1-1 0 0,1 0 1 0 0,-1-1-1 0 0,0 1 0 0 0,0 0 1 0 0,-1 0-1 0 0,1 0 0 0 0,-1 0 0 0 0,1 0 0 0 0,-1 0 0 0 0,0 0 1 0 0,0 0-1 0 0,0 0 0 0 0,0 0 0 0 0,0 0 0 0 0,0 1 0 0 0,-3-4 1 0 0,-5-5 6 0 0,-1 0 1 0 0,0 0-1 0 0,-17-12 1 0 0,21 17-114 0 0,-1 1 1 0 0,1 0-1 0 0,-1 0 0 0 0,0 1 1 0 0,0 0-1 0 0,0 0 1 0 0,0 0-1 0 0,-1 1 0 0 0,-13-2 1 0 0,21 4-9 0 0,-1 0 0 0 0,1 0 0 0 0,0 0 0 0 0,-1 0 0 0 0,1 0 0 0 0,-1 0 0 0 0,1 0 0 0 0,-1 0 0 0 0,1 0 0 0 0,-1 1 0 0 0,1-1 0 0 0,-1 0 0 0 0,1 0 0 0 0,-1 0 0 0 0,1 1 1 0 0,0-1-1 0 0,-1 0 0 0 0,1 1 0 0 0,-1-1 0 0 0,1 0 0 0 0,0 1 0 0 0,-1-1 0 0 0,1 0 0 0 0,0 1 0 0 0,0-1 0 0 0,-1 1 0 0 0,1-1 0 0 0,0 0 0 0 0,0 1 0 0 0,-1 0 0 0 0</inkml:trace>
</inkml:ink>
</file>

<file path=ppt/ink/ink4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2:52:44.4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0 180 0 0,'3'2'6990'0'0,"4"5"-6871"0"0,-4-2 457 0 0,1 11 167 0 0,-3-6-419 0 0,1-1 0 0 0,1 1 1 0 0,-1-1-1 0 0,2 1 0 0 0,5 12 0 0 0,-8-21-300 0 0,0 1-1 0 0,0-1 1 0 0,0 1 0 0 0,0-1-1 0 0,0 1 1 0 0,0-1 0 0 0,0 0 0 0 0,1 0-1 0 0,-1 1 1 0 0,1-1 0 0 0,-1 0-1 0 0,1 0 1 0 0,-1 0 0 0 0,1-1 0 0 0,-1 1-1 0 0,1 0 1 0 0,0-1 0 0 0,-1 1-1 0 0,1-1 1 0 0,0 1 0 0 0,0-1 0 0 0,-1 0-1 0 0,1 1 1 0 0,0-1 0 0 0,0 0-1 0 0,-1 0 1 0 0,1-1 0 0 0,0 1 0 0 0,0 0-1 0 0,-1-1 1 0 0,1 1 0 0 0,0-1 0 0 0,0 1-1 0 0,-1-1 1 0 0,1 0 0 0 0,2-1-1 0 0,72-25 291 0 0,-76 27-311 0 0,0 0 0 0 0,1-1 0 0 0,-1 1 0 0 0,1 0 0 0 0,-1 0 0 0 0,0 0 0 0 0,1 0 0 0 0,-1 0 0 0 0,1 0 0 0 0,-1 0 0 0 0,1 0 0 0 0,-1 0 0 0 0,0 0 0 0 0,1 0 0 0 0,-1 0 0 0 0,1 0 0 0 0,-1 0 0 0 0,0 0 0 0 0,1 1 0 0 0,-1-1 0 0 0,1 0 0 0 0,-1 0 0 0 0,0 0 0 0 0,1 1 0 0 0,-1-1 1 0 0,0 0-1 0 0,1 0 0 0 0,-1 1 0 0 0,0-1 0 0 0,0 0 0 0 0,1 1 0 0 0,-1-1 0 0 0,1 1 0 0 0,2 16 14 0 0,-3-16-15 0 0,0 1 0 0 0,0 0-1 0 0,1-1 1 0 0,-1 1 0 0 0,0 0 0 0 0,1-1-1 0 0,-1 1 1 0 0,1 0 0 0 0,-1-1 0 0 0,1 1-1 0 0,0-1 1 0 0,-1 1 0 0 0,1-1-1 0 0,0 1 1 0 0,0-1 0 0 0,0 1 0 0 0,1-1-1 0 0,0 2 1 0 0,1-2 1 0 0,-1-1-1 0 0,0 1 1 0 0,1-1-1 0 0,-1 1 1 0 0,1-1-1 0 0,-1 0 1 0 0,0 1-1 0 0,1-1 1 0 0,-1-1-1 0 0,1 1 1 0 0,-1 0-1 0 0,0 0 1 0 0,1-1-1 0 0,-1 0 1 0 0,0 1-1 0 0,3-2 1 0 0,47-20 13 0 0,-22 9-16 0 0,-4 4-2 0 0,-14 3 0 0 0,1 1-1 0 0,-1 1 1 0 0,1 0-1 0 0,0 1 1 0 0,0 0-1 0 0,0 1 1 0 0,0 1-1 0 0,1 0 1 0 0,-1 0 0 0 0,16 2-1 0 0,-28 0 3 0 0,0-1-1 0 0,0 0 1 0 0,0 1-1 0 0,0-1 1 0 0,0 1-1 0 0,-1 0 1 0 0,1-1-1 0 0,0 1 1 0 0,0-1-1 0 0,-1 1 1 0 0,1 0-1 0 0,0 0 1 0 0,-1-1-1 0 0,1 1 1 0 0,-1 0-1 0 0,1 0 1 0 0,-1 0-1 0 0,1 0 1 0 0,-1 0-1 0 0,0 0 1 0 0,1-1-1 0 0,-1 1 1 0 0,0 0-1 0 0,0 0 1 0 0,0 0-1 0 0,1 0 1 0 0,-1 0-1 0 0,0 0 1 0 0,0 0-1 0 0,-1 0 1 0 0,1 0-1 0 0,0 0 1 0 0,0 0-1 0 0,0 0 1 0 0,-1 0-1 0 0,1 0 1 0 0,0 0-1 0 0,-1 0 1 0 0,1 0-1 0 0,-1 0 1 0 0,0 1-1 0 0,-1 1 0 0 0,1 1 0 0 0,-1-1 0 0 0,1 0-1 0 0,-1 0 1 0 0,0 1 0 0 0,-1-1 0 0 0,1 0-1 0 0,0-1 1 0 0,-5 5 0 0 0,6-7-55 0 0,6 2-133 0 0,0 0-1 0 0,0-1 1 0 0,1 0-1 0 0,-1-1 1 0 0,0 1-1 0 0,0-1 0 0 0,1 0 1 0 0,8-1-1 0 0,25-7-5815 0 0</inkml:trace>
</inkml:ink>
</file>

<file path=ppt/ink/ink4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2:52:45.0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 23 400 0 0,'-9'-9'4945'0'0,"14"3"-1127"0"0,19 0-367 0 0,-18 4-3749 0 0,-5 2 606 0 0,2 1-291 0 0,0-1-1 0 0,0 1 0 0 0,0 0 0 0 0,0-1 0 0 0,0 2 0 0 0,0-1 1 0 0,0 0-1 0 0,0 0 0 0 0,0 1 0 0 0,-1 0 0 0 0,1-1 0 0 0,-1 1 1 0 0,1 0-1 0 0,-1 0 0 0 0,0 1 0 0 0,0-1 0 0 0,0 0 0 0 0,0 1 1 0 0,0-1-1 0 0,0 1 0 0 0,-1 0 0 0 0,1-1 0 0 0,1 6 0 0 0,5 9-14 0 0,-2 1-1 0 0,10 33 1 0 0,-8-23 58 0 0,-4-14-12 0 0,0 0 0 0 0,-1 1 0 0 0,0 0 0 0 0,0 26 0 0 0,-3-40-27 0 0,-21-20-4637 0 0,15 10 813 0 0,5-1 1036 0 0</inkml:trace>
</inkml:ink>
</file>

<file path=ppt/ink/ink4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2:52:45.4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31 796 0 0,'0'0'860'0'0,"0"-8"-12"0"0,0 2 748 0 0,0 0-900 0 0,0 0 1569 0 0,2 1-2165 0 0,4 19-1056 0 0,-2-9-81 0 0,0 0-1119 0 0,1 2 496 0 0</inkml:trace>
</inkml:ink>
</file>

<file path=ppt/ink/ink4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2:52:45.7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146 192 688 0 0,'-20'16'4466'0'0,"18"-9"-4174"0"0,0 1 0 0 0,1-1 0 0 0,0 1-1 0 0,0 0 1 0 0,1-1 0 0 0,0 1-1 0 0,1-1 1 0 0,-1 1 0 0 0,1 0 0 0 0,1-1-1 0 0,2 10 1 0 0,5 45 642 0 0,-9-58-874 0 0,0 0 0 0 0,-1 0 0 0 0,1 0 0 0 0,-1 0 0 0 0,0 0 0 0 0,0 0-1 0 0,0 0 1 0 0,0-1 0 0 0,0 1 0 0 0,-1 0 0 0 0,0-1 0 0 0,0 1 0 0 0,-2 3 0 0 0,0-4-55 0 0,0 1 1 0 0,0 0 0 0 0,0-1-1 0 0,-1 0 1 0 0,1 0 0 0 0,-1 0 0 0 0,0 0-1 0 0,0-1 1 0 0,0 0 0 0 0,0 0-1 0 0,0 0 1 0 0,0-1 0 0 0,-1 0-1 0 0,1 0 1 0 0,0 0 0 0 0,-1 0 0 0 0,1-1-1 0 0,-1 0 1 0 0,-7-1 0 0 0,12 1-53 0 0,1 0 1 0 0,-1 0-1 0 0,0 0 1 0 0,1 0-1 0 0,-1-1 1 0 0,1 1-1 0 0,-1 0 1 0 0,1 0-1 0 0,-1-1 1 0 0,1 1-1 0 0,-1 0 1 0 0,1-1-1 0 0,-1 1 1 0 0,1-1-1 0 0,-1 1 1 0 0,1 0-1 0 0,-1-1 1 0 0,1 1-1 0 0,0-1 1 0 0,-1 1-1 0 0,1-1 1 0 0,0 0-1 0 0,-1 1 1 0 0,1-1-1 0 0,0 1 1 0 0,0-1-1 0 0,0 1 1 0 0,-1-1-1 0 0,1 0 1 0 0,0 1-1 0 0,0-1 1 0 0,0 0-1 0 0,0 1 1 0 0,0-1-1 0 0,0 1 1 0 0,0-1-1 0 0,0 0 1 0 0,1 1-1 0 0,-1-1 1 0 0,0 1-1 0 0,0-1 1 0 0,0 0-1 0 0,1 1 1 0 0,-1-1-1 0 0,0 1 1 0 0,0-1-1 0 0,1 0 1 0 0,16-31-3294 0 0,-15 29 2290 0 0,11-17-1158 0 0</inkml:trace>
  <inkml:trace contextRef="#ctx0" brushRef="#br0" timeOffset="1">398 14 904 0 0,'10'-7'2231'0'0,"4"0"2301"0"0,-13 8-4458 0 0,-1 0 0 0 0,1-1 0 0 0,-1 1 0 0 0,0 0 0 0 0,1 0 1 0 0,-1-1-1 0 0,0 1 0 0 0,1 0 0 0 0,-1 0 0 0 0,0 0 0 0 0,0-1 0 0 0,0 1 0 0 0,0 0 0 0 0,0 0 0 0 0,0 0 1 0 0,0-1-1 0 0,0 1 0 0 0,0 0 0 0 0,0 0 0 0 0,0 0 0 0 0,0 0 0 0 0,0-1 0 0 0,-1 1 0 0 0,1 0 0 0 0,-1 1 1 0 0,-8 54 1342 0 0,3 1 0 0 0,2 1 0 0 0,4 69 1 0 0,0-117-1578 0 0,0 0 1 0 0,-1 0-1 0 0,0 0 1 0 0,-1 0-1 0 0,0 0 1 0 0,-5 12-1 0 0,-15 29-8391 0 0,17-44 5404 0 0</inkml:trace>
</inkml:ink>
</file>

<file path=ppt/ink/ink4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2:52:46.0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74 452 0 0,'13'-6'694'0'0,"1"0"0"0"0,-1 0 0 0 0,1 1 0 0 0,14-3-1 0 0,-16 5-165 0 0,0 0 0 0 0,0-1 0 0 0,-1-1-1 0 0,1 0 1 0 0,19-12 0 0 0,-18 12 1543 0 0,-17 18-639 0 0,-3 8-1360 0 0,2 48 322 0 0,5-55-220 0 0,0 1 1 0 0,-1 0-1 0 0,-4 17 1 0 0,4-29-394 0 0,0 1 1 0 0,0-1 0 0 0,0 1-1 0 0,-1-1 1 0 0,1 1 0 0 0,-1-1 0 0 0,0 0-1 0 0,0 1 1 0 0,0-1 0 0 0,0 0-1 0 0,0-1 1 0 0,-1 1 0 0 0,1 0-1 0 0,-1-1 1 0 0,0 1 0 0 0,-6 3-1 0 0,-5-5-5636 0 0</inkml:trace>
</inkml:ink>
</file>

<file path=ppt/ink/ink4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2:52:46.5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26 156 652 0 0,'7'-25'5571'0'0,"-7"24"-5444"0"0,0 1-1 0 0,1-1 1 0 0,-1 1 0 0 0,0-1-1 0 0,0 0 1 0 0,0 1-1 0 0,0-1 1 0 0,1 1 0 0 0,-1-1-1 0 0,0 0 1 0 0,0 1 0 0 0,0-1-1 0 0,0 1 1 0 0,0-1-1 0 0,0 0 1 0 0,-1 1 0 0 0,1-1-1 0 0,0 1 1 0 0,0-1-1 0 0,0 1 1 0 0,-1-1 0 0 0,1 1-1 0 0,0-1 1 0 0,0 1-1 0 0,-1-1 1 0 0,1 1 0 0 0,0-1-1 0 0,-1 1 1 0 0,1-1-1 0 0,-1 1 1 0 0,1-1 0 0 0,-1 1-1 0 0,1 0 1 0 0,-1-1 0 0 0,1 1-1 0 0,-2-1 1387 0 0,-21 27-157 0 0,23-25-1336 0 0,0 0 0 0 0,0 1-1 0 0,0-1 1 0 0,0 0 0 0 0,0 0 0 0 0,0 1 0 0 0,0-1 0 0 0,0 0-1 0 0,0 0 1 0 0,1 0 0 0 0,-1 1 0 0 0,0-1 0 0 0,1 0 0 0 0,-1 0-1 0 0,1 0 1 0 0,-1 0 0 0 0,1 0 0 0 0,0 0 0 0 0,-1 0 0 0 0,1 0-1 0 0,0 0 1 0 0,0 0 0 0 0,0 0 0 0 0,0 0 0 0 0,0 0 0 0 0,1 0-1 0 0,1 1-20 0 0,0-1 1 0 0,0 1-1 0 0,1-1 0 0 0,-1 0 0 0 0,0-1 0 0 0,0 1 1 0 0,1 0-1 0 0,-1-1 0 0 0,7 0 0 0 0,3 0-51 0 0,-1-1 0 0 0,1-1 0 0 0,0 0 0 0 0,16-5 0 0 0,1-5 30 0 0,0-1 0 0 0,-2-1 0 0 0,1-2 0 0 0,-2 0 0 0 0,0-2 0 0 0,-2-1 0 0 0,31-29 0 0 0,-56 48 25 0 0,1-1 0 0 0,-1 0 1 0 0,1 1-1 0 0,-1-1 0 0 0,1 1 1 0 0,0-1-1 0 0,-1 1 0 0 0,1-1 1 0 0,0 1-1 0 0,-1-1 0 0 0,1 1 1 0 0,0 0-1 0 0,0-1 0 0 0,-1 1 1 0 0,1 0-1 0 0,0 0 0 0 0,0 0 1 0 0,0-1-1 0 0,0 1 0 0 0,-1 0 1 0 0,1 0-1 0 0,0 0 0 0 0,0 0 1 0 0,0 0-1 0 0,-1 1 0 0 0,1-1 1 0 0,0 0-1 0 0,0 0 0 0 0,1 1 1 0 0,-1 0-1 0 0,0 0-1 0 0,0 0 1 0 0,0 1 0 0 0,0-1 0 0 0,0 0 0 0 0,0 1 0 0 0,0-1 0 0 0,0 0-1 0 0,0 1 1 0 0,-1-1 0 0 0,1 1 0 0 0,-1 0 0 0 0,1 2 0 0 0,7 65 20 0 0,-8-58-4 0 0,1 26-1 0 0,-2 0 0 0 0,-2 0 1 0 0,-1 0-1 0 0,-1 0 0 0 0,-3-1 1 0 0,-1 0-1 0 0,-1 0 0 0 0,-2-1 1 0 0,-22 45-1 0 0,-4-5 24 0 0,-2-2-1 0 0,-4-1 1 0 0,-57 69 0 0 0,87-122 105 0 0,-1 0 0 0 0,0-2 0 0 0,-1 0 0 0 0,-35 28 1 0 0,51-45-121 0 0,0 0-1 0 0,0 1 1 0 0,0-1 0 0 0,-1 0 0 0 0,1 0-1 0 0,0 1 1 0 0,0-1 0 0 0,-1 0 0 0 0,1 0 0 0 0,0 0-1 0 0,0 0 1 0 0,-1 0 0 0 0,1 1 0 0 0,0-1 0 0 0,0 0-1 0 0,-1 0 1 0 0,1 0 0 0 0,0 0 0 0 0,-1 0 0 0 0,1 0-1 0 0,0 0 1 0 0,-1 0 0 0 0,1 0 0 0 0,0 0 0 0 0,0 0-1 0 0,-1 0 1 0 0,1 0 0 0 0,0 0 0 0 0,-1 0 0 0 0,1-1-1 0 0,0 1 1 0 0,0 0 0 0 0,-1 0 0 0 0,1 0 0 0 0,0 0-1 0 0,0 0 1 0 0,-1-1 0 0 0,0-12 239 0 0,10-18-111 0 0,8-3-104 0 0,1 1 0 0 0,2 0 0 0 0,1 2 1 0 0,2 1-1 0 0,0 0 0 0 0,3 2 0 0 0,31-29 0 0 0,-16 22-666 0 0,0 1 0 0 0,2 3 1 0 0,2 2-1 0 0,70-36 0 0 0,-67 44-2448 0 0,74-20 0 0 0,-97 33 1649 0 0,48-15-2101 0 0</inkml:trace>
</inkml:ink>
</file>

<file path=ppt/ink/ink4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2:52:47.8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441 33 100 0 0,'11'-27'5912'0'0,"-11"27"-5828"0"0,0 0 1 0 0,0-1 0 0 0,0 1-1 0 0,0 0 1 0 0,0 0-1 0 0,-1-1 1 0 0,1 1 0 0 0,0 0-1 0 0,0 0 1 0 0,0-1 0 0 0,0 1-1 0 0,0 0 1 0 0,-1 0-1 0 0,1 0 1 0 0,0-1 0 0 0,0 1-1 0 0,0 0 1 0 0,0 0 0 0 0,-1 0-1 0 0,1 0 1 0 0,0-1-1 0 0,0 1 1 0 0,-1 0 0 0 0,1 0-1 0 0,0 0 1 0 0,0 0-1 0 0,-1 0 1 0 0,1 0 0 0 0,0 0-1 0 0,0 0 1 0 0,-1 0 0 0 0,1 0-1 0 0,0 0 1 0 0,0 0-1 0 0,-1 0 1 0 0,1 0 0 0 0,0 0-1 0 0,0 0 1 0 0,-1 0 0 0 0,1 0-1 0 0,0 0 1 0 0,0 0-1 0 0,-1 0 1 0 0,1 0 0 0 0,-1 1-1 0 0,-45 24 2294 0 0,41-22-2566 0 0,-59 38 846 0 0,1 3-1 0 0,3 3 1 0 0,-68 66-1 0 0,112-97-552 0 0,9-9-37 0 0,-1 0-1 0 0,1 1 1 0 0,0-1-1 0 0,1 1 1 0 0,0 1-1 0 0,0 0 1 0 0,-7 14-1 0 0,13-21-61 0 0,0-1-1 0 0,0 0 1 0 0,0 0-1 0 0,0 1 1 0 0,0-1-1 0 0,1 0 1 0 0,-1 0-1 0 0,0 0 1 0 0,1 0-1 0 0,-1 1 0 0 0,0-1 1 0 0,1 0-1 0 0,0 0 1 0 0,-1 0-1 0 0,1 0 1 0 0,0 0-1 0 0,-1 0 1 0 0,1 0-1 0 0,0 0 1 0 0,0 0-1 0 0,0-1 0 0 0,0 1 1 0 0,0 0-1 0 0,0 0 1 0 0,0-1-1 0 0,0 1 1 0 0,0 0-1 0 0,0-1 1 0 0,0 0-1 0 0,0 1 1 0 0,0-1-1 0 0,0 1 0 0 0,1-1 1 0 0,-1 0-1 0 0,0 0 1 0 0,0 0-1 0 0,2 0 1 0 0,48 8 64 0 0,230-4-119 0 0,-158-6-2096 0 0,-122 2 2050 0 0,1 0-1 0 0,0 0 0 0 0,0 0 1 0 0,0 0-1 0 0,-1 0 0 0 0,1-1 1 0 0,0 1-1 0 0,0-1 0 0 0,-1 1 1 0 0,1-1-1 0 0,0 1 0 0 0,-1-1 1 0 0,1 0-1 0 0,-1 0 0 0 0,1 0 1 0 0,-1 0-1 0 0,1 0 0 0 0,-1 0 1 0 0,0 0-1 0 0,0-1 0 0 0,1 1 1 0 0,-1 0-1 0 0,0-1 0 0 0,0 1 1 0 0,0-1-1 0 0,0 1 0 0 0,-1-1 1 0 0,1 0-1 0 0,0 1 0 0 0,-1-1 1 0 0,1 0-1 0 0,-1 1 1 0 0,1-1-1 0 0,-1 0 0 0 0,0-2 1 0 0,1-1 97 0 0,-1 0 1 0 0,0 0 0 0 0,-1 0-1 0 0,1 0 1 0 0,-1 0 0 0 0,0 0 0 0 0,-1 0-1 0 0,1 0 1 0 0,-1 0 0 0 0,0 1 0 0 0,-2-5-1 0 0,-2-8 1606 0 0,4 11-203 0 0,-6 18-1017 0 0,-73 155 762 0 0,-50 75-94 0 0,49-113-3577 0 0,-7-5-4096 0 0,59-85 2954 0 0</inkml:trace>
</inkml:ink>
</file>

<file path=ppt/ink/ink4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2:52:50.5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486 93 660 0 0,'13'-42'4338'0'0,"-12"40"-4132"0"0,0-1-1 0 0,0 1 0 0 0,-1 0 0 0 0,1 0 0 0 0,-1 0 0 0 0,1 0 0 0 0,-1 0 0 0 0,0-1 1 0 0,0 1-1 0 0,0 0 0 0 0,0 0 0 0 0,0-1 0 0 0,-1 1 0 0 0,1 0 0 0 0,-1 0 1 0 0,0-3-1 0 0,0 4-126 0 0,0 0 0 0 0,1 0 0 0 0,-1 1 0 0 0,0-1 0 0 0,0 0 0 0 0,0 0 0 0 0,0 1 0 0 0,0-1 0 0 0,0 1 0 0 0,1-1 0 0 0,-1 1 0 0 0,-1-1 0 0 0,1 1 0 0 0,0-1 0 0 0,0 1 0 0 0,0 0 0 0 0,0 0 0 0 0,0-1 1 0 0,0 1-1 0 0,0 0 0 0 0,0 0 0 0 0,-2 0 0 0 0,-8 2 63 0 0,1 0 0 0 0,0 0 1 0 0,0 1-1 0 0,0 0 0 0 0,-14 6 1 0 0,-23 11 249 0 0,1 1 1 0 0,-86 55 0 0 0,116-65-309 0 0,1 0-1 0 0,0 1 1 0 0,1 0 0 0 0,0 1 0 0 0,1 1 0 0 0,0 0 0 0 0,1 1 0 0 0,1 0 0 0 0,1 1 0 0 0,0 1 0 0 0,-11 23 0 0 0,18-34-65 0 0,1 0 0 0 0,0 0 0 0 0,1 0 0 0 0,-1 0 0 0 0,1 1 0 0 0,0-1 0 0 0,1 0 0 0 0,-1 0 1 0 0,1 1-1 0 0,1-1 0 0 0,-1 0 0 0 0,1 0 0 0 0,0 1 0 0 0,0-1 0 0 0,1 0 0 0 0,0 0 1 0 0,0 0-1 0 0,0-1 0 0 0,1 1 0 0 0,0 0 0 0 0,0-1 0 0 0,0 1 0 0 0,1-1 0 0 0,0 0 0 0 0,0 0 1 0 0,0-1-1 0 0,9 8 0 0 0,-2-3-4 0 0,0-1 1 0 0,1 0-1 0 0,0 0 0 0 0,0-2 1 0 0,0 1-1 0 0,1-2 1 0 0,0 0-1 0 0,0 0 0 0 0,1-1 1 0 0,-1-1-1 0 0,20 3 1 0 0,-3-3-20 0 0,0-2 1 0 0,-1 0-1 0 0,1-2 1 0 0,0-1-1 0 0,0-2 1 0 0,-1-1-1 0 0,0-1 1 0 0,0-1-1 0 0,0-2 1 0 0,-1-1-1 0 0,0-1 1 0 0,-1-1 0 0 0,0-1-1 0 0,25-18 1 0 0,-49 29-5 0 0,-1 0 1 0 0,1 1 0 0 0,-1-1 0 0 0,0 0-1 0 0,0 0 1 0 0,0 0 0 0 0,0 0 0 0 0,0-1 0 0 0,0 1-1 0 0,-1 0 1 0 0,1-1 0 0 0,1-4 0 0 0,-3 7 6 0 0,0 1 1 0 0,-1-1-1 0 0,1 1 0 0 0,0-1 1 0 0,-1 0-1 0 0,1 1 1 0 0,-1-1-1 0 0,1 0 1 0 0,0 1-1 0 0,-1-1 1 0 0,1 0-1 0 0,-1 1 0 0 0,1-1 1 0 0,-1 0-1 0 0,1 0 1 0 0,-1 0-1 0 0,1 1 1 0 0,-1-1-1 0 0,1 0 1 0 0,-1 0-1 0 0,0 0 0 0 0,1 0 1 0 0,-1 0-1 0 0,0 0 1 0 0,0 0-1 0 0,0 0-1 0 0,1 0 1 0 0,-1 0 0 0 0,0 0-1 0 0,0 0 1 0 0,0 0 0 0 0,1 0 0 0 0,-1 1-1 0 0,0-1 1 0 0,0 0 0 0 0,1 1-1 0 0,-1-1 1 0 0,0 0 0 0 0,1 1 0 0 0,-1-1-1 0 0,0 1 1 0 0,1-1 0 0 0,-1 1-1 0 0,1-1 1 0 0,-1 1 0 0 0,1-1 0 0 0,-2 2-1 0 0,1 0-14 0 0,0-1-1 0 0,0 1 1 0 0,0 0 0 0 0,0 0-1 0 0,0-1 1 0 0,1 1-1 0 0,-1 0 1 0 0,0 0-1 0 0,1 0 1 0 0,-1 0 0 0 0,1 0-1 0 0,0 0 1 0 0,0 0-1 0 0,0 0 1 0 0,0 0-1 0 0,0 0 1 0 0,0 0 0 0 0,0 0-1 0 0,1 0 1 0 0,-1 0-1 0 0,1 0 1 0 0,0 0 0 0 0,-1 0-1 0 0,2 2 1 0 0,0-1-27 0 0,1 0 0 0 0,-1 1 0 0 0,1-1 0 0 0,0 0 0 0 0,0 0 1 0 0,0-1-1 0 0,1 1 0 0 0,-1-1 0 0 0,0 1 0 0 0,1-1 0 0 0,5 2 0 0 0,4 2-89 0 0,0-1-1 0 0,1 0 0 0 0,0-1 0 0 0,0 0 1 0 0,0-2-1 0 0,16 2 0 0 0,-18-3 61 0 0,-1-1 0 0 0,0 0-1 0 0,1-1 1 0 0,-1 0 0 0 0,0-1 0 0 0,1 0 0 0 0,-1-1-1 0 0,0 0 1 0 0,11-5 0 0 0,-21 8 64 0 0,1-1 0 0 0,-1 0 0 0 0,1 0 0 0 0,-1 0 0 0 0,1 0 0 0 0,-1 0 0 0 0,0 0 0 0 0,1 0 0 0 0,-1 0 0 0 0,0 0 0 0 0,0-1 0 0 0,0 1 0 0 0,0-1 0 0 0,0 1 0 0 0,0 0 0 0 0,0-1 0 0 0,-1 1 0 0 0,1-1 0 0 0,0 0 0 0 0,-1 1 0 0 0,1-1 0 0 0,-1 0 0 0 0,0 1 0 0 0,0-1 0 0 0,1 0 0 0 0,-1 1 0 0 0,0-1 1 0 0,0 0-1 0 0,-1 0 0 0 0,1 1 0 0 0,0-1 0 0 0,0 0 0 0 0,-1 1 0 0 0,1-1 0 0 0,-1 1 0 0 0,0-1 0 0 0,1 0 0 0 0,-1 1 0 0 0,0-1 0 0 0,-1-1 0 0 0,-1-3 4 0 0,-1 1 0 0 0,1-1 1 0 0,-1 1-1 0 0,0 0 0 0 0,-1 0 0 0 0,1 1 1 0 0,-1-1-1 0 0,0 1 0 0 0,-6-5 0 0 0,-4 1 31 0 0,1 1-1 0 0,-1-1 0 0 0,0 2 1 0 0,-22-6-1 0 0,33 10-106 0 0,-1 1 1 0 0,-1 0-1 0 0,1 0 1 0 0,0 0-1 0 0,0 1 0 0 0,0-1 1 0 0,0 1-1 0 0,0 0 0 0 0,-1 1 1 0 0,1-1-1 0 0,0 1 1 0 0,0 0-1 0 0,0 1 0 0 0,0-1 1 0 0,0 1-1 0 0,1 0 1 0 0,-9 4-1 0 0,-12 21-5490 0 0,21-20 3285 0 0</inkml:trace>
</inkml:ink>
</file>

<file path=ppt/ink/ink4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2:52:51.7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91 436 0 0,'5'-1'341'0'0,"-1"0"0"0"0,1 0 0 0 0,0 0 0 0 0,-1 0 0 0 0,1 1 0 0 0,0 0 0 0 0,0 0-1 0 0,0 0 1 0 0,-1 0 0 0 0,1 1 0 0 0,0 0 0 0 0,-1 0 0 0 0,1 0 0 0 0,0 1 0 0 0,-1-1 0 0 0,0 1 0 0 0,1 0 0 0 0,-1 1 0 0 0,0-1 0 0 0,0 1 0 0 0,6 4-1 0 0,-8-6-274 0 0,0 1 0 0 0,-1 0 0 0 0,1 0-1 0 0,0 0 1 0 0,-1 0 0 0 0,1 1-1 0 0,-1-1 1 0 0,1 0 0 0 0,-1 1-1 0 0,0-1 1 0 0,0 1 0 0 0,0-1-1 0 0,-1 1 1 0 0,1-1 0 0 0,0 1 0 0 0,-1-1-1 0 0,0 1 1 0 0,1 0 0 0 0,-1-1-1 0 0,0 1 1 0 0,-1 0 0 0 0,1-1-1 0 0,0 1 1 0 0,-1 0 0 0 0,1-1 0 0 0,-1 1-1 0 0,0-1 1 0 0,0 1 0 0 0,0-1-1 0 0,0 1 1 0 0,0-1 0 0 0,-1 0-1 0 0,1 0 1 0 0,-1 1 0 0 0,1-1 0 0 0,-1 0-1 0 0,0 0 1 0 0,0-1 0 0 0,-2 3-1 0 0,1-1-15 0 0,0-1 0 0 0,0 0 0 0 0,0 1-1 0 0,-1-1 1 0 0,1 0 0 0 0,0-1 0 0 0,-1 1-1 0 0,1-1 1 0 0,-1 1 0 0 0,0-1 0 0 0,0 0 0 0 0,1 0-1 0 0,-5 0 1 0 0,7-1-37 0 0,0 0-1 0 0,1 0 1 0 0,-1 0 0 0 0,0 0-1 0 0,0 0 1 0 0,0 0 0 0 0,0 0-1 0 0,1 0 1 0 0,-1 0 0 0 0,0-1-1 0 0,0 1 1 0 0,0 0 0 0 0,1-1-1 0 0,-1 1 1 0 0,0 0 0 0 0,0-1-1 0 0,1 1 1 0 0,-1-1 0 0 0,0 1-1 0 0,1-1 1 0 0,-1 1 0 0 0,1-1-1 0 0,-2-1 1 0 0,2 1-9 0 0,-1-1 0 0 0,1 1 0 0 0,0-1 1 0 0,-1 1-1 0 0,1-1 0 0 0,0 1 0 0 0,0-1 0 0 0,0 1 1 0 0,0-1-1 0 0,1 1 0 0 0,-1-1 0 0 0,0 1 0 0 0,1-1 0 0 0,-1 1 1 0 0,1-1-1 0 0,-1 1 0 0 0,1 0 0 0 0,1-3 0 0 0,1-2-1 0 0,1 0-1 0 0,0 0 0 0 0,1 0 0 0 0,-1 0 0 0 0,1 1 0 0 0,0-1 0 0 0,1 1 1 0 0,-1 1-1 0 0,1-1 0 0 0,0 1 0 0 0,0 0 0 0 0,1 0 0 0 0,-1 1 1 0 0,8-4-1 0 0,-3 2-4 0 0,0 1 0 0 0,1 0 0 0 0,0 0 1 0 0,0 1-1 0 0,0 1 0 0 0,0 0 0 0 0,18 0 0 0 0,-28 2 2 0 0,0 1 0 0 0,0 0 0 0 0,1-1-1 0 0,-1 1 1 0 0,0 0 0 0 0,-1 0-1 0 0,1 1 1 0 0,0-1 0 0 0,0 0 0 0 0,0 1-1 0 0,-1-1 1 0 0,1 1 0 0 0,0-1-1 0 0,-1 1 1 0 0,0 0 0 0 0,1-1 0 0 0,-1 1-1 0 0,0 0 1 0 0,0 0 0 0 0,0 0 0 0 0,0 0-1 0 0,0 0 1 0 0,-1 0 0 0 0,1 1-1 0 0,0-1 1 0 0,0 4 0 0 0,1 2 8 0 0,-1-1 0 0 0,0 1 0 0 0,0 0 0 0 0,0 0 0 0 0,-1-1-1 0 0,0 12 1 0 0,0-19-8 0 0,-1 0-1 0 0,1 1 1 0 0,0-1-1 0 0,0 0 1 0 0,0 0-1 0 0,0 0 1 0 0,0 1-1 0 0,0-1 1 0 0,0 0-1 0 0,-1 0 0 0 0,1 1 1 0 0,0-1-1 0 0,0 0 1 0 0,0 0-1 0 0,0 1 1 0 0,0-1-1 0 0,0 0 1 0 0,0 0-1 0 0,0 1 1 0 0,0-1-1 0 0,0 0 0 0 0,0 0 1 0 0,0 1-1 0 0,0-1 1 0 0,1 0-1 0 0,-1 0 1 0 0,0 0-1 0 0,0 1 1 0 0,0-1-1 0 0,0 0 1 0 0,0 0-1 0 0,0 1 0 0 0,1-1 1 0 0,-1 0-1 0 0,0 0 1 0 0,0 0-1 0 0,0 0 1 0 0,0 1-1 0 0,1-1 1 0 0,-1 0-1 0 0,0 0 1 0 0,0 0-1 0 0,1 0 0 0 0,-1 0 1 0 0,0 0-1 0 0,0 0 1 0 0,1 0-1 0 0,-1 1 1 0 0,0-1-1 0 0,15-12-185 0 0,28-40-415 0 0,-18 20 205 0 0,-24 31 383 0 0,0 0-1 0 0,0 1 1 0 0,1-1-1 0 0,-1 0 1 0 0,0 0-1 0 0,1 1 1 0 0,-1-1 0 0 0,1 1-1 0 0,-1-1 1 0 0,1 1-1 0 0,-1-1 1 0 0,1 1-1 0 0,0 0 1 0 0,-1 0-1 0 0,1 0 1 0 0,-1 0-1 0 0,1 0 1 0 0,-1 0-1 0 0,1 0 1 0 0,-1 0-1 0 0,1 1 1 0 0,0-1 0 0 0,-1 1-1 0 0,1-1 1 0 0,-1 1-1 0 0,0 0 1 0 0,1-1-1 0 0,-1 1 1 0 0,3 2-1 0 0,46 34-221 0 0,-29-21 40 0 0,-13-11 118 0 0,-1 0 1 0 0,1-1-1 0 0,0 0 0 0 0,1 0 1 0 0,-1-1-1 0 0,1 0 0 0 0,0-1 0 0 0,-1 0 1 0 0,1 0-1 0 0,0-1 0 0 0,0 0 0 0 0,0-1 1 0 0,0 0-1 0 0,0 0 0 0 0,0-1 0 0 0,0 0 1 0 0,0 0-1 0 0,0-1 0 0 0,0 0 1 0 0,-1-1-1 0 0,1 0 0 0 0,-1 0 0 0 0,0-1 1 0 0,1 0-1 0 0,-2 0 0 0 0,1-1 0 0 0,-1 0 1 0 0,1-1-1 0 0,-1 0 0 0 0,-1 0 0 0 0,1 0 1 0 0,6-9-1 0 0,19-25 780 0 0,49-46-1 0 0,-81 86-688 0 0,0 0-1 0 0,0 0 0 0 0,1 0 0 0 0,-1 0 0 0 0,0 0 0 0 0,0 0 0 0 0,0 0 1 0 0,0 0-1 0 0,1 0 0 0 0,-1 0 0 0 0,0 0 0 0 0,0 0 0 0 0,0 0 0 0 0,0 0 0 0 0,1 0 1 0 0,-1 1-1 0 0,0-1 0 0 0,0 0 0 0 0,0 0 0 0 0,0 0 0 0 0,0 0 0 0 0,0 0 0 0 0,1 0 1 0 0,-1 0-1 0 0,0 0 0 0 0,0 1 0 0 0,0-1 0 0 0,0 0 0 0 0,0 0 0 0 0,0 0 1 0 0,0 0-1 0 0,0 0 0 0 0,1 0 0 0 0,-1 1 0 0 0,0-1 0 0 0,0 0 0 0 0,0 0 0 0 0,0 0 1 0 0,0 0-1 0 0,0 1 0 0 0,0-1 0 0 0,0 0 0 0 0,0 0 0 0 0,0 0 0 0 0,0 0 0 0 0,0 0 1 0 0,0 1-1 0 0,0-1 0 0 0,0 0 0 0 0,0 0 0 0 0,0 0 0 0 0,0 0 0 0 0,-1 1 1 0 0,1-1-1 0 0,0 0 0 0 0,0 0 0 0 0,0 0 0 0 0,0 0 0 0 0,-1 23 319 0 0,-6 21-57 0 0,-74 247 706 0 0,1-8-360 0 0,61-188-137 0 0,19-95-466 0 0,0 0-1 0 0,0 0 0 0 0,-1 0 1 0 0,1 0-1 0 0,0-1 1 0 0,0 1-1 0 0,0 0 1 0 0,0 0-1 0 0,0 0 1 0 0,0 0-1 0 0,0 0 1 0 0,0 0-1 0 0,0 0 0 0 0,-1-1 1 0 0,1 1-1 0 0,0 0 1 0 0,0 0-1 0 0,0 0 1 0 0,0 0-1 0 0,0 0 1 0 0,0 0-1 0 0,-1 0 1 0 0,1 0-1 0 0,0 0 0 0 0,0 0 1 0 0,0 0-1 0 0,0 0 1 0 0,0 0-1 0 0,-1 0 1 0 0,1 0-1 0 0,0 0 1 0 0,0 0-1 0 0,0 0 1 0 0,0 0-1 0 0,-1 0 0 0 0,1 0 1 0 0,0 0-1 0 0,0 0 1 0 0,0 0-1 0 0,0 0 1 0 0,0 0-1 0 0,0 0 1 0 0,-1 0-1 0 0,1 1 1 0 0,0-1-1 0 0,0 0 0 0 0,0 0 1 0 0,0 0-1 0 0,0 0 1 0 0,0 0-1 0 0,0 0 1 0 0,0 0-1 0 0,-1 1 1 0 0,1-1-1 0 0,0 0 0 0 0,0 0 1 0 0,0 0-1 0 0,0 0 1 0 0,0 0-1 0 0,0 1 1 0 0,0-1-1 0 0,0 0 1 0 0,0 0-1 0 0,0 0 1 0 0,0 0-1 0 0,0 0 0 0 0,0 1 1 0 0,0-1-1 0 0,0 0 1 0 0,-6-19 302 0 0,-1-25-197 0 0,7 3-51 0 0,3 1-1 0 0,1 0 1 0 0,2 0 0 0 0,1 0 0 0 0,24-68 0 0 0,-21 81-69 0 0,1-1 0 0 0,2 1 1 0 0,1 1-1 0 0,0 1 1 0 0,2 0-1 0 0,2 0 0 0 0,0 2 1 0 0,32-33-1 0 0,-41 47-5 0 0,3-2-15 0 0,0 0 0 0 0,25-19 0 0 0,-34 28 11 0 0,0 0 1 0 0,0 0-1 0 0,1 1 1 0 0,-1-1-1 0 0,0 1 1 0 0,0 0 0 0 0,1 0-1 0 0,-1 0 1 0 0,1 0-1 0 0,-1 0 1 0 0,1 1 0 0 0,-1-1-1 0 0,1 1 1 0 0,0 0-1 0 0,-1 0 1 0 0,1 1 0 0 0,-1-1-1 0 0,1 1 1 0 0,3 0-1 0 0,-5 1 2 0 0,1-1-1 0 0,0 1 0 0 0,-1-1 0 0 0,1 1 1 0 0,-1 0-1 0 0,0 0 0 0 0,1 0 0 0 0,-1 0 1 0 0,0 0-1 0 0,0 1 0 0 0,-1-1 0 0 0,1 1 0 0 0,0-1 1 0 0,-1 1-1 0 0,0 0 0 0 0,1-1 0 0 0,-1 1 1 0 0,0 0-1 0 0,0 0 0 0 0,-1 0 0 0 0,1 0 1 0 0,0 0-1 0 0,-1 0 0 0 0,0 0 0 0 0,0 0 1 0 0,0 0-1 0 0,0 0 0 0 0,0 0 0 0 0,-1 0 1 0 0,0 5-1 0 0,0-2 1 0 0,0 0 1 0 0,0 0 0 0 0,-1 0-1 0 0,0-1 1 0 0,0 1-1 0 0,0 0 1 0 0,-1-1 0 0 0,1 1-1 0 0,-1-1 1 0 0,-1 0-1 0 0,1 0 1 0 0,-1 0-1 0 0,0 0 1 0 0,-5 4 0 0 0,1-3-11 0 0,-1-1 1 0 0,0 0 0 0 0,-1-1-1 0 0,1 0 1 0 0,-1 0 0 0 0,0-1-1 0 0,0 0 1 0 0,0-1 0 0 0,0 0-1 0 0,-1-1 1 0 0,1 0 0 0 0,-20-1-1 0 0,10-7-2379 0 0,14-2-3593 0 0</inkml:trace>
</inkml:ink>
</file>

<file path=ppt/ink/ink4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2:52:52.0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59 0 424 0 0,'-5'6'408'0'0,"-1"-1"-1"0"0,1 1 1 0 0,0 0 0 0 0,0 0-1 0 0,0 0 1 0 0,1 1 0 0 0,0-1-1 0 0,0 1 1 0 0,1 0 0 0 0,0 0-1 0 0,0 1 1 0 0,-1 7 0 0 0,3-12-339 0 0,1 0 0 0 0,-1 0 1 0 0,1 0-1 0 0,0 0 1 0 0,0 1-1 0 0,0-1 0 0 0,1 0 1 0 0,-1 0-1 0 0,1 0 1 0 0,0 0-1 0 0,-1 0 0 0 0,1 0 1 0 0,1-1-1 0 0,-1 1 0 0 0,0 0 1 0 0,1 0-1 0 0,-1-1 1 0 0,1 1-1 0 0,0-1 0 0 0,0 1 1 0 0,0-1-1 0 0,0 0 1 0 0,0 0-1 0 0,1 0 0 0 0,-1 0 1 0 0,1 0-1 0 0,-1 0 0 0 0,1-1 1 0 0,-1 1-1 0 0,1-1 1 0 0,0 0-1 0 0,0 1 0 0 0,3-1 1 0 0,-4 0-39 0 0,0 0 0 0 0,0 0 1 0 0,-1 0-1 0 0,1-1 1 0 0,0 1-1 0 0,0-1 0 0 0,0 0 1 0 0,0 1-1 0 0,0-1 0 0 0,1 0 1 0 0,-1 0-1 0 0,0 0 0 0 0,0 0 1 0 0,0-1-1 0 0,0 1 0 0 0,0-1 1 0 0,0 1-1 0 0,0-1 1 0 0,-1 1-1 0 0,1-1 0 0 0,0 0 1 0 0,0 0-1 0 0,0 0 0 0 0,-1 0 1 0 0,1 0-1 0 0,0-1 0 0 0,-1 1 1 0 0,1 0-1 0 0,-1-1 1 0 0,0 1-1 0 0,1-1 0 0 0,-1 0 1 0 0,0 1-1 0 0,0-1 0 0 0,0 0 1 0 0,0 0-1 0 0,0 0 0 0 0,0 1 1 0 0,-1-1-1 0 0,1 0 0 0 0,0-3 1 0 0,0 2 16 0 0,0-1 1 0 0,0 0 0 0 0,-1 0-1 0 0,1 0 1 0 0,-1-1-1 0 0,0 1 1 0 0,0 0-1 0 0,-1 0 1 0 0,1 0-1 0 0,-1 0 1 0 0,0 0 0 0 0,0 0-1 0 0,0 0 1 0 0,0 1-1 0 0,-1-1 1 0 0,1 0-1 0 0,-1 0 1 0 0,0 1-1 0 0,0 0 1 0 0,-5-6 0 0 0,6 7-92 0 0,-1 1 0 0 0,1 0 0 0 0,0-1 0 0 0,-1 1 1 0 0,1 0-1 0 0,-1 0 0 0 0,1 0 0 0 0,-1 0 0 0 0,1 0 0 0 0,-1 0 1 0 0,0 1-1 0 0,1-1 0 0 0,-1 0 0 0 0,0 1 0 0 0,0-1 1 0 0,1 1-1 0 0,-1 0 0 0 0,0 0 0 0 0,0 0 0 0 0,0-1 0 0 0,-2 2 1 0 0,-24 8-5408 0 0,23-6 3186 0 0</inkml:trace>
</inkml:ink>
</file>

<file path=ppt/ink/ink4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2:52:54.2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1 399 672 0 0,'0'-2'247'0'0,"0"1"-1"0"0,0-1 1 0 0,0 0-1 0 0,0 1 1 0 0,0-1 0 0 0,0 0-1 0 0,0 0 1 0 0,1 1-1 0 0,-1-1 1 0 0,1 0-1 0 0,-1 1 1 0 0,1-1 0 0 0,0 1-1 0 0,-1-1 1 0 0,1 1-1 0 0,0-1 1 0 0,0 1-1 0 0,0-1 1 0 0,0 1 0 0 0,0 0-1 0 0,1-1 1 0 0,-1 1-1 0 0,0 0 1 0 0,1 0-1 0 0,-1 0 1 0 0,0 0 0 0 0,3-1-1 0 0,-1 1-105 0 0,0 1 0 0 0,1-1 0 0 0,-1 1-1 0 0,0 0 1 0 0,0 0 0 0 0,1 0 0 0 0,-1 0-1 0 0,0 0 1 0 0,1 1 0 0 0,-1-1 0 0 0,0 1-1 0 0,0 0 1 0 0,5 2 0 0 0,2 1-67 0 0,-1 0 0 0 0,1 0 0 0 0,-1 1 0 0 0,0 1 0 0 0,0 0 0 0 0,-1 0 0 0 0,0 0 0 0 0,15 16 0 0 0,-19-18-30 0 0,-1 1 0 0 0,0-1 0 0 0,1 1 0 0 0,-2 0 0 0 0,1 0 1 0 0,0 1-1 0 0,-1-1 0 0 0,0 0 0 0 0,0 1 0 0 0,-1 0 0 0 0,0-1 0 0 0,0 1 0 0 0,0 0 0 0 0,0-1 1 0 0,-1 1-1 0 0,0 0 0 0 0,0 0 0 0 0,-1 0 0 0 0,1-1 0 0 0,-1 1 0 0 0,-1 0 0 0 0,1-1 0 0 0,-1 1 1 0 0,-4 10-1 0 0,5-15-35 0 0,0 0 1 0 0,1-1-1 0 0,-1 1 1 0 0,0 0 0 0 0,1 0-1 0 0,-1 0 1 0 0,0-1-1 0 0,0 1 1 0 0,0 0-1 0 0,0-1 1 0 0,0 1 0 0 0,0-1-1 0 0,0 1 1 0 0,0-1-1 0 0,0 1 1 0 0,0-1-1 0 0,0 0 1 0 0,0 1 0 0 0,0-1-1 0 0,0 0 1 0 0,0 0-1 0 0,0 0 1 0 0,0 0 0 0 0,-1 0-1 0 0,1 0 1 0 0,0 0-1 0 0,0 0 1 0 0,0 0-1 0 0,0-1 1 0 0,0 1 0 0 0,0 0-1 0 0,0-1 1 0 0,0 1-1 0 0,0-1 1 0 0,0 1-1 0 0,0-1 1 0 0,-1 0 0 0 0,0 0-5 0 0,1 0 0 0 0,-1 0 0 0 0,1 0 0 0 0,-1 0 0 0 0,1 0 1 0 0,0 0-1 0 0,0-1 0 0 0,-1 1 0 0 0,1 0 0 0 0,0-1 0 0 0,0 1 0 0 0,0-1 1 0 0,1 1-1 0 0,-1-1 0 0 0,0 0 0 0 0,0 1 0 0 0,1-1 0 0 0,-1 0 1 0 0,1 1-1 0 0,0-1 0 0 0,-1 0 0 0 0,1 0 0 0 0,0 1 0 0 0,0-3 0 0 0,1-2-3 0 0,1-1 0 0 0,-1 1-1 0 0,1 0 1 0 0,1 0-1 0 0,-1 1 1 0 0,1-1-1 0 0,0 0 1 0 0,0 1 0 0 0,1-1-1 0 0,-1 1 1 0 0,1 0-1 0 0,8-7 1 0 0,3-1-6 0 0,0 0 0 0 0,29-18 0 0 0,-36 26 6 0 0,-3 1-6 0 0,0 0-1 0 0,0 1 1 0 0,1 0 0 0 0,0 0-1 0 0,-1 0 1 0 0,1 1-1 0 0,0 0 1 0 0,8-2 0 0 0,-11 4 2 0 0,0 0 0 0 0,1 0 0 0 0,-1 0 0 0 0,0 0 0 0 0,0 1 0 0 0,0-1 0 0 0,0 1 0 0 0,0 0 0 0 0,0 0 0 0 0,0 0 0 0 0,0 0 1 0 0,0 1-1 0 0,-1-1 0 0 0,1 1 0 0 0,0 0 0 0 0,-1-1 0 0 0,4 5 0 0 0,24 18-1 0 0,-10-7-8 0 0,1-1-1 0 0,40 24 0 0 0,-52-35 10 0 0,0-1 0 0 0,0-1-1 0 0,0 1 1 0 0,0-2 0 0 0,1 1 0 0 0,-1-1 0 0 0,1 0-1 0 0,0-1 1 0 0,-1 0 0 0 0,1-1 0 0 0,12-1-1 0 0,-11-1-15 0 0,0-1 0 0 0,0 0-1 0 0,0-1 1 0 0,0 0-1 0 0,-1 0 1 0 0,0-2-1 0 0,0 1 1 0 0,0-1-1 0 0,-1 0 1 0 0,1-1 0 0 0,-1 0-1 0 0,-1-1 1 0 0,0 0-1 0 0,0 0 1 0 0,0-1-1 0 0,-1 0 1 0 0,0 0 0 0 0,-1 0-1 0 0,9-19 1 0 0,-14 28 13 0 0,-1-1 0 0 0,1 0 0 0 0,-1 0 0 0 0,0 1 0 0 0,1-1 0 0 0,-1 0 0 0 0,0 0 0 0 0,0 0 0 0 0,1 1 1 0 0,-1-1-1 0 0,0 0 0 0 0,0 0 0 0 0,0 0 0 0 0,0 0 0 0 0,0 0 0 0 0,0 1 0 0 0,0-1 0 0 0,0 0 0 0 0,-1 0 0 0 0,1 0 0 0 0,0 0 0 0 0,0 1 1 0 0,-1-1-1 0 0,1 0 0 0 0,0 0 0 0 0,-1 1 0 0 0,1-1 0 0 0,-1 0 0 0 0,1 0 0 0 0,-1 1 0 0 0,1-1 0 0 0,-1 1 0 0 0,-1-2 0 0 0,0 1 0 0 0,0 1 0 0 0,0-1-1 0 0,0 0 1 0 0,0 1 0 0 0,-1-1-1 0 0,1 1 1 0 0,0 0 0 0 0,-1 0-1 0 0,1 0 1 0 0,0 0 0 0 0,0 0-1 0 0,-4 1 1 0 0,-2 0-3 0 0,1 0-1 0 0,-1 1 1 0 0,1 0-1 0 0,0 1 1 0 0,-1-1 0 0 0,1 1-1 0 0,-10 6 1 0 0,14-6 5 0 0,0-1 0 0 0,0 1 1 0 0,0 0-1 0 0,0 0 0 0 0,1 0 1 0 0,-1 0-1 0 0,1 0 0 0 0,0 0 1 0 0,-1 1-1 0 0,2-1 0 0 0,-1 1 1 0 0,0 0-1 0 0,1-1 1 0 0,0 1-1 0 0,-1 0 0 0 0,1 5 1 0 0,1-7-2 0 0,0 0 0 0 0,0 1 1 0 0,0-1-1 0 0,0 1 1 0 0,1-1-1 0 0,-1 1 1 0 0,1-1-1 0 0,0 0 0 0 0,0 1 1 0 0,0-1-1 0 0,0 0 1 0 0,0 0-1 0 0,0 0 1 0 0,1 0-1 0 0,-1 0 1 0 0,1 0-1 0 0,-1 0 0 0 0,1 0 1 0 0,0-1-1 0 0,-1 1 1 0 0,1 0-1 0 0,0-1 1 0 0,0 0-1 0 0,0 1 0 0 0,1-1 1 0 0,3 2-1 0 0,3 1-73 0 0,0 0 0 0 0,1-1 1 0 0,0 0-1 0 0,0 0 0 0 0,-1-1 0 0 0,2 0 0 0 0,-1-1 0 0 0,0 0 0 0 0,0 0 0 0 0,0-1 0 0 0,0-1 0 0 0,1 0 0 0 0,-1 0 0 0 0,0-1 0 0 0,0 0 0 0 0,0-1 0 0 0,10-4 1 0 0,-2 0-56 0 0,-1-1 0 0 0,-1 0 0 0 0,0-1 0 0 0,0-1 0 0 0,-1-1 0 0 0,0 0 0 0 0,-1-1 1 0 0,19-19-1 0 0,-23 22 189 0 0,-7 7 22 0 0,0 0 0 0 0,0-1-1 0 0,-1 1 1 0 0,1-1 0 0 0,-1 1 0 0 0,1-1-1 0 0,-1 0 1 0 0,0 0 0 0 0,2-3-1 0 0,-16 140 538 0 0,14-122-585 0 0,-2-11-12 0 0,3-3-12 0 0,13-8-6 0 0,-1-1 1 0 0,27-26-1 0 0,-30 27 3 0 0,-9 8-8 0 0,0 1 0 0 0,0 0 0 0 0,0 1 0 0 0,1-1-1 0 0,-1 1 1 0 0,0-1 0 0 0,0 1 0 0 0,1 0 0 0 0,-1 0-1 0 0,0 0 1 0 0,1 1 0 0 0,-1-1 0 0 0,0 1 0 0 0,0 0-1 0 0,1 0 1 0 0,-1 0 0 0 0,3 1 0 0 0,42 6-25 0 0,-39-9 35 0 0,0 0 0 0 0,0-1 0 0 0,-1 0 0 0 0,1-1 0 0 0,-1 0 0 0 0,1 0 0 0 0,-1-1 0 0 0,0 0 0 0 0,-1 0 0 0 0,1-1 0 0 0,-1 0 0 0 0,0 0 0 0 0,0-1 0 0 0,0 1 0 0 0,-1-2 0 0 0,1 1 0 0 0,-2-1 0 0 0,11-14 0 0 0,-1-3 99 0 0,-1-1 1 0 0,-1 0-1 0 0,-2-1 1 0 0,0 0 0 0 0,-2-1-1 0 0,0 0 1 0 0,7-46-1 0 0,-4 20 261 0 0,-10 30 39 0 0,-14 35-159 0 0,-16 36-109 0 0,17-20-113 0 0,1 1 1 0 0,1 0-1 0 0,1 0 0 0 0,2 1 1 0 0,1 0-1 0 0,1 1 1 0 0,1 57-1 0 0,2-83-43 0 0,1 0 0 0 0,0 1 0 0 0,1-1 0 0 0,-1 1 0 0 0,1-1-1 0 0,0 0 1 0 0,1 1 0 0 0,1 4 0 0 0,-2-9 13 0 0,0 1 0 0 0,0-1 0 0 0,0 0 0 0 0,0 1 0 0 0,0-1 0 0 0,0 0 0 0 0,1 0 0 0 0,-1 0 0 0 0,0 0 1 0 0,1 0-1 0 0,-1 0 0 0 0,1-1 0 0 0,-1 1 0 0 0,1 0 0 0 0,-1-1 0 0 0,1 1 0 0 0,-1-1 0 0 0,1 1 0 0 0,0-1 0 0 0,-1 0 0 0 0,1 0 0 0 0,-1 0 0 0 0,1 0 0 0 0,0 0 0 0 0,-1 0 0 0 0,1 0 0 0 0,0 0 0 0 0,-1-1 0 0 0,3 0 0 0 0,25-5-61 0 0,51-17-1 0 0,9-1 69 0 0,-81 22-3 0 0,-1 1 0 0 0,1 0 0 0 0,-1 0 0 0 0,1 1 0 0 0,-1 0 0 0 0,1 1 0 0 0,-1 0 0 0 0,1 0-1 0 0,10 3 1 0 0,-16-4 8 0 0,0 1 0 0 0,0 0-1 0 0,0 0 1 0 0,0 0 0 0 0,-1 0-1 0 0,1 0 1 0 0,0 0 0 0 0,0 1-1 0 0,-1-1 1 0 0,1 0-1 0 0,-1 1 1 0 0,1 0 0 0 0,-1-1-1 0 0,0 1 1 0 0,1 0 0 0 0,-1-1-1 0 0,0 1 1 0 0,0 0 0 0 0,0 0-1 0 0,-1 0 1 0 0,1 0 0 0 0,0 0-1 0 0,-1 0 1 0 0,1 0 0 0 0,-1 0-1 0 0,0 0 1 0 0,1 0 0 0 0,-1 1-1 0 0,0-1 1 0 0,-1 0 0 0 0,1 0-1 0 0,0 0 1 0 0,0 0-1 0 0,-1 0 1 0 0,1 0 0 0 0,-2 3-1 0 0,1 0 12 0 0,-1 0-1 0 0,0 0 0 0 0,0 0 0 0 0,0 0 0 0 0,0-1 0 0 0,-1 1 0 0 0,0-1 0 0 0,0 1 0 0 0,0-1 0 0 0,0 0 1 0 0,-7 6-1 0 0,-50 32 42 0 0,56-40-68 0 0,3-1-155 0 0,-1 0 1 0 0,0 0-1 0 0,-1-1 1 0 0,1 1-1 0 0,0 0 1 0 0,0-1-1 0 0,0 1 1 0 0,0-1-1 0 0,0 0 1 0 0,0 0-1 0 0,-1 0 1 0 0,1 0-1 0 0,-4-1 1 0 0,-12-3-5116 0 0</inkml:trace>
</inkml:ink>
</file>

<file path=ppt/ink/ink4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2:52:54.5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27 336 0 0,'6'-4'597'0'0,"1"1"1"0"0,0-1-1 0 0,0 1 0 0 0,0 1 0 0 0,0-1 0 0 0,1 1 1 0 0,-1 0-1 0 0,1 1 0 0 0,-1 0 0 0 0,1 0 1 0 0,13 0-1 0 0,7 3-1411 0 0,53 9 0 0 0,-48-5-1654 0 0,-16-3 549 0 0</inkml:trace>
</inkml:ink>
</file>

<file path=ppt/ink/ink4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2:52:54.9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0 132 1112 0 0,'0'0'1523'0'0,"18"-40"7062"0"0,18-43 593 0 0,-36 82-8978 0 0,2-6-2483 0 0</inkml:trace>
</inkml:ink>
</file>

<file path=ppt/ink/ink4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2:52:55.2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49 928 0 0,'2'-7'1276'0'0,"0"0"-92"0"0,-2 0-92 0 0,2 2-99 0 0,0 0 691 0 0,0-6-980 0 0,0 8 152 0 0,4-1-800 0 0,9 6-7097 0 0</inkml:trace>
</inkml:ink>
</file>

<file path=ppt/ink/ink4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2:52:58.2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36 232 0 0,'9'-36'6303'0'0,"-6"52"-1513"0"0,-3 29-4917 0 0,0-17 554 0 0,-4 48-7 0 0,2-43-155 0 0,3 55 1 0 0,-6-55 282 0 0,1-21-2307 0 0,2 1-4694 0 0</inkml:trace>
</inkml:ink>
</file>

<file path=ppt/ink/ink4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2:52:58.7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651 5 664 0 0,'-19'-3'370'0'0,"1"2"0"0"0,-1 0 0 0 0,1 2 0 0 0,-1 0 1 0 0,0 1-1 0 0,1 0 0 0 0,0 2 0 0 0,0 0 0 0 0,0 1 0 0 0,0 1 0 0 0,1 1 0 0 0,-20 9 0 0 0,17-4-137 0 0,0 1 0 0 0,1 0 0 0 0,0 1-1 0 0,1 1 1 0 0,1 1 0 0 0,1 0 0 0 0,0 1-1 0 0,1 1 1 0 0,-17 26 0 0 0,8-8 88 0 0,1 1 1 0 0,2 1-1 0 0,-28 69 1 0 0,31-59-70 0 0,3 0 0 0 0,1 1 0 0 0,-11 76 0 0 0,18-68-8 0 0,1 68 1 0 0,6-104-174 0 0,1 0 1 0 0,2 0-1 0 0,0 0 0 0 0,1-1 1 0 0,1 1-1 0 0,13 34 1 0 0,-10-35-23 0 0,2 0 1 0 0,0 0-1 0 0,2-1 0 0 0,0-1 1 0 0,0 0-1 0 0,2 0 1 0 0,0-2-1 0 0,1 1 0 0 0,22 16 1 0 0,-23-21-25 0 0,1-1-1 0 0,1-1 1 0 0,0-1 0 0 0,1 0-1 0 0,0-1 1 0 0,0 0 0 0 0,0-2 0 0 0,1 0-1 0 0,0-1 1 0 0,1-1 0 0 0,23 3-1 0 0,1-4-16 0 0,0-2 0 0 0,1-2 0 0 0,-1-1 0 0 0,0-3 0 0 0,-1-1-1 0 0,1-3 1 0 0,-2-1 0 0 0,1-1 0 0 0,-1-3 0 0 0,-1-2-1 0 0,0-1 1 0 0,-2-2 0 0 0,0-1 0 0 0,-1-3 0 0 0,-1 0 0 0 0,-1-3-1 0 0,-1-1 1 0 0,-2-1 0 0 0,0-2 0 0 0,-2-1 0 0 0,30-40-1 0 0,-33 35 11 0 0,-1-1 0 0 0,-2-1 0 0 0,-2-1-1 0 0,27-65 1 0 0,-42 85 2 0 0,-1 1 1 0 0,0-1-1 0 0,-2 0 0 0 0,0-1 1 0 0,-1 1-1 0 0,-1-1 0 0 0,-1 1 1 0 0,-1-1-1 0 0,0 0 0 0 0,-2 1 0 0 0,0-1 1 0 0,-9-34-1 0 0,5 33-3 0 0,-1 0 0 0 0,-1 0-1 0 0,-1 1 1 0 0,-1 0 0 0 0,-1 1 0 0 0,-1 0-1 0 0,0 0 1 0 0,-1 2 0 0 0,-1-1 0 0 0,-1 2-1 0 0,0 0 1 0 0,-1 0 0 0 0,-1 2-1 0 0,-1 0 1 0 0,0 1 0 0 0,0 1 0 0 0,-1 0-1 0 0,-1 2 1 0 0,0 0 0 0 0,0 1 0 0 0,-1 1-1 0 0,0 1 1 0 0,0 1 0 0 0,-1 1 0 0 0,0 0-1 0 0,0 2 1 0 0,-36-1 0 0 0,11 5-399 0 0,0 1 0 0 0,0 3 0 0 0,1 2-1 0 0,-49 13 1 0 0,-84 36-5325 0 0,122-36 2751 0 0</inkml:trace>
</inkml:ink>
</file>

<file path=ppt/ink/ink4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2:53:02.1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0 478 416 0 0,'3'-10'189'0'0,"1"1"0"0"0,0-1 1 0 0,0 1-1 0 0,1 0 0 0 0,0 0 0 0 0,0 1 1 0 0,1-1-1 0 0,0 1 0 0 0,1 0 0 0 0,0 1 0 0 0,0 0 1 0 0,0 0-1 0 0,1 0 0 0 0,0 1 0 0 0,0 0 0 0 0,1 1 1 0 0,0 0-1 0 0,0 0 0 0 0,0 0 0 0 0,0 2 1 0 0,1-1-1 0 0,17-3 0 0 0,-9 2-10 0 0,1 1 0 0 0,-1 1 0 0 0,1 0 1 0 0,0 2-1 0 0,0 0 0 0 0,0 1 0 0 0,0 1 0 0 0,0 1 0 0 0,-1 0 1 0 0,1 2-1 0 0,27 8 0 0 0,-29-6-91 0 0,-1 2-1 0 0,0 0 1 0 0,0 1 0 0 0,-1 0 0 0 0,-1 1-1 0 0,1 1 1 0 0,-1 0 0 0 0,-1 1 0 0 0,0 1-1 0 0,-1 0 1 0 0,0 0 0 0 0,-1 1 0 0 0,-1 1-1 0 0,0 0 1 0 0,-1 0 0 0 0,8 18 0 0 0,-12-21-55 0 0,0 0 1 0 0,0 0 0 0 0,-1 0 0 0 0,-1 1-1 0 0,0-1 1 0 0,-1 1 0 0 0,0 0 0 0 0,-1 0-1 0 0,0 0 1 0 0,-1-1 0 0 0,-1 1 0 0 0,0 0-1 0 0,0 0 1 0 0,-1 0 0 0 0,-1-1 0 0 0,0 1 0 0 0,-1-1-1 0 0,-1 0 1 0 0,0 0 0 0 0,0 0 0 0 0,-1-1-1 0 0,-14 21 1 0 0,10-19-19 0 0,-1-1 0 0 0,-1 0 0 0 0,0-1 0 0 0,-1 0 0 0 0,0-1 0 0 0,0 0 1 0 0,-1-1-1 0 0,0-1 0 0 0,-1 0 0 0 0,0-1 0 0 0,0-1 0 0 0,-1 0 0 0 0,1-1 0 0 0,-1 0 0 0 0,0-2 0 0 0,-25 3 0 0 0,28-4-10 0 0,1-1 1 0 0,-1-1-1 0 0,0 0 1 0 0,0 0-1 0 0,1-1 1 0 0,-1-1-1 0 0,0 0 0 0 0,1-1 1 0 0,0-1-1 0 0,-1 0 1 0 0,1 0-1 0 0,1-1 1 0 0,-1 0-1 0 0,1-1 1 0 0,0-1-1 0 0,0 0 0 0 0,1 0 1 0 0,-1-1-1 0 0,2 0 1 0 0,-1-1-1 0 0,-14-18 1 0 0,16 16-7 0 0,2-1 0 0 0,0 1 1 0 0,0-2-1 0 0,1 1 0 0 0,0-1 1 0 0,1 1-1 0 0,0-1 1 0 0,1 0-1 0 0,1-1 0 0 0,0 1 1 0 0,1 0-1 0 0,0-1 1 0 0,1 1-1 0 0,1-1 0 0 0,0 1 1 0 0,1 0-1 0 0,0 0 1 0 0,7-22-1 0 0,-1 6-5 0 0,2 0 0 0 0,1 1 0 0 0,1 1 0 0 0,1 0 1 0 0,1 0-1 0 0,1 2 0 0 0,26-33 0 0 0,-13 25-4 0 0,1 1 0 0 0,2 1 1 0 0,1 2-1 0 0,1 2 0 0 0,1 0 0 0 0,2 3 1 0 0,0 1-1 0 0,49-23 0 0 0,-52 30 13 0 0,0 2 1 0 0,0 2-1 0 0,1 1 0 0 0,1 1 0 0 0,0 2 1 0 0,0 2-1 0 0,1 1 0 0 0,-1 2 0 0 0,1 1 1 0 0,46 3-1 0 0,-58 2 9 0 0,0 2 0 0 0,0 0 0 0 0,0 1 0 0 0,-1 1 1 0 0,0 1-1 0 0,0 1 0 0 0,-1 2 0 0 0,0 0 0 0 0,-1 1 0 0 0,0 1 1 0 0,35 29-1 0 0,-32-20 11 0 0,0 1 1 0 0,-1 0 0 0 0,-2 2 0 0 0,0 1-1 0 0,-2 1 1 0 0,-1 0 0 0 0,-1 1 0 0 0,17 39-1 0 0,-19-35-2 0 0,-1 1 0 0 0,-2 0-1 0 0,-1 1 1 0 0,-2 0 0 0 0,-2 1 0 0 0,0-1-1 0 0,2 64 1 0 0,-10-91-49 0 0,1 0-1 0 0,-1-1 1 0 0,0 1-1 0 0,0-1 1 0 0,-1 0-1 0 0,0 1 1 0 0,0-1-1 0 0,-1 0 1 0 0,1 0-1 0 0,-1 0 1 0 0,-1 0-1 0 0,1-1 1 0 0,-1 1-1 0 0,-6 7 1 0 0,6-9-480 0 0,0 0 0 0 0,0 0 0 0 0,-1-1 0 0 0,1 1 0 0 0,-1-1 0 0 0,0 0 0 0 0,1 0 0 0 0,-1 0 1 0 0,-1-1-1 0 0,-7 3 0 0 0,-5-1-1722 0 0</inkml:trace>
</inkml:ink>
</file>

<file path=ppt/ink/ink4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2:53:02.5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0 165 168 0 0,'16'-7'628'0'0,"9"-1"-76"0"0,7-3-52 0 0,9 3-20 0 0,5-6-92 0 0,6 3-112 0 0,20-8-148 0 0,3 0-144 0 0,6 7-160 0 0,-4-5-84 0 0,5 5-188 0 0,5 0-480 0 0,-5-2 212 0 0</inkml:trace>
</inkml:ink>
</file>

<file path=ppt/ink/ink4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2:53:02.8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609 95 7589 0 0,'-3'-7'57'0'0,"-2"0"0"0"0,1 1-1 0 0,-1 0 1 0 0,0 0 0 0 0,0 0 0 0 0,-1 0 0 0 0,1 1 0 0 0,-1 0 0 0 0,-1 0 0 0 0,1 1 0 0 0,-1-1 0 0 0,1 2 0 0 0,-1-1 0 0 0,0 1 0 0 0,-1 0-1 0 0,1 0 1 0 0,0 0 0 0 0,-1 1 0 0 0,0 1 0 0 0,1-1 0 0 0,-1 1 0 0 0,-15 0 0 0 0,12 0 36 0 0,0 1-1 0 0,0 0 1 0 0,1 1 0 0 0,-1 0 0 0 0,0 1-1 0 0,0 0 1 0 0,1 0 0 0 0,-1 1-1 0 0,1 1 1 0 0,-1-1 0 0 0,1 2 0 0 0,1 0-1 0 0,-1 0 1 0 0,1 0 0 0 0,-1 1 0 0 0,-8 8-1 0 0,15-11-70 0 0,0 0 1 0 0,1 0-1 0 0,-1 1 0 0 0,1-1 0 0 0,0 0 0 0 0,0 1 0 0 0,0-1 0 0 0,1 1 0 0 0,-1 0 1 0 0,1-1-1 0 0,0 1 0 0 0,0 0 0 0 0,0 0 0 0 0,0 0 0 0 0,1 0 0 0 0,-1 0 0 0 0,1 0 0 0 0,0 0 1 0 0,0 0-1 0 0,1 0 0 0 0,-1 0 0 0 0,1 0 0 0 0,0 0 0 0 0,0 0 0 0 0,0-1 0 0 0,1 1 1 0 0,-1 0-1 0 0,1-1 0 0 0,2 5 0 0 0,7 11 18 0 0,1 0 0 0 0,1-1 0 0 0,1 0 0 0 0,18 18-1 0 0,-6-5 37 0 0,0-1-17 0 0,29 40 22 0 0,-52-66-75 0 0,0 1 0 0 0,0 0 0 0 0,0 0-1 0 0,-1 1 1 0 0,0-1 0 0 0,0 0 0 0 0,0 1 0 0 0,0 0 0 0 0,-1-1 0 0 0,0 1-1 0 0,-1 0 1 0 0,1 6 0 0 0,-1-9-4 0 0,0 0 1 0 0,-1-1-1 0 0,1 1 0 0 0,-1-1 1 0 0,0 1-1 0 0,0-1 0 0 0,0 0 1 0 0,0 1-1 0 0,0-1 0 0 0,0 0 1 0 0,0 0-1 0 0,-1 1 0 0 0,1-1 1 0 0,-1 0-1 0 0,0-1 0 0 0,0 1 1 0 0,0 0-1 0 0,-2 2 0 0 0,-1-1 7 0 0,0 0-1 0 0,-1 0 0 0 0,1 0 1 0 0,-1 0-1 0 0,0-1 0 0 0,0 0 1 0 0,-8 2-1 0 0,-8 0 54 0 0,0-1 0 0 0,-1-1 0 0 0,-26-1 0 0 0,30 0-17 0 0,0-2-1 0 0,1 0 0 0 0,-1-1 0 0 0,1-1 0 0 0,-1-1 0 0 0,1 0 0 0 0,0-2 0 0 0,0 0 0 0 0,1-1 0 0 0,0 0 1 0 0,0-1-1 0 0,-18-13 0 0 0,34 21-81 0 0,0-1 1 0 0,0 0 0 0 0,-1 1-1 0 0,1-1 1 0 0,0 0-1 0 0,0 0 1 0 0,0 0 0 0 0,0 0-1 0 0,0 0 1 0 0,0 0-1 0 0,0 0 1 0 0,0 0 0 0 0,0 0-1 0 0,1 0 1 0 0,-1-1-1 0 0,0 1 1 0 0,1 0 0 0 0,-1-1-1 0 0,1 1 1 0 0,-1 0-1 0 0,1-1 1 0 0,0 1 0 0 0,-1-1-1 0 0,1 1 1 0 0,0 0-1 0 0,0-1 1 0 0,0 1 0 0 0,0-1-1 0 0,0 1 1 0 0,1 0 0 0 0,-1-1-1 0 0,0 1 1 0 0,1-1-1 0 0,-1 1 1 0 0,1 0 0 0 0,-1-1-1 0 0,1 1 1 0 0,-1 0-1 0 0,1 0 1 0 0,0-1 0 0 0,0 1-1 0 0,0 0 1 0 0,0 0-1 0 0,0 0 1 0 0,0 0 0 0 0,0 0-1 0 0,0 0 1 0 0,0 0-1 0 0,0 1 1 0 0,0-1 0 0 0,3-1-1 0 0,6-5-1129 0 0,2 1 0 0 0,-1 0 0 0 0,1 0 0 0 0,15-4 0 0 0,-24 9 815 0 0,22-7-2173 0 0</inkml:trace>
</inkml:ink>
</file>

<file path=ppt/ink/ink4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2:53:03.3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0 636 724 0 0,'29'-13'1811'0'0,"-16"9"-1264"0"0,0-2 0 0 0,0 0 0 0 0,0 0 0 0 0,-1-1 0 0 0,0 0-1 0 0,-1-1 1 0 0,1-1 0 0 0,-2 0 0 0 0,1 0 0 0 0,9-12 0 0 0,-10 8-321 0 0,-2 2 982 0 0,-13 24-656 0 0,5-10-539 0 0,-1-1 0 0 0,0 1 0 0 0,0 0-1 0 0,1-1 1 0 0,0 1 0 0 0,-1 0 0 0 0,1-1 0 0 0,0 1 0 0 0,0 0 0 0 0,0-1 0 0 0,1 1-1 0 0,-1 0 1 0 0,1 0 0 0 0,-1-1 0 0 0,1 1 0 0 0,0-1 0 0 0,0 1 0 0 0,0-1-1 0 0,1 1 1 0 0,-1-1 0 0 0,0 0 0 0 0,1 1 0 0 0,0-1 0 0 0,-1 0 0 0 0,1 0 0 0 0,0 0-1 0 0,0 0 1 0 0,0-1 0 0 0,0 1 0 0 0,0 0 0 0 0,1-1 0 0 0,2 2 0 0 0,3 2 3 0 0,0 0 0 0 0,1 0 0 0 0,0-1 0 0 0,0 0 0 0 0,0-1 0 0 0,0 0 0 0 0,16 3 0 0 0,-12-4-22 0 0,-1-1 0 0 0,0 0-1 0 0,0-1 1 0 0,1 0 0 0 0,-1-1-1 0 0,0 0 1 0 0,1-1-1 0 0,-1 0 1 0 0,0-1 0 0 0,0-1-1 0 0,-1 0 1 0 0,1 0 0 0 0,-1-1-1 0 0,0-1 1 0 0,0 1 0 0 0,0-2-1 0 0,-1 0 1 0 0,0 0-1 0 0,0-1 1 0 0,-1 0 0 0 0,0 0-1 0 0,-1-1 1 0 0,1-1 0 0 0,-2 1-1 0 0,1-1 1 0 0,-2 0 0 0 0,1-1-1 0 0,-1 0 1 0 0,-1 0-1 0 0,0 0 1 0 0,0-1 0 0 0,-1 1-1 0 0,-1-1 1 0 0,4-22 0 0 0,-3-1 85 0 0,-2 0 0 0 0,-1 1 0 0 0,-2-1 0 0 0,-1 0 0 0 0,-2 1 0 0 0,-1-1 0 0 0,-2 1 0 0 0,-15-44 0 0 0,20 72 4 0 0,2 4-14 0 0,-1 0-1 0 0,0-1 1 0 0,1 1 0 0 0,-1-1 0 0 0,0 1 0 0 0,-1 0-1 0 0,1-1 1 0 0,0 1 0 0 0,0 0 0 0 0,-1 0 0 0 0,0 0 0 0 0,1 0-1 0 0,-4-3 1 0 0,2 9 18 0 0,0 0-1 0 0,1 0 1 0 0,-1 0 0 0 0,1 0-1 0 0,0 1 1 0 0,0-1-1 0 0,-2 9 1 0 0,-2 10 122 0 0,2 0 0 0 0,0 0 1 0 0,1 1-1 0 0,1-1 0 0 0,2 32 1 0 0,16 118 583 0 0,-6-104-798 0 0,12 103 784 0 0,-21-149-1737 0 0,-2 1 1 0 0,-4 42-1 0 0,4-63 1214 0 0</inkml:trace>
</inkml:ink>
</file>

<file path=ppt/ink/ink4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2:53:03.7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73 804 0 0,'10'-6'788'0'0,"3"-2"-40"0"0,1 1-8 0 0,-1-2-68 0 0,1 1-32 0 0,7-1-76 0 0,2 4-51 0 0,4-2-65 0 0,-1 2-48 0 0,1 3-172 0 0,0-1-208 0 0,2 1-192 0 0,0 0-216 0 0,2 2-201 0 0,-5 2-315 0 0,7-2-976 0 0,5 2 428 0 0</inkml:trace>
</inkml:ink>
</file>

<file path=ppt/ink/ink4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2:53:04.2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133 300 156 0 0,'-24'-11'5036'0'0,"23"10"-4944"0"0,1 0-1 0 0,-1 0 0 0 0,0 1 1 0 0,0-1-1 0 0,0 0 0 0 0,0 1 1 0 0,0-1-1 0 0,0 1 0 0 0,0 0 0 0 0,0-1 1 0 0,0 1-1 0 0,0 0 0 0 0,0-1 1 0 0,0 1-1 0 0,0 0 0 0 0,0 0 1 0 0,0 0-1 0 0,-1 0 0 0 0,1 0 1 0 0,0 0-1 0 0,0 0 0 0 0,0 0 1 0 0,0 1-1 0 0,0-1 0 0 0,0 0 1 0 0,0 1-1 0 0,0-1 0 0 0,0 1 0 0 0,0-1 1 0 0,0 1-1 0 0,0-1 0 0 0,0 1 1 0 0,0-1-1 0 0,0 1 0 0 0,1 0 1 0 0,-1 0-1 0 0,0 0 0 0 0,0-1 1 0 0,1 1-1 0 0,-1 0 0 0 0,0 0 1 0 0,1 0-1 0 0,-1 2 0 0 0,-9 8 248 0 0,1 1 0 0 0,1 1 1 0 0,0-1-1 0 0,0 1 0 0 0,-5 15 0 0 0,11-25-291 0 0,1 1 0 0 0,-1-1 0 0 0,1 0 0 0 0,0 1 0 0 0,0-1 0 0 0,0 1-1 0 0,0-1 1 0 0,1 1 0 0 0,-1-1 0 0 0,1 1 0 0 0,0 0 0 0 0,0-1 0 0 0,0 1 0 0 0,1-1 0 0 0,-1 1 0 0 0,1 0-1 0 0,0-1 1 0 0,0 0 0 0 0,0 1 0 0 0,0-1 0 0 0,1 1 0 0 0,-1-1 0 0 0,1 0 0 0 0,0 0 0 0 0,0 0 0 0 0,4 5-1 0 0,-3-7-33 0 0,-1 1 0 0 0,0-1 0 0 0,1 0 0 0 0,-1 0-1 0 0,1 0 1 0 0,-1 0 0 0 0,1-1 0 0 0,-1 1 0 0 0,1-1-1 0 0,0 1 1 0 0,-1-1 0 0 0,1 0 0 0 0,0 0-1 0 0,-1 0 1 0 0,1-1 0 0 0,0 1 0 0 0,-1 0 0 0 0,1-1-1 0 0,0 0 1 0 0,-1 0 0 0 0,1 0 0 0 0,-1 0-1 0 0,0 0 1 0 0,3-2 0 0 0,6-2 11 0 0,-1 0-1 0 0,0-1 1 0 0,0-1 0 0 0,9-8 0 0 0,39-38 62 0 0,-46 40-76 0 0,0 1 0 0 0,0 0 0 0 0,2 1 1 0 0,-1 1-1 0 0,1 0 0 0 0,1 0 1 0 0,0 2-1 0 0,0 0 0 0 0,25-10 1 0 0,60-4 9 0 0,-63 15-7 0 0,45-15 0 0 0,-72 18-11 0 0,0-1 0 0 0,0 0 1 0 0,0-1-1 0 0,-1 0 0 0 0,0 0 1 0 0,0-1-1 0 0,0 0 0 0 0,-1 0 1 0 0,0-1-1 0 0,-1 0 0 0 0,8-11 1 0 0,-11 15-2 0 0,-1 0 0 0 0,0 0 0 0 0,-1 0 0 0 0,1-1 0 0 0,-1 1 0 0 0,0-1 1 0 0,0 1-1 0 0,0-1 0 0 0,-1 0 0 0 0,1 0 0 0 0,-1 0 0 0 0,0 0 0 0 0,-1 0 0 0 0,1 0 1 0 0,-1 0-1 0 0,0 0 0 0 0,0 0 0 0 0,-1 0 0 0 0,1 0 0 0 0,-1 0 0 0 0,0 0 1 0 0,-1 0-1 0 0,1 1 0 0 0,-1-1 0 0 0,0 0 0 0 0,-3-5 0 0 0,5 9 1 0 0,-1 1-1 0 0,1-1 1 0 0,0 1-1 0 0,0 0 1 0 0,-1-1-1 0 0,1 1 1 0 0,0 0-1 0 0,0-1 1 0 0,-1 1-1 0 0,1 0 0 0 0,0-1 1 0 0,-1 1-1 0 0,1 0 1 0 0,0-1-1 0 0,-1 1 1 0 0,1 0-1 0 0,-1 0 1 0 0,1 0-1 0 0,0-1 1 0 0,-1 1-1 0 0,1 0 1 0 0,-1 0-1 0 0,1 0 1 0 0,-1 0-1 0 0,1 0 1 0 0,0 0-1 0 0,-1 0 1 0 0,1 0-1 0 0,-1 0 1 0 0,1 0-1 0 0,-1 0 1 0 0,1 0-1 0 0,-1 0 0 0 0,1 0 1 0 0,0 0-1 0 0,-1 1 1 0 0,1-1-1 0 0,-1 0 1 0 0,-14 18 34 0 0,-5 29 10 0 0,-4 55 35 0 0,-21 195 0 0 0,5-16-7 0 0,33-250-55 0 0,-70 412 198 0 0,78-443-188 0 0,-1 1-1 0 0,0-1 1 0 0,0 1-1 0 0,0-1 1 0 0,0 1-1 0 0,0 0 0 0 0,0-1 1 0 0,0 1-1 0 0,0-1 1 0 0,-1 1-1 0 0,1-1 1 0 0,0 1-1 0 0,0 0 1 0 0,0-1-1 0 0,-1 1 1 0 0,1-1-1 0 0,0 1 1 0 0,0-1-1 0 0,-1 1 0 0 0,1-1 1 0 0,0 0-1 0 0,-1 1 1 0 0,1-1-1 0 0,-1 1 1 0 0,1-1-1 0 0,-1 0 1 0 0,1 1-1 0 0,0-1 1 0 0,-2 1-1 0 0,-9-13 633 0 0,-4-27-94 0 0,12 23-523 0 0,2-1 1 0 0,0 1 0 0 0,1-1-1 0 0,0 0 1 0 0,1 1 0 0 0,1-1-1 0 0,1 0 1 0 0,0 1-1 0 0,2 0 1 0 0,-1 0 0 0 0,2 0-1 0 0,0 1 1 0 0,1-1-1 0 0,1 1 1 0 0,0 1 0 0 0,0 0-1 0 0,2 0 1 0 0,0 0 0 0 0,15-15-1 0 0,-4 7-577 0 0,0 2-1 0 0,1 0 1 0 0,1 1-1 0 0,27-17 1 0 0,-16 15-1983 0 0,1 1 0 0 0,54-22 1 0 0,-13 12-1329 0 0</inkml:trace>
</inkml:ink>
</file>

<file path=ppt/ink/ink4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2:53:05.5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156 204 584 0 0,'0'-2'350'0'0,"0"0"0"0"0,0-1 0 0 0,0 1 0 0 0,0 0 0 0 0,-1 0 0 0 0,1 0 0 0 0,-1 0 0 0 0,1-1 0 0 0,-1 1 0 0 0,0 0 0 0 0,0 0 0 0 0,0 0 0 0 0,0 0 0 0 0,0 1 0 0 0,-2-4 0 0 0,3 5-270 0 0,-1 0 0 0 0,1 0-1 0 0,0 0 1 0 0,0-1 0 0 0,0 1-1 0 0,-1 0 1 0 0,1 0-1 0 0,0 0 1 0 0,0 0 0 0 0,-1 0-1 0 0,1 0 1 0 0,0 0-1 0 0,0 0 1 0 0,-1 0 0 0 0,1 0-1 0 0,0 0 1 0 0,0 0 0 0 0,-1 0-1 0 0,1 0 1 0 0,0 0-1 0 0,0 0 1 0 0,-1 0 0 0 0,1 0-1 0 0,0 0 1 0 0,0 0-1 0 0,-1 0 1 0 0,1 0 0 0 0,0 0-1 0 0,0 1 1 0 0,0-1 0 0 0,-1 0-1 0 0,1 0 1 0 0,0 0-1 0 0,0 0 1 0 0,0 1 0 0 0,-1-1-1 0 0,1 0 1 0 0,0 0-1 0 0,0 1 1 0 0,-7 21 659 0 0,-33 197 1164 0 0,28-169-1638 0 0,12-48-225 0 0,-1 1 1 0 0,1-1-1 0 0,-1 0 0 0 0,0 1 0 0 0,0-1 1 0 0,0 0-1 0 0,0 1 0 0 0,0-1 0 0 0,-1 0 1 0 0,1 0-1 0 0,-1 0 0 0 0,1 0 0 0 0,-1 0 1 0 0,0-1-1 0 0,0 1 0 0 0,-3 2 1 0 0,4-4 68 0 0,0 0-95 0 0,-1-1 1 0 0,1 1-1 0 0,0-1 0 0 0,-1 0 1 0 0,1 0-1 0 0,-1 0 0 0 0,1 0 1 0 0,0 0-1 0 0,0 0 0 0 0,0 0 1 0 0,0 0-1 0 0,0 0 0 0 0,0 0 1 0 0,0-1-1 0 0,0 1 0 0 0,0 0 1 0 0,0-1-1 0 0,1 1 0 0 0,-1-1 1 0 0,0 1-1 0 0,0-3 0 0 0,-11-33 120 0 0,6 2-89 0 0,1 0 0 0 0,2 0-1 0 0,1-1 1 0 0,2 1 0 0 0,1 0-1 0 0,2-1 1 0 0,15-66 0 0 0,-18 99-44 0 0,1 0-1 0 0,-1 1 1 0 0,1-1 0 0 0,0 1 0 0 0,0-1 0 0 0,0 0 0 0 0,0 1 0 0 0,0 0 0 0 0,0-1 0 0 0,1 1 0 0 0,-1 0 0 0 0,1 0 0 0 0,0-1 0 0 0,-1 1 0 0 0,1 1 0 0 0,0-1 0 0 0,0 0 0 0 0,0 0 0 0 0,1 1-1 0 0,-1-1 1 0 0,4-1 0 0 0,-2 2 0 0 0,-1 0 0 0 0,1 1 0 0 0,-1-1 0 0 0,1 1-1 0 0,0 0 1 0 0,-1 0 0 0 0,1 0 0 0 0,-1 0 0 0 0,1 1-1 0 0,-1 0 1 0 0,1-1 0 0 0,-1 1 0 0 0,0 0 0 0 0,5 3-1 0 0,8 3 1 0 0,0 2 1 0 0,-1 0-1 0 0,0 0 0 0 0,-1 2 0 0 0,20 17 0 0 0,174 165 10 0 0,-183-170-85 0 0,1-1 1 0 0,0-1-1 0 0,2-1 1 0 0,0-1-1 0 0,58 28 1 0 0,-85-47 69 0 0,1 1-1 0 0,-1-1 1 0 0,1 0 0 0 0,-1 0 0 0 0,1 0 0 0 0,-1 1-1 0 0,1-1 1 0 0,-1 0 0 0 0,1-1 0 0 0,-1 1-1 0 0,1 0 1 0 0,-1 0 0 0 0,1-1 0 0 0,-1 1 0 0 0,1-1-1 0 0,-1 1 1 0 0,0-1 0 0 0,1 1 0 0 0,-1-1-1 0 0,0 0 1 0 0,0 0 0 0 0,1 0 0 0 0,-1 0 0 0 0,0 0-1 0 0,0 0 1 0 0,0 0 0 0 0,0 0 0 0 0,0 0 0 0 0,0 0-1 0 0,0-1 1 0 0,-1 1 0 0 0,1 0 0 0 0,0-1-1 0 0,-1 1 1 0 0,1 0 0 0 0,-1-1 0 0 0,1 1 0 0 0,-1-1-1 0 0,1-1 1 0 0,1-5 6 0 0,0-1-1 0 0,0 1 0 0 0,0-1 1 0 0,-1 0-1 0 0,0-11 1 0 0,-3-24 160 0 0,-1 0-1 0 0,-3 0 1 0 0,-1 0-1 0 0,-3 0 1 0 0,-1 2 0 0 0,-17-44-1 0 0,23 68-407 0 0,10 16-749 0 0,20 25-3148 0 0,-8-7-261 0 0,-7-8 1779 0 0</inkml:trace>
</inkml:ink>
</file>

<file path=ppt/ink/ink4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2:53:05.9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 1 540 0 0,'0'0'1864'0'0,"-2"3"-1297"0"0,-3 8-353 0 0,0 0 0 0 0,0 1 0 0 0,1 0 0 0 0,1 0 0 0 0,0 0 0 0 0,0 0 0 0 0,2 0 1 0 0,-1 0-1 0 0,2 1 0 0 0,-1-1 0 0 0,2 0 0 0 0,-1 1 0 0 0,2-1 0 0 0,0 0 0 0 0,0 0 0 0 0,1 0 0 0 0,1 0 0 0 0,0 0 0 0 0,0-1 0 0 0,1 1 1 0 0,1-1-1 0 0,10 16 0 0 0,-15-25-163 0 0,0 1 1 0 0,1-1-1 0 0,0 0 1 0 0,0 1-1 0 0,-1-1 1 0 0,1 0-1 0 0,1 0 0 0 0,-1 0 1 0 0,0 0-1 0 0,0-1 1 0 0,1 1-1 0 0,-1 0 1 0 0,1-1-1 0 0,-1 0 1 0 0,1 0-1 0 0,0 1 1 0 0,-1-1-1 0 0,1-1 1 0 0,0 1-1 0 0,0 0 1 0 0,0-1-1 0 0,-1 0 1 0 0,1 1-1 0 0,0-1 0 0 0,0 0 1 0 0,0 0-1 0 0,0-1 1 0 0,0 1-1 0 0,0-1 1 0 0,3 0-1 0 0,-2-2 26 0 0,0 1 1 0 0,-1-1-1 0 0,1 1 0 0 0,-1-1 0 0 0,0 0 0 0 0,1 0 0 0 0,-1 0 1 0 0,-1-1-1 0 0,1 1 0 0 0,0-1 0 0 0,-1 0 0 0 0,0 1 1 0 0,0-1-1 0 0,0 0 0 0 0,0 0 0 0 0,-1 0 0 0 0,0-1 0 0 0,1 1 1 0 0,0-8-1 0 0,0-1 53 0 0,-1-1 1 0 0,0 1-1 0 0,0 0 1 0 0,-2-1-1 0 0,1 1 1 0 0,-2 0-1 0 0,0-1 1 0 0,-6-21-1 0 0,7 31-99 0 0,0-1-1 0 0,0 1 1 0 0,-1 0 0 0 0,0-1-1 0 0,0 1 1 0 0,0 0 0 0 0,0 0-1 0 0,0 1 1 0 0,-1-1 0 0 0,0 0-1 0 0,0 1 1 0 0,0-1 0 0 0,0 1-1 0 0,0 0 1 0 0,-1 0 0 0 0,1 0-1 0 0,-1 1 1 0 0,0-1 0 0 0,0 1-1 0 0,0 0 1 0 0,0 0 0 0 0,0 0-1 0 0,0 1 1 0 0,-1-1 0 0 0,1 1-1 0 0,0 0 1 0 0,-1 0 0 0 0,-7 0-1 0 0,9 1-129 0 0,1 0 0 0 0,-1 0 0 0 0,0 1-1 0 0,0-1 1 0 0,1 1 0 0 0,-1-1 0 0 0,1 1-1 0 0,-1 0 1 0 0,1 0 0 0 0,-1 0 0 0 0,1 0 0 0 0,-1 1-1 0 0,1-1 1 0 0,0 1 0 0 0,0-1 0 0 0,0 1-1 0 0,0 0 1 0 0,0 0 0 0 0,0 0 0 0 0,0 0-1 0 0,0 0 1 0 0,1 0 0 0 0,-3 4 0 0 0,2-2-679 0 0,0 0 1 0 0,0 1-1 0 0,1-1 1 0 0,-1 0-1 0 0,1 1 1 0 0,0-1-1 0 0,0 9 1 0 0,-1-2-1755 0 0</inkml:trace>
</inkml:ink>
</file>

<file path=ppt/ink/ink4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2:53:06.4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1 596 0 0,'5'2'316'0'0,"1"1"1"0"0,0 0-1 0 0,-1 1 0 0 0,0-1 1 0 0,1 1-1 0 0,-1 0 1 0 0,-1 0-1 0 0,1 0 0 0 0,-1 1 1 0 0,0 0-1 0 0,0 0 0 0 0,0 0 1 0 0,0 0-1 0 0,-1 1 0 0 0,0-1 1 0 0,3 8-1 0 0,-2-4-140 0 0,0 0 0 0 0,-1 0 0 0 0,1 0 1 0 0,-2 0-1 0 0,0 1 0 0 0,0-1 0 0 0,0 1 0 0 0,-1 0 0 0 0,-1-1 0 0 0,0 11 0 0 0,0-18-135 0 0,0 0-1 0 0,0 1 0 0 0,0-1 0 0 0,-1 0 1 0 0,1 0-1 0 0,0-1 0 0 0,-1 1 0 0 0,0 0 1 0 0,1 0-1 0 0,-1 0 0 0 0,0 0 1 0 0,0 0-1 0 0,0-1 0 0 0,0 1 0 0 0,0 0 1 0 0,0-1-1 0 0,-1 1 0 0 0,1-1 0 0 0,-1 1 1 0 0,1-1-1 0 0,-1 0 0 0 0,1 1 0 0 0,-1-1 1 0 0,0 0-1 0 0,-2 1 0 0 0,3-2 120 0 0,-5-5-41 0 0,6 5-114 0 0,-1 0 1 0 0,0-1 0 0 0,0 1 0 0 0,0-1-1 0 0,1 1 1 0 0,-1-1 0 0 0,0 0-1 0 0,1 1 1 0 0,-1-1 0 0 0,0 0 0 0 0,1 1-1 0 0,-1-1 1 0 0,1 0 0 0 0,0 0 0 0 0,-1 0-1 0 0,1 1 1 0 0,-1-1 0 0 0,1 0-1 0 0,0 0 1 0 0,-1-2 0 0 0,2-3 7 0 0,0 0 0 0 0,1 0 1 0 0,-1 0-1 0 0,1 0 0 0 0,1 0 0 0 0,-1 0 1 0 0,1 0-1 0 0,0 1 0 0 0,0-1 1 0 0,1 1-1 0 0,-1 0 0 0 0,1 0 0 0 0,0 0 1 0 0,8-6-1 0 0,5-6-2 0 0,1 1-1 0 0,27-18 1 0 0,-37 28 4 0 0,0 1 0 0 0,1 0 0 0 0,-1 0 0 0 0,1 1 0 0 0,0 0 0 0 0,0 1 0 0 0,0 0 0 0 0,15-3 0 0 0,-21 6 14 0 0,0-1 0 0 0,0 1-1 0 0,0 0 1 0 0,0 0 0 0 0,0 0 0 0 0,0 0 0 0 0,0 1 0 0 0,0-1 0 0 0,0 1 0 0 0,0 0 0 0 0,0 0-1 0 0,-1 0 1 0 0,1 0 0 0 0,0 0 0 0 0,0 1 0 0 0,-1-1 0 0 0,1 1 0 0 0,-1 0 0 0 0,1 0 0 0 0,-1-1-1 0 0,0 2 1 0 0,0-1 0 0 0,0 0 0 0 0,0 0 0 0 0,0 1 0 0 0,0-1 0 0 0,-1 1 0 0 0,1-1 0 0 0,-1 1-1 0 0,2 4 1 0 0,3 4-42 0 0,-2 1-1 0 0,1 0 1 0 0,-1-1-1 0 0,-1 2 1 0 0,0-1 0 0 0,-1 0-1 0 0,0 1 1 0 0,-1-1-1 0 0,0 1 1 0 0,-2 16-1 0 0,2-8-1592 0 0,2-8-2670 0 0,0-7 1696 0 0</inkml:trace>
</inkml:ink>
</file>

<file path=ppt/ink/ink4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2:53:06.7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61 632 0 0,'0'0'1100'0'0,"34"-21"5152"0"0,-12 14-5352 0 0,1 1 1 0 0,0 1-1 0 0,26-3 0 0 0,2 2-1859 0 0,6 0-5121 0 0,-46 5 3522 0 0</inkml:trace>
</inkml:ink>
</file>

<file path=ppt/ink/ink4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2:53:07.5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209 99 436 0 0,'-1'-4'296'0'0,"0"-1"0"0"0,1 1 0 0 0,-1-1 0 0 0,1 1 0 0 0,0-1 0 0 0,0 0 0 0 0,1 1 0 0 0,0-1 0 0 0,-1 1 0 0 0,1-1 0 0 0,1 1 0 0 0,1-6 0 0 0,5-24 3832 0 0,-13 57-3765 0 0,-1 1 1 0 0,-1-2-1 0 0,-1 1 0 0 0,-21 40 1 0 0,0 3 69 0 0,0 4-62 0 0,4 0 0 0 0,2 2 0 0 0,4 0 1 0 0,-19 149-1 0 0,35-191-298 0 0,2 0 1 0 0,1 0-1 0 0,2 0 1 0 0,1 1-1 0 0,1-2 1 0 0,8 32-1 0 0,-9-53-54 0 0,-1 0-1 0 0,2 0 1 0 0,-1 0 0 0 0,1-1-1 0 0,0 1 1 0 0,0-1 0 0 0,1 0 0 0 0,0 0-1 0 0,1-1 1 0 0,-1 1 0 0 0,10 7-1 0 0,-10-10-10 0 0,1 0 0 0 0,0-1 0 0 0,0 1 0 0 0,0-1-1 0 0,1-1 1 0 0,-1 1 0 0 0,1-1 0 0 0,-1 0 0 0 0,1 0-1 0 0,0-1 1 0 0,-1 0 0 0 0,1 0 0 0 0,0-1 0 0 0,0 0 0 0 0,0 0-1 0 0,7-1 1 0 0,1-1 0 0 0,0-1 1 0 0,-1-1-1 0 0,1 0 0 0 0,-1 0 0 0 0,0-2 0 0 0,0 0 1 0 0,-1 0-1 0 0,0-2 0 0 0,0 1 0 0 0,0-2 0 0 0,20-17 1 0 0,-16 11-10 0 0,-1 0 1 0 0,0-1-1 0 0,-1-1 1 0 0,-1 0-1 0 0,-1-1 1 0 0,-1-1-1 0 0,15-27 1 0 0,-26 43 0 0 0,1 0 1 0 0,-1 0-1 0 0,0-1 1 0 0,1 1-1 0 0,-1 0 1 0 0,-1 0-1 0 0,1-1 1 0 0,-1 1-1 0 0,1-1 1 0 0,-1 1-1 0 0,0 0 1 0 0,0-1-1 0 0,0 1 0 0 0,-1-1 1 0 0,0-3-1 0 0,0 6 2 0 0,1-1-1 0 0,-1 1 0 0 0,0 0 0 0 0,0 0 1 0 0,0 0-1 0 0,0 0 0 0 0,0 0 0 0 0,0 0 1 0 0,0 0-1 0 0,0 0 0 0 0,0 0 0 0 0,-1 1 1 0 0,1-1-1 0 0,0 0 0 0 0,0 1 0 0 0,-1-1 0 0 0,1 1 1 0 0,0-1-1 0 0,-1 1 0 0 0,1 0 0 0 0,-1-1 1 0 0,1 1-1 0 0,0 0 0 0 0,-1 0 0 0 0,1 0 1 0 0,-1 0-1 0 0,1 0 0 0 0,-1 1 0 0 0,1-1 1 0 0,0 0-1 0 0,-1 1 0 0 0,1-1 0 0 0,0 0 1 0 0,-1 1-1 0 0,1 0 0 0 0,0-1 0 0 0,-2 2 1 0 0,-2 0-3 0 0,0 0 1 0 0,0 1 0 0 0,1-1-1 0 0,-1 1 1 0 0,1 0 0 0 0,0 0-1 0 0,0 1 1 0 0,0-1 0 0 0,0 1-1 0 0,1 0 1 0 0,-1 0 0 0 0,1 0 0 0 0,0 0-1 0 0,0 1 1 0 0,0-1 0 0 0,1 1-1 0 0,0 0 1 0 0,0 0 0 0 0,0-1-1 0 0,0 1 1 0 0,1 1 0 0 0,0-1-1 0 0,0 0 1 0 0,0 0 0 0 0,0 0 0 0 0,1 1-1 0 0,0-1 1 0 0,1 6 0 0 0,-1-6 1 0 0,1 1 1 0 0,-1 0 0 0 0,1-1 0 0 0,0 1 0 0 0,1 0-1 0 0,0-1 1 0 0,0 0 0 0 0,0 1 0 0 0,0-1 0 0 0,1 0-1 0 0,0 0 1 0 0,0 0 0 0 0,0 0 0 0 0,0-1 0 0 0,1 1 0 0 0,0-1-1 0 0,0 0 1 0 0,0 0 0 0 0,1-1 0 0 0,-1 1 0 0 0,1-1-1 0 0,0 0 1 0 0,0 0 0 0 0,0 0 0 0 0,9 3 0 0 0,-6-4-6 0 0,0 0 1 0 0,1 0 0 0 0,-1-1 0 0 0,1 0-1 0 0,-1-1 1 0 0,1 0 0 0 0,0 0 0 0 0,-1-1 0 0 0,1 0-1 0 0,-1 0 1 0 0,0-1 0 0 0,1 0 0 0 0,-1 0 0 0 0,0-1-1 0 0,0 0 1 0 0,0-1 0 0 0,0 0 0 0 0,-1 0-1 0 0,0 0 1 0 0,0-1 0 0 0,0 0 0 0 0,7-7 0 0 0,137-100-31 0 0,-145 107 29 0 0,-1 0 1 0 0,0 0 0 0 0,1 1-1 0 0,0 0 1 0 0,0 0 0 0 0,1 0 0 0 0,-1 1-1 0 0,1 0 1 0 0,-1 0 0 0 0,1 1 0 0 0,9-3-1 0 0,-14 5 3 0 0,-1 1 4 0 0,1 0-1 0 0,0 0 0 0 0,0 1 0 0 0,0-1 0 0 0,0 1 0 0 0,-1-1 1 0 0,1 1-1 0 0,0 0 0 0 0,-1 0 0 0 0,0-1 0 0 0,1 1 1 0 0,-1 0-1 0 0,0 0 0 0 0,0 0 0 0 0,0 1 0 0 0,0-1 0 0 0,0 0 1 0 0,-1 0-1 0 0,1 0 0 0 0,-1 1 0 0 0,1-1 0 0 0,-1 0 1 0 0,0 1-1 0 0,0-1 0 0 0,0 0 0 0 0,0 1 0 0 0,0-1 0 0 0,-2 4 1 0 0,4 17 29 0 0,0-18-30 0 0,1-1 1 0 0,-1 0 0 0 0,1 0 0 0 0,0 0-1 0 0,1 0 1 0 0,-1-1 0 0 0,0 1 0 0 0,1-1-1 0 0,0 1 1 0 0,0-1 0 0 0,0-1 0 0 0,0 1-1 0 0,0 0 1 0 0,1-1 0 0 0,-1 0 0 0 0,1 0-1 0 0,0 0 1 0 0,-1-1 0 0 0,1 0 0 0 0,0 0-1 0 0,0 0 1 0 0,0 0 0 0 0,7 0-1 0 0,13 0-333 0 0,1 0-1 0 0,-1-2 1 0 0,34-4-1 0 0,4-7-1826 0 0,-24-4-2848 0 0,-24 5 2177 0 0</inkml:trace>
</inkml:ink>
</file>

<file path=ppt/ink/ink4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2:53:07.9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 56 664 0 0,'-6'-3'1072'0'0,"4"-3"660"0"0,16 0-1036 0 0,-1-1-84 0 0,2 0-120 0 0,5 2-139 0 0,10-2-161 0 0,1 3-228 0 0,11 1-244 0 0,4-1-637 0 0,-2 4-995 0 0,4-3 440 0 0</inkml:trace>
</inkml:ink>
</file>

<file path=ppt/ink/ink4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2:53:08.8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77 824 0 0,'1'-1'484'0'0,"0"-1"0"0"0,0 1 1 0 0,-1-1-1 0 0,1 1 0 0 0,0 0 0 0 0,1-1 0 0 0,-1 1 1 0 0,0 0-1 0 0,0 0 0 0 0,0 0 0 0 0,1 0 0 0 0,-1 0 1 0 0,3-2-1 0 0,-1 5-381 0 0,0 1 1 0 0,0-1 0 0 0,0 0 0 0 0,-1 1-1 0 0,0 0 1 0 0,1 0 0 0 0,-1 0 0 0 0,0 0-1 0 0,0 0 1 0 0,0 0 0 0 0,-1 0 0 0 0,1 1-1 0 0,-1-1 1 0 0,0 0 0 0 0,0 1 0 0 0,0-1-1 0 0,0 1 1 0 0,-1 0 0 0 0,1-1 0 0 0,-1 1-1 0 0,0 5 1 0 0,0-4-47 0 0,0-1 0 0 0,0 1 0 0 0,0 0 0 0 0,-1 0 0 0 0,1 0 0 0 0,-1-1 0 0 0,-1 1 0 0 0,1 0 0 0 0,0-1 0 0 0,-1 1 0 0 0,0-1 0 0 0,0 0 0 0 0,-1 0 0 0 0,1 1 0 0 0,-1-1 0 0 0,-5 6 0 0 0,7-9-19 0 0,1-4-27 0 0,0 0 1 0 0,0 0-1 0 0,1 0 0 0 0,-1 0 1 0 0,1 0-1 0 0,-1 0 1 0 0,1 0-1 0 0,0 0 1 0 0,0 0-1 0 0,0 0 1 0 0,1 0-1 0 0,-1 1 0 0 0,1-1 1 0 0,1-2-1 0 0,40-42 10 0 0,-18 26-41 0 0,50-31 0 0 0,-71 49 18 0 0,0 1 0 0 0,1-1 0 0 0,-1 1 1 0 0,0 0-1 0 0,1 0 0 0 0,-1 1 0 0 0,1-1 1 0 0,0 1-1 0 0,-1 0 0 0 0,1 0 0 0 0,0 1 1 0 0,0-1-1 0 0,-1 1 0 0 0,1 0 0 0 0,0 1 0 0 0,0-1 1 0 0,0 1-1 0 0,-1 0 0 0 0,1 0 0 0 0,0 0 1 0 0,5 2-1 0 0,-6 0 1 0 0,1 0 1 0 0,-1 0 0 0 0,0 0-1 0 0,1 0 1 0 0,-2 0-1 0 0,1 1 1 0 0,0 0-1 0 0,0 0 1 0 0,-1 0-1 0 0,0 0 1 0 0,0 0-1 0 0,0 1 1 0 0,-1-1 0 0 0,1 1-1 0 0,-1 0 1 0 0,0 0-1 0 0,-1 0 1 0 0,3 9-1 0 0,1 40 27 0 0,-5-52-16 0 0,5-6-8 0 0,-1 1 0 0 0,0-1 0 0 0,-1 0-1 0 0,1 0 1 0 0,0 0 0 0 0,-1-1 0 0 0,5-8 0 0 0,17-21 3 0 0,2 6-10 0 0,-18 17 2 0 0,1 0-1 0 0,1 1 0 0 0,-1 0 0 0 0,2 1 1 0 0,19-13-1 0 0,-31 21 4 0 0,1 1-1 0 0,0 0 1 0 0,0 0-1 0 0,0 0 1 0 0,0 0-1 0 0,-1-1 1 0 0,1 1 0 0 0,0 0-1 0 0,0 0 1 0 0,0 1-1 0 0,0-1 1 0 0,0 0-1 0 0,-1 0 1 0 0,1 0 0 0 0,0 1-1 0 0,0-1 1 0 0,0 0-1 0 0,-1 1 1 0 0,1-1-1 0 0,0 0 1 0 0,0 1 0 0 0,-1-1-1 0 0,1 1 1 0 0,0-1-1 0 0,-1 1 1 0 0,1 0 0 0 0,-1-1-1 0 0,1 1 1 0 0,0 0-1 0 0,-1-1 1 0 0,0 1-1 0 0,1 0 1 0 0,-1 0 0 0 0,1-1-1 0 0,-1 2 1 0 0,19 40 28 0 0,-8-17-31 0 0,-8-20 0 0 0,0-1 1 0 0,0 1-1 0 0,1-1 0 0 0,0 0 0 0 0,-1 0 1 0 0,2 0-1 0 0,-1 0 0 0 0,0-1 1 0 0,1 0-1 0 0,0 0 0 0 0,-1 0 0 0 0,1 0 1 0 0,1-1-1 0 0,-1 0 0 0 0,0 0 1 0 0,0 0-1 0 0,1 0 0 0 0,-1-1 1 0 0,1 0-1 0 0,-1 0 0 0 0,1-1 0 0 0,-1 0 1 0 0,11 0-1 0 0,-6-1 2 0 0,-1 0 1 0 0,1 0-1 0 0,-1-1 0 0 0,1 0 1 0 0,-1 0-1 0 0,0-1 0 0 0,0-1 1 0 0,0 0-1 0 0,-1 0 1 0 0,1 0-1 0 0,-1-1 0 0 0,0 0 1 0 0,10-9-1 0 0,23-28 1606 0 0,-40 41-1398 0 0,-13 36 1228 0 0,7-25-1386 0 0,1 1 0 0 0,0-1 1 0 0,0 1-1 0 0,-1 14 1 0 0,0-3-244 0 0,1 9-1246 0 0,9-12-3406 0 0</inkml:trace>
</inkml:ink>
</file>

<file path=ppt/ink/ink4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2:53:09.2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75 336 0 0,'0'-12'2169'0'0,"1"1"1"0"0,0-1-1 0 0,1 1 0 0 0,4-16 0 0 0,-6 26-2189 0 0,17 25-2732 0 0,-10-16-1516 0 0,-2-4 1938 0 0</inkml:trace>
</inkml:ink>
</file>

<file path=ppt/ink/ink4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2:53:10.0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0 379 608 0 0,'2'17'1716'0'0,"0"0"0"0"0,-1 1 0 0 0,-3 29-1 0 0,1-7 573 0 0,1-39-2145 0 0,13-10 697 0 0,-9 3-834 0 0,0 1-1 0 0,1-1 1 0 0,0 1-1 0 0,0 0 0 0 0,0 0 1 0 0,1 1-1 0 0,-1 0 1 0 0,1 0-1 0 0,0 0 0 0 0,0 1 1 0 0,1-1-1 0 0,-1 2 1 0 0,1-1-1 0 0,-1 1 0 0 0,1 0 1 0 0,0 0-1 0 0,0 0 1 0 0,0 1-1 0 0,0 0 0 0 0,0 1 1 0 0,0 0-1 0 0,0 0 1 0 0,0 0-1 0 0,0 1 0 0 0,0 0 1 0 0,0 0-1 0 0,0 1 1 0 0,11 4-1 0 0,8 4-235 0 0,-1-1 1 0 0,1-1-1 0 0,0-1 0 0 0,1-1 1 0 0,-1-1-1 0 0,1-2 0 0 0,29 1 1 0 0,-35-4 179 0 0,-1 0 0 0 0,1-2-1 0 0,-1 0 1 0 0,0-1 0 0 0,0-1 0 0 0,0-1 0 0 0,0-1 0 0 0,-1-1 0 0 0,37-17 0 0 0,-53 22 268 0 0,1 0 1 0 0,-1 0-1 0 0,0-1 0 0 0,1 1 1 0 0,-1-1-1 0 0,0 0 0 0 0,4-5 1 0 0,-6 7-163 0 0,-1 1 1 0 0,0 0-1 0 0,0-1 1 0 0,1 1-1 0 0,-1-1 1 0 0,0 1-1 0 0,0-1 1 0 0,0 1-1 0 0,1-1 1 0 0,-1 1-1 0 0,0-1 1 0 0,0 1-1 0 0,0-1 1 0 0,0 1-1 0 0,0-1 1 0 0,0 1-1 0 0,0-1 1 0 0,0 1-1 0 0,0-1 1 0 0,0 0-1 0 0,-1 1 1 0 0,1-1-1 0 0,0 1 1 0 0,0 0 0 0 0,-1-2-1 0 0,-18-8 1053 0 0,17 10-928 0 0,-27 6 414 0 0,22-4-500 0 0,1 1 0 0 0,0-1 0 0 0,0 1 0 0 0,0 1 0 0 0,0-1 0 0 0,-10 9 0 0 0,-8 4 145 0 0,24-16-237 0 0,0 0 1 0 0,1 0-1 0 0,-1 0 1 0 0,1 0-1 0 0,-1 0 1 0 0,0 0-1 0 0,1 0 1 0 0,-1 1-1 0 0,0-1 1 0 0,1 0-1 0 0,-1 0 1 0 0,0 0-1 0 0,1 0 1 0 0,-1 0-1 0 0,0 1 1 0 0,1-1-1 0 0,-1 0 1 0 0,0 0-1 0 0,1 1 1 0 0,-1-1-1 0 0,0 0 1 0 0,0 0-1 0 0,1 1 1 0 0,-1-1-1 0 0,0 0 1 0 0,0 1-1 0 0,1-1 1 0 0,-1 0-1 0 0,0 1 1 0 0,0-1-1 0 0,0 0 1 0 0,0 1-1 0 0,0-1 1 0 0,0 0-1 0 0,0 1 1 0 0,0-1-1 0 0,0 1 1 0 0,0-1-1 0 0,0 0 1 0 0,0 1-1 0 0,0-1 1 0 0,0 0-1 0 0,0 1 1 0 0,0-1-1 0 0,0 1 1 0 0,0-1-1 0 0,0 0 1 0 0,0 1-1 0 0,-1-1 1 0 0,1 0-1 0 0,0 1 1 0 0,0-1-1 0 0,0 0 1 0 0,-1 1-1 0 0,1-1 1 0 0,0 0-1 0 0,0 0 1 0 0,-1 1-1 0 0,1-1 1 0 0,0 0-1 0 0,-1 0 1 0 0,1 0-1 0 0,0 1 1 0 0,-1-1-1 0 0,1 0 1 0 0,0 0-1 0 0,-1 0 1 0 0,0 1-1 0 0,31 4 3 0 0,0-7-182 0 0,58-10 1 0 0,-5-1-303 0 0,-58 11 337 0 0,0-1 0 0 0,0-1 0 0 0,-1-1 0 0 0,0-1 0 0 0,31-12 0 0 0,-47 15 131 0 0,0-1 1 0 0,-1 0-1 0 0,1 0 0 0 0,-1-1 0 0 0,0 0 0 0 0,0 0 1 0 0,-1-1-1 0 0,0 1 0 0 0,0-1 0 0 0,0-1 1 0 0,0 1-1 0 0,-1-1 0 0 0,0 0 0 0 0,-1 0 1 0 0,1-1-1 0 0,-2 1 0 0 0,1-1 0 0 0,-1 0 1 0 0,3-10-1 0 0,-2 5 247 0 0,-1-1 1 0 0,0 1 0 0 0,-2-1-1 0 0,1 0 1 0 0,-1 0 0 0 0,-1 1-1 0 0,-1-1 1 0 0,0 0 0 0 0,-1 0-1 0 0,0 1 1 0 0,-1-1 0 0 0,0 1-1 0 0,-1 0 1 0 0,-1 0 0 0 0,0 0-1 0 0,-1 0 1 0 0,-14-22 0 0 0,20 34-186 0 0,-1 0 1 0 0,0 0 0 0 0,1 0 0 0 0,-1 0-1 0 0,0 0 1 0 0,0 0 0 0 0,0 0-1 0 0,1 1 1 0 0,-1-1 0 0 0,0 0 0 0 0,0 0-1 0 0,0 1 1 0 0,0-1 0 0 0,0 1 0 0 0,-1-1-1 0 0,1 1 1 0 0,0-1 0 0 0,0 1 0 0 0,0 0-1 0 0,0-1 1 0 0,0 1 0 0 0,-1 0 0 0 0,1 0-1 0 0,0 0 1 0 0,0 0 0 0 0,-1 0-1 0 0,1 0 1 0 0,0 0 0 0 0,-2 1 0 0 0,0 0-4 0 0,1 1 0 0 0,-1-1 0 0 0,1 1 0 0 0,-1 0 0 0 0,1 0 0 0 0,0 0 0 0 0,0 0 0 0 0,0 0 0 0 0,0 0 0 0 0,0 0 0 0 0,-3 5 0 0 0,-4 9 40 0 0,0 0 0 0 0,1 1-1 0 0,-6 17 1 0 0,6-8 2 0 0,0 1 0 0 0,1 0 0 0 0,2 1 0 0 0,-3 40 0 0 0,4 112-1868 0 0,4-124 86 0 0,-4-9-1781 0 0,1-17-2133 0 0,2-12 1296 0 0</inkml:trace>
</inkml:ink>
</file>

<file path=ppt/ink/ink4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2:53:12.5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2 559 376 0 0,'0'0'2654'0'0,"-1"-45"1162"0"0,4 18-3376 0 0,1 0 0 0 0,2 0-1 0 0,0 1 1 0 0,2 0 0 0 0,1 0 0 0 0,1 0 0 0 0,1 1 0 0 0,1 1-1 0 0,2 0 1 0 0,27-38 0 0 0,-29 46-371 0 0,1 0-1 0 0,0 0 1 0 0,2 2-1 0 0,-1-1 1 0 0,2 2-1 0 0,0 0 1 0 0,1 1 0 0 0,0 0-1 0 0,0 2 1 0 0,1 0-1 0 0,1 1 1 0 0,-1 0-1 0 0,2 2 1 0 0,38-10-1 0 0,-48 15-54 0 0,0 1 0 0 0,0 0-1 0 0,0 1 1 0 0,-1 0 0 0 0,1 0-1 0 0,0 1 1 0 0,0 1 0 0 0,0 0-1 0 0,-1 0 1 0 0,1 0 0 0 0,-1 1-1 0 0,0 1 1 0 0,0 0 0 0 0,0 0-1 0 0,0 1 1 0 0,0 0 0 0 0,-1 0-1 0 0,0 1 1 0 0,0 0 0 0 0,-1 0-1 0 0,0 1 1 0 0,0 0-1 0 0,0 0 1 0 0,-1 1 0 0 0,0 0-1 0 0,0 0 1 0 0,-1 0 0 0 0,0 1-1 0 0,-1 0 1 0 0,0 0 0 0 0,0 0-1 0 0,-1 0 1 0 0,0 1 0 0 0,0-1-1 0 0,-1 1 1 0 0,-1-1 0 0 0,1 1-1 0 0,-2 0 1 0 0,1 0 0 0 0,-1 0-1 0 0,-3 18 1 0 0,2-17-2 0 0,-1 0 0 0 0,-1 0 0 0 0,1 0 0 0 0,-2 0 0 0 0,0 0 0 0 0,0-1 0 0 0,0 1 0 0 0,-2-1 0 0 0,-8 13 0 0 0,11-18 29 0 0,0-1 0 0 0,-1 1-1 0 0,0-1 1 0 0,0 0-1 0 0,0-1 1 0 0,0 1-1 0 0,0-1 1 0 0,-1 1 0 0 0,0-1-1 0 0,1 0 1 0 0,-1-1-1 0 0,0 1 1 0 0,-1-1 0 0 0,1 0-1 0 0,0-1 1 0 0,-1 1-1 0 0,1-1 1 0 0,-1 0-1 0 0,1 0 1 0 0,-9 0 0 0 0,13-1-27 0 0,-1 0 1 0 0,1 0 0 0 0,0 0 0 0 0,-1-1 0 0 0,1 1 0 0 0,0 0-1 0 0,-1 0 1 0 0,1-1 0 0 0,0 1 0 0 0,-1-1 0 0 0,1 1 0 0 0,0-1-1 0 0,0 0 1 0 0,0 1 0 0 0,-1-1 0 0 0,1 0 0 0 0,0 0 0 0 0,0 0-1 0 0,0 0 1 0 0,0 0 0 0 0,0 0 0 0 0,1 0 0 0 0,-1 0 0 0 0,0 0-1 0 0,0 0 1 0 0,1 0 0 0 0,-1-1 0 0 0,0 1 0 0 0,1 0 0 0 0,0-1-1 0 0,-1 1 1 0 0,1 0 0 0 0,0-1 0 0 0,-1 1 0 0 0,1-3 0 0 0,0 1-13 0 0,0 1 0 0 0,0-1 0 0 0,0 1 1 0 0,1-1-1 0 0,-1 1 0 0 0,1 0 1 0 0,-1-1-1 0 0,1 1 0 0 0,0-1 0 0 0,0 1 1 0 0,0 0-1 0 0,0-1 0 0 0,0 1 1 0 0,1 0-1 0 0,-1 0 0 0 0,1 0 0 0 0,-1 0 1 0 0,4-2-1 0 0,1-1-207 0 0,1 0-1 0 0,0 1 1 0 0,0 0-1 0 0,1 1 1 0 0,-1-1 0 0 0,1 2-1 0 0,0-1 1 0 0,0 1 0 0 0,9-2-1 0 0,76-5-7328 0 0,-67 9 4582 0 0</inkml:trace>
</inkml:ink>
</file>

<file path=ppt/ink/ink4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2:53: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37 357 684 0 0,'-6'2'5326'0'0,"18"0"-4012"0"0,19-2-973 0 0,35-10 552 0 0,32-7-45 0 0,-95 17-823 0 0,-1-1 1 0 0,1 0-1 0 0,-1 1 0 0 0,1-1 1 0 0,-1 1-1 0 0,1 0 0 0 0,0 0 1 0 0,-1 0-1 0 0,1 0 0 0 0,-1 1 1 0 0,1-1-1 0 0,4 2 0 0 0,-6-2-15 0 0,0 1 0 0 0,1 0 0 0 0,-1-1 0 0 0,0 1 0 0 0,0 0 1 0 0,0 0-1 0 0,0 0 0 0 0,0 0 0 0 0,0 0 0 0 0,0 0 0 0 0,-1 0 0 0 0,1 0 0 0 0,0 0 0 0 0,-1 0 0 0 0,1 0 0 0 0,0 0 0 0 0,-1 1 0 0 0,1 1 0 0 0,1 5 22 0 0,-1 0 0 0 0,-1 0 0 0 0,1 0-1 0 0,-1 0 1 0 0,0 0 0 0 0,-3 14 0 0 0,1-8 21 0 0,-8 76 296 0 0,-4-1 0 0 0,-3-1 1 0 0,-5 0-1 0 0,-59 152 0 0 0,74-225-301 0 0,0-1 0 0 0,0 0 0 0 0,-16 22 0 0 0,20-33-34 0 0,1 1 0 0 0,-1-1 0 0 0,1 0 0 0 0,-1 0-1 0 0,0 0 1 0 0,0 0 0 0 0,-1 0 0 0 0,1-1 0 0 0,0 1-1 0 0,-1-1 1 0 0,0 0 0 0 0,1 0 0 0 0,-1-1 0 0 0,0 1-1 0 0,0-1 1 0 0,0 1 0 0 0,0-1 0 0 0,-7 1-1 0 0,9-2-8 0 0,1-1-1 0 0,0 1 0 0 0,-1 0 0 0 0,1 0 1 0 0,-1-1-1 0 0,1 1 0 0 0,0-1 0 0 0,-1 1 0 0 0,1-1 1 0 0,0 1-1 0 0,0-1 0 0 0,-1 0 0 0 0,1 0 0 0 0,0 1 1 0 0,0-1-1 0 0,0 0 0 0 0,0 0 0 0 0,0 0 1 0 0,0 0-1 0 0,0-1 0 0 0,0 1 0 0 0,0 0 0 0 0,1 0 1 0 0,-1-1-1 0 0,0 1 0 0 0,1 0 0 0 0,-1 0 0 0 0,1-1 1 0 0,0 1-1 0 0,-1-1 0 0 0,1 1 0 0 0,0 0 0 0 0,0-1 1 0 0,0 1-1 0 0,0-1 0 0 0,0 1 0 0 0,0-1 1 0 0,0 1-1 0 0,0 0 0 0 0,1-2 0 0 0,0-8 6 0 0,0 1 0 0 0,1 0 0 0 0,1 0 0 0 0,3-10-1 0 0,12-19 1 0 0,0 1-1 0 0,3 0 0 0 0,1 2 1 0 0,44-55-1 0 0,-49 69-10 0 0,22-32-11 0 0,3 1 0 0 0,3 2 0 0 0,1 2 0 0 0,3 2 0 0 0,105-77 0 0 0,-149 120 13 0 0,0 1 0 0 0,0 0 0 0 0,1 0 1 0 0,-1 0-1 0 0,1 1 0 0 0,0-1 0 0 0,-1 1 1 0 0,1 1-1 0 0,0-1 0 0 0,0 1 0 0 0,0 0 0 0 0,1 1 1 0 0,-1-1-1 0 0,0 1 0 0 0,0 1 0 0 0,0-1 0 0 0,0 1 1 0 0,0 0-1 0 0,8 2 0 0 0,-9-1 4 0 0,0 0-1 0 0,-1 1 1 0 0,1 0 0 0 0,-1 0 0 0 0,1 0-1 0 0,-1 0 1 0 0,0 0 0 0 0,0 1-1 0 0,-1 0 1 0 0,1 0 0 0 0,-1 0-1 0 0,0 0 1 0 0,0 1 0 0 0,0-1-1 0 0,0 1 1 0 0,-1 0 0 0 0,0-1-1 0 0,0 1 1 0 0,0 0 0 0 0,0 0-1 0 0,-1 1 1 0 0,1 7 0 0 0,0-5 0 0 0,0 1 0 0 0,-1 0 0 0 0,0 0 0 0 0,-1 0 0 0 0,-1 9 0 0 0,1-15-2 0 0,-1 1 1 0 0,1-1-1 0 0,-1 1 0 0 0,0-1 1 0 0,-1 0-1 0 0,1 1 1 0 0,0-1-1 0 0,-1 0 0 0 0,0 0 1 0 0,0 0-1 0 0,0 0 0 0 0,0 0 1 0 0,0-1-1 0 0,0 1 0 0 0,-4 2 1 0 0,5-4-4 0 0,0 0 0 0 0,0 0 1 0 0,0-1-1 0 0,0 1 0 0 0,0-1 0 0 0,0 1 1 0 0,0 0-1 0 0,0-1 0 0 0,0 0 1 0 0,0 1-1 0 0,0-1 0 0 0,0 0 0 0 0,-1 1 1 0 0,1-1-1 0 0,0 0 0 0 0,0 0 1 0 0,0 0-1 0 0,-1 0 0 0 0,1 0 0 0 0,0 0 1 0 0,0-1-1 0 0,0 1 0 0 0,0 0 0 0 0,0-1 1 0 0,-1 1-1 0 0,1 0 0 0 0,0-1 1 0 0,0 1-1 0 0,0-1 0 0 0,0 0 0 0 0,0 1 1 0 0,0-1-1 0 0,0 0 0 0 0,1 0 1 0 0,-1 1-1 0 0,0-1 0 0 0,0 0 0 0 0,0 0 1 0 0,1 0-1 0 0,-1 0 0 0 0,1 0 0 0 0,-1 0 1 0 0,0 0-1 0 0,1 0 0 0 0,0 0 1 0 0,-1 0-1 0 0,1-1 0 0 0,0 1 0 0 0,-1 0 1 0 0,1 0-1 0 0,0 0 0 0 0,0 0 0 0 0,0-1 1 0 0,0 1-1 0 0,0 0 0 0 0,0 0 1 0 0,1-2-1 0 0,2-4-10 0 0,-1 1 0 0 0,2 0 0 0 0,-1 0 0 0 0,1 0 0 0 0,0 0 0 0 0,0 0-1 0 0,0 1 1 0 0,1 0 0 0 0,0 0 0 0 0,7-6 0 0 0,0 1-10 0 0,1 0 0 0 0,0 1 0 0 0,18-10 0 0 0,-25 16 11 0 0,0 0 0 0 0,0 0-1 0 0,1 1 1 0 0,-1 0 0 0 0,1 0 0 0 0,-1 0 0 0 0,1 0-1 0 0,13 0 1 0 0,-18 2 7 0 0,1 0 0 0 0,0 1 0 0 0,0-1 1 0 0,-1 1-1 0 0,1-1 0 0 0,-1 1 0 0 0,1 0 0 0 0,0 0 0 0 0,-1 0 0 0 0,1 0 0 0 0,-1 1 0 0 0,0-1 0 0 0,1 1 1 0 0,-1-1-1 0 0,0 1 0 0 0,0 0 0 0 0,0 0 0 0 0,0 0 0 0 0,0 0 0 0 0,-1 0 0 0 0,1 0 0 0 0,-1 0 0 0 0,3 5 0 0 0,28 49-30 0 0,-31-55 42 0 0,0 0-6 0 0,3 1-10 0 0,28-33-136 0 0,49-39-838 0 0,-80 70 910 0 0,28 14-146 0 0,-20-2 133 0 0,-4-4 54 0 0,-1-1 0 0 0,1 0 0 0 0,0-1 0 0 0,1 1 0 0 0,0-1 0 0 0,0 0 1 0 0,0-1-1 0 0,1 1 0 0 0,-1-1 0 0 0,1-1 0 0 0,10 6 0 0 0,-15-10 26 0 0,0 0 0 0 0,0 0 0 0 0,-1 0 0 0 0,1 0 0 0 0,0 0 0 0 0,0 0 0 0 0,0 0 0 0 0,0-1 0 0 0,0 1 0 0 0,-1-1 0 0 0,1 0 0 0 0,0 1 0 0 0,0-1 0 0 0,-1 0 0 0 0,1 0 0 0 0,-1 0-1 0 0,1 0 1 0 0,-1 0 0 0 0,1-1 0 0 0,-1 1 0 0 0,1 0 0 0 0,1-3 0 0 0,27-36 1 0 0,-26 33-2 0 0,12-22 50 0 0,-1 0-1 0 0,-1-2 0 0 0,-2 1 1 0 0,-1-2-1 0 0,-2 1 1 0 0,7-43-1 0 0,9-24 237 0 0,-21 82-74 0 0,-1-1-1 0 0,0 0 0 0 0,-1 0 0 0 0,0-19 0 0 0,-1 22 441 0 0,-8 28-464 0 0,-13 18-110 0 0,1 1 0 0 0,2 0 0 0 0,1 2 0 0 0,2 0 0 0 0,-19 71 0 0 0,32-103-72 0 0,0 1-1 0 0,0-1 1 0 0,1 1 0 0 0,0-1-1 0 0,-1 0 1 0 0,1 1 0 0 0,0-1-1 0 0,1 1 1 0 0,-1-1 0 0 0,1 1-1 0 0,-1-1 1 0 0,1 1 0 0 0,0-1 0 0 0,0 0-1 0 0,1 1 1 0 0,-1-1 0 0 0,1 0-1 0 0,-1 0 1 0 0,1 0 0 0 0,0 0-1 0 0,0-1 1 0 0,0 1 0 0 0,5 4-1 0 0,-1-3-4 0 0,1 0-1 0 0,0 0 0 0 0,0-1 0 0 0,0 0 0 0 0,0 0 1 0 0,0-1-1 0 0,1 1 0 0 0,0-2 0 0 0,11 3 1 0 0,31 3 1 0 0,-37-6-4 0 0,1 0 1 0 0,-1 1 0 0 0,1 1 0 0 0,-1 0 0 0 0,0 0 0 0 0,0 2 0 0 0,0 0 0 0 0,-1 0 0 0 0,0 1 0 0 0,18 11 0 0 0,-29-16 4 0 0,0-1 0 0 0,0 1 0 0 0,0 0 0 0 0,0-1 0 0 0,-1 1 0 0 0,1 0 0 0 0,0 0 0 0 0,0 0 0 0 0,-1-1 0 0 0,1 1 0 0 0,-1 0-1 0 0,1 0 1 0 0,-1 0 0 0 0,1 0 0 0 0,-1 0 0 0 0,1 0 0 0 0,-1 0 0 0 0,0 0 0 0 0,0 0 0 0 0,1 0 0 0 0,-1 0 0 0 0,0 0 0 0 0,0 1 0 0 0,0-1 0 0 0,0 0 0 0 0,0 0 0 0 0,-1 0-1 0 0,1 0 1 0 0,0 0 0 0 0,-1 1 0 0 0,0 1 0 0 0,-1-1-1 0 0,1 0 0 0 0,-1 1 1 0 0,0-1-1 0 0,0 0 1 0 0,0 0-1 0 0,0 0 0 0 0,0 0 1 0 0,0 0-1 0 0,-1 0 1 0 0,-2 1-1 0 0,-6 3 0 0 0,0 0 0 0 0,0 0-1 0 0,-1-1 1 0 0,-12 3 0 0 0,13-5-44 0 0,1-1-1 0 0,-1-1 1 0 0,1 0 0 0 0,-12-1 0 0 0,20 0-193 0 0,-9-5-2950 0 0,36-9-1614 0 0,-14 7 2043 0 0</inkml:trace>
</inkml:ink>
</file>

<file path=ppt/ink/ink4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2:53:14.7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1 603 708 0 0,'5'22'3931'0'0,"-4"-18"-3788"0"0,-1-1 1 0 0,0 1-1 0 0,1-1 0 0 0,0 0 1 0 0,-1 0-1 0 0,2 1 0 0 0,-1-1 1 0 0,0 0-1 0 0,0 0 0 0 0,1 0 0 0 0,0 0 1 0 0,-1 0-1 0 0,1 0 0 0 0,0-1 1 0 0,1 1-1 0 0,-1-1 0 0 0,0 1 1 0 0,1-1-1 0 0,-1 0 0 0 0,1 0 1 0 0,0 0-1 0 0,0 0 0 0 0,0 0 0 0 0,4 1 1 0 0,22 18 886 0 0,-29-21-1008 0 0,0 0 1 0 0,0 0 0 0 0,0 1 0 0 0,0-1 0 0 0,1 0 0 0 0,-1 0 0 0 0,0 0 0 0 0,0 0 0 0 0,1 0 0 0 0,-1 0 0 0 0,0 0 0 0 0,0 0 0 0 0,0 0 0 0 0,1 1 0 0 0,-1-1-1 0 0,0 0 1 0 0,0 0 0 0 0,1 0 0 0 0,-1 0 0 0 0,0 0 0 0 0,0 0 0 0 0,1-1 0 0 0,-1 1 0 0 0,0 0 0 0 0,0 0 0 0 0,1 0 0 0 0,-1 0 0 0 0,0 0 0 0 0,0 0 0 0 0,1 0 0 0 0,-1 0-1 0 0,0-1 1 0 0,0 1 0 0 0,0 0 0 0 0,0 0 0 0 0,1 0 0 0 0,-1 0 0 0 0,0-1 0 0 0,0 1 0 0 0,0 0 0 0 0,0 0 0 0 0,1 0 0 0 0,-1-1 0 0 0,0 1 0 0 0,0 0 0 0 0,0-1-1 0 0,7-18 488 0 0,-2-22-99 0 0,-5-28 0 0 0,11-82-1 0 0,-8 125-377 0 0,2 1 0 0 0,1 0 0 0 0,1 0-1 0 0,1 0 1 0 0,1 1 0 0 0,19-35-1 0 0,-15 34-10 0 0,1 0 0 0 0,1 1 0 0 0,1 1 0 0 0,1 1 0 0 0,1 0 0 0 0,1 1 0 0 0,33-28 0 0 0,-52 48-20 0 0,1 0 0 0 0,0 0 0 0 0,0 0 0 0 0,0 0 0 0 0,0 0 0 0 0,0 1 0 0 0,0-1 0 0 0,0 0 0 0 0,0 1 0 0 0,0-1 0 0 0,0 0 0 0 0,1 1 0 0 0,-1 0 0 0 0,0-1 0 0 0,0 1 0 0 0,1 0 0 0 0,-1-1 0 0 0,0 1 0 0 0,0 0 0 0 0,1 0 0 0 0,-1 0 0 0 0,0 0 0 0 0,1 0 0 0 0,-1 0 0 0 0,0 1 0 0 0,0-1 0 0 0,1 0 0 0 0,-1 1 0 0 0,0-1 0 0 0,0 1 0 0 0,0-1 0 0 0,0 1 0 0 0,1-1 0 0 0,-1 1 0 0 0,0 0 0 0 0,0 0 0 0 0,0-1 0 0 0,0 1 0 0 0,0 0 0 0 0,-1 0 0 0 0,1 0 1 0 0,0 0-1 0 0,0 0 0 0 0,-1 0 0 0 0,1 0 0 0 0,0 0 0 0 0,-1 1 0 0 0,1-1 0 0 0,-1 0 0 0 0,0 0 0 0 0,1 0 0 0 0,-1 1 0 0 0,0-1 0 0 0,0 0 0 0 0,1 1 0 0 0,-1-1 0 0 0,0 2 0 0 0,1 7 12 0 0,0 1 1 0 0,-1-1-1 0 0,0 0 1 0 0,0 0-1 0 0,-1 1 0 0 0,-2 10 1 0 0,1-11-4 0 0,-11 49 52 0 0,2 0 0 0 0,-2 70 0 0 0,12-112-52 0 0,0 0-1 0 0,2-1 1 0 0,0 1 0 0 0,1 0 0 0 0,1 0-1 0 0,1-1 1 0 0,0 0 0 0 0,1 1-1 0 0,0-1 1 0 0,2-1 0 0 0,-1 1-1 0 0,17 24 1 0 0,-20-36-7 0 0,0 0 1 0 0,0 0-1 0 0,1 0 0 0 0,0 0 1 0 0,0-1-1 0 0,0 1 0 0 0,0-1 0 0 0,0 0 1 0 0,0 0-1 0 0,1-1 0 0 0,0 1 0 0 0,-1-1 1 0 0,1 0-1 0 0,0 0 0 0 0,0-1 0 0 0,9 3 1 0 0,-6-3-7 0 0,0-1 1 0 0,0 0-1 0 0,0 0 0 0 0,0 0 1 0 0,-1-1-1 0 0,1 0 1 0 0,0-1-1 0 0,0 1 1 0 0,-1-2-1 0 0,12-3 1 0 0,-10 2 20 0 0,0 0 0 0 0,0 0 1 0 0,-1-1-1 0 0,0 0 0 0 0,1-1 1 0 0,-2 1-1 0 0,1-2 1 0 0,-1 1-1 0 0,0-1 0 0 0,0 0 1 0 0,0 0-1 0 0,-1-1 0 0 0,-1 0 1 0 0,1 0-1 0 0,-1 0 0 0 0,0-1 1 0 0,-1 0-1 0 0,4-11 1 0 0,-8 20-10 0 0,0-1 1 0 0,0 1 0 0 0,0 0-1 0 0,0-1 1 0 0,0 1 0 0 0,0-1-1 0 0,0 1 1 0 0,0-1 0 0 0,0 1-1 0 0,0 0 1 0 0,0-1 0 0 0,0 1-1 0 0,0-1 1 0 0,0 1 0 0 0,0 0-1 0 0,1-1 1 0 0,-1 1 0 0 0,0-1-1 0 0,0 1 1 0 0,0 0 0 0 0,1-1-1 0 0,-1 1 1 0 0,0 0 0 0 0,1-1-1 0 0,-1 1 1 0 0,0 0 0 0 0,0 0-1 0 0,1-1 1 0 0,-1 1 0 0 0,1 0-1 0 0,-1 0 1 0 0,0 0 0 0 0,1-1-1 0 0,-1 1 1 0 0,1 0 0 0 0,-1 0-1 0 0,0 0 1 0 0,1 0 0 0 0,-1 0-1 0 0,1 0 1 0 0,-1 0 0 0 0,0 0-1 0 0,1 0 1 0 0,-1 0 0 0 0,1 0-1 0 0,-1 0 1 0 0,1 0 0 0 0,-1 0-1 0 0,0 0 1 0 0,1 0 0 0 0,0 1-1 0 0,18 25 159 0 0,9 45-94 0 0,-25-59-153 0 0,0-4 131 0 0,-1 0-1 0 0,0 0 1 0 0,0 0 0 0 0,1 15-1 0 0,-3-20-105 0 0,0-1 0 0 0,-1 1 0 0 0,1-1 0 0 0,0 1 0 0 0,-1-1 0 0 0,0 0 0 0 0,1 1 0 0 0,-1-1 0 0 0,0 0 0 0 0,0 1 0 0 0,0-1 0 0 0,-1 0 0 0 0,1 0 0 0 0,0 0 0 0 0,-1 0 0 0 0,0 0 0 0 0,1 0 0 0 0,-1-1 0 0 0,0 1 0 0 0,-3 2 0 0 0,-2 1-757 0 0,-4 4-6154 0 0</inkml:trace>
</inkml:ink>
</file>

<file path=ppt/ink/ink4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2:53:15.0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279 1 244 0 0,'0'0'2025'0'0,"-18"33"3337"0"0,-119 140-732 0 0,31-70-11892 0 0,88-88 4451 0 0</inkml:trace>
</inkml:ink>
</file>

<file path=ppt/ink/ink4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2:53:16.0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258 122 824 0 0,'0'-1'297'0'0,"0"0"0"0"0,0 0-1 0 0,-1 1 1 0 0,1-1 0 0 0,0 0-1 0 0,0 0 1 0 0,0 0 0 0 0,0 1 0 0 0,0-1-1 0 0,0 0 1 0 0,0 0 0 0 0,1 1 0 0 0,-1-1-1 0 0,0 0 1 0 0,0 0 0 0 0,1 1 0 0 0,-1-1-1 0 0,0 0 1 0 0,1 0 0 0 0,-1 1-1 0 0,0-1 1 0 0,1 1 0 0 0,-1-1 0 0 0,1 0-1 0 0,-1 1 1 0 0,2-2 0 0 0,-2 4-175 0 0,1 0 0 0 0,-1-1 0 0 0,0 1 0 0 0,0-1 0 0 0,0 1 1 0 0,0 0-1 0 0,0-1 0 0 0,-1 1 0 0 0,1 0 0 0 0,0-1 0 0 0,-1 1 0 0 0,1-1 0 0 0,-1 1 0 0 0,0-1 0 0 0,0 1 1 0 0,0 1-1 0 0,-154 294 2915 0 0,104-207-2389 0 0,31-50-340 0 0,-11 20 317 0 0,30-60-476 0 0,2-8-129 0 0,1-1 0 0 0,0 1 0 0 0,0-1 0 0 0,1 1-1 0 0,0 0 1 0 0,0 0 0 0 0,6-9 0 0 0,8-24-57 0 0,-14 32-2 0 0,14-51-266 0 0,3 2 0 0 0,3 0 1 0 0,1 2-1 0 0,41-66 1 0 0,-64 120 292 0 0,0-1 0 0 0,0 1 1 0 0,1 0-1 0 0,-1 0 1 0 0,1 1-1 0 0,-1-1 0 0 0,1 0 1 0 0,0 1-1 0 0,0-1 0 0 0,0 0 1 0 0,0 1-1 0 0,0 0 1 0 0,0 0-1 0 0,0-1 0 0 0,0 1 1 0 0,0 1-1 0 0,3-2 0 0 0,-4 2 8 0 0,1 0 0 0 0,-1 0-1 0 0,1 0 1 0 0,-1 0-1 0 0,0 1 1 0 0,1-1 0 0 0,-1 1-1 0 0,0-1 1 0 0,0 0-1 0 0,1 1 1 0 0,-1 0-1 0 0,0-1 1 0 0,0 1 0 0 0,0 0-1 0 0,0 0 1 0 0,0 0-1 0 0,0-1 1 0 0,0 1 0 0 0,0 0-1 0 0,0 0 1 0 0,1 3-1 0 0,5 6 0 0 0,-1 2 0 0 0,0-1 0 0 0,-1 1-1 0 0,0 0 1 0 0,3 13 0 0 0,1 0-7 0 0,19 53 26 0 0,-20-52-2 0 0,1-1-1 0 0,18 38 0 0 0,-21-53-12 0 0,9 19 3 0 0,1-2-1 0 0,1 0 1 0 0,1-1 0 0 0,34 37-1 0 0,-47-58 2 0 0,0 0-1 0 0,1 0 1 0 0,0 0 0 0 0,0-1-1 0 0,0 1 1 0 0,0-1 0 0 0,1-1-1 0 0,0 1 1 0 0,-1-1 0 0 0,1-1-1 0 0,0 1 1 0 0,1-1 0 0 0,-1 0-1 0 0,0-1 1 0 0,1 1 0 0 0,-1-2-1 0 0,0 1 1 0 0,1-1 0 0 0,-1 0-1 0 0,1 0 1 0 0,-1-1 0 0 0,1 0-1 0 0,-1-1 1 0 0,14-4 0 0 0,-10 2 25 0 0,0-1 0 0 0,0-1 0 0 0,0 0 0 0 0,-1 0 0 0 0,0-1 1 0 0,0 0-1 0 0,-1-1 0 0 0,0 0 0 0 0,0 0 0 0 0,-1-1 0 0 0,0 0 0 0 0,-1-1 1 0 0,0 0-1 0 0,7-12 0 0 0,8-19 91 0 0,-2 0 1 0 0,21-62-1 0 0,-25 61-33 0 0,74-222 760 0 0,-88 259-821 0 0,-2 3-128 0 0,1 0 1 0 0,-1 0-1 0 0,1 1 0 0 0,-1-1 1 0 0,1 0-1 0 0,0 1 0 0 0,-1-1 1 0 0,1 1-1 0 0,0-1 0 0 0,0 1 1 0 0,0-1-1 0 0,1 1 0 0 0,-1-1 1 0 0,0 1-1 0 0,0 0 0 0 0,1 0 1 0 0,1-2-1 0 0,-1 3-640 0 0,10 8-1387 0 0</inkml:trace>
</inkml:ink>
</file>

<file path=ppt/ink/ink4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2:53:18.0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498 579 616 0 0,'-5'-32'4772'0'0,"6"29"-4659"0"0,0 0 0 0 0,0 1 0 0 0,1-1 0 0 0,-1 1 0 0 0,1-1-1 0 0,0 1 1 0 0,0 0 0 0 0,0 0 0 0 0,0 0 0 0 0,0 0 0 0 0,0 0-1 0 0,0 0 1 0 0,1 0 0 0 0,-1 1 0 0 0,1-1 0 0 0,-1 1 0 0 0,1 0-1 0 0,-1 0 1 0 0,1 0 0 0 0,0 0 0 0 0,0 0 0 0 0,0 0 0 0 0,-1 1-1 0 0,1-1 1 0 0,0 1 0 0 0,0 0 0 0 0,0 0 0 0 0,0 0 0 0 0,0 0-1 0 0,0 1 1 0 0,0-1 0 0 0,-1 1 0 0 0,4 1 0 0 0,-1-2-62 0 0,-1 1 0 0 0,0 0 1 0 0,0 1-1 0 0,0-1 1 0 0,0 1-1 0 0,0 0 0 0 0,0 0 1 0 0,-1 0-1 0 0,1 0 0 0 0,-1 1 1 0 0,1-1-1 0 0,-1 1 1 0 0,0 0-1 0 0,0 0 0 0 0,0 0 1 0 0,0 0-1 0 0,-1 1 0 0 0,1-1 1 0 0,-1 1-1 0 0,0 0 1 0 0,0-1-1 0 0,2 6 0 0 0,-3 0-6 0 0,0 0-1 0 0,0 0 1 0 0,-1 0-1 0 0,0 0 0 0 0,-1 0 1 0 0,0 0-1 0 0,0 0 1 0 0,-1 0-1 0 0,0-1 1 0 0,0 1-1 0 0,-1-1 1 0 0,0 1-1 0 0,-7 10 0 0 0,-7 14 114 0 0,-40 56-1 0 0,53-84-137 0 0,-9 14 66 0 0,-1-1-1 0 0,-19 19 1 0 0,32-37-45 0 0,10-2-56 0 0,0 0 1 0 0,0-1-1 0 0,0 0 1 0 0,-1 0-1 0 0,1-1 0 0 0,-1 0 1 0 0,9-7-1 0 0,5-1-59 0 0,14-7-110 0 0,0-2-1 0 0,-1-2 0 0 0,-2-1 0 0 0,0-1 0 0 0,56-59 0 0 0,-66 59 97 0 0,-2 0-1 0 0,0-2 1 0 0,-2 0-1 0 0,-1-1 0 0 0,-1-1 1 0 0,-2-1-1 0 0,23-58 1 0 0,-33 71 68 0 0,0-1-1 0 0,-1 1 1 0 0,-1 0-1 0 0,-1-1 1 0 0,0 0 0 0 0,-1 0-1 0 0,-1 1 1 0 0,-1-1 0 0 0,0 0-1 0 0,-7-28 1 0 0,6 37 12 0 0,0 1 0 0 0,-1 0 0 0 0,0 0 0 0 0,0 0 0 0 0,-1 1 0 0 0,0-1 0 0 0,0 1 0 0 0,-1-1 0 0 0,0 2 0 0 0,0-1 0 0 0,-1 0 0 0 0,1 1 0 0 0,-2 0 0 0 0,1 0 0 0 0,-1 1 0 0 0,1 0 0 0 0,-1 0 0 0 0,-1 0 0 0 0,1 1 0 0 0,-1 0 0 0 0,0 1 0 0 0,1 0 0 0 0,-18-5 0 0 0,8 4 28 0 0,-1 1 0 0 0,-1 0 0 0 0,1 2 0 0 0,0 0 0 0 0,-1 1 0 0 0,1 1 0 0 0,0 0 0 0 0,-1 1 0 0 0,1 1 0 0 0,-19 6 0 0 0,11 0 51 0 0,1 0 0 0 0,0 2-1 0 0,1 0 1 0 0,0 2 0 0 0,1 1 0 0 0,-28 20-1 0 0,9 0 47 0 0,2 2-1 0 0,1 2 1 0 0,2 1-1 0 0,2 2 1 0 0,1 2-1 0 0,-36 60 1 0 0,38-50 81 0 0,3 1 1 0 0,-38 96-1 0 0,57-122-136 0 0,0 1 1 0 0,2 1-1 0 0,1-1 0 0 0,2 1 1 0 0,1 1-1 0 0,1-1 0 0 0,1 39 1 0 0,3-55-37 0 0,1 1 1 0 0,0 0 0 0 0,1-1-1 0 0,0 0 1 0 0,1 0 0 0 0,1 0-1 0 0,0 0 1 0 0,1 0-1 0 0,1-1 1 0 0,0 0 0 0 0,0-1-1 0 0,2 1 1 0 0,10 12-1 0 0,-6-11-3 0 0,1-1 0 0 0,0 0 0 0 0,1-1-1 0 0,0-1 1 0 0,1 0 0 0 0,0-1-1 0 0,0-1 1 0 0,1 0 0 0 0,22 7 0 0 0,3-3-1 0 0,0-1 1 0 0,1-2 0 0 0,0-2 0 0 0,1-2-1 0 0,0-2 1 0 0,-1-2 0 0 0,1-1 0 0 0,45-7-1 0 0,-16-2-30 0 0,0-4 0 0 0,-1-3 0 0 0,122-43-1 0 0,206-113-5 0 0,-328 135 13 0 0,-2-2 1 0 0,-2-3-1 0 0,-1-4 0 0 0,92-80 0 0 0,-133 100 3 0 0,-2-1-1 0 0,0-1 1 0 0,-2-2-1 0 0,-1 0 1 0 0,23-44-1 0 0,-36 58-1 0 0,-1-1 0 0 0,0 1 1 0 0,-1-1-1 0 0,0 0 0 0 0,-2-1 0 0 0,0 1 0 0 0,0-1 0 0 0,-2 0 0 0 0,0 1 0 0 0,-1-1 0 0 0,-1 0 1 0 0,0 0-1 0 0,-5-26 0 0 0,3 32-5 0 0,-1-1 1 0 0,0 1-1 0 0,-1 0 1 0 0,-1 0-1 0 0,1 0 1 0 0,-2 1-1 0 0,0-1 1 0 0,0 1-1 0 0,0 1 1 0 0,-1-1-1 0 0,-1 1 1 0 0,0 0-1 0 0,-15-14 1 0 0,9 13 6 0 0,1 1-1 0 0,-2 0 1 0 0,1 1 0 0 0,-1 0 0 0 0,0 1-1 0 0,-1 0 1 0 0,1 2 0 0 0,-32-8-1 0 0,11 7-140 0 0,0 1 0 0 0,0 2-1 0 0,0 2 1 0 0,-1 1-1 0 0,1 2 1 0 0,-1 1 0 0 0,1 2-1 0 0,-41 11 1 0 0,39-6-552 0 0,0 2 1 0 0,-41 20-1 0 0,-17 18-3917 0 0,57-24 1996 0 0</inkml:trace>
</inkml:ink>
</file>

<file path=ppt/ink/ink4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2:53:19.8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60 27 656 0 0,'-24'-10'4511'0'0,"2"0"-47"0"0,8 4-150 0 0,52 26-5341 0 0,-4-1-1228 0 0,2-3-3287 0 0,-19-11 2661 0 0</inkml:trace>
</inkml:ink>
</file>

<file path=ppt/ink/ink4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2:53:20.2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13 980 0 0,'50'-1'5822'0'0,"-2"-2"-3937"0"0,-11 1-3203 0 0,0-1-2319 0 0,-17 0 1537 0 0</inkml:trace>
</inkml:ink>
</file>

<file path=ppt/ink/ink4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2:53:20.5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47 104 0 0,'44'-22'7385'0'0,"-36"17"-6642"0"0,-7 4-659 0 0,4-1-398 0 0,0 1 0 0 0,1-1-1 0 0,-1 1 1 0 0,0 0 0 0 0,0 0 0 0 0,11 0-1 0 0,3 0-2386 0 0,-6-1 778 0 0</inkml:trace>
  <inkml:trace contextRef="#ctx0" brushRef="#br0" timeOffset="1">623 0 260 0 0,'49'4'6510'0'0,"-39"-3"-9671"0"0</inkml:trace>
</inkml:ink>
</file>

<file path=ppt/ink/ink4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2:53:21.6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241 85 680 0 0,'40'-84'7183'0'0,"-39"83"-6177"0"0,-3 6-729 0 0,-19 60 352 0 0,-3-2-1 0 0,-57 108 1 0 0,41-92-332 0 0,-35 96 0 0 0,66-149-242 0 0,1 0 0 0 0,2 1 0 0 0,0-1 0 0 0,2 1 0 0 0,1 0 0 0 0,1 0 0 0 0,1 1 0 0 0,3 28-1 0 0,-1-47-43 0 0,0 0 0 0 0,1-1 0 0 0,0 1 0 0 0,0 0 0 0 0,1-1 1 0 0,0 0-1 0 0,0 1 0 0 0,1-1 0 0 0,0 0 0 0 0,1-1 0 0 0,-1 1 0 0 0,2-1 0 0 0,-1 0 0 0 0,1 0 0 0 0,0-1 0 0 0,8 8 0 0 0,-6-8-8 0 0,1 0 0 0 0,1 0 0 0 0,-1-1 0 0 0,1 0 0 0 0,0 0 0 0 0,0-1 0 0 0,1-1 0 0 0,-1 0 0 0 0,1 0 0 0 0,-1-1 0 0 0,1 0 0 0 0,19 0 0 0 0,-8-1-12 0 0,1-1 0 0 0,0-2 0 0 0,-1 0 0 0 0,0-2 0 0 0,1 0 0 0 0,30-10 0 0 0,-37 8 2 0 0,-1 0 0 0 0,0 0 1 0 0,0-1-1 0 0,0-1 0 0 0,-1-1 0 0 0,0 0 1 0 0,-1-1-1 0 0,0 0 0 0 0,17-18 0 0 0,-22 19 3 0 0,0-1-1 0 0,-1 0 1 0 0,0 0-1 0 0,0-1 1 0 0,9-21-1 0 0,-14 27 4 0 0,-1 1 0 0 0,1 0-1 0 0,-1 0 1 0 0,1-1 0 0 0,-1 1-1 0 0,-1 0 1 0 0,1-1 0 0 0,0 1-1 0 0,-1-1 1 0 0,0 1 0 0 0,0-1-1 0 0,-1 1 1 0 0,1-1 0 0 0,-1 1-1 0 0,0-1 1 0 0,0 1 0 0 0,0 0-1 0 0,-1-1 1 0 0,-2-3-1 0 0,2 5 9 0 0,-1 0-1 0 0,-1 0 1 0 0,1 0-1 0 0,0 1 1 0 0,-1-1-1 0 0,0 1 1 0 0,1 0-1 0 0,-1 0 1 0 0,0 1-1 0 0,0-1 1 0 0,0 1-1 0 0,0-1 1 0 0,0 1-1 0 0,0 1 1 0 0,0-1-1 0 0,-1 0 0 0 0,1 1 1 0 0,0 0-1 0 0,0 0 1 0 0,-1 0-1 0 0,1 1 1 0 0,0 0-1 0 0,-8 1 1 0 0,8-1 8 0 0,-1 0 1 0 0,0 1-1 0 0,1-1 1 0 0,-1 1-1 0 0,1 0 0 0 0,-1 0 1 0 0,1 0-1 0 0,0 1 1 0 0,-7 5-1 0 0,9-7-7 0 0,1 1-1 0 0,-1-1 1 0 0,1 1 0 0 0,-1 0-1 0 0,1 0 1 0 0,-1 0 0 0 0,1-1-1 0 0,0 1 1 0 0,0 0-1 0 0,0 1 1 0 0,0-1 0 0 0,0 0-1 0 0,1 0 1 0 0,-1 0 0 0 0,1 0-1 0 0,-1 1 1 0 0,1-1 0 0 0,0 0-1 0 0,0 0 1 0 0,0 4-1 0 0,1 0-7 0 0,1 0-1 0 0,0 0 1 0 0,0-1-1 0 0,0 1 0 0 0,1 0 1 0 0,0-1-1 0 0,0 0 1 0 0,0 1-1 0 0,1-1 0 0 0,-1-1 1 0 0,1 1-1 0 0,1 0 0 0 0,-1-1 1 0 0,0 0-1 0 0,1 0 1 0 0,0 0-1 0 0,6 3 0 0 0,9 6-654 0 0,1 0 0 0 0,43 17 0 0 0,-58-27 358 0 0,30 12-1438 0 0,-12-8-2335 0 0,-12-7 1508 0 0</inkml:trace>
</inkml:ink>
</file>

<file path=ppt/ink/ink4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2:53:21.9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1 121 304 0 0,'3'0'182'0'0,"0"-1"-1"0"0,0 1 1 0 0,0 0-1 0 0,0 0 1 0 0,0 0-1 0 0,1 0 1 0 0,-1 0-1 0 0,0 1 1 0 0,0-1-1 0 0,0 1 1 0 0,0 0-1 0 0,0 0 1 0 0,0 0-1 0 0,0 0 1 0 0,0 1-1 0 0,-1-1 1 0 0,1 1-1 0 0,0 0 1 0 0,-1-1-1 0 0,1 1 1 0 0,-1 0-1 0 0,0 1 1 0 0,1-1-1 0 0,-1 0 1 0 0,0 1-1 0 0,-1-1 1 0 0,1 1-1 0 0,0-1 1 0 0,-1 1-1 0 0,3 5 1 0 0,1 1 136 0 0,-1 0 0 0 0,0-1 1 0 0,-1 2-1 0 0,0-1 1 0 0,-1 0-1 0 0,1 1 0 0 0,-2-1 1 0 0,2 17-1 0 0,-3-24 26 0 0,2-3-229 0 0,0 0 0 0 0,0 0 0 0 0,0-1 0 0 0,0 1 0 0 0,0 0 0 0 0,0-1 0 0 0,0 1 0 0 0,0-1 0 0 0,-1 1 0 0 0,1-1 0 0 0,-1 0 0 0 0,1 0 0 0 0,1-3 0 0 0,24-35 252 0 0,-23 32-242 0 0,15-17 110 0 0,0 0-1 0 0,40-38 1 0 0,-23 26-2174 0 0,-3-1-3539 0 0,-30 32 2929 0 0</inkml:trace>
</inkml:ink>
</file>

<file path=ppt/ink/ink4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2:53:22.3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1 113 12 0 0,'0'-4'194'0'0,"1"0"0"0"0,0 1 0 0 0,0-1 1 0 0,0 0-1 0 0,0 1 0 0 0,1-1 0 0 0,-1 1 0 0 0,1-1 0 0 0,0 1 1 0 0,0 0-1 0 0,0 0 0 0 0,1-1 0 0 0,-1 2 0 0 0,1-1 0 0 0,0 0 1 0 0,0 0-1 0 0,0 1 0 0 0,0 0 0 0 0,0-1 0 0 0,0 1 0 0 0,0 1 0 0 0,1-1 1 0 0,-1 0-1 0 0,1 1 0 0 0,-1-1 0 0 0,6 0 0 0 0,12-5 97 0 0,0 1-1 0 0,1 1 1 0 0,24-3-1 0 0,4 3-132 0 0,-1 1 1 0 0,1 2 0 0 0,50 6-1 0 0,-49 1-2144 0 0,62 14 0 0 0,-75-10 252 0 0</inkml:trace>
</inkml:ink>
</file>

<file path=ppt/ink/ink4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2:53:23.0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93 77 492 0 0,'1'-1'141'0'0,"1"1"-1"0"0,-1 0 1 0 0,1 0 0 0 0,0-1-1 0 0,-1 1 1 0 0,1 0 0 0 0,-1 0-1 0 0,1 0 1 0 0,0 1 0 0 0,-1-1-1 0 0,1 0 1 0 0,0 0 0 0 0,-1 1-1 0 0,1-1 1 0 0,-1 1 0 0 0,1 0-1 0 0,-1-1 1 0 0,1 1 0 0 0,-1 0-1 0 0,0 0 1 0 0,1 0 0 0 0,-1 0-1 0 0,0 0 1 0 0,0 0 0 0 0,0 0-1 0 0,1 1 1 0 0,-1-1 0 0 0,-1 0-1 0 0,1 1 1 0 0,0-1 0 0 0,0 0-1 0 0,0 1 1 0 0,0 1 0 0 0,0 1-34 0 0,-1-1 1 0 0,1 1-1 0 0,-1 0 1 0 0,0 0-1 0 0,0 0 1 0 0,0 0 0 0 0,-1-1-1 0 0,1 1 1 0 0,-1 0-1 0 0,0 0 1 0 0,0-1-1 0 0,0 1 1 0 0,-1-1-1 0 0,-1 5 1 0 0,0-3-54 0 0,0 0 1 0 0,-1 0-1 0 0,1 0 0 0 0,-1 0 1 0 0,0-1-1 0 0,0 0 0 0 0,0 0 1 0 0,-1 0-1 0 0,0 0 0 0 0,1 0 1 0 0,-1-1-1 0 0,-1 0 0 0 0,1 0 0 0 0,0-1 1 0 0,-1 1-1 0 0,1-1 0 0 0,-1 0 1 0 0,0 0-1 0 0,1-1 0 0 0,-12 1 1 0 0,16-1-49 0 0,1-1 0 0 0,-1 0 0 0 0,0 0 0 0 0,0 0 0 0 0,1 0 0 0 0,-1 0 1 0 0,0 0-1 0 0,0 0 0 0 0,0 0 0 0 0,1-1 0 0 0,-1 1 0 0 0,0 0 0 0 0,1 0 0 0 0,-1 0 0 0 0,0-1 1 0 0,0 1-1 0 0,1-1 0 0 0,-1 1 0 0 0,0 0 0 0 0,1-1 0 0 0,-1 1 0 0 0,1-1 0 0 0,-1 1 1 0 0,1-1-1 0 0,-1 0 0 0 0,1 1 0 0 0,-1-1 0 0 0,1 1 0 0 0,-1-1 0 0 0,1 0 0 0 0,0 0 0 0 0,-1 1 1 0 0,1-2-1 0 0,0 0 1 0 0,0 0 1 0 0,0 0-1 0 0,0-1 1 0 0,1 1-1 0 0,-1 0 1 0 0,1 0-1 0 0,-1 0 1 0 0,1 0-1 0 0,0 0 1 0 0,0 0-1 0 0,2-3 1 0 0,30-41 40 0 0,-33 46-48 0 0,14-15 7 0 0,0 1-1 0 0,1 0 1 0 0,0 1-1 0 0,1 1 1 0 0,1 0-1 0 0,0 1 1 0 0,0 1-1 0 0,1 1 1 0 0,0 0-1 0 0,1 1 1 0 0,36-10-1 0 0,-52 18-5 0 0,0 0 0 0 0,1-1 0 0 0,-1 1-1 0 0,0 0 1 0 0,0 1 0 0 0,0-1-1 0 0,0 0 1 0 0,0 1 0 0 0,0 0-1 0 0,0 0 1 0 0,0 0 0 0 0,0 0 0 0 0,0 0-1 0 0,0 0 1 0 0,0 1 0 0 0,-1-1-1 0 0,1 1 1 0 0,-1 0 0 0 0,1 0 0 0 0,-1 0-1 0 0,1 0 1 0 0,-1 0 0 0 0,0 1-1 0 0,0-1 1 0 0,0 1 0 0 0,-1-1-1 0 0,1 1 1 0 0,0 0 0 0 0,-1 0 0 0 0,0-1-1 0 0,0 1 1 0 0,0 0 0 0 0,0 0-1 0 0,0 0 1 0 0,0 5 0 0 0,1-1 4 0 0,0 1 1 0 0,-1 0-1 0 0,0 1 1 0 0,-1-1 0 0 0,1 0-1 0 0,-2 0 1 0 0,1 0-1 0 0,-1 0 1 0 0,0 0-1 0 0,-1 0 1 0 0,-4 12-1 0 0,4-9 340 0 0,10-16-174 0 0,26-30-127 0 0,0-1-18 0 0,-21 25-35 0 0,10-9 20 0 0,37-23 0 0 0,-59 42-10 0 0,0 1 0 0 0,0-1 0 0 0,0 1 0 0 0,0-1 0 0 0,1 1 0 0 0,-1 0 0 0 0,0 0 0 0 0,0 0 0 0 0,0 0 0 0 0,0-1 0 0 0,0 1 0 0 0,0 1 0 0 0,0-1 0 0 0,0 0 0 0 0,0 0 0 0 0,1 0 0 0 0,-1 0 0 0 0,0 1 0 0 0,0-1 0 0 0,0 1 0 0 0,0-1 0 0 0,0 1 0 0 0,0-1 0 0 0,0 1 0 0 0,-1-1 0 0 0,3 2-1 0 0,25 26 43 0 0,-2-2-23 0 0,-17-22 72 0 0,1-1-1 0 0,0 0 1 0 0,0 0 0 0 0,0-1 0 0 0,0-1 0 0 0,1 0 0 0 0,-1 0-1 0 0,0-1 1 0 0,0 0 0 0 0,1-1 0 0 0,-1 0 0 0 0,0-1-1 0 0,0 0 1 0 0,0 0 0 0 0,0-1 0 0 0,0 0 0 0 0,-1-1 0 0 0,1 0-1 0 0,-1-1 1 0 0,0 0 0 0 0,0 0 0 0 0,-1-1 0 0 0,0 0-1 0 0,0 0 1 0 0,0-1 0 0 0,0 0 0 0 0,9-12 0 0 0,-14 14 1620 0 0,-6 9-560 0 0,-17 24-443 0 0,-21 43-5077 0 0,32-56-1080 0 0,7-9 2319 0 0</inkml:trace>
</inkml:ink>
</file>

<file path=ppt/ink/ink4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2:53:23.4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1 168 208 0 0,'15'-150'11940'0'0,"-9"132"-10939"0"0,3 38-2812 0 0,-11 8-4386 0 0,2-16 3304 0 0</inkml:trace>
</inkml:ink>
</file>

<file path=ppt/ink/ink4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2:53:24.4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12 458 100 0 0,'0'2'259'0'0,"0"23"1669"0"0,-1-1 0 0 0,0 1 0 0 0,-8 37 0 0 0,9-62-1897 0 0,0 0 1 0 0,0 0-1 0 0,0 0 1 0 0,1 0-1 0 0,-1-1 1 0 0,0 1-1 0 0,0 0 1 0 0,0 0-1 0 0,0 0 1 0 0,1 0-1 0 0,-1 0 1 0 0,0 0-1 0 0,0 0 1 0 0,0 0-1 0 0,0 1 1 0 0,0-1-1 0 0,1 0 1 0 0,-1 0-1 0 0,0 0 1 0 0,0 0-1 0 0,0 0 0 0 0,0 0 1 0 0,1 0-1 0 0,-1 0 1 0 0,0 0-1 0 0,0 0 1 0 0,0 0-1 0 0,0 1 1 0 0,0-1-1 0 0,0 0 1 0 0,0 0-1 0 0,1 0 1 0 0,-1 0-1 0 0,0 0 1 0 0,0 1-1 0 0,0-1 1 0 0,0 0-1 0 0,0 0 1 0 0,0 0-1 0 0,0 0 1 0 0,0 0-1 0 0,0 1 1 0 0,0-1-1 0 0,0 0 1 0 0,0 0-1 0 0,0 0 1 0 0,0 0-1 0 0,0 1 1 0 0,0-1-1 0 0,0 0 1 0 0,0 0-1 0 0,0 0 1 0 0,0 0-1 0 0,0 1 1 0 0,0-1-1 0 0,0 0 1 0 0,0 0-1 0 0,0 0 1 0 0,0 0-1 0 0,-1 0 1 0 0,1 1-1 0 0,19-17 374 0 0,-15 12-381 0 0,0 0 1 0 0,0 0 0 0 0,1 0-1 0 0,0 1 1 0 0,0-1 0 0 0,5-2-1 0 0,-2 4-20 0 0,-1 1-1 0 0,1 0 1 0 0,-1 0-1 0 0,1 0 1 0 0,-1 1-1 0 0,1 0 1 0 0,0 1-1 0 0,-1 0 0 0 0,9 2 1 0 0,72 23-773 0 0,-66-19 405 0 0,0 0 1 0 0,33 6-1 0 0,-38-11 323 0 0,0 0 0 0 0,1-1 0 0 0,-1-1 0 0 0,0-1-1 0 0,1-1 1 0 0,-1 0 0 0 0,0-1 0 0 0,0-1-1 0 0,0 0 1 0 0,-1-1 0 0 0,1-1 0 0 0,-1-1 0 0 0,0 0-1 0 0,-1-1 1 0 0,0-1 0 0 0,18-13 0 0 0,-32 21 130 0 0,0 0 1 0 0,0 1 0 0 0,1-1-1 0 0,-1 0 1 0 0,0-1 0 0 0,0 1-1 0 0,0 0 1 0 0,0 0-1 0 0,0 0 1 0 0,-1-1 0 0 0,1 1-1 0 0,0 0 1 0 0,-1-1 0 0 0,1 1-1 0 0,-1 0 1 0 0,1-1 0 0 0,-1 1-1 0 0,1-1 1 0 0,-1 1-1 0 0,0-1 1 0 0,0 1 0 0 0,0-1-1 0 0,0 1 1 0 0,0-1 0 0 0,0 1-1 0 0,0-1 1 0 0,0 1 0 0 0,-1-1-1 0 0,1 1 1 0 0,-1-1 0 0 0,1 1-1 0 0,-1 0 1 0 0,1-1-1 0 0,-1 1 1 0 0,-1-2 0 0 0,1 2 118 0 0,-7 1-3 0 0,0-1 0 0 0,0 1 0 0 0,-1 1 0 0 0,1-1 0 0 0,0 2 0 0 0,0-1 0 0 0,0 1 0 0 0,0 0 0 0 0,-11 5 0 0 0,13-5-142 0 0,-41 23 227 0 0,45-24-288 0 0,0 0 1 0 0,0 1-1 0 0,0-1 1 0 0,1 0-1 0 0,-1 1 1 0 0,1-1-1 0 0,-1 1 1 0 0,1-1-1 0 0,0 1 0 0 0,-1 0 1 0 0,1 0-1 0 0,0 0 1 0 0,0-1-1 0 0,0 1 1 0 0,1 0-1 0 0,-1 0 1 0 0,0 1-1 0 0,1-1 1 0 0,-1 0-1 0 0,1 2 1 0 0,-4 4 3 0 0,-3 7 1 0 0,7-14-7 0 0,0-1 1 0 0,0 0 0 0 0,0 1 0 0 0,0-1 0 0 0,1 1 0 0 0,-1-1-1 0 0,0 0 1 0 0,0 1 0 0 0,0-1 0 0 0,0 0 0 0 0,1 1-1 0 0,-1-1 1 0 0,0 0 0 0 0,0 0 0 0 0,1 1 0 0 0,-1-1-1 0 0,0 0 1 0 0,1 0 0 0 0,-1 1 0 0 0,0-1 0 0 0,1 0-1 0 0,-1 0 1 0 0,0 0 0 0 0,1 1 0 0 0,-1-1 0 0 0,0 0 0 0 0,1 0-1 0 0,-1 0 1 0 0,0 0 0 0 0,1 0 0 0 0,-1 0 0 0 0,1 0-1 0 0,-1 0 1 0 0,0 0 0 0 0,1 0 0 0 0,-1 0 0 0 0,1 0-1 0 0,-1 0 1 0 0,0 0 0 0 0,1 0 0 0 0,-1 0 0 0 0,0-1-1 0 0,1 1 1 0 0,19-3 14 0 0,-1-1 0 0 0,27-8-1 0 0,-33 7-47 0 0,0 1 0 0 0,1 1 0 0 0,-1 0 0 0 0,1 1 0 0 0,0 0 0 0 0,0 1 0 0 0,0 1 0 0 0,20 1 0 0 0,-29 0-30 0 0,21 3-382 0 0,45 0 0 0 0,-63-4 407 0 0,1-1 1 0 0,-1 1-1 0 0,0-2 1 0 0,0 1-1 0 0,-1-1 1 0 0,1 0-1 0 0,0-1 0 0 0,-1 0 1 0 0,1 0-1 0 0,8-5 1 0 0,-10 4 26 0 0,-1-1-1 0 0,-1 0 1 0 0,1 1 0 0 0,-1-2-1 0 0,1 1 1 0 0,-2 0 0 0 0,1-1-1 0 0,0 0 1 0 0,-1 0 0 0 0,0 0 0 0 0,-1 0-1 0 0,1 0 1 0 0,-1 0 0 0 0,2-13-1 0 0,3-12-11 0 0,4-55-1 0 0,-6 4 490 0 0,-6-98 0 0 0,1 179-454 0 0,0-5 289 0 0,0-1 1 0 0,-1 1-1 0 0,0-1 1 0 0,0 1-1 0 0,0 0 1 0 0,-1 0-1 0 0,0-1 1 0 0,-3-5 879 0 0,-13 34-542 0 0,7-4-456 0 0,2 1-1 0 0,0 0 1 0 0,1 0 0 0 0,0 1 0 0 0,2-1 0 0 0,0 2-1 0 0,-3 25 1 0 0,5-30-108 0 0,-5 38 310 0 0,-5 95-1 0 0,0 4-1517 0 0,0-94-1011 0 0,2-21-4003 0 0,9-29 3651 0 0,-2 9-1859 0 0</inkml:trace>
</inkml:ink>
</file>

<file path=ppt/ink/ink5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2:53:25.0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 11 1000 0 0,'-18'-6'3420'0'0,"8"1"1406"0"0,123 23-9946 0 0,-73-15 2798 0 0</inkml:trace>
</inkml:ink>
</file>

<file path=ppt/ink/ink5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2:53:25.4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67 7377 0 0,'36'-3'196'0'0,"1"-2"1"0"0,-1-1-1 0 0,0-2 1 0 0,39-15-1 0 0,-58 16 172 0 0,-12 4-325 0 0,0 1 0 0 0,0 0 0 0 0,1 0 0 0 0,-1 1 0 0 0,1-1 0 0 0,-1 1 0 0 0,1 0 0 0 0,9 0 0 0 0,62 4-1753 0 0,-29-1-2028 0 0,-19-2 1676 0 0</inkml:trace>
</inkml:ink>
</file>

<file path=ppt/ink/ink5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2:53:25.7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19 488 0 0,'6'-3'589'0'0,"1"0"1"0"0,-1 0-1 0 0,0 1 1 0 0,0 0-1 0 0,1 1 1 0 0,0-1-1 0 0,-1 1 0 0 0,1 1 1 0 0,11-1-1 0 0,36 13-4369 0 0,-45-10 2314 0 0</inkml:trace>
  <inkml:trace contextRef="#ctx0" brushRef="#br0" timeOffset="1">411 50 292 0 0,'32'-3'8408'0'0,"-31"2"-8343"0"0,53-3-3610 0 0,-40 1 960 0 0</inkml:trace>
</inkml:ink>
</file>

<file path=ppt/ink/ink5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2:53:26.1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38 1956 0 0,'0'0'4'0'0,"8"-4"515"0"0,18-14 9222 0 0,-39 3-12401 0 0</inkml:trace>
</inkml:ink>
</file>

<file path=ppt/ink/ink5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2:53:26.8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335 45 12 0 0,'15'-12'1343'0'0,"-10"8"-594"0"0,0 0 1 0 0,0 0 0 0 0,1 1-1 0 0,-1-1 1 0 0,1 1 0 0 0,0 0-1 0 0,0 1 1 0 0,10-4-1 0 0,-14 6-645 0 0,0 1-1 0 0,-1-1 1 0 0,1 0-1 0 0,0 1 0 0 0,-1-1 1 0 0,1 1-1 0 0,0 0 0 0 0,-1 0 1 0 0,1-1-1 0 0,-1 1 1 0 0,1 0-1 0 0,-1 0 0 0 0,0 0 1 0 0,1 1-1 0 0,-1-1 0 0 0,0 0 1 0 0,0 0-1 0 0,0 1 1 0 0,0-1-1 0 0,2 3 0 0 0,16 31 1037 0 0,-18-26-999 0 0,1 1 1 0 0,-1-1-1 0 0,-1 1 1 0 0,0-1-1 0 0,0 1 1 0 0,-1-1-1 0 0,0 1 1 0 0,0-1-1 0 0,-1 1 1 0 0,-1-1 0 0 0,1 0-1 0 0,-1 0 1 0 0,-1 0-1 0 0,0 0 1 0 0,0-1-1 0 0,-1 1 1 0 0,0-1-1 0 0,0 0 1 0 0,-11 11-1 0 0,-6 7 51 0 0,-1-1-1 0 0,-1-1 0 0 0,-1-2 0 0 0,-34 25 1 0 0,-75 42-1299 0 0,41-41-6549 0 0,65-38 4036 0 0</inkml:trace>
</inkml:ink>
</file>

<file path=ppt/ink/ink5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2:53:27.3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187 19 1052 0 0,'0'-11'3315'0'0,"-3"4"1115"0"0,-10 26-3877 0 0,0 1 0 0 0,1 0-1 0 0,1 1 1 0 0,1 1 0 0 0,1 0-1 0 0,-7 25 1 0 0,-1 15 247 0 0,-10 66-1 0 0,25-114-735 0 0,-2 1 0 0 0,0-1 0 0 0,-7 19 0 0 0,8-28-513 0 0,1 0 0 0 0,0-1 0 0 0,-1 1 0 0 0,0-1 1 0 0,0 1-1 0 0,0-1 0 0 0,-6 5 0 0 0,3-7-1136 0 0</inkml:trace>
</inkml:ink>
</file>

<file path=ppt/ink/ink5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2:53:27.7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81 380 0 0,'0'-1'172'0'0,"1"-1"0"0"0,-1 0 1 0 0,1 1-1 0 0,-1-1 0 0 0,1 1 0 0 0,0-1 0 0 0,0 1 0 0 0,0-1 0 0 0,0 1 1 0 0,0 0-1 0 0,0-1 0 0 0,0 1 0 0 0,0 0 0 0 0,0 0 0 0 0,1 0 1 0 0,-1 0-1 0 0,0 0 0 0 0,1 0 0 0 0,-1 0 0 0 0,1 0 0 0 0,-1 1 1 0 0,1-1-1 0 0,-1 1 0 0 0,1-1 0 0 0,2 0 0 0 0,50-12 587 0 0,-44 11-420 0 0,84-12 953 0 0,150-6 1 0 0,99 21 78 0 0,-202 1-867 0 0,83 4 163 0 0,225-5 1301 0 0,-315-13 1647 0 0,-132 12-3246 0 0,0 0-336 0 0,-2 0-65 0 0,0 0 1 0 0,-1 1-1 0 0,1-1 1 0 0,0 0 0 0 0,0 0-1 0 0,0 0 1 0 0,-1 1-1 0 0,1-1 1 0 0,0 0 0 0 0,0 0-1 0 0,0 1 1 0 0,0-1-1 0 0,0 0 1 0 0,0 0-1 0 0,-1 1 1 0 0,1-1 0 0 0,0 0-1 0 0,0 0 1 0 0,0 1-1 0 0,0-1 1 0 0,0 0-1 0 0,0 0 1 0 0,0 1 0 0 0,0-1-1 0 0,0 0 1 0 0,0 1-1 0 0,0-1 1 0 0,0 0 0 0 0,1 0-1 0 0,-1 1 1 0 0,0-1-1 0 0,0 0 1 0 0,0 0-1 0 0,0 1 1 0 0,0-1 0 0 0,0 0-1 0 0,1 0 1 0 0,-1 0-1 0 0,0 1 1 0 0,0-1-1 0 0,0 0 1 0 0,0 0 0 0 0,1 0-1 0 0,-1 1 1 0 0,0-1-1 0 0,0 0 1 0 0,1 0 0 0 0,-1 0-1 0 0,0 0 1 0 0,0 0-1 0 0,1 0 1 0 0,-1 0-1 0 0,0 1 1 0 0,0-1 0 0 0,1 0-1 0 0,-1 0 1 0 0,0 0-1 0 0,0 0 1 0 0,1 0-1 0 0,-1 0 1 0 0,0 0 0 0 0,1 0-1 0 0,-1-1 1 0 0,0 1-1 0 0,-11 18-1410 0 0,-10 13-5596 0 0,9-18 3359 0 0</inkml:trace>
</inkml:ink>
</file>

<file path=ppt/ink/ink5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2:53:30.3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88 185 24 0 0,'-10'-5'931'0'0,"0"0"0"0"0,0-1-1 0 0,0 0 1 0 0,1 0 0 0 0,0-1 0 0 0,0 0-1 0 0,-11-12 1 0 0,20 17-877 0 0,-1 1 0 0 0,1-1 0 0 0,0 1 0 0 0,0-1 0 0 0,0 1 0 0 0,0-1 0 0 0,0 1 1 0 0,1 0-1 0 0,-1-1 0 0 0,0 1 0 0 0,1-1 0 0 0,-1 1 0 0 0,1-1 0 0 0,-1 1 0 0 0,1 0 0 0 0,-1-1 0 0 0,1 1 0 0 0,0 0 0 0 0,0 0 0 0 0,0-1 0 0 0,0 1 0 0 0,0 0 1 0 0,0 0-1 0 0,0 0 0 0 0,0 0 0 0 0,0 0 0 0 0,3-1 0 0 0,34-25 432 0 0,42-14 219 0 0,-72 38-651 0 0,0 0-1 0 0,0 0 1 0 0,0 1 0 0 0,1 0 0 0 0,-1 0-1 0 0,1 1 1 0 0,-1 0 0 0 0,11 1-1 0 0,-18-1-42 0 0,1 2 0 0 0,0-1 0 0 0,-1 0 0 0 0,1 0-1 0 0,-1 0 1 0 0,1 1 0 0 0,0-1 0 0 0,-1 1 0 0 0,1-1 0 0 0,-1 1-1 0 0,1-1 1 0 0,-1 1 0 0 0,0 0 0 0 0,1 0 0 0 0,-1 0 0 0 0,0 0-1 0 0,1 0 1 0 0,-1 0 0 0 0,0 0 0 0 0,0 0 0 0 0,0 1 0 0 0,0-1 0 0 0,0 0-1 0 0,0 1 1 0 0,1 2 0 0 0,-1-1 1 0 0,-1 0-1 0 0,1 0 1 0 0,-1 0 0 0 0,1 1 0 0 0,-1-1-1 0 0,0 0 1 0 0,0 1 0 0 0,-1-1 0 0 0,1 0-1 0 0,-1 0 1 0 0,-1 7 0 0 0,-4 6 19 0 0,0 0-1 0 0,-1-1 1 0 0,-14 25 0 0 0,4-16 2 0 0,15-21-27 0 0,-1-1-1 0 0,0 2 1 0 0,1-1 0 0 0,-1 0 0 0 0,1 0 0 0 0,0 1 0 0 0,0-1-1 0 0,1 1 1 0 0,-1 0 0 0 0,1-1 0 0 0,-1 1 0 0 0,1 0 0 0 0,1 0-1 0 0,-1 0 1 0 0,0 0 0 0 0,1 0 0 0 0,0 0 0 0 0,0 8 0 0 0,2-9-3 0 0,1-1 1 0 0,-1 1-1 0 0,1 0 1 0 0,0-1 0 0 0,-1 0-1 0 0,1 1 1 0 0,0-1-1 0 0,0 0 1 0 0,0-1-1 0 0,1 1 1 0 0,-1 0 0 0 0,0-1-1 0 0,1 0 1 0 0,6 2-1 0 0,19 10 17 0 0,-27-12-19 0 0,-1 1-1 0 0,1-1 0 0 0,0 1 1 0 0,0-1-1 0 0,0 1 1 0 0,-1 0-1 0 0,1-1 1 0 0,-1 1-1 0 0,1 0 1 0 0,-1 0-1 0 0,0 0 1 0 0,0 0-1 0 0,0 0 0 0 0,0 1 1 0 0,0-1-1 0 0,0 0 1 0 0,0 0-1 0 0,-1 1 1 0 0,0-1-1 0 0,1 0 1 0 0,-1 1-1 0 0,0-1 1 0 0,0 4-1 0 0,-1-3 0 0 0,0 0-1 0 0,0 1 1 0 0,-1-1-1 0 0,1 0 1 0 0,-1 0-1 0 0,0 0 1 0 0,1 0 0 0 0,-2 0-1 0 0,1 0 1 0 0,0 0-1 0 0,0-1 1 0 0,-1 1-1 0 0,-5 3 1 0 0,-9 7-7 0 0,-1-1-1 0 0,0-1 1 0 0,-1-1 0 0 0,-20 8-1 0 0,32-16 5 0 0,-4 3-100 0 0,0-1 0 0 0,-1-1 1 0 0,-19 3-1 0 0,7-1-922 0 0,24-5 863 0 0,-1 0 1 0 0,1-1 0 0 0,-1 1 0 0 0,1 0 0 0 0,-1 0-1 0 0,1-1 1 0 0,-1 1 0 0 0,1 0 0 0 0,-1-1 0 0 0,1 1-1 0 0,-1 0 1 0 0,1-1 0 0 0,-1 1 0 0 0,1-1 0 0 0,0 1-1 0 0,-1-1 1 0 0,1 1 0 0 0,0-1 0 0 0,-1 1 0 0 0,1-1-1 0 0,0 1 1 0 0,0-1 0 0 0,0 1 0 0 0,-1-1 0 0 0,1 1-1 0 0,0-1 1 0 0,0 0 0 0 0,0 1 0 0 0,0-1 0 0 0,0 1 0 0 0,0-1-1 0 0,0 0 1 0 0,0 1 0 0 0,0-1 0 0 0,3-9-2263 0 0</inkml:trace>
</inkml:ink>
</file>

<file path=ppt/ink/ink5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2:53:30.7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615 2 308 0 0,'-19'-1'263'0'0,"0"1"0"0"0,0 1 0 0 0,0 0 0 0 0,-1 2 0 0 0,2 0 0 0 0,-1 1 0 0 0,0 1 0 0 0,1 1 0 0 0,0 0 0 0 0,0 1 0 0 0,0 2 1 0 0,1-1-1 0 0,1 2 0 0 0,-1 0 0 0 0,2 1 0 0 0,-1 1 0 0 0,1 0 0 0 0,1 1 0 0 0,1 1 0 0 0,-14 15 0 0 0,-1 6-4 0 0,2 0-1 0 0,1 2 1 0 0,2 1-1 0 0,2 0 1 0 0,1 2 0 0 0,2 0-1 0 0,1 2 1 0 0,3-1 0 0 0,1 2-1 0 0,3 0 1 0 0,-8 60-1 0 0,14-76-144 0 0,2 1-1 0 0,1-1 0 0 0,1 1 0 0 0,1-1 0 0 0,2 1 1 0 0,0-1-1 0 0,2 0 0 0 0,11 36 0 0 0,-11-47-60 0 0,2 0-1 0 0,-1-1 0 0 0,2 0 1 0 0,0 0-1 0 0,1-1 0 0 0,0 0 1 0 0,1 0-1 0 0,1-1 1 0 0,0-1-1 0 0,1 1 0 0 0,0-2 1 0 0,1 0-1 0 0,0 0 0 0 0,28 16 1 0 0,-10-11 1 0 0,1-1 1 0 0,0-2 0 0 0,1-1 0 0 0,1-1 0 0 0,0-2 0 0 0,0-1-1 0 0,0-2 1 0 0,40 2 0 0 0,-6-5 10 0 0,0-3 1 0 0,1-3-1 0 0,81-13 0 0 0,-96 6-41 0 0,-2-3 0 0 0,1-1 0 0 0,-2-3-1 0 0,0-2 1 0 0,-1-2 0 0 0,-2-2 0 0 0,69-44-1 0 0,87-80 36 0 0,-166 116-38 0 0,-2-2-1 0 0,-1-2 1 0 0,41-52 0 0 0,-62 68 1 0 0,-1 0 1 0 0,-1-1 0 0 0,-1 0 0 0 0,0-1-1 0 0,-1 0 1 0 0,-2 0 0 0 0,0-1-1 0 0,6-32 1 0 0,-11 41-1 0 0,-2 0 0 0 0,1-1 1 0 0,-2 1-1 0 0,0 0 0 0 0,0-1 0 0 0,-2 1 0 0 0,1 0 0 0 0,-2 0 0 0 0,0-1 1 0 0,0 1-1 0 0,-1 1 0 0 0,-1-1 0 0 0,0 1 0 0 0,0 0 0 0 0,-2 0 0 0 0,-8-13 0 0 0,0 4-3 0 0,-1 0 0 0 0,-1 2-1 0 0,-1 0 1 0 0,0 1 0 0 0,-2 1-1 0 0,0 0 1 0 0,-1 2 0 0 0,0 0-1 0 0,-1 2 1 0 0,-1 0 0 0 0,0 2-1 0 0,0 0 1 0 0,-1 2-1 0 0,-1 0 1 0 0,0 2 0 0 0,0 0-1 0 0,-50-5 1 0 0,35 8-151 0 0,0 2-1 0 0,0 2 1 0 0,0 2 0 0 0,-1 1-1 0 0,1 2 1 0 0,1 1 0 0 0,-1 3-1 0 0,1 1 1 0 0,1 2 0 0 0,-72 33-1 0 0,-97 71-4572 0 0,178-99 3340 0 0,-44 28-1571 0 0</inkml:trace>
</inkml:ink>
</file>

<file path=ppt/ink/ink5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2:53:33.6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481 580 8149 0 0,'11'-10'32'0'0,"-7"6"-8"0"0,-1 1 0 0 0,1 0 0 0 0,-1-1 1 0 0,1 1-1 0 0,0 1 0 0 0,0-1 0 0 0,0 1 0 0 0,8-4 0 0 0,-11 6-20 0 0,1 0 0 0 0,-1 0 0 0 0,1 0 0 0 0,-1 0 0 0 0,1 0 0 0 0,-1 1 0 0 0,1-1 0 0 0,-1 0 0 0 0,1 1 0 0 0,-1-1 0 0 0,0 1 1 0 0,1 0-1 0 0,-1-1 0 0 0,0 1 0 0 0,1 0 0 0 0,-1 0 0 0 0,0 0 0 0 0,0 0 0 0 0,0 0 0 0 0,0 0 0 0 0,1 0 0 0 0,-2 0 0 0 0,1 0 0 0 0,0 1 0 0 0,0-1 1 0 0,0 0-1 0 0,0 1 0 0 0,-1-1 0 0 0,1 0 0 0 0,-1 1 0 0 0,1-1 0 0 0,-1 1 0 0 0,1 2 0 0 0,3 7 6 0 0,-1 0 1 0 0,0 0-1 0 0,0 0 0 0 0,-1 0 1 0 0,-1 1-1 0 0,0-1 0 0 0,-1 1 1 0 0,0-1-1 0 0,0 1 0 0 0,-1-1 0 0 0,-1 1 1 0 0,0-1-1 0 0,0 0 0 0 0,-1 1 1 0 0,-7 15-1 0 0,8-21-2 0 0,0-1-1 0 0,-1 1 1 0 0,0 0-1 0 0,0-1 1 0 0,0 0 0 0 0,-1 0-1 0 0,0 0 1 0 0,0 0-1 0 0,0 0 1 0 0,-1-1 0 0 0,1 0-1 0 0,-1 0 1 0 0,0 0-1 0 0,0 0 1 0 0,-1-1 0 0 0,1 0-1 0 0,-1 0 1 0 0,1 0-1 0 0,-1-1 1 0 0,0 0-1 0 0,0 0 1 0 0,0 0 0 0 0,0-1-1 0 0,0 0 1 0 0,-1 0-1 0 0,1-1 1 0 0,0 1 0 0 0,-1-1-1 0 0,-10-2 1 0 0,-2-2 13 0 0,0 0 0 0 0,1-1 0 0 0,0-1 0 0 0,0-1 0 0 0,0-1 1 0 0,1 0-1 0 0,0-2 0 0 0,0 1 0 0 0,1-2 0 0 0,1 0 0 0 0,0-1 0 0 0,0-1 1 0 0,1 0-1 0 0,-23-29 0 0 0,21 22-12 0 0,0-2 0 0 0,1 0 0 0 0,1 0 0 0 0,2-1 0 0 0,0-1-1 0 0,1 0 1 0 0,2-1 0 0 0,0 0 0 0 0,1-1 0 0 0,-4-32 0 0 0,10 44-7 0 0,1-1 0 0 0,0 0 1 0 0,1 1-1 0 0,0-1 0 0 0,2 0 0 0 0,0 1 0 0 0,0-1 0 0 0,1 1 0 0 0,1 0 1 0 0,0 0-1 0 0,1 0 0 0 0,1 0 0 0 0,0 1 0 0 0,1 0 0 0 0,0 0 0 0 0,1 1 1 0 0,0 0-1 0 0,1 0 0 0 0,1 1 0 0 0,12-12 0 0 0,-9 11-2 0 0,1 0 0 0 0,0 1 0 0 0,1 1-1 0 0,0 1 1 0 0,0 0 0 0 0,1 1 0 0 0,1 0 0 0 0,-1 1 0 0 0,1 1-1 0 0,0 1 1 0 0,0 0 0 0 0,1 2 0 0 0,-1 0 0 0 0,1 0 0 0 0,0 2-1 0 0,23 0 1 0 0,-2 5 11 0 0,-1 1 1 0 0,0 2-1 0 0,-1 2 0 0 0,0 1 1 0 0,0 1-1 0 0,-1 3 0 0 0,-1 1 0 0 0,0 1 1 0 0,40 27-1 0 0,5 8 54 0 0,-3 3 0 0 0,110 101 0 0 0,-142-114-2 0 0,56 67 1 0 0,-84-87-49 0 0,-1 1 1 0 0,0 1-1 0 0,-2 0 0 0 0,-1 1 1 0 0,16 38-1 0 0,-28-59-19 0 0,0 0 0 0 0,1 0 0 0 0,-2 0 0 0 0,1 1 0 0 0,0-1-1 0 0,-1 0 1 0 0,1 0 0 0 0,-1 1 0 0 0,0-1 0 0 0,0 0 0 0 0,0 1 0 0 0,-1-1 0 0 0,1 0 0 0 0,-1 0 0 0 0,-1 5 0 0 0,1-6 11 0 0,0 0 0 0 0,0 0 0 0 0,-1 0 0 0 0,1 0 0 0 0,-1 0 0 0 0,1 0 0 0 0,-1-1 0 0 0,0 1 0 0 0,1 0 0 0 0,-1-1 0 0 0,0 1 0 0 0,0-1 0 0 0,0 0 0 0 0,0 0 0 0 0,0 1 0 0 0,-4 0 0 0 0,-2 0-466 0 0,1 0-1 0 0,0-1 0 0 0,-1 0 0 0 0,1 0 1 0 0,-1 0-1 0 0,1-1 0 0 0,-1 0 0 0 0,0-1 0 0 0,1 0 1 0 0,-1 0-1 0 0,1-1 0 0 0,-8-2 0 0 0,-6-3-1786 0 0</inkml:trace>
</inkml:ink>
</file>

<file path=ppt/ink/ink5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2:53:33.9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77 340 0 0,'29'-9'468'0'0,"9"2"-40"0"0,4-5-32 0 0,6 3-60 0 0,2-1-40 0 0,8 3-80 0 0,15-2-204 0 0,-18 4-212 0 0,-1 0-184 0 0,19 3-412 0 0,-21 1 180 0 0</inkml:trace>
</inkml:ink>
</file>

<file path=ppt/ink/ink5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2:53:35.1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540 9 580 0 0,'3'-9'3043'0'0,"0"10"-1185"0"0,1 21-479 0 0,-3 35-649 0 0,-3 19 305 0 0,8 78 1 0 0,0 2-212 0 0,-5-101-545 0 0,1-29-44 0 0,-2 1 0 0 0,-5 40 0 0 0,5-67-219 0 0,1 0 0 0 0,-1 1 0 0 0,0-1 0 0 0,0 1 0 0 0,0-1 0 0 0,0 0 0 0 0,0 1 0 0 0,0-1 0 0 0,0 1 0 0 0,0-1 0 0 0,0 0 0 0 0,0 1-1 0 0,-1-1 1 0 0,1 1 0 0 0,0-1 0 0 0,0 0 0 0 0,0 1 0 0 0,0-1 0 0 0,-1 0 0 0 0,1 1 0 0 0,0-1 0 0 0,0 0 0 0 0,0 1 0 0 0,-1-1 0 0 0,1 0 0 0 0,0 0 0 0 0,-1 1 0 0 0,1-1 0 0 0,0 0 0 0 0,-1 0 0 0 0,1 1 0 0 0,0-1 0 0 0,-1 0 0 0 0,1 0-1 0 0,0 0 1 0 0,-1 0 0 0 0,1 0 0 0 0,-1 1 0 0 0,1-1 0 0 0,0 0 0 0 0,-1 0 0 0 0,1 0 0 0 0,-1 0 0 0 0,1 0 0 0 0,0 0 0 0 0,-1 0 0 0 0,-16-18 203 0 0,-9-23-47 0 0,14 21-112 0 0,0 1 0 0 0,-30-34 1 0 0,36 47-60 0 0,-1 0 1 0 0,1 1 0 0 0,-1 0-1 0 0,0 0 1 0 0,0 0-1 0 0,-1 1 1 0 0,1 0-1 0 0,-1 0 1 0 0,0 1 0 0 0,0 0-1 0 0,-14-3 1 0 0,2 2-12 0 0,0 1 0 0 0,0 1 0 0 0,0 0-1 0 0,0 2 1 0 0,0 0 0 0 0,0 2 0 0 0,-36 6 0 0 0,49-7 8 0 0,0 1-1 0 0,-1 0 1 0 0,1 0 0 0 0,0 0 0 0 0,1 1-1 0 0,-1 0 1 0 0,0 0 0 0 0,1 1 0 0 0,0-1-1 0 0,0 2 1 0 0,0-1 0 0 0,0 1 0 0 0,0-1-1 0 0,1 2 1 0 0,0-1 0 0 0,0 0 0 0 0,1 1-1 0 0,-1 0 1 0 0,1 0 0 0 0,1 0 0 0 0,-1 1-1 0 0,1-1 1 0 0,0 1 0 0 0,-4 12-1 0 0,6-13 3 0 0,1-1 0 0 0,-1 1-1 0 0,1 0 1 0 0,0-1-1 0 0,0 1 1 0 0,1 0 0 0 0,-1-1-1 0 0,1 1 1 0 0,1-1-1 0 0,-1 1 1 0 0,1-1 0 0 0,0 1-1 0 0,0-1 1 0 0,0 0-1 0 0,1 0 1 0 0,0 0-1 0 0,0 0 1 0 0,0-1 0 0 0,0 1-1 0 0,1-1 1 0 0,0 0-1 0 0,0 0 1 0 0,0 0 0 0 0,0 0-1 0 0,1-1 1 0 0,-1 1-1 0 0,1-1 1 0 0,8 4-1 0 0,9 4-14 0 0,0 0-1 0 0,1-1 0 0 0,1-2 0 0 0,-1 0 0 0 0,26 4 0 0 0,-23-7-48 0 0,1-1 0 0 0,0-2 0 0 0,0 0 0 0 0,-1-2-1 0 0,1-1 1 0 0,42-7 0 0 0,-15-1-59 0 0,0-4 0 0 0,60-21 0 0 0,-82 22 82 0 0,0-1-1 0 0,-1-2 1 0 0,-1-1-1 0 0,33-22 1 0 0,-48 28 24 0 0,-1-1 0 0 0,0 0 0 0 0,0-1 0 0 0,-1-1 0 0 0,-1 0 0 0 0,0 0 0 0 0,-1-1 0 0 0,0-1 0 0 0,14-26 0 0 0,-24 39 17 0 0,0 0 1 0 0,0 1-1 0 0,0-1 0 0 0,0-1 0 0 0,0 1 0 0 0,-1 0 0 0 0,1 0 0 0 0,-1 0 0 0 0,1 0 0 0 0,-1 0 0 0 0,0 0 0 0 0,0-1 0 0 0,0 1 1 0 0,0 0-1 0 0,0 0 0 0 0,-1 0 0 0 0,1-1 0 0 0,0 1 0 0 0,-2-3 0 0 0,1 4 3 0 0,0 0 0 0 0,0-1 0 0 0,0 1 0 0 0,0 0 0 0 0,-1 0-1 0 0,1-1 1 0 0,0 1 0 0 0,-1 0 0 0 0,1 0 0 0 0,0 1 0 0 0,-1-1 0 0 0,1 0 0 0 0,-1 0 0 0 0,0 1 0 0 0,1-1 0 0 0,-1 1-1 0 0,1-1 1 0 0,-1 1 0 0 0,-2 0 0 0 0,-2-1 7 0 0,0 1 0 0 0,0 0 1 0 0,0 0-1 0 0,0 1 0 0 0,0 0 0 0 0,0 0 0 0 0,0 0 1 0 0,0 0-1 0 0,0 1 0 0 0,1 0 0 0 0,-1 1 0 0 0,-8 4 0 0 0,5 0 11 0 0,0-1-1 0 0,1 1 0 0 0,0 1 1 0 0,0 0-1 0 0,1 0 0 0 0,0 0 1 0 0,0 1-1 0 0,1 0 0 0 0,0 0 1 0 0,-9 20-1 0 0,13-25-15 0 0,1 0 0 0 0,-1 1 0 0 0,0-1 0 0 0,1 1-1 0 0,0-1 1 0 0,0 1 0 0 0,1 0 0 0 0,-1-1 0 0 0,1 1 0 0 0,0 0 0 0 0,0-1 0 0 0,0 1 0 0 0,1 0-1 0 0,0-1 1 0 0,0 1 0 0 0,0-1 0 0 0,0 1 0 0 0,1-1 0 0 0,0 1 0 0 0,-1-1 0 0 0,2 0 0 0 0,-1 0-1 0 0,0 0 1 0 0,1 0 0 0 0,0 0 0 0 0,0 0 0 0 0,0-1 0 0 0,4 4 0 0 0,0-1-2 0 0,0 0 1 0 0,1-1-1 0 0,0 1 1 0 0,0-2-1 0 0,1 1 1 0 0,-1-1-1 0 0,1 0 1 0 0,0-1-1 0 0,0 0 1 0 0,0 0-1 0 0,0-1 0 0 0,15 2 1 0 0,-9-3-2 0 0,0-1-1 0 0,1 0 1 0 0,-1-1 0 0 0,0-1-1 0 0,0 0 1 0 0,0-1 0 0 0,18-6 0 0 0,-2-2-3 0 0,0-1 0 0 0,-1-2 0 0 0,-1-1 0 0 0,0-2 0 0 0,-1 0 0 0 0,39-33 0 0 0,-39 28 3 0 0,8-7-5 0 0,32-32-1 0 0,-60 53 11 0 0,-1 0 0 0 0,0-1 0 0 0,0 0 0 0 0,0 0 0 0 0,-1 0 0 0 0,-1 0 0 0 0,1-1 0 0 0,-2 0 0 0 0,7-19 0 0 0,-10 27-2 0 0,-1 1 0 0 0,0-1-1 0 0,0 1 1 0 0,0-1 0 0 0,0 1 0 0 0,0-1 0 0 0,0 1-1 0 0,-1-1 1 0 0,1 1 0 0 0,0-1 0 0 0,-1 1-1 0 0,1 0 1 0 0,-1-1 0 0 0,1 1 0 0 0,-1-1 0 0 0,0 1-1 0 0,1 0 1 0 0,-1 0 0 0 0,0-1 0 0 0,0 1-1 0 0,0 0 1 0 0,0 0 0 0 0,0 0 0 0 0,0 0 0 0 0,-1 0-1 0 0,1 0 1 0 0,0 0 0 0 0,0 1 0 0 0,-1-1-1 0 0,1 0 1 0 0,0 1 0 0 0,-1-1 0 0 0,1 1 0 0 0,-1-1-1 0 0,1 1 1 0 0,-1-1 0 0 0,1 1 0 0 0,-1 0-1 0 0,1 0 1 0 0,-3 0 0 0 0,2 0-3 0 0,1 0-1 0 0,-1 0 1 0 0,1 0 0 0 0,-1 0-1 0 0,1 0 1 0 0,-1 0 0 0 0,1 1-1 0 0,-1-1 1 0 0,1 1-1 0 0,0-1 1 0 0,-1 1 0 0 0,1-1-1 0 0,-1 1 1 0 0,1 0 0 0 0,0-1-1 0 0,0 1 1 0 0,-1 0 0 0 0,1 0-1 0 0,0 0 1 0 0,0 0 0 0 0,0 0-1 0 0,0 0 1 0 0,0 1 0 0 0,0-1-1 0 0,1 0 1 0 0,-1 0-1 0 0,0 1 1 0 0,1-1 0 0 0,-1 0-1 0 0,0 1 1 0 0,1-1 0 0 0,0 1-1 0 0,-1-1 1 0 0,1 1 0 0 0,0-1-1 0 0,0 0 1 0 0,0 1 0 0 0,0-1-1 0 0,0 1 1 0 0,0-1 0 0 0,0 1-1 0 0,0-1 1 0 0,0 1-1 0 0,2 2 1 0 0,2 12 7 0 0,2-1 0 0 0,0 1 0 0 0,1-1 0 0 0,1 0 0 0 0,0 0 0 0 0,15 19 0 0 0,-9-13-94 0 0,21 44-1 0 0,-28-48-113 0 0,-1 0 0 0 0,0 0 0 0 0,-1 1 0 0 0,3 26 0 0 0,-7-39 131 0 0,-1 0-1 0 0,0 0 0 0 0,0 1 1 0 0,0-1-1 0 0,-1 0 0 0 0,1 0 1 0 0,-1 0-1 0 0,0 1 0 0 0,-3 4 0 0 0,3-7 39 0 0,0-1-1 0 0,0 0 0 0 0,0 0 1 0 0,-1 0-1 0 0,1 0 0 0 0,-1 0 1 0 0,1 0-1 0 0,-1 0 1 0 0,0 0-1 0 0,1-1 0 0 0,-1 1 1 0 0,0-1-1 0 0,0 1 0 0 0,0-1 1 0 0,-1 0-1 0 0,1 0 0 0 0,0 0 1 0 0,0 0-1 0 0,-1 0 0 0 0,-2 1 1 0 0,4-2 25 0 0,0 0 0 0 0,1 1 0 0 0,-1-1 0 0 0,0 0 0 0 0,1 0 0 0 0,-1 0 0 0 0,0 1 0 0 0,0-1 0 0 0,0 0 0 0 0,1 0 0 0 0,-1 0 0 0 0,0 0 0 0 0,0 0 0 0 0,1 0 0 0 0,-1-1 0 0 0,0 1 0 0 0,0 0 0 0 0,1 0 0 0 0,-1 0 0 0 0,0-1 0 0 0,0 1 0 0 0,1 0 0 0 0,-1-1 0 0 0,0 1 0 0 0,1-1 0 0 0,-1 1 0 0 0,1-1 0 0 0,-1 1 0 0 0,0-1 0 0 0,1 1 0 0 0,-1-1 0 0 0,1 1 0 0 0,-1-1 0 0 0,1 0 0 0 0,0 1 0 0 0,-1-1 0 0 0,1 0 0 0 0,0 1 0 0 0,-1-1 0 0 0,1 0 0 0 0,0 0 0 0 0,0 1 0 0 0,0-1 0 0 0,-1 0 0 0 0,1 0 0 0 0,0 0 0 0 0,0 1 0 0 0,0-1 0 0 0,0 0 0 0 0,1 0 0 0 0,-1 1 0 0 0,0-1 0 0 0,0 0 0 0 0,0 0 0 0 0,1 1 0 0 0,-1-1 0 0 0,0 0 0 0 0,1 1 0 0 0,-1-1 0 0 0,1-1 0 0 0,19-41-97 0 0,-3 21 52 0 0,1 1 0 0 0,39-35 0 0 0,-47 47 105 0 0,0 1-1 0 0,1 0 1 0 0,0 1 0 0 0,0 0-1 0 0,1 1 1 0 0,-1 1 0 0 0,1-1-1 0 0,16-3 1 0 0,-22 7-5 0 0,-1 1 1 0 0,1 1 0 0 0,-1-1-1 0 0,1 1 1 0 0,0 0-1 0 0,-1 0 1 0 0,1 0 0 0 0,0 1-1 0 0,-1 0 1 0 0,1 0-1 0 0,-1 0 1 0 0,1 1 0 0 0,-1 0-1 0 0,0 0 1 0 0,1 0-1 0 0,-1 1 1 0 0,0 0 0 0 0,-1 0-1 0 0,1 0 1 0 0,0 0-1 0 0,-1 1 1 0 0,0 0 0 0 0,0-1-1 0 0,0 2 1 0 0,0-1-1 0 0,0 0 1 0 0,-1 1 0 0 0,0 0-1 0 0,0 0 1 0 0,0 0-1 0 0,-1 0 1 0 0,0 0 0 0 0,0 0-1 0 0,2 7 1 0 0,-4 18-93 0 0,-5-15-1616 0 0,-5-8-4054 0 0</inkml:trace>
</inkml:ink>
</file>

<file path=ppt/ink/ink5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2:53:35.4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70 424 0 0,'3'-23'2080'0'0,"-3"17"-1404"0"0,0 1 1 0 0,1 0 0 0 0,0 0-1 0 0,0 0 1 0 0,0 0-1 0 0,1 0 1 0 0,2-5 0 0 0,-4 9-284 0 0,1 2-439 0 0,1-1 1 0 0,-1 1-1 0 0,0 0 0 0 0,0 0 1 0 0,0-1-1 0 0,0 1 0 0 0,0 0 1 0 0,0 0-1 0 0,0 0 1 0 0,0 0-1 0 0,0 0 0 0 0,0 0 1 0 0,-1 0-1 0 0,1 0 0 0 0,0 0 1 0 0,-1 1-1 0 0,1-1 0 0 0,0 2 1 0 0,6 15-3822 0 0,-3-9 1855 0 0</inkml:trace>
</inkml:ink>
</file>

<file path=ppt/ink/ink5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2:53:36.3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207 141 136 0 0,'-1'-2'195'0'0,"1"0"0"0"0,0 0 0 0 0,-1 0 0 0 0,1 0 0 0 0,-1 0 0 0 0,0 0 0 0 0,0 0 0 0 0,0 0 0 0 0,0 0 0 0 0,0 0 0 0 0,0 0 0 0 0,0 0 0 0 0,-1 1-1 0 0,1-1 1 0 0,-1 0 0 0 0,1 1 0 0 0,-1-1 0 0 0,1 1 0 0 0,-1 0 0 0 0,0-1 0 0 0,0 1 0 0 0,0 0 0 0 0,0 0 0 0 0,0 0 0 0 0,0 1 0 0 0,0-1 0 0 0,0 0 0 0 0,0 1 0 0 0,0-1 0 0 0,-4 1 0 0 0,-8-3 336 0 0,1 1 0 0 0,-1 1 0 0 0,-21 0-1 0 0,29 1-212 0 0,2 1-235 0 0,0-1 1 0 0,1 0-1 0 0,-1 1 0 0 0,1-1 1 0 0,-1 1-1 0 0,1 0 1 0 0,-1 0-1 0 0,1 1 0 0 0,-1-1 1 0 0,1 1-1 0 0,0-1 1 0 0,0 1-1 0 0,0 0 0 0 0,0 0 1 0 0,0 1-1 0 0,0-1 1 0 0,0 0-1 0 0,1 1 0 0 0,-5 5 1 0 0,6-6-60 0 0,0 0 1 0 0,0 0 0 0 0,0 0 0 0 0,0 0-1 0 0,0 0 1 0 0,1 0 0 0 0,-1 0-1 0 0,0 0 1 0 0,1 0 0 0 0,0 0-1 0 0,0 0 1 0 0,-1 1 0 0 0,1-1-1 0 0,0 0 1 0 0,1 0 0 0 0,-1 0 0 0 0,0 0-1 0 0,1 0 1 0 0,-1 1 0 0 0,1-1-1 0 0,0 0 1 0 0,-1 0 0 0 0,1 0-1 0 0,0 0 1 0 0,0 0 0 0 0,1-1 0 0 0,-1 1-1 0 0,0 0 1 0 0,0 0 0 0 0,1-1-1 0 0,-1 1 1 0 0,1-1 0 0 0,2 3-1 0 0,24 20 116 0 0,-12-11-80 0 0,-2 0-1 0 0,19 21 1 0 0,-29-28-52 0 0,1 0 1 0 0,-1 0-1 0 0,0 0 1 0 0,-1 1-1 0 0,0-1 1 0 0,0 1-1 0 0,0 0 1 0 0,-1 0-1 0 0,0 0 1 0 0,1 9-1 0 0,5 34 10 0 0,-3 0 0 0 0,-3 1 0 0 0,-1 0 0 0 0,-3-1 0 0 0,-15 94 0 0 0,16-136-15 0 0,-1 0 0 0 0,-1-1 0 0 0,1 1 0 0 0,-1-1 0 0 0,0 1 0 0 0,-8 11 0 0 0,9-16-1 0 0,0 0 0 0 0,0 0 0 0 0,0 0 0 0 0,0-1 0 0 0,-1 1 0 0 0,1 0 0 0 0,-1-1 0 0 0,0 0-1 0 0,0 0 1 0 0,0 0 0 0 0,0 0 0 0 0,0 0 0 0 0,0 0 0 0 0,0-1 0 0 0,-1 0 0 0 0,-5 2 0 0 0,7-3-2 0 0,0 1 1 0 0,0-1-1 0 0,-1 0 1 0 0,1 0-1 0 0,0-1 1 0 0,0 1-1 0 0,0 0 1 0 0,0-1-1 0 0,0 1 1 0 0,-1-1 0 0 0,1 0-1 0 0,0 0 1 0 0,0 0-1 0 0,0 0 1 0 0,1 0-1 0 0,-1 0 1 0 0,0 0-1 0 0,0 0 1 0 0,1-1-1 0 0,-1 1 1 0 0,0-1-1 0 0,1 0 1 0 0,0 1-1 0 0,-1-1 1 0 0,1 0-1 0 0,0 0 1 0 0,0 0 0 0 0,0 1-1 0 0,0-1 1 0 0,0 0-1 0 0,0-1 1 0 0,1 1-1 0 0,-1 0 1 0 0,0-4-1 0 0,-1-2-2 0 0,0-1-1 0 0,1 1 1 0 0,0-1-1 0 0,0 0 1 0 0,1 1-1 0 0,0-1 1 0 0,1-10-1 0 0,6-12-65 0 0,0 1-1 0 0,2 0 1 0 0,1 0-1 0 0,1 1 1 0 0,2 1-1 0 0,26-44 1 0 0,116-152-582 0 0,-130 195 579 0 0,2 1 0 0 0,0 1 0 0 0,2 1 0 0 0,59-40 0 0 0,-85 64 73 0 0,-1 1 0 0 0,1 0-1 0 0,-1-1 1 0 0,1 1-1 0 0,0 0 1 0 0,-1 1 0 0 0,1-1-1 0 0,0 0 1 0 0,0 1-1 0 0,-1-1 1 0 0,1 1 0 0 0,0 0-1 0 0,0 0 1 0 0,0 0 0 0 0,0 0-1 0 0,-1 1 1 0 0,1-1-1 0 0,0 1 1 0 0,0 0 0 0 0,-1-1-1 0 0,1 1 1 0 0,0 0-1 0 0,-1 1 1 0 0,1-1 0 0 0,-1 0-1 0 0,1 1 1 0 0,-1-1 0 0 0,0 1-1 0 0,0 0 1 0 0,0 0-1 0 0,0 0 1 0 0,0 0 0 0 0,2 3-1 0 0,1 0 9 0 0,-1 0 0 0 0,0 0-1 0 0,0 1 1 0 0,0-1 0 0 0,0 1-1 0 0,-1 0 1 0 0,0 0 0 0 0,0 1-1 0 0,-1-1 1 0 0,0 0 0 0 0,0 1-1 0 0,2 11 1 0 0,-4-12 4 0 0,1 0 1 0 0,-1 1-1 0 0,0-1 1 0 0,-1 1-1 0 0,0-1 1 0 0,0 1-1 0 0,0-1 1 0 0,0 0-1 0 0,-1 0 1 0 0,0 0-1 0 0,-1 0 1 0 0,1 0-1 0 0,-1 0 0 0 0,0 0 1 0 0,-1-1-1 0 0,1 1 1 0 0,-1-1-1 0 0,0 0 1 0 0,-1 0-1 0 0,1-1 1 0 0,-1 1-1 0 0,-5 3 1 0 0,8-7 28 0 0,1-2-29 0 0,0 1 1 0 0,-1-1-1 0 0,1 0 1 0 0,0 0-1 0 0,-1 0 0 0 0,1-1 1 0 0,0 1-1 0 0,0 0 1 0 0,0 0-1 0 0,0-1 1 0 0,0 1-1 0 0,-1-3 0 0 0,7-13-7 0 0,1 0 0 0 0,0 1 0 0 0,1-1 0 0 0,1 1 0 0 0,1 0 0 0 0,0 1 0 0 0,19-23 0 0 0,-13 19-19 0 0,1 0-1 0 0,1 2 1 0 0,0 0-1 0 0,2 1 1 0 0,25-19-1 0 0,-37 31 10 0 0,0-1-3 0 0,-1 1 0 0 0,1 0 0 0 0,0 0 0 0 0,0 0-1 0 0,11-3 1 0 0,-17 7 9 0 0,0 0-1 0 0,1-1 1 0 0,-1 1-1 0 0,0 0 1 0 0,1 0 0 0 0,-1 0-1 0 0,0 0 1 0 0,1 0-1 0 0,-1 0 1 0 0,0 0-1 0 0,1 0 1 0 0,-1 0 0 0 0,0 1-1 0 0,1-1 1 0 0,-1 1-1 0 0,0-1 1 0 0,1 1 0 0 0,-1-1-1 0 0,0 1 1 0 0,0 0-1 0 0,0-1 1 0 0,0 1-1 0 0,0 0 1 0 0,0 0 0 0 0,0 0-1 0 0,0 0 1 0 0,0 0-1 0 0,0 0 1 0 0,0 0-1 0 0,0 0 1 0 0,-1 0 0 0 0,1 0-1 0 0,-1 1 1 0 0,1-1-1 0 0,-1 0 1 0 0,1 1 0 0 0,-1-1-1 0 0,1 3 1 0 0,4 20 62 0 0,-2 1 0 0 0,0-1 0 0 0,-1 1 0 0 0,-2 0 0 0 0,-3 31 0 0 0,1 12 123 0 0,-3 12 74 0 0,-4-49-4083 0 0,6-27 785 0 0</inkml:trace>
</inkml:ink>
</file>

<file path=ppt/ink/ink5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2:53:37.3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175 390 416 0 0,'-16'-16'2701'0'0,"15"14"-2551"0"0,1 1-1 0 0,-1 0 1 0 0,-1-1 0 0 0,1 1-1 0 0,0 0 1 0 0,0 0 0 0 0,0 0-1 0 0,-1-1 1 0 0,1 1 0 0 0,0 1-1 0 0,-1-1 1 0 0,1 0 0 0 0,-1 0-1 0 0,1 0 1 0 0,-1 1 0 0 0,0-1-1 0 0,1 1 1 0 0,-1-1 0 0 0,0 1-1 0 0,1 0 1 0 0,-1 0 0 0 0,0-1-1 0 0,1 1 1 0 0,-1 0 0 0 0,0 1-1 0 0,1-1 1 0 0,-1 0 0 0 0,0 0-1 0 0,1 1 1 0 0,-1-1 0 0 0,0 1-1 0 0,1-1 1 0 0,-1 1 0 0 0,1 0-1 0 0,-1 0 1 0 0,1-1-1 0 0,-3 3 1 0 0,-4 1 165 0 0,0 0 0 0 0,-1 1 0 0 0,2 0 0 0 0,-1 1 0 0 0,0 0 0 0 0,-11 12 0 0 0,16-15-239 0 0,-1 1-1 0 0,1 0 1 0 0,0 0-1 0 0,0 0 1 0 0,1 0-1 0 0,-1 0 1 0 0,1 0-1 0 0,0 1 1 0 0,0-1-1 0 0,1 1 1 0 0,-1 0-1 0 0,1-1 1 0 0,0 1-1 0 0,0 0 1 0 0,0 5-1 0 0,1-9-68 0 0,0 1 1 0 0,0-1-1 0 0,0 0 0 0 0,1 1 1 0 0,-1-1-1 0 0,0 0 0 0 0,0 1 1 0 0,1-1-1 0 0,-1 0 0 0 0,1 0 1 0 0,-1 1-1 0 0,1-1 0 0 0,0 0 1 0 0,-1 0-1 0 0,1 0 0 0 0,0 0 1 0 0,0 0-1 0 0,0 0 0 0 0,0 0 1 0 0,0 0-1 0 0,0 0 0 0 0,0 0 1 0 0,0 0-1 0 0,0-1 0 0 0,0 1 1 0 0,0 0-1 0 0,0-1 0 0 0,1 1 1 0 0,-1-1-1 0 0,0 1 0 0 0,0-1 0 0 0,1 0 1 0 0,-1 0-1 0 0,0 1 0 0 0,1-1 1 0 0,-1 0-1 0 0,0 0 0 0 0,1 0 1 0 0,-1 0-1 0 0,0-1 0 0 0,1 1 1 0 0,-1 0-1 0 0,0 0 0 0 0,1-1 1 0 0,1 0-1 0 0,11-3-113 0 0,0 0 1 0 0,0-1-1 0 0,18-9 1 0 0,-13 6-43 0 0,-15 6 125 0 0,-1 0 1 0 0,1 1-1 0 0,-1-1 1 0 0,1 1-1 0 0,0 0 1 0 0,-1 0-1 0 0,1 0 1 0 0,0 1-1 0 0,0-1 1 0 0,0 1-1 0 0,-1 0 1 0 0,1 0 0 0 0,0 0-1 0 0,0 0 1 0 0,0 1-1 0 0,0 0 1 0 0,-1 0-1 0 0,1 0 1 0 0,0 0-1 0 0,-1 0 1 0 0,1 1-1 0 0,-1-1 1 0 0,1 1-1 0 0,3 2 1 0 0,-4-2 18 0 0,0-1 1 0 0,1 1-1 0 0,-1-1 0 0 0,1 0 1 0 0,-1-1-1 0 0,1 1 1 0 0,0-1-1 0 0,-1 1 1 0 0,1-1-1 0 0,0 0 0 0 0,-1 0 1 0 0,1-1-1 0 0,0 1 1 0 0,-1-1-1 0 0,1 0 0 0 0,-1 0 1 0 0,1 0-1 0 0,-1 0 1 0 0,1 0-1 0 0,-1-1 1 0 0,0 0-1 0 0,0 1 0 0 0,1-1 1 0 0,-1-1-1 0 0,3-2 1 0 0,10-8 8 0 0,0 0-1 0 0,-1-1 1 0 0,16-21 0 0 0,-23 26-4 0 0,8-10 35 0 0,-2-1-1 0 0,0 0 1 0 0,-1-1-1 0 0,-1-1 1 0 0,0 0-1 0 0,-2-1 1 0 0,-1 0-1 0 0,-1 0 1 0 0,-1-1-1 0 0,-1 0 1 0 0,-1 0 0 0 0,2-30-1 0 0,-8-5 516 0 0,1 58-546 0 0,0 1 0 0 0,0 0-1 0 0,0 0 1 0 0,0-1 0 0 0,0 1-1 0 0,0 0 1 0 0,0 0 0 0 0,0-1-1 0 0,0 1 1 0 0,0 0 0 0 0,0-1-1 0 0,-1 1 1 0 0,1 0 0 0 0,0 0-1 0 0,0-1 1 0 0,0 1 0 0 0,0 0-1 0 0,0 0 1 0 0,0 0 0 0 0,-1-1-1 0 0,1 1 1 0 0,0 0 0 0 0,0 0-1 0 0,0 0 1 0 0,-1-1-1 0 0,1 1 1 0 0,0 0 0 0 0,0 0-1 0 0,0 0 1 0 0,-1 0 0 0 0,1 0-1 0 0,0-1 1 0 0,0 1 0 0 0,-1 0-1 0 0,1 0 1 0 0,0 0 0 0 0,0 0-1 0 0,-1 0 1 0 0,1 0 0 0 0,0 0-1 0 0,-1 0 1 0 0,1 0 0 0 0,0 0-1 0 0,0 0 1 0 0,-1 0 0 0 0,1 0-1 0 0,0 0 1 0 0,-19 9 73 0 0,-10 16-29 0 0,18-11-38 0 0,0 0 0 0 0,1 1 0 0 0,1 0-1 0 0,0 1 1 0 0,1-1 0 0 0,1 2 0 0 0,0-1 0 0 0,1 1 0 0 0,1 0 0 0 0,1 0-1 0 0,0 1 1 0 0,1-1 0 0 0,1 1 0 0 0,1 0 0 0 0,0-1 0 0 0,2 1-1 0 0,0 0 1 0 0,0 0 0 0 0,8 26 0 0 0,-6-29-25 0 0,0-1 1 0 0,2 0 0 0 0,0 0-1 0 0,0-1 1 0 0,2 1-1 0 0,7 12 1 0 0,-10-20-19 0 0,0-1 1 0 0,0 1 0 0 0,0-1-1 0 0,1 0 1 0 0,0-1-1 0 0,0 1 1 0 0,0-1-1 0 0,1 0 1 0 0,-1 0 0 0 0,1 0-1 0 0,0-1 1 0 0,0 0-1 0 0,0 0 1 0 0,1-1 0 0 0,6 2-1 0 0,-8-3 9 0 0,1 0 1 0 0,0-1-1 0 0,-1 1 0 0 0,1-1 0 0 0,-1-1 1 0 0,1 1-1 0 0,0-1 0 0 0,-1 0 0 0 0,0 0 1 0 0,1-1-1 0 0,-1 1 0 0 0,0-1 0 0 0,1-1 1 0 0,-1 1-1 0 0,5-4 0 0 0,-3 3 21 0 0,-1-1-1 0 0,1-1 1 0 0,-1 1-1 0 0,0-1 1 0 0,0 0-1 0 0,0-1 1 0 0,-1 1-1 0 0,0-1 1 0 0,0 0-1 0 0,4-8 1 0 0,-8 13 25 0 0,-1 0 1 0 0,1 1-1 0 0,-1-1 1 0 0,0 0-1 0 0,1 0 0 0 0,-1 0 1 0 0,0 0-1 0 0,0-1 1 0 0,0 1-1 0 0,0 0 1 0 0,0 0-1 0 0,0 0 1 0 0,0 0-1 0 0,0 0 1 0 0,0 0-1 0 0,0 0 0 0 0,-1 0 1 0 0,1 0-1 0 0,0 0 1 0 0,-1 0-1 0 0,1 0 1 0 0,-1 0-1 0 0,1 1 1 0 0,-1-1-1 0 0,1 0 1 0 0,-1 0-1 0 0,0 0 0 0 0,1 0 1 0 0,-1 1-1 0 0,0-1 1 0 0,0 0-1 0 0,1 1 1 0 0,-1-1-1 0 0,0 0 1 0 0,0 1-1 0 0,0-1 1 0 0,0 1-1 0 0,0 0 0 0 0,0-1 1 0 0,0 1-1 0 0,0 0 1 0 0,0-1-1 0 0,0 1 1 0 0,0 0-1 0 0,0 0 1 0 0,0 0-1 0 0,0 0 0 0 0,0 0 1 0 0,0 0-1 0 0,-2 1 1 0 0,1-2 8 0 0,0 1-1 0 0,-1 0 1 0 0,1 0 0 0 0,0 0 0 0 0,0 0-1 0 0,-1 0 1 0 0,1 0 0 0 0,0 1 0 0 0,-1-1-1 0 0,1 1 1 0 0,0 0 0 0 0,0-1 0 0 0,0 1-1 0 0,0 0 1 0 0,0 0 0 0 0,0 0 0 0 0,0 1-1 0 0,0-1 1 0 0,0 1 0 0 0,0-1 0 0 0,1 1-1 0 0,-1-1 1 0 0,0 1 0 0 0,1 0 0 0 0,-2 2-1 0 0,2-2-85 0 0,0 0-1 0 0,1 1 1 0 0,-1-1-1 0 0,1 0 0 0 0,-1 1 1 0 0,1-1-1 0 0,0 0 1 0 0,0 1-1 0 0,0-1 0 0 0,0 1 1 0 0,0-1-1 0 0,1 0 1 0 0,-1 1-1 0 0,1-1 0 0 0,0 0 1 0 0,-1 1-1 0 0,1-1 1 0 0,0 0-1 0 0,0 0 1 0 0,0 0-1 0 0,1 0 0 0 0,-1 0 1 0 0,0 0-1 0 0,1 0 1 0 0,-1 0-1 0 0,1-1 0 0 0,0 1 1 0 0,0 0-1 0 0,0-1 1 0 0,-1 1-1 0 0,1-1 0 0 0,1 0 1 0 0,-1 0-1 0 0,0 0 1 0 0,3 1-1 0 0,5 3-994 0 0,0-1 0 0 0,0 0-1 0 0,1-1 1 0 0,-1 0 0 0 0,1 0-1 0 0,17 1 1 0 0,-9-3-1568 0 0</inkml:trace>
</inkml:ink>
</file>

<file path=ppt/ink/ink5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2:53:37.7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23 425 364 0 0,'1'0'107'0'0,"-1"0"0"0"0,0 0 0 0 0,1-1-1 0 0,-1 1 1 0 0,1 0 0 0 0,-1-1 0 0 0,0 1 0 0 0,1 0-1 0 0,-1-1 1 0 0,0 1 0 0 0,0 0 0 0 0,1-1 0 0 0,-1 1 0 0 0,0-1-1 0 0,0 1 1 0 0,1-1 0 0 0,-1 1 0 0 0,0-1 0 0 0,0 1 0 0 0,0 0-1 0 0,0-1 1 0 0,0 1 0 0 0,0-1 0 0 0,0 1 0 0 0,0-1 0 0 0,0 1-1 0 0,0-1 1 0 0,0 1 0 0 0,0-1 0 0 0,0 1 0 0 0,0-1-1 0 0,0 1 1 0 0,0-1 0 0 0,-1 1 0 0 0,1-1 0 0 0,0 1 0 0 0,0 0-1 0 0,-1-1 1 0 0,1 1 0 0 0,0-1 0 0 0,0 1 0 0 0,-1 0 0 0 0,1-1-1 0 0,0 1 1 0 0,-1 0 0 0 0,1-1 0 0 0,-1 1 0 0 0,1 0 0 0 0,0 0-1 0 0,-1-1 1 0 0,1 1 0 0 0,-1 0 0 0 0,1 0 0 0 0,-1 0-1 0 0,1 0 1 0 0,-1-1 0 0 0,1 1 0 0 0,-1 0 0 0 0,0 0 0 0 0,1 0-59 0 0,-1 0 0 0 0,0 0 0 0 0,1 0 1 0 0,-1 0-1 0 0,1 0 0 0 0,-1 0 0 0 0,0 0 1 0 0,1 0-1 0 0,-1 0 0 0 0,1 0 0 0 0,-1 0 1 0 0,0 0-1 0 0,1 1 0 0 0,-1-1 0 0 0,1 0 1 0 0,-1 0-1 0 0,1 1 0 0 0,-1-1 0 0 0,1 0 1 0 0,-1 1-1 0 0,1-1 0 0 0,-1 0 0 0 0,1 1 1 0 0,-1-1-1 0 0,1 1 0 0 0,-1-1 0 0 0,1 1 1 0 0,0-1-1 0 0,-1 1 0 0 0,1-1 0 0 0,0 1 1 0 0,0-1-1 0 0,-1 1 0 0 0,1 0 0 0 0,0-1 1 0 0,0 1-1 0 0,0-1 0 0 0,0 1 0 0 0,0-1 1 0 0,0 1-1 0 0,-1 0 0 0 0,2-1 0 0 0,-1 1 1 0 0,0 0-1 0 0,0-1 0 0 0,0 1 0 0 0,0-1 1 0 0,0 1-1 0 0,0 0 0 0 0,1-1 0 0 0,-1 1 1 0 0,0 0-1 0 0,1 0-25 0 0,-1 0 0 0 0,1 0 0 0 0,-1 0 1 0 0,1 1-1 0 0,-1-1 0 0 0,1 0 0 0 0,0 0 1 0 0,-1 0-1 0 0,1 0 0 0 0,0 0 0 0 0,0 0 0 0 0,0-1 1 0 0,0 1-1 0 0,0 0 0 0 0,0 0 0 0 0,0-1 0 0 0,0 1 1 0 0,0 0-1 0 0,0-1 0 0 0,0 1 0 0 0,0-1 1 0 0,1 1-1 0 0,-1-1 0 0 0,0 0 0 0 0,0 0 0 0 0,0 1 1 0 0,1-1-1 0 0,-1 0 0 0 0,0 0 0 0 0,0 0 0 0 0,1 0 1 0 0,-1-1-1 0 0,0 1 0 0 0,0 0 0 0 0,1 0 1 0 0,-1-1-1 0 0,0 1 0 0 0,0 0 0 0 0,0-1 0 0 0,0 0 1 0 0,1 1-1 0 0,-1-1 0 0 0,0 0 0 0 0,1-1 0 0 0,4-1 13 0 0,0 0 0 0 0,-1-1 1 0 0,1 1-1 0 0,-1-1 0 0 0,0-1 0 0 0,0 1 0 0 0,5-8 0 0 0,-3 1-14 0 0,-1 0 0 0 0,-1-1 0 0 0,0 0 0 0 0,-1 0 0 0 0,0 0 0 0 0,-1 0 0 0 0,3-18 0 0 0,3-10 6 0 0,-4 16 149 0 0,-1 0-1 0 0,-1 1 1 0 0,-1-1 0 0 0,-1-1 0 0 0,-1 1 0 0 0,-2 0 0 0 0,-5-33-1 0 0,7 56-86 0 0,0 0-1 0 0,0 0 0 0 0,0 0 0 0 0,0-1 0 0 0,0 1 0 0 0,-1 0 1 0 0,1 0-1 0 0,-1 0 0 0 0,1 0 0 0 0,-1 0 0 0 0,1 0 1 0 0,-1 0-1 0 0,1 0 0 0 0,-1 0 0 0 0,0 0 0 0 0,0 0 0 0 0,1 0 1 0 0,-1 0-1 0 0,-2-1 0 0 0,2 2-55 0 0,0 0 0 0 0,0 0 0 0 0,0 1 0 0 0,-1-1 0 0 0,1 0 1 0 0,0 1-1 0 0,0-1 0 0 0,0 1 0 0 0,0-1 0 0 0,0 1 0 0 0,0 0 0 0 0,1-1 0 0 0,-1 1 0 0 0,0 0 1 0 0,0 0-1 0 0,0-1 0 0 0,0 1 0 0 0,1 0 0 0 0,-1 0 0 0 0,1 0 0 0 0,-1 0 0 0 0,0 0 0 0 0,1 0 1 0 0,-1 2-1 0 0,-7 11 179 0 0,1 0 0 0 0,1 0 0 0 0,0 1 1 0 0,1 0-1 0 0,0 0 0 0 0,1 0 1 0 0,1 1-1 0 0,1-1 0 0 0,0 1 0 0 0,1 0 1 0 0,1 25-1 0 0,2-9-200 0 0,2 1 1 0 0,0-1-1 0 0,2 0 1 0 0,17 51 0 0 0,-22-52-2368 0 0,-1-30 2064 0 0,0 0 0 0 0,0 0 0 0 0,0 0 0 0 0,0 0 1 0 0,0-1-1 0 0,-1 1 0 0 0,1 0 0 0 0,0 0 0 0 0,-1 0 0 0 0,1-1 0 0 0,0 1 1 0 0,-1 0-1 0 0,1 0 0 0 0,-1-1 0 0 0,0 1 0 0 0,1 0 0 0 0,-1-1 1 0 0,1 1-1 0 0,-1-1 0 0 0,0 1 0 0 0,1-1 0 0 0,-1 1 0 0 0,0-1 0 0 0,0 1 1 0 0,1-1-1 0 0,-1 0 0 0 0,0 1 0 0 0,0-1 0 0 0,0 0 0 0 0,0 1 1 0 0</inkml:trace>
</inkml:ink>
</file>

<file path=ppt/ink/ink5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2:53:38.1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63 352 0 0,'4'-6'972'0'0,"3"-2"-84"0"0,1 1-48 0 0,7 0-60 0 0,-1-2-76 0 0,-1 2-60 0 0,1 0-79 0 0,1 2-45 0 0,2 4-32 0 0,-1-3-136 0 0,1 2-192 0 0,2 4-240 0 0,-5-4-268 0 0,1 4-236 0 0,-4 2-461 0 0,7-3-1127 0 0,-11 3 496 0 0</inkml:trace>
</inkml:ink>
</file>

<file path=ppt/ink/ink5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2:53:40.0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 1128 692 0 0,'-1'0'146'0'0,"1"0"-1"0"0,-1 0 1 0 0,1-1 0 0 0,0 1 0 0 0,-1 0-1 0 0,1-1 1 0 0,-1 1 0 0 0,1 0-1 0 0,0 0 1 0 0,-1-1 0 0 0,1 1 0 0 0,0 0-1 0 0,0-1 1 0 0,-1 1 0 0 0,1-1-1 0 0,0 1 1 0 0,0 0 0 0 0,0-1 0 0 0,-1 1-1 0 0,1-1 1 0 0,0 1 0 0 0,0-1-1 0 0,0 1 1 0 0,0-1 0 0 0,0 1 0 0 0,0-1-1 0 0,0 1 1 0 0,0-1 0 0 0,3-5-15 0 0,1 1-1 0 0,0 0 1 0 0,0 0 0 0 0,0 0 0 0 0,1 1 0 0 0,-1-1-1 0 0,1 1 1 0 0,0 0 0 0 0,0 0 0 0 0,1 1 0 0 0,5-4-1 0 0,2-2 64 0 0,506-396 2759 0 0,-394 298-2269 0 0,188-207 0 0 0,-297 294-600 0 0,0 0 0 0 0,17-30 0 0 0,-29 44-60 0 0,-1 0 0 0 0,0 0-1 0 0,0 0 1 0 0,-1 0 0 0 0,0-1-1 0 0,0 1 1 0 0,0-1 0 0 0,-1 1-1 0 0,0-1 1 0 0,0 0-1 0 0,-1 0 1 0 0,0 1 0 0 0,0-1-1 0 0,-1-8 1 0 0,1 13-17 0 0,-1 1 0 0 0,1 0 0 0 0,0-1 0 0 0,-1 1 0 0 0,1 0-1 0 0,-1-1 1 0 0,1 1 0 0 0,-1 0 0 0 0,0-1 0 0 0,0 1 0 0 0,1 0 0 0 0,-1 0 0 0 0,0 0 0 0 0,0 0-1 0 0,0 0 1 0 0,0 0 0 0 0,-1 0 0 0 0,1 0 0 0 0,0 1 0 0 0,0-1 0 0 0,0 0 0 0 0,-1 0 0 0 0,1 1-1 0 0,-3-1 1 0 0,1 0 2 0 0,0 0-1 0 0,-1 1 1 0 0,1 0-1 0 0,0 0 0 0 0,-1 0 1 0 0,1 0-1 0 0,-1 1 1 0 0,1-1-1 0 0,0 1 0 0 0,-4 1 1 0 0,-4 2 3 0 0,0 0 1 0 0,1 0 0 0 0,0 1-1 0 0,0 0 1 0 0,-13 10 0 0 0,14-8-8 0 0,0 0 1 0 0,1 1-1 0 0,0 0 1 0 0,0 1-1 0 0,1-1 1 0 0,0 2-1 0 0,0-1 1 0 0,1 1-1 0 0,1 0 1 0 0,-1 0 0 0 0,-6 21-1 0 0,7-14 2 0 0,0 1-1 0 0,2-1 1 0 0,0 1 0 0 0,1 0 0 0 0,1 0-1 0 0,2 34 1 0 0,4-4-4 0 0,3-1 0 0 0,1 0 0 0 0,3-1 0 0 0,30 78 0 0 0,-35-108 5 0 0,-3-8-5 0 0,0 1-1 0 0,-1 0 1 0 0,0-1-1 0 0,-1 1 1 0 0,1 0-1 0 0,-2 0 1 0 0,1 0-1 0 0,-1 0 1 0 0,0 18-1 0 0,-2-25-2 0 0,1-1 0 0 0,0 0 0 0 0,0-1 0 0 0,-1 1 0 0 0,1 0 0 0 0,-1 0 0 0 0,1 0 0 0 0,-1 0 0 0 0,1 0 0 0 0,-1 0 0 0 0,1 0 0 0 0,-1-1-1 0 0,0 1 1 0 0,1 0 0 0 0,-1 0 0 0 0,0-1 0 0 0,0 1 0 0 0,0 0 0 0 0,1-1 0 0 0,-1 1 0 0 0,0-1 0 0 0,0 1 0 0 0,0-1 0 0 0,0 0 0 0 0,0 1 0 0 0,-1-1 0 0 0,-1 0-1 0 0,1 1 0 0 0,-1-1-1 0 0,0-1 1 0 0,1 1 0 0 0,-1 0 0 0 0,0-1 0 0 0,1 1 0 0 0,-1-1 0 0 0,1 0 0 0 0,-4-1 0 0 0,-7-4-3 0 0,1 0 1 0 0,0-1-1 0 0,-12-9 1 0 0,19 13 6 0 0,-6-4-3 0 0,1 0 0 0 0,0-1-1 0 0,1 0 1 0 0,-1-1 0 0 0,1 0 0 0 0,1 0-1 0 0,0-1 1 0 0,0 0 0 0 0,-7-13-1 0 0,15 22-35 0 0,-1 0-1 0 0,1 0 1 0 0,0 0-1 0 0,0 0 1 0 0,0 1-1 0 0,0-1 1 0 0,0 0-1 0 0,0 0 1 0 0,1 0-1 0 0,-1 0 1 0 0,0 0-1 0 0,0 1 1 0 0,0-1-1 0 0,1 0 1 0 0,-1 0-1 0 0,1 0 1 0 0,-1 1-1 0 0,0-1 1 0 0,1 0-1 0 0,-1 0 1 0 0,1 1-1 0 0,0-1 1 0 0,-1 1-1 0 0,1-1 1 0 0,-1 0-1 0 0,1 1 1 0 0,0-1-1 0 0,0 1 1 0 0,-1-1-1 0 0,1 1 1 0 0,0 0-1 0 0,0-1 1 0 0,-1 1-1 0 0,1 0 1 0 0,0-1-1 0 0,0 1 1 0 0,0 0-1 0 0,0 0 1 0 0,0 0-1 0 0,-1 0 1 0 0,1 0-1 0 0,0 0 1 0 0,1 0-1 0 0,46-5-4422 0 0,-43 5 3137 0 0,12-2-1323 0 0</inkml:trace>
</inkml:ink>
</file>

<file path=ppt/ink/ink5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2:53:40.3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154 11 24 0 0,'-3'-11'7564'0'0,"-12"45"-6566"0"0,1 0 1 0 0,2 1-1 0 0,2 0 0 0 0,-12 63 1 0 0,13-32-109 0 0,-2 119 0 0 0,0-92-671 0 0,11-92-307 0 0,0-1 1 0 0,0 1-1 0 0,0-1 1 0 0,0 1 0 0 0,0-1-1 0 0,0 1 1 0 0,0-1-1 0 0,0 1 1 0 0,0-1 0 0 0,0 0-1 0 0,-1 1 1 0 0,1-1-1 0 0,0 1 1 0 0,0-1 0 0 0,0 1-1 0 0,-1-1 1 0 0,1 1-1 0 0,0-1 1 0 0,-1 0 0 0 0,1 1-1 0 0,0-1 1 0 0,-1 0-1 0 0,1 1 1 0 0,0-1 0 0 0,-1 0-1 0 0,1 1 1 0 0,-1-1-1 0 0,1 0 1 0 0,0 0 0 0 0,-1 0-1 0 0,1 1 1 0 0,-1-1-1 0 0,1 0 1 0 0,-1 0 0 0 0,1 0-1 0 0,-1 0 1 0 0,1 0-1 0 0,-1 0 1 0 0,1 0 0 0 0,-1 0-1 0 0,1 0 1 0 0,-1 0-1 0 0,1 0 1 0 0,-1 0 0 0 0,1 0-1 0 0,-1 0 1 0 0,1 0-1 0 0,-1-1 1 0 0,0 1 0 0 0,-21-13-5370 0 0,15 6 2785 0 0</inkml:trace>
</inkml:ink>
</file>

<file path=ppt/ink/ink5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2:53:41.2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1 493 68 0 0,'34'-23'2794'0'0,"11"10"-2035"0"0,1 3 0 0 0,-1 1 0 0 0,93-4 1 0 0,-83 10-863 0 0,0-3 0 0 0,69-17 0 0 0,-106 18 36 0 0,0-1-1 0 0,0 0 1 0 0,22-13 0 0 0,-33 16 200 0 0,0-1 1 0 0,0 0 0 0 0,-1-1 0 0 0,0 0-1 0 0,0 0 1 0 0,0 0 0 0 0,0-1 0 0 0,-1 1-1 0 0,0-1 1 0 0,8-13 0 0 0,-13 19-109 0 0,1-1 0 0 0,-1 1 0 0 0,0 0 0 0 0,0-1 0 0 0,1 1 0 0 0,-1-1 0 0 0,0 1 0 0 0,0 0 0 0 0,0-1 0 0 0,0 1 0 0 0,1-1 0 0 0,-1 1 0 0 0,0-1 0 0 0,0 1 0 0 0,0-1 0 0 0,0 1 0 0 0,0-1 0 0 0,0 1 0 0 0,0-1 0 0 0,0 1 0 0 0,-1 0 0 0 0,1-1 0 0 0,0 1 0 0 0,0-1 0 0 0,0 1 0 0 0,0-1 0 0 0,0 1 0 0 0,-1 0 0 0 0,1-1 0 0 0,0 1 0 0 0,-1-1-1 0 0,1 1 1 0 0,0 0 0 0 0,0-1 0 0 0,-1 1 0 0 0,1 0 0 0 0,-1-1 0 0 0,1 1 0 0 0,0 0 0 0 0,-1 0 0 0 0,1-1 0 0 0,-1 1 0 0 0,1 0 0 0 0,0 0 0 0 0,-1 0 0 0 0,1 0 0 0 0,-1 0 0 0 0,1-1 0 0 0,-1 1 0 0 0,1 0 0 0 0,-1 0 0 0 0,1 0 0 0 0,-1 0 0 0 0,1 0 0 0 0,0 0 0 0 0,-1 1 0 0 0,-23 0 471 0 0,12 4-347 0 0,0 0 0 0 0,1 0 0 0 0,0 1-1 0 0,0 1 1 0 0,1 0 0 0 0,0 0 0 0 0,0 1 0 0 0,0 0 0 0 0,1 1-1 0 0,0 0 1 0 0,1 0 0 0 0,0 1 0 0 0,-7 12 0 0 0,13-20-127 0 0,1 0 1 0 0,-1 0-1 0 0,1 0 1 0 0,0 1 0 0 0,0-1-1 0 0,0 1 1 0 0,0-1-1 0 0,0 1 1 0 0,1-1-1 0 0,-1 1 1 0 0,1-1 0 0 0,0 1-1 0 0,0-1 1 0 0,0 1-1 0 0,0 0 1 0 0,0-1-1 0 0,0 1 1 0 0,1-1 0 0 0,-1 1-1 0 0,2 3 1 0 0,-2-5-15 0 0,1 0 0 0 0,-1 0 1 0 0,1-1-1 0 0,0 1 0 0 0,0 0 0 0 0,-1 0 1 0 0,1-1-1 0 0,0 1 0 0 0,0 0 1 0 0,0-1-1 0 0,0 1 0 0 0,-1-1 0 0 0,1 1 1 0 0,0-1-1 0 0,0 1 0 0 0,0-1 1 0 0,0 0-1 0 0,0 1 0 0 0,0-1 1 0 0,2 0-1 0 0,0 0-7 0 0,0 0 1 0 0,0 0-1 0 0,0 0 0 0 0,0 0 1 0 0,0-1-1 0 0,0 1 1 0 0,0-1-1 0 0,0 0 0 0 0,5-2 1 0 0,7-4-160 0 0,1 0 0 0 0,-2-1 1 0 0,1 0-1 0 0,-1-1 0 0 0,22-19 1 0 0,-36 28 117 0 0,2 0 27 0 0,0 1-1 0 0,0 0 0 0 0,0 0 0 0 0,0 0 1 0 0,-1 0-1 0 0,1 0 0 0 0,0 0 1 0 0,-1 1-1 0 0,1-1 0 0 0,-1 0 0 0 0,0 1 1 0 0,1-1-1 0 0,-1 1 0 0 0,0 0 0 0 0,0-1 1 0 0,0 1-1 0 0,0 0 0 0 0,0 0 1 0 0,1 2-1 0 0,-1 0 12 0 0,1-1-1 0 0,0 0 1 0 0,0 0-1 0 0,0 0 1 0 0,0 0 0 0 0,1 0-1 0 0,-1 0 1 0 0,1-1 0 0 0,-1 1-1 0 0,1-1 1 0 0,0 0 0 0 0,0 0-1 0 0,5 3 1 0 0,-4-4 1 0 0,0-1 0 0 0,-1 1 0 0 0,1-1 0 0 0,0 0 0 0 0,-1 0 0 0 0,1 0 0 0 0,0-1 0 0 0,-1 1 0 0 0,1-1 0 0 0,0 0 0 0 0,-1 0 0 0 0,1 0 0 0 0,-1 0 0 0 0,0-1 0 0 0,1 0 0 0 0,-1 1 0 0 0,5-4 1 0 0,6-5-13 0 0,-1-1 1 0 0,21-20 0 0 0,4-4-76 0 0,-35 32 82 0 0,-1 1 0 0 0,1 0-1 0 0,0 0 1 0 0,0 1 0 0 0,0-1 0 0 0,0 0 0 0 0,0 1 0 0 0,0 0 0 0 0,1 0-1 0 0,-1 0 1 0 0,0 0 0 0 0,1 0 0 0 0,-1 0 0 0 0,0 1 0 0 0,6 0 0 0 0,-4 1 1 0 0,0 1 0 0 0,1-1 1 0 0,-1 1-1 0 0,0 0 1 0 0,0 1-1 0 0,0 0 1 0 0,0-1-1 0 0,-1 1 0 0 0,6 5 1 0 0,-1-2 0 0 0,0-1 1 0 0,0-1-1 0 0,1 1 1 0 0,-1-1-1 0 0,1-1 0 0 0,0 0 1 0 0,0 0-1 0 0,0-1 1 0 0,0 0-1 0 0,0-1 1 0 0,1 0-1 0 0,-1-1 0 0 0,0 0 1 0 0,1 0-1 0 0,16-4 1 0 0,-18 2 4 0 0,0 1 0 0 0,0-2 1 0 0,0 0-1 0 0,0 0 1 0 0,-1 0-1 0 0,1-1 0 0 0,-1 0 1 0 0,0-1-1 0 0,0 0 1 0 0,0 0-1 0 0,-1-1 0 0 0,0 0 1 0 0,0 0-1 0 0,0 0 1 0 0,-1-1-1 0 0,0 0 1 0 0,8-12-1 0 0,-8 8 16 0 0,0 0 0 0 0,-1 0-1 0 0,0-1 1 0 0,-1 0 0 0 0,0 0 0 0 0,-1 0 0 0 0,0 0 0 0 0,1-22-1 0 0,-2 1 402 0 0,-3 0-1 0 0,-4-36 0 0 0,5 66-304 0 0,0 1-1 0 0,-1 0 0 0 0,1-1 0 0 0,-1 1 0 0 0,1 0 0 0 0,-1-1 0 0 0,0 1 1 0 0,0 0-1 0 0,0 0 0 0 0,-1 0 0 0 0,1 0 0 0 0,0 0 0 0 0,-1 0 0 0 0,-2-3 1 0 0,3 4 107 0 0,-2 3 0 0 0,-2 1-150 0 0,1 1 0 0 0,0 1 0 0 0,-1-1-1 0 0,2 0 1 0 0,-1 1 0 0 0,0 0 0 0 0,1 0 0 0 0,0 0 0 0 0,0 0 0 0 0,1 0 0 0 0,-1 1 0 0 0,1-1 0 0 0,0 1 0 0 0,1 0 0 0 0,-1 0 0 0 0,1-1 0 0 0,0 1 0 0 0,1 0 0 0 0,-1 0 0 0 0,1 8 0 0 0,0 19 146 0 0,2-1-1 0 0,7 46 0 0 0,-7-63-158 0 0,6 32-283 0 0,16 50 0 0 0,-23-66-2297 0 0,-1-31 2203 0 0,0 1 1 0 0,0 0 0 0 0,0 0 0 0 0,0-1-1 0 0,-1 1 1 0 0,1 0 0 0 0,0-1-1 0 0,0 1 1 0 0,-1 0 0 0 0,1-1-1 0 0,0 1 1 0 0,-1-1 0 0 0,1 1 0 0 0,-1 0-1 0 0,1-1 1 0 0,-1 1 0 0 0,1-1-1 0 0,-1 1 1 0 0,1-1 0 0 0,-1 1-1 0 0,-1 0 1 0 0</inkml:trace>
</inkml:ink>
</file>

<file path=ppt/ink/ink5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2:53:41.6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45 408 0 0,'4'-5'764'0'0,"0"-2"-60"0"0,4 0-32 0 0,-1 4-80 0 0,3-1-60 0 0,3-1-52 0 0,5 0-56 0 0,1 3-36 0 0,4-1-48 0 0,4 1-103 0 0,2 0-129 0 0,9 2-92 0 0,6 2-128 0 0,4 0-225 0 0,0-1-175 0 0,-4 1-272 0 0,2 2-852 0 0,-3-3 376 0 0</inkml:trace>
</inkml:ink>
</file>

<file path=ppt/ink/ink5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2:53:41.9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75 329 912 0 0,'-36'-16'5123'0'0,"33"14"-4910"0"0,1 0 1 0 0,-1 0-1 0 0,0 0 1 0 0,0-1 0 0 0,1 1-1 0 0,-1-1 1 0 0,1 0 0 0 0,0 0-1 0 0,0 0 1 0 0,0 0 0 0 0,0 0-1 0 0,1 0 1 0 0,-1 0-1 0 0,1 0 1 0 0,0-1 0 0 0,0 1-1 0 0,0-1 1 0 0,0 1 0 0 0,1-1-1 0 0,-1-4 1 0 0,1 2-62 0 0,1 0 0 0 0,0 0 0 0 0,0 1 0 0 0,0-1 0 0 0,1 1 0 0 0,0-1 0 0 0,0 1 0 0 0,0-1 0 0 0,1 1 0 0 0,0 0 0 0 0,5-7 0 0 0,3-4 22 0 0,2 2-1 0 0,0 0 1 0 0,0 0 0 0 0,1 1-1 0 0,1 1 1 0 0,27-19 0 0 0,-27 22-100 0 0,0 1 1 0 0,1 1 0 0 0,0 0 0 0 0,0 1 0 0 0,0 0-1 0 0,1 2 1 0 0,0 0 0 0 0,0 1 0 0 0,0 0 0 0 0,31 0 0 0 0,-38 3-53 0 0,0 1 0 0 0,0-1 0 0 0,0 2 0 0 0,0-1 0 0 0,-1 1 1 0 0,1 1-1 0 0,-1 0 0 0 0,1 0 0 0 0,-1 1 0 0 0,0 0 1 0 0,-1 1-1 0 0,1 0 0 0 0,-1 0 0 0 0,1 1 0 0 0,-2 0 0 0 0,1 0 1 0 0,-1 1-1 0 0,0 0 0 0 0,0 0 0 0 0,7 10 0 0 0,-11-12-16 0 0,-1 0 0 0 0,1 0 0 0 0,-1 0 0 0 0,0 0 0 0 0,0 0 0 0 0,0 1-1 0 0,-1-1 1 0 0,1 0 0 0 0,-1 1 0 0 0,-1 0 0 0 0,1-1 0 0 0,-1 1 0 0 0,0-1-1 0 0,0 1 1 0 0,-1 0 0 0 0,1-1 0 0 0,-1 1 0 0 0,-3 8 0 0 0,3-11-5 0 0,0 0 0 0 0,-1 0 0 0 0,1 0 0 0 0,0 0 1 0 0,-1 0-1 0 0,0-1 0 0 0,0 1 0 0 0,0-1 0 0 0,0 1 0 0 0,0-1 1 0 0,0 0-1 0 0,-1 0 0 0 0,1 0 0 0 0,-1 0 0 0 0,1 0 1 0 0,-1 0-1 0 0,0-1 0 0 0,0 1 0 0 0,1-1 0 0 0,-1 0 0 0 0,0 0 1 0 0,0 0-1 0 0,-1 0 0 0 0,1 0 0 0 0,0-1 0 0 0,0 0 1 0 0,0 1-1 0 0,0-1 0 0 0,0 0 0 0 0,-1-1 0 0 0,1 1 0 0 0,0 0 1 0 0,0-1-1 0 0,-5-1 0 0 0,6 2 2 0 0,1-1-1 0 0,-1 1 1 0 0,1 0-1 0 0,-1-1 1 0 0,1 1-1 0 0,-1-1 1 0 0,1 0-1 0 0,-1 1 1 0 0,1-1 0 0 0,-1 0-1 0 0,1 0 1 0 0,0 0-1 0 0,-1 0 1 0 0,1 0-1 0 0,-2-2 1 0 0,3 2-34 0 0,0 1 0 0 0,-1-1 0 0 0,1 0 0 0 0,0 1 0 0 0,0-1 0 0 0,0 0 0 0 0,-1 1 0 0 0,1-1 0 0 0,0 0 0 0 0,0 0 0 0 0,0 1 0 0 0,0-1 0 0 0,1 0 0 0 0,-1 1 0 0 0,0-1 0 0 0,0 0 0 0 0,0 1 0 0 0,0-1 1 0 0,1 0-1 0 0,-1 1 0 0 0,0-1 0 0 0,1 0 0 0 0,0 0 0 0 0,2-4-576 0 0,1 1 1 0 0,-1 0-1 0 0,1 0 1 0 0,0 1-1 0 0,1-1 1 0 0,4-2-1 0 0,-6 3-444 0 0,10-5-2357 0 0,0 1 261 0 0</inkml:trace>
</inkml:ink>
</file>

<file path=ppt/ink/ink5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2:53:43.3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0 351 532 0 0,'23'11'2948'0'0,"-12"-10"-2612"0"0,-1-1 0 0 0,0 0 0 0 0,0-1 0 0 0,0 0 0 0 0,0-1 0 0 0,0 0 0 0 0,-1-1 0 0 0,1 1 0 0 0,0-2 0 0 0,16-8 0 0 0,-25 12-118 0 0,21 24 516 0 0,-20-3-538 0 0,0 1 1 0 0,-1-1-1 0 0,-1 1 0 0 0,-1-1 0 0 0,-1 0 1 0 0,-5 23-1 0 0,-2 30 295 0 0,-41 258 1136 0 0,50-330-1617 0 0,-19 69 333 0 0,18-67-315 0 0,0-1 0 0 0,-1 1 0 0 0,1-1 0 0 0,-1 1 0 0 0,0-1 0 0 0,0 0 0 0 0,0 1 0 0 0,-1-1-1 0 0,1-1 1 0 0,-1 1 0 0 0,0 0 0 0 0,0 0 0 0 0,0-1 0 0 0,0 0 0 0 0,-5 4 0 0 0,7-6 10 0 0,-1 0-34 0 0,1-1 0 0 0,0 0 0 0 0,-1 1 0 0 0,1-1 0 0 0,0 0 0 0 0,0 0 0 0 0,0 0 0 0 0,0 0 0 0 0,0 0 0 0 0,0 0 0 0 0,0 0 0 0 0,0 0 0 0 0,0 0 0 0 0,0 0 0 0 0,1-1 0 0 0,-1 1 0 0 0,0 0 0 0 0,1 0 0 0 0,-1-1 0 0 0,1 1 0 0 0,0-1 0 0 0,-1 1 0 0 0,1 0 0 0 0,0-1 0 0 0,0 1 0 0 0,0-1 0 0 0,0-1 0 0 0,-3-40 26 0 0,5 23-40 0 0,1 0-1 0 0,0 1 0 0 0,2-1 1 0 0,0 1-1 0 0,1 0 0 0 0,1 0 0 0 0,1 0 1 0 0,10-17-1 0 0,92-137-438 0 0,-85 136 349 0 0,82-105-289 0 0,-91 123 338 0 0,0 2 0 0 0,1-1 1 0 0,1 2-1 0 0,1 0 0 0 0,26-16 1 0 0,-42 30 47 0 0,-1 1-1 0 0,1-1 1 0 0,0 1 0 0 0,-1-1 0 0 0,1 1 0 0 0,0 0 0 0 0,0 0 0 0 0,0 0 0 0 0,0 1 0 0 0,0-1-1 0 0,0 1 1 0 0,0-1 0 0 0,0 1 0 0 0,0 0 0 0 0,0 0 0 0 0,1 1 0 0 0,-1-1 0 0 0,0 1-1 0 0,0-1 1 0 0,0 1 0 0 0,-1 0 0 0 0,1 0 0 0 0,4 2 0 0 0,-4-1 5 0 0,0 0 1 0 0,0 1 0 0 0,0-1-1 0 0,-1 1 1 0 0,1 0-1 0 0,-1 0 1 0 0,1 0-1 0 0,-1 0 1 0 0,0 0 0 0 0,0 0-1 0 0,-1 1 1 0 0,1-1-1 0 0,0 1 1 0 0,-1-1-1 0 0,0 1 1 0 0,0 0 0 0 0,0-1-1 0 0,0 5 1 0 0,0 0-1 0 0,1-2-1 0 0,0 1 0 0 0,-1-1 1 0 0,0 1-1 0 0,0 0 0 0 0,-1 0 1 0 0,0-1-1 0 0,0 1 0 0 0,0 0 0 0 0,-1-1 1 0 0,0 1-1 0 0,0 0 0 0 0,-1-1 0 0 0,0 1 1 0 0,-4 9-1 0 0,6-15-1 0 0,-1 0 0 0 0,0 0 0 0 0,0 0 1 0 0,1 0-1 0 0,-1 0 0 0 0,0 0 0 0 0,0 0 0 0 0,0 0 0 0 0,0 0 0 0 0,0-1 0 0 0,0 1 1 0 0,0 0-1 0 0,0-1 0 0 0,0 1 0 0 0,0-1 0 0 0,-2 1 0 0 0,2-1 0 0 0,1 0 1 0 0,-1 0-1 0 0,1 0 0 0 0,-1 0 0 0 0,1 0 0 0 0,-1 0 1 0 0,1 0-1 0 0,-1 0 0 0 0,1 0 0 0 0,0 0 0 0 0,-1-1 0 0 0,1 1 1 0 0,-1 0-1 0 0,1 0 0 0 0,-1-1 0 0 0,1 1 0 0 0,-1 0 1 0 0,1-1-1 0 0,0 1 0 0 0,-1 0 0 0 0,1-1 0 0 0,0 1 1 0 0,-1 0-1 0 0,1-1 0 0 0,0 1 0 0 0,-1-2 0 0 0,0 1 1 0 0,1-1-1 0 0,-1 0 1 0 0,1 0 0 0 0,-1 1-1 0 0,1-1 1 0 0,-1 0-1 0 0,1 0 1 0 0,0 0-1 0 0,0 0 1 0 0,0 0 0 0 0,0 0-1 0 0,0 0 1 0 0,0 0-1 0 0,1 1 1 0 0,-1-1-1 0 0,1 0 1 0 0,-1 0 0 0 0,1 0-1 0 0,1-2 1 0 0,2-3 5 0 0,2-5-13 0 0,2-1 1 0 0,0 1 0 0 0,12-15-1 0 0,-17 23 5 0 0,1 0 0 0 0,0-1 0 0 0,0 2 0 0 0,0-1 0 0 0,0 0-1 0 0,1 1 1 0 0,-1 0 0 0 0,1 0 0 0 0,5-3 0 0 0,-8 6 3 0 0,0-1 1 0 0,1 1 0 0 0,-1-1-1 0 0,1 1 1 0 0,-1 0-1 0 0,1 0 1 0 0,-1 0-1 0 0,1 0 1 0 0,-1 0 0 0 0,0 1-1 0 0,1-1 1 0 0,-1 1-1 0 0,1 0 1 0 0,-1-1 0 0 0,0 1-1 0 0,0 0 1 0 0,1 0-1 0 0,-1 1 1 0 0,0-1-1 0 0,0 0 1 0 0,0 1 0 0 0,0-1-1 0 0,0 1 1 0 0,2 3-1 0 0,-2-3-3 0 0,0-1 0 0 0,0 1 0 0 0,0-1 0 0 0,0 1-1 0 0,0-1 1 0 0,0 0 0 0 0,0 0 0 0 0,1 0 0 0 0,-1 0 0 0 0,0 0-1 0 0,1-1 1 0 0,-1 1 0 0 0,0-1 0 0 0,1 1 0 0 0,-1-1-1 0 0,1 0 1 0 0,-1 0 0 0 0,1 0 0 0 0,-1 0 0 0 0,1 0-1 0 0,-1-1 1 0 0,0 1 0 0 0,1-1 0 0 0,-1 0 0 0 0,1 1 0 0 0,-1-1-1 0 0,0 0 1 0 0,2-2 0 0 0,32-5-21 0 0,-33 8 20 0 0,-1 1 0 0 0,1-1 0 0 0,0 1 0 0 0,0 0 0 0 0,0 0 0 0 0,0 0 0 0 0,-1 1 1 0 0,1-1-1 0 0,-1 1 0 0 0,1-1 0 0 0,-1 1 0 0 0,1 0 0 0 0,-1 0 0 0 0,0 0 0 0 0,0 0 0 0 0,0 1 0 0 0,3 3 1 0 0,23 19-24 0 0,-21-21 28 0 0,-5-3-3 0 0,0 1-1 0 0,0-1 0 0 0,0 1 1 0 0,1-1-1 0 0,-1 0 1 0 0,0 0-1 0 0,1 0 0 0 0,-1 0 1 0 0,0 0-1 0 0,1-1 0 0 0,-1 1 1 0 0,1-1-1 0 0,-1 0 1 0 0,1 1-1 0 0,0-1 0 0 0,-1 0 1 0 0,1 0-1 0 0,-1-1 1 0 0,1 1-1 0 0,-1-1 0 0 0,1 1 1 0 0,-1-1-1 0 0,1 0 1 0 0,-1 0-1 0 0,0 0 0 0 0,1 0 1 0 0,-1 0-1 0 0,0 0 1 0 0,0-1-1 0 0,3-1 0 0 0,1-2 2 0 0,0-1 1 0 0,0 1-1 0 0,-1-1 0 0 0,0 0 0 0 0,0 0 0 0 0,-1-1 0 0 0,1 0 0 0 0,-2 1 0 0 0,1-1 0 0 0,-1 0 0 0 0,4-10 1 0 0,4-17 8 0 0,9-42 1 0 0,-10 34 16 0 0,4-9-19 0 0,-3 14 190 0 0,10-63 0 0 0,-22 91 191 0 0,-4 12-140 0 0,-15 29-47 0 0,-21 52-92 0 0,34-64-79 0 0,0 1-1 0 0,2 0 0 0 0,0 0 1 0 0,1 1-1 0 0,1-1 0 0 0,1 1 1 0 0,1-1-1 0 0,2 1 0 0 0,3 36 1 0 0,-3-57-29 0 0,-1 1-1 0 0,0-1 1 0 0,1 1 0 0 0,0-1 0 0 0,-1 1 0 0 0,1-1 0 0 0,0 1-1 0 0,0-1 1 0 0,0 0 0 0 0,0 0 0 0 0,0 1 0 0 0,0-1-1 0 0,0 0 1 0 0,0 0 0 0 0,0 0 0 0 0,1 0 0 0 0,-1 0-1 0 0,0 0 1 0 0,1 0 0 0 0,-1-1 0 0 0,0 1 0 0 0,1 0 0 0 0,-1-1-1 0 0,1 1 1 0 0,0-1 0 0 0,-1 0 0 0 0,1 1 0 0 0,-1-1-1 0 0,1 0 1 0 0,-1 0 0 0 0,1 0 0 0 0,0 0 0 0 0,-1 0 0 0 0,3-1-1 0 0,10 0 7 0 0,-1 0 0 0 0,1-2 0 0 0,16-3 0 0 0,-3 0 0 0 0,-22 5-4 0 0,-2 0-2 0 0,0 0 0 0 0,0 1 1 0 0,1-1-1 0 0,-1 1 0 0 0,0-1 1 0 0,1 1-1 0 0,-1 0 0 0 0,0 1 0 0 0,1-1 1 0 0,-1 0-1 0 0,0 1 0 0 0,0 0 0 0 0,1 0 1 0 0,-1 0-1 0 0,0 0 0 0 0,0 0 0 0 0,0 1 1 0 0,0-1-1 0 0,0 1 0 0 0,0 0 1 0 0,3 3-1 0 0,-6-4 1 0 0,0 0-1 0 0,0 0 1 0 0,0-1 0 0 0,0 1-1 0 0,0 0 1 0 0,0 0 0 0 0,-1 0-1 0 0,1 0 1 0 0,0 0 0 0 0,-1 0-1 0 0,1 0 1 0 0,0-1 0 0 0,-1 1-1 0 0,1 0 1 0 0,-1 0 0 0 0,1 0-1 0 0,-1-1 1 0 0,0 1 0 0 0,1 0-1 0 0,-1-1 1 0 0,0 1 0 0 0,1-1-1 0 0,-1 1 1 0 0,0-1 0 0 0,0 1-1 0 0,0-1 1 0 0,1 1 0 0 0,-1-1-1 0 0,-1 1 1 0 0,-26 12 66 0 0,-34 2-53 0 0,60-14-149 0 0,30-17-8324 0 0,-17 11 5989 0 0</inkml:trace>
</inkml:ink>
</file>

<file path=ppt/ink/ink5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2:53:43.7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1 536 224 0 0,'1'4'317'0'0,"0"1"0"0"0,0-1 1 0 0,0 0-1 0 0,1 0 0 0 0,0 1 0 0 0,0-1 0 0 0,3 4 0 0 0,8 19 737 0 0,-10-20-725 0 0,1 0 0 0 0,0 0 0 0 0,0-1 0 0 0,0 1 0 0 0,1-1 0 0 0,0 0-1 0 0,1 0 1 0 0,8 7 0 0 0,-13-12-295 0 0,-1-1-1 0 0,0 0 0 0 0,0 0 1 0 0,0 0-1 0 0,0 0 1 0 0,1 0-1 0 0,-1 0 0 0 0,0 0 1 0 0,0 0-1 0 0,0 0 1 0 0,1 0-1 0 0,-1 0 0 0 0,0 0 1 0 0,0 0-1 0 0,0 0 0 0 0,0 0 1 0 0,1 0-1 0 0,-1 0 1 0 0,0 0-1 0 0,0 0 0 0 0,0 0 1 0 0,0 0-1 0 0,1 0 1 0 0,-1 0-1 0 0,0-1 0 0 0,0 1 1 0 0,0 0-1 0 0,0 0 0 0 0,1 0 1 0 0,-1 0-1 0 0,0 0 1 0 0,0 0-1 0 0,0-1 0 0 0,0 1 1 0 0,0 0-1 0 0,0 0 1 0 0,0 0-1 0 0,0 0 0 0 0,1 0 1 0 0,-1-1-1 0 0,0 1 0 0 0,0 0 1 0 0,0 0-1 0 0,0 0 1 0 0,0-1-1 0 0,0 1 0 0 0,0 0 1 0 0,0 0-1 0 0,0 0 0 0 0,0 0 1 0 0,0-1-1 0 0,0 1 1 0 0,0-19 591 0 0,-6-18 5 0 0,0 16-438 0 0,1 0 0 0 0,0-1 0 0 0,2 1-1 0 0,1-1 1 0 0,1 0 0 0 0,0 0 0 0 0,2 1 0 0 0,0-1 0 0 0,2 0-1 0 0,0 1 1 0 0,1-1 0 0 0,14-36 0 0 0,46-89 211 0 0,-55 129-332 0 0,1 1 1 0 0,1 0 0 0 0,0 1 0 0 0,2 0 0 0 0,27-28 0 0 0,-39 43-66 0 0,0 0 1 0 0,0 0-1 0 0,0 0 1 0 0,0 0 0 0 0,0 0-1 0 0,0 0 1 0 0,0 0-1 0 0,0 1 1 0 0,1-1-1 0 0,-1 0 1 0 0,0 1-1 0 0,1-1 1 0 0,-1 1-1 0 0,0-1 1 0 0,1 1 0 0 0,-1-1-1 0 0,1 1 1 0 0,-1 0-1 0 0,1 0 1 0 0,-1 0-1 0 0,0 0 1 0 0,1 0-1 0 0,-1 0 1 0 0,1 0-1 0 0,-1 0 1 0 0,1 1-1 0 0,-1-1 1 0 0,0 1 0 0 0,3 0-1 0 0,-1 1 6 0 0,-1 0-1 0 0,0 1 1 0 0,0-1-1 0 0,0 0 1 0 0,0 1-1 0 0,0-1 0 0 0,-1 1 1 0 0,1 0-1 0 0,-1 0 1 0 0,1-1-1 0 0,-1 1 1 0 0,0 0-1 0 0,1 4 1 0 0,2 9 46 0 0,-1 0 1 0 0,0 1-1 0 0,1 33 1 0 0,-16 124 242 0 0,0 2-75 0 0,12-132-635 0 0,1 124 685 0 0,4-56-8828 0 0,-3-98 5423 0 0</inkml:trace>
</inkml:ink>
</file>

<file path=ppt/ink/ink5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2:53:46.2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168 49 10569 0 0,'0'-48'1571'0'0,"-1"51"-1525"0"0,-4 28-324 0 0,-6 39 843 0 0,-24 75 0 0 0,26-119-1092 0 0,0-1-1 0 0,-15 26 1 0 0,16-35-1057 0 0,-2 0 1 0 0,0 0-1 0 0,-24 26 1 0 0,23-29-1299 0 0</inkml:trace>
</inkml:ink>
</file>

<file path=ppt/ink/ink5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2:53:48.5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531 115 640 0 0,'-3'-8'682'0'0,"0"1"-1"0"0,0 0 1 0 0,-1 0-1 0 0,0 0 1 0 0,0 0-1 0 0,-1 1 1 0 0,1 0-1 0 0,-9-8 1 0 0,9 10-417 0 0,-1-1 0 0 0,-1 1 1 0 0,1 1-1 0 0,-1-1 0 0 0,1 1 1 0 0,-1 0-1 0 0,0 0 0 0 0,-11-3 1 0 0,2 2-142 0 0,0 1 0 0 0,0 1 1 0 0,-1 1-1 0 0,1 0 1 0 0,0 1-1 0 0,-1 1 1 0 0,1 0-1 0 0,-16 4 1 0 0,18-4-48 0 0,-30 5 293 0 0,-1 1 0 0 0,1 2 0 0 0,-58 21-1 0 0,99-30-352 0 0,1 0-1 0 0,-1 1 0 0 0,0 0 1 0 0,1-1-1 0 0,-1 1 0 0 0,1 0 1 0 0,-1 0-1 0 0,1 0 1 0 0,-1 0-1 0 0,1 0 0 0 0,0 0 1 0 0,-1 0-1 0 0,1 0 0 0 0,0 1 1 0 0,0-1-1 0 0,0 1 0 0 0,0-1 1 0 0,0 0-1 0 0,0 1 0 0 0,0 0 1 0 0,1-1-1 0 0,-1 1 0 0 0,0 2 1 0 0,1-3-6 0 0,0 1 1 0 0,0 0-1 0 0,1 0 1 0 0,-1 0-1 0 0,1-1 1 0 0,0 1-1 0 0,-1 0 1 0 0,1 0-1 0 0,0-1 1 0 0,0 1-1 0 0,0-1 1 0 0,0 1-1 0 0,0-1 1 0 0,0 1-1 0 0,0-1 1 0 0,1 0 0 0 0,1 3-1 0 0,7 3 14 0 0,0 1 0 0 0,0-1-1 0 0,0-1 1 0 0,22 10 0 0 0,45 17 14 0 0,118 56 75 0 0,-170-75-203 0 0,-1 0 1 0 0,0 1-1 0 0,-1 2 0 0 0,-1 0 1 0 0,27 28-1 0 0,-48-44 79 0 0,1 0 0 0 0,-1 0 0 0 0,0 0 0 0 0,0 0 0 0 0,-1 0 0 0 0,1 0 0 0 0,0 1 0 0 0,0-1 0 0 0,0 0-1 0 0,-1 0 1 0 0,1 1 0 0 0,-1-1 0 0 0,1 0 0 0 0,-1 1 0 0 0,1-1 0 0 0,-1 1 0 0 0,0-1 0 0 0,0 0 0 0 0,1 1 0 0 0,-1-1 0 0 0,0 1 0 0 0,0-1 0 0 0,-1 1 0 0 0,1-1 0 0 0,0 0-1 0 0,-1 2 1 0 0,0-1 0 0 0,0 0-1 0 0,-1 0 0 0 0,1 0 0 0 0,-1-1 0 0 0,1 1 0 0 0,-1 0 0 0 0,0-1 1 0 0,1 0-1 0 0,-1 1 0 0 0,0-1 0 0 0,0 0 0 0 0,0 0 0 0 0,0 0 0 0 0,-4 1 1 0 0,-6 3-14 0 0,-1-2 1 0 0,0 0 0 0 0,0 0 0 0 0,-16 1-1 0 0,-7-2 55 0 0,0-2 0 0 0,0-1 0 0 0,0-2-1 0 0,1-2 1 0 0,0-1 0 0 0,-1-2 0 0 0,2-1-1 0 0,-37-14 1 0 0,35 8-234 0 0,30 12-536 0 0,21 9 131 0 0,58 29-5673 0 0,-59-30 3987 0 0</inkml:trace>
</inkml:ink>
</file>

<file path=ppt/ink/ink5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2:53:48.8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246 0 244 0 0,'2'2'243'0'0,"0"0"0"0"0,0 0 0 0 0,0 0-1 0 0,0 0 1 0 0,-1 1 0 0 0,1-1 0 0 0,-1 0 0 0 0,1 1-1 0 0,-1 0 1 0 0,0-1 0 0 0,0 1 0 0 0,0-1 0 0 0,-1 1 0 0 0,1 0-1 0 0,0 0 1 0 0,-1-1 0 0 0,0 1 0 0 0,0 0 0 0 0,1 0 0 0 0,-2 0-1 0 0,1 0 1 0 0,0-1 0 0 0,-1 1 0 0 0,1 0 0 0 0,-1 0 0 0 0,-1 4-1 0 0,-3 9 163 0 0,0-1-1 0 0,0 0 0 0 0,-9 17 0 0 0,-80 146 1467 0 0,38-95-3045 0 0,-9-8-3612 0 0,45-57 2350 0 0</inkml:trace>
</inkml:ink>
</file>

<file path=ppt/ink/ink5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2:53:50.8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211 24 240 0 0,'-2'-2'257'0'0,"0"0"0"0"0,1 0 0 0 0,-1 0 0 0 0,0 0 0 0 0,0 1 0 0 0,0-1 0 0 0,-1 1 0 0 0,1-1-1 0 0,0 1 1 0 0,0 0 0 0 0,-1 0 0 0 0,1 0 0 0 0,-1 0 0 0 0,1 0 0 0 0,-1 1 0 0 0,1-1 0 0 0,-1 1 0 0 0,0-1 0 0 0,1 1 0 0 0,-1 0 0 0 0,1 0 0 0 0,-4 1 0 0 0,1 0-10 0 0,-1 0 0 0 0,1 1 0 0 0,-1 0 0 0 0,1 0-1 0 0,0 0 1 0 0,0 0 0 0 0,0 1 0 0 0,0 0 0 0 0,0 0 0 0 0,-4 4 0 0 0,0 0-52 0 0,1 0 0 0 0,-1 1 0 0 0,2 0 0 0 0,-1 1 0 0 0,1-1-1 0 0,1 1 1 0 0,-1 0 0 0 0,1 1 0 0 0,1 0 0 0 0,-6 14 0 0 0,8-15-90 0 0,1 0 1 0 0,0 0-1 0 0,1 1 1 0 0,-1-1-1 0 0,2 0 1 0 0,-1 1-1 0 0,2 0 1 0 0,1 14-1 0 0,-1-20-229 0 0,-1-1-1 0 0,1 0 1 0 0,0 0-1 0 0,0 0 1 0 0,1-1-1 0 0,-1 1 1 0 0,0 0-1 0 0,1 0 1 0 0,0-1-1 0 0,0 1 1 0 0,0-1-1 0 0,3 4 1 0 0,-3-4-240 0 0,1 0 1 0 0,-1 0 0 0 0,1-1-1 0 0,0 1 1 0 0,-1-1-1 0 0,1 0 1 0 0,0 0-1 0 0,0 0 1 0 0,0 0-1 0 0,0 0 1 0 0,0-1-1 0 0,0 1 1 0 0,0-1-1 0 0,0 0 1 0 0,3 0-1 0 0,8 0-2181 0 0</inkml:trace>
</inkml:ink>
</file>

<file path=ppt/ink/ink5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2:53:51.1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80 157 7477 0 0,'-70'-147'4351'0'0,"70"147"-4347"0"0,0-1 1 0 0,0 1-1 0 0,0 0 1 0 0,0-1-1 0 0,0 1 1 0 0,0-1-1 0 0,0 1 1 0 0,0 0 0 0 0,0-1-1 0 0,-1 1 1 0 0,1 0-1 0 0,0-1 1 0 0,0 1-1 0 0,0 0 1 0 0,-1-1-1 0 0,1 1 1 0 0,0 0-1 0 0,0-1 1 0 0,0 1-1 0 0,-1 0 1 0 0,1 0 0 0 0,0-1-1 0 0,-1 1 1 0 0,1 0-1 0 0,0 0 1 0 0,-1-1-1 0 0,1 1 1 0 0,0 0-1 0 0,-1 0 1 0 0,1 0-1 0 0,0 0 1 0 0,-1 0-1 0 0,1 0 1 0 0,-1 0-1 0 0,1-1 1 0 0,0 1 0 0 0,-1 0-1 0 0,1 1 1 0 0,0 16-551 0 0,9 34-6067 0 0,-4-37 3883 0 0</inkml:trace>
</inkml:ink>
</file>

<file path=ppt/ink/ink5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2:53:51.5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 9 732 0 0,'-34'-7'11599'0'0,"48"5"-12215"0"0,37 9-6151 0 0,-40-7 3983 0 0</inkml:trace>
</inkml:ink>
</file>

<file path=ppt/ink/ink5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2:53:51.8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1 202 460 0 0,'0'0'1408'0'0,"23"3"802"0"0,-3-6-1763 0 0,139-26 1347 0 0,-136 24-1601 0 0,0-1-1 0 0,0-2 1 0 0,0 0-1 0 0,34-19 1 0 0,-52 24-142 0 0,0 0 0 0 0,0-1 0 0 0,0 1 0 0 0,-1-1 0 0 0,1 0-1 0 0,-1-1 1 0 0,0 1 0 0 0,0-1 0 0 0,-1 1 0 0 0,1-1 0 0 0,-1 0 0 0 0,4-9 0 0 0,-7 13-22 0 0,1-1 1 0 0,-1 1-1 0 0,1-1 1 0 0,-1 1-1 0 0,0-1 1 0 0,1 1-1 0 0,-1-1 1 0 0,0 0-1 0 0,0 1 1 0 0,0-1-1 0 0,0 1 1 0 0,-1-1-1 0 0,1 0 1 0 0,0 1-1 0 0,-1-1 1 0 0,1 1-1 0 0,-1-1 1 0 0,1 1 0 0 0,-2-3-1 0 0,0 2 28 0 0,1 0-1 0 0,-1 1 0 0 0,0-1 1 0 0,0 0-1 0 0,0 1 1 0 0,0-1-1 0 0,0 1 1 0 0,-1 0-1 0 0,1-1 1 0 0,0 1-1 0 0,-1 0 1 0 0,1 0-1 0 0,0 1 1 0 0,-1-1-1 0 0,1 0 1 0 0,-4 1-1 0 0,-1-1 65 0 0,0 0 0 0 0,0 1-1 0 0,1 0 1 0 0,-1 0 0 0 0,0 1-1 0 0,0 0 1 0 0,0 0 0 0 0,0 1-1 0 0,1 0 1 0 0,-1 0 0 0 0,0 0-1 0 0,1 1 1 0 0,0 0 0 0 0,-8 5-1 0 0,12-7-92 0 0,0 0-1 0 0,-1 1 1 0 0,1-1-1 0 0,0 1 1 0 0,0 0-1 0 0,0-1 0 0 0,0 1 1 0 0,1 0-1 0 0,-1 0 1 0 0,0 0-1 0 0,1 0 0 0 0,0 0 1 0 0,-1 1-1 0 0,1-1 1 0 0,0 0-1 0 0,0 1 1 0 0,0-1-1 0 0,0 1 0 0 0,1-1 1 0 0,-1 1-1 0 0,1-1 1 0 0,-1 1-1 0 0,1-1 0 0 0,0 1 1 0 0,0 0-1 0 0,0-1 1 0 0,0 1-1 0 0,0-1 0 0 0,1 1 1 0 0,-1 0-1 0 0,1-1 1 0 0,0 1-1 0 0,0-1 1 0 0,0 0-1 0 0,0 1 0 0 0,0-1 1 0 0,0 0-1 0 0,1 1 1 0 0,-1-1-1 0 0,3 3 0 0 0,7 7-37 0 0,-1 0 0 0 0,2 0-1 0 0,0-1 1 0 0,0-1-1 0 0,1 0 1 0 0,0 0 0 0 0,16 8-1 0 0,9 2-1189 0 0,58 24 0 0 0,-19-15-3719 0 0,-37-18 2089 0 0</inkml:trace>
</inkml:ink>
</file>

<file path=ppt/ink/ink5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2:53:55.0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257 38 340 0 0,'0'-1'118'0'0,"1"1"-1"0"0,-1-1 1 0 0,1 1-1 0 0,-1-1 1 0 0,1 1-1 0 0,-1-1 1 0 0,0 0-1 0 0,1 1 1 0 0,-1-1-1 0 0,0 0 1 0 0,0 1-1 0 0,1-1 1 0 0,-1 0-1 0 0,0 1 1 0 0,0-1-1 0 0,0 0 1 0 0,0 1 0 0 0,0-1-1 0 0,0 0 1 0 0,0 1-1 0 0,0-1 1 0 0,0 0-1 0 0,0 0 1 0 0,0 1-1 0 0,-1-1 1 0 0,1 0-1 0 0,0 1 1 0 0,0-1-1 0 0,-1 1 1 0 0,1-1-1 0 0,0 0 1 0 0,-1 1-1 0 0,1-1 1 0 0,-1 1 0 0 0,1-1-1 0 0,0 1 1 0 0,-1-1-1 0 0,1 1 1 0 0,-1-1-1 0 0,0 1 1 0 0,1-1-1 0 0,-1 1 1 0 0,1 0-1 0 0,-1-1 1 0 0,0 1-1 0 0,0-1 1 0 0,-1 1 221 0 0,-38 10 894 0 0,20 0-871 0 0,1 0 0 0 0,0 1 1 0 0,1 1-1 0 0,0 1 0 0 0,1 1 0 0 0,-23 22 0 0 0,34-30-309 0 0,0 0 0 0 0,1 1 0 0 0,0 0 0 0 0,0 0 0 0 0,1 0 0 0 0,0 0-1 0 0,0 0 1 0 0,1 1 0 0 0,0 0 0 0 0,0 0 0 0 0,1 0 0 0 0,0 0 0 0 0,0 0 0 0 0,1 0-1 0 0,0 1 1 0 0,0-1 0 0 0,1 0 0 0 0,0 1 0 0 0,1-1 0 0 0,1 9 0 0 0,-1-12-27 0 0,0 0-1 0 0,0 0 1 0 0,0 0 0 0 0,1-1 0 0 0,0 1 0 0 0,0 0 0 0 0,0-1 0 0 0,0 0 0 0 0,1 1 0 0 0,0-1-1 0 0,0 0 1 0 0,0 0 0 0 0,0-1 0 0 0,1 1 0 0 0,-1-1 0 0 0,1 1 0 0 0,0-1 0 0 0,5 3 0 0 0,-7-5-16 0 0,1 0 0 0 0,0 0 0 0 0,-1-1 0 0 0,1 1 0 0 0,0-1 0 0 0,-1 1 1 0 0,1-1-1 0 0,0 0 0 0 0,0 0 0 0 0,-1 0 0 0 0,1 0 0 0 0,0 0 0 0 0,0-1 1 0 0,-1 1-1 0 0,1-1 0 0 0,0 0 0 0 0,-1 0 0 0 0,1 0 0 0 0,-1 0 0 0 0,1 0 1 0 0,-1 0-1 0 0,1-1 0 0 0,-1 1 0 0 0,0-1 0 0 0,0 0 0 0 0,0 0 0 0 0,0 0 1 0 0,0 0-1 0 0,0 0 0 0 0,0 0 0 0 0,-1 0 0 0 0,1 0 0 0 0,1-5 0 0 0,17-23 53 0 0,28-61-1 0 0,-36 65-57 0 0,0 1 0 0 0,2 1-1 0 0,1 0 1 0 0,24-29 0 0 0,-34 48-4 0 0,0 0 0 0 0,1 0 0 0 0,-1 1 0 0 0,1 0-1 0 0,0-1 1 0 0,0 2 0 0 0,1-1 0 0 0,-1 1 0 0 0,1 0 0 0 0,0 0 0 0 0,0 1 0 0 0,8-2-1 0 0,-13 4 0 0 0,0-1 0 0 0,1 1 0 0 0,-1-1 0 0 0,0 1-1 0 0,1 0 1 0 0,-1 0 0 0 0,1 1 0 0 0,-1-1 0 0 0,0 0 0 0 0,1 1-1 0 0,-1-1 1 0 0,0 1 0 0 0,1 0 0 0 0,-1 0 0 0 0,0 0-1 0 0,0 0 1 0 0,0 0 0 0 0,0 0 0 0 0,0 0 0 0 0,0 1 0 0 0,0-1-1 0 0,0 1 1 0 0,0 0 0 0 0,-1-1 0 0 0,1 1 0 0 0,-1 0-1 0 0,1 0 1 0 0,-1 0 0 0 0,0 0 0 0 0,0 0 0 0 0,1 0 0 0 0,-2 0-1 0 0,1 1 1 0 0,0-1 0 0 0,0 0 0 0 0,-1 1 0 0 0,1-1-1 0 0,-1 0 1 0 0,1 5 0 0 0,1 5 3 0 0,0 0 0 0 0,0 0 0 0 0,-2 1 0 0 0,1-1 0 0 0,-1 1-1 0 0,-1-1 1 0 0,0 0 0 0 0,-6 24 0 0 0,105-125 114 0 0,-83 79-140 0 0,1 0 0 0 0,0 2-1 0 0,23-10 1 0 0,-36 18 21 0 0,0 0 0 0 0,0 0 0 0 0,0 0 0 0 0,0 0 0 0 0,0 0 0 0 0,0 1 0 0 0,0-1 0 0 0,-1 1 0 0 0,1 0 0 0 0,0 0 0 0 0,0 0 0 0 0,0 0 0 0 0,-1 1 0 0 0,1-1 0 0 0,0 1 0 0 0,-1-1 0 0 0,1 1 0 0 0,-1 0 0 0 0,0 0 0 0 0,4 4 0 0 0,4 2-6 0 0,3-1 6 0 0,0-1-1 0 0,0 0 1 0 0,1-1 0 0 0,0 0-1 0 0,0-1 1 0 0,0 0 0 0 0,0-1-1 0 0,1-1 1 0 0,-1-1-1 0 0,1 0 1 0 0,28-1 0 0 0,-33-1 6 0 0,0 0 1 0 0,0 0-1 0 0,-1-1 1 0 0,1 0-1 0 0,0-1 1 0 0,-1 0-1 0 0,1 0 1 0 0,-1-1-1 0 0,0 0 0 0 0,0-1 1 0 0,0 0-1 0 0,-1 0 1 0 0,0-1-1 0 0,0 0 1 0 0,0 0-1 0 0,-1-1 1 0 0,0 0-1 0 0,7-9 1 0 0,-12 15 10 0 0,-1-1 0 0 0,0 1 0 0 0,0-1 0 0 0,0 1 0 0 0,0-1 0 0 0,0 1 1 0 0,0-1-1 0 0,0 1 0 0 0,-1-1 0 0 0,1 0 0 0 0,0 0 0 0 0,-1 1 0 0 0,1-1 0 0 0,-1 0 1 0 0,0 0-1 0 0,0 0 0 0 0,0 1 0 0 0,0-1 0 0 0,0 0 0 0 0,0 0 0 0 0,0 0 0 0 0,0 0 1 0 0,-1 1-1 0 0,1-1 0 0 0,-1 0 0 0 0,1 0 0 0 0,-1 1 0 0 0,0-1 0 0 0,0 0 0 0 0,-1-1 0 0 0,1 2 4 0 0,-1 0 0 0 0,0 0 0 0 0,0 0 0 0 0,1 0 0 0 0,-1 0 0 0 0,0 0 0 0 0,0 1 0 0 0,0-1 0 0 0,0 1 0 0 0,0-1-1 0 0,0 1 1 0 0,0 0 0 0 0,0 0 0 0 0,0 0 0 0 0,0 0 0 0 0,0 0 0 0 0,1 0 0 0 0,-1 1 0 0 0,0-1 0 0 0,0 1 0 0 0,0-1-1 0 0,0 1 1 0 0,0 0 0 0 0,0 0 0 0 0,1-1 0 0 0,-1 1 0 0 0,-2 2 0 0 0,1-2-4 0 0,0 1 0 0 0,0-1 0 0 0,0 1 0 0 0,1 0 0 0 0,-1 0 0 0 0,0 0 1 0 0,1 0-1 0 0,0 0 0 0 0,-1 1 0 0 0,1-1 0 0 0,0 1 0 0 0,0-1 0 0 0,0 1 0 0 0,1 0 0 0 0,-1 0 0 0 0,1 0 0 0 0,-1 0 1 0 0,1 0-1 0 0,0 0 0 0 0,0 0 0 0 0,0 3 0 0 0,1-1-11 0 0,0-1 0 0 0,0 0 0 0 0,1 1 0 0 0,-1-1 0 0 0,1 0 0 0 0,0 1-1 0 0,1-1 1 0 0,-1 0 0 0 0,1 0 0 0 0,-1 0 0 0 0,1 0 0 0 0,1 0 0 0 0,3 6 0 0 0,6 4-173 0 0,-1 0-1 0 0,2-1 1 0 0,0 0 0 0 0,0-1-1 0 0,1 0 1 0 0,22 13 0 0 0,-5-6-924 0 0,41 18 1 0 0,-1-8-4062 0 0,-43-20 2345 0 0</inkml:trace>
</inkml:ink>
</file>

<file path=ppt/ink/ink5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2:53:56.1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111 401 348 0 0,'-15'-11'5712'0'0,"9"13"-5528"0"0,0 1 1 0 0,0 0-1 0 0,1 1 0 0 0,-1 0 1 0 0,1-1-1 0 0,0 2 0 0 0,0-1 1 0 0,1 1-1 0 0,-1-1 0 0 0,1 1 1 0 0,0 0-1 0 0,0 1 0 0 0,1-1 1 0 0,-3 6-1 0 0,3-6-126 0 0,1-1 1 0 0,0 1-1 0 0,0 0 1 0 0,1-1-1 0 0,-1 1 1 0 0,1 0-1 0 0,0 0 1 0 0,0 0-1 0 0,1 0 1 0 0,-1 0-1 0 0,1 0 1 0 0,0 0-1 0 0,1 0 0 0 0,-1 0 1 0 0,1 0-1 0 0,0 0 1 0 0,0-1-1 0 0,1 1 1 0 0,2 6-1 0 0,-4-10-50 0 0,0-1 0 0 0,1 1 1 0 0,0 0-1 0 0,-1 0 0 0 0,1 0 0 0 0,-1-1 0 0 0,1 1 0 0 0,0 0 0 0 0,0 0 0 0 0,-1-1 0 0 0,1 1 0 0 0,0-1 1 0 0,0 1-1 0 0,0-1 0 0 0,0 1 0 0 0,0-1 0 0 0,0 0 0 0 0,-1 1 0 0 0,1-1 0 0 0,0 0 0 0 0,0 0 0 0 0,0 1 1 0 0,0-1-1 0 0,2 0 0 0 0,29-8 108 0 0,-24 5-93 0 0,0-1 0 0 0,0-1 0 0 0,-1 1 0 0 0,0-1 1 0 0,8-7-1 0 0,-2-2-11 0 0,0-1 1 0 0,-1 0-1 0 0,-1-1 0 0 0,-1 0 1 0 0,10-20-1 0 0,-19 34-12 0 0,14-19-11 0 0,1 23-6 0 0,-7 1 16 0 0,-1-1 2 0 0,0 0-1 0 0,0 0 1 0 0,0-1 0 0 0,0 0-1 0 0,0 0 1 0 0,0-1 0 0 0,0 0-1 0 0,0 0 1 0 0,1-1 0 0 0,-1 0-1 0 0,0-1 1 0 0,0 1 0 0 0,-1-2-1 0 0,1 1 1 0 0,0-1 0 0 0,-1 0-1 0 0,1-1 1 0 0,-1 0 0 0 0,0 0-1 0 0,0 0 1 0 0,-1-1 0 0 0,1 0-1 0 0,-1 0 1 0 0,0-1 0 0 0,0 0-1 0 0,-1 0 1 0 0,8-11 0 0 0,-8 9 17 0 0,-1-1 0 0 0,0 0 0 0 0,0 0 0 0 0,-1 0 0 0 0,0 0 1 0 0,-1-1-1 0 0,0 1 0 0 0,0-1 0 0 0,-1 1 0 0 0,0-1 0 0 0,-1 0 0 0 0,0 0 1 0 0,-2-11-1 0 0,2-8 264 0 0,-3 29-105 0 0,-4 10-133 0 0,-5 14-18 0 0,-3 37 20 0 0,3 1 1 0 0,-8 94-1 0 0,0 5-11 0 0,-56 209 33 0 0,41-208-1 0 0,31-147-63 0 0,0 0 1 0 0,-1 0-1 0 0,-1 0 0 0 0,0-1 0 0 0,-1 0 0 0 0,0 0 0 0 0,-1 0 0 0 0,-1-1 0 0 0,-17 20 0 0 0,23-29-3 0 0,0 0 0 0 0,-1 0 1 0 0,0-1-1 0 0,1 0 0 0 0,-2 1 0 0 0,1-1 0 0 0,0 0 0 0 0,0-1 0 0 0,-1 1 0 0 0,0-1 1 0 0,1 0-1 0 0,-1 0 0 0 0,0-1 0 0 0,0 1 0 0 0,0-1 0 0 0,0 0 0 0 0,0 0 0 0 0,0-1 1 0 0,-1 1-1 0 0,1-1 0 0 0,0-1 0 0 0,0 1 0 0 0,0-1 0 0 0,0 1 0 0 0,0-1 0 0 0,0-1 1 0 0,0 1-1 0 0,0-1 0 0 0,0 0 0 0 0,0 0 0 0 0,1 0 0 0 0,-10-6 0 0 0,12 6 0 0 0,-1 0-1 0 0,0 0 0 0 0,0 0 1 0 0,1 0-1 0 0,-1-1 0 0 0,1 1 1 0 0,-1-1-1 0 0,1 1 0 0 0,0-1 1 0 0,0 0-1 0 0,0 0 0 0 0,1 0 1 0 0,-1 0-1 0 0,1 0 0 0 0,-1 0 0 0 0,1-1 1 0 0,0 1-1 0 0,0 0 0 0 0,0-6 1 0 0,1 3-2 0 0,0 0 0 0 0,0 0 0 0 0,1 0 0 0 0,0 0 0 0 0,0 0 0 0 0,0 0 0 0 0,1 0 0 0 0,0 0 0 0 0,0 0 0 0 0,4-7 0 0 0,4-5-9 0 0,1 0 0 0 0,0 1 1 0 0,2 0-1 0 0,0 0 0 0 0,21-20 0 0 0,24-16-187 0 0,114-82 0 0 0,79-29-276 0 0,-162 108 345 0 0,2-4 6 0 0,113-96-1 0 0,-161 119 307 0 0,-3-3 1 0 0,-1-1-1 0 0,-2-1 1 0 0,43-65-1 0 0,-26 28 435 0 0,28-46 1800 0 0,-104 186-1363 0 0,-5-4-718 0 0,2 2 0 0 0,-22 80 0 0 0,3-7-38 0 0,36-107-235 0 0,1 1-1 0 0,2 0 1 0 0,-3 34 0 0 0,4-31-722 0 0,-13 57 1 0 0,13-75-16 0 0,1-1 0 0 0,-2 0 0 0 0,1 0 0 0 0,-1-1-1 0 0,-7 11 1 0 0,4-11-1116 0 0</inkml:trace>
</inkml:ink>
</file>

<file path=ppt/ink/ink5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2:53:56.9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0 509 56 0 0,'1'0'97'0'0,"53"-28"2226"0"0,100-69-1 0 0,-138 85-1958 0 0,0-1 0 0 0,-1-1 0 0 0,-1-1 0 0 0,0 0 0 0 0,-1 0 0 0 0,-1-1 0 0 0,0-1 0 0 0,-1 0 0 0 0,16-37 0 0 0,-21 41-90 0 0,-1-1 1 0 0,-1 0-1 0 0,-1 0 0 0 0,0-1 0 0 0,0 1 1 0 0,-2-1-1 0 0,0 1 0 0 0,0-1 0 0 0,-1 0 1 0 0,-1 1-1 0 0,-3-17 0 0 0,4 31-259 0 0,0-1 0 0 0,0 1-1 0 0,0 0 1 0 0,0-1 0 0 0,0 1 0 0 0,0 0 0 0 0,0 0-1 0 0,0-1 1 0 0,-1 1 0 0 0,1 0 0 0 0,0 0-1 0 0,0-1 1 0 0,0 1 0 0 0,0 0 0 0 0,0 0 0 0 0,-1-1-1 0 0,1 1 1 0 0,0 0 0 0 0,0 0 0 0 0,0-1 0 0 0,-1 1-1 0 0,1 0 1 0 0,0 0 0 0 0,0 0 0 0 0,-1 0-1 0 0,1-1 1 0 0,0 1 0 0 0,0 0 0 0 0,-1 0 0 0 0,1 0-1 0 0,0 0 1 0 0,0 0 0 0 0,-1 0 0 0 0,1 0-1 0 0,0 0 1 0 0,-1 0 0 0 0,1 0 0 0 0,0 0 0 0 0,0 0-1 0 0,-1 0 1 0 0,1 0 0 0 0,0 0 0 0 0,-1 0 0 0 0,1 0-1 0 0,0 0 1 0 0,0 0 0 0 0,-1 0 0 0 0,1 0-1 0 0,-1 1 1 0 0,-19 14 182 0 0,-13 23-52 0 0,11-4-43 0 0,1 1 1 0 0,2 1 0 0 0,1 0-1 0 0,2 2 1 0 0,2 0-1 0 0,1 1 1 0 0,-8 42 0 0 0,7-1 18 0 0,9-48-40 0 0,-15 56 1 0 0,19-84-64 0 0,0 1 1 0 0,0-1 0 0 0,1 1-1 0 0,-1-1 1 0 0,1 1 0 0 0,0-1-1 0 0,0 1 1 0 0,2 7 0 0 0,-1-12-13 0 0,-1 0-4 0 0,0 0 1 0 0,0 0-1 0 0,0 1 0 0 0,0-1 0 0 0,1 0 0 0 0,-1 0 0 0 0,0 0 1 0 0,0 0-1 0 0,0 0 0 0 0,0 0 0 0 0,0 0 0 0 0,0 0 0 0 0,0 0 1 0 0,0 0-1 0 0,1 0 0 0 0,-1 1 0 0 0,0-1 0 0 0,0 0 0 0 0,0 0 1 0 0,0 0-1 0 0,0 0 0 0 0,0 0 0 0 0,0 0 0 0 0,0 0 0 0 0,0 1 1 0 0,0-1-1 0 0,0 0 0 0 0,0 0 0 0 0,0 0 0 0 0,0 0 0 0 0,0 0 1 0 0,0 0-1 0 0,0 1 0 0 0,0-1 0 0 0,0 0 0 0 0,0 0 0 0 0,0 0 1 0 0,0 0-1 0 0,0 0 0 0 0,0 0 0 0 0,0 1 0 0 0,0-1 0 0 0,0 0 1 0 0,0 0-1 0 0,0 0 0 0 0,0 0 0 0 0,0 0 0 0 0,-1 0 0 0 0,1 1 1 0 0,3-1-16 0 0,-1 0 16 0 0,31-28 30 0 0,-18 14-48 0 0,-11 9 14 0 0,1 0 0 0 0,-1 0-1 0 0,1 1 1 0 0,0 0 0 0 0,1 0-1 0 0,-1 0 1 0 0,1 1-1 0 0,-1 0 1 0 0,1 0 0 0 0,0 0-1 0 0,0 0 1 0 0,1 1 0 0 0,6-1-1 0 0,-9 3 1 0 0,0 1-1 0 0,0-1 1 0 0,0 1 0 0 0,0 1-1 0 0,0-1 1 0 0,0 0 0 0 0,0 1-1 0 0,0 0 1 0 0,0 0-1 0 0,-1 0 1 0 0,1 0 0 0 0,-1 1-1 0 0,1 0 1 0 0,3 3-1 0 0,10 6-4 0 0,1-1 8 0 0,0-2 0 0 0,1-1 0 0 0,29 10 0 0 0,-39-15-3 0 0,-1-1 0 0 0,1 0 0 0 0,0-1 0 0 0,0 0 0 0 0,0 0 0 0 0,1-1 0 0 0,-1 0 0 0 0,0-1 0 0 0,0 0 0 0 0,13-2 0 0 0,-19 1 24 0 0,1 0 1 0 0,-1 0-1 0 0,1 0 1 0 0,-1 0 0 0 0,0 0-1 0 0,0 0 1 0 0,0-1 0 0 0,0 1-1 0 0,-1-1 1 0 0,1 0-1 0 0,-1 0 1 0 0,1 0 0 0 0,-1 0-1 0 0,0-1 1 0 0,0 1-1 0 0,-1 0 1 0 0,1-1 0 0 0,1-6-1 0 0,-2 9 429 0 0,-2 1-449 0 0,0 1 0 0 0,1-1 0 0 0,-1 0 0 0 0,1 1-1 0 0,-1-1 1 0 0,0 1 0 0 0,1-1 0 0 0,-1 1 0 0 0,1-1-1 0 0,-1 1 1 0 0,1-1 0 0 0,-1 1 0 0 0,1-1 0 0 0,0 1-1 0 0,-1 0 1 0 0,1-1 0 0 0,0 1 0 0 0,-1 0 0 0 0,1-1 0 0 0,0 1-1 0 0,0 0 1 0 0,0-1 0 0 0,0 1 0 0 0,-1 0 0 0 0,1-1-1 0 0,0 1 1 0 0,0 0 0 0 0,0 0 0 0 0,1 0 0 0 0,0 21-204 0 0,10 6-964 0 0,-3-4-1441 0 0,2-9-2328 0 0,-1-4 1426 0 0</inkml:trace>
</inkml:ink>
</file>

<file path=ppt/ink/ink5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2:53:57.4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25 442 152 0 0,'-3'-4'471'0'0,"0"-1"0"0"0,0 1 0 0 0,1-1 0 0 0,0 1 0 0 0,0-1 0 0 0,0 0 0 0 0,0 0 0 0 0,1 0 0 0 0,-1 0 0 0 0,1 0 0 0 0,1 0 0 0 0,-1 0 1 0 0,1-1-1 0 0,0-8 0 0 0,1 6-179 0 0,1-1 0 0 0,-1 1 0 0 0,2-1 0 0 0,-1 1 0 0 0,1 0 0 0 0,0 0 0 0 0,1 0 0 0 0,5-9 0 0 0,4-2-50 0 0,0 0-1 0 0,2 0 1 0 0,0 1 0 0 0,1 1 0 0 0,30-25-1 0 0,-26 25-61 0 0,1 0 0 0 0,0 2 0 0 0,1 0 0 0 0,1 2 0 0 0,0 0 0 0 0,1 2 0 0 0,0 0-1 0 0,1 2 1 0 0,41-10 0 0 0,-62 18-159 0 0,-1 0-1 0 0,0 1 1 0 0,0-1-1 0 0,0 1 1 0 0,0 0-1 0 0,0 0 1 0 0,0 0-1 0 0,1 0 1 0 0,-1 1-1 0 0,0-1 1 0 0,0 1-1 0 0,0 0 1 0 0,0 0-1 0 0,0 0 1 0 0,0 0-1 0 0,0 1 1 0 0,0-1-1 0 0,-1 1 1 0 0,1-1-1 0 0,-1 1 1 0 0,4 3-1 0 0,-4-2-3 0 0,0 0-1 0 0,0 0 0 0 0,0 1 1 0 0,0-1-1 0 0,0 1 1 0 0,-1-1-1 0 0,0 1 0 0 0,0-1 1 0 0,0 1-1 0 0,0 0 1 0 0,0 0-1 0 0,-1 0 0 0 0,0-1 1 0 0,0 8-1 0 0,-1 8 20 0 0,-1-1 1 0 0,-1 0-1 0 0,-1 0 0 0 0,-1 0 0 0 0,-12 32 0 0 0,16-48-30 0 0,-1 5 21 0 0,0 0-1 0 0,-1-1 1 0 0,0 0 0 0 0,0 1 0 0 0,0-1-1 0 0,-1 0 1 0 0,0-1 0 0 0,0 1 0 0 0,0 0-1 0 0,-1-1 1 0 0,1 0 0 0 0,-1 0-1 0 0,-1-1 1 0 0,-7 6 0 0 0,-25 6 927 0 0,37-15-940 0 0,0-1 0 0 0,0 0 0 0 0,1 0 0 0 0,-1 0 0 0 0,0 0 1 0 0,0 0-1 0 0,0 0 0 0 0,0 0 0 0 0,0 0 0 0 0,1 0 0 0 0,-1 0 0 0 0,0 0 0 0 0,0 0 1 0 0,0-1-1 0 0,1 1 0 0 0,-1 0 0 0 0,0-1 0 0 0,0 1 0 0 0,1-1 0 0 0,-1 1 1 0 0,0-1-1 0 0,0 1 0 0 0,1-1 0 0 0,-1 1 0 0 0,1-1 0 0 0,-1 1 0 0 0,0-1 1 0 0,1 0-1 0 0,-1 0 0 0 0,1 1 0 0 0,0-1 0 0 0,-1 0 0 0 0,1 0 0 0 0,0 1 0 0 0,-1-1 1 0 0,1 0-1 0 0,0 0 0 0 0,0 0 0 0 0,-1 1 0 0 0,1-1 0 0 0,0 0 0 0 0,0 0 1 0 0,0 0-1 0 0,0 0 0 0 0,0 0 0 0 0,1-1 0 0 0,-1 1-90 0 0,0-1 0 0 0,1 1-1 0 0,-1 0 1 0 0,0-1 0 0 0,1 1-1 0 0,-1 0 1 0 0,1 0 0 0 0,0-1-1 0 0,-1 1 1 0 0,1 0 0 0 0,0 0-1 0 0,0 0 1 0 0,0 0 0 0 0,0 0 0 0 0,-1 0-1 0 0,2 0 1 0 0,-1 0 0 0 0,0 0-1 0 0,0 0 1 0 0,0 1 0 0 0,0-1-1 0 0,0 0 1 0 0,3 0 0 0 0,36-13-3765 0 0,-19 7-1055 0 0,-7 2 1822 0 0</inkml:trace>
</inkml:ink>
</file>

<file path=ppt/ink/ink5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2:53:58.6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127 257 728 0 0,'0'0'2339'0'0,"25"7"3382"0"0,24-22-4387 0 0,-38 11-1089 0 0,0 0-1 0 0,0 1 0 0 0,0 0 0 0 0,1 1 0 0 0,12-1 0 0 0,-22 3-232 0 0,-1 0 1 0 0,0 0-1 0 0,0 0 1 0 0,0 1-1 0 0,0-1 1 0 0,0 0-1 0 0,0 1 1 0 0,0-1-1 0 0,0 1 0 0 0,0-1 1 0 0,0 1-1 0 0,0-1 1 0 0,0 1-1 0 0,0 0 1 0 0,-1 0-1 0 0,1-1 0 0 0,0 1 1 0 0,0 0-1 0 0,-1 0 1 0 0,1 0-1 0 0,-1 0 1 0 0,1 0-1 0 0,0 0 0 0 0,-1 0 1 0 0,0 0-1 0 0,1 0 1 0 0,-1 0-1 0 0,0 0 1 0 0,1 0-1 0 0,-1 0 0 0 0,0 0 1 0 0,0 0-1 0 0,0 0 1 0 0,0 0-1 0 0,0 0 1 0 0,0 1-1 0 0,0-1 0 0 0,-1 2 1 0 0,-8 47 220 0 0,8-45-206 0 0,-19 56 137 0 0,-2 0 0 0 0,-2-2 1 0 0,-3-1-1 0 0,-3-1 0 0 0,-47 67 0 0 0,51-81-88 0 0,16-25-15 0 0,-1 0 0 0 0,-24 29 0 0 0,35-47-45 0 0,0 1 0 0 0,0-1 0 0 0,-1 0 0 0 0,1 1 0 0 0,0-1 0 0 0,0 0 0 0 0,0 1 0 0 0,0-1 0 0 0,0 0 1 0 0,-1 1-1 0 0,1-1 0 0 0,0 0 0 0 0,0 0 0 0 0,0 1 0 0 0,-1-1 0 0 0,1 0 0 0 0,0 0 0 0 0,0 0 0 0 0,-1 1 0 0 0,1-1 0 0 0,0 0 0 0 0,-1 0 0 0 0,1 0 0 0 0,0 0 0 0 0,0 1 0 0 0,-1-1 1 0 0,1 0-1 0 0,0 0 0 0 0,-1 0 0 0 0,1 0 0 0 0,0 0 0 0 0,-1 0 0 0 0,1 0 0 0 0,0 0 0 0 0,-1 0 0 0 0,1 0 0 0 0,0 0 0 0 0,-1 0 0 0 0,1 0 0 0 0,0-1 0 0 0,-1 1 0 0 0,1 0 0 0 0,-1 0 1 0 0,4-18 192 0 0,13-27-144 0 0,5 7-213 0 0,3 0 1 0 0,1 1-1 0 0,1 2 1 0 0,34-35-1 0 0,-39 45 11 0 0,24-25-161 0 0,2 2 0 0 0,3 2-1 0 0,98-70 1 0 0,-91 85 177 0 0,-57 30 122 0 0,1 1 0 0 0,-1 0 0 0 0,1 0 0 0 0,-1 0 0 0 0,1 0 0 0 0,-1 0 0 0 0,0 0 0 0 0,1 0 0 0 0,-1 0 0 0 0,1 0 0 0 0,-1 0 0 0 0,1 0 0 0 0,-1 0 0 0 0,1 0 0 0 0,-1 0 0 0 0,1 0 0 0 0,-1 0 0 0 0,0 0 0 0 0,1 1 0 0 0,-1-1 0 0 0,1 0 0 0 0,-1 0 0 0 0,0 0 0 0 0,1 1 0 0 0,-1-1 0 0 0,1 0 0 0 0,-1 1 0 0 0,0-1 0 0 0,0 0 0 0 0,1 1 0 0 0,-1-1 0 0 0,0 0 0 0 0,1 1 0 0 0,-1-1 0 0 0,0 1 0 0 0,0-1 0 0 0,0 0 0 0 0,0 1 0 0 0,1-1 0 0 0,-1 1 0 0 0,0-1 0 0 0,0 1 0 0 0,0-1 0 0 0,0 1 0 0 0,0-1 0 0 0,0 1 0 0 0,0-1 0 0 0,0 0 0 0 0,0 1 0 0 0,0-1 0 0 0,0 1 0 0 0,0-1 0 0 0,-1 1 0 0 0,1-1 0 0 0,0 1 0 0 0,0-1 0 0 0,-4 29 66 0 0,-66 125 177 0 0,69-153-238 0 0,-2 2 1 0 0,3-3 22 0 0,32-33-48 0 0,-23 23 14 0 0,1 0 0 0 0,0 0 0 0 0,1 1 0 0 0,-1 0 0 0 0,2 1 0 0 0,-1 0 0 0 0,1 1 0 0 0,0 0 0 0 0,1 1 0 0 0,16-6 0 0 0,-26 11 4 0 0,0 1 0 0 0,0 0-1 0 0,0-1 1 0 0,0 1-1 0 0,0 0 1 0 0,0 1 0 0 0,0-1-1 0 0,0 1 1 0 0,0-1-1 0 0,0 1 1 0 0,0 0 0 0 0,0 0-1 0 0,-1 0 1 0 0,1 0-1 0 0,0 0 1 0 0,0 1 0 0 0,-1-1-1 0 0,1 1 1 0 0,-1 0-1 0 0,0 0 1 0 0,0 0-1 0 0,1 0 1 0 0,-1 0 0 0 0,0 0-1 0 0,1 3 1 0 0,25 18-1 0 0,-5-6-14 0 0,7 3 34 0 0,-27-19-18 0 0,0 1 0 0 0,0-1 1 0 0,0 0-1 0 0,0 0 0 0 0,1 0 1 0 0,-1-1-1 0 0,0 1 0 0 0,1-1 0 0 0,-1 1 1 0 0,0-1-1 0 0,1 0 0 0 0,-1-1 1 0 0,1 1-1 0 0,-1 0 0 0 0,0-1 0 0 0,1 0 1 0 0,-1 0-1 0 0,0 0 0 0 0,0 0 1 0 0,0 0-1 0 0,0-1 0 0 0,0 1 1 0 0,0-1-1 0 0,0 0 0 0 0,0 0 0 0 0,-1 0 1 0 0,5-5-1 0 0,6-5-1 0 0,-1-1-1 0 0,-1 0 1 0 0,0-1 0 0 0,9-17-1 0 0,-5 10 15 0 0,11-19 231 0 0,-1-1 1 0 0,-3-1-1 0 0,-1-1 1 0 0,27-79-1 0 0,-48 121-204 0 0,1 0-1 0 0,-1 0 1 0 0,1 0 0 0 0,-1 0 0 0 0,1 0-1 0 0,-1-1 1 0 0,0 1 0 0 0,1 0 0 0 0,-1 0-1 0 0,0 0 1 0 0,0 0 0 0 0,0-1 0 0 0,0 1-1 0 0,0 0 1 0 0,0 0 0 0 0,0 0 0 0 0,0 0-1 0 0,-1-3 1 0 0,-13 15 487 0 0,-18 33-215 0 0,22-25-251 0 0,1 0 1 0 0,0 1-1 0 0,2 0 0 0 0,0 1 1 0 0,-7 41-1 0 0,9-18 17 0 0,-1 81 1 0 0,6-124-76 0 0,0 0-1 0 0,0 1 1 0 0,0-1 0 0 0,-1 0 0 0 0,1 0 0 0 0,-1 1 0 0 0,1-1-1 0 0,-1 0 1 0 0,1 0 0 0 0,-1 0 0 0 0,0 0 0 0 0,1 0 0 0 0,-1 0-1 0 0,0 0 1 0 0,0 0 0 0 0,0 0 0 0 0,0 0 0 0 0,0 0 0 0 0,0-1-1 0 0,0 1 1 0 0,0 0 0 0 0,0 0 0 0 0,0-1 0 0 0,-2 1 0 0 0,-26 9-720 0 0,28-10 667 0 0,-4 1-49 0 0</inkml:trace>
</inkml:ink>
</file>

<file path=ppt/ink/ink5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2:53:59.0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0 335 340 0 0,'0'0'914'0'0,"22"12"3673"0"0,-21-10-4287 0 0,1 0-1 0 0,-1 0 0 0 0,0 0 0 0 0,0 0 1 0 0,0 1-1 0 0,0-1 0 0 0,0 1 1 0 0,0-1-1 0 0,-1 1 0 0 0,1-1 1 0 0,-1 1-1 0 0,1-1 0 0 0,-1 5 1 0 0,0-7-260 0 0,0 0 1 0 0,0 0-1 0 0,0 0 1 0 0,0 0-1 0 0,-1 0 0 0 0,1 0 1 0 0,0 0-1 0 0,0 0 1 0 0,0 0-1 0 0,0 0 1 0 0,0 0-1 0 0,0-1 1 0 0,0 1-1 0 0,0 0 1 0 0,0 0-1 0 0,0 0 1 0 0,0 0-1 0 0,0 0 1 0 0,0 0-1 0 0,0 0 1 0 0,-1 0-1 0 0,1 0 1 0 0,0 0-1 0 0,0 0 1 0 0,0 0-1 0 0,0 0 1 0 0,0 0-1 0 0,0 0 1 0 0,0 0-1 0 0,0 0 1 0 0,0 0-1 0 0,0 0 1 0 0,0 0-1 0 0,0 0 1 0 0,0 1-1 0 0,-1-1 1 0 0,1 0-1 0 0,0 0 1 0 0,0 0-1 0 0,0 0 1 0 0,-2-25 381 0 0,3 11-349 0 0,1 1-1 0 0,0 0 0 0 0,1 0 0 0 0,1 0 0 0 0,0 0 0 0 0,0 0 0 0 0,1 1 0 0 0,1 0 1 0 0,0 0-1 0 0,1 0 0 0 0,14-19 0 0 0,2 2 0 0 0,1 0 0 0 0,54-49 1 0 0,-25 39 6 0 0,-51 38-68 0 0,0-1-1 0 0,0 1 1 0 0,0 0 0 0 0,0 0-1 0 0,0 0 1 0 0,1 0-1 0 0,-1 0 1 0 0,0 0 0 0 0,1 0-1 0 0,-1 1 1 0 0,1-1-1 0 0,-1 1 1 0 0,0 0 0 0 0,1 0-1 0 0,-1 0 1 0 0,1 0-1 0 0,-1 0 1 0 0,1 0 0 0 0,-1 1-1 0 0,1-1 1 0 0,-1 1-1 0 0,5 1 1 0 0,-5 0 21 0 0,-1 0 1 0 0,0-1-1 0 0,1 1 1 0 0,-1 0-1 0 0,0 0 0 0 0,0 0 1 0 0,0 0-1 0 0,0 0 1 0 0,0 0-1 0 0,-1 0 0 0 0,1 0 1 0 0,-1 1-1 0 0,1-1 1 0 0,-1 0-1 0 0,0 0 0 0 0,0 0 1 0 0,0 1-1 0 0,0-1 1 0 0,0 0-1 0 0,-1 4 0 0 0,-10 46 514 0 0,10-48-509 0 0,-79 217 1098 0 0,36-109-1055 0 0,7-30-2020 0 0,6-30-5674 0 0,23-36 3990 0 0</inkml:trace>
</inkml:ink>
</file>

<file path=ppt/ink/ink5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2:54:01.0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53 623 7085 0 0,'-2'1'42'0'0,"1"1"0"0"0,-1 0 0 0 0,1 0 0 0 0,0 0 0 0 0,0 0 0 0 0,0 1 0 0 0,0-1 0 0 0,0 0 0 0 0,0 0 1 0 0,1 1-1 0 0,-1-1 0 0 0,1 0 0 0 0,0 4 0 0 0,0-6-24 0 0,0 0-1 0 0,0 1 1 0 0,0-1-1 0 0,0 0 1 0 0,0 0 0 0 0,0 1-1 0 0,0-1 1 0 0,0 0 0 0 0,0 0-1 0 0,0 0 1 0 0,0 1 0 0 0,1-1-1 0 0,-1 0 1 0 0,0 0 0 0 0,0 0-1 0 0,0 1 1 0 0,0-1 0 0 0,1 0-1 0 0,-1 0 1 0 0,0 0 0 0 0,0 0-1 0 0,0 0 1 0 0,1 0 0 0 0,-1 1-1 0 0,0-1 1 0 0,0 0 0 0 0,1 0-1 0 0,-1 0 1 0 0,0 0 0 0 0,0 0-1 0 0,0 0 1 0 0,1 0-1 0 0,-1 0 1 0 0,0 0 0 0 0,0 0-1 0 0,1 0 1 0 0,-1 0 0 0 0,0 0-1 0 0,1 0 1 0 0,18-11 431 0 0,34-33 29 0 0,-2 6-259 0 0,-3-2 1 0 0,-1-3-1 0 0,-3-1 0 0 0,62-80 0 0 0,-96 109-165 0 0,-1 0 0 0 0,-1-1 0 0 0,-1 0 0 0 0,0 0 0 0 0,-1-1 0 0 0,7-30 0 0 0,-10 36-7 0 0,-1 0 0 0 0,-1 0-1 0 0,0 0 1 0 0,0 0 0 0 0,-1-1-1 0 0,0 1 1 0 0,-1 0 0 0 0,0 0 0 0 0,-1 0-1 0 0,-1 0 1 0 0,-6-21 0 0 0,8 31-40 0 0,1 0 0 0 0,0 0 0 0 0,-1 0 0 0 0,1 0 0 0 0,-1 0 0 0 0,1 0 0 0 0,-1 0 0 0 0,0 0 0 0 0,1 0 1 0 0,-1 0-1 0 0,0 0 0 0 0,1 1 0 0 0,-1-1 0 0 0,0 0 0 0 0,0 0 0 0 0,0 1 0 0 0,0-1 0 0 0,0 0 0 0 0,0 1 0 0 0,0-1 0 0 0,0 1 1 0 0,0-1-1 0 0,0 1 0 0 0,0 0 0 0 0,0 0 0 0 0,-1-1 0 0 0,0 1 0 0 0,0 0-2 0 0,0 1 0 0 0,0 0 0 0 0,0-1 1 0 0,1 1-1 0 0,-1 0 0 0 0,0 0 0 0 0,0 0 0 0 0,1 0 0 0 0,-1 0 0 0 0,0 0 1 0 0,1 0-1 0 0,-1 1 0 0 0,1-1 0 0 0,-2 3 0 0 0,-6 7 2 0 0,0 1 0 0 0,1 0 0 0 0,-9 17-1 0 0,14-23 7 0 0,-17 33 15 0 0,1 0 1 0 0,3 1-1 0 0,1 1 0 0 0,-15 68 0 0 0,-18 175 177 0 0,42-245-167 0 0,-5 148 129 0 0,11-142-114 0 0,-2 0-1 0 0,-2 0 1 0 0,-1 0 0 0 0,-14 48-1 0 0,19-90-46 0 0,-1 0 0 0 0,0-1-1 0 0,1 1 1 0 0,-1 0 0 0 0,0-1 0 0 0,-1 1-1 0 0,1-1 1 0 0,0 1 0 0 0,-1-1 0 0 0,1 0-1 0 0,-1 1 1 0 0,0-1 0 0 0,0 0 0 0 0,0 0-1 0 0,0 0 1 0 0,0 0 0 0 0,0-1 0 0 0,0 1-1 0 0,-1 0 1 0 0,1-1 0 0 0,-4 2 0 0 0,3-2-2 0 0,0-1 1 0 0,0 0-1 0 0,0 0 1 0 0,1 0-1 0 0,-1 0 1 0 0,0 0-1 0 0,0-1 1 0 0,1 1-1 0 0,-1-1 1 0 0,0 0-1 0 0,1 0 1 0 0,-1 0 0 0 0,1 0-1 0 0,-1 0 1 0 0,1 0-1 0 0,-1-1 1 0 0,-3-2-1 0 0,-1-2 1 0 0,-1 0-1 0 0,1 0 0 0 0,1-1 1 0 0,-1 0-1 0 0,1 0 1 0 0,0-1-1 0 0,1 1 0 0 0,0-1 1 0 0,0-1-1 0 0,1 1 0 0 0,-6-15 1 0 0,7 10-3 0 0,1 0 1 0 0,0-1 0 0 0,1 1-1 0 0,1 0 1 0 0,0 0 0 0 0,1-1-1 0 0,0 1 1 0 0,1 0-1 0 0,1 0 1 0 0,0 0 0 0 0,0 0-1 0 0,1 0 1 0 0,1 1-1 0 0,9-18 1 0 0,-9 20-3 0 0,0 0-1 0 0,1 1 1 0 0,0 0 0 0 0,1 0-1 0 0,-1 0 1 0 0,2 1 0 0 0,-1 0-1 0 0,1 0 1 0 0,0 1-1 0 0,1 0 1 0 0,0 0 0 0 0,0 1-1 0 0,0 0 1 0 0,1 1 0 0 0,0 0-1 0 0,0 0 1 0 0,20-5-1 0 0,-23 8 1 0 0,-1 1 0 0 0,1 1-1 0 0,0-1 1 0 0,0 1-1 0 0,-1 0 1 0 0,1 0-1 0 0,0 1 1 0 0,0 0 0 0 0,-1 0-1 0 0,13 4 1 0 0,-3 2 2 0 0,0 0 0 0 0,27 17 0 0 0,-1 0-1 0 0,-37-23 1 0 0,-1 0 0 0 0,0 0 0 0 0,0 0 1 0 0,1-1-1 0 0,-1 1 0 0 0,0-1 1 0 0,1 0-1 0 0,-1 0 0 0 0,1 0 0 0 0,-1-1 1 0 0,0 0-1 0 0,0 0 0 0 0,1 0 1 0 0,-1 0-1 0 0,0 0 0 0 0,0-1 1 0 0,0 0-1 0 0,0 0 0 0 0,0 0 0 0 0,-1 0 1 0 0,1-1-1 0 0,4-3 0 0 0,12-9-11 0 0,-1 0 1 0 0,26-28-1 0 0,-41 39 3 0 0,55-70-11 0 0,-47 56 21 0 0,2 1-1 0 0,27-29 1 0 0,-40 45 3 0 0,-2 5-40 0 0,0 1 34 0 0,0 1 1 0 0,0-1 0 0 0,0 1-1 0 0,1 0 1 0 0,0 0 0 0 0,0-1-1 0 0,0 1 1 0 0,1 0 0 0 0,1 5-1 0 0,-1-9-1 0 0,0 0 0 0 0,0 0 1 0 0,0-1-1 0 0,0 1 0 0 0,0 0 0 0 0,1 0 0 0 0,-1-1 0 0 0,1 1 0 0 0,-1-1 0 0 0,1 1 0 0 0,0-1 0 0 0,-1 0 0 0 0,1 0 0 0 0,0 1 1 0 0,0-1-1 0 0,0 0 0 0 0,0-1 0 0 0,0 1 0 0 0,0 0 0 0 0,0-1 0 0 0,0 1 0 0 0,0-1 0 0 0,0 1 0 0 0,0-1 0 0 0,0 0 0 0 0,1 0 1 0 0,-1 0-1 0 0,0 0 0 0 0,2-1 0 0 0,5 1-7 0 0,-4 1 8 0 0,0-1 0 0 0,0 0-1 0 0,0 0 1 0 0,0-1-1 0 0,0 1 1 0 0,0-1-1 0 0,0 0 1 0 0,0-1 0 0 0,0 1-1 0 0,0-1 1 0 0,-1 0-1 0 0,1 0 1 0 0,0-1-1 0 0,-1 1 1 0 0,0-1 0 0 0,5-4-1 0 0,-8 7 0 0 0,0 0 0 0 0,0-1 1 0 0,0 1-1 0 0,-1-1 0 0 0,1 1 0 0 0,0-1 0 0 0,-1 1 0 0 0,1-1 0 0 0,0 1 0 0 0,-1-1 0 0 0,1 0 1 0 0,-1 1-1 0 0,1-1 0 0 0,0 0 0 0 0,-1 0 0 0 0,0 1 0 0 0,1-1 0 0 0,-1 0 0 0 0,0 0 0 0 0,1 0 1 0 0,-1 1-1 0 0,0-1 0 0 0,0 0 0 0 0,0 0 0 0 0,1 0 0 0 0,-1 0 0 0 0,0 0 0 0 0,0 0 1 0 0,0 1-1 0 0,-1-1 0 0 0,1 0 0 0 0,0 0 0 0 0,0 0 0 0 0,0 0 0 0 0,-1 0 0 0 0,1 1 0 0 0,0-1 1 0 0,-1 0-1 0 0,1 0 0 0 0,-1 1 0 0 0,1-1 0 0 0,-1 0 0 0 0,1 0 0 0 0,-1 1 0 0 0,1-1 0 0 0,-1 0 1 0 0,0 1-1 0 0,1-1 0 0 0,-1 1 0 0 0,0-1 0 0 0,0 1 0 0 0,-1-1 0 0 0,-37-17 0 0 0,-13 11 121 0 0,49 7-249 0 0,1 0 0 0 0,-1 0 0 0 0,0 1 0 0 0,0-1 0 0 0,1 1 0 0 0,-1 0 0 0 0,0 0 0 0 0,1 0 0 0 0,-1 0 0 0 0,1 0-1 0 0,-1 0 1 0 0,1 1 0 0 0,0-1 0 0 0,-1 1 0 0 0,-1 2 0 0 0,4-3-350 0 0,0 1-1 0 0,1 0 1 0 0,-1-1 0 0 0,0 1-1 0 0,1-1 1 0 0,-1 1 0 0 0,1-1-1 0 0,0 1 1 0 0,-1-1-1 0 0,1 0 1 0 0,0 1 0 0 0,1 1-1 0 0,1 1-2129 0 0</inkml:trace>
</inkml:ink>
</file>

<file path=ppt/ink/ink5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2:54:01.4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62 476 0 0,'0'0'3723'0'0,"35"29"-335"0"0,-20-19-2793 0 0,9 1 452 0 0,-21-12-1016 0 0,-1 1-1 0 0,1-1 0 0 0,0 0 1 0 0,0 0-1 0 0,-1 0 0 0 0,1 0 1 0 0,-1 0-1 0 0,1-1 0 0 0,-1 1 1 0 0,4-4-1 0 0,27-17 46 0 0,-13 8 125 0 0,0 1 0 0 0,40-19 1 0 0,-53 29-166 0 0,0 0 1 0 0,0 1-1 0 0,0 0 1 0 0,0 0-1 0 0,0 1 1 0 0,0 0-1 0 0,1 0 1 0 0,-1 1-1 0 0,1 0 1 0 0,-1 0-1 0 0,0 1 1 0 0,1 0-1 0 0,11 2 1 0 0,11 6-695 0 0,34 8-5024 0 0,-45-13 3196 0 0</inkml:trace>
</inkml:ink>
</file>

<file path=ppt/ink/ink5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2:54:02.0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60 170 904 0 0,'2'1'243'0'0,"0"0"0"0"0,0 0-1 0 0,-1 0 1 0 0,1 1 0 0 0,0-1-1 0 0,0 1 1 0 0,0 0 0 0 0,-1-1 0 0 0,1 1-1 0 0,-1 0 1 0 0,0 0 0 0 0,1 0 0 0 0,-1 0-1 0 0,0 0 1 0 0,0 0 0 0 0,0 0-1 0 0,0 0 1 0 0,-1 1 0 0 0,1-1 0 0 0,-1 0-1 0 0,1 4 1 0 0,4 58 1452 0 0,-5-45-1174 0 0,0-2-201 0 0,2 32 927 0 0,12 81 1 0 0,-13-128-1211 0 0,0 0-1 0 0,0 0 1 0 0,-1 1-1 0 0,1-1 1 0 0,-1 0-1 0 0,0 0 1 0 0,0 0-1 0 0,1 0 1 0 0,-1 0-1 0 0,-1 1 1 0 0,1-1-1 0 0,0 0 1 0 0,0 0-1 0 0,-1 0 1 0 0,1 0-1 0 0,-1 0 1 0 0,0 0-1 0 0,0 0 1 0 0,0 0-1 0 0,0 0 1 0 0,0 0-1 0 0,0 0 1 0 0,0 0-1 0 0,0-1 1 0 0,-1 1-1 0 0,1-1 1 0 0,-1 1-1 0 0,1-1 1 0 0,-3 3-1 0 0,3-4-27 0 0,-1-1-1 0 0,1 1 1 0 0,0 0-1 0 0,0 0 1 0 0,-1-1-1 0 0,1 1 1 0 0,0-1-1 0 0,0 1 1 0 0,0-1-1 0 0,0 1 1 0 0,0-1-1 0 0,0 0 1 0 0,0 0-1 0 0,0 1 1 0 0,0-1-1 0 0,0 0 1 0 0,0 0-1 0 0,0 0 1 0 0,1 0-1 0 0,-1 0 1 0 0,0 0-1 0 0,0-1 1 0 0,-15-24 84 0 0,6 7-64 0 0,2-1-1 0 0,1 0 1 0 0,0-1-1 0 0,1 0 1 0 0,1 0-1 0 0,1 0 0 0 0,1-1 1 0 0,0-27-1 0 0,3 32-23 0 0,0 0-1 0 0,1 0 0 0 0,1 1 0 0 0,0-1 0 0 0,2 1 1 0 0,0-1-1 0 0,0 1 0 0 0,2 0 0 0 0,0 0 0 0 0,0 1 1 0 0,12-18-1 0 0,-17 31-4 0 0,1-1 1 0 0,-1 1-1 0 0,1 0 0 0 0,0 1 1 0 0,0-1-1 0 0,-1 0 1 0 0,1 0-1 0 0,1 1 0 0 0,-1-1 1 0 0,0 1-1 0 0,0 0 1 0 0,0-1-1 0 0,1 1 0 0 0,-1 0 1 0 0,1 0-1 0 0,-1 1 1 0 0,1-1-1 0 0,-1 0 0 0 0,1 1 1 0 0,-1 0-1 0 0,1-1 1 0 0,0 1-1 0 0,-1 0 0 0 0,1 0 1 0 0,-1 1-1 0 0,1-1 1 0 0,0 0-1 0 0,-1 1 0 0 0,1 0 1 0 0,-1 0-1 0 0,0-1 1 0 0,1 1-1 0 0,-1 1 0 0 0,1-1 1 0 0,-1 0-1 0 0,2 2 1 0 0,11 6 1 0 0,-1 0 0 0 0,0 1 0 0 0,-1 1 1 0 0,15 14-1 0 0,37 38 9 0 0,-19-18 1 0 0,95 73 0 0 0,-124-105-11 0 0,1-2 1 0 0,0-1-1 0 0,1 0 0 0 0,0-1 0 0 0,1-1 0 0 0,-1-1 1 0 0,2-1-1 0 0,-1 0 0 0 0,39 4 0 0 0,-55-9 21 0 0,0-1 1 0 0,0 0-1 0 0,0 0 0 0 0,-1 0 0 0 0,1 0 0 0 0,0 0 1 0 0,0-1-1 0 0,0 0 0 0 0,0 0 0 0 0,0 0 1 0 0,-1 0-1 0 0,1-1 0 0 0,0 1 0 0 0,-1-1 0 0 0,0 0 1 0 0,1 0-1 0 0,-1 0 0 0 0,6-5 0 0 0,-5 2 36 0 0,-1 1 0 0 0,1-1 0 0 0,-1 0 0 0 0,0 0 0 0 0,0 0 1 0 0,-1 0-1 0 0,1 0 0 0 0,-1-1 0 0 0,0 1 0 0 0,-1-1 0 0 0,2-8 0 0 0,0-12 194 0 0,-1-1 0 0 0,-1 1 0 0 0,-1-1 1 0 0,-5-36-1 0 0,3 49-190 0 0,-19-157-710 0 0</inkml:trace>
</inkml:ink>
</file>

<file path=ppt/ink/ink5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2:54:04.4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350 71 580 0 0,'0'-4'603'0'0,"0"-1"0"0"0,0 1-1 0 0,-1-1 1 0 0,0 0 0 0 0,0 1 0 0 0,0-1-1 0 0,0 1 1 0 0,0 0 0 0 0,-1-1 0 0 0,0 1-1 0 0,0 0 1 0 0,0 0 0 0 0,0 0 0 0 0,-5-6 704 0 0,2 13-1097 0 0,-1-1-1 0 0,2 1 0 0 0,-1 0 1 0 0,0 0-1 0 0,0 1 1 0 0,1-1-1 0 0,0 1 1 0 0,0 0-1 0 0,0 0 0 0 0,0 0 1 0 0,1 1-1 0 0,-4 5 1 0 0,0-1 53 0 0,-19 22 354 0 0,2 2 1 0 0,2 1 0 0 0,-31 60-1 0 0,-36 115 759 0 0,48-108-668 0 0,36-82-481 0 0,11-12-109 0 0,25-16-155 0 0,-16 3-56 0 0,64-21-489 0 0,-23 9-381 0 0,0-3-1 0 0,96-51 1 0 0,-129 52 693 0 0,-19 16 253 0 0,-10 18 104 0 0,-14 28 79 0 0,3 1-1 0 0,1 1 1 0 0,2 1 0 0 0,-13 77-1 0 0,21-94-150 0 0,-4 8-479 0 0,7-29 248 0 0,1 1 0 0 0,-1-1-1 0 0,1 1 1 0 0,1 0 0 0 0,0 0 0 0 0,0 0-1 0 0,0 0 1 0 0,1 0 0 0 0,1 10 0 0 0,-1-17-34 0 0,0 0 0 0 0,0 0 0 0 0,1 0 0 0 0,-1-1 1 0 0,1 1-1 0 0,-1 0 0 0 0,0 0 0 0 0,1-1 0 0 0,-1 1 0 0 0,1 0 0 0 0,-1 0 0 0 0,1-1 1 0 0,0 1-1 0 0,-1-1 0 0 0,1 1 0 0 0,0 0 0 0 0,-1-1 0 0 0,1 0 0 0 0,0 1 1 0 0,0-1-1 0 0,-1 1 0 0 0,1-1 0 0 0,0 0 0 0 0,0 1 0 0 0,0-1 0 0 0,0 0 1 0 0,0 0-1 0 0,1 0 0 0 0</inkml:trace>
</inkml:ink>
</file>

<file path=ppt/ink/ink5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2:54:04.8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946 0 516 0 0,'-26'1'317'0'0,"-1"0"1"0"0,0 2-1 0 0,1 1 0 0 0,-1 1 0 0 0,1 1 1 0 0,0 1-1 0 0,1 1 0 0 0,0 2 0 0 0,0 1 1 0 0,1 0-1 0 0,-24 16 0 0 0,4 2 87 0 0,1 2-1 0 0,1 1 1 0 0,2 2 0 0 0,-54 59-1 0 0,55-47-146 0 0,2 1 0 0 0,2 2 0 0 0,3 2 0 0 0,1 0 0 0 0,3 3-1 0 0,3 0 1 0 0,1 1 0 0 0,3 1 0 0 0,3 1 0 0 0,-22 118 0 0 0,33-137-127 0 0,1-1 0 0 0,2 1 1 0 0,1 1-1 0 0,2-1 0 0 0,2 0 0 0 0,2 0 0 0 0,1 0 1 0 0,17 67-1 0 0,-14-84-69 0 0,2 0-1 0 0,0 0 1 0 0,1-1 0 0 0,2 0 0 0 0,0-1 0 0 0,0-1-1 0 0,2 0 1 0 0,1 0 0 0 0,0-1 0 0 0,27 22-1 0 0,-14-15 11 0 0,2-2 0 0 0,0-1 0 0 0,2-2-1 0 0,0-1 1 0 0,60 24 0 0 0,-54-26-16 0 0,1-2 1 0 0,0-2-1 0 0,1-2 0 0 0,1-1 1 0 0,-1-3-1 0 0,48 3 1 0 0,-31-7-8 0 0,1-3 0 0 0,-1-1 0 0 0,0-4 0 0 0,0-2 0 0 0,0-2 0 0 0,-1-3 0 0 0,88-33 0 0 0,-64 15 3 0 0,-1-4-1 0 0,-2-4 1 0 0,-1-2-1 0 0,96-72 0 0 0,-142 91 3 0 0,-1-1 0 0 0,-1-2-1 0 0,-1-1 1 0 0,-1-1-1 0 0,-2-1 1 0 0,-1-2-1 0 0,39-62 1 0 0,-48 65-13 0 0,0-1 0 0 0,-2-1 0 0 0,-1 0 0 0 0,-2 0 0 0 0,-1-1 0 0 0,-1-1 0 0 0,-1 1 0 0 0,-2-1 0 0 0,1-56 0 0 0,-5 58-17 0 0,-1 0-1 0 0,-2 0 0 0 0,-1 0 1 0 0,-1 1-1 0 0,-1-1 0 0 0,-2 1 1 0 0,-1 0-1 0 0,-1 1 0 0 0,-1 0 1 0 0,-2 1-1 0 0,0 0 0 0 0,-2 1 1 0 0,-25-33-1 0 0,15 29-15 0 0,-1 1 1 0 0,-2 1-1 0 0,0 1 1 0 0,-2 2-1 0 0,0 1 1 0 0,-2 1-1 0 0,-1 2 0 0 0,0 1 1 0 0,-1 1-1 0 0,-1 3 1 0 0,-1 0-1 0 0,0 2 1 0 0,-1 2-1 0 0,-56-10 1 0 0,33 12-311 0 0,0 3 0 0 0,0 2 0 0 0,0 3 0 0 0,0 2 1 0 0,0 3-1 0 0,0 3 0 0 0,1 2 0 0 0,-104 31 0 0 0,-47 30-5120 0 0,126-34 2298 0 0</inkml:trace>
</inkml:ink>
</file>

<file path=ppt/ink/ink5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2:54:07.0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542 849 7517 0 0,'5'-16'67'0'0,"-5"13"-1"0"0,1 0-1 0 0,-1 0 1 0 0,1 0-1 0 0,0 0 1 0 0,0 1-1 0 0,0-1 1 0 0,0 0-1 0 0,0 0 1 0 0,1 1-1 0 0,-1-1 1 0 0,1 0-1 0 0,0 1 1 0 0,0 0 0 0 0,0-1-1 0 0,0 1 1 0 0,0 0-1 0 0,0 0 1 0 0,0 0-1 0 0,1 0 1 0 0,3-1-1 0 0,-5 2-59 0 0,0 1 0 0 0,0 1 0 0 0,1-1 0 0 0,-1 0 0 0 0,0 0 0 0 0,1 0 0 0 0,-1 1 0 0 0,0-1 0 0 0,0 1 0 0 0,1-1 0 0 0,-1 1 0 0 0,0-1 0 0 0,0 1 1 0 0,0 0-1 0 0,0-1 0 0 0,0 1 0 0 0,0 0 0 0 0,0 0 0 0 0,0 0 0 0 0,0 0 0 0 0,0 0 0 0 0,0 0 0 0 0,-1 0 0 0 0,1 0 0 0 0,0 0 0 0 0,-1 0 0 0 0,1 1 0 0 0,-1-1 0 0 0,1 0 0 0 0,-1 0 0 0 0,1 1 0 0 0,-1 1 0 0 0,11 41 127 0 0,-11-35-115 0 0,0 0 1 0 0,0 1 0 0 0,-1-1 0 0 0,-1 0 0 0 0,0 0-1 0 0,0 0 1 0 0,0 0 0 0 0,-1-1 0 0 0,0 1 0 0 0,-1-1-1 0 0,0 1 1 0 0,-1-1 0 0 0,1 0 0 0 0,-1-1 0 0 0,-1 1 0 0 0,1-1-1 0 0,-2 0 1 0 0,1 0 0 0 0,-10 7 0 0 0,7-6 12 0 0,0 0-1 0 0,-1 0 1 0 0,-1-1 0 0 0,1 0 0 0 0,-1-1 0 0 0,0 0 0 0 0,-1 0 0 0 0,1-2-1 0 0,-1 1 1 0 0,0-2 0 0 0,0 1 0 0 0,-1-2 0 0 0,-20 3 0 0 0,22-5-9 0 0,0-1 1 0 0,-1-1 0 0 0,1 1 0 0 0,0-2 0 0 0,0 0-1 0 0,0 0 1 0 0,0-1 0 0 0,1 0 0 0 0,-1-1 0 0 0,-15-9 0 0 0,10 4-6 0 0,0-1 0 0 0,1 0 0 0 0,0-1 0 0 0,1-1 0 0 0,-21-24 1 0 0,21 19-3 0 0,1 0 0 0 0,1-1 0 0 0,0 0-1 0 0,1-1 1 0 0,-15-40 0 0 0,18 34-9 0 0,1 1 1 0 0,0-1-1 0 0,2 0 0 0 0,1 0 0 0 0,2 0 0 0 0,0-1 0 0 0,2 1 0 0 0,3-33 0 0 0,-1 35-5 0 0,2 1 0 0 0,0 0 0 0 0,1 0 0 0 0,2 0 0 0 0,0 1 0 0 0,1 0 0 0 0,2 0 0 0 0,0 1 0 0 0,1 0 0 0 0,1 1 1 0 0,1 0-1 0 0,1 1 0 0 0,0 1 0 0 0,2 0 0 0 0,0 1 0 0 0,1 0 0 0 0,22-16 0 0 0,-7 12 4 0 0,2 1-1 0 0,0 1 1 0 0,2 2 0 0 0,0 2 0 0 0,0 1-1 0 0,1 1 1 0 0,1 3 0 0 0,0 1 0 0 0,0 1-1 0 0,1 3 1 0 0,49-2 0 0 0,-39 6 23 0 0,-1 1 1 0 0,1 3-1 0 0,-1 2 1 0 0,0 2-1 0 0,0 2 0 0 0,-1 2 1 0 0,0 3-1 0 0,78 33 1 0 0,-96-33-9 0 0,0 2 0 0 0,-1 1 0 0 0,-1 2 1 0 0,-1 0-1 0 0,-1 2 0 0 0,-1 1 1 0 0,0 1-1 0 0,-2 0 0 0 0,24 33 0 0 0,-30-34-3 0 0,-1 1 0 0 0,-1 0-1 0 0,0 1 1 0 0,-2 0 0 0 0,-1 1-1 0 0,-1 0 1 0 0,-1 1 0 0 0,-2 0-1 0 0,0 0 1 0 0,-2 1 0 0 0,4 37-1 0 0,-9-51-39 0 0,-1 0-1 0 0,0-1 1 0 0,0 1 0 0 0,-1 0-1 0 0,-1 0 1 0 0,0-1-1 0 0,-1 0 1 0 0,0 1-1 0 0,-1-2 1 0 0,0 1-1 0 0,-1 0 1 0 0,0-1-1 0 0,-1 0 1 0 0,0 0-1 0 0,-1-1 1 0 0,0 0 0 0 0,-1-1-1 0 0,0 1 1 0 0,0-2-1 0 0,-1 1 1 0 0,0-1-1 0 0,0-1 1 0 0,-22 12-1 0 0,20-13-682 0 0,0 0 0 0 0,-1-1 0 0 0,1 0 0 0 0,-1-1 0 0 0,0-1 0 0 0,-1 0 0 0 0,1-1 0 0 0,-23 1-1 0 0,8-2-1779 0 0</inkml:trace>
</inkml:ink>
</file>

<file path=ppt/ink/ink5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2:54:07.4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1 120 584 0 0,'15'-7'576'0'0,"8"-2"-80"0"0,2-3-48 0 0,13 0-28 0 0,3 2-20 0 0,5-1-72 0 0,6 1-12 0 0,5 1-32 0 0,16-1-120 0 0,-15 3-204 0 0,18 2-192 0 0,-22 0-392 0 0,21-2-676 0 0,-2 1 296 0 0</inkml:trace>
</inkml:ink>
</file>

<file path=ppt/ink/ink5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2:54:07.7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332 35 728 0 0,'-17'-7'505'0'0,"-1"1"0"0"0,0 1-1 0 0,-1 0 1 0 0,1 1 0 0 0,-1 1 0 0 0,1 1-1 0 0,-1 0 1 0 0,0 2 0 0 0,0 0 0 0 0,0 1-1 0 0,0 1 1 0 0,1 0 0 0 0,-1 2 0 0 0,-26 8-1 0 0,44-12-446 0 0,-1 1 1 0 0,0 0-1 0 0,1-1 0 0 0,-1 1 0 0 0,1 0 0 0 0,-1 0 0 0 0,1 0 0 0 0,0 0 0 0 0,-1 0 0 0 0,1 1 0 0 0,0-1 0 0 0,0 0 0 0 0,-1 0 0 0 0,1 1 0 0 0,0-1 0 0 0,0 1 0 0 0,1-1 0 0 0,-1 1 0 0 0,0-1 1 0 0,0 1-1 0 0,1 0 0 0 0,-1-1 0 0 0,0 4 0 0 0,1-2 2 0 0,0 0 0 0 0,1 0 1 0 0,-1 0-1 0 0,0 0 0 0 0,1 0 1 0 0,0 0-1 0 0,0 0 0 0 0,0 0 0 0 0,0 0 1 0 0,0 0-1 0 0,0-1 0 0 0,3 5 1 0 0,2 3 65 0 0,1-1 1 0 0,1 1 0 0 0,0-1 0 0 0,0 0 0 0 0,18 14 0 0 0,29 18 174 0 0,-14-12-30 0 0,36 36-1 0 0,-67-56-216 0 0,0 1 1 0 0,0 1 0 0 0,-1-1-1 0 0,-1 1 1 0 0,0 1-1 0 0,-1 0 1 0 0,0 0 0 0 0,8 19-1 0 0,-14-29-46 0 0,0 0-1 0 0,-1 0 0 0 0,1 0 1 0 0,0 1-1 0 0,-1-1 0 0 0,0 0 1 0 0,1 0-1 0 0,-1 0 0 0 0,0 1 1 0 0,0-1-1 0 0,0 0 0 0 0,0 0 1 0 0,-1 0-1 0 0,1 1 1 0 0,-1-1-1 0 0,1 0 0 0 0,-1 0 1 0 0,0 0-1 0 0,0 0 0 0 0,0 0 1 0 0,0 0-1 0 0,0 0 0 0 0,-2 3 1 0 0,-1-2 1 0 0,1 0-1 0 0,0 0 1 0 0,-1-1 0 0 0,1 1 0 0 0,-1-1-1 0 0,0 1 1 0 0,0-1 0 0 0,0-1 0 0 0,0 1-1 0 0,0 0 1 0 0,-6 0 0 0 0,-5 2 7 0 0,1-2 0 0 0,0 0 0 0 0,-1 0 0 0 0,1-2 0 0 0,-1 1 0 0 0,-22-4 0 0 0,22 1-90 0 0,-60-13 298 0 0,71 14-295 0 0,0 0 0 0 0,0-1 0 0 0,0 1 0 0 0,0-1-1 0 0,0 0 1 0 0,0 0 0 0 0,1 0 0 0 0,-1 0 0 0 0,1-1 0 0 0,0 1 0 0 0,-1-1 0 0 0,1 0 0 0 0,0 0 0 0 0,-4-6-1 0 0,7 8-40 0 0,0 0-1 0 0,0 0 1 0 0,0 0-1 0 0,0 1 1 0 0,0-1-1 0 0,0 0 1 0 0,0 0-1 0 0,1 1 1 0 0,-1-1-1 0 0,0 0 1 0 0,0 0-1 0 0,1 1 1 0 0,-1-1-1 0 0,1 0 0 0 0,-1 1 1 0 0,1-1-1 0 0,-1 1 1 0 0,1-1-1 0 0,-1 0 1 0 0,1 1-1 0 0,-1-1 1 0 0,1 1-1 0 0,0-1 1 0 0,-1 1-1 0 0,2-1 1 0 0,18-13-4140 0 0,-1 4 1513 0 0</inkml:trace>
</inkml:ink>
</file>

<file path=ppt/ink/ink5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2:54:08.2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1 728 56 0 0,'95'-43'4419'0'0,"-66"32"-3220"0"0,-1-1-1 0 0,45-29 1 0 0,-32 12 736 0 0,-45 30-1831 0 0,2 0-91 0 0,0-1 1 0 0,0 1 0 0 0,0 0 0 0 0,0-1 0 0 0,0 1-1 0 0,0 0 1 0 0,0 0 0 0 0,0 1 0 0 0,1-1-1 0 0,-1 0 1 0 0,0 1 0 0 0,1-1 0 0 0,-1 1 0 0 0,1-1-1 0 0,-1 1 1 0 0,1-1 0 0 0,0 1 0 0 0,0 0 0 0 0,0 0-1 0 0,0 0 1 0 0,0 0 0 0 0,0 0 0 0 0,0 0 0 0 0,1 0-1 0 0,-1 0 1 0 0,1 0 0 0 0,0 0 0 0 0,-1 0-1 0 0,1 0 1 0 0,0 0 0 0 0,0 1 0 0 0,0-1 0 0 0,0 0-1 0 0,1 0 1 0 0,-1 0 0 0 0,2 4 0 0 0,-1-2-1 0 0,1 1 0 0 0,0-1 0 0 0,0 1 0 0 0,0-1 0 0 0,1 0 0 0 0,-1 0 0 0 0,1 0 0 0 0,0 0 0 0 0,0-1 0 0 0,1 1 0 0 0,-1-1 0 0 0,1 1 0 0 0,0-1 1 0 0,0-1-1 0 0,0 1 0 0 0,8 4 0 0 0,-1-2-11 0 0,0-1-1 0 0,0-1 1 0 0,1 0 0 0 0,-1 0 0 0 0,1-1 0 0 0,0 0 0 0 0,-1-1 0 0 0,1-1 0 0 0,0 0-1 0 0,0 0 1 0 0,-1-1 0 0 0,1-1 0 0 0,0 0 0 0 0,-1 0 0 0 0,1-1 0 0 0,-1-1 0 0 0,0 0-1 0 0,0 0 1 0 0,0-1 0 0 0,-1 0 0 0 0,14-10 0 0 0,-10 6-5 0 0,0-1 0 0 0,-1 0 0 0 0,0-1 0 0 0,-1-1 0 0 0,0 0 0 0 0,-1 0 0 0 0,-1-1 0 0 0,0 0 0 0 0,0-1 0 0 0,-2 0 0 0 0,1-1 0 0 0,-2 0 0 0 0,0 0 0 0 0,8-26 0 0 0,-8 13 112 0 0,-1 0 0 0 0,-1 0 1 0 0,-2-1-1 0 0,-1 1 0 0 0,-1-1 1 0 0,-1 0-1 0 0,-1 1 0 0 0,-2-1 1 0 0,-1 1-1 0 0,-1 0 0 0 0,-2 0 1 0 0,-1 0-1 0 0,0 1 0 0 0,-24-49 1 0 0,31 75-82 0 0,1 1 1 0 0,0-1 0 0 0,0 0-1 0 0,0 1 1 0 0,-1-1-1 0 0,1 1 1 0 0,0-1-1 0 0,-1 0 1 0 0,1 1-1 0 0,-1-1 1 0 0,1 1 0 0 0,0-1-1 0 0,-1 1 1 0 0,1-1-1 0 0,-1 1 1 0 0,1 0-1 0 0,-1-1 1 0 0,0 1 0 0 0,1-1-1 0 0,-1 1 1 0 0,1 0-1 0 0,-1 0 1 0 0,0-1-1 0 0,1 1 1 0 0,-1 0 0 0 0,0 0-1 0 0,1 0 1 0 0,-1 0-1 0 0,0 0 1 0 0,1 0-1 0 0,-1 0 1 0 0,0 0-1 0 0,1 0 1 0 0,-2 0 0 0 0,0 1 5 0 0,0 0 1 0 0,1 0-1 0 0,-1 0 1 0 0,0 0-1 0 0,1 1 1 0 0,-1-1-1 0 0,1 1 1 0 0,0-1-1 0 0,-1 1 1 0 0,1-1-1 0 0,-2 4 1 0 0,-2 4 46 0 0,1-1 0 0 0,-1 1 0 0 0,1 0 0 0 0,-3 11 0 0 0,-1 34 220 0 0,1-1 0 0 0,3 1 0 0 0,3 0-1 0 0,9 100 1 0 0,-5-111-161 0 0,3 0-1 0 0,1-1 0 0 0,22 72 0 0 0,-25-102-209 0 0,-2-8-126 0 0,-1 1 0 0 0,1 0 0 0 0,-1-1 0 0 0,0 1 1 0 0,0 0-1 0 0,0-1 0 0 0,-1 8 0 0 0,4 0-1560 0 0</inkml:trace>
</inkml:ink>
</file>

<file path=ppt/ink/ink5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2:54:08.6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42 356 0 0,'6'-6'668'0'0,"1"0"-56"0"0,5 0-52 0 0,-4 1-44 0 0,9 0-44 0 0,-2 0-64 0 0,4 0-36 0 0,1 1-68 0 0,3 4-16 0 0,3 0-124 0 0,-1 2-176 0 0,8 0-260 0 0,7 3-472 0 0,6 0-800 0 0,1-2 360 0 0</inkml:trace>
</inkml:ink>
</file>

<file path=ppt/ink/ink5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2:54:09.1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194 331 524 0 0,'-31'-59'8405'0'0,"26"61"-8221"0"0,0 0 1 0 0,0 1-1 0 0,1 0 0 0 0,-1 0 1 0 0,1 0-1 0 0,-6 5 1 0 0,-3 3-29 0 0,1 1 1 0 0,0 1-1 0 0,2-1 1 0 0,-1 2-1 0 0,1 0 1 0 0,1 0-1 0 0,1 0 1 0 0,0 1-1 0 0,1 0 1 0 0,0 1-1 0 0,-8 31 1 0 0,14-45-148 0 0,1-1-1 0 0,0 0 1 0 0,-1 1 0 0 0,1-1-1 0 0,0 0 1 0 0,0 1 0 0 0,0-1 0 0 0,0 1-1 0 0,0-1 1 0 0,0 0 0 0 0,1 1 0 0 0,-1-1-1 0 0,0 0 1 0 0,1 1 0 0 0,-1-1 0 0 0,1 0-1 0 0,-1 1 1 0 0,1-1 0 0 0,0 0-1 0 0,-1 0 1 0 0,1 0 0 0 0,0 0 0 0 0,0 0-1 0 0,0 0 1 0 0,0 0 0 0 0,0 0 0 0 0,2 1-1 0 0,-1 0 2 0 0,2-1 0 0 0,-1 1 0 0 0,0-1-1 0 0,0 0 1 0 0,0-1 0 0 0,0 1 0 0 0,1 0 0 0 0,-1-1-1 0 0,0 0 1 0 0,1 0 0 0 0,3 0 0 0 0,5-1 8 0 0,0 0 1 0 0,0-1 0 0 0,0 0 0 0 0,0-1 0 0 0,15-6-1 0 0,-11 0-6 0 0,1 0-1 0 0,-2-2 0 0 0,1 0 0 0 0,-1-1 0 0 0,-1 0 0 0 0,0-1 1 0 0,-1-1-1 0 0,-1 0 0 0 0,0-1 0 0 0,13-20 0 0 0,4-2 17 0 0,-26 34-28 0 0,0 0 0 0 0,0 0 1 0 0,0 0-1 0 0,0 1 1 0 0,1 0-1 0 0,-1 0 1 0 0,1 0-1 0 0,-1 0 1 0 0,1 0-1 0 0,0 1 1 0 0,0-1-1 0 0,0 1 1 0 0,0 0-1 0 0,5 0 0 0 0,67-5-10 0 0,-13 1-8 0 0,-51 3 16 0 0,0-1 0 0 0,0 0 0 0 0,-1-1 0 0 0,1 0 0 0 0,-1-1 0 0 0,0 0 0 0 0,0-1 0 0 0,0 0 0 0 0,-1-1 0 0 0,0 0 0 0 0,0-1 0 0 0,9-9 0 0 0,-13 10-1 0 0,0 1 0 0 0,-1-1-1 0 0,0-1 1 0 0,0 1 0 0 0,-1-1 0 0 0,0 0 0 0 0,0 0 0 0 0,-1 0 0 0 0,0 0 0 0 0,0-1 0 0 0,-1 0 0 0 0,0 1 0 0 0,-1-1 0 0 0,0 0 0 0 0,0 0 0 0 0,-1 1 0 0 0,-1-15 0 0 0,1 20 2 0 0,0 0 0 0 0,0 0-1 0 0,0 0 1 0 0,0 0-1 0 0,-1 0 1 0 0,0 0-1 0 0,1 0 1 0 0,-1 0-1 0 0,0 1 1 0 0,0-1-1 0 0,-1 0 1 0 0,1 0 0 0 0,-1 1-1 0 0,1-1 1 0 0,-5-4-1 0 0,6 7 2 0 0,-1 0 0 0 0,0 0 0 0 0,0 0-1 0 0,1 0 1 0 0,-1 0 0 0 0,0 0 0 0 0,0 0 0 0 0,1 0-1 0 0,-1 0 1 0 0,0 1 0 0 0,0-1 0 0 0,1 0 0 0 0,-1 1-1 0 0,0-1 1 0 0,1 0 0 0 0,-1 1 0 0 0,0-1 0 0 0,1 0-1 0 0,-1 1 1 0 0,1-1 0 0 0,-1 1 0 0 0,1-1 0 0 0,-1 1-1 0 0,1 0 1 0 0,-1-1 0 0 0,1 1 0 0 0,-1-1 0 0 0,1 1-1 0 0,0 0 1 0 0,-1 0 0 0 0,-13 22 1 0 0,-12 46 72 0 0,-33 139-1 0 0,22-63 40 0 0,-35 132 48 0 0,26-94-84 0 0,-29 147 121 0 0,74-327-178 0 0,1 0 1 0 0,-1 0 0 0 0,0 0-1 0 0,0 0 1 0 0,0 0-1 0 0,-1 0 1 0 0,1 0 0 0 0,-1 0-1 0 0,1-1 1 0 0,-1 1 0 0 0,0-1-1 0 0,0 1 1 0 0,0-1-1 0 0,-3 3 1 0 0,4-5 101 0 0,-5-15 162 0 0,6 9-247 0 0,0-1 0 0 0,1 1 1 0 0,0 0-1 0 0,0-1 0 0 0,0 1 0 0 0,1 0 1 0 0,0 0-1 0 0,0 0 0 0 0,1 0 0 0 0,-1 1 1 0 0,1-1-1 0 0,5-7 0 0 0,-1 0 34 0 0,126-221 493 0 0,-106 193-743 0 0,2 2-1 0 0,2 0 1 0 0,52-49-1 0 0,-70 77-243 0 0,0 0-1 0 0,1 1 1 0 0,0 1-1 0 0,0 0 1 0 0,27-11-1 0 0,41-11-5878 0 0,-56 22 3203 0 0</inkml:trace>
</inkml:ink>
</file>

<file path=ppt/ink/ink5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2:54:11.7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272 427 268 0 0,'-8'-20'996'0'0,"6"15"-611"0"0,0-1 1 0 0,0 0-1 0 0,0 1 1 0 0,-1 0 0 0 0,0-1-1 0 0,0 1 1 0 0,0 0-1 0 0,-1 0 1 0 0,1 1 0 0 0,-10-10 1008 0 0,1 102 295 0 0,12 43-797 0 0,6 0-1 0 0,33 187 0 0 0,-26-230-558 0 0,-13-61-82 0 0,0-27-243 0 0,0 0 0 0 0,0 1 0 0 0,0-1 0 0 0,0 0 1 0 0,0 0-1 0 0,-1 1 0 0 0,1-1 0 0 0,0 0 0 0 0,0 0 1 0 0,0 1-1 0 0,0-1 0 0 0,0 0 0 0 0,-1 0 0 0 0,1 1 1 0 0,0-1-1 0 0,0 0 0 0 0,0 0 0 0 0,-1 0 0 0 0,1 1 1 0 0,0-1-1 0 0,0 0 0 0 0,-1 0 0 0 0,1 0 0 0 0,0 0 1 0 0,0 0-1 0 0,-1 0 0 0 0,1 0 0 0 0,0 1 0 0 0,-1-1 1 0 0,1 0-1 0 0,0 0 0 0 0,0 0 0 0 0,-1 0 0 0 0,1 0 1 0 0,0 0-1 0 0,0 0 0 0 0,-1 0 0 0 0,1 0 1 0 0,-1-1-1 0 0,-3-1 22 0 0,0-1 0 0 0,0 1 0 0 0,1-1 1 0 0,-1 0-1 0 0,0-1 0 0 0,1 1 0 0 0,-5-7 0 0 0,-16-19-6 0 0,2-2 0 0 0,1 0-1 0 0,2-1 1 0 0,1-1-1 0 0,1 0 1 0 0,2-2-1 0 0,2 1 1 0 0,1-2-1 0 0,-8-40 1 0 0,4 0-15 0 0,4 0-1 0 0,3-1 1 0 0,1-109-1 0 0,8 166-7 0 0,1 1-1 0 0,0 0 0 0 0,2 0 1 0 0,0 0-1 0 0,1 0 0 0 0,1 0 1 0 0,1 1-1 0 0,1 0 0 0 0,12-25 1 0 0,-15 36-4 0 0,0 0 1 0 0,0 0-1 0 0,1 1 1 0 0,0-1 0 0 0,0 1-1 0 0,1 1 1 0 0,0-1-1 0 0,0 1 1 0 0,0 0-1 0 0,0 0 1 0 0,1 0-1 0 0,0 1 1 0 0,0 0 0 0 0,0 0-1 0 0,0 1 1 0 0,1 0-1 0 0,-1 1 1 0 0,1-1-1 0 0,0 1 1 0 0,0 1 0 0 0,-1-1-1 0 0,1 1 1 0 0,0 1-1 0 0,0 0 1 0 0,9 0-1 0 0,-4 1 3 0 0,-1 1-1 0 0,1 1 0 0 0,-1-1 0 0 0,0 2 0 0 0,0 0 0 0 0,0 0 0 0 0,-1 1 0 0 0,1 1 0 0 0,-1 0 0 0 0,0 0 0 0 0,-1 1 0 0 0,1 0 0 0 0,-2 1 0 0 0,1 0 0 0 0,-1 1 0 0 0,16 19 1 0 0,-17-19-2 0 0,-2 0 1 0 0,1 1 0 0 0,-1 0 0 0 0,-1 0 0 0 0,0 0 0 0 0,0 0 0 0 0,-1 1-1 0 0,0 0 1 0 0,-1 0 0 0 0,0 0 0 0 0,-1 0 0 0 0,0 1 0 0 0,-1-1 0 0 0,0 0-1 0 0,-1 1 1 0 0,0-1 0 0 0,-1 1 0 0 0,0-1 0 0 0,-4 13 0 0 0,2-13-3 0 0,-2 0 1 0 0,0 0-1 0 0,0 0 1 0 0,-1 0-1 0 0,0-1 1 0 0,-1 0-1 0 0,0 0 1 0 0,-1 0-1 0 0,0-1 1 0 0,-1-1-1 0 0,1 1 1 0 0,-1-1 0 0 0,-1-1-1 0 0,0 1 1 0 0,-19 10-1 0 0,6-6-83 0 0,-1 0 0 0 0,0-1 0 0 0,0-1 0 0 0,-1-1 0 0 0,0-2 0 0 0,-35 7 0 0 0,50-12-179 0 0,-62 6-1009 0 0,66-9 328 0 0,0 1 0 0 0,0-1 0 0 0,0 0 1 0 0,0 0-1 0 0,-10-4 0 0 0,5 2-1480 0 0</inkml:trace>
</inkml:ink>
</file>

<file path=ppt/ink/ink5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2:54:12.3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64 27 216 0 0,'8'7'244'0'0,"0"-1"1"0"0,0 1-1 0 0,-1 1 1 0 0,1 0-1 0 0,-2-1 1 0 0,1 2-1 0 0,-1-1 1 0 0,0 1-1 0 0,-1 0 1 0 0,0 0-1 0 0,-1 1 0 0 0,0 0 1 0 0,0-1-1 0 0,-1 1 1 0 0,0 1-1 0 0,-1-1 1 0 0,2 11-1 0 0,-3-13-164 0 0,0-1 0 0 0,0 1 0 0 0,-1 0 0 0 0,0-1 0 0 0,0 1 0 0 0,-1-1 0 0 0,0 1 0 0 0,0-1 0 0 0,-1 1 0 0 0,0-1 0 0 0,0 0 0 0 0,-1 0 0 0 0,1 0 0 0 0,-2 0 0 0 0,1 0 0 0 0,-1 0 0 0 0,0-1 0 0 0,0 0 0 0 0,-1 0 1 0 0,0 0-1 0 0,0 0 0 0 0,0-1 0 0 0,-1 0 0 0 0,-7 6 0 0 0,11-10-55 0 0,1 0 1 0 0,-1 1 0 0 0,1-1 0 0 0,-1 0 0 0 0,0 0 0 0 0,0 0-1 0 0,1 0 1 0 0,-1 0 0 0 0,0 0 0 0 0,0-1 0 0 0,0 1 0 0 0,0-1-1 0 0,0 1 1 0 0,0-1 0 0 0,0 0 0 0 0,0 0 0 0 0,0 0 0 0 0,0 0-1 0 0,0 0 1 0 0,0 0 0 0 0,0 0 0 0 0,0-1 0 0 0,0 1 0 0 0,0-1-1 0 0,0 1 1 0 0,0-1 0 0 0,0 0 0 0 0,0 0 0 0 0,1 0 0 0 0,-1 0-1 0 0,0 0 1 0 0,1 0 0 0 0,-1 0 0 0 0,0-1 0 0 0,1 1-1 0 0,-1-1 1 0 0,1 1 0 0 0,0-1 0 0 0,0 1 0 0 0,0-1 0 0 0,-1 0-1 0 0,1 1 1 0 0,1-1 0 0 0,-1 0 0 0 0,-1-3 0 0 0,-1-3 11 0 0,0 0 0 0 0,1-1 0 0 0,0 1 0 0 0,0-1 0 0 0,1 1 0 0 0,0-1 0 0 0,1 0 0 0 0,0 1 0 0 0,1-11 0 0 0,1 7-15 0 0,1 0-1 0 0,0 1 1 0 0,0-1-1 0 0,2 1 1 0 0,-1 0-1 0 0,1 0 1 0 0,1 0-1 0 0,0 1 1 0 0,0 0 0 0 0,1 0-1 0 0,10-10 1 0 0,-2 3 3 0 0,0 1-1 0 0,2 1 1 0 0,0 1 0 0 0,0 0 0 0 0,22-12 0 0 0,-38 24-22 0 0,1 1-1 0 0,0 0 0 0 0,0 0 0 0 0,0 0 0 0 0,-1 0 0 0 0,1 0 1 0 0,0 0-1 0 0,0 0 0 0 0,0 1 0 0 0,1-1 0 0 0,-1 1 0 0 0,0-1 0 0 0,0 1 1 0 0,0 0-1 0 0,0 0 0 0 0,0 0 0 0 0,0 0 0 0 0,0 0 0 0 0,1 0 1 0 0,-1 1-1 0 0,0-1 0 0 0,0 1 0 0 0,0-1 0 0 0,0 1 0 0 0,0 0 0 0 0,0 0 1 0 0,0 0-1 0 0,0 0 0 0 0,-1 0 0 0 0,1 0 0 0 0,0 1 0 0 0,-1-1 0 0 0,1 0 1 0 0,-1 1-1 0 0,1 0 0 0 0,1 1 0 0 0,3 7 3 0 0,0 0 0 0 0,0 1-1 0 0,-1-1 1 0 0,0 1 0 0 0,4 18 0 0 0,8 13 10 0 0,-10-30-13 0 0,0-2-1 0 0,0 1 0 0 0,1-1 0 0 0,1 0 0 0 0,-1 0 0 0 0,1-1 0 0 0,1 0 1 0 0,17 11-1 0 0,-22-16 2 0 0,-1-1 0 0 0,1 0 0 0 0,0-1 0 0 0,0 1 0 0 0,1-1 0 0 0,-1 0 0 0 0,0 0 0 0 0,1 0 0 0 0,0-1 0 0 0,-1 0 0 0 0,1 0 0 0 0,0-1 0 0 0,-1 1 0 0 0,1-1 0 0 0,0 0 0 0 0,-1-1 0 0 0,1 0 0 0 0,0 1-1 0 0,-1-2 1 0 0,1 1 0 0 0,9-4 0 0 0,-12 4-3 0 0,0-1-1 0 0,0 1 1 0 0,0-1-1 0 0,0 0 0 0 0,0 0 1 0 0,0 0-1 0 0,-1 0 0 0 0,1 0 1 0 0,-1 0-1 0 0,0-1 0 0 0,1 0 1 0 0,-1 1-1 0 0,0-1 1 0 0,0 0-1 0 0,-1 0 0 0 0,1 0 1 0 0,-1 0-1 0 0,1 0 0 0 0,-1 0 1 0 0,0 0-1 0 0,0 0 1 0 0,0-1-1 0 0,-1 1 0 0 0,1 0 1 0 0,-1-1-1 0 0,0 1 0 0 0,0-1 1 0 0,0 1-1 0 0,0 0 0 0 0,0-1 1 0 0,-1 1-1 0 0,-1-5 1 0 0,1 2-2 0 0,-1 1 1 0 0,0-1 0 0 0,-1 1 0 0 0,1 0 0 0 0,-1-1 0 0 0,0 1 0 0 0,0 0 0 0 0,-1 1 0 0 0,1-1 0 0 0,-1 0 0 0 0,0 1 0 0 0,-1 0 0 0 0,1 0 0 0 0,-1 0 0 0 0,1 1 0 0 0,-1 0 0 0 0,-10-6-1 0 0,2 3 12 0 0,-1 1 0 0 0,0 1 0 0 0,0 0 0 0 0,0 0-1 0 0,-27-2 1 0 0,38 5-20 0 0,0 1 1 0 0,-1 0-1 0 0,1-1 0 0 0,0 1 0 0 0,0 0 0 0 0,0 1 1 0 0,0-1-1 0 0,0 0 0 0 0,0 1 0 0 0,0 0 0 0 0,0 0 1 0 0,0 0-1 0 0,0 0 0 0 0,0 0 0 0 0,0 0 0 0 0,0 1 1 0 0,1-1-1 0 0,-1 1 0 0 0,1 0 0 0 0,-1 0 0 0 0,1 0 0 0 0,0 0 1 0 0,-1 0-1 0 0,1 1 0 0 0,0-1 0 0 0,0 1 0 0 0,1-1 1 0 0,-1 1-1 0 0,1 0 0 0 0,-1-1 0 0 0,1 1 0 0 0,0 0 1 0 0,-2 6-1 0 0,3-6-212 0 0,-1 0 1 0 0,1 0-1 0 0,0 0 1 0 0,0 0-1 0 0,0 0 1 0 0,0 0-1 0 0,0 0 1 0 0,1 0-1 0 0,0 0 1 0 0,-1 0-1 0 0,1 0 1 0 0,0-1-1 0 0,0 1 1 0 0,1 0-1 0 0,-1 0 1 0 0,1-1-1 0 0,-1 1 1 0 0,1-1-1 0 0,0 1 1 0 0,0-1-1 0 0,0 0 1 0 0,3 4-1 0 0,11 2-1676 0 0</inkml:trace>
</inkml:ink>
</file>

<file path=ppt/ink/ink5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2:54:12.7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452 436 620 0 0,'-22'13'876'0'0,"2"0"-1"0"0,0 2 1 0 0,0 0-1 0 0,-33 36 1 0 0,48-46-704 0 0,0 1 0 0 0,1 0 0 0 0,0 0 0 0 0,0 1 0 0 0,0-1 0 0 0,1 1 0 0 0,0-1 0 0 0,0 1 1 0 0,-2 10-1 0 0,4-13-89 0 0,1 0 0 0 0,-1 1-1 0 0,1-1 1 0 0,0 0 0 0 0,0 1 0 0 0,1-1 0 0 0,-1 0 0 0 0,1 1 0 0 0,0-1 0 0 0,0 0 0 0 0,0 0 0 0 0,1 0 0 0 0,-1 0 0 0 0,1 0 0 0 0,0 0 0 0 0,0 0-1 0 0,3 4 1 0 0,-3-6-55 0 0,-1 0 0 0 0,1 0 0 0 0,0 0 0 0 0,-1 0-1 0 0,1 0 1 0 0,0 0 0 0 0,0-1 0 0 0,0 1 0 0 0,0-1-1 0 0,1 1 1 0 0,-1-1 0 0 0,0 0 0 0 0,1 0 0 0 0,-1 0-1 0 0,1 0 1 0 0,-1 0 0 0 0,1 0 0 0 0,-1-1 0 0 0,1 0-1 0 0,-1 1 1 0 0,1-1 0 0 0,0 0 0 0 0,-1 0 0 0 0,1 0-1 0 0,-1 0 1 0 0,1-1 0 0 0,0 1 0 0 0,-1-1 0 0 0,1 0-1 0 0,-1 1 1 0 0,1-1 0 0 0,-1 0 0 0 0,5-3 0 0 0,1 0 11 0 0,-1-1 1 0 0,1 0 0 0 0,-1 0 0 0 0,0-1 0 0 0,0 0-1 0 0,0 0 1 0 0,-1 0 0 0 0,8-11 0 0 0,-5 3-20 0 0,0-1 0 0 0,-1 0 0 0 0,0 0 0 0 0,-2 0 0 0 0,1-1 0 0 0,-2 0 1 0 0,0 0-1 0 0,-1 0 0 0 0,-1-1 0 0 0,0 0 0 0 0,-1 1 0 0 0,-1-1 0 0 0,-1 0 0 0 0,0 0 0 0 0,-1 0 1 0 0,-5-23-1 0 0,3 21-12 0 0,-2-1 1 0 0,0 1-1 0 0,-1 0 1 0 0,-1 0 0 0 0,-1 1-1 0 0,0 0 1 0 0,-1 0-1 0 0,-2 1 1 0 0,1 0 0 0 0,-2 1-1 0 0,0 0 1 0 0,-1 1-1 0 0,-22-21 1 0 0,22 25 0 0 0,0 1 1 0 0,0 0 0 0 0,-1 1-1 0 0,-1 1 1 0 0,1 0-1 0 0,-1 1 1 0 0,0 0-1 0 0,-27-7 1 0 0,35 13-49 0 0,0-1 0 0 0,0 1-1 0 0,0 0 1 0 0,-1 0 0 0 0,1 1 0 0 0,0 0 0 0 0,0 0 0 0 0,-1 0-1 0 0,1 1 1 0 0,0 1 0 0 0,0-1 0 0 0,0 1 0 0 0,0 0 0 0 0,0 0-1 0 0,1 1 1 0 0,-1 0 0 0 0,1 0 0 0 0,-1 1 0 0 0,1 0 0 0 0,0 0-1 0 0,1 0 1 0 0,-9 9 0 0 0,8-7-355 0 0,1 0-1 0 0,1 1 0 0 0,-1 0 1 0 0,1 0-1 0 0,0 0 1 0 0,0 1-1 0 0,1-1 0 0 0,0 1 1 0 0,1 0-1 0 0,0 0 0 0 0,0 0 1 0 0,0 0-1 0 0,0 16 1 0 0,1 4-1652 0 0</inkml:trace>
</inkml:ink>
</file>

<file path=ppt/ink/ink5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2:54:13.2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 9 732 0 0,'-7'-8'4127'0'0,"6"22"-1880"0"0,2-2-2419 0 0,-2 19 877 0 0,0-20-494 0 0,1 0 1 0 0,0 0 0 0 0,0 0-1 0 0,1 0 1 0 0,5 19 0 0 0,1 1 155 0 0,8 26 233 0 0,-14-55-571 0 0,0 1 0 0 0,0-1 0 0 0,1 0 1 0 0,-1 0-1 0 0,0 0 0 0 0,1 0 0 0 0,-1 0 0 0 0,1 0 0 0 0,-1 0 0 0 0,1-1 1 0 0,0 1-1 0 0,0-1 0 0 0,0 1 0 0 0,0-1 0 0 0,0 0 0 0 0,0 1 1 0 0,0-1-1 0 0,0 0 0 0 0,1 0 0 0 0,2 0 0 0 0,-4-1 36 0 0,30-15 82 0 0,-25 8-127 0 0,0 0-1 0 0,0 0 0 0 0,-1 0 0 0 0,1-1 1 0 0,-2 0-1 0 0,1 0 0 0 0,-1 0 1 0 0,-1 0-1 0 0,5-15 0 0 0,19-35 408 0 0,-27 57-411 0 0,1 1 0 0 0,-1-1 0 0 0,0 1 0 0 0,0-1 0 0 0,0 0 0 0 0,1 1 0 0 0,-1-1 0 0 0,0 1 0 0 0,1-1 0 0 0,-1 1 0 0 0,1-1-1 0 0,-1 1 1 0 0,1-1 0 0 0,-1 1 0 0 0,1 0 0 0 0,-1-1 0 0 0,1 1 0 0 0,-1-1 0 0 0,1 1 0 0 0,-1 0 0 0 0,1 0 0 0 0,-1-1 0 0 0,1 1 0 0 0,0 0-1 0 0,-1 0 1 0 0,2 0 0 0 0,5 15 232 0 0,-1 1-240 0 0,-1-7-119 0 0,0 0 0 0 0,0 0 0 0 0,1 0 0 0 0,1 0 0 0 0,0-1 0 0 0,0 0 0 0 0,0 0-1 0 0,1-1 1 0 0,10 8 0 0 0,-10-9-859 0 0,0-1-1 0 0,0 0 1 0 0,0 0-1 0 0,0 0 1 0 0,1-1-1 0 0,10 3 1 0 0,-7-4-1340 0 0</inkml:trace>
</inkml:ink>
</file>

<file path=ppt/ink/ink5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2:54:13.9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69 723 788 0 0,'-2'-1'159'0'0,"-1"1"0"0"0,1 0-1 0 0,-1 0 1 0 0,1 0 0 0 0,0 0-1 0 0,-1 0 1 0 0,1 1 0 0 0,-1-1 0 0 0,1 1-1 0 0,-1-1 1 0 0,1 1 0 0 0,0 0 0 0 0,0 0-1 0 0,-1 0 1 0 0,1 0 0 0 0,0 1 0 0 0,0-1-1 0 0,0 0 1 0 0,0 1 0 0 0,0 0 0 0 0,0-1-1 0 0,1 1 1 0 0,-1 0 0 0 0,1 0-1 0 0,-1 0 1 0 0,1 0 0 0 0,0 0 0 0 0,-1 0-1 0 0,1 0 1 0 0,0 1 0 0 0,0-1 0 0 0,1 0-1 0 0,-1 1 1 0 0,0-1 0 0 0,1 1 0 0 0,-1-1-1 0 0,1 5 1 0 0,-1-1-20 0 0,0 0 0 0 0,0 1 1 0 0,1-1-1 0 0,0 0 0 0 0,0 1 0 0 0,1-1 0 0 0,0 0 0 0 0,0 1 0 0 0,0-1 1 0 0,1 0-1 0 0,0 0 0 0 0,0 0 0 0 0,5 10 0 0 0,-3-11-82 0 0,0 0-1 0 0,0 0 1 0 0,0 0-1 0 0,1 0 1 0 0,0-1-1 0 0,0 0 1 0 0,0 0-1 0 0,0 0 1 0 0,1 0-1 0 0,-1-1 1 0 0,1 0-1 0 0,0 0 1 0 0,0-1-1 0 0,0 0 1 0 0,0 0-1 0 0,0 0 1 0 0,1 0-1 0 0,-1-1 1 0 0,0 0-1 0 0,1-1 1 0 0,7 0-1 0 0,-4 0-30 0 0,-1-1 1 0 0,0 0-1 0 0,-1 0 1 0 0,1-1-1 0 0,0-1 0 0 0,0 1 1 0 0,-1-1-1 0 0,1-1 1 0 0,-1 0-1 0 0,0 0 0 0 0,0 0 1 0 0,-1-1-1 0 0,1 0 1 0 0,12-12-1 0 0,-5 1-6 0 0,0 0 1 0 0,-2-1 0 0 0,0-1-1 0 0,-1 0 1 0 0,-1 0-1 0 0,-1-2 1 0 0,0 1-1 0 0,-1-1 1 0 0,9-34-1 0 0,-9 23-25 0 0,-2 0 0 0 0,-1-1 0 0 0,-1 1 0 0 0,-2-2 0 0 0,-1-60 0 0 0,-5 50-36 0 0,-2-1 0 0 0,-1 1-1 0 0,-3 1 1 0 0,-1-1 0 0 0,-3 1-1 0 0,-32-75 1 0 0,43 112 32 0 0,0 1 1 0 0,-1 0-1 0 0,0-1 1 0 0,0 1-1 0 0,0 0 1 0 0,0 0-1 0 0,-1 0 1 0 0,-6-5-1 0 0,9 8 2 0 0,-17 46 17 0 0,12 2 81 0 0,3 0 1 0 0,2 0-1 0 0,2 0 1 0 0,2 0-1 0 0,2-1 1 0 0,2 1-1 0 0,2-1 1 0 0,2 0-1 0 0,2-1 0 0 0,2-1 1 0 0,22 47-1 0 0,-29-74-63 0 0,1 0 0 0 0,1 0-1 0 0,0-1 1 0 0,1-1 0 0 0,21 24-1 0 0,-27-33 15 0 0,1-1 1 0 0,-1 1-1 0 0,1-2 0 0 0,0 1 0 0 0,0 0 0 0 0,1-1 0 0 0,-1 0 1 0 0,1-1-1 0 0,0 0 0 0 0,0 0 0 0 0,0 0 0 0 0,0-1 0 0 0,1 0 1 0 0,-1 0-1 0 0,1-1 0 0 0,10 1 0 0 0,-16-2 14 0 0,0 0 0 0 0,0-1 0 0 0,0 1 0 0 0,0-1 0 0 0,0 1 0 0 0,-1-1 0 0 0,1 0 0 0 0,0 0 0 0 0,0 0 0 0 0,-1 0 0 0 0,1 0 0 0 0,0 0 0 0 0,-1 0 0 0 0,3-2 0 0 0,-3 2-237 0 0,0-1 0 0 0,1 1 0 0 0,-1 0 0 0 0,0 0 0 0 0,1 0 0 0 0,0 0 0 0 0,-1 0 0 0 0,1 1-1 0 0,-1-1 1 0 0,1 0 0 0 0,0 1 0 0 0,0-1 0 0 0,-1 1 0 0 0,3-1 0 0 0,6 8-4426 0 0</inkml:trace>
</inkml:ink>
</file>

<file path=ppt/ink/ink5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2:54:14.2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 28 32 0 0,'-10'-20'3550'0'0,"6"12"-1064"0"0,8 27-2550 0 0,4 0-3215 0 0,-4-12 1742 0 0</inkml:trace>
</inkml:ink>
</file>

<file path=ppt/ink/ink5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2:54:14.5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 93 456 0 0,'-1'1'132'0'0,"0"1"-1"0"0,0-1 1 0 0,0 1 0 0 0,0-1-1 0 0,0 1 1 0 0,0-1-1 0 0,1 1 1 0 0,-1-1 0 0 0,0 1-1 0 0,1 0 1 0 0,-1 0 0 0 0,1-1-1 0 0,0 1 1 0 0,-1 0-1 0 0,1 0 1 0 0,0 0 0 0 0,0-1-1 0 0,0 1 1 0 0,0 0 0 0 0,1 0-1 0 0,-1-1 1 0 0,0 1-1 0 0,1 0 1 0 0,-1 0 0 0 0,1-1-1 0 0,0 1 1 0 0,0 0 0 0 0,-1-1-1 0 0,1 1 1 0 0,0-1-1 0 0,0 1 1 0 0,0-1 0 0 0,1 0-1 0 0,1 3 1 0 0,2 2 74 0 0,0 0 1 0 0,0-1-1 0 0,1 0 0 0 0,-1 1 1 0 0,1-2-1 0 0,12 8 0 0 0,-15-10-148 0 0,0 0 0 0 0,1-1 1 0 0,-1 1-1 0 0,1-1 0 0 0,0 1 0 0 0,0-1 0 0 0,-1 0 0 0 0,1-1 0 0 0,0 1 0 0 0,0-1 0 0 0,0 0 0 0 0,0 0 0 0 0,0 0 1 0 0,0 0-1 0 0,-1 0 0 0 0,1-1 0 0 0,0 0 0 0 0,0 0 0 0 0,0 0 0 0 0,-1 0 0 0 0,1-1 0 0 0,0 1 0 0 0,-1-1 0 0 0,0 0 1 0 0,5-3-1 0 0,-6 3-14 0 0,1-1 0 0 0,-1 1 1 0 0,0-1-1 0 0,1 0 0 0 0,-1 1 1 0 0,0-1-1 0 0,-1 0 0 0 0,1-1 1 0 0,0 1-1 0 0,-1 0 0 0 0,0 0 1 0 0,0-1-1 0 0,0 1 0 0 0,0-1 1 0 0,0 1-1 0 0,-1-1 0 0 0,1 1 1 0 0,-1-1-1 0 0,0 1 0 0 0,0-1 1 0 0,0 1-1 0 0,-1-1 0 0 0,1 1 1 0 0,-1-1-1 0 0,0 1 0 0 0,0-1 1 0 0,0 1-1 0 0,-2-5 1 0 0,0 2 25 0 0,0-1 0 0 0,0 0 0 0 0,0 1 0 0 0,0 0 0 0 0,-1 0 1 0 0,0 0-1 0 0,-1 0 0 0 0,1 1 0 0 0,-1 0 0 0 0,0-1 0 0 0,-1 2 1 0 0,1-1-1 0 0,-1 1 0 0 0,0-1 0 0 0,-8-3 0 0 0,11 7-155 0 0,1 1 0 0 0,0 0 0 0 0,0 0 0 0 0,0 0 0 0 0,0 0 0 0 0,0 0 0 0 0,0 0 0 0 0,0 1 0 0 0,0-1 0 0 0,0 1 0 0 0,0-1 0 0 0,0 1 0 0 0,0 0 0 0 0,0 0-1 0 0,1 0 1 0 0,-1 0 0 0 0,0 0 0 0 0,0 0 0 0 0,1 0 0 0 0,-1 0 0 0 0,1 1 0 0 0,-1-1 0 0 0,1 1 0 0 0,-1-1 0 0 0,-1 4 0 0 0,-7 5-1807 0 0,9-7-501 0 0,1 7 183 0 0</inkml:trace>
</inkml:ink>
</file>

<file path=ppt/ink/ink5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2:54:15.0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1 880 0 0,'0'0'2436'0'0,"8"33"604"0"0,-3 51-668 0 0,-4-77-2227 0 0,0 0 1 0 0,0 0 0 0 0,1 0-1 0 0,0 0 1 0 0,0 0-1 0 0,1 0 1 0 0,0-1-1 0 0,0 1 1 0 0,7 9 0 0 0,-10-15-132 0 0,1-1-1 0 0,-1 1 1 0 0,1 0 0 0 0,0-1 0 0 0,0 1 0 0 0,-1-1 0 0 0,1 1 0 0 0,0-1 0 0 0,0 1 0 0 0,0-1 0 0 0,-1 1 0 0 0,1-1 0 0 0,0 0-1 0 0,0 1 1 0 0,0-1 0 0 0,0 0 0 0 0,0 0 0 0 0,0 0 0 0 0,0 0 0 0 0,0 0 0 0 0,0 0 0 0 0,0 0 0 0 0,0 0 0 0 0,-1 0-1 0 0,1 0 1 0 0,0-1 0 0 0,1 1 0 0 0,28-20 143 0 0,22-40-89 0 0,-46 52-30 0 0,28-40 27 0 0,-33 47-56 0 0,0 5-6 0 0,0-1 0 0 0,0 0 0 0 0,0 1-1 0 0,-1-1 1 0 0,1 0 0 0 0,-1 1-1 0 0,0-1 1 0 0,0 1 0 0 0,0-1 0 0 0,-1 0-1 0 0,0 6 1 0 0,0-1 9 0 0,1-1-10 0 0,0-1 1 0 0,0 0-1 0 0,1 1 0 0 0,-1-1 0 0 0,2 0 1 0 0,2 12-1 0 0,-3-17-2 0 0,-1 0 0 0 0,1 0 0 0 0,0 0 1 0 0,-1 0-1 0 0,1 0 0 0 0,0 0 0 0 0,0 0 1 0 0,0 0-1 0 0,0 0 0 0 0,0 0 0 0 0,0 0 0 0 0,0-1 1 0 0,0 1-1 0 0,0 0 0 0 0,0-1 0 0 0,0 1 1 0 0,0-1-1 0 0,0 1 0 0 0,0-1 0 0 0,1 1 0 0 0,-1-1 1 0 0,0 0-1 0 0,0 0 0 0 0,1 0 0 0 0,-1 0 1 0 0,0 1-1 0 0,0-2 0 0 0,1 1 0 0 0,-1 0 0 0 0,0 0 1 0 0,0 0-1 0 0,1-1 0 0 0,-1 1 0 0 0,0 0 1 0 0,0-1-1 0 0,0 1 0 0 0,0-1 0 0 0,0 0 0 0 0,2 0 1 0 0,43-20 2 0 0,-16 8-4 0 0,40-13-1 0 0,-60 23 3 0 0,-1 1-1 0 0,1 0 1 0 0,0 0 0 0 0,0 1 0 0 0,0 0 0 0 0,-1 1-1 0 0,1 0 1 0 0,16 3 0 0 0,-24-3 1 0 0,0 0 0 0 0,0 1 0 0 0,-1-1 0 0 0,1 0-1 0 0,0 1 1 0 0,-1 0 0 0 0,1-1 0 0 0,0 1 0 0 0,-1 0 0 0 0,1 0 0 0 0,-1 0 0 0 0,1 0-1 0 0,-1 0 1 0 0,1 0 0 0 0,-1 0 0 0 0,0 0 0 0 0,0 1 0 0 0,1-1 0 0 0,-1 0 0 0 0,0 1-1 0 0,0-1 1 0 0,-1 1 0 0 0,1-1 0 0 0,0 1 0 0 0,0 0 0 0 0,-1-1 0 0 0,1 1 0 0 0,-1 0-1 0 0,1-1 1 0 0,-1 1 0 0 0,0 0 0 0 0,0 0 0 0 0,1-1 0 0 0,-1 1 0 0 0,-1 0 0 0 0,1 0-1 0 0,0 0 1 0 0,0-1 0 0 0,-1 1 0 0 0,1 0 0 0 0,-2 2 0 0 0,1 1 4 0 0,-1 0 0 0 0,0-1-1 0 0,0 1 1 0 0,0-1 0 0 0,0 1 0 0 0,-1-1 0 0 0,0 0 0 0 0,0 0-1 0 0,0 0 1 0 0,0 0 0 0 0,-1-1 0 0 0,1 1 0 0 0,-8 4 0 0 0,6-5-250 0 0,1 0 0 0 0,-1-1 0 0 0,0 1 0 0 0,-1-1 0 0 0,1 0 0 0 0,-8 1 0 0 0,10-2-283 0 0,1-1 1 0 0,-1 0-1 0 0,1 0 0 0 0,-1 0 0 0 0,0 0 0 0 0,1 0 0 0 0,-1-1 0 0 0,1 1 0 0 0,-6-2 0 0 0,-3-2-1820 0 0</inkml:trace>
</inkml:ink>
</file>

<file path=ppt/ink/ink5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2:54:15.4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38 284 0 0,'0'-7'996'0'0,"4"4"-68"0"0,0-6-132 0 0,7 4-64 0 0,-3 0-72 0 0,6 0-80 0 0,5 3-39 0 0,2 0-69 0 0,6 2-52 0 0,13 5-144 0 0,0-1-172 0 0,5 4-204 0 0,-5 3-248 0 0,6-1-196 0 0,-2 2-425 0 0,0-5-1047 0 0,-3 7 464 0 0</inkml:trace>
</inkml:ink>
</file>

<file path=ppt/ink/ink5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2:54:15.7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169 16 9753 0 0,'0'0'1179'0'0,"0"-1"-1151"0"0,0 1-1 0 0,0-1 1 0 0,0 0-1 0 0,-1 0 1 0 0,1 0-1 0 0,0 1 1 0 0,0-1-1 0 0,-1 0 1 0 0,1 0-1 0 0,-1 1 1 0 0,1-1-1 0 0,-1 0 1 0 0,1 1-1 0 0,-1-1 1 0 0,1 0-1 0 0,-1 1 1 0 0,1-1-1 0 0,-1 1 0 0 0,0-1 1 0 0,1 1-1 0 0,-1-1 1 0 0,-1 0-1 0 0,-4 5 41 0 0,-1 0-1 0 0,1 1 0 0 0,-1-1 0 0 0,1 1 0 0 0,1 0 0 0 0,-1 1 1 0 0,1-1-1 0 0,0 1 0 0 0,-6 8 0 0 0,-41 69-774 0 0,31-47-970 0 0,5-9-3190 0 0,11-18 2062 0 0</inkml:trace>
</inkml:ink>
</file>

<file path=ppt/ink/ink5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2:54:16.3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60 489 7905 0 0,'-8'-73'760'0'0,"8"72"-213"0"0,0 6-338 0 0,32 381 1744 0 0,-20-280-1580 0 0,-10-85 204 0 0,-7-41-431 0 0,-5-45-84 0 0,2-190 77 0 0,5 63-104 0 0,2 183-34 0 0,-1-30 0 0 0,1 1-1 0 0,2 0 1 0 0,9-63 0 0 0,-9 92-1 0 0,1 0 0 0 0,0 0 0 0 0,1 0 0 0 0,0 1 0 0 0,0-1 0 0 0,0 1 0 0 0,1 0 0 0 0,1 0 0 0 0,-1 0 0 0 0,1 1 0 0 0,1 0 1 0 0,-1 0-1 0 0,1 0 0 0 0,0 0 0 0 0,1 1 0 0 0,0 0 0 0 0,0 0 0 0 0,0 1 0 0 0,0 0 0 0 0,1 0 0 0 0,12-5 0 0 0,-12 7-1 0 0,0 1 0 0 0,0-1 0 0 0,0 2 0 0 0,1-1-1 0 0,-1 1 1 0 0,1 0 0 0 0,-1 1 0 0 0,1 0 0 0 0,0 0 0 0 0,-1 1-1 0 0,1 0 1 0 0,-1 1 0 0 0,0 0 0 0 0,1 0 0 0 0,-1 1 0 0 0,12 5-1 0 0,-13-5 2 0 0,-1 0 0 0 0,1 1 0 0 0,-1 0 0 0 0,1 0 0 0 0,-1 1-1 0 0,-1 0 1 0 0,1 0 0 0 0,-1 0 0 0 0,1 0 0 0 0,-2 1-1 0 0,1 0 1 0 0,0 0 0 0 0,-1 0 0 0 0,-1 1 0 0 0,1-1-1 0 0,-1 1 1 0 0,0 0 0 0 0,4 13 0 0 0,-7-16 0 0 0,0 0 0 0 0,0 0 0 0 0,0 0 0 0 0,0 1 0 0 0,-1-1 0 0 0,1 0 0 0 0,-1 0 1 0 0,0 0-1 0 0,0 0 0 0 0,-1 0 0 0 0,1 0 0 0 0,-1 0 0 0 0,0-1 0 0 0,0 1 0 0 0,0 0 0 0 0,-1-1 0 0 0,1 1 1 0 0,-1-1-1 0 0,0 0 0 0 0,0 0 0 0 0,0 0 0 0 0,0-1 0 0 0,-4 4 0 0 0,-10 7-45 0 0,0-1 0 0 0,0-1 0 0 0,-22 12 0 0 0,-94 35-1490 0 0,1-16-3932 0 0,77-27 2371 0 0</inkml:trace>
</inkml:ink>
</file>

<file path=ppt/ink/ink5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2:54:18.6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95 1 20 0 0,'0'0'1532'0'0,"-3"2"-842"0"0,-10 12 96 0 0,1 0 1 0 0,0 1-1 0 0,1 0 0 0 0,-12 20 0 0 0,21-30-846 0 0,-1-1-1 0 0,0 1 1 0 0,1 0 0 0 0,0-1-1 0 0,0 1 1 0 0,1 0-1 0 0,-1 0 1 0 0,1 0 0 0 0,0 1-1 0 0,0-1 1 0 0,1 0-1 0 0,-1 0 1 0 0,1 1 0 0 0,0-1-1 0 0,1 0 1 0 0,-1 0 0 0 0,1 0-1 0 0,0 0 1 0 0,0 1-1 0 0,4 8 1 0 0,5-3-1796 0 0,3-2 139 0 0</inkml:trace>
</inkml:ink>
</file>

<file path=ppt/ink/ink5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2:54:21.1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162 370 120 0 0,'1'-3'213'0'0,"-1"1"0"0"0,0 0 0 0 0,0 0 0 0 0,0 0 0 0 0,0 0 1 0 0,-1 0-1 0 0,1-1 0 0 0,0 1 0 0 0,-1 0 0 0 0,1 0 0 0 0,-1 0 0 0 0,0 0 0 0 0,0 0 0 0 0,0 0 0 0 0,0 0 0 0 0,0 1 1 0 0,0-1-1 0 0,-1 0 0 0 0,1 0 0 0 0,0 1 0 0 0,-1-1 0 0 0,-2-1 0 0 0,2 3-107 0 0,0-1 1 0 0,0 1-1 0 0,-1 0 0 0 0,1 0 0 0 0,0 0 0 0 0,-1 1 1 0 0,1-1-1 0 0,0 0 0 0 0,0 1 0 0 0,-1-1 1 0 0,1 1-1 0 0,0 0 0 0 0,0 0 0 0 0,0 0 1 0 0,0 0-1 0 0,0 0 0 0 0,0 1 0 0 0,0-1 0 0 0,0 0 1 0 0,-3 4-1 0 0,-35 32 759 0 0,32-26-678 0 0,1-1 0 0 0,1 1 0 0 0,-1 0 0 0 0,2 0 0 0 0,-8 22 0 0 0,11-28-121 0 0,0 0 0 0 0,1 0 0 0 0,-1 0 0 0 0,1 0 0 0 0,1 0 0 0 0,-1 0 0 0 0,1 1 0 0 0,0-1 0 0 0,0 0 0 0 0,0 0 0 0 0,1 1 0 0 0,0-1 0 0 0,0 0 0 0 0,0 0 0 0 0,0 0 0 0 0,4 7 0 0 0,-5-11-49 0 0,0-1 0 0 0,1 0-1 0 0,-1 1 1 0 0,0-1 0 0 0,1 1 0 0 0,-1-1 0 0 0,0 0-1 0 0,1 0 1 0 0,-1 1 0 0 0,0-1 0 0 0,1 0 0 0 0,-1 0-1 0 0,0 1 1 0 0,1-1 0 0 0,-1 0 0 0 0,1 0 0 0 0,-1 0-1 0 0,1 0 1 0 0,-1 1 0 0 0,1-1 0 0 0,-1 0 0 0 0,0 0 0 0 0,1 0-1 0 0,-1 0 1 0 0,1 0 0 0 0,-1 0 0 0 0,1 0 0 0 0,-1 0-1 0 0,1-1 1 0 0,-1 1 0 0 0,1 0 0 0 0,-1 0 0 0 0,1 0-1 0 0,19-13 160 0 0,11-20-62 0 0,13-26 25 0 0,-25 33-134 0 0,30-34 0 0 0,-41 52-10 0 0,1 0 1 0 0,-1 1-1 0 0,1 0 1 0 0,1 0-1 0 0,-1 1 1 0 0,1 0-1 0 0,18-8 1 0 0,44-13 17 0 0,-39 16-16 0 0,0-2-1 0 0,-1-1 1 0 0,32-20 0 0 0,-58 30 2 0 0,0-1 0 0 0,0 1 0 0 0,0-1 0 0 0,-1-1 0 0 0,0 1 0 0 0,0-1 0 0 0,0 0 0 0 0,-1 0 0 0 0,0 0 0 0 0,0 0-1 0 0,-1-1 1 0 0,1 1 0 0 0,-1-1 0 0 0,-1 0 0 0 0,3-8 0 0 0,-4 11 1 0 0,-1 0-1 0 0,1 0 1 0 0,-1 1-1 0 0,1-1 1 0 0,-1 0-1 0 0,0 0 1 0 0,0 0-1 0 0,-1 0 1 0 0,1 1-1 0 0,-1-1 1 0 0,0 0-1 0 0,0 0 1 0 0,0 1-1 0 0,-1-1 1 0 0,1 1-1 0 0,-1-1 1 0 0,0 1-1 0 0,0 0 0 0 0,0-1 1 0 0,0 1-1 0 0,-1 0 1 0 0,1 0-1 0 0,-1 1 1 0 0,1-1-1 0 0,-1 0 1 0 0,0 1-1 0 0,0 0 1 0 0,-1 0-1 0 0,1 0 1 0 0,-7-3-1 0 0,8 4 1 0 0,1 0 0 0 0,-1 1 0 0 0,0 0 0 0 0,1-1 0 0 0,-1 1 0 0 0,0 0-1 0 0,0 0 1 0 0,1 0 0 0 0,-1 0 0 0 0,0 0 0 0 0,0 0 0 0 0,1 1 0 0 0,-1-1-1 0 0,0 1 1 0 0,1-1 0 0 0,-1 1 0 0 0,0-1 0 0 0,1 1 0 0 0,-1 0 0 0 0,1 0 0 0 0,-1 0-1 0 0,1 0 1 0 0,0 0 0 0 0,-1 0 0 0 0,1 0 0 0 0,0 0 0 0 0,0 1 0 0 0,-1-1-1 0 0,1 0 1 0 0,0 1 0 0 0,0-1 0 0 0,1 1 0 0 0,-1-1 0 0 0,0 1 0 0 0,0 0 0 0 0,0 2-1 0 0,-5 8 0 0 0,1 1-1 0 0,1-1 0 0 0,-5 18 0 0 0,9-29 2 0 0,-11 58 10 0 0,2 1 0 0 0,3 0-1 0 0,3 1 1 0 0,8 107-1 0 0,-2-77 11 0 0,-15 585 66 0 0,11-666-83 0 0,0 0 1 0 0,0 1 0 0 0,-1-1-1 0 0,0 0 1 0 0,-1 0-1 0 0,-7 18 1 0 0,9-26-3 0 0,1-1 0 0 0,-1 1-1 0 0,0 0 1 0 0,0 0 0 0 0,-1-1 0 0 0,1 1 0 0 0,0-1 0 0 0,0 1-1 0 0,-1-1 1 0 0,1 1 0 0 0,-1-1 0 0 0,1 0 0 0 0,-1 0 0 0 0,0 0-1 0 0,1 0 1 0 0,-1 0 0 0 0,0 0 0 0 0,0 0 0 0 0,0 0-1 0 0,0-1 1 0 0,0 1 0 0 0,0-1 0 0 0,0 0 0 0 0,0 1 0 0 0,0-1-1 0 0,0 0 1 0 0,0 0 0 0 0,0 0 0 0 0,0 0 0 0 0,0-1 0 0 0,1 1-1 0 0,-1 0 1 0 0,0-1 0 0 0,0 1 0 0 0,0-1 0 0 0,0 0-1 0 0,0 0 1 0 0,0 0 0 0 0,1 0 0 0 0,-1 0 0 0 0,0 0 0 0 0,-1-1-1 0 0,-6-4 0 0 0,1-1 0 0 0,-1 1-1 0 0,1-1 1 0 0,1-1 0 0 0,-1 1-1 0 0,1-1 1 0 0,1-1 0 0 0,-1 1-1 0 0,2-1 1 0 0,-1 0 0 0 0,1-1-1 0 0,0 1 1 0 0,1-1 0 0 0,0 0-1 0 0,1 0 1 0 0,0 0 0 0 0,0 0-1 0 0,1-1 1 0 0,0 1 0 0 0,0-14-1 0 0,1 7 3 0 0,1 0 0 0 0,0 0-1 0 0,2 0 1 0 0,-1 0-1 0 0,2 0 1 0 0,0 0 0 0 0,1 0-1 0 0,1 1 1 0 0,1-1 0 0 0,0 1-1 0 0,16-28 1 0 0,-8 23-105 0 0,2 0 0 0 0,0 2 0 0 0,1 0 0 0 0,0 0 0 0 0,2 2 0 0 0,0 0 0 0 0,1 2 0 0 0,1 0 0 0 0,41-23 0 0 0,18-2-1551 0 0,124-43 0 0 0,-83 35-1773 0 0,-68 27 1315 0 0</inkml:trace>
</inkml:ink>
</file>

<file path=ppt/ink/ink5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2:54:22.1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15 335 560 0 0,'-3'-13'1802'0'0,"-1"11"598"0"0,3 3-2284 0 0,0 0 0 0 0,0 0 0 0 0,1 1 0 0 0,-1-1 0 0 0,0 0 0 0 0,1 0 0 0 0,-1 0 0 0 0,1 1 0 0 0,-1-1 0 0 0,1 0 0 0 0,0 1 0 0 0,0-1 0 0 0,0 0 0 0 0,-1 1 0 0 0,1-1 0 0 0,1 2 0 0 0,1 72 1169 0 0,4-1 1 0 0,3 0-1 0 0,26 103 1 0 0,-19-110-806 0 0,-2 1 1 0 0,-4 1 0 0 0,2 78 0 0 0,0-189-5023 0 0,11-62 2355 0 0,-14 64 1367 0 0,-7 30 687 0 0,1 0 0 0 0,0 1 0 0 0,1-1-1 0 0,0 1 1 0 0,0 0 0 0 0,1 0 0 0 0,0 0 0 0 0,0 1 0 0 0,1 0 0 0 0,10-11 0 0 0,2 1 12 0 0,1 1 1 0 0,40-27-1 0 0,-37 28 242 0 0,-1-1-1 0 0,0-1 0 0 0,-2-1 0 0 0,0-1 0 0 0,-1-1 0 0 0,-1 0 0 0 0,-1-1 1 0 0,-1-1-1 0 0,-1 0 0 0 0,-1-1 0 0 0,19-48 0 0 0,-24 50 69 0 0,-2 0 0 0 0,0 0 0 0 0,-1-1 0 0 0,-2 0-1 0 0,0 0 1 0 0,-1 0 0 0 0,-1 0 0 0 0,-2 0 0 0 0,0-1 0 0 0,-1 1-1 0 0,-1 0 1 0 0,-2 1 0 0 0,0-1 0 0 0,-10-25 0 0 0,14 44-124 0 0,-1 1 1 0 0,1-1 0 0 0,-1 1-1 0 0,0 0 1 0 0,0-1 0 0 0,0 1 0 0 0,-1 0-1 0 0,1 0 1 0 0,-1 1 0 0 0,0-1-1 0 0,0 0 1 0 0,1 1 0 0 0,-2 0-1 0 0,1-1 1 0 0,0 1 0 0 0,0 0-1 0 0,-1 1 1 0 0,1-1 0 0 0,-7-2-1 0 0,6 6-18 0 0,1-1 0 0 0,-1 0 0 0 0,1 1 0 0 0,0 0-1 0 0,0-1 1 0 0,0 1 0 0 0,0 1 0 0 0,0-1 0 0 0,0 0 0 0 0,1 1 0 0 0,-1-1-1 0 0,1 1 1 0 0,-1 0 0 0 0,-1 3 0 0 0,-4 7 49 0 0,0 0 0 0 0,1 1 0 0 0,1 0 0 0 0,0 0 0 0 0,1 1 0 0 0,0 0 0 0 0,1 0 0 0 0,-2 20 0 0 0,-8 128 680 0 0,13-148-692 0 0,2 66 364 0 0,4 0 0 0 0,22 124 0 0 0,2 11 183 0 0,-28-191-587 0 0,1 2 367 0 0,-1-26-244 0 0,2-14-128 0 0,-2 4-6 0 0,1 0 0 0 0,0 0 0 0 0,1 0 1 0 0,0 1-1 0 0,4-10 0 0 0,-6 17-25 0 0,5 3-2 0 0,0 1-1 0 0,1 0 1 0 0,-1 0-1 0 0,0 0 1 0 0,-1 1-1 0 0,1 0 1 0 0,6 5-1 0 0,37 23-3 0 0,-41-27-2 0 0,1 0 1 0 0,1-1-1 0 0,-1-1 0 0 0,0 1 0 0 0,1-2 1 0 0,-1 1-1 0 0,1-1 0 0 0,0 0 0 0 0,0-1 1 0 0,0-1-1 0 0,0 1 0 0 0,18-3 0 0 0,-25 2 0 0 0,0-1 0 0 0,-1 1-1 0 0,1-1 1 0 0,-1 0-1 0 0,1 0 1 0 0,-1 0 0 0 0,0 0-1 0 0,1 0 1 0 0,-1 0-1 0 0,0-1 1 0 0,0 1 0 0 0,0-1-1 0 0,0 0 1 0 0,0 1-1 0 0,0-1 1 0 0,0 0 0 0 0,-1 0-1 0 0,1 0 1 0 0,-1 0-1 0 0,1-1 1 0 0,-1 1 0 0 0,0 0-1 0 0,0 0 1 0 0,0-1-1 0 0,2-4 1 0 0,-1-3 36 0 0,0 0-1 0 0,-1-1 1 0 0,0 1 0 0 0,-1-21-1 0 0,0 20 76 0 0,0 4-27 0 0,0 7-88 0 0,1 1 0 0 0,-1-1 0 0 0,0 0 0 0 0,0 0 0 0 0,1 0 0 0 0,-1 1-1 0 0,0-1 1 0 0,0 0 0 0 0,1 0 0 0 0,-1 0 0 0 0,0 0 0 0 0,1 0 0 0 0,-1 1 0 0 0,0-1 0 0 0,1 0 0 0 0,-1 0-1 0 0,0 0 1 0 0,1 0 0 0 0,-1 0 0 0 0,0 0 0 0 0,1 0 0 0 0,-1 0 0 0 0,0 0 0 0 0,1-1 0 0 0,-1 1 0 0 0,0 0-1 0 0,1 0 1 0 0,-1 0 0 0 0,0 0 0 0 0,1 0 0 0 0,-1-1 0 0 0,0 1 0 0 0,1 0 0 0 0,-1 0 0 0 0,0 0 0 0 0,0-1-1 0 0,1 1 1 0 0,-1 0 0 0 0,0 0 0 0 0,0-1 0 0 0,0 1 0 0 0,1 0 0 0 0,-1-1 0 0 0,0 1 0 0 0,0 0 0 0 0,0 0-1 0 0,0-1 1 0 0,0 1 0 0 0,0 0 0 0 0,0-1 0 0 0,0 1 0 0 0,1 0 0 0 0,-1-1 0 0 0,0 1 0 0 0,0 0 0 0 0,0-1-1 0 0,-1 1 1 0 0,1 0 0 0 0,0-1 0 0 0,0 1 0 0 0,0 0 0 0 0,0-1 0 0 0,0 1 0 0 0,0-1 0 0 0,4 3-41 0 0,63 26-2215 0 0,-36-13 1024 0 0,2-2 0 0 0,-1-1 1 0 0,2-2-1 0 0,47 9 1 0 0,-36-14-1394 0 0,1 1 201 0 0</inkml:trace>
</inkml:ink>
</file>

<file path=ppt/ink/ink5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2:54:22.6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58 873 7297 0 0,'14'-23'792'0'0,"-11"17"-698"0"0,1-1 0 0 0,0 1 0 0 0,1 0 0 0 0,-1 0 0 0 0,1 1 0 0 0,0-1 0 0 0,8-5 0 0 0,122-79 729 0 0,-96 66-599 0 0,-1-1-1 0 0,54-46 1 0 0,-81 60-189 0 0,0 0 0 0 0,-1 0 0 0 0,0-1-1 0 0,-1-1 1 0 0,0 1 0 0 0,-1-2 0 0 0,-1 1 0 0 0,0-1 0 0 0,0 0-1 0 0,-1 0 1 0 0,5-24 0 0 0,-7 21-14 0 0,-1 0 0 0 0,-1 0 0 0 0,0 0 0 0 0,-1 0 0 0 0,-1-1 0 0 0,-1 1 0 0 0,-1 0 0 0 0,0 0 0 0 0,-1 0 0 0 0,-7-22 0 0 0,2 15 52 0 0,-1 1-1 0 0,-1 0 1 0 0,-1 1-1 0 0,-1 0 1 0 0,-1 1-1 0 0,-23-29 1 0 0,36 49-65 0 0,-1 0 0 0 0,0 0 1 0 0,0 0-1 0 0,0 0 1 0 0,0 0-1 0 0,1 0 0 0 0,-1 0 1 0 0,0 1-1 0 0,0-1 0 0 0,-1 0 1 0 0,1 1-1 0 0,0-1 0 0 0,0 0 1 0 0,0 1-1 0 0,0-1 0 0 0,-1 1 1 0 0,1 0-1 0 0,0-1 1 0 0,0 1-1 0 0,-1 0 0 0 0,1 0 1 0 0,0 0-1 0 0,0 0 0 0 0,-1 0 1 0 0,1 0-1 0 0,0 0 0 0 0,0 0 1 0 0,-1 1-1 0 0,1-1 0 0 0,0 0 1 0 0,0 1-1 0 0,0-1 1 0 0,-1 1-1 0 0,1-1 0 0 0,0 1 1 0 0,0 0-1 0 0,0 0 0 0 0,0-1 1 0 0,0 1-1 0 0,0 0 0 0 0,0 0 1 0 0,0 0-1 0 0,1 0 0 0 0,-1 0 1 0 0,0 0-1 0 0,0 0 1 0 0,0 2-1 0 0,-5 4 25 0 0,1 1 0 0 0,1 0 1 0 0,0 0-1 0 0,0 0 0 0 0,-3 10 0 0 0,-18 71 290 0 0,4 1-1 0 0,4 1 0 0 0,-6 110 0 0 0,5-37 124 0 0,-54 576 1388 0 0,64-610-1562 0 0,-12 120 125 0 0,18-232-343 0 0,-2-1 0 0 0,-8 29 0 0 0,11-43-151 0 0,0-1-1 0 0,1 1 0 0 0,-1 0 0 0 0,0-1 1 0 0,-1 1-1 0 0,1-1 0 0 0,0 1 1 0 0,-1-1-1 0 0,1 0 0 0 0,-1 0 1 0 0,0 1-1 0 0,1-1 0 0 0,-1 0 1 0 0,0 0-1 0 0,0-1 0 0 0,-1 1 1 0 0,1 0-1 0 0,0-1 0 0 0,-1 1 1 0 0,1-1-1 0 0,0 0 0 0 0,-1 0 1 0 0,0 0-1 0 0,1 0 0 0 0,-6 1 1 0 0,4-3-419 0 0,1 0 0 0 0,0-1-1 0 0,-1 1 1 0 0,1 0 0 0 0,0-1 0 0 0,-1 0 0 0 0,1 0 0 0 0,0 0 0 0 0,0 0 0 0 0,0-1 0 0 0,1 1 0 0 0,-1-1 0 0 0,1 1 0 0 0,-1-1 0 0 0,-2-5 0 0 0,-9-11-2688 0 0</inkml:trace>
</inkml:ink>
</file>

<file path=ppt/ink/ink5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2:54:23.1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0 377 640 0 0,'0'0'669'0'0,"15"-6"1225"0"0,25 9-395 0 0,75 12 1 0 0,-78-8-1112 0 0,2-1 1 0 0,66 0-1 0 0,-25-10-16 0 0,0-4-1 0 0,94-20 0 0 0,-135 19-223 0 0,-1-2 0 0 0,0-1 0 0 0,0-2-1 0 0,-1-1 1 0 0,-1-2 0 0 0,47-30 0 0 0,-67 36 39 0 0,0 0 1 0 0,-1-1 0 0 0,0-1 0 0 0,-1-1 0 0 0,0 0 0 0 0,-1 0 0 0 0,-1-2-1 0 0,18-27 1 0 0,-30 42-168 0 0,1 1-1 0 0,-1-1 1 0 0,1 0-1 0 0,-1 1 1 0 0,1-1-1 0 0,-1 0 1 0 0,0 1-1 0 0,1-1 1 0 0,-1 0-1 0 0,0 0 1 0 0,1 1-1 0 0,-1-1 1 0 0,0 0-1 0 0,0 0 1 0 0,0 1-1 0 0,0-1 1 0 0,0 0-1 0 0,0 0 1 0 0,0 0-1 0 0,0 1 1 0 0,0-1-1 0 0,0 0 0 0 0,-1 0 1 0 0,1 0-1 0 0,0 1 1 0 0,0-1-1 0 0,-1 0 1 0 0,1 1-1 0 0,0-1 1 0 0,-1 0-1 0 0,0-1 1 0 0,-1 1 8 0 0,1 1 1 0 0,-1-1-1 0 0,0 0 1 0 0,1 1-1 0 0,-1-1 1 0 0,0 1-1 0 0,1 0 1 0 0,-1-1-1 0 0,0 1 1 0 0,0 0-1 0 0,1 0 1 0 0,-1 0-1 0 0,-3 1 1 0 0,-4 0 38 0 0,0 0 1 0 0,0 1 0 0 0,1 0-1 0 0,-16 6 1 0 0,20-6-48 0 0,-1 1 0 0 0,1 1-1 0 0,0-1 1 0 0,0 0 0 0 0,0 1 0 0 0,0 0-1 0 0,1 0 1 0 0,-1 0 0 0 0,1 1 0 0 0,0-1-1 0 0,0 1 1 0 0,1-1 0 0 0,-1 1 0 0 0,1 0-1 0 0,0 0 1 0 0,0 0 0 0 0,1 0 0 0 0,-1 0-1 0 0,1 1 1 0 0,1-1 0 0 0,-1 0 0 0 0,1 1-1 0 0,-1-1 1 0 0,2 1 0 0 0,0 9-1 0 0,-1-11-11 0 0,1 0-1 0 0,-1 0 1 0 0,1 0-1 0 0,0 0 0 0 0,0-1 1 0 0,0 1-1 0 0,0 0 0 0 0,1 0 1 0 0,-1-1-1 0 0,1 1 0 0 0,0-1 1 0 0,0 0-1 0 0,1 1 0 0 0,-1-1 1 0 0,1 0-1 0 0,-1 0 1 0 0,1-1-1 0 0,0 1 0 0 0,0 0 1 0 0,0-1-1 0 0,0 0 0 0 0,1 0 1 0 0,-1 0-1 0 0,1 0 0 0 0,-1 0 1 0 0,1-1-1 0 0,-1 1 0 0 0,1-1 1 0 0,0 0-1 0 0,0 0 0 0 0,0-1 1 0 0,0 1-1 0 0,0-1 1 0 0,-1 0-1 0 0,6 0 0 0 0,-7 0-5 0 0,1-1 1 0 0,-1 1-1 0 0,0-1 0 0 0,0 1 0 0 0,1-1 0 0 0,-1 0 0 0 0,0 0 1 0 0,0 0-1 0 0,0 0 0 0 0,0-1 0 0 0,0 1 0 0 0,0 0 0 0 0,-1-1 1 0 0,1 1-1 0 0,0-1 0 0 0,-1 0 0 0 0,1 1 0 0 0,-1-1 0 0 0,0 0 1 0 0,1 0-1 0 0,-1 0 0 0 0,0 0 0 0 0,0 0 0 0 0,0 0 0 0 0,-1-1 0 0 0,1 1 1 0 0,0 0-1 0 0,-1 0 0 0 0,1-1 0 0 0,-1 1 0 0 0,0 0 0 0 0,0 0 1 0 0,0-1-1 0 0,0-3 0 0 0,0-3 5 0 0,-1 0-1 0 0,0 0 1 0 0,0 0-1 0 0,-1 1 1 0 0,0-1 0 0 0,0 0-1 0 0,-6-12 1 0 0,2 9 5 0 0,0 0-1 0 0,-1 0 1 0 0,-1 0 0 0 0,0 1 0 0 0,0 0-1 0 0,-1 1 1 0 0,0 0 0 0 0,-1 0 0 0 0,0 1-1 0 0,-1 1 1 0 0,0-1 0 0 0,-22-11 0 0 0,32 19-122 0 0,0 0 1 0 0,-1 1 0 0 0,1-1 0 0 0,-1 1 0 0 0,1-1 0 0 0,-1 1-1 0 0,1-1 1 0 0,-1 1 0 0 0,1 0 0 0 0,-1 0 0 0 0,1 0 0 0 0,-1 0-1 0 0,1 0 1 0 0,-1 0 0 0 0,1 0 0 0 0,-1 0 0 0 0,1 0 0 0 0,-1 1-1 0 0,1-1 1 0 0,-1 1 0 0 0,1-1 0 0 0,-1 1 0 0 0,1 0 0 0 0,0-1 0 0 0,-1 1-1 0 0,1 0 1 0 0,0 0 0 0 0,0 0 0 0 0,0 0 0 0 0,0 0 0 0 0,-1 0-1 0 0,1 0 1 0 0,0 1 0 0 0,-1 1 0 0 0,-1 2-472 0 0,1 0-1 0 0,-1 0 1 0 0,1 0 0 0 0,0 0 0 0 0,1 0 0 0 0,-1 0-1 0 0,1 0 1 0 0,-1 7 0 0 0,2-4-1994 0 0</inkml:trace>
</inkml:ink>
</file>

<file path=ppt/ink/ink5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2:54:23.5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39 600 0 0,'12'-1'588'0'0,"-1"0"1"0"0,1 0-1 0 0,0 2 0 0 0,-1-1 1 0 0,1 2-1 0 0,21 4 0 0 0,-26-4-373 0 0,-1 1-1 0 0,0-1 0 0 0,1 1 0 0 0,-1 0 1 0 0,0 1-1 0 0,-1-1 0 0 0,1 1 0 0 0,-1 1 1 0 0,1-1-1 0 0,-1 1 0 0 0,0 0 0 0 0,-1 0 1 0 0,6 7-1 0 0,-5-5 1 0 0,1-1-30 0 0,-1 1 0 0 0,0-1 0 0 0,-1 1 0 0 0,0 0 0 0 0,0 0 0 0 0,0 0 0 0 0,-1 0 0 0 0,0 1 0 0 0,0-1 0 0 0,2 14 0 0 0,-6-12 1106 0 0,0-14-156 0 0,-3-5-1175 0 0,3 8 63 0 0,1-1 0 0 0,-1 0 1 0 0,1 0-1 0 0,-1 1 0 0 0,1-1 1 0 0,0 0-1 0 0,0 0 0 0 0,1 0 0 0 0,-1 1 1 0 0,0-1-1 0 0,1 0 0 0 0,0 0 1 0 0,-1 1-1 0 0,1-1 0 0 0,0 0 0 0 0,1 1 1 0 0,-1-1-1 0 0,0 1 0 0 0,1-1 1 0 0,2-2-1 0 0,37-45-593 0 0,-38 47 435 0 0,6-5-465 0 0,0 0-1 0 0,1 1 1 0 0,0 0 0 0 0,0 0 0 0 0,1 1 0 0 0,0 0-1 0 0,0 1 1 0 0,0 0 0 0 0,1 1 0 0 0,20-5 0 0 0,-7 2-1722 0 0,-11 3 512 0 0</inkml:trace>
</inkml:ink>
</file>

<file path=ppt/ink/ink5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2:54:23.9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29 3812 0 0,'4'-1'31'0'0,"0"0"0"0"0,0 0 0 0 0,0 1 0 0 0,0 0 0 0 0,1-1 0 0 0,-1 1 0 0 0,0 1 0 0 0,0-1 0 0 0,0 1 0 0 0,0-1 0 0 0,6 3 0 0 0,-8-2 71 0 0,-1 0-1 0 0,0 1 0 0 0,0-1 0 0 0,1 0 0 0 0,-1 0 0 0 0,0 1 0 0 0,0-1 0 0 0,0 0 1 0 0,0 1-1 0 0,-1-1 0 0 0,1 1 0 0 0,0-1 0 0 0,-1 1 0 0 0,1-1 0 0 0,-1 1 0 0 0,1 0 1 0 0,-1-1-1 0 0,0 1 0 0 0,0 0 0 0 0,0-1 0 0 0,1 1 0 0 0,-2 0 0 0 0,1-1 0 0 0,0 1 1 0 0,0 0-1 0 0,0-1 0 0 0,-1 1 0 0 0,1 0 0 0 0,-1-1 0 0 0,-1 4 0 0 0,1 0 46 0 0,0-1-1 0 0,0 1 0 0 0,-1-1 0 0 0,0 1 1 0 0,1-1-1 0 0,-2 0 0 0 0,1 1 0 0 0,0-1 1 0 0,-1 0-1 0 0,0 0 0 0 0,0-1 0 0 0,0 1 1 0 0,0-1-1 0 0,0 1 0 0 0,-1-1 0 0 0,-5 4 1 0 0,9-7-132 0 0,0 0 1 0 0,0 0 0 0 0,0 0 0 0 0,0 0 0 0 0,-1 0 0 0 0,1 1-1 0 0,0-1 1 0 0,0 0 0 0 0,0 0 0 0 0,0 0 0 0 0,0 0 0 0 0,-1 0-1 0 0,1 0 1 0 0,0 0 0 0 0,0 0 0 0 0,0 1 0 0 0,-1-1-1 0 0,1 0 1 0 0,0 0 0 0 0,0 0 0 0 0,0 0 0 0 0,0 0 0 0 0,-1 0-1 0 0,1 0 1 0 0,0 0 0 0 0,0 0 0 0 0,0 0 0 0 0,-1 0 0 0 0,1 0-1 0 0,0-1 1 0 0,0 1 0 0 0,0 0 0 0 0,-1 0 0 0 0,1 0 0 0 0,0 0-1 0 0,0 0 1 0 0,0 0 0 0 0,0 0 0 0 0,-1 0 0 0 0,1 0 0 0 0,0-1-1 0 0,0 1 1 0 0,0 0 0 0 0,0 0 0 0 0,0 0 0 0 0,0 0 0 0 0,-1-1-1 0 0,1 1 1 0 0,4-12 212 0 0,11-13-137 0 0,-1 12-54 0 0,0 1 0 0 0,1 0 0 0 0,0 1 0 0 0,1 1 0 0 0,0 0 0 0 0,1 1 0 0 0,0 1 0 0 0,0 1 0 0 0,1 0 0 0 0,28-6 0 0 0,-45 12-36 0 0,1 1 0 0 0,-1 0 0 0 0,1 0 0 0 0,-1 0 0 0 0,1 0 0 0 0,-1 0 1 0 0,1 0-1 0 0,-1 0 0 0 0,1 1 0 0 0,-1-1 0 0 0,1 0 0 0 0,-1 1 0 0 0,0-1 0 0 0,1 1 0 0 0,-1 0 0 0 0,1-1 0 0 0,-1 1 0 0 0,0 0 0 0 0,0 0 0 0 0,0 0 0 0 0,1 0 1 0 0,0 1-1 0 0,19 31 40 0 0,-20-29-38 0 0,0-1 0 0 0,1 0 0 0 0,-1 0 0 0 0,1 0 0 0 0,0 0 1 0 0,0 0-1 0 0,0 0 0 0 0,0 0 0 0 0,1-1 0 0 0,-1 1 0 0 0,1-1 0 0 0,-1 0 0 0 0,1 0 1 0 0,5 3-1 0 0,7-1 27 0 0,1-2 1 0 0,0 0-1 0 0,0-1 1 0 0,0-1 0 0 0,-1 0-1 0 0,1-1 1 0 0,30-5-1 0 0,-8 1 134 0 0,-4 1 23 0 0,-20 2-51 0 0,1 0-1 0 0,-1 0 1 0 0,1 2 0 0 0,-1-1 0 0 0,1 2-1 0 0,-1 0 1 0 0,0 1 0 0 0,23 5 0 0 0,-36-6-177 0 0,1 0 0 0 0,-1 0 0 0 0,0-1 0 0 0,1 1 0 0 0,-1 0 0 0 0,0 1 0 0 0,0-1 0 0 0,0 0 0 0 0,0 0 0 0 0,0 0 0 0 0,0 1 0 0 0,0-1 0 0 0,0 1 0 0 0,0-1 0 0 0,0 0 0 0 0,-1 1 0 0 0,2 2 0 0 0,-1 15-6659 0 0</inkml:trace>
</inkml:ink>
</file>

<file path=ppt/ink/ink5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2:54:28.2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221 654 132 0 0,'-2'-9'740'0'0,"2"4"-273"0"0,0 1 1 0 0,0-1-1 0 0,-1 1 0 0 0,0-1 1 0 0,0 1-1 0 0,0 0 0 0 0,-1-1 1 0 0,1 1-1 0 0,-1 0 0 0 0,0 0 1 0 0,0 0-1 0 0,-6-7 0 0 0,8 11 12 0 0,-24 37 817 0 0,14-11-983 0 0,1 0 0 0 0,1 0 0 0 0,1 1 0 0 0,-4 33 0 0 0,-6 113 539 0 0,15-149-713 0 0,0 3-19 0 0,2-12 24 0 0,-1 0 1 0 0,-1 1-1 0 0,-7 27 0 0 0,9-42-139 0 0,0-1-1 0 0,0 0 1 0 0,0 0 0 0 0,0 1-1 0 0,0-1 1 0 0,0 0 0 0 0,0 0-1 0 0,-1 0 1 0 0,1 1 0 0 0,0-1-1 0 0,0 0 1 0 0,0 0-1 0 0,0 0 1 0 0,0 0 0 0 0,0 1-1 0 0,0-1 1 0 0,-1 0 0 0 0,1 0-1 0 0,0 0 1 0 0,0 0 0 0 0,0 0-1 0 0,0 1 1 0 0,-1-1 0 0 0,1 0-1 0 0,0 0 1 0 0,0 0-1 0 0,0 0 1 0 0,-1 0 0 0 0,1 0-1 0 0,0 0 1 0 0,0 0 0 0 0,0 0-1 0 0,-1 0 1 0 0,1 0 0 0 0,0 0-1 0 0,0 0 1 0 0,-1 0 0 0 0,1 0-1 0 0,0 0 1 0 0,0 0 0 0 0,0 0-1 0 0,-1 0 1 0 0,1 0-1 0 0,0 0 1 0 0,0 0 0 0 0,0 0-1 0 0,-1-1 1 0 0,-10-10 61 0 0,-5-16-21 0 0,4-3-14 0 0,1-1 0 0 0,2-1-1 0 0,1 0 1 0 0,1 0 0 0 0,2 0 0 0 0,-2-45 0 0 0,5 0 7 0 0,13-122 1 0 0,25-39-41 0 0,-30 211 1 0 0,0 2-1 0 0,3-1 0 0 0,0 1 0 0 0,1 0 0 0 0,1 1 1 0 0,29-44-1 0 0,-37 62 1 0 0,1 1-1 0 0,0 0 1 0 0,0 1 0 0 0,0-1 0 0 0,1 1-1 0 0,-1-1 1 0 0,1 1 0 0 0,0 1 0 0 0,1-1-1 0 0,-1 1 1 0 0,0 0 0 0 0,1 0-1 0 0,7-3 1 0 0,-8 5 0 0 0,0 0 0 0 0,0 1 0 0 0,0-1 0 0 0,0 1 0 0 0,0 0 0 0 0,0 0 0 0 0,0 1 0 0 0,0 0-1 0 0,0 0 1 0 0,0 0 0 0 0,-1 0 0 0 0,1 1 0 0 0,0-1 0 0 0,0 1 0 0 0,-1 0 0 0 0,8 5 0 0 0,5 4 38 0 0,-1 0 0 0 0,0 1 0 0 0,0 1 0 0 0,-1 1 0 0 0,-1 0 1 0 0,0 1-1 0 0,20 27 0 0 0,70 128 407 0 0,-63-97-262 0 0,6 16 9 0 0,-5 3 0 0 0,-3 1 0 0 0,31 119 0 0 0,-63-191-182 0 0,-1-3-4 0 0,0-1 1 0 0,-2 2-1 0 0,0-1 0 0 0,-1 0 1 0 0,1 22-1 0 0,-51-80-3723 0 0,17 11-2085 0 0,20 15 3124 0 0</inkml:trace>
</inkml:ink>
</file>

<file path=ppt/ink/ink5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2:54:28.5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 97 496 0 0,'-1'0'124'0'0,"0"-1"0"0"0,0 1 0 0 0,1 0 0 0 0,-1 0 0 0 0,0-1-1 0 0,0 1 1 0 0,0 0 0 0 0,1-1 0 0 0,-1 1 0 0 0,0-1 0 0 0,0 1 0 0 0,1-1 0 0 0,-1 1 0 0 0,0-1 0 0 0,1 0-1 0 0,-1 1 1 0 0,1-1 0 0 0,-1 0 0 0 0,1 1 0 0 0,-1-1 0 0 0,1 0 0 0 0,-1 0 0 0 0,1 0 0 0 0,0 1 0 0 0,-1-1-1 0 0,1 0 1 0 0,0 0 0 0 0,0 0 0 0 0,0 0 0 0 0,0 0 0 0 0,-1-1 0 0 0,2 1-20 0 0,0-1 0 0 0,0 0 1 0 0,0 1-1 0 0,0 0 0 0 0,0-1 1 0 0,1 1-1 0 0,-1 0 0 0 0,0-1 1 0 0,1 1-1 0 0,-1 0 0 0 0,0 0 0 0 0,1 0 1 0 0,0 0-1 0 0,1 0 0 0 0,60-23 918 0 0,10 11-664 0 0,1 3 0 0 0,0 3 0 0 0,0 4 0 0 0,107 9 0 0 0,185 26-5655 0 0,-314-29 3305 0 0</inkml:trace>
</inkml:ink>
</file>

<file path=ppt/ink/ink5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2:54:29.1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171 327 48 0 0,'-18'-2'1341'0'0,"1"0"0"0"0,0 0 0 0 0,-27-9 0 0 0,-11-2 1337 0 0,54 13-2616 0 0,0 0-1 0 0,0 0 0 0 0,0 0 1 0 0,0 0-1 0 0,0 0 1 0 0,0 0-1 0 0,0 0 1 0 0,0 0-1 0 0,1-1 0 0 0,-1 1 1 0 0,0 0-1 0 0,0-1 1 0 0,0 1-1 0 0,0-1 1 0 0,0 1-1 0 0,1-1 0 0 0,-1 1 1 0 0,0-1-1 0 0,1 0 1 0 0,-2 0-1 0 0,14-8 695 0 0,35-2-277 0 0,741-45 599 0 0,-595 51-978 0 0,362-18 145 0 0,-512 20-229 0 0,-8 2 29 0 0,0-2 1 0 0,54-12-1 0 0,-89 15-44 0 0,-1 0 0 0 0,1 0-1 0 0,-1-1 1 0 0,1 1 0 0 0,-1 0-1 0 0,1 0 1 0 0,0 0 0 0 0,-1-1-1 0 0,1 1 1 0 0,-1 0 0 0 0,1 0-1 0 0,0-1 1 0 0,-1 1 0 0 0,1 0-1 0 0,0-1 1 0 0,-1 1 0 0 0,1 0-1 0 0,0-1 1 0 0,-1 1 0 0 0,1-1-1 0 0,0 1 1 0 0,0 0 0 0 0,0-1-1 0 0,-1 1 1 0 0,1-1 0 0 0,0 1-1 0 0,0-1 1 0 0,0 1 0 0 0,0-1-1 0 0,0 1 1 0 0,0-1-1 0 0,0 1 1 0 0,0-1 0 0 0,0 1-1 0 0,0-1 1 0 0,0 1 0 0 0,0 0-1 0 0,0-1 1 0 0,0 1 0 0 0,1-1-1 0 0,-1 1 1 0 0,0-1 0 0 0,0 1-1 0 0,0-1 1 0 0,1 1 0 0 0,-1 0-1 0 0,0-1 1 0 0,0 1 0 0 0,1 0-1 0 0,-1-1 1 0 0,0 1 0 0 0,1 0-1 0 0,-1-1 1 0 0,1 1 0 0 0,-1 0-1 0 0,0-1 1 0 0,1 1 0 0 0,-1 0-1 0 0,1 0 1 0 0,-1 0 0 0 0,1 0-1 0 0,-1-1 1 0 0,1 1 0 0 0,-1 0-1 0 0,1 0 1 0 0,-1 0-1 0 0,0 0 1 0 0,2 0 0 0 0,-35-17 27 0 0,-32-4-34 0 0,-99-19 0 0 0,31 9-1 0 0,104 25-1 0 0,21 5 9 0 0,0 0-1 0 0,0-1 1 0 0,0 0-1 0 0,0-1 0 0 0,0 1 1 0 0,1-1-1 0 0,0-1 1 0 0,-10-4-1 0 0,17 7 5 0 0,6 3-8 0 0,1 0-1 0 0,-1 0 1 0 0,0 0 0 0 0,0 1-1 0 0,0 0 1 0 0,0 0 0 0 0,0 1 0 0 0,0 0-1 0 0,7 6 1 0 0,-8-7 1 0 0,13 10 7 0 0,0 0 0 0 0,-1 1-1 0 0,18 20 1 0 0,-31-30-4 0 0,0 0 0 0 0,0 0 0 0 0,-1 1 1 0 0,0-1-1 0 0,0 1 0 0 0,0 0 0 0 0,0 0 0 0 0,-1 0 0 0 0,0 0 0 0 0,0 0 1 0 0,0 1-1 0 0,-1-1 0 0 0,0 1 0 0 0,0-1 0 0 0,0 1 0 0 0,0-1 0 0 0,-1 1 1 0 0,0 5-1 0 0,-2-5 0 0 0,1-1-1 0 0,-1 0 1 0 0,0 0 0 0 0,-1-1 0 0 0,1 1 0 0 0,-1 0 0 0 0,0-1 0 0 0,0 1-1 0 0,0-1 1 0 0,0 0 0 0 0,-1 0 0 0 0,0-1 0 0 0,0 1 0 0 0,0-1 0 0 0,-9 7-1 0 0,-3 0 3 0 0,0 0 0 0 0,-1-1 0 0 0,-18 8 0 0 0,-33 8 34 0 0,31-12-1431 0 0,1 1-4446 0 0,31-10 2984 0 0</inkml:trace>
</inkml:ink>
</file>

<file path=ppt/ink/ink5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2:54:29.7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899 75 508 0 0,'4'-14'1695'0'0,"-1"0"0"0"0,-1-1 0 0 0,1-16 1645 0 0,-8 34-3196 0 0,0 0 1 0 0,0 1-1 0 0,1 0 0 0 0,-1 0 0 0 0,1 0 0 0 0,0 0 0 0 0,1 1 0 0 0,-1-1 0 0 0,-4 8 0 0 0,4-6 25 0 0,-104 147 1325 0 0,68-93-896 0 0,-81 95 0 0 0,105-138-524 0 0,-1 0 0 0 0,-1-1 0 0 0,-1-1 0 0 0,0 0 0 0 0,0-2 1 0 0,-2 0-1 0 0,0-1 0 0 0,0-2 0 0 0,-29 11 0 0 0,23-11 42 0 0,1-2 0 0 0,-1-1 0 0 0,-1-1 0 0 0,0-2 0 0 0,-39 3 0 0 0,58-7-71 0 0,0-1 0 0 0,0 1 0 0 0,0-2 1 0 0,0 1-1 0 0,1-1 0 0 0,-1 0 0 0 0,0-1 0 0 0,1 0 0 0 0,-11-5 1 0 0,14 5-26 0 0,0 0 1 0 0,0-1 0 0 0,1 1 0 0 0,-1-1 0 0 0,1 0 0 0 0,0 0 0 0 0,0-1-1 0 0,0 1 1 0 0,0-1 0 0 0,1 0 0 0 0,0 0 0 0 0,0 0 0 0 0,0 0 0 0 0,1 0 0 0 0,-4-10-1 0 0,5 8-9 0 0,-1-1-1 0 0,1 0 1 0 0,0 0-1 0 0,1 1 1 0 0,0-1-1 0 0,0 0 0 0 0,1 0 1 0 0,0 0-1 0 0,0 0 1 0 0,1 1-1 0 0,0-1 1 0 0,0 1-1 0 0,1-1 1 0 0,0 1-1 0 0,0 0 0 0 0,1 0 1 0 0,8-13-1 0 0,1 2 9 0 0,-1 0 0 0 0,2 1-1 0 0,0 0 1 0 0,2 2 0 0 0,19-18-1 0 0,-31 30-17 0 0,-1-1-1 0 0,1 1 1 0 0,0 0-1 0 0,0 1 1 0 0,0-1-1 0 0,0 1 1 0 0,1 0-1 0 0,-1 0 1 0 0,0 0-1 0 0,1 0 1 0 0,0 1-1 0 0,8-2 1 0 0,-9 3-1 0 0,0 1-1 0 0,-1-1 1 0 0,1 1 0 0 0,0 0 0 0 0,-1 0 0 0 0,1 1-1 0 0,-1-1 1 0 0,0 1 0 0 0,1 0 0 0 0,-1-1-1 0 0,0 2 1 0 0,0-1 0 0 0,0 0 0 0 0,0 0 0 0 0,0 1-1 0 0,3 4 1 0 0,39 38-14 0 0,-8-8 56 0 0,51 40-1 0 0,-23-31 14 0 0,3-3-1 0 0,82 37 1 0 0,-134-71-107 0 0,2-1 1 0 0,-1 0 0 0 0,1-1-1 0 0,0-2 1 0 0,0 1 0 0 0,0-2-1 0 0,31 3 1 0 0,-19-3-1007 0 0,4 0-1894 0 0,-10-3-2189 0 0,-11-3 1524 0 0</inkml:trace>
</inkml:ink>
</file>

<file path=ppt/ink/ink5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2:54:37.3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323 576 120 0 0,'0'-3'222'0'0,"1"0"1"0"0,-1 0-1 0 0,1 1 1 0 0,-1-1-1 0 0,0 0 1 0 0,0 0-1 0 0,0 0 1 0 0,-1 1-1 0 0,1-1 1 0 0,-1 0-1 0 0,1 0 1 0 0,-3-4-1 0 0,3 7-161 0 0,0-1 0 0 0,-1 1-1 0 0,1 0 1 0 0,-1-1 0 0 0,1 1-1 0 0,-1 0 1 0 0,1-1 0 0 0,-1 1 0 0 0,1 0-1 0 0,-1 0 1 0 0,1 0 0 0 0,-1-1-1 0 0,0 1 1 0 0,1 0 0 0 0,-1 0 0 0 0,1 0-1 0 0,-1 0 1 0 0,1 0 0 0 0,-1 0-1 0 0,0 0 1 0 0,1 0 0 0 0,-1 0-1 0 0,1 0 1 0 0,-1 1 0 0 0,1-1 0 0 0,-1 0-1 0 0,0 0 1 0 0,1 0 0 0 0,-1 1-1 0 0,1-1 1 0 0,-1 0 0 0 0,1 1 0 0 0,-1-1-1 0 0,0 1 1 0 0,-9 7 471 0 0,0 1-1 0 0,0 0 0 0 0,-15 19 1 0 0,11-13-493 0 0,-42 52 734 0 0,30-30-295 0 0,1 0 0 0 0,-33 71 0 0 0,5 22 384 0 0,50-122-775 0 0,0 0 0 0 0,1 1 0 0 0,0-1 0 0 0,1 0 0 0 0,0 1 0 0 0,0 0 0 0 0,1-1 0 0 0,1 16 0 0 0,-1-23 0 0 0,16-17-29 0 0,17-31 37 0 0,-27 37-85 0 0,1 0 1 0 0,0 0 0 0 0,0 1 0 0 0,0 0 0 0 0,1 0 0 0 0,1 1 0 0 0,0-1-1 0 0,0 2 1 0 0,0 0 0 0 0,18-11 0 0 0,-23 18-8 0 0,1-1 0 0 0,-1 1 0 0 0,1 0 0 0 0,0 0 0 0 0,-1 0 0 0 0,1 0 0 0 0,0 1 0 0 0,-1 0 0 0 0,1 0 0 0 0,-1 0 0 0 0,9 4 0 0 0,-13-5-3 0 0,15 5 3 0 0,0 0 0 0 0,0-2 0 0 0,0 0 0 0 0,0 0-1 0 0,1-2 1 0 0,27 0 0 0 0,-36-1-2 0 0,0 0 1 0 0,-1-1-1 0 0,1 0 0 0 0,0 0 1 0 0,-1 0-1 0 0,1-1 0 0 0,-1 0 1 0 0,0-1-1 0 0,0 1 0 0 0,1-1 0 0 0,-2 0 1 0 0,1-1-1 0 0,0 1 0 0 0,-1-1 1 0 0,1 0-1 0 0,-1-1 0 0 0,0 1 0 0 0,6-9 1 0 0,0-18 17 0 0,-11 28-20 0 0,1 0 0 0 0,-1 0 0 0 0,1 1 0 0 0,0-1 0 0 0,0 0 0 0 0,0 1-1 0 0,0-1 1 0 0,0 1 0 0 0,1-1 0 0 0,1-2 0 0 0,0 5-9 0 0,67 3 6 0 0,21-15-17 0 0,-51 5 11 0 0,8-1 2 0 0,-2-2-1 0 0,1-2 0 0 0,51-21 0 0 0,-68 22 5 0 0,-1-2-1 0 0,-1-2 1 0 0,0 0-1 0 0,-1-2 1 0 0,41-33-1 0 0,-58 40-20 0 0,0-1 0 0 0,-1 0-1 0 0,0 0 1 0 0,-1-1 0 0 0,0-1-1 0 0,-1 1 1 0 0,0-1 0 0 0,-1 0-1 0 0,0 0 1 0 0,-1-1-1 0 0,-1 0 1 0 0,6-27 0 0 0,-7 20-21 0 0,0 0 0 0 0,-1 0 1 0 0,-1 0-1 0 0,-1 0 0 0 0,-1 0 0 0 0,-1 0 0 0 0,0 0 1 0 0,-7-24-1 0 0,3 25 11 0 0,-1 0 0 0 0,-1 0 1 0 0,-1 1-1 0 0,-14-24 0 0 0,19 35 21 0 0,-1 1-1 0 0,0-1 1 0 0,0 1-1 0 0,-1 1 1 0 0,0-1 0 0 0,0 1-1 0 0,-1 0 1 0 0,1 0-1 0 0,-1 0 1 0 0,-1 1-1 0 0,1 0 1 0 0,-16-7 0 0 0,19 11 11 0 0,-1 0 1 0 0,1 1-1 0 0,-1-1 1 0 0,1 1-1 0 0,0-1 1 0 0,-1 2-1 0 0,1-1 1 0 0,-1 0-1 0 0,1 1 1 0 0,-1 0-1 0 0,1 0 1 0 0,0 0-1 0 0,-1 0 1 0 0,1 1-1 0 0,0 0 1 0 0,0-1-1 0 0,0 2 1 0 0,0-1-1 0 0,0 0 1 0 0,1 1-1 0 0,-1 0 1 0 0,1 0 0 0 0,0 0-1 0 0,-1 0 1 0 0,1 0-1 0 0,1 1 1 0 0,-5 6-1 0 0,-4 4 16 0 0,1 1 1 0 0,0 1-1 0 0,2 0 0 0 0,0 0 0 0 0,-9 25 1 0 0,2 9 75 0 0,2 1 1 0 0,3 0 0 0 0,1 0 0 0 0,3 1 0 0 0,2 0 0 0 0,3 0 0 0 0,5 62-1 0 0,3-53 49 0 0,16 60 0 0 0,-2-10 78 0 0,-21-111-211 0 0,0 0 0 0 0,0 1 0 0 0,0-1 0 0 0,0 0 0 0 0,0 1 0 0 0,0-1 0 0 0,0 0 0 0 0,0 0 0 0 0,1 1 0 0 0,-1-1 0 0 0,0 0 0 0 0,0 1 0 0 0,0-1 0 0 0,0 0 0 0 0,0 0 0 0 0,0 1 0 0 0,1-1 0 0 0,-1 0 0 0 0,0 1 0 0 0,0-1 0 0 0,1 0 0 0 0,-1 0 0 0 0,0 0 0 0 0,0 1 0 0 0,0-1 0 0 0,1 0 0 0 0,-1 0 0 0 0,0 0 0 0 0,1 0 0 0 0,-1 0 0 0 0,0 1 0 0 0,1-1 0 0 0,-1 0 0 0 0,0 0 0 0 0,0 0 0 0 0,1 0 0 0 0,12-8 71 0 0,18-30-63 0 0,-17 21 39 0 0,-10 12-50 0 0,-1 0 0 0 0,1 1 0 0 0,1 0 0 0 0,-1 0 0 0 0,0 0 0 0 0,1 1 0 0 0,0-1 0 0 0,0 1 1 0 0,0 0-1 0 0,0 0 0 0 0,1 1 0 0 0,-1 0 0 0 0,1 0 0 0 0,-1 0 0 0 0,1 0 0 0 0,0 1 0 0 0,0 0 0 0 0,0 0 0 0 0,0 1 0 0 0,-1 0 1 0 0,1 0-1 0 0,0 0 0 0 0,11 2 0 0 0,67 15-2 0 0,-64-12 4 0 0,-1 0-1 0 0,1-2 1 0 0,0 0 0 0 0,0-1 0 0 0,35-2 0 0 0,-43 0-1 0 0,-1-1-1 0 0,1-1 1 0 0,0 0 0 0 0,0-1-1 0 0,-1 0 1 0 0,0-1-1 0 0,0 0 1 0 0,0-1 0 0 0,0 0-1 0 0,0 0 1 0 0,-1-1 0 0 0,0-1-1 0 0,0 0 1 0 0,8-8-1 0 0,-4 3 0 0 0,-11 10-3 0 0,-1 1 0 0 0,0-1 1 0 0,0 0-1 0 0,1 1 1 0 0,-1-1-1 0 0,-1 0 0 0 0,1 0 1 0 0,0-1-1 0 0,0 1 1 0 0,-1 0-1 0 0,1 0 1 0 0,-1-1-1 0 0,0 1 0 0 0,0-1 1 0 0,0 1-1 0 0,0-1 1 0 0,0 0-1 0 0,1-4 0 0 0,-2 6-5 0 0,-2 0-8 0 0,0 0 14 0 0,1 0 0 0 0,-1 1 0 0 0,0-1 0 0 0,1 1 0 0 0,-1-1 0 0 0,0 1 0 0 0,0-1 0 0 0,0 1 0 0 0,1 0-1 0 0,-1 0 1 0 0,0 0 0 0 0,0 0 0 0 0,0 0 0 0 0,0 0 0 0 0,1 1 0 0 0,-1-1 0 0 0,0 1 0 0 0,0-1 0 0 0,1 1-1 0 0,-1 0 1 0 0,0-1 0 0 0,1 1 0 0 0,-1 0 0 0 0,-2 2 0 0 0,-3 1 10 0 0,0-1-10 0 0,1 1-1 0 0,-1 1 1 0 0,1-1-1 0 0,0 1 0 0 0,0 0 1 0 0,1 0-1 0 0,0 1 0 0 0,0-1 1 0 0,-8 12-1 0 0,12-15 2 0 0,-1 0-1 0 0,1 0 0 0 0,0 0 1 0 0,0 0-1 0 0,0 1 1 0 0,0-1-1 0 0,0 0 0 0 0,0 1 1 0 0,0-1-1 0 0,1 1 1 0 0,-1-1-1 0 0,1 1 0 0 0,0-1 1 0 0,0 1-1 0 0,0-1 1 0 0,0 1-1 0 0,0-1 0 0 0,0 1 1 0 0,1-1-1 0 0,-1 1 1 0 0,1-1-1 0 0,0 1 0 0 0,-1-1 1 0 0,1 0-1 0 0,1 1 1 0 0,-1-1-1 0 0,0 0 0 0 0,0 0 1 0 0,1 0-1 0 0,-1 0 1 0 0,1 0-1 0 0,0 0 0 0 0,2 2 1 0 0,0-1 1 0 0,1-1 1 0 0,-1 1 0 0 0,1-1-1 0 0,0 0 1 0 0,0 0 0 0 0,0 0-1 0 0,0-1 1 0 0,1 0 0 0 0,-1 0-1 0 0,0 0 1 0 0,0 0 0 0 0,1-1-1 0 0,-1 0 1 0 0,0 0 0 0 0,1-1-1 0 0,-1 1 1 0 0,0-1 0 0 0,0 0-1 0 0,1-1 1 0 0,-1 1 0 0 0,8-5-1 0 0,14-4-83 0 0,0-1-1 0 0,38-24 1 0 0,-61 33 54 0 0,4-2-24 0 0,0 0 0 0 0,0 0 0 0 0,0 0 0 0 0,0 1 0 0 0,16-3 0 0 0,-22 5 42 0 0,1 1 0 0 0,-1-1-1 0 0,0 1 1 0 0,0 0 0 0 0,0 0-1 0 0,1 0 1 0 0,-1 0 0 0 0,0 1 0 0 0,0-1-1 0 0,0 0 1 0 0,0 1 0 0 0,0 0-1 0 0,0-1 1 0 0,0 1 0 0 0,0 0 0 0 0,0 0-1 0 0,0 0 1 0 0,0 1 0 0 0,0-1-1 0 0,0 0 1 0 0,-1 1 0 0 0,1-1 0 0 0,0 1-1 0 0,-1-1 1 0 0,0 1 0 0 0,1 0-1 0 0,1 2 1 0 0,-1-1 4 0 0,0 1 1 0 0,1 0-1 0 0,0-1 0 0 0,-1 1 0 0 0,2-1 1 0 0,-1 0-1 0 0,0 0 0 0 0,0 0 1 0 0,1 0-1 0 0,0-1 0 0 0,0 0 0 0 0,-1 1 1 0 0,1-1-1 0 0,0 0 0 0 0,1-1 0 0 0,-1 1 1 0 0,0-1-1 0 0,0 0 0 0 0,1 0 1 0 0,-1 0-1 0 0,1-1 0 0 0,3 1 0 0 0,69 1-1403 0 0,-27 5-3622 0 0,-25-1 2380 0 0</inkml:trace>
</inkml:ink>
</file>

<file path=ppt/ink/ink5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2:54:37.8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1 228 672 0 0,'1'4'871'0'0,"27"121"3782"0"0,6 71-1982 0 0,-31-177-2366 0 0,-2-13-135 0 0,1 1 1 0 0,-1-1 0 0 0,0 0-1 0 0,-1 1 1 0 0,0-1-1 0 0,0 0 1 0 0,0 1-1 0 0,-2 7 1 0 0,2-14-1 0 0,-16-9 115 0 0,12 2-238 0 0,0 0-1 0 0,0 0 1 0 0,0 0-1 0 0,1 0 1 0 0,0-1-1 0 0,1 0 1 0 0,0 1-1 0 0,0-1 1 0 0,0 0-1 0 0,0-9 1 0 0,-2-5 25 0 0,0-4-43 0 0,2 1 0 0 0,1 0 0 0 0,0-1 1 0 0,2 1-1 0 0,1-1 0 0 0,2 1 0 0 0,0 0 0 0 0,1 0 0 0 0,2 0 1 0 0,0 1-1 0 0,2 0 0 0 0,0 0 0 0 0,21-36 0 0 0,-23 48-18 0 0,1 0 0 0 0,0 1-1 0 0,0 0 1 0 0,1 0-1 0 0,1 1 1 0 0,0 0-1 0 0,0 1 1 0 0,20-14 0 0 0,-27 21-10 0 0,1-1 0 0 0,-1 1 1 0 0,1 0-1 0 0,0 0 0 0 0,0 0 1 0 0,0 1-1 0 0,1-1 0 0 0,-1 1 0 0 0,0 0 1 0 0,0 0-1 0 0,1 0 0 0 0,-1 1 1 0 0,0 0-1 0 0,1 0 0 0 0,-1 0 1 0 0,0 0-1 0 0,1 1 0 0 0,-1-1 1 0 0,0 1-1 0 0,1 0 0 0 0,-1 0 1 0 0,0 1-1 0 0,0-1 0 0 0,0 1 1 0 0,0 0-1 0 0,0 0 0 0 0,0 1 0 0 0,-1-1 1 0 0,1 1-1 0 0,3 3 0 0 0,6 6 8 0 0,-1 2-1 0 0,0-1 0 0 0,-1 2 0 0 0,0-1 0 0 0,14 29 0 0 0,36 89 193 0 0,-12-23-27 0 0,-31-74-159 0 0,-1 0 1 0 0,-2 1-1 0 0,-1 1 0 0 0,10 49 1 0 0,-25-71-713 0 0,0-14 376 0 0,0 0 1 0 0,0 0-1 0 0,0-1 0 0 0,0 1 1 0 0,0 0-1 0 0,1-1 0 0 0,-1 1 1 0 0,0-1-1 0 0,-1 1 0 0 0,1-1 1 0 0,0 1-1 0 0,0-1 1 0 0,0 0-1 0 0,0 1 0 0 0,0-1 1 0 0,0 0-1 0 0,0 0 0 0 0,-1 0 1 0 0,1 0-1 0 0,0 0 0 0 0,0 0 1 0 0,-2-1-1 0 0</inkml:trace>
</inkml:ink>
</file>

<file path=ppt/ink/ink5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2:54:38.2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47 708 0 0,'6'-7'660'0'0,"9"2"-60"0"0,4 0-76 0 0,6-6-40 0 0,8 6-60 0 0,7 0-32 0 0,10 2-52 0 0,-2-1-20 0 0,4 2-80 0 0,0 4-180 0 0,6-2-180 0 0,-7 4-236 0 0,-1 1-360 0 0,-4-3-772 0 0,-1 1 344 0 0</inkml:trace>
</inkml:ink>
</file>

<file path=ppt/ink/ink5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2:54:38.5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369 12 360 0 0,'-16'-4'484'0'0,"-1"1"0"0"0,0 1 1 0 0,0 1-1 0 0,0 0 0 0 0,0 1 0 0 0,0 1 0 0 0,1 0 0 0 0,-1 2 1 0 0,0 0-1 0 0,1 0 0 0 0,-1 2 0 0 0,1 0 0 0 0,0 1 0 0 0,1 0 1 0 0,-29 17-1 0 0,38-19-364 0 0,1 0 0 0 0,-1 0 0 0 0,1 0 0 0 0,0 1 0 0 0,0 0 1 0 0,0 0-1 0 0,1 0 0 0 0,0 1 0 0 0,0-1 0 0 0,0 1 0 0 0,0 0 1 0 0,1 0-1 0 0,0 0 0 0 0,1 1 0 0 0,-1-1 0 0 0,1 1 0 0 0,0-1 0 0 0,1 1 1 0 0,0 0-1 0 0,0 0 0 0 0,0 0 0 0 0,1 0 0 0 0,0-1 0 0 0,0 1 0 0 0,1 0 1 0 0,1 8-1 0 0,1-1 17 0 0,0 1 0 0 0,1 0 0 0 0,1-1 0 0 0,1 1 0 0 0,0-1 1 0 0,1-1-1 0 0,0 1 0 0 0,1-1 0 0 0,0 0 0 0 0,19 21 0 0 0,-6-13-5 0 0,0 0 0 0 0,1-1 0 0 0,2-1 0 0 0,0-1-1 0 0,0-1 1 0 0,2-2 0 0 0,0 0 0 0 0,41 16 0 0 0,-49-25-471 0 0,1 0-1 0 0,26 4 1 0 0,-1-7-1920 0 0,-40-3 1539 0 0,0-1-1 0 0,0 0 1 0 0,0 1-1 0 0,0-1 1 0 0,0-1-1 0 0,0 1 1 0 0,6-3-1 0 0,0-3-2096 0 0</inkml:trace>
</inkml:ink>
</file>

<file path=ppt/ink/ink5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2:54:38.8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72 64 0 0,'3'-4'304'0'0,"0"1"0"0"0,0-1 0 0 0,0 1 0 0 0,1 0 0 0 0,0 0 0 0 0,-1 0-1 0 0,1 0 1 0 0,0 0 0 0 0,0 1 0 0 0,0 0 0 0 0,1 0 0 0 0,-1 0 0 0 0,1 0 0 0 0,7-1 0 0 0,68-13 1192 0 0,-78 15-1442 0 0,55-6 701 0 0,1 3 0 0 0,60 3 0 0 0,-20 6-927 0 0,-32 7-4296 0 0,-47-6 2330 0 0</inkml:trace>
</inkml:ink>
</file>

<file path=ppt/ink/ink5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2:54:39.3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89 102 380 0 0,'-12'-41'5184'0'0,"9"10"-1069"0"0,-1 26-1981 0 0,1 17-1748 0 0,-40 285 1472 0 0,40-269-1737 0 0,1-14-27 0 0,1 1 0 0 0,0-1 0 0 0,2 27 0 0 0,-1-41-64 0 0,0 0-1 0 0,0 0 1 0 0,0 0-1 0 0,0 0 1 0 0,0 0-1 0 0,0 0 1 0 0,0 0 0 0 0,0 0-1 0 0,0 0 1 0 0,0 0-1 0 0,-1 0 1 0 0,1 0 0 0 0,0 0-1 0 0,0 0 1 0 0,0 0-1 0 0,0 0 1 0 0,0 0-1 0 0,0 0 1 0 0,0 0 0 0 0,0 0-1 0 0,0 1 1 0 0,0-1-1 0 0,0 0 1 0 0,0 0 0 0 0,0 0-1 0 0,-6-16 168 0 0,-5-29-108 0 0,12 14-68 0 0,2 1-1 0 0,1 0 0 0 0,1 0 1 0 0,1 0-1 0 0,2 1 0 0 0,1 0 1 0 0,1 0-1 0 0,1 1 0 0 0,29-50 1 0 0,-39 76-26 0 0,0 0-1 0 0,0 1 1 0 0,0-1 0 0 0,1 0 0 0 0,-1 0 0 0 0,1 1-1 0 0,-1-1 1 0 0,1 1 0 0 0,0-1 0 0 0,-1 1 0 0 0,1 0-1 0 0,0-1 1 0 0,0 1 0 0 0,3-1 0 0 0,-4 2 3 0 0,0 0 1 0 0,0 0 0 0 0,1 0 0 0 0,-1 1-1 0 0,0-1 1 0 0,0 0 0 0 0,0 1 0 0 0,1-1-1 0 0,-1 1 1 0 0,0-1 0 0 0,0 1-1 0 0,0-1 1 0 0,0 1 0 0 0,0 0 0 0 0,0-1-1 0 0,0 1 1 0 0,0 0 0 0 0,0 0-1 0 0,0 0 1 0 0,0 0 0 0 0,-1 0 0 0 0,1 0-1 0 0,0 0 1 0 0,-1 0 0 0 0,1 0-1 0 0,-1 0 1 0 0,1 0 0 0 0,0 2 0 0 0,17 34 10 0 0,-4 2-2 0 0,0-1 0 0 0,3 0 0 0 0,29 48-1 0 0,-40-75 2 0 0,1 0-1 0 0,0 0 1 0 0,1-1-1 0 0,0 0 1 0 0,1-1-1 0 0,0 0 1 0 0,1 0-1 0 0,0-1 0 0 0,0 0 1 0 0,0-1-1 0 0,1 0 1 0 0,0-1-1 0 0,0 0 1 0 0,1-1-1 0 0,16 6 0 0 0,-25-10-8 0 0,0 0 0 0 0,0-1-1 0 0,0 1 1 0 0,0-1 0 0 0,1 0-1 0 0,-1 0 1 0 0,0 0 0 0 0,0 0-1 0 0,0-1 1 0 0,0 1 0 0 0,1-1-1 0 0,-1 0 1 0 0,0 0 0 0 0,0 0-1 0 0,0 0 1 0 0,-1 0 0 0 0,1 0-1 0 0,0-1 1 0 0,3-2 0 0 0,-2 1-3 0 0,0-1 0 0 0,0 0 1 0 0,0-1-1 0 0,0 1 0 0 0,0-1 1 0 0,-1 0-1 0 0,0 1 0 0 0,0-2 0 0 0,4-8 1 0 0,1-8 3 0 0,-1 0 1 0 0,-1 0 0 0 0,-1-1-1 0 0,3-25 1 0 0,-5 15 36 0 0,-1 0-1 0 0,-5-43 1 0 0,1 6-1437 0 0,-4 93-10559 0 0</inkml:trace>
</inkml:ink>
</file>

<file path=ppt/ink/ink5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2:54:42.2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513 1038 7077 0 0,'17'-28'361'0'0,"-10"18"-89"0"0,-1 0 1 0 0,0 0-1 0 0,-1-1 1 0 0,0 0-1 0 0,4-17 0 0 0,-8 25-193 0 0,0 0 0 0 0,-1 0 0 0 0,0 0 0 0 0,1 0 1 0 0,-1-1-1 0 0,-1 1 0 0 0,1 0 0 0 0,0 0 0 0 0,-1 0 0 0 0,1-1 0 0 0,-1 1 0 0 0,0 0 0 0 0,0 0 0 0 0,-1 0 0 0 0,1 0 0 0 0,0 1 0 0 0,-1-1 0 0 0,0 0 0 0 0,0 0 0 0 0,1 1 0 0 0,-2-1 0 0 0,1 1 1 0 0,0 0-1 0 0,0 0 0 0 0,-4-3 0 0 0,-33-27 762 0 0,0 2-394 0 0,2-2 0 0 0,2-2 0 0 0,-49-58 0 0 0,55 56-342 0 0,2-2-1 0 0,2-1 1 0 0,1-1 0 0 0,-36-84 0 0 0,55 110-89 0 0,1 0 1 0 0,0 0-1 0 0,1 0 0 0 0,1 0 0 0 0,0-1 0 0 0,1 1 0 0 0,0-1 0 0 0,3-24 0 0 0,0 29-14 0 0,0-1 0 0 0,1 0 0 0 0,0 1 0 0 0,1 0 0 0 0,0 0 0 0 0,0 0 0 0 0,1 0 0 0 0,0 1 0 0 0,1 0 0 0 0,0 0 0 0 0,0 0 0 0 0,1 1 0 0 0,8-9 0 0 0,-7 11 1 0 0,-1 0-1 0 0,1 0 1 0 0,0 0-1 0 0,0 1 1 0 0,1 0-1 0 0,0 1 1 0 0,-1 0-1 0 0,1 0 1 0 0,1 1-1 0 0,18-4 1 0 0,-26 6-5 0 0,1 0 0 0 0,-1 1 0 0 0,1-1 0 0 0,0 1 0 0 0,-1 0 0 0 0,1 0 0 0 0,0 0 0 0 0,-1 0 0 0 0,1 0 0 0 0,0 0 0 0 0,-1 1 0 0 0,1-1 0 0 0,-1 1 0 0 0,1 0 0 0 0,-1 0 0 0 0,1 0 0 0 0,-1 0 0 0 0,1 0 0 0 0,-1 1 0 0 0,0-1 0 0 0,0 1 0 0 0,0-1 0 0 0,0 1 0 0 0,0 0 0 0 0,0 0 0 0 0,0 0 0 0 0,0 0 0 0 0,-1 0 0 0 0,1 0 0 0 0,-1 0 0 0 0,0 1 0 0 0,1-1 0 0 0,-1 0 0 0 0,0 1 0 0 0,0-1 0 0 0,-1 1 0 0 0,1-1 0 0 0,0 1 0 0 0,-1 0 0 0 0,0-1 0 0 0,1 1 0 0 0,-1 0 0 0 0,0 3 0 0 0,-1 7-12 0 0,0 0 0 0 0,-1 0 1 0 0,0 0-1 0 0,0 0 0 0 0,-2-1 0 0 0,1 1 0 0 0,-2-1 1 0 0,0 0-1 0 0,0 0 0 0 0,-10 15 0 0 0,-12 17-40 0 0,-41 50 1 0 0,47-66 35 0 0,-92 107-88 0 0,13-17 44 0 0,99-118 60 0 0,0 1 1 0 0,0 0 0 0 0,1-1 0 0 0,-1 1 0 0 0,0 0 0 0 0,1 0 0 0 0,-1-1-1 0 0,0 1 1 0 0,1 0 0 0 0,-1 0 0 0 0,1 0 0 0 0,-1 0 0 0 0,1 0 0 0 0,0 0-1 0 0,-1 0 1 0 0,1 0 0 0 0,0 0 0 0 0,0 0 0 0 0,0 0 0 0 0,0 0-1 0 0,0 0 1 0 0,0 0 0 0 0,0 0 0 0 0,0 0 0 0 0,0 0 0 0 0,0 0 0 0 0,0 0-1 0 0,1 0 1 0 0,-1 0 0 0 0,0 0 0 0 0,1-1 0 0 0,-1 1 0 0 0,1 0 0 0 0,-1 0-1 0 0,1 0 1 0 0,-1 0 0 0 0,1 0 0 0 0,-1-1 0 0 0,1 1 0 0 0,0 0 0 0 0,0 0-1 0 0,-1-1 1 0 0,1 1 0 0 0,0-1 0 0 0,0 1 0 0 0,0-1 0 0 0,0 1-1 0 0,0-1 1 0 0,-1 1 0 0 0,1-1 0 0 0,0 0 0 0 0,0 1 0 0 0,0-1 0 0 0,0 0-1 0 0,2 0 1 0 0,8 2-59 0 0,1 0 0 0 0,-1 0 0 0 0,23-2 0 0 0,-24 0-37 0 0,-7 1 61 0 0,387-3-5840 0 0,-336-4 2987 0 0,2-4 219 0 0</inkml:trace>
</inkml:ink>
</file>

<file path=ppt/ink/ink5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2:54:43.0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749 25 432 0 0,'5'-21'3199'0'0,"-8"17"-691"0"0,-20 25 369 0 0,5-3-2727 0 0,-41 40 1218 0 0,-88 114-1 0 0,52-57-734 0 0,72-88-489 0 0,-1 2 65 0 0,-1-1-1 0 0,-2-1 1 0 0,-30 24 0 0 0,49-45-140 0 0,0 0 0 0 0,0 0 1 0 0,-1-1-1 0 0,0 0 0 0 0,0-1 1 0 0,0 0-1 0 0,-1 0 0 0 0,1-1 1 0 0,-1 0-1 0 0,0-1 0 0 0,0 0 1 0 0,0 0-1 0 0,0-1 0 0 0,0-1 1 0 0,0 1-1 0 0,-13-3 0 0 0,19 1-53 0 0,0 0-1 0 0,0 0 1 0 0,1-1-1 0 0,-1 1 1 0 0,0-1-1 0 0,1 0 1 0 0,-1 0-1 0 0,1 0 1 0 0,-1-1-1 0 0,1 1 1 0 0,0-1-1 0 0,0 0 1 0 0,1 0-1 0 0,-1 0 1 0 0,0 0-1 0 0,1-1 1 0 0,0 1-1 0 0,0 0 0 0 0,0-1 1 0 0,0 0-1 0 0,0 1 1 0 0,1-1-1 0 0,-1 0 1 0 0,1 0-1 0 0,-1-5 1 0 0,0-2 1 0 0,-1 1 0 0 0,2-1 1 0 0,-1 0-1 0 0,1 0 0 0 0,1 0 1 0 0,0 0-1 0 0,1 0 0 0 0,2-14 0 0 0,-1 14-9 0 0,1 0 0 0 0,0 1 0 0 0,0-1-1 0 0,1 1 1 0 0,1-1 0 0 0,0 1-1 0 0,0 1 1 0 0,1-1 0 0 0,0 1-1 0 0,0 0 1 0 0,1 0 0 0 0,1 1 0 0 0,-1 0-1 0 0,1 0 1 0 0,14-10 0 0 0,-20 17-10 0 0,0 0 0 0 0,1-1 1 0 0,-1 1-1 0 0,1 0 0 0 0,-1 1 1 0 0,1-1-1 0 0,0 0 0 0 0,-1 1 1 0 0,1-1-1 0 0,0 1 0 0 0,-1 0 1 0 0,1 0-1 0 0,0 0 0 0 0,0 0 1 0 0,-1 1-1 0 0,1-1 1 0 0,0 1-1 0 0,-1-1 0 0 0,1 1 1 0 0,0 0-1 0 0,-1 0 0 0 0,1 0 1 0 0,-1 1-1 0 0,0-1 0 0 0,1 0 1 0 0,-1 1-1 0 0,3 2 0 0 0,8 7-2 0 0,-1 0-1 0 0,0 0 1 0 0,16 21-1 0 0,-7-9 3 0 0,34 34 11 0 0,3-3-1 0 0,94 68 0 0 0,77 30 35 0 0,-180-125-28 0 0,-48-26-9 0 0,0-1 8 0 0,3 1-8 0 0,-3-1-42 0 0</inkml:trace>
</inkml:ink>
</file>

<file path=ppt/ink/ink5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2:55:10.5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 25 784 0 0,'1'-25'7293'0'0,"1"52"-4166"0"0,0 15-2116 0 0,2 11-77 0 0,-3 1 1 0 0,-7 61-1 0 0,0 18 141 0 0,6-121-907 0 0,-1 0-1 0 0,-1 0 1 0 0,0 0-1 0 0,-4 14 0 0 0,6-25-37 0 0,-1-2-149 0 0,0 1 0 0 0,0-1 0 0 0,0 0 0 0 0,0 1 0 0 0,0-1 0 0 0,0 0 0 0 0,0 0 0 0 0,0 1 0 0 0,0-1 0 0 0,1 0 0 0 0,-1 0 0 0 0,0 0 0 0 0,1 0 0 0 0,-1 0 0 0 0,1 0 0 0 0,-1 0 0 0 0,1 0 0 0 0,-1 0 0 0 0,1 0 0 0 0,0 0 0 0 0,-1 0 0 0 0,1-1 0 0 0,0 1 0 0 0,0 0 0 0 0,0 0 0 0 0,0 0 0 0 0,0 0 0 0 0,0 0 0 0 0,0-1 0 0 0,0 1 0 0 0,1-1 0 0 0,3-34-3003 0 0,5 3-5172 0 0,-7 23 5246 0 0</inkml:trace>
</inkml:ink>
</file>

<file path=ppt/ink/ink5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2:55:10.9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24 608 0 0,'20'-6'587'0'0,"0"1"0"0"0,1 1 0 0 0,-1 0 0 0 0,1 2-1 0 0,-1 0 1 0 0,1 2 0 0 0,31 2 0 0 0,-10-2-57 0 0,14 0 67 0 0,161 4 1815 0 0,-163 0-1504 0 0,-11-5 364 0 0,-41 1-1175 0 0,0 4 62 0 0,1 2-1020 0 0,-6 1 376 0 0,-11 18-5275 0 0,10-18 3412 0 0</inkml:trace>
</inkml:ink>
</file>

<file path=ppt/ink/ink5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2:55:11.5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217 515 756 0 0,'19'14'4698'0'0,"-19"-14"-4638"0"0,0 0 1 0 0,-1 0-1 0 0,1 0 1 0 0,0 0-1 0 0,0 0 0 0 0,0 0 1 0 0,0 0-1 0 0,0-1 1 0 0,0 1-1 0 0,0 0 1 0 0,0 0-1 0 0,0 0 0 0 0,0 0 1 0 0,0 0-1 0 0,0 0 1 0 0,0 0-1 0 0,-1 0 1 0 0,1 0-1 0 0,0-1 0 0 0,0 1 1 0 0,0 0-1 0 0,0 0 1 0 0,0 0-1 0 0,0 0 1 0 0,0 0-1 0 0,0 0 0 0 0,0 0 1 0 0,0 0-1 0 0,0-1 1 0 0,0 1-1 0 0,0 0 1 0 0,0 0-1 0 0,0 0 0 0 0,1 0 1 0 0,-1 0-1 0 0,0 0 1 0 0,0 0-1 0 0,0 0 1 0 0,0-1-1 0 0,0 1 0 0 0,0 0 1 0 0,0 0-1 0 0,0 0 1 0 0,0 0-1 0 0,0 0 1 0 0,0 0-1 0 0,0 0 0 0 0,0 0 1 0 0,0 0-1 0 0,1 0 1 0 0,-1 0-1 0 0,0 0 1 0 0,0 0-1 0 0,0 0 0 0 0,0 0 1 0 0,0 0-1 0 0,0-1 1 0 0,0 1-1 0 0,0 0 1 0 0,1 0-1 0 0,-1 0 0 0 0,0 0 1 0 0,0 0-1 0 0,0 0 1 0 0,0 0-1 0 0,0 1 1 0 0,-22-38 3835 0 0,14 25-4405 0 0,-5-8 759 0 0,0-1 0 0 0,2 0 0 0 0,0-1 0 0 0,2 0 0 0 0,-11-37 1 0 0,17 49-210 0 0,1-1-1 0 0,0 0 1 0 0,1 0 0 0 0,0 1 0 0 0,0-1 0 0 0,1 0 0 0 0,1 0 0 0 0,0 0 0 0 0,1 0 0 0 0,-1 1 0 0 0,2-1 0 0 0,0 0 0 0 0,0 1 0 0 0,9-18 0 0 0,-11 27-36 0 0,7-17 43 0 0,2 0 1 0 0,0 1-1 0 0,17-20 1 0 0,-25 33-45 0 0,1 1 0 0 0,0 0-1 0 0,-1 0 1 0 0,1 0 0 0 0,1 0 0 0 0,-1 1-1 0 0,0-1 1 0 0,1 1 0 0 0,-1 0-1 0 0,1 0 1 0 0,-1 0 0 0 0,1 0 0 0 0,0 1-1 0 0,0-1 1 0 0,0 1 0 0 0,0 0 0 0 0,0 0-1 0 0,0 1 1 0 0,0-1 0 0 0,0 1 0 0 0,0 0-1 0 0,8 0 1 0 0,-10 0-5 0 0,0 1 0 0 0,0-1-1 0 0,0 1 1 0 0,-1-1 0 0 0,1 1 0 0 0,0 0 0 0 0,0-1-1 0 0,0 1 1 0 0,0 0 0 0 0,-1 0 0 0 0,1 0 0 0 0,0 1-1 0 0,-1-1 1 0 0,1 0 0 0 0,-1 1 0 0 0,1-1 0 0 0,-1 1-1 0 0,0-1 1 0 0,1 1 0 0 0,-1-1 0 0 0,0 1-1 0 0,0 0 1 0 0,1 3 0 0 0,-1-1-3 0 0,0 0 1 0 0,-1 0-1 0 0,1 0 1 0 0,-1 0-1 0 0,0 0 0 0 0,0 0 1 0 0,0 0-1 0 0,-1 0 0 0 0,1 0 1 0 0,-1 0-1 0 0,-2 5 1 0 0,-1 5-5 0 0,-1-1 0 0 0,-1 0 0 0 0,-1 0 0 0 0,0 0 0 0 0,-13 19 0 0 0,-3-5-6 0 0,-2-1 1 0 0,0-1-1 0 0,-44 33 0 0 0,-23 23 1 0 0,48-40 60 0 0,44-41-47 0 0,0 1 0 0 0,1-1 0 0 0,-1 1 0 0 0,0-1 0 0 0,0 1 0 0 0,1-1 0 0 0,-1 1 0 0 0,0-1 0 0 0,1 1 0 0 0,-1-1 0 0 0,0 0 0 0 0,1 1 1 0 0,-1-1-1 0 0,1 1 0 0 0,-1-1 0 0 0,1 0 0 0 0,-1 1 0 0 0,1-1 0 0 0,-1 0 0 0 0,1 0 0 0 0,-1 1 0 0 0,1-1 0 0 0,-1 0 0 0 0,1 0 0 0 0,-1 0 0 0 0,1 0 0 0 0,-1 0 0 0 0,1 0 0 0 0,0 0 1 0 0,-1 0-1 0 0,1 0 0 0 0,-1 0 0 0 0,2 0 0 0 0,20 4-14 0 0,15-3-304 0 0,45-3-1 0 0,-3-4-3002 0 0,-21 1-2610 0 0,-38 4 2979 0 0</inkml:trace>
</inkml:ink>
</file>

<file path=ppt/ink/ink5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2:55:12.1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136 98 528 0 0,'0'-1'102'0'0,"-1"1"0"0"0,1 0 0 0 0,0 0 0 0 0,0 0 0 0 0,0 0-1 0 0,0 0 1 0 0,0-1 0 0 0,-1 1 408 0 0,1 0-408 0 0,0 0 0 0 0,0 0 0 0 0,0 0-1 0 0,0-1 1 0 0,0 1 0 0 0,0 0 0 0 0,-1 0 0 0 0,1 0 0 0 0,0 0 0 0 0,0 0 0 0 0,0 0 0 0 0,0 0 0 0 0,-1 0-1 0 0,1 0 1 0 0,0 0 0 0 0,0 0 0 0 0,0 0 0 0 0,0 0 0 0 0,0 0 0 0 0,-1 0 0 0 0,1 0 0 0 0,0 0 0 0 0,0 0 0 0 0,0 0-1 0 0,0 0 1 0 0,-1 0 0 0 0,1 0 0 0 0,0 1 0 0 0,0-1 0 0 0,0 0 0 0 0,-1 0 407 0 0,1 0-407 0 0,0 0 0 0 0,0 1 0 0 0,0-1 0 0 0,0 0 0 0 0,0 0 0 0 0,0 0 0 0 0,0 0 0 0 0,0 0 0 0 0,0 1-1 0 0,0-1 1 0 0,-17 15 1786 0 0,-11 19-724 0 0,-50 85 1652 0 0,78-119-2802 0 0,0 0 0 0 0,-1 0 0 0 0,1 0 0 0 0,0 0 0 0 0,0 0 0 0 0,0-1 0 0 0,0 1 0 0 0,0 0 0 0 0,0 0 0 0 0,0 0 0 0 0,0 0 0 0 0,0 0 0 0 0,-1 0 0 0 0,1 0 0 0 0,0 0 0 0 0,0 0-1 0 0,0 0 1 0 0,0 0 0 0 0,0 0 0 0 0,0 0 0 0 0,0 0 0 0 0,0 0 0 0 0,-1 0 0 0 0,1 0 0 0 0,0 0 0 0 0,0 0 0 0 0,0 0 0 0 0,0 0 0 0 0,0 0 0 0 0,0 0 0 0 0,0 0 0 0 0,-1 0 0 0 0,1 0-1 0 0,0 0 1 0 0,0 0 0 0 0,0 0 0 0 0,0 0 0 0 0,0 0 0 0 0,0 0 0 0 0,0 1 0 0 0,0-1 0 0 0,0 0 0 0 0,-1 0 0 0 0,1 0 0 0 0,0 0 0 0 0,0 0 0 0 0,0 0 0 0 0,0 0 0 0 0,0 0 0 0 0,0 0-1 0 0,0 1 1 0 0,0-1 0 0 0,0 0 0 0 0,0 0 0 0 0,0 0 0 0 0,0 0 0 0 0,0 0 0 0 0,0 0 0 0 0,0 0 0 0 0,0 1 0 0 0,0-1 0 0 0,3-14 220 0 0,11-22-138 0 0,3 9-69 0 0,-3 3 21 0 0,0 2-1 0 0,2 0 1 0 0,1 0 0 0 0,30-29 0 0 0,-46 50-49 0 0,0 1 1 0 0,-1 0-1 0 0,1-1 1 0 0,0 1-1 0 0,0 0 1 0 0,0 0-1 0 0,0 0 1 0 0,0 0-1 0 0,-1 0 1 0 0,1 0-1 0 0,0 0 1 0 0,0 0-1 0 0,0 0 1 0 0,0 0-1 0 0,0 1 1 0 0,-1-1-1 0 0,1 0 1 0 0,0 0-1 0 0,0 1 1 0 0,0-1 0 0 0,-1 1-1 0 0,1-1 1 0 0,0 1-1 0 0,0-1 1 0 0,-1 1-1 0 0,1-1 1 0 0,0 1-1 0 0,-1 0 1 0 0,1-1-1 0 0,-1 1 1 0 0,1 0-1 0 0,-1-1 1 0 0,1 1-1 0 0,-1 0 1 0 0,1 1-1 0 0,16 26-16 0 0,-12-17 17 0 0,45 82 1 0 0,-45-84-3 0 0,1-1 0 0 0,1 1 0 0 0,0-1 0 0 0,0 0 0 0 0,0 0 0 0 0,1-1 0 0 0,16 11 0 0 0,-22-16 1 0 0,0-1 1 0 0,0 0-1 0 0,1 0 1 0 0,-1 0-1 0 0,0 0 1 0 0,1-1 0 0 0,-1 1-1 0 0,1-1 1 0 0,-1 1-1 0 0,1-1 1 0 0,-1 0-1 0 0,1 0 1 0 0,-1 0-1 0 0,1 0 1 0 0,-1-1 0 0 0,1 1-1 0 0,-1-1 1 0 0,1 1-1 0 0,-1-1 1 0 0,1 0-1 0 0,-1 0 1 0 0,0 0-1 0 0,1 0 1 0 0,-1 0 0 0 0,0-1-1 0 0,0 1 1 0 0,0-1-1 0 0,0 1 1 0 0,0-1-1 0 0,0 0 1 0 0,-1 0-1 0 0,1 1 1 0 0,1-4 0 0 0,7-7 5 0 0,0-1 0 0 0,-1-1 0 0 0,15-28 0 0 0,-17 28-2 0 0,6-13-9 0 0,-2 0 1 0 0,-1-2 0 0 0,8-31 0 0 0,-15 49-36 0 0,-3 10-122 0 0,-6 31-8744 0 0,6-22 6206 0 0</inkml:trace>
</inkml:ink>
</file>

<file path=ppt/ink/ink5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2:55:12.5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 10 136 0 0,'1'-1'158'0'0,"0"0"-1"0"0,-1 0 1 0 0,1 1 0 0 0,0-1-1 0 0,0 0 1 0 0,0 1 0 0 0,0-1-1 0 0,0 1 1 0 0,0-1-1 0 0,0 1 1 0 0,0-1 0 0 0,0 1-1 0 0,0 0 1 0 0,1-1 0 0 0,-1 1-1 0 0,0 0 1 0 0,0 0 0 0 0,0 0-1 0 0,0 0 1 0 0,0 0 0 0 0,1 0-1 0 0,-1 0 1 0 0,0 0-1 0 0,0 1 1 0 0,0-1 0 0 0,0 0-1 0 0,0 1 1 0 0,0-1 0 0 0,0 1-1 0 0,0-1 1 0 0,0 1 0 0 0,0-1-1 0 0,0 1 1 0 0,0 0 0 0 0,0-1-1 0 0,0 1 1 0 0,0 0 0 0 0,0 0-1 0 0,-1 0 1 0 0,1 0-1 0 0,0 0 1 0 0,-1 0 0 0 0,1 0-1 0 0,-1 0 1 0 0,1 0 0 0 0,-1 0-1 0 0,1 0 1 0 0,-1 0 0 0 0,0 0-1 0 0,1 0 1 0 0,-1 0 0 0 0,0 0-1 0 0,0 1 1 0 0,0-1-1 0 0,0 0 1 0 0,0 0 0 0 0,0 0-1 0 0,-1 2 1 0 0,2 13 321 0 0,-2 1-1 0 0,0 0 1 0 0,-4 21 0 0 0,2-16 277 0 0,0-3-382 0 0,-1 0 0 0 0,-12 35 1 0 0,5-18-702 0 0,0-24-1271 0 0,-11-16-7808 0 0</inkml:trace>
</inkml:ink>
</file>

<file path=ppt/ink/ink5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2:55:12.8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42 264 0 0,'18'-16'5127'0'0,"6"11"-4476"0"0,0 0 1 0 0,1 1-1 0 0,-1 2 0 0 0,1 0 1 0 0,25 2-1 0 0,-6 0-98 0 0,10-3-44 0 0,-29 0-431 0 0,0 2-1 0 0,0 1 1 0 0,0 1 0 0 0,45 7 0 0 0,-61-2-1352 0 0,-12 3-3817 0 0,-5 1 2622 0 0</inkml:trace>
</inkml:ink>
</file>

<file path=ppt/ink/ink5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2:54:45.7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37 71 88 0 0,'18'-13'984'0'0,"-4"3"429"0"0,0 0 1 0 0,-1-1-1 0 0,14-16 1524 0 0,-29 30-2693 0 0,-34 49 670 0 0,21-30-613 0 0,0-1 0 0 0,-2 0 0 0 0,-20 21 0 0 0,37-42-128 0 0,3-2-137 0 0,32-19-3 0 0,0 3 0 0 0,1 0 0 0 0,1 3 0 0 0,0 1 0 0 0,1 1 0 0 0,1 3 0 0 0,77-12 0 0 0,-110 21-31 0 0,1 1 1 0 0,0 0-1 0 0,-1 0 1 0 0,1 0-1 0 0,-1 1 1 0 0,1 0-1 0 0,-1 0 1 0 0,1 1-1 0 0,6 2 1 0 0,-11-3-3 0 0,0 0 1 0 0,-1 0 0 0 0,1-1 0 0 0,0 1-1 0 0,-1 1 1 0 0,1-1 0 0 0,-1 0 0 0 0,1 0-1 0 0,-1 1 1 0 0,0-1 0 0 0,0 0 0 0 0,1 1-1 0 0,-1-1 1 0 0,0 1 0 0 0,0 0 0 0 0,0-1-1 0 0,-1 1 1 0 0,1 0 0 0 0,0 0 0 0 0,-1-1-1 0 0,1 1 1 0 0,-1 0 0 0 0,1 0 0 0 0,-1 0-1 0 0,0 0 1 0 0,0 0 0 0 0,0 0 0 0 0,0-1-1 0 0,0 1 1 0 0,0 0 0 0 0,-1 0 0 0 0,1 0-1 0 0,-1 0 1 0 0,1 0 0 0 0,-2 2 0 0 0,0 2 19 0 0,-1-1-1 0 0,1 0 1 0 0,-1 0 0 0 0,0 0 0 0 0,-1 0 0 0 0,1-1 0 0 0,-1 1 0 0 0,0-1 0 0 0,0 0 0 0 0,0 0 0 0 0,-1 0 0 0 0,1-1-1 0 0,-1 1 1 0 0,0-1 0 0 0,0 0 0 0 0,0-1 0 0 0,-10 5 0 0 0,-45 9-1360 0 0,3-15-4421 0 0,46-4 3288 0 0</inkml:trace>
</inkml:ink>
</file>

<file path=ppt/ink/ink5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2:54:46.0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62 76 0 0,'6'-13'864'0'0,"-3"2"-72"0"0,1 3-64 0 0,-2-1-68 0 0,4 2-44 0 0,-2 0-64 0 0,0 4-56 0 0,0-1 397 0 0,11 11-961 0 0,-7 0-225 0 0,-3 5-227 0 0,3 2-284 0 0,0 0-864 0 0,1 1 388 0 0</inkml:trace>
</inkml:ink>
</file>

<file path=ppt/ink/ink5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2:54:46.4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232 12 484 0 0,'-30'-10'3027'0'0,"16"9"-2591"0"0,-1 1 1 0 0,1 0-1 0 0,-1 1 0 0 0,1 0 1 0 0,-1 1-1 0 0,1 1 1 0 0,0 0-1 0 0,0 1 0 0 0,0 1 1 0 0,0 0-1 0 0,-17 9 0 0 0,30-13-404 0 0,0-1 0 0 0,1 0 0 0 0,-1 0-1 0 0,0 1 1 0 0,1-1 0 0 0,-1 0-1 0 0,0 1 1 0 0,1-1 0 0 0,-1 0 0 0 0,0 1-1 0 0,1-1 1 0 0,-1 1 0 0 0,1-1 0 0 0,-1 1-1 0 0,1 0 1 0 0,-1-1 0 0 0,1 1-1 0 0,0-1 1 0 0,-1 1 0 0 0,1 0 0 0 0,0-1-1 0 0,-1 1 1 0 0,1 0 0 0 0,0-1-1 0 0,0 1 1 0 0,0 0 0 0 0,-1 0 0 0 0,1-1-1 0 0,0 1 1 0 0,0 0 0 0 0,0 0-1 0 0,0-1 1 0 0,0 1 0 0 0,1 1 0 0 0,0 0 4 0 0,0-1 0 0 0,1 0 0 0 0,-1 1 0 0 0,1-1 1 0 0,-1 0-1 0 0,1 0 0 0 0,-1 0 0 0 0,1 0 1 0 0,0 0-1 0 0,0 0 0 0 0,-1 0 0 0 0,5 0 0 0 0,59 14 297 0 0,-7-9-237 0 0,-42-6-317 0 0,0 2 1 0 0,1-1-1 0 0,-1 2 0 0 0,0 0 1 0 0,0 2-1 0 0,0-1 0 0 0,-1 2 0 0 0,24 11 1 0 0,-13-4-4120 0 0,-14-7 1845 0 0</inkml:trace>
</inkml:ink>
</file>

<file path=ppt/ink/ink5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2:55:03.4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1 868 448 0 0,'0'-5'269'0'0,"0"1"-1"0"0,0-1 1 0 0,0 1 0 0 0,0 0-1 0 0,1 0 1 0 0,0-1 0 0 0,0 1-1 0 0,0 0 1 0 0,0 0 0 0 0,1 0-1 0 0,0 0 1 0 0,-1 0 0 0 0,2 0-1 0 0,-1 0 1 0 0,0 0 0 0 0,1 1-1 0 0,3-5 1 0 0,173-171 2290 0 0,-2 4-1209 0 0,-157 151-1191 0 0,-1 0-1 0 0,-1-1 1 0 0,-1-1-1 0 0,-1 0 1 0 0,23-56-1 0 0,-33 66-69 0 0,-1 0-1 0 0,0-1 1 0 0,-1 0-1 0 0,3-30 1 0 0,-7 42-61 0 0,1 0 1 0 0,-1-1-1 0 0,0 1 0 0 0,0 0 1 0 0,-1 0-1 0 0,0 0 0 0 0,1 0 1 0 0,-2-1-1 0 0,1 1 1 0 0,0 0-1 0 0,-1 1 0 0 0,0-1 1 0 0,0 0-1 0 0,-1 0 0 0 0,1 1 1 0 0,-1-1-1 0 0,0 1 1 0 0,0 0-1 0 0,-7-6 0 0 0,9 8-20 0 0,-1 1 0 0 0,1 0-1 0 0,-1 0 1 0 0,1 0 0 0 0,-1 0 0 0 0,0 0-1 0 0,1 0 1 0 0,-1 0 0 0 0,0 1-1 0 0,0-1 1 0 0,0 1 0 0 0,0-1 0 0 0,1 1-1 0 0,-1-1 1 0 0,0 1 0 0 0,0 0-1 0 0,0 0 1 0 0,0 0 0 0 0,0 0-1 0 0,0 1 1 0 0,0-1 0 0 0,0 0 0 0 0,0 1-1 0 0,1-1 1 0 0,-1 1 0 0 0,0 0-1 0 0,0-1 1 0 0,0 1 0 0 0,1 0-1 0 0,-1 0 1 0 0,1 0 0 0 0,-1 1 0 0 0,1-1-1 0 0,-1 0 1 0 0,1 0 0 0 0,-1 1-1 0 0,1-1 1 0 0,-2 3 0 0 0,-1 1-1 0 0,1 0 1 0 0,-1 1 0 0 0,1 0-1 0 0,0-1 1 0 0,0 1-1 0 0,1 0 1 0 0,-1 0 0 0 0,1 1-1 0 0,1-1 1 0 0,-2 9-1 0 0,1 31 21 0 0,2 0-1 0 0,2 0 1 0 0,2 0 0 0 0,3 0-1 0 0,18 70 1 0 0,3 32-1 0 0,-26-135-19 0 0,-1-1 0 0 0,0 1-1 0 0,-1 0 1 0 0,-3 21 0 0 0,4-32-1 0 0,-2 0 0 0 0,1 1 0 0 0,0-1 1 0 0,0 0-1 0 0,-1 1 0 0 0,1-1 0 0 0,-1 0 0 0 0,0 0 1 0 0,0 1-1 0 0,0-1 0 0 0,0 0 0 0 0,0 0 0 0 0,0 0 1 0 0,0 0-1 0 0,-1 0 0 0 0,1 0 0 0 0,-1-1 0 0 0,1 1 0 0 0,-1 0 1 0 0,0-1-1 0 0,0 1 0 0 0,0-1 0 0 0,1 0 0 0 0,-2 1 1 0 0,1-1-1 0 0,0 0 0 0 0,0 0 0 0 0,0 0 0 0 0,0-1 1 0 0,-1 1-1 0 0,1 0 0 0 0,-3 0 0 0 0,1-1-32 0 0,0-1-1 0 0,0 1 1 0 0,0-1-1 0 0,0 1 1 0 0,0-1-1 0 0,0 0 1 0 0,0-1 0 0 0,0 1-1 0 0,0-1 1 0 0,1 1-1 0 0,-1-1 1 0 0,1 0-1 0 0,-1 0 1 0 0,1-1 0 0 0,0 1-1 0 0,0-1 1 0 0,0 0-1 0 0,0 0 1 0 0,-4-5-1 0 0,6 6-427 0 0,1 0-1 0 0,-1 0 0 0 0,1 0 0 0 0,-1 0 0 0 0,1-1 0 0 0,0 1 0 0 0,0 0 0 0 0,0 0 1 0 0,0-1-1 0 0,0 1 0 0 0,0 0 0 0 0,1 0 0 0 0,-1 0 0 0 0,2-4 0 0 0,3-2-2184 0 0</inkml:trace>
</inkml:ink>
</file>

<file path=ppt/ink/ink5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2:55:03.8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8 824 0 0,'0'0'123'0'0,"0"-1"1"0"0,0 1-1 0 0,0 0 1 0 0,0-1-1 0 0,0 1 0 0 0,1-1 1 0 0,-1 1-1 0 0,0 0 1 0 0,0-1-1 0 0,1 1 1 0 0,-1 0-1 0 0,0-1 0 0 0,0 1 1 0 0,1 0-1 0 0,-1-1 1 0 0,1 1-1 0 0,-1 0 0 0 0,0 0 1 0 0,1-1-1 0 0,-1 1 1 0 0,0 0-1 0 0,1 0 0 0 0,-1 0 1 0 0,1 0-1 0 0,-1-1 1 0 0,1 1-1 0 0,-1 0 0 0 0,0 0 1 0 0,1 0-1 0 0,-1 0 1 0 0,1 0-1 0 0,-1 0 0 0 0,1 0 1 0 0,-1 0-1 0 0,1 0 1 0 0,-1 0-1 0 0,0 1 0 0 0,1-1 1 0 0,-1 0-1 0 0,1 0 1 0 0,-1 0-1 0 0,0 0 0 0 0,1 1 1 0 0,-1-1-1 0 0,1 0 1 0 0,-1 0-1 0 0,1 1 0 0 0,17 28 1619 0 0,6 43-743 0 0,8 60 712 0 0,-25-78-1261 0 0,-6-19-219 0 0,-1 28 320 0 0,-12 79 1 0 0,9-115-440 0 0,1-13-50 0 0,1 0 0 0 0,-2 1 0 0 0,0-1 0 0 0,-1 0 0 0 0,-6 16 0 0 0,4-12-23 0 0,6-16-287 0 0,0-1 0 0 0,0 1 0 0 0,0-1 0 0 0,-1 1 0 0 0,1-1 0 0 0,0 1 0 0 0,-1-1 0 0 0,0 1 0 0 0,1-1 0 0 0,-1 0 0 0 0,0 1 0 0 0,0-1 0 0 0,1 0 0 0 0,-1 0 1 0 0,0 0-1 0 0,0 1 0 0 0,0-1 0 0 0,-1 0 0 0 0,1 0 0 0 0,0 0 0 0 0,0-1 0 0 0,0 1 0 0 0,-1 0 0 0 0,-2 1 0 0 0</inkml:trace>
</inkml:ink>
</file>

<file path=ppt/ink/ink5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2:55:04.1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20 364 0 0,'15'-4'681'0'0,"1"-1"-1"0"0,-1 2 1 0 0,0 0-1 0 0,1 1 1 0 0,21-1-1 0 0,-29 3-866 0 0,0 0-1 0 0,0 0 1 0 0,0 1-1 0 0,-1 0 1 0 0,1 1-1 0 0,0-1 1 0 0,-1 1-1 0 0,1 1 1 0 0,-1-1-1 0 0,1 1 1 0 0,-1 1-1 0 0,10 6 1 0 0,-11-6-953 0 0</inkml:trace>
</inkml:ink>
</file>

<file path=ppt/ink/ink5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2:55:04.5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84 128 0 0,'3'6'639'0'0,"-1"-2"-357"0"0,0 0 1 0 0,-1 0-1 0 0,1 0 0 0 0,-1 1 0 0 0,0-1 0 0 0,0 0 0 0 0,-1 1 0 0 0,1-1 0 0 0,-1 0 1 0 0,0 1-1 0 0,0-1 0 0 0,0 0 0 0 0,-1 1 0 0 0,-1 8 0 0 0,-3 12 1822 0 0,10-37-426 0 0,-3 7-1638 0 0,1 0 0 0 0,1 0 1 0 0,-1 0-1 0 0,1 0 0 0 0,0 0 0 0 0,0 1 1 0 0,0 0-1 0 0,0 0 0 0 0,1 0 1 0 0,7-5-1 0 0,2-2 38 0 0,3-4-11 0 0,1 0 0 0 0,0 1 0 0 0,1 1 0 0 0,1 1 0 0 0,0 0 0 0 0,28-10 0 0 0,-45 20-46 0 0,1 1 0 0 0,-1 0 0 0 0,0 0-1 0 0,1 1 1 0 0,-1-1 0 0 0,1 1 0 0 0,-1 0 0 0 0,1 0 0 0 0,-1 0 0 0 0,1 0 0 0 0,-1 0 0 0 0,1 1 0 0 0,-1 0-1 0 0,1 0 1 0 0,-1 0 0 0 0,0 0 0 0 0,1 0 0 0 0,-1 0 0 0 0,0 1 0 0 0,0 0 0 0 0,0 0 0 0 0,0 0 0 0 0,0 0-1 0 0,-1 0 1 0 0,1 0 0 0 0,0 1 0 0 0,-1-1 0 0 0,0 1 0 0 0,0 0 0 0 0,0-1 0 0 0,0 1 0 0 0,0 0-1 0 0,0 0 1 0 0,-1 1 0 0 0,1-1 0 0 0,-1 0 0 0 0,0 0 0 0 0,0 1 0 0 0,0-1 0 0 0,0 5 0 0 0,-1-5-70 0 0,-1 0 0 0 0,1 0 0 0 0,-1 0 0 0 0,0 0 1 0 0,1 0-1 0 0,-2 0 0 0 0,1-1 0 0 0,0 1 0 0 0,0 0 0 0 0,-1 0 1 0 0,0-1-1 0 0,1 1 0 0 0,-1-1 0 0 0,-4 4 0 0 0,-19 12-5921 0 0</inkml:trace>
</inkml:ink>
</file>

<file path=ppt/ink/ink5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2:55:04.8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 7 440 0 0,'0'0'588'0'0,"0"-7"1652"0"0,-10 25-4128 0 0</inkml:trace>
</inkml:ink>
</file>

<file path=ppt/ink/ink5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2:55:05.5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1 123 668 0 0,'1'1'479'0'0,"-1"1"-1"0"0,1-1 0 0 0,0 0 1 0 0,0 1-1 0 0,0-1 1 0 0,0 0-1 0 0,1 0 1 0 0,-1 1-1 0 0,0-1 1 0 0,0 0-1 0 0,1 0 1 0 0,1 1-1 0 0,8-4-203 0 0,-1 0 0 0 0,1-1 0 0 0,-1 0 0 0 0,0-1 0 0 0,12-5 0 0 0,-15 5-209 0 0,1 0 1 0 0,0 1-1 0 0,0 0 0 0 0,0 1 0 0 0,0-1 0 0 0,1 1 0 0 0,-1 1 1 0 0,0 0-1 0 0,1 0 0 0 0,-1 1 0 0 0,16 1 0 0 0,42 10 18 0 0,89 4 0 0 0,-131-15-89 0 0,0-1 0 0 0,1 0 0 0 0,-1-2 0 0 0,0-1-1 0 0,0-1 1 0 0,-1-1 0 0 0,26-10 0 0 0,-46 15 10 0 0,0 0 1 0 0,0 0 0 0 0,0 0-1 0 0,0-1 1 0 0,0 1-1 0 0,-1-1 1 0 0,1 0 0 0 0,0 1-1 0 0,-1-1 1 0 0,0-1-1 0 0,1 1 1 0 0,-1 0 0 0 0,0-1-1 0 0,0 1 1 0 0,0-1-1 0 0,0 1 1 0 0,-1-1-1 0 0,1 0 1 0 0,-1 0 0 0 0,1 0-1 0 0,-1 0 1 0 0,0 0-1 0 0,0 0 1 0 0,-1 0 0 0 0,2-6-1 0 0,-3 8 1 0 0,1 0 0 0 0,0 0 0 0 0,-1 0 0 0 0,0 0 0 0 0,1 0-1 0 0,-1 0 1 0 0,0 0 0 0 0,1 0 0 0 0,-1 0 0 0 0,0 0 0 0 0,0 0 0 0 0,0 0 0 0 0,0 0-1 0 0,0 1 1 0 0,0-1 0 0 0,0 0 0 0 0,0 1 0 0 0,0-1 0 0 0,0 1 0 0 0,0-1 0 0 0,0 1 0 0 0,0 0-1 0 0,0-1 1 0 0,-1 1 0 0 0,1 0 0 0 0,0 0 0 0 0,0 0 0 0 0,0-1 0 0 0,-1 1 0 0 0,1 1-1 0 0,-2-1 1 0 0,-39 3 67 0 0,38-2-67 0 0,-1 1 0 0 0,1 0 0 0 0,0 0 0 0 0,-1 0 0 0 0,1 1 0 0 0,0 0 1 0 0,0-1-1 0 0,1 1 0 0 0,-1 0 0 0 0,1 1 0 0 0,-1-1 0 0 0,1 1 0 0 0,0 0 0 0 0,-4 6 0 0 0,6-9-4 0 0,0 1 0 0 0,1-1-1 0 0,-1 1 1 0 0,0 0 0 0 0,1-1-1 0 0,-1 1 1 0 0,1 0 0 0 0,-1 0 0 0 0,1-1-1 0 0,0 1 1 0 0,0 0 0 0 0,-1 0-1 0 0,2 0 1 0 0,-1-1 0 0 0,0 1 0 0 0,0 0-1 0 0,0 0 1 0 0,1-1 0 0 0,-1 1-1 0 0,1 0 1 0 0,-1 0 0 0 0,1-1-1 0 0,0 1 1 0 0,0-1 0 0 0,0 1 0 0 0,0-1-1 0 0,0 1 1 0 0,0-1 0 0 0,0 1-1 0 0,0-1 1 0 0,0 0 0 0 0,1 1 0 0 0,-1-1-1 0 0,1 0 1 0 0,-1 0 0 0 0,1 0-1 0 0,-1 0 1 0 0,1-1 0 0 0,-1 1-1 0 0,1 0 1 0 0,0-1 0 0 0,1 1 0 0 0,0 0 4 0 0,-1 0 0 0 0,1-1 0 0 0,-1 0 0 0 0,1 1 0 0 0,-1-1 0 0 0,1 0 0 0 0,-1 0 0 0 0,1 0 0 0 0,-1-1 0 0 0,0 1 0 0 0,1-1 0 0 0,-1 1 0 0 0,1-1 0 0 0,-1 0 1 0 0,0 0-1 0 0,1 0 0 0 0,-1 0 0 0 0,0 0 0 0 0,0 0 0 0 0,0-1 0 0 0,0 1 0 0 0,0-1 0 0 0,0 1 0 0 0,0-1 0 0 0,-1 0 0 0 0,1 0 0 0 0,0 0 0 0 0,1-4 0 0 0,7-4 356 0 0,-9 10-88 0 0,-1 0-265 0 0,0 0-1 0 0,0 0 1 0 0,0 0-1 0 0,0 0 1 0 0,0 1-1 0 0,0-1 1 0 0,0 0-1 0 0,0 0 1 0 0,0 0 0 0 0,0 0-1 0 0,0 0 1 0 0,1 0-1 0 0,-1 0 1 0 0,0 1-1 0 0,0-1 1 0 0,0 0-1 0 0,0 0 1 0 0,0 0 0 0 0,0 0-1 0 0,0 0 1 0 0,0 0-1 0 0,0 0 1 0 0,0 0-1 0 0,1 0 1 0 0,-1 0-1 0 0,0 1 1 0 0,0-1 0 0 0,0 0-1 0 0,0 0 1 0 0,0 0-1 0 0,0 0 1 0 0,0 0-1 0 0,1 0 1 0 0,-1 0 0 0 0,0 0-1 0 0,0 0 1 0 0,0 0-1 0 0,0 0 1 0 0,0 0-1 0 0,0 0 1 0 0,1 0-1 0 0,-1 0 1 0 0,0 0 0 0 0,0 0-1 0 0,0 0 1 0 0,0 0-1 0 0,0-1 1 0 0,0 1-1 0 0,0 0 1 0 0,1 0-1 0 0,-1 0 1 0 0,0 0 0 0 0,0 0-1 0 0,0 0 1 0 0,0 0-1 0 0,0 0 1 0 0,0 0-1 0 0,0 0 1 0 0,0-1-1 0 0,0 1 1 0 0,0 0 0 0 0,1 0-1 0 0,-1 0 1 0 0,0 0-1 0 0,6 12 369 0 0,35 118 1552 0 0,-31-75-1659 0 0,-3 1 1 0 0,-2 0 0 0 0,-4 66-1 0 0,1-10-56 0 0,1-44-130 0 0,-4 0 1 0 0,-3 0-1 0 0,-2-1 1 0 0,-4 1 0 0 0,-27 100-1 0 0,35-160-66 0 0,-1-1 0 0 0,0 1 0 0 0,0-1 0 0 0,-1 1 0 0 0,0-1 0 0 0,0 0 0 0 0,-1-1 0 0 0,0 1 0 0 0,0-1 0 0 0,-1 0-1 0 0,1 0 1 0 0,-13 9 0 0 0,15-13 11 0 0,1-1-1 0 0,-1 1 0 0 0,1-1 1 0 0,-1 0-1 0 0,0 0 0 0 0,1 0 0 0 0,-1 0 1 0 0,0 0-1 0 0,0-1 0 0 0,0 1 1 0 0,1-1-1 0 0,-1 0 0 0 0,0 0 1 0 0,0 0-1 0 0,-5 0 0 0 0,4-2 18 0 0,0 1 0 0 0,0 0 0 0 0,1-1 0 0 0,-1 1 0 0 0,1-1 0 0 0,-1 0 0 0 0,1 0-1 0 0,0-1 1 0 0,0 1 0 0 0,0-1 0 0 0,0 1 0 0 0,0-1 0 0 0,1 0 0 0 0,-5-5 0 0 0,0-3 32 0 0,0-1 1 0 0,0 1-1 0 0,1-1 1 0 0,0 0-1 0 0,1-1 1 0 0,1 1-1 0 0,0-1 1 0 0,1 0 0 0 0,0 0-1 0 0,1 0 1 0 0,0-1-1 0 0,1 1 1 0 0,1 0-1 0 0,0-1 1 0 0,0 1-1 0 0,2 0 1 0 0,3-20-1 0 0,-2 18-168 0 0,1-1 1 0 0,1 1-1 0 0,0 0 0 0 0,1 0 0 0 0,0 0 1 0 0,2 1-1 0 0,-1 0 0 0 0,2 0 0 0 0,0 1 0 0 0,0 0 1 0 0,1 1-1 0 0,1 0 0 0 0,0 0 0 0 0,17-13 1 0 0,-19 17-862 0 0,10-6-1098 0 0,-2 11-5339 0 0,-10 3 3700 0 0</inkml:trace>
</inkml:ink>
</file>

<file path=ppt/ink/ink5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2:55:07.5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535 170 516 0 0,'4'-10'697'0'0,"-1"1"0"0"0,0-1 1 0 0,-1 0-1 0 0,0 0 0 0 0,-1 0 0 0 0,0 0 0 0 0,0 0 1 0 0,-1-1-1 0 0,-1-13 0 0 0,0 22-621 0 0,1-1 0 0 0,-1 0 0 0 0,0 0 0 0 0,0 1 0 0 0,0-1 1 0 0,0 0-1 0 0,0 1 0 0 0,0-1 0 0 0,-1 1 0 0 0,1 0 0 0 0,-1-1 0 0 0,0 1 0 0 0,0 0 0 0 0,0 0 0 0 0,0 0 0 0 0,0 0 1 0 0,0 0-1 0 0,0 1 0 0 0,-1-1 0 0 0,1 1 0 0 0,-1-1 0 0 0,1 1 0 0 0,-1 0 0 0 0,1 0 0 0 0,-1 0 0 0 0,0 0 1 0 0,0 1-1 0 0,1-1 0 0 0,-1 1 0 0 0,0-1 0 0 0,0 1 0 0 0,0 0 0 0 0,1 0 0 0 0,-1 0 0 0 0,0 1 0 0 0,0-1 1 0 0,-5 2-1 0 0,-14 2 89 0 0,-1 1 0 0 0,1 1 0 0 0,0 1 1 0 0,0 1-1 0 0,1 1 0 0 0,-37 21 0 0 0,19-6 125 0 0,1 1 0 0 0,-50 44-1 0 0,76-59-215 0 0,0 1-1 0 0,1 0 1 0 0,1 1-1 0 0,-1 0 1 0 0,2 1-1 0 0,0 0 1 0 0,0 0-1 0 0,-9 21 1 0 0,16-29-62 0 0,0-1 0 0 0,0 1 0 0 0,1 0 1 0 0,0-1-1 0 0,0 1 0 0 0,1 0 0 0 0,-1 0 0 0 0,1-1 0 0 0,0 1 0 0 0,0 0 0 0 0,0 0 1 0 0,1 0-1 0 0,0 0 0 0 0,0-1 0 0 0,0 1 0 0 0,0 0 0 0 0,1-1 0 0 0,0 1 1 0 0,0-1-1 0 0,0 0 0 0 0,0 1 0 0 0,1-1 0 0 0,0 0 0 0 0,0 0 0 0 0,0-1 0 0 0,0 1 1 0 0,0-1-1 0 0,1 1 0 0 0,-1-1 0 0 0,1 0 0 0 0,5 3 0 0 0,3 1 2 0 0,0 0 0 0 0,1 0-1 0 0,0-1 1 0 0,0-1 0 0 0,0 0-1 0 0,1 0 1 0 0,0-2 0 0 0,0 0 0 0 0,-1 0-1 0 0,23 0 1 0 0,-7-1-14 0 0,-1-2-1 0 0,1-1 1 0 0,-1-1 0 0 0,34-8 0 0 0,-37 4-52 0 0,-1-2 0 0 0,0 0 1 0 0,0-2-1 0 0,-1 0 1 0 0,0-2-1 0 0,21-14 1 0 0,1 0-124 0 0,-29 17 99 0 0,19-9-153 0 0,-34 18 197 0 0,42 21-51 0 0,-35-17 74 0 0,1 0 1 0 0,0 0-1 0 0,0-1 0 0 0,0 0 0 0 0,0 0 0 0 0,0-1 1 0 0,0-1-1 0 0,1 1 0 0 0,-1-1 0 0 0,1-1 0 0 0,-1 0 1 0 0,1 0-1 0 0,-1-1 0 0 0,1 0 0 0 0,13-4 0 0 0,-21 4 10 0 0,1 1-1 0 0,-1-1 0 0 0,0 1 1 0 0,0-1-1 0 0,1 0 0 0 0,-1 0 0 0 0,0 0 1 0 0,0 0-1 0 0,0-1 0 0 0,0 1 1 0 0,0-1-1 0 0,0 1 0 0 0,0-1 1 0 0,-1 1-1 0 0,1-1 0 0 0,0 0 0 0 0,-1 0 1 0 0,1 0-1 0 0,-1 0 0 0 0,0 0 1 0 0,0 0-1 0 0,0 0 0 0 0,0-1 0 0 0,0 1 1 0 0,0 0-1 0 0,-1 0 0 0 0,1-1 1 0 0,-1 1-1 0 0,1-1 0 0 0,-1 1 0 0 0,0-5 1 0 0,0 3 0 0 0,0 1 0 0 0,-1 0 0 0 0,1-1 0 0 0,-1 1 0 0 0,0 0 0 0 0,0 0 0 0 0,0-1 0 0 0,0 1 0 0 0,-1 0 0 0 0,1 0 0 0 0,-1 0 0 0 0,0 0 1 0 0,1 0-1 0 0,-2 1 0 0 0,1-1 0 0 0,0 1 0 0 0,0-1 0 0 0,-1 1 0 0 0,1 0 0 0 0,-1 0 0 0 0,-3-3 0 0 0,1 3-53 0 0,0-1 1 0 0,0 1-1 0 0,0 0 0 0 0,0 1 0 0 0,-1-1 0 0 0,1 1 1 0 0,0 0-1 0 0,-1 0 0 0 0,1 1 0 0 0,0-1 0 0 0,-1 1 1 0 0,1 0-1 0 0,-1 1 0 0 0,1 0 0 0 0,-1-1 1 0 0,-7 4-1 0 0,9-3-483 0 0,0 1 1 0 0,0 0-1 0 0,0 0 0 0 0,0 0 1 0 0,0 0-1 0 0,1 1 1 0 0,-1-1-1 0 0,1 1 0 0 0,-1 0 1 0 0,1 0-1 0 0,0 0 1 0 0,0 1-1 0 0,-2 3 0 0 0,1-1-1813 0 0</inkml:trace>
</inkml:ink>
</file>

<file path=ppt/ink/ink5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2:55:08.2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0 748 0 0,'4'5'625'0'0,"0"0"-1"0"0,-1 0 1 0 0,0 1 0 0 0,0-1 0 0 0,0 1-1 0 0,0 0 1 0 0,2 11 0 0 0,9 15 474 0 0,-7-18-703 0 0,-4-8-230 0 0,-1-1 1 0 0,1 0 0 0 0,0 0 0 0 0,0-1 0 0 0,1 1 0 0 0,-1 0-1 0 0,1-1 1 0 0,5 4 0 0 0,-7-7-139 0 0,0 0-1 0 0,-1 0 1 0 0,1 0-1 0 0,0-1 1 0 0,0 1-1 0 0,0-1 1 0 0,0 1 0 0 0,0-1-1 0 0,1 0 1 0 0,-1 0-1 0 0,0 0 1 0 0,0 0-1 0 0,0 0 1 0 0,0 0-1 0 0,0 0 1 0 0,0-1 0 0 0,0 1-1 0 0,0-1 1 0 0,0 0-1 0 0,0 1 1 0 0,0-1-1 0 0,-1 0 1 0 0,1 0 0 0 0,0 0-1 0 0,0 0 1 0 0,2-3-1 0 0,15-10 65 0 0,-2 0 0 0 0,1-1 0 0 0,-2-1 0 0 0,22-26 0 0 0,-30 33-60 0 0,-8 9-32 0 0,1 0 1 0 0,-1-1 0 0 0,0 1-1 0 0,0 0 1 0 0,1 0 0 0 0,-1 0 0 0 0,0 0-1 0 0,0 0 1 0 0,1 0 0 0 0,-1 0-1 0 0,0 0 1 0 0,0 0 0 0 0,1 0 0 0 0,-1 0-1 0 0,0 0 1 0 0,0 1 0 0 0,1-1-1 0 0,-1 0 1 0 0,0 0 0 0 0,0 0 0 0 0,1 0-1 0 0,-1 0 1 0 0,0 0 0 0 0,0 0 0 0 0,0 1-1 0 0,1-1 1 0 0,-1 0 0 0 0,0 0-1 0 0,0 0 1 0 0,0 1 0 0 0,0-1 0 0 0,1 0-1 0 0,-1 0 1 0 0,0 0 0 0 0,0 1-1 0 0,0-1 1 0 0,0 0 0 0 0,0 0 0 0 0,0 1-1 0 0,0-1 1 0 0,0 0 0 0 0,0 0-1 0 0,0 1 1 0 0,0-1 0 0 0,0 0 0 0 0,0 0-1 0 0,0 1 1 0 0,0-1 0 0 0,9 26 30 0 0,3 9-12 0 0,-9-34-18 0 0,-1-1 0 0 0,0 1 1 0 0,0-1-1 0 0,0 1 0 0 0,1-1 0 0 0,-1 0 1 0 0,0 0-1 0 0,0 0 0 0 0,1 0 0 0 0,-1-1 1 0 0,0 1-1 0 0,0-1 0 0 0,0 1 0 0 0,0-1 1 0 0,1 0-1 0 0,-1 0 0 0 0,0 0 0 0 0,2-1 1 0 0,2 0-7 0 0,47-15-6 0 0,35-10 9 0 0,-81 25 2 0 0,0 1 1 0 0,0 0-1 0 0,0 0 0 0 0,0 1 0 0 0,0 0 1 0 0,0 0-1 0 0,1 1 0 0 0,-1-1 1 0 0,0 2-1 0 0,7 1 0 0 0,-12-2 0 0 0,0 0 0 0 0,1 0-1 0 0,-1 0 1 0 0,0 0 0 0 0,0 1-1 0 0,0-1 1 0 0,0 1 0 0 0,0-1-1 0 0,-1 1 1 0 0,1 0 0 0 0,0-1-1 0 0,-1 1 1 0 0,1 0 0 0 0,-1 0-1 0 0,0 0 1 0 0,1 0 0 0 0,-1 1-1 0 0,0-1 1 0 0,0 0 0 0 0,-1 0-1 0 0,1 1 1 0 0,0-1 0 0 0,-1 0-1 0 0,1 1 1 0 0,-1-1 0 0 0,0 1-1 0 0,0-1 1 0 0,0 0 0 0 0,-1 5-1 0 0,1-6 5 0 0,22-4-24 0 0,42-25 0 0 0,-43 18 9 0 0,1 1 1 0 0,32-9-1 0 0,-48 16 14 0 0,0 1 0 0 0,0 0-1 0 0,1 0 1 0 0,-1 0 0 0 0,0 1-1 0 0,0 0 1 0 0,1 1 0 0 0,-1-1-1 0 0,0 1 1 0 0,0 0 0 0 0,0 1-1 0 0,1-1 1 0 0,8 5 0 0 0,-14-6-11 0 0,1 1 1 0 0,-1 0-1 0 0,1 0 1 0 0,-1 0-1 0 0,0 0 1 0 0,0 0-1 0 0,1 0 0 0 0,-1 1 1 0 0,0-1-1 0 0,0 0 1 0 0,0 1-1 0 0,0-1 1 0 0,0 0-1 0 0,0 1 1 0 0,-1-1-1 0 0,1 1 1 0 0,0-1-1 0 0,-1 1 1 0 0,1 0-1 0 0,-1-1 1 0 0,0 1-1 0 0,1 0 1 0 0,-1-1-1 0 0,0 1 1 0 0,0 0-1 0 0,0-1 1 0 0,0 1-1 0 0,0 0 1 0 0,-1-1-1 0 0,1 1 1 0 0,0 0-1 0 0,-1-1 1 0 0,1 1-1 0 0,-2 1 1 0 0,1-1-441 0 0,0-1 1 0 0,1 1 0 0 0,-2 0-1 0 0,1-1 1 0 0,0 1 0 0 0,0-1 0 0 0,0 1-1 0 0,-1-1 1 0 0,1 1 0 0 0,-1-1-1 0 0,1 0 1 0 0,-3 2 0 0 0,-6 2-1779 0 0</inkml:trace>
</inkml:ink>
</file>

<file path=ppt/ink/ink5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2:55:08.6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57 88 0 0,'13'-57'7668'0'0,"1"94"-7895"0"0,-5 10-4039 0 0,-3-34 2427 0 0</inkml:trace>
</inkml:ink>
</file>

<file path=ppt/ink/ink5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2:55:08.9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48 1 224 0 0,'0'0'771'0'0,"-8"32"2574"0"0,9-25-3041 0 0,0 0-1 0 0,1 0 1 0 0,-1-1-1 0 0,1 1 0 0 0,1 0 1 0 0,4 10-1 0 0,-5-13-190 0 0,0 0 1 0 0,0 1-1 0 0,0-1 0 0 0,0 1 0 0 0,-1 0 0 0 0,1 0 0 0 0,-1-1 0 0 0,0 1 1 0 0,-1 0-1 0 0,1 0 0 0 0,-1 0 0 0 0,0 0 0 0 0,-1 0 0 0 0,1 0 1 0 0,-3 9-1 0 0,0-3 141 0 0,3-10-230 0 0,0 0 1 0 0,0 0-1 0 0,-1 0 0 0 0,1-1 0 0 0,0 1 0 0 0,0 0 0 0 0,0 0 1 0 0,-1 0-1 0 0,1-1 0 0 0,0 1 0 0 0,-1 0 0 0 0,1 0 1 0 0,-1-1-1 0 0,1 1 0 0 0,-1 0 0 0 0,1-1 0 0 0,-1 1 1 0 0,0-1-1 0 0,1 1 0 0 0,-1-1 0 0 0,0 1 0 0 0,1-1 1 0 0,-1 1-1 0 0,0-1 0 0 0,1 1 0 0 0,-1-1 0 0 0,0 0 0 0 0,0 1 1 0 0,0-1-1 0 0,1 0 0 0 0,-1 0 0 0 0,0 0 0 0 0,0 0 1 0 0,0 0-1 0 0,0 0 0 0 0,-1 0 0 0 0,0 0 76 0 0,0 0-75 0 0,0 0 0 0 0,-1 0 0 0 0,1 0 0 0 0,-1 0 0 0 0,1 0 0 0 0,0-1 0 0 0,-1 1 1 0 0,1-1-1 0 0,0 0 0 0 0,0 0 0 0 0,-1 0 0 0 0,-3-2 0 0 0,6 2-109 0 0,-1 0 0 0 0,0 0 0 0 0,0 0 0 0 0,1 0 0 0 0,-1 0 1 0 0,1 0-1 0 0,-1 0 0 0 0,1 0 0 0 0,-1 0 0 0 0,1 0 0 0 0,0 0 0 0 0,-1-1 0 0 0,1 1 0 0 0,0 0 0 0 0,0 0 0 0 0,0 0 0 0 0,0-1 0 0 0,0 1 0 0 0,0 0 0 0 0,0 0 0 0 0,1 0 0 0 0,-1-1 0 0 0,0 1 0 0 0,1 0 0 0 0,-1 0 0 0 0,0 0 1 0 0,1 0-1 0 0,0 0 0 0 0,-1 0 0 0 0,1 0 0 0 0,0 0 0 0 0,-1 0 0 0 0,1 0 0 0 0,0 0 0 0 0,0 0 0 0 0,1-1 0 0 0,7-14-2911 0 0,-1 0 886 0 0</inkml:trace>
</inkml:ink>
</file>

<file path=ppt/ink/ink5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2:55:09.3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25 888 0 0,'1'-2'284'0'0,"1"0"0"0"0,0 0 1 0 0,0 0-1 0 0,0 1 0 0 0,0-1 0 0 0,0 0 0 0 0,0 1 0 0 0,0-1 1 0 0,0 1-1 0 0,1 0 0 0 0,-1-1 0 0 0,1 1 0 0 0,-1 0 0 0 0,1 1 1 0 0,-1-1-1 0 0,1 0 0 0 0,-1 1 0 0 0,1-1 0 0 0,0 1 0 0 0,-1 0 1 0 0,4 0-1 0 0,-2 1-64 0 0,-1 0 1 0 0,0 0 0 0 0,1 0-1 0 0,-1 1 1 0 0,0-1-1 0 0,0 1 1 0 0,0-1 0 0 0,0 1-1 0 0,0 0 1 0 0,0 1-1 0 0,-1-1 1 0 0,1 0 0 0 0,-1 1-1 0 0,3 3 1 0 0,2 2 63 0 0,0 2 0 0 0,-1-1 0 0 0,0 1-1 0 0,-1 0 1 0 0,0 0 0 0 0,-1 0 0 0 0,0 1 0 0 0,0-1 0 0 0,2 16 0 0 0,-3-13-142 0 0,-2 1 1 0 0,1-1-1 0 0,-2 1 1 0 0,0 0 0 0 0,-1 0-1 0 0,0-1 1 0 0,-1 1-1 0 0,-4 17 1 0 0,1-17-711 0 0,0-1 0 0 0,0 1 0 0 0,-1-1 0 0 0,-14 21 0 0 0,-1 1-5812 0 0,15-26 3369 0 0</inkml:trace>
</inkml:ink>
</file>

<file path=ppt/ink/ink5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2:55:09.6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66 212 0 0,'20'-7'698'0'0,"1"1"1"0"0,0 1-1 0 0,-1 1 0 0 0,1 0 1 0 0,1 2-1 0 0,-1 0 0 0 0,41 3 1 0 0,-29-1-305 0 0,-1-1 1 0 0,47-7-1 0 0,-71 7-298 0 0,-7 1-67 0 0,1 0 0 0 0,-1 0-1 0 0,1 0 1 0 0,-1 0 0 0 0,1 0 0 0 0,-1 0 0 0 0,1-1 0 0 0,-1 1-1 0 0,1 0 1 0 0,-1-1 0 0 0,1 1 0 0 0,-1-1 0 0 0,0 1 0 0 0,1-1 0 0 0,-1 0-1 0 0,0 0 1 0 0,0 0 0 0 0,1 1 0 0 0,-1-1 0 0 0,0 0 0 0 0,0 0-1 0 0,0-1 1 0 0,0 1 0 0 0,0 0 0 0 0,0 0 0 0 0,-1 0 0 0 0,1-1 0 0 0,0 1-1 0 0,0 0 1 0 0,0-2 0 0 0,-1 1 145 0 0,-1 2-131 0 0,0 0 0 0 0,0-1 0 0 0,0 1 0 0 0,0 0 0 0 0,1 0 1 0 0,-1 0-1 0 0,0-1 0 0 0,0 1 0 0 0,0 0 0 0 0,0 0 0 0 0,0 0 0 0 0,0 0 0 0 0,0 1 0 0 0,0-1 0 0 0,1 0 0 0 0,-1 0 0 0 0,0 0 0 0 0,0 1 1 0 0,0-1-1 0 0,0 1 0 0 0,1-1 0 0 0,-1 0 0 0 0,0 1 0 0 0,0-1 0 0 0,1 1 0 0 0,-1 0 0 0 0,0-1 0 0 0,1 1 0 0 0,-1-1 0 0 0,0 1 0 0 0,1 0 1 0 0,-1 0-1 0 0,1-1 0 0 0,-1 1 0 0 0,1 0 0 0 0,0 0 0 0 0,-1 0 0 0 0,1-1 0 0 0,0 1 0 0 0,-1 0 0 0 0,1 0 0 0 0,0 0 0 0 0,0 0 1 0 0,0 0-1 0 0,0 0 0 0 0,0 0 0 0 0,0 0 0 0 0,0-1 0 0 0,0 1 0 0 0,0 0 0 0 0,0 0 0 0 0,1 0 0 0 0,-1 0 0 0 0,0 0 0 0 0,1 0 0 0 0,-1-1 1 0 0,0 1-1 0 0,2 1 0 0 0,1 6 97 0 0,0-1 1 0 0,0 0-1 0 0,1 0 1 0 0,8 12 0 0 0,-7-12-51 0 0,0-1 1 0 0,-1 2-1 0 0,0-1 1 0 0,0 0-1 0 0,3 13 1 0 0,-6-18-82 0 0,-1 0 0 0 0,1 0 0 0 0,-1 0 0 0 0,1 0 1 0 0,-1 0-1 0 0,0 0 0 0 0,0 0 0 0 0,0 0 0 0 0,0 0 0 0 0,0 0 0 0 0,0 0 1 0 0,-1 0-1 0 0,1 0 0 0 0,-1 0 0 0 0,1 0 0 0 0,-1 0 0 0 0,0 0 0 0 0,0 0 1 0 0,0 0-1 0 0,0-1 0 0 0,0 1 0 0 0,0 0 0 0 0,0-1 0 0 0,-1 1 1 0 0,1-1-1 0 0,-1 1 0 0 0,1-1 0 0 0,-1 1 0 0 0,1-1 0 0 0,-1 0 0 0 0,0 0 1 0 0,0 0-1 0 0,1 0 0 0 0,-4 1 0 0 0,2 0-464 0 0,-1 0-1 0 0,1 0 1 0 0,0 0-1 0 0,0 1 1 0 0,0-1 0 0 0,1 1-1 0 0,-1 0 1 0 0,0 0-1 0 0,-3 5 1 0 0,4-3-2461 0 0,2 0 224 0 0</inkml:trace>
</inkml:ink>
</file>

<file path=ppt/ink/ink5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2:55:10.0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169 95 132 0 0,'-1'-1'222'0'0,"0"0"-1"0"0,-1 0 1 0 0,1 0 0 0 0,0 0 0 0 0,-1 0-1 0 0,1 0 1 0 0,-1 0 0 0 0,1 0 0 0 0,0 1-1 0 0,-1-1 1 0 0,0 0 0 0 0,1 1-1 0 0,-1-1 1 0 0,1 1 0 0 0,-1 0 0 0 0,0 0-1 0 0,1-1 1 0 0,-1 1 0 0 0,0 0 0 0 0,1 0-1 0 0,-1 1 1 0 0,0-1 0 0 0,1 0 0 0 0,-1 0-1 0 0,-2 2 1 0 0,-1-1 109 0 0,0 0 0 0 0,0 0 0 0 0,0 1 1 0 0,1 0-1 0 0,-1 0 0 0 0,0 0 0 0 0,-6 4 0 0 0,-14 22 1375 0 0,23-14-952 0 0,2-13-737 0 0,1-1 0 0 0,0 1 1 0 0,0-1-1 0 0,0 1 0 0 0,0-1 0 0 0,-1 1 0 0 0,1-1 1 0 0,0 0-1 0 0,0 1 0 0 0,0-1 0 0 0,0 0 0 0 0,0 0 0 0 0,0 0 1 0 0,0 0-1 0 0,0 1 0 0 0,0-1 0 0 0,0-1 0 0 0,0 1 1 0 0,0 0-1 0 0,1 0 0 0 0,6-1 13 0 0,1 1-1 0 0,-1-2 1 0 0,0 1-1 0 0,0-1 1 0 0,0 0 0 0 0,0-1-1 0 0,0 0 1 0 0,0 0-1 0 0,-1-1 1 0 0,1 0 0 0 0,-1 0-1 0 0,0-1 1 0 0,0 1-1 0 0,-1-2 1 0 0,1 1 0 0 0,-1-1-1 0 0,-1 0 1 0 0,1 0-1 0 0,-1 0 1 0 0,0-1-1 0 0,0 0 1 0 0,-1 0 0 0 0,1 0-1 0 0,-2-1 1 0 0,5-11-1 0 0,-8 18-28 0 0,0 0 0 0 0,1 0-1 0 0,-1 0 1 0 0,0 0-1 0 0,0 0 1 0 0,1 0-1 0 0,-1 0 1 0 0,1 0-1 0 0,-1 0 1 0 0,1 0 0 0 0,-1 1-1 0 0,1-1 1 0 0,0 0-1 0 0,-1 0 1 0 0,1 0-1 0 0,0 1 1 0 0,0-1-1 0 0,0 0 1 0 0,-1 0 0 0 0,1 1-1 0 0,0-1 1 0 0,0 1-1 0 0,0-1 1 0 0,1 0-1 0 0,-1 2 1 0 0,0-1 0 0 0,0 1 0 0 0,0-1 1 0 0,0 1-1 0 0,-1-1 0 0 0,1 1 0 0 0,0 0 0 0 0,0 0 0 0 0,-1-1 0 0 0,1 1 0 0 0,-1 0 0 0 0,1 0 0 0 0,0-1 0 0 0,-1 1 0 0 0,0 0 0 0 0,1 0 0 0 0,-1 0 0 0 0,1 0 1 0 0,-1 2-1 0 0,13 55 27 0 0,-14 22 50 0 0,-3-1 0 0 0,-4 1 1 0 0,-26 117-1 0 0,34-197-78 0 0,-46 184 162 0 0,22-100-82 0 0,15-51-53 0 0,-19 45 0 0 0,24-67 26 0 0,-2 0 0 0 0,1 0 1 0 0,-1 0-1 0 0,-1-1 0 0 0,0 0 0 0 0,0-1 0 0 0,-13 14 1 0 0,19-22-27 0 0,0 0 0 0 0,1-1 1 0 0,-1 1-1 0 0,0 0 1 0 0,0 0-1 0 0,0-1 1 0 0,0 1-1 0 0,0-1 0 0 0,0 1 1 0 0,0-1-1 0 0,0 1 1 0 0,0-1-1 0 0,0 1 1 0 0,0-1-1 0 0,0 0 0 0 0,0 0 1 0 0,0 0-1 0 0,0 1 1 0 0,0-1-1 0 0,0 0 1 0 0,0 0-1 0 0,0 0 1 0 0,-1-1-1 0 0,1 1 0 0 0,0 0 1 0 0,0 0-1 0 0,0-1 1 0 0,0 1-1 0 0,0 0 1 0 0,-1-2-1 0 0,-1 0 4 0 0,1 1 0 0 0,0-2 1 0 0,0 1-1 0 0,0 0 0 0 0,0 0 0 0 0,1-1 0 0 0,-1 1 1 0 0,1-1-1 0 0,-1 1 0 0 0,1-1 0 0 0,-1-4 0 0 0,-3-7 46 0 0,1 0 0 0 0,0 0 0 0 0,-2-25 0 0 0,5 20-23 0 0,1 0-1 0 0,0 1 1 0 0,2-1 0 0 0,0 0 0 0 0,1 1 0 0 0,1 0 0 0 0,0 0-1 0 0,2 0 1 0 0,0 0 0 0 0,1 1 0 0 0,9-17 0 0 0,-8 19-375 0 0,1 0 1 0 0,1 1 0 0 0,0 0-1 0 0,1 1 1 0 0,13-13-1 0 0,-14 16-758 0 0,1 0 0 0 0,0 2-1 0 0,1-1 1 0 0,0 1 0 0 0,0 1 0 0 0,19-9-1 0 0,-4 4-2259 0 0</inkml:trace>
</inkml:ink>
</file>

<file path=ppt/ink/ink6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2:55:28.5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117 1 592 0 0,'-13'14'245'0'0,"0"2"0"0"0,2-1 0 0 0,0 2 0 0 0,1-1 0 0 0,0 1 1 0 0,2 1-1 0 0,0 0 0 0 0,1 0 0 0 0,0 0 0 0 0,2 1 0 0 0,-6 32 0 0 0,10-34-113 0 0,-1 0 0 0 0,2 0 0 0 0,1 0 1 0 0,0 0-1 0 0,1 0 0 0 0,0 0 0 0 0,2 0 0 0 0,0 0 0 0 0,1-1 1 0 0,0 0-1 0 0,1 0 0 0 0,1 0 0 0 0,14 22 0 0 0,11 12-182 0 0,3-2 0 0 0,2-2 1 0 0,1-1-1 0 0,82 73 0 0 0,-86-92-2494 0 0,-20-15 1086 0 0</inkml:trace>
</inkml:ink>
</file>

<file path=ppt/ink/ink6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2:55:29.1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112 420 6357 0 0,'0'-1'12'0'0,"0"1"0"0"0,0 0 0 0 0,0 0 1 0 0,0 0-1 0 0,0 0 0 0 0,0 0 0 0 0,0-1 1 0 0,0 1-1 0 0,0 0 0 0 0,0 0 0 0 0,0 0 1 0 0,0 0-1 0 0,0-1 0 0 0,0 1 0 0 0,0 0 1 0 0,0 0-1 0 0,0 0 0 0 0,0 0 0 0 0,0 0 1 0 0,1 0-1 0 0,-1-1 0 0 0,0 1 0 0 0,0 0 1 0 0,0 0-1 0 0,0 0 0 0 0,0 0 0 0 0,0 0 1 0 0,1 0-1 0 0,-1 0 0 0 0,0 0 0 0 0,0 0 0 0 0,0-1 1 0 0,0 1-1 0 0,1 0 0 0 0,-1 0 0 0 0,0 0 1 0 0,0 0-1 0 0,0 0 0 0 0,0 0 0 0 0,0 0 1 0 0,1 0-1 0 0,-1 0 0 0 0,0 0 0 0 0,0 0 1 0 0,0 0-1 0 0,0 1 0 0 0,1-1 0 0 0,-1 0 1 0 0,0 0-1 0 0,0 0 0 0 0,0 0 0 0 0,0 0 1 0 0,0 0-1 0 0,1 0 0 0 0,-1 0 0 0 0,0 0 1 0 0,0 0-1 0 0,0 1 0 0 0,0-1 0 0 0,0 0 1 0 0,0 0-1 0 0,0 0 0 0 0,1 0 0 0 0,-1 1 1 0 0,0 16 413 0 0,-8 30 45 0 0,7-42-330 0 0,-7 62 662 0 0,3 1-1 0 0,5 100 0 0 0,1-71-300 0 0,0-96-466 0 0,-1 1 0 0 0,0 0 0 0 0,0 0-1 0 0,0-1 1 0 0,0 1 0 0 0,0 0 0 0 0,0 0-1 0 0,-1-1 1 0 0,1 1 0 0 0,0 0 0 0 0,-1-1-1 0 0,0 1 1 0 0,1 0 0 0 0,-1-1-1 0 0,-1 4 1 0 0,1-5-13 0 0,0-1-1 0 0,1 1 1 0 0,-1 0-1 0 0,0 0 1 0 0,1-1-1 0 0,-1 1 1 0 0,0 0-1 0 0,1-1 1 0 0,-1 1-1 0 0,1 0 1 0 0,-1-1-1 0 0,1 1 1 0 0,-1-1-1 0 0,1 1 0 0 0,-1-1 1 0 0,1 1-1 0 0,-1-1 1 0 0,1 1-1 0 0,-1-1 1 0 0,1 0-1 0 0,0 1 1 0 0,-1-1-1 0 0,1 1 1 0 0,0-1-1 0 0,0 0 1 0 0,-25-58 431 0 0,12 18-376 0 0,1-1 0 0 0,2-1 0 0 0,2 0 0 0 0,2 0 0 0 0,2 0 0 0 0,2-64 0 0 0,3 82-71 0 0,1 0-1 0 0,1 0 0 0 0,1 0 0 0 0,1 0 0 0 0,2 1 0 0 0,0 0 0 0 0,2 0 1 0 0,0 0-1 0 0,1 1 0 0 0,2 1 0 0 0,0 0 0 0 0,23-31 0 0 0,-22 39-3 0 0,0 1 0 0 0,1 0 0 0 0,0 1 0 0 0,1 1 0 0 0,0 0 0 0 0,1 1-1 0 0,0 1 1 0 0,0 0 0 0 0,1 1 0 0 0,0 1 0 0 0,20-6 0 0 0,-25 10 0 0 0,0 0 1 0 0,0 0 0 0 0,0 2-1 0 0,1-1 1 0 0,-1 2-1 0 0,0-1 1 0 0,24 4-1 0 0,-29-2-2 0 0,1 0 0 0 0,-1 1 0 0 0,1 1 0 0 0,-1-1 0 0 0,0 1 0 0 0,0 0-1 0 0,0 0 1 0 0,-1 1 0 0 0,1 0 0 0 0,-1 0 0 0 0,0 1 0 0 0,0 0 0 0 0,8 8 0 0 0,-10-9-2 0 0,0 0 1 0 0,-1 1 0 0 0,1 0 0 0 0,-1 0-1 0 0,0 0 1 0 0,0 0 0 0 0,0 0 0 0 0,-1 1-1 0 0,1-1 1 0 0,-1 1 0 0 0,-1-1 0 0 0,1 1 0 0 0,-1 0-1 0 0,0 0 1 0 0,0 0 0 0 0,-1 0 0 0 0,0 0-1 0 0,0 0 1 0 0,0 0 0 0 0,-1-1 0 0 0,0 1-1 0 0,0 0 1 0 0,0 0 0 0 0,-1 0 0 0 0,0-1 0 0 0,0 1-1 0 0,0-1 1 0 0,-1 1 0 0 0,0-1 0 0 0,0 0-1 0 0,0 0 1 0 0,-5 6 0 0 0,-2 1 2 0 0,0 0-1 0 0,-1 0 1 0 0,0-1 0 0 0,-1 0 0 0 0,0-1-1 0 0,-1 0 1 0 0,0-1 0 0 0,0-1 0 0 0,-1 0-1 0 0,0 0 1 0 0,-16 5 0 0 0,-2-4-96 0 0,0-1 1 0 0,-1-1-1 0 0,-37 3 1 0 0,20-3-2283 0 0,48-7 1404 0 0</inkml:trace>
</inkml:ink>
</file>

<file path=ppt/ink/ink6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2:55:29.8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 0 736 0 0,'0'0'2926'0'0,"0"4"-2195"0"0,0 105 2623 0 0,0 58-514 0 0,-1 120-298 0 0,1-276-2370 0 0,-1 1 1 0 0,1-1 0 0 0,-5 18-1 0 0,5-28 100 0 0,2-4-246 0 0,3-6-13 0 0,0 0 1 0 0,1 0 0 0 0,1 1 0 0 0,-1 0 0 0 0,1 0-1 0 0,1 0 1 0 0,-1 1 0 0 0,1 1 0 0 0,0-1 0 0 0,1 1 0 0 0,14-8-1 0 0,-19 12-10 0 0,0 1-1 0 0,0-1 1 0 0,0 1-1 0 0,0 0 1 0 0,0 0-1 0 0,0 0 1 0 0,0 1-1 0 0,0-1 1 0 0,0 1-1 0 0,0 0 1 0 0,0 0 0 0 0,0 0-1 0 0,0 1 1 0 0,1-1-1 0 0,-1 1 1 0 0,0 0-1 0 0,0 0 1 0 0,0 1-1 0 0,-1-1 1 0 0,1 1-1 0 0,0 0 1 0 0,-1 0-1 0 0,1 0 1 0 0,-1 0-1 0 0,1 1 1 0 0,-1-1-1 0 0,0 1 1 0 0,0 0-1 0 0,0 0 1 0 0,0 0-1 0 0,-1 0 1 0 0,4 7-1 0 0,1-1-65 0 0,0 1 0 0 0,-1 0-1 0 0,0 1 1 0 0,7 17 0 0 0,-8 3-3138 0 0,-5-30 2584 0 0,42-69-5665 0 0,-33 56 6127 0 0,0 1 0 0 0,0 0 0 0 0,2 1 0 0 0,12-11 0 0 0,-20 17 259 0 0,1 1-1 0 0,-1 0 1 0 0,1 1-1 0 0,0-1 1 0 0,0 0-1 0 0,0 1 1 0 0,0 0-1 0 0,1 0 1 0 0,-1 0-1 0 0,1 1 1 0 0,-1-1-1 0 0,1 1 1 0 0,-1 0-1 0 0,1 1 1 0 0,0-1-1 0 0,-1 1 1 0 0,1 0-1 0 0,0 0 1 0 0,0 0-1 0 0,-1 1 1 0 0,1-1-1 0 0,0 1 1 0 0,-1 0-1 0 0,1 1 1 0 0,-1-1-1 0 0,1 1 1 0 0,-1 0-1 0 0,0 0 1 0 0,0 0-1 0 0,0 0 1 0 0,0 1-1 0 0,0 0 1 0 0,6 5-1 0 0,59 71 3022 0 0,-67-79-3069 0 0,0 0 0 0 0,-1 0 0 0 0,1 0-1 0 0,0 0 1 0 0,-1 0 0 0 0,1 0 0 0 0,-1 0 0 0 0,1-1 0 0 0,0 1 0 0 0,-1 0 0 0 0,1-1 0 0 0,-1 0 0 0 0,1 1 0 0 0,-1-1 0 0 0,1 0 0 0 0,-1 0 0 0 0,1 0 0 0 0,-1 0 0 0 0,0 0 0 0 0,3-2 0 0 0,27-23 224 0 0,27-28-1661 0 0,-14 25-4577 0 0,-34 22 3744 0 0</inkml:trace>
</inkml:ink>
</file>

<file path=ppt/ink/ink6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2:55:30.6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136 21 272 0 0,'1'-1'407'0'0,"0"0"0"0"0,0 0 0 0 0,0 0 1 0 0,-1 0-1 0 0,1 0 0 0 0,0 0 0 0 0,-1 0 0 0 0,1-1 0 0 0,-1 1 1 0 0,1 0-1 0 0,-1 0 0 0 0,0-1 0 0 0,1 1 0 0 0,-1-3 0 0 0,-5 4-261 0 0,0-1-1 0 0,-1 1 1 0 0,1 0-1 0 0,0 0 1 0 0,0 1-1 0 0,-1 0 1 0 0,1 0-1 0 0,0 0 1 0 0,0 0-1 0 0,0 1 1 0 0,0 0-1 0 0,0 0 1 0 0,0 0-1 0 0,1 1 1 0 0,-1-1-1 0 0,1 1 0 0 0,-8 6 1 0 0,9-7-83 0 0,-1 1 0 0 0,1-1 1 0 0,0 1-1 0 0,-1 0 0 0 0,1 0 0 0 0,0 0 1 0 0,1 0-1 0 0,-1 0 0 0 0,0 1 0 0 0,1-1 1 0 0,0 1-1 0 0,0 0 0 0 0,0-1 0 0 0,0 1 1 0 0,1 0-1 0 0,-1 0 0 0 0,1 0 0 0 0,0 1 0 0 0,0-1 1 0 0,1 0-1 0 0,-1 0 0 0 0,1 0 0 0 0,0 7 1 0 0,1-9-53 0 0,0-1 1 0 0,0 1 0 0 0,0-1 0 0 0,0 1 0 0 0,0-1-1 0 0,0 0 1 0 0,0 1 0 0 0,0-1 0 0 0,1 0 0 0 0,-1 0-1 0 0,1 0 1 0 0,-1 0 0 0 0,1 0 0 0 0,-1 0 0 0 0,1 0-1 0 0,-1 0 1 0 0,1-1 0 0 0,0 1 0 0 0,-1-1 0 0 0,1 1-1 0 0,0-1 1 0 0,0 0 0 0 0,-1 1 0 0 0,1-1 0 0 0,0 0-1 0 0,0 0 1 0 0,-1 0 0 0 0,1 0 0 0 0,0-1 0 0 0,2 0-1 0 0,4 1 9 0 0,0-1-1 0 0,0-1 1 0 0,0 1-1 0 0,-1-1 1 0 0,11-4-1 0 0,-11 2-5 0 0,-6 4-15 0 0,16-2 36 0 0,-15 2-24 0 0,15 39 20 0 0,-15-33-25 0 0,-1-6-5 0 0,0 1 1 0 0,0-1 0 0 0,0 0-1 0 0,-1 1 1 0 0,1-1 0 0 0,0 0-1 0 0,0 0 1 0 0,0 0-1 0 0,0 0 1 0 0,0 0 0 0 0,0 0-1 0 0,0 0 1 0 0,0 0 0 0 0,0 0-1 0 0,0 0 1 0 0,0 0 0 0 0,0 0-1 0 0,-1-1 1 0 0,1 1-1 0 0,0 0 1 0 0,1-1 0 0 0,67-29-9 0 0,-55 22 5 0 0,0 1 0 0 0,0 1 0 0 0,0 1 0 0 0,1 0 0 0 0,-1 0 0 0 0,1 2 0 0 0,1 0 0 0 0,15-1 0 0 0,-29 3 2 0 0,0 1 0 0 0,0 0 1 0 0,0-1-1 0 0,0 1 0 0 0,0 0 0 0 0,0 0 0 0 0,0 1 0 0 0,0-1 1 0 0,0 0-1 0 0,0 1 0 0 0,0-1 0 0 0,0 1 0 0 0,0-1 0 0 0,0 1 1 0 0,0 0-1 0 0,-1 0 0 0 0,1 0 0 0 0,0 0 0 0 0,0 0 0 0 0,-1 1 1 0 0,1-1-1 0 0,-1 0 0 0 0,1 1 0 0 0,-1-1 0 0 0,1 1 0 0 0,-1-1 1 0 0,0 1-1 0 0,0 0 0 0 0,0 0 0 0 0,0-1 0 0 0,0 1 0 0 0,0 0 1 0 0,-1 0-1 0 0,1 0 0 0 0,0 0 0 0 0,-1 0 0 0 0,0 0 0 0 0,1 0 1 0 0,-1 0-1 0 0,0 3 0 0 0,0-2 0 0 0,1-1 0 0 0,-1 1 0 0 0,1 0 0 0 0,0 0 1 0 0,0 0-1 0 0,0 0 0 0 0,0-1 0 0 0,0 1 0 0 0,0 0 0 0 0,1-1 1 0 0,1 3-1 0 0,-1-3 0 0 0,-1-1 0 0 0,0 0 0 0 0,0 0 0 0 0,0-1 1 0 0,1 1-1 0 0,-1 0 0 0 0,1 0 0 0 0,-1-1 0 0 0,0 1 0 0 0,1 0 1 0 0,-1-1-1 0 0,1 0 0 0 0,0 1 0 0 0,-1-1 0 0 0,1 0 0 0 0,-1 0 1 0 0,1 0-1 0 0,-1 0 0 0 0,1 0 0 0 0,0 0 0 0 0,-1 0 0 0 0,1 0 1 0 0,-1-1-1 0 0,3 0 0 0 0,35-16 1 0 0,-27 11-4 0 0,-6 3 56 0 0,0-1 1 0 0,0 0 0 0 0,0 0-1 0 0,-1 0 1 0 0,1 0 0 0 0,-1-1-1 0 0,0 0 1 0 0,0 0-1 0 0,-1-1 1 0 0,0 1 0 0 0,0-1-1 0 0,7-12 1 0 0,-11 18-29 0 0,0 0-1 0 0,0-1 0 0 0,0 1 1 0 0,0 0-1 0 0,0-1 1 0 0,1 1-1 0 0,-1 0 1 0 0,0 0-1 0 0,0-1 0 0 0,1 1 1 0 0,-1 0-1 0 0,0-1 1 0 0,0 1-1 0 0,1 0 1 0 0,-1 0-1 0 0,0 0 0 0 0,0-1 1 0 0,1 1-1 0 0,-1 0 1 0 0,0 0-1 0 0,1 0 1 0 0,-1 0-1 0 0,0 0 0 0 0,1-1 1 0 0,-1 1-1 0 0,1 0 1 0 0,-1 0-1 0 0,0 0 1 0 0,1 0-1 0 0,-1 0 0 0 0,0 0 1 0 0,1 0-1 0 0,-1 0 1 0 0,0 0-1 0 0,1 1 1 0 0,-1-1-1 0 0,0 0 0 0 0,1 0 1 0 0,-1 0-1 0 0,0 0 1 0 0,1 0-1 0 0,-1 1 1 0 0,0-1-1 0 0,1 0 1 0 0,-1 0-1 0 0,0 0 0 0 0,1 1 1 0 0,-1-1-1 0 0,0 0 1 0 0,0 0-1 0 0,0 1 1 0 0,1-1-1 0 0,-1 0 0 0 0,0 1 1 0 0,0-1-1 0 0,0 0 1 0 0,0 1-1 0 0,1-1 1 0 0,-1 0-1 0 0,0 1 0 0 0,0-1 1 0 0,0 1-1 0 0,19 31-862 0 0,-11-18-482 0 0,8 8-4198 0 0,-4-13 2326 0 0</inkml:trace>
</inkml:ink>
</file>

<file path=ppt/ink/ink6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2:55:31.1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7 221 780 0 0,'0'0'3535'0'0,"-6"-11"271"0"0,7 7-3674 0 0,1 0 0 0 0,0 1 1 0 0,0-1-1 0 0,0 0 1 0 0,0 1-1 0 0,1 0 0 0 0,-1-1 1 0 0,1 1-1 0 0,0 0 0 0 0,0 0 1 0 0,0 1-1 0 0,1-1 0 0 0,3-2 1 0 0,48-26 392 0 0,-47 26-412 0 0,169-76 647 0 0,-150 71-673 0 0,-1 1 0 0 0,2 2-1 0 0,-1 0 1 0 0,54-4 0 0 0,-74 10-68 0 0,0 1-1 0 0,0 0 1 0 0,0 0 0 0 0,0 1 0 0 0,0 0 0 0 0,0 0 0 0 0,0 1 0 0 0,-1 0-1 0 0,1 0 1 0 0,0 0 0 0 0,-1 1 0 0 0,0 0 0 0 0,9 5 0 0 0,-13-6-13 0 0,1 0 0 0 0,-1 1 1 0 0,0-1-1 0 0,1 1 1 0 0,-1-1-1 0 0,0 1 0 0 0,-1-1 1 0 0,1 1-1 0 0,0 0 1 0 0,-1 0-1 0 0,1 0 0 0 0,-1 0 1 0 0,0 0-1 0 0,0 0 1 0 0,0 0-1 0 0,0 1 1 0 0,-1-1-1 0 0,0 0 0 0 0,1 0 1 0 0,-1 1-1 0 0,0-1 1 0 0,0 0-1 0 0,-1 1 0 0 0,1-1 1 0 0,-1 0-1 0 0,1 0 1 0 0,-1 1-1 0 0,0-1 0 0 0,-3 5 1 0 0,-2 7 1 0 0,0 0 0 0 0,-2-1 0 0 0,0 0 0 0 0,-18 26 0 0 0,22-35 38 0 0,0 1 0 0 0,-1-1 0 0 0,1 0 0 0 0,-1 0 1 0 0,0-1-1 0 0,0 1 0 0 0,-1-1 0 0 0,0 0 0 0 0,1 0 0 0 0,-1-1 0 0 0,0 0 1 0 0,-1 0-1 0 0,-11 4 0 0 0,17-7-28 0 0,1 1 0 0 0,-1-1 0 0 0,0 0 0 0 0,0 0 0 0 0,1 0 0 0 0,-1 0 0 0 0,0 1 0 0 0,0-1 0 0 0,0 0 0 0 0,1 0 0 0 0,-1 0 0 0 0,0-1 0 0 0,0 1 1 0 0,1 0-1 0 0,-1 0 0 0 0,0 0 0 0 0,0 0 0 0 0,1-1 0 0 0,-1 1 0 0 0,0 0 0 0 0,0-1 0 0 0,1 1 0 0 0,-1-1 0 0 0,1 1 0 0 0,-1-1 0 0 0,0 0 0 0 0,4-16 245 0 0,26-22-49 0 0,-27 37-185 0 0,4-2-136 0 0,0 0-1 0 0,0 0 0 0 0,0 1 1 0 0,0 0-1 0 0,1 0 0 0 0,-1 0 1 0 0,1 1-1 0 0,0 0 0 0 0,-1 0 1 0 0,1 1-1 0 0,10-1 0 0 0,9-4-874 0 0,8-2-400 0 0,32-9-4493 0 0,-47 10 3393 0 0</inkml:trace>
</inkml:ink>
</file>

<file path=ppt/ink/ink6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2:55:31.5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92 44 112 0 0,'14'-41'5671'0'0,"-13"38"-3817"0"0,-2 6-298 0 0,-7 23-302 0 0,-4 17-527 0 0,2 1-1 0 0,2 0 1 0 0,2 1 0 0 0,2-1 0 0 0,3 85-1 0 0,3-106-638 0 0,-1-14-160 0 0,0 0 0 0 0,0-1-1 0 0,-1 1 1 0 0,0 0-1 0 0,-1-1 1 0 0,0 1 0 0 0,0 0-1 0 0,-4 9 1 0 0,5-17-20 0 0,0-1 1 0 0,-1 1-1 0 0,1-1 1 0 0,-1 1-1 0 0,1-1 0 0 0,-1 1 1 0 0,1-1-1 0 0,-1 1 1 0 0,0-1-1 0 0,1 0 1 0 0,-1 1-1 0 0,1-1 0 0 0,-1 0 1 0 0,0 0-1 0 0,1 0 1 0 0,-1 1-1 0 0,1-1 0 0 0,-1 0 1 0 0,0 0-1 0 0,1 0 1 0 0,-1 0-1 0 0,0 0 1 0 0,1 0-1 0 0,-1 0 0 0 0,0 0 1 0 0,1 0-1 0 0,-1 0 1 0 0,0-1-1 0 0,1 1 0 0 0,-1 0 1 0 0,0 0-1 0 0,1-1 1 0 0,-1 1-1 0 0,1 0 0 0 0,-1-1 1 0 0,1 1-1 0 0,-1 0 1 0 0,1-1-1 0 0,-1 1 1 0 0,0-2-1 0 0,-21-15-5601 0 0,14 8 2993 0 0</inkml:trace>
</inkml:ink>
</file>

<file path=ppt/ink/ink6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2:55:31.8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44 16 0 0,'2'-4'259'0'0,"1"1"0"0"0,0 0 0 0 0,0 0 1 0 0,0-1-1 0 0,0 2 0 0 0,1-1 0 0 0,-1 0 0 0 0,1 1 0 0 0,-1-1 0 0 0,1 1 0 0 0,0 0 1 0 0,0 1-1 0 0,0-1 0 0 0,0 0 0 0 0,0 1 0 0 0,1 0 0 0 0,-1 0 0 0 0,0 1 0 0 0,1-1 1 0 0,7 1-1 0 0,5-1-594 0 0,0 1 0 0 0,0 1 0 0 0,-1 1 0 0 0,18 4 0 0 0,-25-5-1097 0 0,1 0 109 0 0</inkml:trace>
</inkml:ink>
</file>

<file path=ppt/ink/ink6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2:55:32.2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0 156 0 0,'7'0'476'0'0,"0"1"1"0"0,0-1-1 0 0,0 1 1 0 0,-1 1-1 0 0,1-1 0 0 0,0 1 1 0 0,0 0-1 0 0,-1 0 0 0 0,11 6 1 0 0,-15-7-402 0 0,-1 0 0 0 0,1 0 0 0 0,0 0 1 0 0,-1 1-1 0 0,1-1 0 0 0,-1 0 0 0 0,0 1 1 0 0,1-1-1 0 0,-1 1 0 0 0,0 0 0 0 0,0-1 1 0 0,0 1-1 0 0,0 0 0 0 0,0 0 0 0 0,0 0 1 0 0,0-1-1 0 0,-1 1 0 0 0,1 0 0 0 0,-1 0 1 0 0,1 0-1 0 0,-1 0 0 0 0,0 0 0 0 0,0 0 0 0 0,0 0 1 0 0,0 0-1 0 0,0 0 0 0 0,0 0 0 0 0,-1 0 1 0 0,1 0-1 0 0,-1 0 0 0 0,1 0 0 0 0,-1 0 1 0 0,0 0-1 0 0,1 0 0 0 0,-1-1 0 0 0,0 1 1 0 0,0 0-1 0 0,-2 2 0 0 0,-24 27 1059 0 0,24-31-438 0 0,18-17-533 0 0,-6 6-133 0 0,1 1-1 0 0,0 0 1 0 0,0 1-1 0 0,1 0 1 0 0,0 1 0 0 0,1 1-1 0 0,0-1 1 0 0,0 2-1 0 0,1-1 1 0 0,0 2 0 0 0,16-6-1 0 0,-26 11-27 0 0,0 0 0 0 0,0 1-1 0 0,0-1 1 0 0,0 0 0 0 0,0 1 0 0 0,0 0-1 0 0,0-1 1 0 0,0 1 0 0 0,0 0 0 0 0,-1 1-1 0 0,1-1 1 0 0,0 0 0 0 0,-1 1-1 0 0,1 0 1 0 0,-1-1 0 0 0,1 1 0 0 0,-1 0-1 0 0,0 0 1 0 0,0 0 0 0 0,0 1 0 0 0,0-1-1 0 0,0 0 1 0 0,0 1 0 0 0,1 3-1 0 0,8 6 2 0 0,-9-10-2 0 0,1-1 0 0 0,0 0 1 0 0,0 0-1 0 0,-1 0 1 0 0,1 0-1 0 0,0 0 0 0 0,0-1 1 0 0,0 1-1 0 0,0-1 1 0 0,5 0-1 0 0,-5 0 74 0 0,25-1-827 0 0,23 7-5534 0 0</inkml:trace>
</inkml:ink>
</file>

<file path=ppt/ink/ink6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2:55:33.0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0 467 608 0 0,'18'-4'223'0'0,"-18"4"-130"0"0,0 0 0 0 0,0 0 0 0 0,0 0 0 0 0,-1 1 0 0 0,1-1 0 0 0,0 0 0 0 0,0 0 0 0 0,0 1 0 0 0,0-1 0 0 0,0 0 0 0 0,0 0 0 0 0,0 1 0 0 0,0-1 0 0 0,0 0 0 0 0,0 0 0 0 0,0 0 1 0 0,0 1-1 0 0,0-1 0 0 0,0 0 0 0 0,1 0 0 0 0,-1 1 0 0 0,0-1 0 0 0,0 0 0 0 0,0 0 0 0 0,0 0 0 0 0,0 1 0 0 0,0-1 0 0 0,1 0 0 0 0,-1 0 0 0 0,0 0 0 0 0,0 0 0 0 0,0 1 0 0 0,0-1 0 0 0,1 0 0 0 0,-1 0 0 0 0,0 0 0 0 0,0 0 0 0 0,0 0 0 0 0,1 0 0 0 0,-1 1 0 0 0,0-1 0 0 0,0 0 1 0 0,1 0-1 0 0,-1 0 0 0 0,0 0 0 0 0,0 0 0 0 0,1 0 0 0 0,-1 0 0 0 0,0 0 0 0 0,0 0 0 0 0,1 0 0 0 0,-1 0 0 0 0,0 0 0 0 0,0 0 0 0 0,0 0 0 0 0,1-1 0 0 0,-1 1 0 0 0,0 0 0 0 0,0 0 0 0 0,1 0 0 0 0,-1 0 0 0 0,0 1-68 0 0,0-1-1 0 0,0 1 0 0 0,0 0 1 0 0,0 0-1 0 0,0 0 0 0 0,1 0 1 0 0,-1 0-1 0 0,0 0 0 0 0,0-1 1 0 0,1 1-1 0 0,-1 0 1 0 0,1 0-1 0 0,-1 0 0 0 0,1-1 1 0 0,-1 1-1 0 0,1 0 0 0 0,-1-1 1 0 0,1 1-1 0 0,-1 0 0 0 0,1-1 1 0 0,0 1-1 0 0,0-1 0 0 0,-1 1 1 0 0,1-1-1 0 0,0 1 0 0 0,0-1 1 0 0,-1 0-1 0 0,1 1 1 0 0,0-1-1 0 0,0 0 0 0 0,0 0 1 0 0,0 1-1 0 0,-1-1 0 0 0,1 0 1 0 0,0 0-1 0 0,0 0 0 0 0,0 0 1 0 0,0 0-1 0 0,0 0 0 0 0,0 0 1 0 0,0 0-1 0 0,-1-1 0 0 0,1 1 1 0 0,1-1-1 0 0,36-5 285 0 0,-30 1-274 0 0,-1 0 0 0 0,-1 0 0 0 0,1-1-1 0 0,-1 1 1 0 0,1-1 0 0 0,-2-1 0 0 0,1 0 0 0 0,-1 1 0 0 0,0-1 0 0 0,0-1-1 0 0,-1 1 1 0 0,0-1 0 0 0,6-16 0 0 0,3-12 33 0 0,15-69 0 0 0,-20 69-34 0 0,13-97 43 0 0,-14 77-37 0 0,-8 45 89 0 0,-5 11-4 0 0,-15 22 109 0 0,13-12-131 0 0,0 1 1 0 0,1 1-1 0 0,-10 19 1 0 0,11-14-21 0 0,-10 28 128 0 0,1 1-1 0 0,-14 82 1 0 0,27-114-179 0 0,0 1-1 0 0,1 0 0 0 0,1 0 0 0 0,0 0 0 0 0,1 0 1 0 0,4 16-1 0 0,-5-28-27 0 0,1 1 1 0 0,0-1-1 0 0,-1 0 1 0 0,1 0-1 0 0,1 0 1 0 0,-1 0-1 0 0,0 0 0 0 0,1 0 1 0 0,0 0-1 0 0,-1 0 1 0 0,1-1-1 0 0,0 1 1 0 0,1-1-1 0 0,-1 1 1 0 0,0-1-1 0 0,1 0 1 0 0,-1 0-1 0 0,1 0 1 0 0,0 0-1 0 0,-1 0 0 0 0,1-1 1 0 0,0 1-1 0 0,0-1 1 0 0,0 0-1 0 0,0 0 1 0 0,0 0-1 0 0,1 0 1 0 0,-1 0-1 0 0,0-1 1 0 0,0 0-1 0 0,1 1 1 0 0,-1-1-1 0 0,0 0 1 0 0,6-1-1 0 0,3-2 75 0 0,1 0 0 0 0,-1-1-1 0 0,0 0 1 0 0,0-1 0 0 0,-1 0 0 0 0,0-1-1 0 0,0 0 1 0 0,0-1 0 0 0,0 0 0 0 0,-1 0 0 0 0,-1-2-1 0 0,17-16 1 0 0,-25 25 534 0 0,-8 16-540 0 0,6-16-70 0 0,0 1 0 0 0,1-1 0 0 0,-1 1-1 0 0,1 0 1 0 0,-1-1 0 0 0,1 1 0 0 0,0 0 0 0 0,-1-1 0 0 0,1 1 0 0 0,0 0-1 0 0,-1 0 1 0 0,1-1 0 0 0,0 1 0 0 0,0 0 0 0 0,0 0 0 0 0,-1 0-1 0 0,1-1 1 0 0,0 1 0 0 0,0 0 0 0 0,0 0 0 0 0,0 0 0 0 0,0-1-1 0 0,1 1 1 0 0,-1 0 0 0 0,0 0 0 0 0,1 0 0 0 0,2 7 36 0 0,-3-6-34 0 0,1 0 0 0 0,-1 0 0 0 0,1 0 1 0 0,0 0-1 0 0,-1-1 0 0 0,1 1 0 0 0,0 0 0 0 0,0-1 0 0 0,0 1 1 0 0,1-1-1 0 0,-1 1 0 0 0,0-1 0 0 0,1 0 0 0 0,-1 1 0 0 0,0-1 1 0 0,1 0-1 0 0,-1 0 0 0 0,1 0 0 0 0,0 0 0 0 0,-1 0 0 0 0,1 0 1 0 0,0 0-1 0 0,0-1 0 0 0,0 1 0 0 0,-1-1 0 0 0,3 1 1 0 0,11 2 10 0 0,-1-1 1 0 0,1 0-1 0 0,0-1 1 0 0,0-1-1 0 0,0 0 1 0 0,17-3-1 0 0,24 0 43 0 0,-41 4 453 0 0,-2 1-1947 0 0,-5-2-5366 0 0</inkml:trace>
</inkml:ink>
</file>

<file path=ppt/ink/ink6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2:55:33.3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1 130 1068 0 0,'8'-12'1192'0'0,"-1"-2"-16"0"0,5-1-68 0 0,-1 1-83 0 0,1 0-105 0 0,1 2-76 0 0,-5-2-80 0 0,1 5-100 0 0,1 4-56 0 0,0-5-100 0 0,-1 6-212 0 0,-1-1-300 0 0,0 4-380 0 0,1 1-416 0 0,7 0-3825 0 0</inkml:trace>
</inkml:ink>
</file>

<file path=ppt/ink/ink6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2:55:34.7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90 593 288 0 0,'1'-1'136'0'0,"0"1"0"0"0,0-1 0 0 0,0 1-1 0 0,0-1 1 0 0,0 1 0 0 0,0 0 0 0 0,0 0 0 0 0,0 0 0 0 0,1 0 0 0 0,-1-1-1 0 0,0 1 1 0 0,0 0 0 0 0,0 1 0 0 0,0-1 0 0 0,0 0 0 0 0,0 0 0 0 0,0 0-1 0 0,0 1 1 0 0,0-1 0 0 0,0 0 0 0 0,0 1 0 0 0,0-1 0 0 0,0 1 0 0 0,0 0-1 0 0,0-1 1 0 0,0 1 0 0 0,-1 0 0 0 0,3 1 0 0 0,-2 0 28 0 0,0 0 0 0 0,1 1-1 0 0,-1-1 1 0 0,0 1 0 0 0,-1-1 0 0 0,1 1 0 0 0,0-1 0 0 0,-1 1 0 0 0,1-1 0 0 0,-1 1-1 0 0,0 4 1 0 0,0 8 252 0 0,-1 1-1 0 0,-1-1 0 0 0,-3 15 0 0 0,5-27-293 0 0,-5 22 461 0 0,-1 0 1 0 0,0 0-1 0 0,-2 0 1 0 0,-15 31-1 0 0,23-55-521 0 0,0-1 0 0 0,0 1-1 0 0,-1 0 1 0 0,1 0 0 0 0,-1 0-1 0 0,1-1 1 0 0,0 1 0 0 0,-1 0-1 0 0,1 0 1 0 0,-1-1-1 0 0,0 1 1 0 0,1-1 0 0 0,-1 1-1 0 0,1 0 1 0 0,-1-1 0 0 0,0 1-1 0 0,0-1 1 0 0,1 1 0 0 0,-1-1-1 0 0,0 0 1 0 0,0 1 0 0 0,1-1-1 0 0,-1 0 1 0 0,0 1 0 0 0,0-1-1 0 0,0 0 1 0 0,0 0-1 0 0,0 0 1 0 0,1 0 0 0 0,-1 0-1 0 0,0 0 1 0 0,0 0 0 0 0,0 0-1 0 0,-1 0 1 0 0,0-1-10 0 0,1-1-1 0 0,-1 1 1 0 0,0-1 0 0 0,0 1-1 0 0,1-1 1 0 0,-1 0 0 0 0,1 1-1 0 0,-1-1 1 0 0,1 0 0 0 0,0 0-1 0 0,0 0 1 0 0,-2-4 0 0 0,-2-6 42 0 0,0-1 1 0 0,0 1-1 0 0,-4-27 1 0 0,6 16-27 0 0,2-1 0 0 0,1 1 1 0 0,0-1-1 0 0,2 1 0 0 0,1 0 0 0 0,1-1 0 0 0,0 1 1 0 0,10-26-1 0 0,-1 10-18 0 0,2 1 0 0 0,2 0 0 0 0,38-64 0 0 0,-41 80-33 0 0,2 0 1 0 0,0 0-1 0 0,2 2 1 0 0,19-20-1 0 0,-30 34-13 0 0,0-1-1 0 0,1 1 0 0 0,-1 0 0 0 0,1 1 1 0 0,0-1-1 0 0,0 2 0 0 0,1-1 0 0 0,-1 1 1 0 0,1 1-1 0 0,0-1 0 0 0,0 1 0 0 0,1 1 1 0 0,-1 0-1 0 0,18-2 0 0 0,-25 4-3 0 0,-1 0-1 0 0,1 0 1 0 0,0 0-1 0 0,0 0 1 0 0,-1 1-1 0 0,1-1 1 0 0,0 0-1 0 0,0 1 1 0 0,-1 0-1 0 0,1-1 1 0 0,-1 1-1 0 0,1 0 1 0 0,0 0-1 0 0,-1-1 1 0 0,1 1-1 0 0,-1 1 1 0 0,0-1-1 0 0,1 0 1 0 0,-1 0-1 0 0,0 0 1 0 0,0 1-1 0 0,2 1 1 0 0,-2 0 0 0 0,1 1 1 0 0,-1-1 0 0 0,0 0 0 0 0,0 0 0 0 0,0 1 0 0 0,0-1-1 0 0,-1 0 1 0 0,1 1 0 0 0,-1-1 0 0 0,0 0 0 0 0,0 4 0 0 0,-1 6 2 0 0,-1 0 0 0 0,0 0 0 0 0,-1 0 1 0 0,0-1-1 0 0,-6 14 0 0 0,-25 50 5 0 0,17-39-7 0 0,-14 42 1 0 0,27-69 4 0 0,1 0 0 0 0,1 1 0 0 0,0-1 1 0 0,0 1-1 0 0,1 0 0 0 0,1-1 0 0 0,-1 1 0 0 0,2 0 1 0 0,1 10-1 0 0,-1-13-8 0 0,1-1 1 0 0,0 0-1 0 0,1 0 0 0 0,-1 1 1 0 0,2-2-1 0 0,-1 1 1 0 0,1 0-1 0 0,0-1 1 0 0,0 0-1 0 0,0 0 0 0 0,1 0 1 0 0,8 8-1 0 0,-4-6 15 0 0,1 0-1 0 0,0 0 0 0 0,1-1 0 0 0,0 0 1 0 0,0-1-1 0 0,22 10 0 0 0,-12-9-227 0 0,-1 0 0 0 0,1-1 0 0 0,0-2 0 0 0,0 0 0 0 0,0-1 0 0 0,1-1 0 0 0,-1-1 0 0 0,32-2 0 0 0,-43 0-72 0 0,0-1 1 0 0,-1 0-1 0 0,1-1 1 0 0,-1 0 0 0 0,0 0-1 0 0,0-1 1 0 0,0 0-1 0 0,0 0 1 0 0,-1-1 0 0 0,15-11-1 0 0,-17 11 206 0 0,-1 1 0 0 0,0-1 0 0 0,0 0 0 0 0,0 0 0 0 0,-1-1 0 0 0,0 1 1 0 0,0-1-1 0 0,0 0 0 0 0,-1 0 0 0 0,0 0 0 0 0,0-1 0 0 0,0 1 0 0 0,-1-1 0 0 0,0 1 0 0 0,2-13 0 0 0,-3 12 32 0 0,2-10 1842 0 0,-3 31-484 0 0,0-12-1278 0 0,0 1 1 0 0,1-1-1 0 0,-1 1 1 0 0,0-1-1 0 0,1 1 0 0 0,-1-1 1 0 0,1 1-1 0 0,0-1 1 0 0,0 1-1 0 0,0-1 1 0 0,0 0-1 0 0,0 0 1 0 0,0 1-1 0 0,1-1 0 0 0,-1 0 1 0 0,1 0-1 0 0,0 0 1 0 0,-1-1-1 0 0,5 4 1 0 0,-3-2-6 0 0,1-1-1 0 0,0 0 1 0 0,0 0 0 0 0,0 0 0 0 0,0-1 0 0 0,0 1 0 0 0,1-1 0 0 0,-1 0 0 0 0,0 0 0 0 0,8 0-1 0 0,-2 0-31 0 0,-1-1 0 0 0,1 0-1 0 0,-1 0 1 0 0,1-1-1 0 0,0-1 1 0 0,-1 0-1 0 0,1 0 1 0 0,-1-1-1 0 0,0 0 1 0 0,9-4-1 0 0,2-5-155 0 0,-1-1-1 0 0,-1 0 1 0 0,0-1-1 0 0,-1-1 0 0 0,-1-1 1 0 0,0 0-1 0 0,-1-1 0 0 0,0-1 1 0 0,20-34-1 0 0,-2-5-217 0 0,-2-2 0 0 0,24-64 0 0 0,-41 90 295 0 0,-2 0-1 0 0,0-2 1 0 0,-3 1-1 0 0,9-54 1 0 0,-18 87 91 0 0,0 1 1 0 0,0-1 0 0 0,1 1-1 0 0,-1-1 1 0 0,0 1 0 0 0,0-1-1 0 0,0 1 1 0 0,0-1-1 0 0,0 1 1 0 0,0-1 0 0 0,0 1-1 0 0,0-1 1 0 0,0 1-1 0 0,0-1 1 0 0,0 1 0 0 0,0-1-1 0 0,0 1 1 0 0,0-1-1 0 0,0 1 1 0 0,-1-1 0 0 0,1 1-1 0 0,0-1 1 0 0,0 1-1 0 0,-1-1 1 0 0,1 1 0 0 0,0-1-1 0 0,-1 1 1 0 0,1-1-1 0 0,0 1 1 0 0,-1 0 0 0 0,1-1-1 0 0,0 1 1 0 0,-1 0-1 0 0,1-1 1 0 0,-1 1 0 0 0,1 0-1 0 0,-1 0 1 0 0,1-1 0 0 0,-2 1-1 0 0,-20 11 222 0 0,-21 31 78 0 0,25-20-174 0 0,2 1 0 0 0,0 0 0 0 0,2 1-1 0 0,0 0 1 0 0,2 1 0 0 0,1 1 0 0 0,-14 44 0 0 0,21-54-80 0 0,1 0-1 0 0,1-1 1 0 0,0 1 0 0 0,1 1 0 0 0,0-1-1 0 0,1 0 1 0 0,1 0 0 0 0,1 0-1 0 0,0 0 1 0 0,1 0 0 0 0,1 0 0 0 0,1-1-1 0 0,0 0 1 0 0,12 26 0 0 0,-12-30-27 0 0,1-1-1 0 0,0 0 1 0 0,0 0 0 0 0,1 0-1 0 0,1-1 1 0 0,-1 0 0 0 0,1 0 0 0 0,1-1-1 0 0,18 14 1 0 0,-20-18 3 0 0,-1 0 0 0 0,1-1 0 0 0,0 0 0 0 0,0 0 0 0 0,0 0 0 0 0,0-1 0 0 0,0 0 0 0 0,1 0 0 0 0,-1-1 0 0 0,0 0 0 0 0,1-1 0 0 0,0 1 0 0 0,-1-1 0 0 0,1-1 0 0 0,-1 1 0 0 0,14-4 0 0 0,15-9 113 0 0,-30 10-94 0 0,1 1 0 0 0,-1-1 0 0 0,1 1 0 0 0,-1 1 0 0 0,1-1 0 0 0,6 0 0 0 0,-4 3-27 0 0,-1 1 0 0 0,0 0 0 0 0,1 0 1 0 0,-1 0-1 0 0,0 1 0 0 0,0 0 0 0 0,-1 1 1 0 0,1 0-1 0 0,-1 0 0 0 0,0 1 1 0 0,0-1-1 0 0,0 2 0 0 0,8 7 0 0 0,26 16-2329 0 0,3-8-3953 0 0,-35-20 3415 0 0</inkml:trace>
</inkml:ink>
</file>

<file path=ppt/ink/ink6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2:55:35.0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1763 1 608 0 0,'4'20'475'0'0,"-2"-1"-1"0"0,0 1 1 0 0,-1 0-1 0 0,-1 0 1 0 0,0 0 0 0 0,-2 0-1 0 0,0 0 1 0 0,-2-1-1 0 0,0 1 1 0 0,-1-1-1 0 0,-1 0 1 0 0,0 0 0 0 0,-2-1-1 0 0,-11 22 1 0 0,-1-3 76 0 0,-1-2 0 0 0,-2 0 0 0 0,-2-1-1 0 0,0-2 1 0 0,-55 53 0 0 0,15-28 305 0 0,-108 75-1 0 0,105-87-486 0 0,-2-4-1 0 0,-77 33 1 0 0,143-72-358 0 0,-31 15-74 0 0,-373 174-481 0 0,-17-28-6819 0 0,298-124 4049 0 0</inkml:trace>
</inkml:ink>
</file>

<file path=ppt/ink/ink6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0-16T12:55:59.9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18 370 260,'0'0'874,"-17"-4"7807,47-6-8107,-1 2-268,-1-2 0,0-1 0,42-23 0,-64 31-285,1-1-1,-1 0 0,0 0 0,-1-1 0,1 0 1,-1 0-1,0 0 0,0-1 0,-1 1 0,1-1 1,-1 0-1,0 0 0,-1-1 0,0 1 1,0-1-1,0 0 0,-1 0 0,0 0 0,0 0 1,1-11-1,-2 16-16,-1 0 1,0 0 0,0 0-1,0 0 1,0 0-1,0 0 1,0 0-1,-1 0 1,1-1 0,-1 1-1,1 0 1,-1 0-1,0 0 1,0 1 0,0-1-1,0 0 1,0 0-1,0 0 1,0 1 0,-1-1-1,1 0 1,0 1-1,-1-1 1,-2-1 0,1 2-2,0 0 0,0-1 0,0 1 0,-1 0 0,1 1 0,0-1 0,-1 0 1,1 1-1,0 0 0,-1 0 0,1 0 0,-1 0 0,-5 2 0,-1-1 0,0 2-1,0-1 1,1 1-1,-1 1 0,1 0 1,0 0-1,-1 1 1,2 0-1,-12 9 0,16-11-2,0 1 0,1-1 0,-1 1-1,1-1 1,0 1 0,0 0-1,0 1 1,1-1 0,-1 0-1,1 1 1,0-1 0,1 1-1,-1 0 1,1 0 0,-1-1 0,0 10-1,3-10 2,-1-1 0,1 1 0,-1-1 0,1 0 0,0 1 0,0-1 0,1 0 0,-1 0 0,1 1 0,-1-1 0,1 0 0,0 0 0,0-1 0,1 1 0,-1 0 0,0-1-1,1 0 1,0 1 0,-1-1 0,1 0 0,0 0 0,0 0 0,0-1 0,5 3 0,13 5-1,1 0-1,-1-2 0,1-1 1,1 0-1,-1-2 1,1 0-1,0-2 1,0 0-1,30-3 1,-23 0-16,-1-2 0,1-1-1,-1-2 1,-1-1 0,1-1 0,51-22 0,-66 23 5,1-1 0,-2 0 0,1-1 1,-1 0-1,-1-1 0,0-1 0,0 0 0,10-13 0,-16 18 6,-1-1-1,-1 1 1,1-1 0,-1 0-1,0 0 1,-1 0 0,0 0-1,0-1 1,0 0-1,-1 1 1,0-1 0,-1 0-1,1 0 1,-2 0 0,1 0-1,-1 0 1,0 0-1,-2-10 1,2 16 4,0 0-1,-1 0 1,1 0-1,-1 0 1,1 0 0,-1 0-1,0 0 1,0 1-1,0-1 1,0 0-1,0 0 1,0 0 0,0 1-1,0-1 1,-1 1-1,1-1 1,-1 1-1,1-1 1,-1 1 0,0 0-1,1 0 1,-1 0-1,0 0 1,0 0-1,0 0 1,0 0 0,0 1-1,0-1 1,0 1-1,0-1 1,0 1-1,0 0 1,0 0 0,0 0-1,0 0 1,0 0-1,0 0 1,0 1-1,0-1 1,0 1 0,0-1-1,0 1 1,0 0-1,0 0 1,0 0 0,1 0-1,-1 0 1,0 0-1,1 0 1,-1 0-1,0 1 1,1-1 0,0 1-1,-1-1 1,1 1-1,0 0 1,0-1-1,0 1 1,0 0 0,0 0-1,0 0 1,0 0-1,1 0 1,-1 2-1,-1 11 6,0 0 0,2 1 0,0-1 0,1 0 0,0 1 0,1-1-1,1 0 1,0 0 0,11 28 0,9 52-17,-21-73 9,0 0 0,-1 1 0,-2-1 0,0 1 0,-1-1 1,-10 43-1,10-59 4,0 0 0,0 0 1,-1 0-1,1 0 0,-2 0 1,1 0-1,0-1 0,-1 0 1,0 0-1,-1 0 0,1 0 1,-7 5-1,7-7 3,-1 0-1,0-1 1,1 1 0,-1-1-1,0 0 1,0-1 0,0 1-1,0-1 1,0 0 0,0 0-1,-1-1 1,1 1 0,0-1-1,0 0 1,0-1 0,-1 1-1,-7-3 1,9 2 8,-1 0 0,0-1 0,0 1 0,1-1 0,-1 0 0,1-1 0,-1 1 0,1-1 0,0 0 0,-4-4 0,7 7-34,0-1 0,0 0-1,0 0 1,1 0 0,-1 0 0,0 0-1,0 0 1,1 0 0,-1 0 0,1 0-1,-1 0 1,1 0 0,0-1 0,-1 1-1,1 0 1,0 0 0,0 0 0,0-1-1,0 1 1,0 0 0,0 0 0,0 0-1,0-1 1,0 1 0,0 0 0,1 0-1,-1 0 1,1 0 0,-1-1 0,1 1-1,-1 0 1,1 0 0,-1 0 0,1 0-1,0 0 1,0 0 0,-1 0 0,1 1-1,0-1 1,0 0 0,0 0 0,0 1-1,0-1 1,0 0 0,0 1 0,0-1-1,1 1 1,0-1 0,4-2-453,-1 1-1,1 0 1,0 0 0,0 0-1,0 0 1,0 1 0,9-1-1,0 0-2225,2-1 254</inkml:trace>
</inkml:ink>
</file>

<file path=ppt/ink/ink6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0-16T12:56:00.2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94 192,'20'-10'2147,"-1"0"0,28-9 0,91-21 1133,-126 37-3029,33-7 857,-43 10-1119,-1 0 0,1-1 0,0 1 0,0 0 0,-1 0 0,1 0 1,0 0-1,-1 0 0,1 0 0,0 0 0,0 1 0,-1-1 0,1 1 0,0-1 1,-1 1-1,1 0 0,-1 0 0,4 1 0,-5-1-214,0 0 0,0 0 0,0 0 0,1 0 0,-1-1 0,0 1 0,0 0 0,0 0 0,-1 0 0,1 0 0,0 0 0,0 0 0,0 0 0,-1-1 0,1 1 0,0 0 0,-1 0 0,1 0 0,-1-1 0,1 1 0,-1 0 0,1 0 0,-1-1 0,1 1 0,-2 1 0,-9 8-2710</inkml:trace>
</inkml:ink>
</file>

<file path=ppt/ink/ink6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2:56:10.6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619 47 180 0 0,'12'-42'6965'0'0,"-14"42"-6900"0"0,0-1 0 0 0,0 0 0 0 0,-1 0 0 0 0,1 1 0 0 0,0 0 0 0 0,-1-1-1 0 0,1 1 1 0 0,-1 0 0 0 0,1 0 0 0 0,0 0 0 0 0,-1 0 0 0 0,1 1 0 0 0,-4 0-1 0 0,-32 5 149 0 0,0 1-1 0 0,0 3 0 0 0,1 0 1 0 0,0 3-1 0 0,1 1 0 0 0,1 2 0 0 0,0 1 1 0 0,1 1-1 0 0,-33 25 0 0 0,64-41-198 0 0,1-1 0 0 0,0 0-1 0 0,0 1 1 0 0,0-1 0 0 0,0 1-1 0 0,0 0 1 0 0,1 0 0 0 0,-1-1-1 0 0,0 1 1 0 0,1 0 0 0 0,-1 1-1 0 0,1-1 1 0 0,0 0 0 0 0,0 0-1 0 0,0 1 1 0 0,0-1 0 0 0,0 0-1 0 0,0 1 1 0 0,0-1 0 0 0,1 1-1 0 0,-1-1 1 0 0,1 1 0 0 0,0-1-1 0 0,0 1 1 0 0,0-1 0 0 0,0 1-1 0 0,1 3 1 0 0,1-2-10 0 0,0 0-1 0 0,0-1 1 0 0,1 0-1 0 0,-1 1 1 0 0,1-1 0 0 0,0 0-1 0 0,0 0 1 0 0,0 0 0 0 0,0-1-1 0 0,0 1 1 0 0,1-1-1 0 0,-1 1 1 0 0,1-1 0 0 0,0 0-1 0 0,7 2 1 0 0,30 12-19 0 0,46 11 1 0 0,-47-15 2 0 0,0 1 0 0 0,41 20 0 0 0,-71-28 11 0 0,0 0 1 0 0,0 1-1 0 0,0 0 1 0 0,-1 0-1 0 0,0 1 1 0 0,-1 1-1 0 0,0-1 1 0 0,0 2-1 0 0,0-1 1 0 0,-1 1 0 0 0,0 0-1 0 0,8 14 1 0 0,-13-20 0 0 0,-1 0-1 0 0,1 0 1 0 0,-1 0 0 0 0,0 0 0 0 0,0 1 0 0 0,0-1 0 0 0,0 0 0 0 0,-1 1 0 0 0,1-1 0 0 0,-1 0-1 0 0,0 1 1 0 0,0-1 0 0 0,0 1 0 0 0,0-1 0 0 0,-1 0 0 0 0,1 1 0 0 0,-1-1 0 0 0,0 0 0 0 0,-2 6 0 0 0,1-4-2 0 0,-1-1 1 0 0,0 1 0 0 0,0 0 0 0 0,-1-1 0 0 0,0 0 0 0 0,1 0-1 0 0,-1 0 1 0 0,0 0 0 0 0,-1-1 0 0 0,1 1 0 0 0,-6 2-1 0 0,-7 3 22 0 0,0 0-1 0 0,0-1 0 0 0,-1-1 0 0 0,0-1 0 0 0,-36 8 0 0 0,23-8 109 0 0,0-1-1 0 0,-1-2 0 0 0,1-1 0 0 0,-1-2 0 0 0,1-1 1 0 0,0-1-1 0 0,-1-2 0 0 0,1-1 0 0 0,0-1 1 0 0,-37-13-1 0 0,8-7 319 0 0,59 25-454 0 0,-4-1 162 0 0,32 17-8388 0 0,-19-9 5756 0 0</inkml:trace>
</inkml:ink>
</file>

<file path=ppt/ink/ink6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0-16T12:56:11.5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 98 568,'-6'-7'3748,"5"7"-3675,1 0 0,0 0 0,0 0 0,0 0 1,0 0-1,0 0 0,-1-1 0,1 1 0,0 0 0,0 0 0,0 0 1,0 0-1,0 0 0,0 0 0,-1 0 0,1 0 0,0-1 0,0 1 1,0 0-1,0 0 0,0 0 0,0 0 0,0 0 0,0 0 0,0-1 1,0 1-1,0 0 0,-1 0 0,1 0 0,0 0 0,0 0 1,0-1-1,0 1 0,0 0 0,0 0 0,0 0 0,0 0 0,1-1 1,-1 1-1,0 0 0,0 0 0,0 0 0,0 0 0,0 0 0,0-1 1,0 1-1,0 0 0,0 0 0,0 0 0,0 0 0,1 0 0,-1 0 1,0 0-1,0-1 0,0 1 0,0 0 0,0 0 0,0 0 0,1 0 1,-1 0-1,0 0 0,229 1 1305,443-12-1197,-641 7-180,-18 3 5,0-1 0,0 2 1,1 0-1,-1 0 1,24 5-1,-36-5 33,-2-1-37,0 0 0,0 0 0,0 0 1,-1 1-1,1-1 0,0 0 0,-1 1 1,1-1-1,-1 1 0,1-1 0,-1 1 1,1 0-1,-1 0 0,1-1 0,-1 1 1,1 0-1,-3 1 0,-48-4 59,22 1-41,-8-1-18,-4 0 3,0-2-1,-65-16 1,106 21-6,1 0 0,0 0 0,0 0 1,0 0-1,0 0 0,-1 0 0,1-1 0,0 1 0,0 0 0,0 0 0,0 0 1,0 0-1,-1 0 0,1 0 0,0-1 0,0 1 0,0 0 0,0 0 0,0 0 1,0 0-1,0-1 0,0 1 0,0 0 0,0 0 0,-1 0 0,1-1 1,0 1-1,0 0 0,0 0 0,0 0 0,0-1 0,0 1 0,1 0 0,-1 0 1,0 0-1,0 0 0,0-1 0,0 1 0,0 0 0,0 0 0,0 0 1,0-1-1,0 1 0,0 0 0,1 0 0,-1 0 0,0 0 0,0 0 0,0 0 1,0-1-1,0 1 0,1 0 0,-1 0 0,0 0 0,0 0 0,7-6-14,2 3 11,-1 0-1,1 1 1,0 0-1,0 1 1,0 0-1,0 0 1,0 1 0,0 0-1,0 1 1,0 0-1,0 0 1,-1 1-1,1 0 1,0 0-1,-1 1 1,1 0 0,-1 1-1,0 0 1,10 6-1,-17-8 8,0-1 0,1 1 0,-1-1-1,0 1 1,0 0 0,-1-1 0,1 1-1,0 0 1,0-1 0,-1 1 0,1 0-1,-1 0 1,0 0 0,1-1 0,-1 1 0,0 0-1,0 0 1,0 0 0,0 0 0,-1 0-1,1 0 1,0-1 0,-1 1 0,1 0-1,-1 0 1,0-1 0,1 1 0,-1 0 0,0-1-1,0 1 1,0 0 0,0-1 0,-2 2-1,-2 4 12,0 1-1,-1-2 0,0 1 0,0-1 0,-12 10 1,-5 0-220,-48 24 0,6-12-5375,50-23 2964</inkml:trace>
</inkml:ink>
</file>

<file path=ppt/ink/ink6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2:56:14.7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108 177 424 0 0,'0'-2'294'0'0,"0"0"1"0"0,1 0-1 0 0,-1 0 0 0 0,0 0 1 0 0,0 0-1 0 0,-1 0 0 0 0,1 1 1 0 0,0-1-1 0 0,-1 0 0 0 0,1 0 0 0 0,-1 0 1 0 0,1 0-1 0 0,-1 1 0 0 0,-1-4 1 0 0,1 6-196 0 0,0-1 1 0 0,1 0 0 0 0,-1 1-1 0 0,0-1 1 0 0,1 1 0 0 0,-1-1-1 0 0,0 1 1 0 0,1-1 0 0 0,-1 1-1 0 0,1 0 1 0 0,-1-1 0 0 0,1 1 0 0 0,-1 0-1 0 0,1-1 1 0 0,0 1 0 0 0,-1 0-1 0 0,1 0 1 0 0,0-1 0 0 0,-1 1-1 0 0,1 0 1 0 0,0 1 0 0 0,-4 10 209 0 0,0-1 0 0 0,1 1 0 0 0,-3 19 1 0 0,-4 69 714 0 0,-1 36-121 0 0,11-126-821 0 0,0 5 107 0 0,0 1-1 0 0,-1-1 0 0 0,-3 20 0 0 0,3-34-73 0 0,-12-30 667 0 0,4-6-720 0 0,1-1-1 0 0,3 1 1 0 0,1-1-1 0 0,1 0 1 0 0,4-64-1 0 0,-5-71-65 0 0,3 166-1 0 0,0 3 4 0 0,1 0 0 0 0,0 0 0 0 0,-1 0 0 0 0,1 0 0 0 0,0 0 0 0 0,0 1 0 0 0,1-1 0 0 0,-1 0 0 0 0,0 0 0 0 0,1 0 0 0 0,-1 0 0 0 0,1 1 0 0 0,-1-1 0 0 0,1 0 0 0 0,1-2 0 0 0,24 36 3 0 0,38 70-119 0 0,4-2-1 0 0,94 105 0 0 0,-147-188 74 0 0,0-1 1 0 0,1-1-1 0 0,1 0 1 0 0,29 20-1 0 0,-45-35 44 0 0,0 0-1 0 0,-1 0 1 0 0,1 0 0 0 0,0 0-1 0 0,0 0 1 0 0,0 0 0 0 0,-1 0-1 0 0,1 0 1 0 0,0-1-1 0 0,0 1 1 0 0,-1 0 0 0 0,1-1-1 0 0,0 1 1 0 0,-1 0 0 0 0,1-1-1 0 0,0 1 1 0 0,-1-1 0 0 0,1 1-1 0 0,-1-1 1 0 0,1 1-1 0 0,0-1 1 0 0,-1 1 0 0 0,1-1-1 0 0,-1 1 1 0 0,0-1 0 0 0,1 0-1 0 0,-1 1 1 0 0,1-1 0 0 0,-1 0-1 0 0,0 0 1 0 0,0 1-1 0 0,1-1 1 0 0,-1 0 0 0 0,0 1-1 0 0,0-1 1 0 0,0 0 0 0 0,0 0-1 0 0,0-1 1 0 0,7-30-9 0 0,-5-7 1 0 0,-2 0 1 0 0,-1 0-1 0 0,-3 1 0 0 0,-12-60 1 0 0,-3-40-9 0 0,18 121 19 0 0,0-2 8 0 0,-1 1 0 0 0,-1-1 0 0 0,0 1 0 0 0,-6-19 0 0 0,8 30-181 0 0,8 17-121 0 0,9 20-1213 0 0,3 15-4101 0 0,-14-33 3291 0 0</inkml:trace>
</inkml:ink>
</file>

<file path=ppt/ink/ink6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2:56:15.6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58 167 276 0 0,'5'-7'5160'0'0,"-11"30"-4688"0"0,1 1 0 0 0,1 0 0 0 0,1 0 0 0 0,0 39 0 0 0,12 105 389 0 0,0-12-272 0 0,-9-146-520 0 0,1 1 1 0 0,0 0 0 0 0,0 0 0 0 0,7 19 0 0 0,-8-29 145 0 0,-2-36-144 0 0,-13-197 43 0 0,8 71-77 0 0,5 136-32 0 0,2 1 1 0 0,0 0 0 0 0,6-36 0 0 0,-4 49-4 0 0,0-1-1 0 0,1 1 0 0 0,0 0 0 0 0,1-1 1 0 0,0 2-1 0 0,1-1 0 0 0,0 0 1 0 0,1 1-1 0 0,7-11 0 0 0,-10 18-1 0 0,-1 0-1 0 0,1 0 0 0 0,0 0 1 0 0,0 1-1 0 0,0-1 0 0 0,0 1 1 0 0,0 0-1 0 0,0 0 0 0 0,1 0 1 0 0,-1 1-1 0 0,1-1 1 0 0,-1 1-1 0 0,1-1 0 0 0,0 1 1 0 0,-1 0-1 0 0,1 1 0 0 0,0-1 1 0 0,0 1-1 0 0,-1 0 0 0 0,1-1 1 0 0,0 2-1 0 0,0-1 0 0 0,0 0 1 0 0,0 1-1 0 0,-1 0 0 0 0,1-1 1 0 0,6 4-1 0 0,-3-2 2 0 0,0 1 0 0 0,-1 0 1 0 0,1 0-1 0 0,-1 1 0 0 0,0 0 0 0 0,0 0 0 0 0,-1 0 0 0 0,1 1 1 0 0,-1-1-1 0 0,0 1 0 0 0,0 1 0 0 0,0-1 0 0 0,7 12 0 0 0,-8-11-1 0 0,-1 0 0 0 0,1 1 0 0 0,-1-1 0 0 0,0 1 0 0 0,-1 0 0 0 0,0 0 0 0 0,0 0 0 0 0,0 0 0 0 0,-1 0 0 0 0,0 1 0 0 0,0-1 0 0 0,-1 0 0 0 0,0 1 0 0 0,0-1 0 0 0,-1 0 0 0 0,0 1-1 0 0,0-1 1 0 0,-1 0 0 0 0,0 0 0 0 0,0 0 0 0 0,0 0 0 0 0,-1 0 0 0 0,0 0 0 0 0,-1-1 0 0 0,1 0 0 0 0,-1 1 0 0 0,0-1 0 0 0,-7 7 0 0 0,-6 4-155 0 0,0-2 0 0 0,0 0 0 0 0,-2 0 0 0 0,0-2 0 0 0,0-1 0 0 0,-1 0-1 0 0,-1-1 1 0 0,0-1 0 0 0,0-1 0 0 0,-1-1 0 0 0,-26 6 0 0 0,35-19-6233 0 0</inkml:trace>
</inkml:ink>
</file>

<file path=ppt/ink/ink6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2:56:16.7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1 133 420 0 0,'6'-20'2007'0'0,"7"-32"2902"0"0,-13 52-4347 0 0,21 19-43 0 0,5 23-191 0 0,-3 0 1 0 0,-1 1 0 0 0,24 68 0 0 0,-30-67-288 0 0,2-1 1 0 0,2-1 0 0 0,51 79-1 0 0,-71-121-28 0 0,0 1 0 0 0,1-1 0 0 0,-1 1 0 0 0,0-1 0 0 0,1 1 0 0 0,-1-1 0 0 0,0 1 0 0 0,1-1 0 0 0,-1 0 0 0 0,1 1 0 0 0,-1-1 0 0 0,1 0 0 0 0,-1 1 0 0 0,1-1 0 0 0,-1 0 0 0 0,1 0 0 0 0,-1 1 0 0 0,1-1 0 0 0,-1 0 0 0 0,1 0 0 0 0,-1 0 0 0 0,1 0 0 0 0,0 0 0 0 0,-1 0 0 0 0,1 0 0 0 0,-1 0 0 0 0,1 0 1 0 0,-1 0-1 0 0,1 0 0 0 0,0 0 0 0 0,-1 0 0 0 0,1 0 0 0 0,-1 0 0 0 0,1-1 0 0 0,0 1 0 0 0,16-21 194 0 0,3-30-38 0 0,-3-39-14 0 0,11-154 1 0 0,-15 91-113 0 0,-13 152-53 0 0,0 1 1 0 0,0-1-1 0 0,0 1 0 0 0,0-1 0 0 0,0 1 1 0 0,0-1-1 0 0,-1 1 0 0 0,2-1 0 0 0,-1 1 1 0 0,0-1-1 0 0,0 1 0 0 0,0-1 0 0 0,0 1 1 0 0,0-1-1 0 0,0 1 0 0 0,0 0 1 0 0,1-1-1 0 0,-1 1 0 0 0,0-1 0 0 0,0 1 1 0 0,1-1-1 0 0,-1 1 0 0 0,0 0 0 0 0,1-1 1 0 0,-1 1-1 0 0,0 0 0 0 0,1-1 0 0 0,-1 1 1 0 0,0 0-1 0 0,1-1 0 0 0,-1 1 1 0 0,1 0-1 0 0,-1 0 0 0 0,1 0 0 0 0,0-1 1 0 0,15 10-1076 0 0,11 20-2847 0 0,-23-23 1762 0 0,3 0 166 0 0</inkml:trace>
</inkml:ink>
</file>

<file path=ppt/ink/ink6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2:56:17.4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72 395 472 0 0,'-3'7'426'0'0,"0"1"-1"0"0,0-1 1 0 0,1 0-1 0 0,0 0 1 0 0,1 1-1 0 0,0 0 1 0 0,0-1-1 0 0,0 9 1 0 0,3 65 1234 0 0,-1-70-1389 0 0,14 83 1025 0 0,-3-30-524 0 0,-12-39-360 0 0,0-25-400 0 0,0 1-1 0 0,-1-1 1 0 0,1 0 0 0 0,0 0 0 0 0,0 0 0 0 0,0 0 0 0 0,0 0 0 0 0,0 1-1 0 0,0-1 1 0 0,-1 0 0 0 0,1 0 0 0 0,0 0 0 0 0,0 0 0 0 0,0 0 0 0 0,0 0-1 0 0,-1 0 1 0 0,1 0 0 0 0,0 0 0 0 0,0 0 0 0 0,0 0 0 0 0,-1 0 0 0 0,1 0-1 0 0,0 0 1 0 0,0 0 0 0 0,0 0 0 0 0,-1 0 0 0 0,1 0 0 0 0,0 0 0 0 0,0 0-1 0 0,0 0 1 0 0,0 0 0 0 0,-1 0 0 0 0,1 0 0 0 0,0 0 0 0 0,0 0-1 0 0,0 0 1 0 0,-1 0 0 0 0,1 0 0 0 0,0 0 0 0 0,0-1 0 0 0,0 1 0 0 0,0 0-1 0 0,0 0 1 0 0,0 0 0 0 0,-1 0 0 0 0,1 0 0 0 0,0-1 0 0 0,0 1 0 0 0,0 0-1 0 0,0 0 1 0 0,0-1 0 0 0,-3-2 31 0 0,1 0 0 0 0,0-1 0 0 0,0 1 0 0 0,0-1-1 0 0,1 1 1 0 0,-1-1 0 0 0,1 0 0 0 0,0 0 0 0 0,-1-6 0 0 0,-28-236 223 0 0,25 206-253 0 0,2 0 0 0 0,1 0 0 0 0,2-1-1 0 0,6-40 1 0 0,-1 34 27 0 0,-4 32-44 0 0,0-1 1 0 0,2 1 0 0 0,0 0 0 0 0,8-25-1 0 0,-9 36 4 0 0,0-1 0 0 0,0 2 0 0 0,0-1 0 0 0,0 0 0 0 0,1 0 0 0 0,-1 1 0 0 0,1-1 0 0 0,0 1 0 0 0,0 0 0 0 0,1 0-1 0 0,-1 0 1 0 0,1 1 0 0 0,-1-1 0 0 0,1 1 0 0 0,0-1 0 0 0,0 1 0 0 0,0 0 0 0 0,0 1 0 0 0,0-1 0 0 0,8-1 0 0 0,-8 2 0 0 0,0 1 1 0 0,-1-1-1 0 0,1 1 1 0 0,0 0-1 0 0,0 0 1 0 0,-1 0 0 0 0,1 0-1 0 0,0 1 1 0 0,0 0-1 0 0,-1-1 1 0 0,1 1-1 0 0,-1 1 1 0 0,1-1 0 0 0,-1 0-1 0 0,1 1 1 0 0,-1 0-1 0 0,0 0 1 0 0,0 0-1 0 0,1 0 1 0 0,-2 0-1 0 0,1 1 1 0 0,0-1 0 0 0,0 1-1 0 0,-1 0 1 0 0,4 5-1 0 0,3 5-1 0 0,-1-1-1 0 0,0 1 1 0 0,-1 0-1 0 0,7 22 1 0 0,-11-29-2 0 0,0 1 13 0 0,0 0 0 0 0,-1 0 0 0 0,0 1 0 0 0,0-1 1 0 0,0 0-1 0 0,-1 1 0 0 0,0-1 0 0 0,-1 1 0 0 0,1-1 1 0 0,-1 1-1 0 0,-2 10 0 0 0,1-14 12 0 0,0 0 1 0 0,-1 0-1 0 0,1 0 0 0 0,-1 0 1 0 0,0-1-1 0 0,0 1 0 0 0,0-1 0 0 0,-1 1 1 0 0,1-1-1 0 0,-1 0 0 0 0,1 0 1 0 0,-1 0-1 0 0,0 0 0 0 0,-1-1 1 0 0,1 1-1 0 0,0-1 0 0 0,-1 1 0 0 0,1-1 1 0 0,-1 0-1 0 0,0-1 0 0 0,1 1 1 0 0,-6 1-1 0 0,-23 9 131 0 0,-1-2 1 0 0,-42 9-1 0 0,14-14-6529 0 0,51-5 3659 0 0</inkml:trace>
</inkml:ink>
</file>

<file path=ppt/ink/ink6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7T06:08:02.9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1 440 0 0,'0'0'4140'0'0,"8"1"-1923"0"0</inkml:trace>
</inkml:ink>
</file>

<file path=ppt/ink/ink6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7T06:08:46.3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8 1044 0 0,'0'0'4601'0'0,"18"-8"-4161"0"0,1 11-624 0 0,3 1-2853 0 0,-4-3 1461 0 0</inkml:trace>
</inkml:ink>
</file>

<file path=ppt/ink/ink6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7T06:08:46.6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0 372 0 0,'1'4'2535'0'0,"2"1"1849"0"0</inkml:trace>
</inkml:ink>
</file>

<file path=ppt/ink/ink6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7T06:10:20.0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1 824 0 0,'0'12'2168'0'0</inkml:trace>
</inkml:ink>
</file>

<file path=ppt/ink/ink6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2:58:54.1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125 44 280 0 0,'-3'-44'5777'0'0,"-16"164"-3489"0"0,-19 197-612 0 0,-1-42-744 0 0,23-205-2711 0 0,7-97-3223 0 0,10 18 2654 0 0</inkml:trace>
</inkml:ink>
</file>

<file path=ppt/ink/ink6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2:58:54.6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46 0 504 0 0,'0'0'3124'0'0,"12"28"-1757"0"0,-8 68 1692 0 0,-12 147 0 0 0,0-109-1930 0 0,-13 72 88 0 0,10-104-753 0 0,7-91-2119 0 0,2-17-1847 0 0,-2-8-994 0 0,0 8 2090 0 0</inkml:trace>
</inkml:ink>
</file>

<file path=ppt/ink/ink6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2:58:55.0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82 348 0 0,'23'-11'846'0'0,"1"1"0"0"0,0 2 1 0 0,0 0-1 0 0,47-8 0 0 0,101-4-617 0 0,-94 14-2690 0 0,-62 4 1138 0 0</inkml:trace>
</inkml:ink>
</file>

<file path=ppt/ink/ink6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2:58:55.4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118 184 212 0 0,'12'-3'470'0'0,"0"0"-1"0"0,0 0 1 0 0,-1-1-1 0 0,1-1 1 0 0,-1 0-1 0 0,15-9 1 0 0,-21 11-320 0 0,0 0 0 0 0,0-1 0 0 0,0 1 0 0 0,0-1 0 0 0,-1-1 0 0 0,1 1 0 0 0,-1-1 0 0 0,0 1 0 0 0,0-1 0 0 0,-1 0 1 0 0,0-1-1 0 0,1 1 0 0 0,-2-1 0 0 0,4-7 0 0 0,-5 11-123 0 0,0 0 0 0 0,0 0 1 0 0,-1 0-1 0 0,1 0 0 0 0,-1 0 1 0 0,1 0-1 0 0,-1-1 0 0 0,0 1 0 0 0,0 0 1 0 0,0 0-1 0 0,0 0 0 0 0,0 0 0 0 0,0 0 1 0 0,-1 0-1 0 0,1-1 0 0 0,-1 1 1 0 0,0 0-1 0 0,1 0 0 0 0,-1 0 0 0 0,0 0 1 0 0,0 0-1 0 0,0 1 0 0 0,0-1 1 0 0,0 0-1 0 0,-1 0 0 0 0,1 1 0 0 0,-1-1 1 0 0,1 1-1 0 0,-1-1 0 0 0,1 1 1 0 0,-1-1-1 0 0,0 1 0 0 0,0 0 0 0 0,0 0 1 0 0,1 0-1 0 0,-1 0 0 0 0,0 0 0 0 0,0 1 1 0 0,0-1-1 0 0,-1 0 0 0 0,1 1 1 0 0,0 0-1 0 0,0-1 0 0 0,0 1 0 0 0,0 0 1 0 0,-4 0-1 0 0,-5 0 40 0 0,-1 0 1 0 0,1 0-1 0 0,0 1 1 0 0,-1 1-1 0 0,1 0 1 0 0,0 0-1 0 0,-16 7 0 0 0,15-5 56 0 0,1 1 0 0 0,1 0 0 0 0,-1 1-1 0 0,1 0 1 0 0,0 1 0 0 0,0 0 0 0 0,1 0-1 0 0,-9 10 1 0 0,15-15-82 0 0,2 0 1 0 0,-1 0-1 0 0,0 0 0 0 0,0 1 1 0 0,1-1-1 0 0,-1 1 0 0 0,1-1 0 0 0,0 1 1 0 0,-1-1-1 0 0,1 1 0 0 0,0 0 1 0 0,1-1-1 0 0,-1 1 0 0 0,0 0 0 0 0,1 0 1 0 0,0 0-1 0 0,0-1 0 0 0,-1 1 1 0 0,2 0-1 0 0,-1 0 0 0 0,0 0 0 0 0,1 0 1 0 0,-1-1-1 0 0,1 1 0 0 0,0 0 1 0 0,0 0-1 0 0,0-1 0 0 0,0 1 0 0 0,0 0 1 0 0,0-1-1 0 0,1 0 0 0 0,-1 1 1 0 0,1-1-1 0 0,0 0 0 0 0,0 0 0 0 0,0 1 1 0 0,0-1-1 0 0,0-1 0 0 0,4 4 1 0 0,3 2 43 0 0,1-1 0 0 0,0 0 1 0 0,0 0-1 0 0,0-1 0 0 0,1-1 1 0 0,-1 0-1 0 0,1 0 0 0 0,0-1 0 0 0,0 0 1 0 0,22 2-1 0 0,11 0-610 0 0,62-1 0 0 0,-57-11-1443 0 0,-18-3-2280 0 0,-17 3 1996 0 0</inkml:trace>
</inkml:ink>
</file>

<file path=ppt/ink/ink6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2:58:56.0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 0 256 0 0,'36'12'2841'0'0,"-32"-8"-2706"0"0,-1-1 1 0 0,1 1-1 0 0,-1-1 0 0 0,0 1 1 0 0,0 0-1 0 0,0 0 1 0 0,0 0-1 0 0,-1 1 0 0 0,0-1 1 0 0,1 1-1 0 0,-2-1 0 0 0,1 1 1 0 0,0 0-1 0 0,-1-1 1 0 0,0 1-1 0 0,0 0 0 0 0,-1 0 1 0 0,1 0-1 0 0,-1 0 0 0 0,0 0 1 0 0,0 0-1 0 0,-1 0 1 0 0,0 0-1 0 0,0 0 0 0 0,0-1 1 0 0,0 1-1 0 0,0 0 0 0 0,-1 0 1 0 0,0-1-1 0 0,0 1 1 0 0,-1-1-1 0 0,1 0 0 0 0,-1 0 1 0 0,0 0-1 0 0,0 0 1 0 0,0 0-1 0 0,0 0 0 0 0,-1-1 1 0 0,0 1-1 0 0,1-1 0 0 0,-1 0 1 0 0,-9 4-1 0 0,12-6-107 0 0,1 0-1 0 0,-1-1 0 0 0,0 1 1 0 0,0-1-1 0 0,0 0 0 0 0,0 1 1 0 0,0-1-1 0 0,0 0 1 0 0,0 1-1 0 0,0-1 0 0 0,0 0 1 0 0,0 0-1 0 0,0 0 1 0 0,0 0-1 0 0,-1 0 0 0 0,1 0 1 0 0,0 0-1 0 0,0-1 1 0 0,0 1-1 0 0,-2-1 0 0 0,3 1-17 0 0,0-1 0 0 0,-1 1 1 0 0,1-1-1 0 0,-1 0 0 0 0,1 1 0 0 0,0-1 0 0 0,-1 0 0 0 0,1 1 0 0 0,0-1 0 0 0,0 0 0 0 0,0 1 1 0 0,0-1-1 0 0,0 0 0 0 0,-1 1 0 0 0,1-1 0 0 0,0 0 0 0 0,0 1 0 0 0,0-1 0 0 0,1 0 0 0 0,-1 1 1 0 0,0-1-1 0 0,0-1 0 0 0,2-3 7 0 0,-1 1 0 0 0,1-1 0 0 0,0 1 1 0 0,0 0-1 0 0,0 0 0 0 0,0-1 0 0 0,6-6 1 0 0,7-4 6 0 0,0 0 1 0 0,1 1-1 0 0,0 0 1 0 0,1 2-1 0 0,30-18 1 0 0,-38 25-20 0 0,-1 0 0 0 0,1 1 0 0 0,0 0 0 0 0,0 1 0 0 0,0 0 0 0 0,0 0 0 0 0,1 1 0 0 0,-1 0 0 0 0,1 1 0 0 0,-1 0 0 0 0,1 0 0 0 0,0 1 0 0 0,-1 1 0 0 0,16 1 0 0 0,-20 0 2 0 0,0 0 0 0 0,-1 0 1 0 0,1 1-1 0 0,-1-1 0 0 0,0 1 0 0 0,0 0 1 0 0,0 0-1 0 0,0 0 0 0 0,0 1 1 0 0,-1-1-1 0 0,1 1 0 0 0,-1 0 1 0 0,0 0-1 0 0,0 0 0 0 0,-1 0 1 0 0,1 1-1 0 0,-1-1 0 0 0,3 7 1 0 0,-2-4 11 0 0,-1-1 0 0 0,1 1 0 0 0,-1-1 1 0 0,-1 1-1 0 0,1 0 0 0 0,-1 0 0 0 0,0 0 1 0 0,-1 0-1 0 0,0 0 0 0 0,0 0 0 0 0,0 0 1 0 0,-3 12-1 0 0,0-4-83 0 0,-7 16-3614 0 0</inkml:trace>
</inkml:ink>
</file>

<file path=ppt/ink/ink6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2:58:56.8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317 44 404 0 0,'-29'-26'5807'0'0,"10"17"-3176"0"0,17 8-2559 0 0,1 0 0 0 0,0 0 0 0 0,0 0 0 0 0,0 1 0 0 0,0-1 0 0 0,-1 0 0 0 0,1 1 0 0 0,0-1 0 0 0,0 1 0 0 0,-1 0 0 0 0,1-1 0 0 0,0 1 0 0 0,-1 0 0 0 0,1 0 0 0 0,-3 0 0 0 0,0 0-21 0 0,-43 21 240 0 0,12 5-137 0 0,14-11-22 0 0,1 0 1 0 0,1 1 0 0 0,-31 34-1 0 0,42-39-54 0 0,0-1-1 0 0,1 1 0 0 0,-8 15 0 0 0,13-23-63 0 0,1 0 1 0 0,-1 0-1 0 0,1 0 0 0 0,0 0 0 0 0,0 0 1 0 0,0 0-1 0 0,0 0 0 0 0,0 1 1 0 0,1-1-1 0 0,-1 0 0 0 0,1 0 0 0 0,0 1 1 0 0,0-1-1 0 0,0 0 0 0 0,1 0 0 0 0,-1 1 1 0 0,1-1-1 0 0,0 0 0 0 0,1 4 0 0 0,-1-6-5 0 0,0 1-1 0 0,0 0 1 0 0,0-1-1 0 0,1 1 1 0 0,-1-1-1 0 0,0 1 1 0 0,1-1-1 0 0,-1 0 0 0 0,1 1 1 0 0,0-1-1 0 0,-1 0 1 0 0,1 0-1 0 0,0 0 1 0 0,0 0-1 0 0,0 0 1 0 0,-1-1-1 0 0,1 1 0 0 0,0-1 1 0 0,0 1-1 0 0,3-1 1 0 0,0 1 2 0 0,0-1 0 0 0,0 0 0 0 0,0 0 0 0 0,0-1 0 0 0,0 0 0 0 0,0 0 0 0 0,0 0 0 0 0,5-2 0 0 0,0-1-2 0 0,0 1 0 0 0,-1-2 0 0 0,0 1 0 0 0,0-1 0 0 0,0-1 0 0 0,-1 0-1 0 0,14-11 1 0 0,28-26 99 0 0,-50 43-62 0 0,18 24 151 0 0,-17-22-188 0 0,6 14 175 0 0,1-1 0 0 0,19 29 0 0 0,-22-39-229 0 0,0 1 1 0 0,0 0 0 0 0,1-1 0 0 0,0 0 0 0 0,0-1 0 0 0,0 1 0 0 0,0-1 0 0 0,1 0 0 0 0,11 4-1 0 0,65 21-6834 0 0,-57-23 3754 0 0</inkml:trace>
</inkml:ink>
</file>

<file path=ppt/ink/ink6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2:58:59.7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1 664 148 0 0,'0'0'2713'0'0,"3"-2"-2224"0"0,13-6 69 0 0,0-2 0 0 0,0 0 0 0 0,-1-1 0 0 0,-1-1 0 0 0,0 0-1 0 0,14-15 1 0 0,74-91 860 0 0,-65 72-953 0 0,-1-2 0 0 0,-3-2 0 0 0,-1-1 0 0 0,36-84 0 0 0,-63 123-351 0 0,-1-1 1 0 0,-1 1-1 0 0,0-1 0 0 0,-1 0 0 0 0,0 0 0 0 0,0-23 0 0 0,-2 35-110 0 0,0 1-1 0 0,0 0 1 0 0,0-1 0 0 0,0 1 0 0 0,0-1-1 0 0,0 1 1 0 0,0-1 0 0 0,-1 1-1 0 0,1 0 1 0 0,0-1 0 0 0,0 1-1 0 0,0-1 1 0 0,0 1 0 0 0,-1 0-1 0 0,1-1 1 0 0,0 1 0 0 0,0-1 0 0 0,-1 1-1 0 0,1 0 1 0 0,0 0 0 0 0,-1-1-1 0 0,1 1 1 0 0,0 0 0 0 0,-1-1-1 0 0,1 1 1 0 0,0 0 0 0 0,-1 0-1 0 0,1 0 1 0 0,-1-1 0 0 0,1 1 0 0 0,0 0-1 0 0,-1 0 1 0 0,0 0 0 0 0,-19 2 46 0 0,-15 13 25 0 0,31-13-70 0 0,0 0-1 0 0,1 1 1 0 0,-1-1-1 0 0,0 1 1 0 0,1 0-1 0 0,-1 0 1 0 0,1 0-1 0 0,0 1 1 0 0,0-1-1 0 0,0 1 1 0 0,1 0-1 0 0,-1 0 1 0 0,1 0-1 0 0,-3 6 1 0 0,4-6-4 0 0,1-1 0 0 0,-1 0 1 0 0,1 1-1 0 0,0-1 0 0 0,0 0 0 0 0,0 1 1 0 0,0-1-1 0 0,1 1 0 0 0,-1-1 1 0 0,1 0-1 0 0,0 0 0 0 0,0 1 0 0 0,0-1 1 0 0,0 0-1 0 0,1 0 0 0 0,-1 0 0 0 0,1 0 1 0 0,0 0-1 0 0,0 0 0 0 0,3 3 0 0 0,15 21-29 0 0,1-1-1 0 0,2-1 0 0 0,0-1 0 0 0,52 41 0 0 0,-65-58 1 0 0,0 0-1 0 0,0 0 1 0 0,0-1-1 0 0,1 0 1 0 0,0-1-1 0 0,0-1 1 0 0,0 1-1 0 0,1-2 1 0 0,-1 1-1 0 0,1-2 1 0 0,0 0-1 0 0,0 0 1 0 0,0-1-1 0 0,0 0 1 0 0,0-1-1 0 0,0-1 1 0 0,15-1-1 0 0,-16-2 24 0 0,-1 1-1 0 0,1-2 1 0 0,-1 1 0 0 0,1-1-1 0 0,-1-1 1 0 0,-1 0 0 0 0,1 0-1 0 0,-1-1 1 0 0,0 0 0 0 0,-1-1-1 0 0,0 0 1 0 0,0 0 0 0 0,0-1-1 0 0,-1 0 1 0 0,-1 0 0 0 0,1 0-1 0 0,-1-1 1 0 0,-1 0 0 0 0,8-20-1 0 0,-12 27 12 0 0,1 0 1 0 0,-1-1-1 0 0,0 1 0 0 0,0-1 0 0 0,-1 1 0 0 0,1-1 0 0 0,-1 0 0 0 0,1 1 0 0 0,-1-1 0 0 0,-1 1 0 0 0,1-1 0 0 0,0 0 0 0 0,-1 1 0 0 0,1-1 1 0 0,-1 1-1 0 0,0-1 0 0 0,-2-3 0 0 0,-23 7 36 0 0,21 1-40 0 0,0 1-1 0 0,1-1 0 0 0,0 1 0 0 0,-1 0 0 0 0,1 0 1 0 0,0 0-1 0 0,0 1 0 0 0,0 0 0 0 0,0-1 1 0 0,0 1-1 0 0,1 1 0 0 0,-1-1 0 0 0,1 0 0 0 0,0 1 1 0 0,0 0-1 0 0,-5 7 0 0 0,7-8 1 0 0,-1-1-1 0 0,1 1 1 0 0,0 0 0 0 0,0-1-1 0 0,0 1 1 0 0,0 0 0 0 0,0 0-1 0 0,1 0 1 0 0,-1 0 0 0 0,1 0-1 0 0,0 0 1 0 0,0-1 0 0 0,0 1-1 0 0,0 0 1 0 0,0 0 0 0 0,1 0-1 0 0,-1 0 1 0 0,1 0 0 0 0,0 0-1 0 0,0 0 1 0 0,0-1 0 0 0,0 1-1 0 0,0 0 1 0 0,1-1-1 0 0,-1 1 1 0 0,1-1 0 0 0,0 1-1 0 0,3 2 1 0 0,2 2-1 0 0,0-1 1 0 0,0-1-1 0 0,0 1 0 0 0,1-1 0 0 0,0 0 0 0 0,0-1 1 0 0,0 0-1 0 0,1-1 0 0 0,0 1 0 0 0,-1-1 1 0 0,1-1-1 0 0,0 0 0 0 0,0 0 0 0 0,17 0 0 0 0,11 0-12 0 0,0-2-1 0 0,51-7 0 0 0,-58 5 10 0 0,-3-2-15 0 0,1 0 1 0 0,-1-1-1 0 0,0-2 1 0 0,0-1-1 0 0,-1-1 0 0 0,0-1 1 0 0,-1-2-1 0 0,0 0 1 0 0,0-2-1 0 0,25-19 1 0 0,-47 31 23 0 0,0 0 0 0 0,0-1 1 0 0,0 0-1 0 0,-1 1 0 0 0,1-1 1 0 0,-1 0-1 0 0,0-1 0 0 0,1 1 0 0 0,-1 0 1 0 0,-1-1-1 0 0,3-5 0 0 0,-3 8-3 0 0,-1-1 0 0 0,0 1-1 0 0,0 0 1 0 0,0 0-1 0 0,0-1 1 0 0,0 1 0 0 0,0-1-1 0 0,0 1 1 0 0,0 0 0 0 0,0 0-1 0 0,-1-1 1 0 0,1 1-1 0 0,0 0 1 0 0,-1-1 0 0 0,1 1-1 0 0,-1 0 1 0 0,0 0-1 0 0,1 0 1 0 0,-1 0 0 0 0,0-1-1 0 0,0 1 1 0 0,0 0-1 0 0,0 0 1 0 0,0 1 0 0 0,0-1-1 0 0,0 0 1 0 0,0 0-1 0 0,0 0 1 0 0,0 1 0 0 0,0-1-1 0 0,0 0 1 0 0,-1 1 0 0 0,1-1-1 0 0,-2 0 1 0 0,2 1 16 0 0,-5 1-18 0 0,-1 0 0 0 0,1 1 0 0 0,-1-1 1 0 0,1 1-1 0 0,0 1 0 0 0,0-1 0 0 0,0 1 1 0 0,0 0-1 0 0,0 1 0 0 0,1-1 0 0 0,-1 1 1 0 0,1 0-1 0 0,0 1 0 0 0,0-1 0 0 0,1 1 0 0 0,-1 0 1 0 0,1 0-1 0 0,0 0 0 0 0,0 1 0 0 0,1-1 1 0 0,0 1-1 0 0,0 0 0 0 0,0 0 0 0 0,1 0 1 0 0,-3 9-1 0 0,5-13 2 0 0,0-1 1 0 0,0 1-1 0 0,0-1 1 0 0,0 1-1 0 0,1 0 0 0 0,-1-1 1 0 0,0 1-1 0 0,1-1 1 0 0,-1 0-1 0 0,1 1 1 0 0,0-1-1 0 0,-1 1 1 0 0,1-1-1 0 0,0 0 1 0 0,0 1-1 0 0,0-1 1 0 0,0 0-1 0 0,0 0 0 0 0,0 0 1 0 0,0 0-1 0 0,0 0 1 0 0,1 0-1 0 0,-1 0 1 0 0,0 0-1 0 0,1 0 1 0 0,-1-1-1 0 0,0 1 1 0 0,1 0-1 0 0,-1-1 0 0 0,1 1 1 0 0,-1-1-1 0 0,1 0 1 0 0,-1 0-1 0 0,1 1 1 0 0,0-1-1 0 0,1 0 1 0 0,11 2 21 0 0,0-1 1 0 0,0-1-1 0 0,15-1 1 0 0,-14 1-22 0 0,66-8-469 0 0,-24-4-7343 0 0,-44 10 5724 0 0</inkml:trace>
</inkml:ink>
</file>

<file path=ppt/ink/ink6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2:59:00.4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102 381 684 0 0,'0'0'661'0'0,"-5"1"-14"0"0,-2 1-273 0 0,-1 1 1 0 0,1 0-1 0 0,0 1 1 0 0,0-1-1 0 0,0 1 1 0 0,1 1-1 0 0,-8 5 1 0 0,11-8-230 0 0,0 1 0 0 0,0 0 0 0 0,1-1 0 0 0,-1 1 0 0 0,1 0 0 0 0,0 0 0 0 0,0 0-1 0 0,0 1 1 0 0,0-1 0 0 0,0 0 0 0 0,1 1 0 0 0,-1-1 0 0 0,1 1 0 0 0,0 0 0 0 0,0-1 0 0 0,0 1 0 0 0,1 0 0 0 0,-1 3 0 0 0,1-6-127 0 0,0 0 1 0 0,0 0-1 0 0,0 0 0 0 0,1 0 0 0 0,-1 0 1 0 0,0 0-1 0 0,0 0 0 0 0,1-1 0 0 0,-1 1 0 0 0,1 0 1 0 0,-1 0-1 0 0,0 0 0 0 0,1-1 0 0 0,0 1 1 0 0,-1 0-1 0 0,1 0 0 0 0,-1-1 0 0 0,1 1 1 0 0,0 0-1 0 0,-1-1 0 0 0,1 1 0 0 0,0-1 1 0 0,0 1-1 0 0,0-1 0 0 0,-1 0 0 0 0,1 1 1 0 0,0-1-1 0 0,0 0 0 0 0,0 1 0 0 0,0-1 1 0 0,0 0-1 0 0,0 0 0 0 0,0 0 0 0 0,-1 0 1 0 0,1 0-1 0 0,0 0 0 0 0,0 0 0 0 0,0 0 1 0 0,0 0-1 0 0,1-1 0 0 0,35-7 202 0 0,-25 4-193 0 0,-1-1 0 0 0,0-1 0 0 0,-1 0 0 0 0,1 0 0 0 0,-1-1 0 0 0,-1-1 0 0 0,1 1 1 0 0,-1-1-1 0 0,0-1 0 0 0,-1 0 0 0 0,0 0 0 0 0,-1-1 0 0 0,1 0 0 0 0,-2 0 0 0 0,0 0 0 0 0,10-22 0 0 0,-6 6 10 0 0,-1 0 0 0 0,0-1-1 0 0,-2 0 1 0 0,-2 0 0 0 0,0-1 0 0 0,1-37 0 0 0,-6 56 96 0 0,0 0 1 0 0,0 0 0 0 0,-1 0 0 0 0,0 0-1 0 0,-1 1 1 0 0,0-1 0 0 0,0 0 0 0 0,-1 1-1 0 0,0 0 1 0 0,-5-10 0 0 0,8 18-123 0 0,-1-1 1 0 0,0 1-1 0 0,1-1 1 0 0,-1 1-1 0 0,0-1 1 0 0,1 1-1 0 0,-1-1 0 0 0,0 1 1 0 0,0 0-1 0 0,1-1 1 0 0,-1 1-1 0 0,0 0 0 0 0,0 0 1 0 0,0 0-1 0 0,1-1 1 0 0,-1 1-1 0 0,0 0 1 0 0,0 0-1 0 0,0 0 0 0 0,1 0 1 0 0,-1 0-1 0 0,0 0 1 0 0,0 1-1 0 0,0-1 0 0 0,0 0 1 0 0,1 0-1 0 0,-1 1 1 0 0,0-1-1 0 0,0 0 1 0 0,1 1-1 0 0,-1-1 0 0 0,0 0 1 0 0,1 1-1 0 0,-1-1 1 0 0,0 1-1 0 0,1 0 1 0 0,-1-1-1 0 0,1 1 0 0 0,-1-1 1 0 0,1 1-1 0 0,-1 0 1 0 0,1-1-1 0 0,-1 1 0 0 0,0 1 1 0 0,-21 31 129 0 0,16-20-112 0 0,1 1 1 0 0,1 0 0 0 0,0 0 0 0 0,0 0-1 0 0,2 0 1 0 0,-1 0 0 0 0,2 1-1 0 0,0-1 1 0 0,1 1 0 0 0,0-1-1 0 0,4 22 1 0 0,-2-20-16 0 0,1-1 0 0 0,0 0-1 0 0,1 0 1 0 0,1 0 0 0 0,0 0 0 0 0,1 0-1 0 0,1-1 1 0 0,0 0 0 0 0,1-1-1 0 0,14 19 1 0 0,-21-30-15 0 0,1 0 1 0 0,0 0-1 0 0,0-1 0 0 0,0 1 0 0 0,0-1 0 0 0,0 1 1 0 0,0-1-1 0 0,0 0 0 0 0,1 0 0 0 0,-1 0 1 0 0,0 0-1 0 0,1 0 0 0 0,-1 0 0 0 0,0-1 0 0 0,1 1 1 0 0,-1-1-1 0 0,1 0 0 0 0,-1 1 0 0 0,1-1 1 0 0,-1-1-1 0 0,1 1 0 0 0,-1 0 0 0 0,1 0 0 0 0,-1-1 1 0 0,1 1-1 0 0,2-2 0 0 0,9-3-13 0 0,-1 0 0 0 0,0-1 1 0 0,22-14-1 0 0,14-6-2 0 0,-34 20 15 0 0,1 1 0 0 0,29-6 0 0 0,-40 10 2 0 0,0 1 0 0 0,0-1 1 0 0,1 1-1 0 0,-1 0 0 0 0,0 1 1 0 0,0-1-1 0 0,1 1 0 0 0,-1 0 1 0 0,0 0-1 0 0,0 1 0 0 0,0 0 1 0 0,8 3-1 0 0,-12-4 1 0 0,0-1 0 0 0,0 0 0 0 0,0 1-1 0 0,0-1 1 0 0,-1 1 0 0 0,1 0 0 0 0,0-1 0 0 0,0 1 0 0 0,-1 0-1 0 0,1-1 1 0 0,0 1 0 0 0,-1 0 0 0 0,1 0 0 0 0,-1-1 0 0 0,1 1 0 0 0,-1 0-1 0 0,1 0 1 0 0,-1 0 0 0 0,0 0 0 0 0,1 0 0 0 0,-1 0 0 0 0,0-1-1 0 0,0 1 1 0 0,0 0 0 0 0,1 0 0 0 0,-1 2 0 0 0,-1-1 3 0 0,1 0 0 0 0,-1 0 1 0 0,1 0-1 0 0,-1 0 0 0 0,0 1 0 0 0,0-1 1 0 0,0 0-1 0 0,0 0 0 0 0,0-1 0 0 0,0 1 1 0 0,-2 2-1 0 0,-3 3 4 0 0,0-1 0 0 0,0 0 0 0 0,0 0 0 0 0,-1-1 0 0 0,-7 6 0 0 0,-22 8-880 0 0,12-9-5345 0 0</inkml:trace>
</inkml:ink>
</file>

<file path=ppt/ink/ink6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2:59:13.2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1 239 116 0 0,'0'0'530'0'0,"44"11"468"0"0,-29-10-736 0 0,1 0-1 0 0,-1-1 0 0 0,1-1 1 0 0,29-6-1 0 0,32-2 280 0 0,80 1-197 0 0,-103 3-252 0 0,0 2-1 0 0,94 8 0 0 0,-101-2-66 0 0,0-2-1 0 0,1-2 0 0 0,59-9 0 0 0,-4 0 38 0 0,-21 4-71 0 0,261-10 82 0 0,32 2-9 0 0,-123 2-2 0 0,-92 5 78 0 0,124-1 92 0 0,-97 9-144 0 0,185-2 85 0 0,138 4 537 0 0,-165 3-413 0 0,-185-6-102 0 0,379 6 418 0 0,-367 4-503 0 0,-30 0-40 0 0,244-16 0 0 0,307-16 452 0 0,-616 22-461 0 0,599-18 460 0 0,460 14-439 0 0,-506 7-69 0 0,146 4 74 0 0,-661-3-64 0 0,386 7 39 0 0,-2-33-76 0 0,-273-5 22 0 0,111-9-15 0 0,-41 9-19 0 0,50-1 3236 0 0,-231 16-1902 0 0,-113 12-1239 0 0,-14 2-1593 0 0,0-1 1 0 0,0 0-1 0 0,0-1 1 0 0,-19-1 0 0 0,-15-4-1548 0 0</inkml:trace>
</inkml:ink>
</file>

<file path=ppt/ink/ink6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2:59:33.5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609 108 424 0 0,'0'-8'724'0'0,"0"-1"0"0"0,0 1 1 0 0,-1 0-1 0 0,0 0 0 0 0,0 0 0 0 0,-1 0 0 0 0,-4-11 1 0 0,5 17-648 0 0,0 0 0 0 0,0 0 0 0 0,0 0 0 0 0,-1 0 0 0 0,1 0 0 0 0,-1 0 0 0 0,1 1 0 0 0,-1-1 0 0 0,0 0 0 0 0,0 1 0 0 0,1 0 0 0 0,-1-1 0 0 0,0 1 0 0 0,0 0 0 0 0,0 0 0 0 0,-1 0 0 0 0,1 0 0 0 0,0 0 0 0 0,0 1 0 0 0,-1-1 0 0 0,1 1 0 0 0,0-1 0 0 0,0 1 0 0 0,-1 0 0 0 0,1 0 0 0 0,0 0 0 0 0,-1 0 0 0 0,1 0 0 0 0,0 1 0 0 0,-4 0 0 0 0,-41 7 121 0 0,0 2-1 0 0,1 2 1 0 0,0 2-1 0 0,2 2 0 0 0,-1 1 1 0 0,-62 37-1 0 0,100-50-171 0 0,0 0 1 0 0,1 0-1 0 0,-1 1 0 0 0,1 0 1 0 0,0 0-1 0 0,0 0 1 0 0,1 1-1 0 0,-8 9 0 0 0,12-13-21 0 0,0 0 0 0 0,1 0-1 0 0,-1 0 1 0 0,0 0 0 0 0,1 0 0 0 0,-1 0-1 0 0,1 0 1 0 0,-1 0 0 0 0,1 0-1 0 0,0 0 1 0 0,0 1 0 0 0,0-1-1 0 0,0 0 1 0 0,0 0 0 0 0,1 0 0 0 0,-1 0-1 0 0,1 0 1 0 0,-1 0 0 0 0,1 1-1 0 0,0-1 1 0 0,0-1 0 0 0,0 1-1 0 0,0 0 1 0 0,0 0 0 0 0,0 0 0 0 0,0 0-1 0 0,1-1 1 0 0,-1 1 0 0 0,1 0-1 0 0,-1-1 1 0 0,1 0 0 0 0,0 1 0 0 0,-1-1-1 0 0,1 0 1 0 0,2 2 0 0 0,21 13 12 0 0,1 0 1 0 0,0-1-1 0 0,1-2 1 0 0,1-1-1 0 0,0-1 1 0 0,47 12-1 0 0,-45-15-16 0 0,0 2 0 0 0,0 1-1 0 0,-1 1 1 0 0,-1 1 0 0 0,0 2-1 0 0,36 24 1 0 0,-56-32-4 0 0,0-1 1 0 0,0 1-1 0 0,-1 1 1 0 0,0-1-1 0 0,0 1 1 0 0,-1 0-1 0 0,0 1 1 0 0,6 9-1 0 0,-11-14 2 0 0,1-1 0 0 0,-1 1 0 0 0,0-1-1 0 0,0 1 1 0 0,0-1 0 0 0,0 1 0 0 0,-1-1 0 0 0,1 1-1 0 0,-1 0 1 0 0,0-1 0 0 0,0 1 0 0 0,0 0 0 0 0,-1 0 0 0 0,1-1-1 0 0,-1 1 1 0 0,0-1 0 0 0,0 1 0 0 0,0-1 0 0 0,0 1 0 0 0,-1-1-1 0 0,1 1 1 0 0,-1-1 0 0 0,0 0 0 0 0,0 0 0 0 0,0 0-1 0 0,-3 3 1 0 0,-5 4 0 0 0,-1 0 0 0 0,1-1 0 0 0,-2 0 0 0 0,1-1 0 0 0,-1-1 0 0 0,0 1 0 0 0,-1-2 0 0 0,0 0 0 0 0,0 0 0 0 0,0-1-1 0 0,-1-1 1 0 0,-17 4 0 0 0,-9 0 57 0 0,0-1 0 0 0,-81 2 0 0 0,90-9 203 0 0,0-1 0 0 0,0-2-1 0 0,0-1 1 0 0,0-2 0 0 0,0 0-1 0 0,-48-19 1 0 0,139 32-3920 0 0,-29 1-686 0 0,-12-6 1860 0 0</inkml:trace>
</inkml:ink>
</file>

<file path=ppt/ink/ink6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2:59:34.3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45 296 284 0 0,'-45'-5'8704'0'0,"184"-3"-7904"0"0,243-45 1 0 0,-116 12-430 0 0,-129 27-227 0 0,64-10 138 0 0,-159 21 334 0 0,-41 2-490 0 0,-16-11 104 0 0,-16 1-110 0 0,10 4-233 0 0,2 0-1 0 0,-1-1 0 0 0,1-1 1 0 0,0 0-1 0 0,-20-15 0 0 0,-41-35-341 0 0,78 59 433 0 0,18 21-85 0 0,-6-8 132 0 0,-1 0 0 0 0,0 0 0 0 0,-1 1 0 0 0,0 0 0 0 0,-1 0 0 0 0,-1 1 0 0 0,0 0 0 0 0,5 21 0 0 0,-10-29-11 0 0,0 0 1 0 0,0 0 0 0 0,-1 0-1 0 0,0 1 1 0 0,0-1-1 0 0,-1 0 1 0 0,0 0 0 0 0,0 0-1 0 0,0 0 1 0 0,-1 0 0 0 0,0 0-1 0 0,-1 0 1 0 0,1-1-1 0 0,-1 1 1 0 0,-1-1 0 0 0,1 1-1 0 0,-1-1 1 0 0,0 0 0 0 0,0-1-1 0 0,-7 8 1 0 0,-16 17-404 0 0,-45 38 1 0 0,25-35-5947 0 0,39-29 3727 0 0</inkml:trace>
</inkml:ink>
</file>

<file path=ppt/ink/ink6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2:59:35.5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16 174 564 0 0,'-15'-55'8021'0'0,"14"54"-7529"0"0,3-15 2472 0 0,21 79-2733 0 0,-2 0 0 0 0,20 110 1 0 0,-29-121-157 0 0,-7-38-46 0 0,-2 1 0 0 0,1 0 0 0 0,1 25 1 0 0,-5-39-15 0 0,-3 10 107 0 0,-3-42-118 0 0,2 1 1 0 0,2-1-1 0 0,1 0 1 0 0,1 0-1 0 0,1 0 1 0 0,10-56-1 0 0,-1 8 7 0 0,-9 69-13 0 0,0 1 0 0 0,1-1 0 0 0,0 1 0 0 0,4-12 0 0 0,-5 18 0 0 0,1 0 0 0 0,-1 0 0 0 0,0 0 0 0 0,1 1 0 0 0,0-1 0 0 0,-1 0 0 0 0,1 0-1 0 0,0 1 1 0 0,0 0 0 0 0,1-1 0 0 0,-1 1 0 0 0,0 0 0 0 0,1 0 0 0 0,0 0 0 0 0,4-3 0 0 0,-5 5 2 0 0,0 0 0 0 0,1-1 0 0 0,-1 1 0 0 0,0 0 0 0 0,0 0 1 0 0,0 1-1 0 0,1-1 0 0 0,-1 0 0 0 0,0 1 0 0 0,0-1 1 0 0,0 1-1 0 0,0 0 0 0 0,0-1 0 0 0,0 1 0 0 0,0 0 0 0 0,0 0 1 0 0,0 1-1 0 0,2 1 0 0 0,34 25-24 0 0,-35-26 23 0 0,36 34 5 0 0,-2 1 1 0 0,33 43-1 0 0,-32-35 23 0 0,49 46 0 0 0,-77-82-20 0 0,-6-5-8 0 0,-1-1-1 0 0,1 1 0 0 0,0-1 1 0 0,0 0-1 0 0,1 0 1 0 0,-1 0-1 0 0,1 0 0 0 0,-1-1 1 0 0,10 4-1 0 0,-14-6 3 0 0,1 0 0 0 0,0 0-1 0 0,0-1 1 0 0,0 1-1 0 0,0 0 1 0 0,0 0 0 0 0,0-1-1 0 0,-1 1 1 0 0,1 0 0 0 0,0-1-1 0 0,0 1 1 0 0,-1-1 0 0 0,1 1-1 0 0,0-1 1 0 0,0 1 0 0 0,-1-1-1 0 0,1 0 1 0 0,-1 1 0 0 0,1-1-1 0 0,0 0 1 0 0,-1 1 0 0 0,0-1-1 0 0,1 0 1 0 0,-1 0 0 0 0,1 1-1 0 0,0-3 1 0 0,11-27-1 0 0,-9 22 6 0 0,9-31 22 0 0,-1 0 1 0 0,-2 0 0 0 0,-1-1 0 0 0,-2-1 0 0 0,-2 1 0 0 0,-3-71 0 0 0,-5 58-257 0 0,0 39-988 0 0,3 35-507 0 0,-2 2-3847 0 0,6-14 2990 0 0</inkml:trace>
</inkml:ink>
</file>

<file path=ppt/ink/ink6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2:59:37.3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35 162 564 0 0,'6'11'5761'0'0,"0"24"-4366"0"0,3 44-1119 0 0,-5-42-6 0 0,1 17 243 0 0,-2 1-1 0 0,-7 89 0 0 0,3-135-627 0 0,-3 13 1035 0 0,4-22-908 0 0,0 1 0 0 0,-1-1 0 0 0,1 0 0 0 0,0 0 0 0 0,0 0 0 0 0,-1 1 0 0 0,1-1 0 0 0,0 0 0 0 0,-1 0 0 0 0,1 0 0 0 0,0 0 0 0 0,-1 1 0 0 0,1-1 0 0 0,0 0 0 0 0,-1 0 0 0 0,1 0 0 0 0,0 0 0 0 0,-1 0 0 0 0,1 0 0 0 0,0 0 0 0 0,-1 0 0 0 0,1 0 0 0 0,0 0 0 0 0,-1 0 0 0 0,1 0 0 0 0,0 0 0 0 0,-1 0 1 0 0,1 0-1 0 0,0 0 0 0 0,-1-1 0 0 0,1 1 0 0 0,0 0 0 0 0,-1 0 0 0 0,1 0 0 0 0,0 0 0 0 0,0-1 0 0 0,-1 1 0 0 0,1 0 0 0 0,0 0 0 0 0,0-1 0 0 0,-1 1 0 0 0,1 0 0 0 0,0-1 0 0 0,0 1 0 0 0,0 0 0 0 0,0 0 0 0 0,-1-1 0 0 0,1 1 0 0 0,0 0 0 0 0,0-1 0 0 0,0 1 0 0 0,-5-10 30 0 0,0 1 0 0 0,0-1 0 0 0,1 0-1 0 0,1 0 1 0 0,-1-1 0 0 0,2 1 0 0 0,-1-1 0 0 0,0-19 0 0 0,-2 3-28 0 0,2-1 0 0 0,1 1 0 0 0,2-1 1 0 0,0 0-1 0 0,2 1 0 0 0,1-1 0 0 0,1 1 0 0 0,1-1 1 0 0,2 2-1 0 0,1-1 0 0 0,0 1 0 0 0,16-32 0 0 0,-19 50-15 0 0,1 0 0 0 0,-1 1 0 0 0,1-1-1 0 0,0 1 1 0 0,1 0 0 0 0,0 1 0 0 0,0 0-1 0 0,0 0 1 0 0,1 0 0 0 0,0 1 0 0 0,0 0-1 0 0,0 1 1 0 0,0-1 0 0 0,1 2 0 0 0,0-1-1 0 0,0 1 1 0 0,0 1 0 0 0,0-1 0 0 0,16-1-1 0 0,-19 3 2 0 0,0 1-1 0 0,0 0 0 0 0,0-1 1 0 0,0 2-1 0 0,0-1 0 0 0,1 1 0 0 0,-1 0 1 0 0,-1 0-1 0 0,1 1 0 0 0,0-1 1 0 0,0 1-1 0 0,0 1 0 0 0,-1-1 0 0 0,1 1 1 0 0,-1 0-1 0 0,0 0 0 0 0,0 1 0 0 0,0-1 1 0 0,0 1-1 0 0,-1 0 0 0 0,0 0 1 0 0,1 1-1 0 0,-1-1 0 0 0,-1 1 0 0 0,1 0 1 0 0,-1 0-1 0 0,0 0 0 0 0,0 1 1 0 0,0-1-1 0 0,-1 1 0 0 0,2 6 0 0 0,-3-9 2 0 0,0 0-1 0 0,0 1 1 0 0,0-1-1 0 0,-1 0 1 0 0,0 1-1 0 0,0-1 0 0 0,0 0 1 0 0,0 1-1 0 0,0-1 1 0 0,-1 1-1 0 0,1-1 1 0 0,-1 0-1 0 0,0 1 0 0 0,0-1 1 0 0,0 0-1 0 0,0 0 1 0 0,-2 3-1 0 0,-1 1 2 0 0,0-1 0 0 0,0-1 0 0 0,-1 1 1 0 0,0-1-1 0 0,0 0 0 0 0,0 0 0 0 0,-10 8 0 0 0,-5 0 4 0 0,0-1 0 0 0,0-1 1 0 0,-42 17-1 0 0,43-20-89 0 0,-1-1 1 0 0,-1-1 0 0 0,1-1 0 0 0,-1-1-1 0 0,0 0 1 0 0,-22 0 0 0 0,41-4-361 0 0,-6-1-235 0 0,2 1-680 0 0</inkml:trace>
</inkml:ink>
</file>

<file path=ppt/ink/ink6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2:59:38.2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7 110 400 0 0,'-6'-18'4408'0'0,"5"3"846"0"0,12 25-5142 0 0,-1 1-1 0 0,0 0 0 0 0,-1 1 1 0 0,-1 0-1 0 0,0 1 0 0 0,13 25 1 0 0,29 91 215 0 0,-25-59-180 0 0,-12-34-29 0 0,-1 0 0 0 0,8 39 0 0 0,-20-75-103 0 0,0 1 1 0 0,0-1 0 0 0,0 0-1 0 0,0 0 1 0 0,0 0 0 0 0,0 0-1 0 0,0 0 1 0 0,0 0 0 0 0,0 1-1 0 0,0-1 1 0 0,0 0 0 0 0,0 0-1 0 0,0 0 1 0 0,0 0 0 0 0,0 0-1 0 0,0 0 1 0 0,0 0 0 0 0,0 1-1 0 0,0-1 1 0 0,0 0 0 0 0,0 0-1 0 0,0 0 1 0 0,0 0 0 0 0,0 0-1 0 0,1 0 1 0 0,-1 0 0 0 0,0 0-1 0 0,0 0 1 0 0,0 1 0 0 0,0-1-1 0 0,0 0 1 0 0,0 0 0 0 0,0 0-1 0 0,1 0 1 0 0,-1 0 0 0 0,0 0-1 0 0,0 0 1 0 0,0 0 0 0 0,0 0-1 0 0,0 0 1 0 0,0 0 0 0 0,1 0-1 0 0,-1 0 1 0 0,0 0 0 0 0,0 0-1 0 0,0 0 1 0 0,0 0 0 0 0,0 0-1 0 0,0 0 1 0 0,1 0 0 0 0,-1 0-1 0 0,0 0 1 0 0,0 0 0 0 0,0 0-1 0 0,0-1 1 0 0,0 1 0 0 0,0 0-1 0 0,0 0 1 0 0,0 0 0 0 0,1 0-1 0 0,-1 0 1 0 0,0 0 0 0 0,0 0-1 0 0,0 0 1 0 0,0-1 0 0 0,10-13 390 0 0,11-29-353 0 0,-16 32 76 0 0,143-317 378 0 0,-129 283-477 0 0,-12 27-5 0 0,1 0 0 0 0,16-27-1 0 0,-13 35-959 0 0,-3 29-582 0 0,-4-2-35 0 0,3 13-3769 0 0,-2-18 2743 0 0</inkml:trace>
</inkml:ink>
</file>

<file path=ppt/ink/ink6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2:59:39.0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175 239 404 0 0,'0'0'5612'0'0,"12"27"-4504"0"0,6 40 59 0 0,-3 1 0 0 0,8 96-1 0 0,-22-115-633 0 0,-1-49-526 0 0,0 0-1 0 0,0 0 1 0 0,0 0-1 0 0,0 0 1 0 0,1 0 0 0 0,-1 0-1 0 0,0 1 1 0 0,0-1-1 0 0,0 0 1 0 0,0 0 0 0 0,0 0-1 0 0,0 0 1 0 0,0 0-1 0 0,0 0 1 0 0,0 1-1 0 0,0-1 1 0 0,0 0 0 0 0,0 0-1 0 0,0 0 1 0 0,0 0-1 0 0,0 0 1 0 0,0 1-1 0 0,0-1 1 0 0,0 0 0 0 0,0 0-1 0 0,0 0 1 0 0,0 0-1 0 0,0 0 1 0 0,0 1 0 0 0,0-1-1 0 0,0 0 1 0 0,0 0-1 0 0,0 0 1 0 0,-1 0-1 0 0,1 0 1 0 0,0 0 0 0 0,0 0-1 0 0,0 1 1 0 0,0-1-1 0 0,0 0 1 0 0,0 0 0 0 0,0 0-1 0 0,-1 0 1 0 0,1 0-1 0 0,0 0 1 0 0,0 0-1 0 0,0 0 1 0 0,0 0 0 0 0,0 0-1 0 0,0 0 1 0 0,-1 0-1 0 0,1 0 1 0 0,0 0-1 0 0,0 0 1 0 0,0 0 0 0 0,0 0-1 0 0,0 0 1 0 0,-1 0-1 0 0,1 0 1 0 0,0 0 0 0 0,0 0-1 0 0,0 0 1 0 0,0 0-1 0 0,0 0 1 0 0,0 0-1 0 0,-1 0 1 0 0,1 0 0 0 0,0 0-1 0 0,-9-27 173 0 0,-6-47-75 0 0,-5-81 0 0 0,13 93-98 0 0,6 41-10 0 0,1 0 1 0 0,1 0-1 0 0,1 0 0 0 0,0 0 1 0 0,2 0-1 0 0,11-37 0 0 0,-12 51 1 0 0,-1 1 0 0 0,1-1 0 0 0,1 1 0 0 0,-1 0-1 0 0,1 0 1 0 0,0 0 0 0 0,1 1 0 0 0,-1-1 0 0 0,1 1 0 0 0,0 0-1 0 0,1 1 1 0 0,-1-1 0 0 0,1 1 0 0 0,0 0 0 0 0,0 0-1 0 0,0 1 1 0 0,11-5 0 0 0,-7 4 0 0 0,1 0-1 0 0,0 1 1 0 0,0 1 0 0 0,0-1-1 0 0,0 2 1 0 0,0-1 0 0 0,1 2-1 0 0,-1-1 1 0 0,0 2 0 0 0,16 1-1 0 0,-9 1 7 0 0,0 0-1 0 0,-1 1 0 0 0,0 1 0 0 0,17 7 1 0 0,-29-10 0 0 0,1 1 0 0 0,-1 0 0 0 0,0-1 0 0 0,0 2-1 0 0,0-1 1 0 0,0 0 0 0 0,-1 1 0 0 0,0 0 0 0 0,1 0 0 0 0,-1 1 0 0 0,0-1 0 0 0,-1 1 0 0 0,1 0 0 0 0,-1-1 0 0 0,5 12 0 0 0,-6-13 7 0 0,-1 1 0 0 0,0 0 0 0 0,0-1 0 0 0,0 1 0 0 0,0 0-1 0 0,0 0 1 0 0,-1 0 0 0 0,0 0 0 0 0,0 0 0 0 0,0-1 0 0 0,0 1 0 0 0,0 0 0 0 0,-1 0 0 0 0,0 0 0 0 0,0 0-1 0 0,0-1 1 0 0,0 1 0 0 0,-3 5 0 0 0,0-3 1 0 0,1-1-1 0 0,-1 1 0 0 0,0-1 1 0 0,0-1-1 0 0,-1 1 0 0 0,1-1 1 0 0,-1 1-1 0 0,0-1 0 0 0,-1-1 1 0 0,-7 5-1 0 0,-9 4 14 0 0,-2-1-1 0 0,0-1 1 0 0,0-2 0 0 0,-37 9-1 0 0,-132 24 166 0 0,94-30-1663 0 0,4-13-4220 0 0,74-1 2666 0 0</inkml:trace>
</inkml:ink>
</file>

<file path=ppt/ink/ink6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2:59:42.1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75 43 204 0 0,'-15'-18'6246'0'0,"17"76"-5711"0"0,-3 0 1 0 0,-1-1-1 0 0,-16 86 1 0 0,6-57-132 0 0,7-66 67 0 0,-1-18 416 0 0,4-4-824 0 0,0-1-1 0 0,1 0 0 0 0,0 0 0 0 0,-1 0 0 0 0,1 1 1 0 0,0-1-1 0 0,0 0 0 0 0,1 0 0 0 0,-2-5 0 0 0,0-7 7 0 0,1-1 0 0 0,0 0-1 0 0,0 1 1 0 0,5-32 0 0 0,0-13 22 0 0,-2 30-59 0 0,2 0-1 0 0,1 1 1 0 0,2-1 0 0 0,0 2-1 0 0,16-38 1 0 0,-23 64-34 0 0,1 1-1 0 0,-1-1 1 0 0,0 0-1 0 0,1 1 0 0 0,-1-1 1 0 0,1 1-1 0 0,0-1 1 0 0,0 1-1 0 0,-1 0 1 0 0,1-1-1 0 0,0 1 1 0 0,0 0-1 0 0,0-1 1 0 0,0 1-1 0 0,0 0 1 0 0,1 0-1 0 0,-1 0 1 0 0,0 0-1 0 0,0 0 1 0 0,1 0-1 0 0,-1 0 1 0 0,1 0-1 0 0,-1 1 1 0 0,1-1-1 0 0,-1 1 1 0 0,1-1-1 0 0,-1 1 0 0 0,1-1 1 0 0,0 1-1 0 0,-1 0 1 0 0,1 0-1 0 0,2 0 1 0 0,-1 1-4 0 0,1 0 0 0 0,-1 1 0 0 0,0 0 0 0 0,0-1 0 0 0,1 1 1 0 0,-1 1-1 0 0,-1-1 0 0 0,1 0 0 0 0,0 1 0 0 0,0-1 0 0 0,-1 1 0 0 0,1 0 0 0 0,-1 0 1 0 0,2 3-1 0 0,84 134-2 0 0,-69-105 8 0 0,1-1 0 0 0,2-1 0 0 0,1-1 0 0 0,46 49 0 0 0,-55-68-37 0 0,1 0 0 0 0,0-1-1 0 0,1 0 1 0 0,0-2 0 0 0,1 0-1 0 0,28 13 1 0 0,-44-23 35 0 0,0 0 0 0 0,0 0 0 0 0,0 0 0 0 0,0 0 0 0 0,0 0 0 0 0,0 0 0 0 0,0 0 0 0 0,0 0 1 0 0,-1 0-1 0 0,1-1 0 0 0,0 1 0 0 0,0 0 0 0 0,0-1 0 0 0,0 1 0 0 0,0 0 0 0 0,0-1 0 0 0,0 1 0 0 0,-1-1 0 0 0,1 0 0 0 0,0 1 0 0 0,0-1 0 0 0,-1 0 0 0 0,1 1 0 0 0,0-1 0 0 0,-1 0 1 0 0,1 0-1 0 0,-1 1 0 0 0,1-1 0 0 0,-1 0 0 0 0,1 0 0 0 0,-1 0 0 0 0,0 0 0 0 0,1 0 0 0 0,-1 0 0 0 0,0 0 0 0 0,0 0 0 0 0,0-1 0 0 0,9-33-24 0 0,-9 12 19 0 0,-1 1 0 0 0,0-1 0 0 0,-2 1 0 0 0,-1 0 0 0 0,-1 0 0 0 0,-13-37-1 0 0,1-3 8 0 0,3 16-8 0 0,10 35 1 0 0,0-1-1 0 0,1 0 1 0 0,0 0 0 0 0,1 0 0 0 0,-1-13 0 0 0,5 12-1381 0 0,6 17-449 0 0,-1 1 1979 0 0,23 19-4472 0 0,-17-16 2331 0 0</inkml:trace>
</inkml:ink>
</file>

<file path=ppt/ink/ink6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2:59:42.7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97 251 340 0 0,'0'0'1800'0'0,"-6"40"619"0"0,6-24-2010 0 0,1-1-1 0 0,1 1 1 0 0,0 0-1 0 0,1-1 1 0 0,8 27 0 0 0,-6-22-75 0 0,0 1 0 0 0,3 32 0 0 0,5 26 935 0 0,-13-78-338 0 0,-1-2-908 0 0,-1 0-1 0 0,0 0 1 0 0,1 0-1 0 0,-1 0 1 0 0,1 0-1 0 0,-1 0 1 0 0,1 0-1 0 0,-1-1 1 0 0,1 1 0 0 0,0 0-1 0 0,-1-1 1 0 0,1 1-1 0 0,0-1 1 0 0,0 0-1 0 0,-1-2 1 0 0,-15-28 219 0 0,-1-12-58 0 0,-41-110 129 0 0,53 135-282 0 0,1-1-1 0 0,1 0 0 0 0,1 0 0 0 0,0 0 1 0 0,1-40-1 0 0,3 52-29 0 0,0 0 1 0 0,0 0-1 0 0,1 0 1 0 0,0 0-1 0 0,0 0 1 0 0,1 1-1 0 0,0-1 1 0 0,0 1-1 0 0,1 0 0 0 0,0 0 1 0 0,0 0-1 0 0,1 0 1 0 0,0 0-1 0 0,0 1 1 0 0,1 0-1 0 0,-1 0 1 0 0,1 1-1 0 0,0 0 0 0 0,12-8 1 0 0,-12 9-3 0 0,0 1 1 0 0,0 0-1 0 0,1 0 0 0 0,-1 0 1 0 0,1 0-1 0 0,0 1 0 0 0,-1 1 1 0 0,1-1-1 0 0,0 1 0 0 0,0 0 1 0 0,0 0-1 0 0,0 1 0 0 0,0 0 1 0 0,1 0-1 0 0,-1 1 1 0 0,0 0-1 0 0,0 0 0 0 0,-1 1 1 0 0,1 0-1 0 0,0 0 0 0 0,0 0 1 0 0,11 7-1 0 0,-13-6 2 0 0,0 0 0 0 0,0 0 0 0 0,0 0 0 0 0,-1 0 0 0 0,0 1 0 0 0,0 0 0 0 0,0 0 0 0 0,0 0 0 0 0,0 1 0 0 0,-1-1 0 0 0,0 1 0 0 0,0-1 0 0 0,0 1 0 0 0,-1 0 0 0 0,1 0 0 0 0,-1 1 0 0 0,0-1 0 0 0,1 8 0 0 0,-2-9 0 0 0,-1 0-1 0 0,1 0 1 0 0,-1 1 0 0 0,0-1-1 0 0,-1 0 1 0 0,1 0 0 0 0,-1 0-1 0 0,0 0 1 0 0,0 0 0 0 0,0 0-1 0 0,0 0 1 0 0,-1 0 0 0 0,1 0-1 0 0,-1 0 1 0 0,0-1 0 0 0,-1 1-1 0 0,1-1 1 0 0,0 1-1 0 0,-1-1 1 0 0,0 0 0 0 0,0 0-1 0 0,0 0 1 0 0,0 0 0 0 0,0-1-1 0 0,-5 3 1 0 0,-13 8-477 0 0,-1-1 0 0 0,0-1 0 0 0,-1-1 0 0 0,0-2 1 0 0,-1 0-1 0 0,0-1 0 0 0,0-1 0 0 0,-1-1 0 0 0,-26 1 0 0 0</inkml:trace>
</inkml:ink>
</file>

<file path=ppt/ink/ink6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2:59:43.5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85 121 340 0 0,'-75'-15'5509'0'0,"73"15"-5235"0"0,-5-2 1419 0 0,7 3-1681 0 0,1 0 0 0 0,0 0 1 0 0,0 0-1 0 0,0 0 0 0 0,-1 0 0 0 0,1 0 1 0 0,0-1-1 0 0,0 1 0 0 0,0 0 0 0 0,0-1 0 0 0,0 1 1 0 0,0 0-1 0 0,1-1 0 0 0,-1 1 0 0 0,0-1 0 0 0,0 0 1 0 0,0 1-1 0 0,0-1 0 0 0,3 0 0 0 0,24 6 135 0 0,64 0 257 0 0,141-8 0 0 0,94-26 326 0 0,-158 11-352 0 0,-129 15-269 0 0,-29 3-1 0 0,0-2 0 0 0,0 1-1 0 0,0-1 1 0 0,-1-1-1 0 0,14-3 1 0 0,-23 4 150 0 0,-7-1-228 0 0,0-1 1 0 0,-1 1 0 0 0,1 0 0 0 0,-1 1-1 0 0,0 0 1 0 0,-12-1 0 0 0,17 2-30 0 0,-170-31 178 0 0,171 31-178 0 0,0 0 1 0 0,1 0-1 0 0,-1 0 0 0 0,1 0 0 0 0,-1 0 1 0 0,1 0-1 0 0,-1 0 0 0 0,1-1 0 0 0,-1 1 1 0 0,1 0-1 0 0,-1 0 0 0 0,1 0 0 0 0,-1 0 1 0 0,1-1-1 0 0,-1 1 0 0 0,1 0 0 0 0,-1-1 1 0 0,1 1-1 0 0,-1 0 0 0 0,1-1 0 0 0,-1 1 1 0 0,1 0-1 0 0,0-1 0 0 0,-1 1 1 0 0,1-1-1 0 0,0 1 0 0 0,0-1 0 0 0,-1 1 1 0 0,1-1-1 0 0,12-8 2 0 0,24 0-11 0 0,-30 9 10 0 0,0 0 0 0 0,-1 0 0 0 0,1 1-1 0 0,0 0 1 0 0,0 0 0 0 0,-1 0-1 0 0,1 1 1 0 0,-1 0 0 0 0,1 0-1 0 0,-1 0 1 0 0,0 1 0 0 0,0 0 0 0 0,0 0-1 0 0,0 0 1 0 0,0 0 0 0 0,-1 1-1 0 0,1 0 1 0 0,5 6 0 0 0,-8-8 3 0 0,1 1 0 0 0,-1 0 0 0 0,0 0 0 0 0,0 0 0 0 0,0 0-1 0 0,0 1 1 0 0,0-1 0 0 0,-1 0 0 0 0,1 1 0 0 0,-1-1 0 0 0,0 1 0 0 0,0 0 0 0 0,0-1 0 0 0,-1 1 0 0 0,1 0 0 0 0,-1-1 0 0 0,0 1 0 0 0,0 0 0 0 0,0 0 0 0 0,0-1 0 0 0,-1 1 0 0 0,0 0-1 0 0,0-1 1 0 0,0 1 0 0 0,0 0 0 0 0,0-1 0 0 0,-1 0 0 0 0,1 1 0 0 0,-4 4 0 0 0,-5 4-176 0 0,0 0 1 0 0,-1-2-1 0 0,0 1 0 0 0,-1-1 1 0 0,0-1-1 0 0,0 0 0 0 0,-1 0 1 0 0,-24 11-1 0 0,36-20-353 0 0,-2 2 1091 0 0</inkml:trace>
</inkml:ink>
</file>

<file path=ppt/ink/ink6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2:59:45.7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0 255 120 0 0,'4'-21'4121'0'0,"3"31"-2685"0"0,7 33-698 0 0,-9-9-85 0 0,2 43 0 0 0,0-2 14 0 0,-7-67-596 0 0,0 0 0 0 0,0-1 0 0 0,-1 1 0 0 0,0 0 0 0 0,-3 11 0 0 0,2-12 91 0 0,1 1 0 0 0,0 0-1 0 0,0 0 1 0 0,0 0 0 0 0,2 10-1 0 0,-9-26 858 0 0,-2-16-914 0 0,8-16-44 0 0,1 0 1 0 0,2-1-1 0 0,2 1 0 0 0,2 0 0 0 0,1 0 0 0 0,3 0 1 0 0,20-61-1 0 0,-29 99-62 0 0,0 1 0 0 0,1 0 1 0 0,-1-1-1 0 0,0 1 0 0 0,1-1 1 0 0,-1 1-1 0 0,0 0 0 0 0,1-1 1 0 0,0 1-1 0 0,-1 0 0 0 0,1-1 0 0 0,0 1 1 0 0,0 0-1 0 0,0 0 0 0 0,0 0 1 0 0,0 0-1 0 0,0 0 0 0 0,0 0 1 0 0,0 0-1 0 0,0 0 0 0 0,0 0 1 0 0,1 0-1 0 0,-1 1 0 0 0,0-1 1 0 0,0 0-1 0 0,1 1 0 0 0,-1-1 1 0 0,1 1-1 0 0,-1-1 0 0 0,0 1 0 0 0,1 0 1 0 0,-1 0-1 0 0,1 0 0 0 0,1 0 1 0 0,2 0 0 0 0,0 1-1 0 0,-1 0 1 0 0,1 1 0 0 0,0-1 0 0 0,-1 1 0 0 0,1 0 0 0 0,-1 0 0 0 0,0 0-1 0 0,1 1 1 0 0,-1-1 0 0 0,5 6 0 0 0,43 41 15 0 0,-23-21-12 0 0,46 46 25 0 0,-38-37-24 0 0,45 35 0 0 0,-24-21 4 0 0,-48-41 2 0 0,0 0-1 0 0,0-1 1 0 0,1 0 0 0 0,0 0 0 0 0,1-2 0 0 0,0 1 0 0 0,0-1 0 0 0,23 9 0 0 0,-34-16 5 0 0,0 0 1 0 0,0 0-1 0 0,0-1 1 0 0,0 1-1 0 0,0 0 1 0 0,0-1-1 0 0,0 1 1 0 0,0 0-1 0 0,0-1 0 0 0,0 1 1 0 0,0-1-1 0 0,0 1 1 0 0,0-1-1 0 0,-1 0 1 0 0,1 1-1 0 0,0-1 1 0 0,0 0-1 0 0,-1 1 0 0 0,1-1 1 0 0,-1 0-1 0 0,1 0 1 0 0,0 0-1 0 0,-1 0 1 0 0,0 0-1 0 0,1 1 0 0 0,-1-1 1 0 0,1 0-1 0 0,-1 0 1 0 0,0 0-1 0 0,0 0 1 0 0,0 0-1 0 0,1 0 1 0 0,-1 0-1 0 0,0 0 0 0 0,0-2 1 0 0,5-39 188 0 0,-5 41-189 0 0,-1-187 439 0 0,-1 78-347 0 0,-3 50-47 0 0,3 44-29 0 0,1 0-1 0 0,0-29 1 0 0,0-13 101 0 0,1 57-140 0 0,8 37-2691 0 0,-7-2-2981 0 0,1-23 3004 0 0</inkml:trace>
</inkml:ink>
</file>

<file path=ppt/ink/ink6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2:59:50.3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85 157 432 0 0,'-6'-8'1317'0'0,"-3"-4"2203"0"0,9 20-1482 0 0,2 30-1614 0 0,-21 259 1160 0 0,5-211-1232 0 0,14-86-349 0 0,0 0 0 0 0,0 0 1 0 0,0 0-1 0 0,0 1 0 0 0,0-1 0 0 0,0 0 1 0 0,0 0-1 0 0,0 0 0 0 0,0 1 0 0 0,0-1 1 0 0,0 0-1 0 0,0 0 0 0 0,-1 0 1 0 0,1 0-1 0 0,0 1 0 0 0,0-1 0 0 0,0 0 1 0 0,0 0-1 0 0,0 0 0 0 0,0 0 0 0 0,0 1 1 0 0,-1-1-1 0 0,1 0 0 0 0,0 0 0 0 0,0 0 1 0 0,0 0-1 0 0,0 0 0 0 0,-1 0 0 0 0,1 0 1 0 0,0 1-1 0 0,0-1 0 0 0,0 0 0 0 0,0 0 1 0 0,-1 0-1 0 0,1 0 0 0 0,0 0 1 0 0,0 0-1 0 0,0 0 0 0 0,-1 0 0 0 0,1 0 1 0 0,0 0-1 0 0,0 0 0 0 0,0 0 0 0 0,-1 0 1 0 0,1 0-1 0 0,0 0 0 0 0,0 0 0 0 0,0-1 1 0 0,-1 1-1 0 0,1 0 0 0 0,0 0 0 0 0,0 0 1 0 0,0 0-1 0 0,0 0 0 0 0,-1 0 0 0 0,1 0 1 0 0,0-1-1 0 0,0 1 0 0 0,0 0 1 0 0,0 0-1 0 0,0 0 0 0 0,0 0 0 0 0,-1 0 1 0 0,1-1-1 0 0,0 1 0 0 0,0 0 0 0 0,0 0 1 0 0,0-1-1 0 0,-11-12 70 0 0,7-2-54 0 0,0-1 0 0 0,0 1 0 0 0,2-1 0 0 0,0 0 0 0 0,0-22 0 0 0,6-83 10 0 0,-2 96-21 0 0,0-2-2 0 0,1 0 1 0 0,1-1-1 0 0,15-49 0 0 0,-18 76-6 0 0,-1 0 0 0 0,0 0 0 0 0,1 0 0 0 0,-1 0 0 0 0,1-1 0 0 0,-1 1 0 0 0,1 0 1 0 0,-1 0-1 0 0,1 0 0 0 0,0 0 0 0 0,0 0 0 0 0,-1 1 0 0 0,1-1 0 0 0,0 0 0 0 0,0 0 0 0 0,0 0 0 0 0,0 1 0 0 0,0-1 0 0 0,0 0 0 0 0,0 1 0 0 0,0-1 1 0 0,0 1-1 0 0,0 0 0 0 0,1-1 0 0 0,-1 1 0 0 0,0 0 0 0 0,1-1 0 0 0,1 1 0 0 0,0 1 1 0 0,0-1-1 0 0,-1 0 1 0 0,1 1-1 0 0,0 0 0 0 0,-1 0 1 0 0,1-1-1 0 0,0 2 1 0 0,-1-1-1 0 0,1 0 0 0 0,2 2 1 0 0,8 6 1 0 0,-1 0 0 0 0,0 1 0 0 0,12 13 0 0 0,-21-20-2 0 0,223 238 45 0 0,-225-241-44 0 0,-1 1 0 0 0,1 0 0 0 0,-1-1 0 0 0,1 1 0 0 0,-1-1 0 0 0,1 1 0 0 0,-1-1 0 0 0,1 1 0 0 0,0-1 0 0 0,-1 1 0 0 0,1-1 0 0 0,0 1 0 0 0,-1-1 0 0 0,1 0 0 0 0,0 0 0 0 0,0 1 0 0 0,0-1 0 0 0,-1 0 0 0 0,1 0 0 0 0,0 0 0 0 0,0 0 0 0 0,-1 0 0 0 0,1 0 0 0 0,0 0 0 0 0,0 0 0 0 0,0 0 0 0 0,-1 0 0 0 0,1 0 0 0 0,0 0 0 0 0,0-1 0 0 0,-1 1 0 0 0,1 0 0 0 0,0-1 0 0 0,0 1 0 0 0,-1 0 0 0 0,1-1 0 0 0,0 1 0 0 0,-1-1 0 0 0,1 1 0 0 0,-1-1 0 0 0,1 1 0 0 0,0-1 0 0 0,-1 0 0 0 0,1 1 0 0 0,-1-1 0 0 0,0 0 0 0 0,1 1 0 0 0,-1-1 0 0 0,1 0 0 0 0,-1 1 0 0 0,0-1 0 0 0,0 0 0 0 0,1 0 0 0 0,-1 0 0 0 0,0 1 0 0 0,0-2 0 0 0,12-52 49 0 0,-11 47-30 0 0,5-48 82 0 0,-3 0 0 0 0,-4-78 0 0 0,-2 34-29 0 0,3 99-99 0 0,0 0 0 0 0,0-1-1 0 0,0 1 1 0 0,0 0 0 0 0,0 0 0 0 0,0 0 0 0 0,0 0-1 0 0,0 0 1 0 0,0-1 0 0 0,0 1 0 0 0,0 0 0 0 0,0 0-1 0 0,0 0 1 0 0,0 0 0 0 0,0-1 0 0 0,0 1 0 0 0,0 0-1 0 0,0 0 1 0 0,0 0 0 0 0,1 0 0 0 0,-1 0 0 0 0,0 0-1 0 0,0-1 1 0 0,0 1 0 0 0,0 0 0 0 0,0 0 0 0 0,0 0-1 0 0,0 0 1 0 0,0 0 0 0 0,1 0 0 0 0,-1 0 0 0 0,0 0-1 0 0,0-1 1 0 0,0 1 0 0 0,0 0 0 0 0,0 0 0 0 0,0 0-1 0 0,1 0 1 0 0,-1 0 0 0 0,0 0 0 0 0,0 0 0 0 0,0 0-1 0 0,0 0 1 0 0,1 0 0 0 0,-1 0 0 0 0,0 0 0 0 0,0 0 0 0 0,0 0-1 0 0,0 0 1 0 0,0 0 0 0 0,1 0 0 0 0,-1 0 0 0 0,0 0-1 0 0,0 0 1 0 0,0 0 0 0 0,0 1 0 0 0,0-1 0 0 0,0 0-1 0 0,1 0 1 0 0,-1 0 0 0 0,0 0 0 0 0,13 11-1166 0 0,8 16-2823 0 0,-15-13 1831 0 0</inkml:trace>
</inkml:ink>
</file>

<file path=ppt/ink/ink6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2:59:50.8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163 383 16 0 0,'-18'14'2090'0'0,"17"15"-937"0"0,2 0-1 0 0,1 0 0 0 0,1 0 1 0 0,13 54-1 0 0,-7-37 21 0 0,-9-46-1148 0 0,0 0-1 0 0,0 0 0 0 0,0 0 0 0 0,0 1 1 0 0,0-1-1 0 0,0 0 0 0 0,1 0 0 0 0,-1 0 0 0 0,0 0 1 0 0,0 1-1 0 0,0-1 0 0 0,0 0 0 0 0,0 0 1 0 0,0 0-1 0 0,0 0 0 0 0,0 1 0 0 0,0-1 0 0 0,0 0 1 0 0,0 0-1 0 0,0 0 0 0 0,0 1 0 0 0,0-1 1 0 0,0 0-1 0 0,0 0 0 0 0,0 0 0 0 0,0 1 0 0 0,0-1 1 0 0,0 0-1 0 0,0 0 0 0 0,0 0 0 0 0,0 0 1 0 0,0 1-1 0 0,-1-1 0 0 0,1 0 0 0 0,0 0 0 0 0,0 0 1 0 0,0 0-1 0 0,0 1 0 0 0,0-1 0 0 0,0 0 1 0 0,-1 0-1 0 0,1 0 0 0 0,0 0 0 0 0,0 0 0 0 0,0 0 1 0 0,0 0-1 0 0,-1 0 0 0 0,1 1 0 0 0,0-1 1 0 0,0 0-1 0 0,0 0 0 0 0,-1 0 0 0 0,1 0 0 0 0,0 0 1 0 0,0 0-1 0 0,0 0 0 0 0,0 0 0 0 0,-1 0 1 0 0,1 0-1 0 0,0 0 0 0 0,0 0 0 0 0,-15-12 408 0 0,-12-21-217 0 0,6-4-76 0 0,0 0 0 0 0,3-2 0 0 0,1 0 0 0 0,-15-54 0 0 0,27 76-120 0 0,1 1 1 0 0,0-1 0 0 0,2 0 0 0 0,0 0 0 0 0,0 0-1 0 0,2-1 1 0 0,0 1 0 0 0,1 0 0 0 0,1 0 0 0 0,1 0-1 0 0,0 0 1 0 0,1 1 0 0 0,10-27 0 0 0,-11 36-16 0 0,0 1-1 0 0,1 0 1 0 0,0 0 0 0 0,0 0 0 0 0,1 0-1 0 0,0 1 1 0 0,0 0 0 0 0,0 0 0 0 0,0 0-1 0 0,1 0 1 0 0,0 1 0 0 0,0 0 0 0 0,0 0-1 0 0,0 1 1 0 0,1-1 0 0 0,-1 2 0 0 0,1-1-1 0 0,0 1 1 0 0,0 0 0 0 0,0 0 0 0 0,0 0-1 0 0,0 1 1 0 0,0 1 0 0 0,12-1 0 0 0,-11 1 0 0 0,0 0 1 0 0,0 1-1 0 0,0 0 1 0 0,0 0-1 0 0,0 1 1 0 0,0 0 0 0 0,-1 0-1 0 0,1 1 1 0 0,-1 0-1 0 0,1 0 1 0 0,-1 0-1 0 0,0 1 1 0 0,0 1-1 0 0,-1-1 1 0 0,1 1 0 0 0,-1 0-1 0 0,0 0 1 0 0,0 1-1 0 0,-1 0 1 0 0,0 0-1 0 0,9 13 1 0 0,-12-16-6 0 0,0 0 0 0 0,0 1 0 0 0,-1-1 0 0 0,0 1 0 0 0,1-1 0 0 0,-1 1 0 0 0,0 0 0 0 0,-1-1 0 0 0,1 1 0 0 0,-1 0 0 0 0,1-1 0 0 0,-1 1 1 0 0,0 0-1 0 0,0 0 0 0 0,-1-1 0 0 0,1 1 0 0 0,-1 0 0 0 0,-2 6 0 0 0,0-4 1 0 0,0 1 0 0 0,0-1 0 0 0,0-1 1 0 0,-1 1-1 0 0,0-1 0 0 0,0 1 0 0 0,-1-1 0 0 0,0 0 0 0 0,-9 7 1 0 0,-3 2-4 0 0,-1-2 0 0 0,-1 0 0 0 0,0-1 0 0 0,-1-1 0 0 0,-30 11 0 0 0,-14-4-866 0 0,63-17 300 0 0</inkml:trace>
</inkml:ink>
</file>

<file path=ppt/ink/ink6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2:59:51.3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90 728 0 0,'36'7'8119'0'0,"26"-7"-5883"0"0,80-10-3454 0 0,-110 8 2027 0 0,315-30-347 0 0,-297 30-400 0 0,-30 2 3 0 0,1-1 0 0 0,-1-1 0 0 0,33-7 0 0 0,-53 9-64 0 0,0 0 1 0 0,0 0 0 0 0,0 0-1 0 0,0 0 1 0 0,0 0-1 0 0,1 0 1 0 0,-1 0 0 0 0,0 0-1 0 0,0 0 1 0 0,0 0 0 0 0,0 0-1 0 0,0 0 1 0 0,0 0-1 0 0,1 0 1 0 0,-1 0 0 0 0,0 0-1 0 0,0 0 1 0 0,0 0 0 0 0,0-1-1 0 0,0 1 1 0 0,0 0-1 0 0,0 0 1 0 0,1 0 0 0 0,-1 0-1 0 0,0 0 1 0 0,0 0-1 0 0,0 0 1 0 0,0 0 0 0 0,0 0-1 0 0,0-1 1 0 0,0 1 0 0 0,0 0-1 0 0,0 0 1 0 0,0 0-1 0 0,0 0 1 0 0,0 0 0 0 0,0 0-1 0 0,0-1 1 0 0,0 1 0 0 0,0 0-1 0 0,0 0 1 0 0,0 0-1 0 0,0 0 1 0 0,0 0 0 0 0,0 0-1 0 0,0-1 1 0 0,0 1-1 0 0,0 0 1 0 0,0 0 0 0 0,0 0-1 0 0,0 0 1 0 0,0 0 0 0 0,0 0-1 0 0,0-1 1 0 0,0 1-1 0 0,0 0 1 0 0,0 0 0 0 0,0 0-1 0 0,0 0 1 0 0,-1 0 0 0 0,1 0-1 0 0,0 0 1 0 0,0 0-1 0 0,0-1 1 0 0,-13-5 34 0 0,-17-3-18 0 0,-51-8 5 0 0,79 17-10 0 0,-10 23-8 0 0,12-1-246 0 0,0 2 169 0 0,0 0 0 0 0,-6 31 0 0 0,4-46-1013 0 0,0 0 0 0 0,0 0-1 0 0,-1-1 1 0 0,0 1 0 0 0,-8 12 0 0 0,6-12-1553 0 0</inkml:trace>
</inkml:ink>
</file>

<file path=ppt/ink/ink6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2:59:52.4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271 107 500 0 0,'-17'-16'4349'0'0,"17"16"-4239"0"0,-1-1 0 0 0,1 1 0 0 0,-1 0-1 0 0,1 0 1 0 0,-1 0 0 0 0,1 0-1 0 0,-1 0 1 0 0,1 0 0 0 0,-1 0 0 0 0,1 0-1 0 0,-1 0 1 0 0,1 0 0 0 0,-1 0 0 0 0,1 0-1 0 0,-1 0 1 0 0,1 0 0 0 0,-1 0-1 0 0,1 1 1 0 0,-1-1 0 0 0,1 0 0 0 0,0 0-1 0 0,-1 1 1 0 0,1-1 0 0 0,-1 0-1 0 0,0 1 1 0 0,-1 2 74 0 0,0 1 0 0 0,-1-1 0 0 0,1 1 0 0 0,1 0 0 0 0,-1 0 0 0 0,0-1 0 0 0,1 1 0 0 0,-2 7 0 0 0,-6 23 292 0 0,1 1 1 0 0,2 0 0 0 0,1 0 0 0 0,0 50 0 0 0,8-69-334 0 0,-3-14-119 0 0,1 0 1 0 0,-1 0-1 0 0,0 0 1 0 0,1 0 0 0 0,-1 0-1 0 0,0 0 1 0 0,0 0 0 0 0,0-1-1 0 0,0 1 1 0 0,0 0-1 0 0,-1 0 1 0 0,1 0 0 0 0,-1 0-1 0 0,1 0 1 0 0,-2 2-1 0 0,1-3 51 0 0,-1-3-40 0 0,-19-19-39 0 0,1-1 0 0 0,0-1-1 0 0,2-1 1 0 0,1 0-1 0 0,1-2 1 0 0,1 0 0 0 0,1 0-1 0 0,1-1 1 0 0,-15-48-1 0 0,27 72 2 0 0,0-1 0 0 0,0 1 0 0 0,0 0-1 0 0,1 0 1 0 0,-1 0 0 0 0,1-1-1 0 0,0 1 1 0 0,-1 0 0 0 0,2-1-1 0 0,-1 1 1 0 0,0 0 0 0 0,1 0-1 0 0,-1-1 1 0 0,1 1 0 0 0,0 0 0 0 0,0 0-1 0 0,0 0 1 0 0,0 0 0 0 0,1 0-1 0 0,-1 0 1 0 0,3-3 0 0 0,-1 3 1 0 0,0 0 0 0 0,1 0 0 0 0,-1 0 0 0 0,1 0-1 0 0,0 1 1 0 0,-1-1 0 0 0,1 1 0 0 0,0 0 0 0 0,1 0 0 0 0,-1 1 0 0 0,0-1 0 0 0,0 1 0 0 0,8-1 0 0 0,4-1-3 0 0,1 1 0 0 0,0 1 0 0 0,-1 1 0 0 0,1 1 0 0 0,-1 0 0 0 0,1 1 0 0 0,19 4 0 0 0,-16 0 3 0 0,-1 0-1 0 0,0 1 1 0 0,-1 1-1 0 0,1 1 1 0 0,-2 0-1 0 0,1 2 1 0 0,27 20-1 0 0,-36-24 3 0 0,0 0 0 0 0,-1 1 0 0 0,0 0 0 0 0,0 1 0 0 0,-1-1-1 0 0,0 2 1 0 0,0-1 0 0 0,-1 1 0 0 0,0 0 0 0 0,-1 0 0 0 0,0 0 0 0 0,0 1-1 0 0,-1-1 1 0 0,4 22 0 0 0,-7-26 1 0 0,0-1-1 0 0,-1 0 1 0 0,0 0-1 0 0,0 0 0 0 0,-1 1 1 0 0,1-1-1 0 0,-1 0 1 0 0,0 0-1 0 0,0 0 1 0 0,-1 0-1 0 0,0 0 1 0 0,1 0-1 0 0,-2 0 1 0 0,1 0-1 0 0,-5 5 1 0 0,2-2-3 0 0,-1-1 1 0 0,0-1-1 0 0,0 1 1 0 0,0-1-1 0 0,-1 0 1 0 0,0-1-1 0 0,-1 1 1 0 0,-9 4-1 0 0,-9 3-6 0 0,0-1-1 0 0,-1-1 0 0 0,0-2 1 0 0,-41 10-1 0 0,37-12-79 0 0,1-1 1 0 0,-1-2 0 0 0,-49 1-1 0 0,80-5 58 0 0,0 0 0 0 0,0 0 0 0 0,0 0 0 0 0,1 0-1 0 0,-1-1 1 0 0,0 1 0 0 0,0 0 0 0 0,0 0 0 0 0,0 0-1 0 0,0 0 1 0 0,1-1 0 0 0,-1 1 0 0 0,0 0 0 0 0,0 0-1 0 0,0 0 1 0 0,0 0 0 0 0,0-1 0 0 0,0 1 0 0 0,0 0-1 0 0,0 0 1 0 0,0-1 0 0 0,0 1 0 0 0,0 0 0 0 0,0 0-1 0 0,0 0 1 0 0,0-1 0 0 0,0 1 0 0 0,0 0 0 0 0,0 0-1 0 0,0 0 1 0 0,0-1 0 0 0,0 1 0 0 0,0 0 0 0 0,0 0 0 0 0,0 0-1 0 0,0-1 1 0 0,0 1 0 0 0,-1 0 0 0 0,1 0 0 0 0,0 0-1 0 0,0 0 1 0 0,0-1 0 0 0,0 1 0 0 0,0 0 0 0 0,-1 0-1 0 0,1 0 1 0 0,0 0 0 0 0,0 0 0 0 0,0 0 0 0 0,-1-1-1 0 0,1 1 1 0 0,0 0 0 0 0,0 0 0 0 0,0 0 0 0 0,-1 0-1 0 0,1 0 1 0 0,0 0 0 0 0,0 0 0 0 0,0 0 0 0 0,-1 0-1 0 0,1 0 1 0 0,0 0 0 0 0,15-11-1637 0 0,10 2-2404 0 0,-10 5 1741 0 0</inkml:trace>
</inkml:ink>
</file>

<file path=ppt/ink/ink6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2:59:52.8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0 157 544 0 0,'37'-12'3269'0'0,"-19"5"-2554"0"0,-1-1-1 0 0,0-1 1 0 0,17-12-1 0 0,-30 19-625 0 0,0 0 0 0 0,0-1-1 0 0,-1 1 1 0 0,0-1-1 0 0,1 0 1 0 0,-1 0 0 0 0,0 0-1 0 0,-1-1 1 0 0,1 1-1 0 0,0-1 1 0 0,-1 1 0 0 0,0-1-1 0 0,0 0 1 0 0,0 0-1 0 0,0 0 1 0 0,-1 0 0 0 0,1 0-1 0 0,-1-1 1 0 0,1-5-1 0 0,-2 8-67 0 0,-1 1-1 0 0,1 0 1 0 0,0 0 0 0 0,-1 0-1 0 0,1 0 1 0 0,0 0-1 0 0,-1-1 1 0 0,1 1-1 0 0,-1 0 1 0 0,0 0-1 0 0,1 0 1 0 0,-1 0-1 0 0,0 0 1 0 0,0 0-1 0 0,0 1 1 0 0,1-1-1 0 0,-1 0 1 0 0,0 0-1 0 0,0 1 1 0 0,0-1-1 0 0,0 0 1 0 0,-1 1-1 0 0,1-1 1 0 0,0 1-1 0 0,0-1 1 0 0,0 1-1 0 0,0 0 1 0 0,0-1-1 0 0,-1 1 1 0 0,1 0 0 0 0,0 0-1 0 0,0 0 1 0 0,0 0-1 0 0,-1 0 1 0 0,1 0-1 0 0,0 0 1 0 0,0 0-1 0 0,0 1 1 0 0,-1-1-1 0 0,1 0 1 0 0,-2 1-1 0 0,-3 1 61 0 0,-1-1 0 0 0,0 1 0 0 0,1 0 0 0 0,0 0 0 0 0,-1 0 0 0 0,-6 5 0 0 0,7-4 8 0 0,1 1 0 0 0,0 0 0 0 0,0 0 0 0 0,0 0 0 0 0,0 1 0 0 0,1-1 0 0 0,0 1 0 0 0,0 0 0 0 0,0 1 0 0 0,0-1 0 0 0,1 1-1 0 0,0-1 1 0 0,0 1 0 0 0,1 0 0 0 0,-4 11 0 0 0,5-14-60 0 0,1 1-1 0 0,-1 0 1 0 0,1 0 0 0 0,0-1-1 0 0,0 1 1 0 0,0 0 0 0 0,1 0-1 0 0,-1 0 1 0 0,1-1-1 0 0,0 1 1 0 0,0 0 0 0 0,0-1-1 0 0,0 1 1 0 0,1-1-1 0 0,-1 1 1 0 0,1-1 0 0 0,0 0-1 0 0,0 1 1 0 0,1-1 0 0 0,-1 0-1 0 0,0-1 1 0 0,1 1-1 0 0,0 0 1 0 0,0-1 0 0 0,-1 1-1 0 0,2-1 1 0 0,4 3-1 0 0,3 3-292 0 0,0-2 0 0 0,1 1-1 0 0,-1-1 1 0 0,17 5-1 0 0,-21-9-597 0 0,-1-1 0 0 0,1 1 0 0 0,-1-1 0 0 0,1 0-1 0 0,0-1 1 0 0,8 0 0 0 0,1-1-1805 0 0</inkml:trace>
</inkml:ink>
</file>

<file path=ppt/ink/ink6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2:59:53.2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9 184 0 0,'1'-8'9130'0'0,"2"33"-7217"0"0,3 27-837 0 0,18 98 1204 0 0,-29-96-2636 0 0,5-54 234 0 0,0 0-1 0 0,0 1 1 0 0,0-1-1 0 0,0 0 1 0 0,0 0-1 0 0,0 1 1 0 0,0-1-1 0 0,0 0 1 0 0,0 0-1 0 0,0 1 0 0 0,0-1 1 0 0,0 0-1 0 0,0 0 1 0 0,0 1-1 0 0,0-1 1 0 0,0 0-1 0 0,0 0 1 0 0,0 0-1 0 0,0 1 1 0 0,0-1-1 0 0,0 0 1 0 0,0 0-1 0 0,-1 1 1 0 0,1-1-1 0 0,0 0 0 0 0,0 0 1 0 0,0 0-1 0 0,0 1 1 0 0,0-1-1 0 0,-1 0 1 0 0,1 0-1 0 0,0 0 1 0 0,0 0-1 0 0,0 0 1 0 0,-1 1-1 0 0,1-1 1 0 0,0 0-1 0 0,0 0 1 0 0,-1 0-1 0 0,1 0 0 0 0,-1 0 1 0 0,-8-7-4010 0 0,4 1 1347 0 0</inkml:trace>
</inkml:ink>
</file>

<file path=ppt/ink/ink6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2:59:53.5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51 696 0 0,'9'-5'856'0'0,"9"1"-32"0"0,-5-3-60 0 0,3 2-44 0 0,1 0-92 0 0,2 0-52 0 0,0-2-55 0 0,0 4-37 0 0,1-1-60 0 0,6 2-52 0 0,-6 1-120 0 0,3-1-180 0 0,-4 4-256 0 0,-2-2-244 0 0,0 1-668 0 0,-1 3-1193 0 0,-1-2 529 0 0</inkml:trace>
</inkml:ink>
</file>

<file path=ppt/ink/ink6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2:59:56.4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98 132 0 0,'14'-44'5460'0'0,"-11"40"-3701"0"0,6 11-1328 0 0,6 13 85 0 0,-7 2-160 0 0,-2 0 0 0 0,0 1 0 0 0,-2-1 0 0 0,0 1 0 0 0,0 31 0 0 0,-2-24-67 0 0,-2 0 0 0 0,-1 0 0 0 0,-8 50 0 0 0,9-80-263 0 0,0 0-1 0 0,0-1 1 0 0,-1 1 0 0 0,1 0 0 0 0,0 0 0 0 0,0-1 0 0 0,-1 1-1 0 0,1 0 1 0 0,0 0 0 0 0,0-1 0 0 0,-1 1 0 0 0,1 0 0 0 0,0 0-1 0 0,-1 0 1 0 0,1 0 0 0 0,0 0 0 0 0,-1-1 0 0 0,1 1 0 0 0,0 0-1 0 0,-1 0 1 0 0,1 0 0 0 0,0 0 0 0 0,-1 0 0 0 0,1 0 0 0 0,0 0-1 0 0,-1 0 1 0 0,1 0 0 0 0,0 0 0 0 0,-1 0 0 0 0,1 0 0 0 0,0 1-1 0 0,-1-1 1 0 0,1 0 0 0 0,0 0 0 0 0,-1 0 0 0 0,1 0 0 0 0,0 0-1 0 0,0 1 1 0 0,-1-1 0 0 0,1 0 0 0 0,0 0 0 0 0,-1 1 0 0 0,1-1-1 0 0,0 0 1 0 0,0 0 0 0 0,0 1 0 0 0,-1-1 0 0 0,1 0 0 0 0,0 0-1 0 0,0 1 1 0 0,0-1 0 0 0,0 0 0 0 0,0 1 0 0 0,-1-1 0 0 0,-8-34 60 0 0,10-13 49 0 0,3 1 0 0 0,13-70-1 0 0,4 49-101 0 0,-20 62-33 0 0,2 0-1 0 0,-1 1 1 0 0,0 0 0 0 0,1-1-1 0 0,0 1 1 0 0,0 0-1 0 0,0 1 1 0 0,1-1-1 0 0,-1 0 1 0 0,1 1-1 0 0,7-5 1 0 0,-10 7-3 0 0,1 1 1 0 0,-1-1-1 0 0,0 1 1 0 0,1 0-1 0 0,-1-1 1 0 0,1 1-1 0 0,-1 0 1 0 0,0 0-1 0 0,1 0 1 0 0,-1 0-1 0 0,1 1 1 0 0,-1-1-1 0 0,0 0 1 0 0,1 0-1 0 0,-1 1 1 0 0,0-1-1 0 0,1 1 1 0 0,-1-1-1 0 0,0 1 1 0 0,1 0-1 0 0,-1 0 1 0 0,0-1-1 0 0,0 1 1 0 0,0 0-1 0 0,0 0 1 0 0,0 0-1 0 0,0 0 1 0 0,2 2-1 0 0,27 36-14 0 0,-25-32 19 0 0,29 39 0 0 0,70 73 0 0 0,-84-99 2 0 0,1-1-1 0 0,1-1 1 0 0,1-1-1 0 0,0-1 1 0 0,39 20 0 0 0,-58-34-2 0 0,0 0 1 0 0,1 0 0 0 0,0 0 0 0 0,-1 0 0 0 0,1-1 0 0 0,0 1 0 0 0,0-1 0 0 0,0-1 0 0 0,0 1 0 0 0,7 0 0 0 0,-10-2-1 0 0,1 1 0 0 0,-1-1 0 0 0,0 0 0 0 0,0 0 0 0 0,0 0 0 0 0,0 0 0 0 0,0 0 0 0 0,0 0 0 0 0,0 0 0 0 0,0-1 0 0 0,-1 1 1 0 0,1-1-1 0 0,0 1 0 0 0,-1-1 0 0 0,1 0 0 0 0,-1 1 0 0 0,0-1 0 0 0,1 0 0 0 0,-1 0 0 0 0,0 0 0 0 0,0 0 0 0 0,0 0 0 0 0,-1 0 1 0 0,2-4-1 0 0,3-11 19 0 0,0 0-1 0 0,-1 0 1 0 0,-1 0 0 0 0,-1 0 0 0 0,1-24 0 0 0,-7-92 23 0 0,-1 32-21 0 0,6 85-444 0 0,1 23-1024 0 0,1 26-5364 0 0,-3-24 3957 0 0</inkml:trace>
</inkml:ink>
</file>

<file path=ppt/ink/ink6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2:59:59.2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1 144 296 0 0,'-1'-26'2230'0'0,"3"0"1480"0"0,0 28-3611 0 0,0-1 1 0 0,0 1-1 0 0,0-1 1 0 0,0 1-1 0 0,0 0 1 0 0,-1-1-1 0 0,1 1 0 0 0,-1 0 1 0 0,1 0-1 0 0,-1 0 1 0 0,0 1-1 0 0,2 3 1 0 0,66 111 538 0 0,32 49-226 0 0,-78-135-338 0 0,46 71 222 0 0,-69-102-214 0 0,8-53 90 0 0,53-203-10 0 0,-29 114-33 0 0,-23 112-23 0 0,4-25 40 0 0,13 93-1825 0 0,-11 4-3224 0 0,-10-33 3123 0 0</inkml:trace>
</inkml:ink>
</file>

<file path=ppt/ink/ink6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2:59:59.8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64 227 440 0 0,'-3'15'556'0'0,"1"0"-1"0"0,1 1 1 0 0,1-1 0 0 0,0 1 0 0 0,1-1-1 0 0,1 0 1 0 0,0 1 0 0 0,1-1-1 0 0,6 16 1 0 0,6 49 478 0 0,1 39 1451 0 0,-45-156-2103 0 0,22 21-310 0 0,1-1 0 0 0,0 0-1 0 0,-4-27 1 0 0,0 6-1 0 0,3 12-46 0 0,2 1 0 0 0,0-1 0 0 0,2 0 0 0 0,0 0 0 0 0,2 0 0 0 0,1 0 0 0 0,6-48 0 0 0,-3 62-23 0 0,0 1 1 0 0,1 0 0 0 0,0-1 0 0 0,1 1-1 0 0,0 1 1 0 0,1-1 0 0 0,0 1 0 0 0,1 0 0 0 0,0 0-1 0 0,10-11 1 0 0,-14 18-2 0 0,0-1-1 0 0,1 1 1 0 0,-1-1-1 0 0,1 1 1 0 0,0 0-1 0 0,0 1 1 0 0,0-1-1 0 0,0 1 1 0 0,0-1-1 0 0,1 1 1 0 0,-1 0-1 0 0,1 1 1 0 0,-1-1-1 0 0,1 1 1 0 0,-1 0-1 0 0,1 0 1 0 0,0 1-1 0 0,0-1 1 0 0,0 1-1 0 0,-1 0 1 0 0,1 0-1 0 0,0 1 1 0 0,0-1-1 0 0,-1 1 1 0 0,1 0-1 0 0,0 0 1 0 0,7 4-1 0 0,-8-4 1 0 0,-1 1 0 0 0,0-1 0 0 0,1 1 0 0 0,-1 0 0 0 0,0 0 0 0 0,0 0-1 0 0,-1 1 1 0 0,1-1 0 0 0,0 1 0 0 0,-1-1 0 0 0,1 1 0 0 0,-1 0 0 0 0,0 0 0 0 0,0 0 0 0 0,0 0-1 0 0,-1 0 1 0 0,1 1 0 0 0,-1-1 0 0 0,1 0 0 0 0,-1 1 0 0 0,0-1 0 0 0,0 1 0 0 0,-1 0-1 0 0,1-1 1 0 0,-1 1 0 0 0,0-1 0 0 0,0 1 0 0 0,0 0 0 0 0,-1 6 0 0 0,0-5 2 0 0,0 0 0 0 0,-1 0 0 0 0,1 0 0 0 0,-1 0 0 0 0,0-1 0 0 0,-1 1 0 0 0,1 0 0 0 0,-1-1 0 0 0,0 0 0 0 0,0 1 0 0 0,0-1 0 0 0,0 0 1 0 0,-1-1-1 0 0,0 1 0 0 0,0-1 0 0 0,0 1 0 0 0,0-1 0 0 0,0 0 0 0 0,0-1 0 0 0,-6 3 0 0 0,-11 4 31 0 0,1-1 0 0 0,-1-1 1 0 0,0-1-1 0 0,-35 5 0 0 0,-7-6-6884 0 0</inkml:trace>
</inkml:ink>
</file>

<file path=ppt/ink/ink6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00:00.7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 64 96 0 0,'-12'-15'5691'0'0,"16"8"-2879"0"0,31 7-1767 0 0,-19 1-974 0 0,470 19 621 0 0,-483-19-691 0 0,40 2 33 0 0,0-2 0 0 0,0-2-1 0 0,67-9 1 0 0,-94 4 14 0 0,-33 0-33 0 0,-37 1-19 0 0,29 5-3 0 0,-1-1 1 0 0,1-1 0 0 0,0-1 0 0 0,1-1 0 0 0,-43-13-1 0 0,65 16 3 0 0,34-11 5 0 0,-28 12-18 0 0,-1 0 0 0 0,0 0-1 0 0,1 1 1 0 0,-1-1 0 0 0,0 1 0 0 0,1-1 0 0 0,-1 1 0 0 0,0 0 0 0 0,0 1-1 0 0,1-1 1 0 0,-1 0 0 0 0,0 1 0 0 0,0 0 0 0 0,0-1 0 0 0,-1 1-1 0 0,1 1 1 0 0,0-1 0 0 0,-1 0 0 0 0,0 0 0 0 0,1 1 0 0 0,-1 0 0 0 0,0-1-1 0 0,0 1 1 0 0,0 0 0 0 0,-1 0 0 0 0,1 0 0 0 0,1 5 0 0 0,-2-4-12 0 0,-1 0 0 0 0,1 0 0 0 0,-1-1 0 0 0,0 1 0 0 0,0 0 0 0 0,-1 0 0 0 0,1 0 0 0 0,-1 0 0 0 0,0 0 0 0 0,0-1 0 0 0,0 1 0 0 0,-1 0 0 0 0,1-1 1 0 0,-1 1-1 0 0,0-1 0 0 0,0 1 0 0 0,0-1 0 0 0,0 0 0 0 0,0 0 0 0 0,-1 0 0 0 0,0 0 0 0 0,1 0 0 0 0,-5 2 0 0 0,-11 14-845 0 0,15-15 204 0 0,-1 0 1 0 0,0 0 0 0 0,1 0 0 0 0,-1-1-1 0 0,-1 0 1 0 0,-6 5 0 0 0,0-2-1486 0 0</inkml:trace>
</inkml:ink>
</file>

<file path=ppt/ink/ink6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00:03.0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1 169 72 0 0,'14'-30'4442'0'0,"-11"30"-4362"0"0,-1-1 0 0 0,1 1 0 0 0,-1 0 0 0 0,1 0-1 0 0,0 1 1 0 0,-1-1 0 0 0,1 1 0 0 0,-1-1 0 0 0,1 1-1 0 0,-1 0 1 0 0,1 0 0 0 0,-1 0 0 0 0,0 0 0 0 0,0 0-1 0 0,1 0 1 0 0,-1 1 0 0 0,0-1 0 0 0,0 1-1 0 0,0-1 1 0 0,2 4 0 0 0,42 44 391 0 0,-33-34-314 0 0,60 73 310 0 0,51 52-23 0 0,-122-138-434 0 0,41 35 91 0 0,-41-35-85 0 0,1 0 1 0 0,0-1-1 0 0,0 1 1 0 0,-1-1-1 0 0,1 1 1 0 0,0-1-1 0 0,0 0 1 0 0,0 0-1 0 0,0-1 1 0 0,1 1-1 0 0,-1 0 1 0 0,0-1-1 0 0,0 0 1 0 0,5 0-1 0 0,-6-1 6 0 0,-1 1-1 0 0,0-1 0 0 0,1 0 1 0 0,-1 1-1 0 0,0-1 0 0 0,1 0 0 0 0,-1 0 1 0 0,0 0-1 0 0,0 0 0 0 0,0 0 0 0 0,0 0 1 0 0,0-1-1 0 0,0 1 0 0 0,0 0 1 0 0,0-1-1 0 0,0 1 0 0 0,0 0 0 0 0,-1-1 1 0 0,1 1-1 0 0,-1-1 0 0 0,1 1 0 0 0,0-3 1 0 0,6-33 320 0 0,1-113 284 0 0,-8 101-427 0 0,12-85 0 0 0,-1 38-52 0 0,-9 91-134 0 0,1 1-5 0 0,-2 4 13 0 0,21 13-299 0 0,-20-9-255 0 0,11 23-1579 0 0,-10-14-1468 0 0,-1-8 1535 0 0</inkml:trace>
</inkml:ink>
</file>

<file path=ppt/ink/ink6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00:04.3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16 168 464 0 0,'0'-19'5663'0'0,"2"25"-3145"0"0,2 48-2488 0 0,-1-5 482 0 0,30 118 418 0 0,-32-149-506 0 0,-6-20 42 0 0,-8-29-175 0 0,5 10-268 0 0,0 0-1 0 0,2 0 1 0 0,0-1 0 0 0,2 0 0 0 0,0 0 0 0 0,1 0 0 0 0,2-1 0 0 0,0 1-1 0 0,1-1 1 0 0,6-37 0 0 0,-4 50-22 0 0,-1 6-1 0 0,-1 1-1 0 0,1-1 1 0 0,0 1 0 0 0,0-1-1 0 0,0 1 1 0 0,0 0 0 0 0,1-1-1 0 0,-1 1 1 0 0,4-4 0 0 0,-4 6 0 0 0,0 0 0 0 0,1 0 0 0 0,-1 0 0 0 0,0 0 1 0 0,1 0-1 0 0,0 0 0 0 0,-1 0 0 0 0,1 1 0 0 0,-1-1 1 0 0,1 1-1 0 0,0-1 0 0 0,0 1 0 0 0,-1-1 0 0 0,1 1 1 0 0,0 0-1 0 0,0 0 0 0 0,-1 0 0 0 0,1 0 0 0 0,0 0 1 0 0,0 0-1 0 0,-1 1 0 0 0,1-1 0 0 0,0 0 0 0 0,-1 1 1 0 0,4 1-1 0 0,7 2 1 0 0,0 1 0 0 0,0 0 0 0 0,0 1 0 0 0,0 0 0 0 0,-1 1 0 0 0,0 1 0 0 0,12 10 0 0 0,74 72 15 0 0,-56-50-13 0 0,24 24 6 0 0,56 49 3 0 0,-117-109-10 0 0,0 0 1 0 0,1 0 1 0 0,0 0 0 0 0,-1 0-1 0 0,2 0 1 0 0,-1-1 0 0 0,0 0 0 0 0,1 0-1 0 0,-1 0 1 0 0,1-1 0 0 0,0 0-1 0 0,0 0 1 0 0,9 2 0 0 0,-13-5-2 0 0,1 1 0 0 0,-1-1 0 0 0,0 1 0 0 0,0-1 0 0 0,0 0 0 0 0,0 0 0 0 0,0 0 1 0 0,0 0-1 0 0,0-1 0 0 0,0 1 0 0 0,0 0 0 0 0,0-1 0 0 0,-1 1 0 0 0,1-1 0 0 0,-1 0 0 0 0,1 1 0 0 0,-1-1 1 0 0,0 0-1 0 0,2-3 0 0 0,19-37 42 0 0,-16 19-7 0 0,0 0-1 0 0,-2 0 1 0 0,0-1 0 0 0,-2 1 0 0 0,0-1 0 0 0,-2 0-1 0 0,-3-30 1 0 0,3-55 164 0 0,4 19-24 0 0,-4 90-247 0 0,0 1-1155 0 0,1 1 1062 0 0,-1 0 0 0 0,1 0 1 0 0,-1 0-1 0 0,1 0 1 0 0,-1 0-1 0 0,0 0 1 0 0,0 0-1 0 0,0 0 1 0 0,0 0-1 0 0,-1 0 1 0 0,0 3-1 0 0,-2 13-4355 0 0,1-9 1906 0 0</inkml:trace>
</inkml:ink>
</file>

<file path=ppt/ink/ink6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00:06.7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24 296 360 0 0,'23'-33'3418'0'0,"-19"28"-2552"0"0,1 0 0 0 0,-1-1 1 0 0,0 0-1 0 0,-1 0 1 0 0,5-10-1 0 0,-15 53-290 0 0,1 0 0 0 0,2 0 0 0 0,1 0 0 0 0,5 62 0 0 0,11 46-260 0 0,-13-144-226 0 0,-16-51-102 0 0,10 36 11 0 0,1 0 1 0 0,1 0-1 0 0,0-1 0 0 0,1 0 1 0 0,0 1-1 0 0,1-1 1 0 0,1-27-1 0 0,2-6-1 0 0,8-53 0 0 0,27-96-3 0 0,-36 193 4 0 0,1 1 0 0 0,0-1-1 0 0,1 0 1 0 0,-1 1 0 0 0,1-1 0 0 0,0 1 0 0 0,0 0 0 0 0,0-1 0 0 0,0 1 0 0 0,0 0-1 0 0,0 0 1 0 0,1 1 0 0 0,0-1 0 0 0,0 0 0 0 0,-1 1 0 0 0,1 0 0 0 0,1-1 0 0 0,-1 1-1 0 0,0 0 1 0 0,0 1 0 0 0,1-1 0 0 0,-1 1 0 0 0,1-1 0 0 0,0 1 0 0 0,5-1 0 0 0,1 0 1 0 0,-1 1 1 0 0,1 1 0 0 0,-1-1 0 0 0,1 1 0 0 0,-1 1 0 0 0,1 0 0 0 0,-1 0 0 0 0,1 1 0 0 0,12 4 0 0 0,-11-2-2 0 0,0 1 0 0 0,-1-1 1 0 0,1 2-1 0 0,-1 0 0 0 0,0 0 1 0 0,0 1-1 0 0,9 9 0 0 0,-14-13 1 0 0,-1 1-1 0 0,0 0 1 0 0,0 0-1 0 0,0 0 1 0 0,0 1-1 0 0,-1-1 1 0 0,0 1 0 0 0,0 0-1 0 0,0-1 1 0 0,0 2-1 0 0,-1-1 1 0 0,0 0-1 0 0,0 0 1 0 0,0 1-1 0 0,-1-1 1 0 0,2 11-1 0 0,-3-14 4 0 0,-1 1-1 0 0,0 0 1 0 0,0-1-1 0 0,0 1 1 0 0,0 0-1 0 0,0-1 0 0 0,0 1 1 0 0,-1-1-1 0 0,1 0 1 0 0,-1 1-1 0 0,0-1 0 0 0,0 0 1 0 0,1 0-1 0 0,-2 0 1 0 0,1 0-1 0 0,0-1 0 0 0,0 1 1 0 0,0 0-1 0 0,-1-1 1 0 0,1 0-1 0 0,-1 1 1 0 0,1-1-1 0 0,-5 1 0 0 0,-73 24 8 0 0,64-22-11 0 0,-26 8-196 0 0,-67 17-881 0 0,37-18-4638 0 0,43-7 2746 0 0</inkml:trace>
</inkml:ink>
</file>

<file path=ppt/ink/ink6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00:13.1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32 44 0 0,'12'36'2449'0'0,"16"26"-203"0"0,37 49-944 0 0,-18-41-1008 0 0,65 73 1 0 0,-20-53 152 0 0,-85-84-393 0 0,-7-6-42 0 0,1 1 0 0 0,-1-1-1 0 0,1 1 1 0 0,-1-1 0 0 0,1 0 0 0 0,-1 1-1 0 0,1-1 1 0 0,-1 0 0 0 0,1 0-1 0 0,-1 1 1 0 0,1-1 0 0 0,0 0-1 0 0,-1 0 1 0 0,1 0 0 0 0,-1 1 0 0 0,1-1-1 0 0,0 0 1 0 0,-1 0 0 0 0,1 0-1 0 0,-1 0 1 0 0,1 0 0 0 0,0 0-1 0 0,-1-1 1 0 0,1 1 0 0 0,-1 0 0 0 0,1 0-1 0 0,0 0 1 0 0,-1 0 0 0 0,1-1-1 0 0,-1 1 1 0 0,2-1 0 0 0,12-18 192 0 0,1-28 21 0 0,9-245 139 0 0,-16 143-275 0 0,-8 134-93 0 0,-1 14-4 0 0,1 0 0 0 0,0 0 0 0 0,-1 0-1 0 0,1 0 1 0 0,0 0 0 0 0,0 0 0 0 0,0 0-1 0 0,0 0 1 0 0,0 0 0 0 0,0 0 0 0 0,0 0 0 0 0,0 0-1 0 0,0 0 1 0 0,0 0 0 0 0,0 0 0 0 0,1 0 0 0 0,-1 0-1 0 0,1 0 1 0 0,-1 0 0 0 0,0 0 0 0 0,1 0 0 0 0,0 0-1 0 0,-1 0 1 0 0,1 0 0 0 0,-1 1 0 0 0,1-1-1 0 0,0 0 1 0 0,1-1 0 0 0,-1 2-205 0 0,23 18-905 0 0,4 12-2578 0 0,-20-19 1937 0 0</inkml:trace>
</inkml:ink>
</file>

<file path=ppt/ink/ink6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00:13.7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126 337 324 0 0,'-3'22'927'0'0,"1"-1"0"0"0,0 1 0 0 0,2 0 0 0 0,3 28 0 0 0,-2-25-119 0 0,0-1 0 0 0,-5 47 0 0 0,4-71-778 0 0,0 1 0 0 0,0-1 0 0 0,0 0 0 0 0,0 1 0 0 0,0-1 0 0 0,0 1-1 0 0,0-1 1 0 0,0 0 0 0 0,0 1 0 0 0,0-1 0 0 0,0 0 0 0 0,0 1 0 0 0,0-1 0 0 0,-1 0-1 0 0,1 1 1 0 0,0-1 0 0 0,0 0 0 0 0,0 0 0 0 0,-1 1 0 0 0,1-1 0 0 0,0 0 0 0 0,0 0 0 0 0,0 1-1 0 0,-1-1 1 0 0,1 0 0 0 0,0 0 0 0 0,-1 0 0 0 0,1 1 0 0 0,0-1 0 0 0,-1 0 0 0 0,1 0-1 0 0,0 0 1 0 0,-1 0 0 0 0,1 0 0 0 0,0 0 0 0 0,-1 1 0 0 0,1-1 0 0 0,0 0 0 0 0,-1 0-1 0 0,1 0 1 0 0,0 0 0 0 0,-1 0 0 0 0,1 0 0 0 0,0-1 0 0 0,-1 1 0 0 0,1 0 0 0 0,-1 0-1 0 0,-18-15 452 0 0,-10-27-189 0 0,18 17-227 0 0,1 0 1 0 0,1 0 0 0 0,1-1 0 0 0,1 0 0 0 0,1 0-1 0 0,2-1 1 0 0,1 0 0 0 0,1 0 0 0 0,2-42 0 0 0,0 58-60 0 0,1 0 0 0 0,1 0 0 0 0,0 0 0 0 0,0 1 1 0 0,1-1-1 0 0,1 0 0 0 0,0 1 0 0 0,0 0 0 0 0,1 0 1 0 0,0 0-1 0 0,0 1 0 0 0,1 0 0 0 0,1 0 0 0 0,0 0 1 0 0,0 1-1 0 0,0-1 0 0 0,1 2 0 0 0,0-1 0 0 0,1 1 1 0 0,0 1-1 0 0,0 0 0 0 0,0 0 0 0 0,1 0 0 0 0,0 1 1 0 0,0 1-1 0 0,13-5 0 0 0,-15 6-4 0 0,1 1 0 0 0,0 0 0 0 0,0 1 0 0 0,0 0-1 0 0,1 0 1 0 0,-1 1 0 0 0,0 0 0 0 0,0 1 0 0 0,17 3 0 0 0,-22-4 0 0 0,0 1 0 0 0,0 0-1 0 0,0 1 1 0 0,0-1 0 0 0,0 1-1 0 0,0-1 1 0 0,0 1 0 0 0,-1 0 0 0 0,1 0-1 0 0,-1 1 1 0 0,0-1 0 0 0,1 1 0 0 0,-1 0-1 0 0,0 0 1 0 0,0 0 0 0 0,-1 0 0 0 0,1 0-1 0 0,-1 1 1 0 0,1-1 0 0 0,-1 1 0 0 0,0-1-1 0 0,-1 1 1 0 0,1 0 0 0 0,1 4 0 0 0,-2-4-1 0 0,-1 0 0 0 0,0-1 0 0 0,0 1 0 0 0,0 0 0 0 0,0-1 0 0 0,-1 1 0 0 0,1-1 1 0 0,-1 1-1 0 0,0 0 0 0 0,0-1 0 0 0,0 1 0 0 0,0-1 0 0 0,-1 0 0 0 0,1 1 0 0 0,-1-1 0 0 0,0 0 1 0 0,0 0-1 0 0,0 0 0 0 0,-1 0 0 0 0,1 0 0 0 0,-1-1 0 0 0,1 1 0 0 0,-1-1 0 0 0,0 0 1 0 0,0 1-1 0 0,-5 2 0 0 0,-11 7-33 0 0,-1-1 1 0 0,0-1 0 0 0,-26 10 0 0 0,22-9-138 0 0,19-9-111 0 0,-10 7-1273 0 0,18 3-3030 0 0</inkml:trace>
</inkml:ink>
</file>

<file path=ppt/ink/ink6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00:14.3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0 182 212 0 0,'0'0'6044'0'0,"3"-2"-5747"0"0,10-3-112 0 0,1 0 0 0 0,-1 0 0 0 0,1 1 0 0 0,0 1-1 0 0,0 1 1 0 0,0-1 0 0 0,25 1 0 0 0,-7-1-74 0 0,394-28 724 0 0,-242 20-641 0 0,-34 1-14 0 0,-140 6-140 0 0,-11 0-14 0 0,-24-6-6 0 0,-35-4-13 0 0,15 8-9 0 0,27 4 0 0 0,-1 0 0 0 0,0-1-1 0 0,1-1 1 0 0,0-1 0 0 0,0 0-1 0 0,-31-14 1 0 0,49 19 1 0 0,-1-1 0 0 0,1 1 1 0 0,0 0-1 0 0,-1 0 0 0 0,1 0 1 0 0,0 0-1 0 0,0 0 0 0 0,-1 0 0 0 0,1-1 1 0 0,0 1-1 0 0,-1 0 0 0 0,1 0 1 0 0,0-1-1 0 0,0 1 0 0 0,0 0 1 0 0,-1 0-1 0 0,1-1 0 0 0,0 1 0 0 0,0 0 1 0 0,0 0-1 0 0,0-1 0 0 0,-1 1 1 0 0,1 0-1 0 0,0-1 0 0 0,0 1 0 0 0,0 0 1 0 0,0 0-1 0 0,0-1 0 0 0,0 1 1 0 0,0 0-1 0 0,0-1 0 0 0,0 1 0 0 0,0 0 1 0 0,0-1-1 0 0,0 1 0 0 0,0 0 1 0 0,0-1-1 0 0,0 1 0 0 0,0 0 0 0 0,1-1 1 0 0,-1 1-1 0 0,0 0 0 0 0,0 0 1 0 0,0-1-1 0 0,0 1 0 0 0,1 0 0 0 0,-1 0 1 0 0,0-1-1 0 0,0 1 0 0 0,0 0 1 0 0,1 0-1 0 0,-1-1 0 0 0,0 1 1 0 0,0 0-1 0 0,1 0 0 0 0,-1 0 0 0 0,0 0 1 0 0,1 0-1 0 0,-1-1 0 0 0,0 1 1 0 0,1 0-1 0 0,-1 0 0 0 0,0 0 0 0 0,1 0 1 0 0,25-3 0 0 0,-20 5 4 0 0,0-1 0 0 0,0 1 0 0 0,0 1 1 0 0,-1-1-1 0 0,0 1 0 0 0,1 0 0 0 0,-1 0 0 0 0,0 1 1 0 0,0-1-1 0 0,-1 1 0 0 0,1 0 0 0 0,-1 1 0 0 0,0-1 1 0 0,0 1-1 0 0,0 0 0 0 0,4 7 0 0 0,-6-8-1 0 0,-1-1 1 0 0,1 1-1 0 0,-1 0 0 0 0,0-1 0 0 0,0 1 1 0 0,-1 0-1 0 0,1 0 0 0 0,-1 0 1 0 0,0-1-1 0 0,0 1 0 0 0,0 0 0 0 0,0 0 1 0 0,-1 0-1 0 0,0 0 0 0 0,1-1 0 0 0,-1 1 1 0 0,-1 0-1 0 0,1-1 0 0 0,0 1 0 0 0,-1-1 1 0 0,0 1-1 0 0,0-1 0 0 0,0 0 1 0 0,0 0-1 0 0,-1 1 0 0 0,1-2 0 0 0,-1 1 1 0 0,-3 3-1 0 0,-9 9-180 0 0,-1-1 1 0 0,-28 19-1 0 0,-12-1-4660 0 0,38-25 2485 0 0</inkml:trace>
</inkml:ink>
</file>

<file path=ppt/ink/ink6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00:16.4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11 166 136 0 0,'-1'-3'287'0'0,"-1"1"0"0"0,1-1 0 0 0,0 0 0 0 0,0 0 0 0 0,0 0 0 0 0,0 1 0 0 0,0-1 0 0 0,1 0 0 0 0,-1 0 0 0 0,1 0 0 0 0,0 0 0 0 0,0 0 0 0 0,0 0 0 0 0,0 0 0 0 0,0 0 0 0 0,1 0 0 0 0,0 0 0 0 0,-1 0 0 0 0,1 0 0 0 0,2-4 0 0 0,-2 6 131 0 0,1 2-362 0 0,0 0 1 0 0,1-1 0 0 0,-1 2 0 0 0,0-1-1 0 0,0 0 1 0 0,0 0 0 0 0,0 1-1 0 0,0-1 1 0 0,0 1 0 0 0,0-1 0 0 0,0 1-1 0 0,0 0 1 0 0,1 2 0 0 0,25 31 434 0 0,-24-30-418 0 0,93 131 813 0 0,28 36-322 0 0,-117-162-527 0 0,-5-5-9 0 0,0-1 1 0 0,0 1-1 0 0,0-1 1 0 0,1 0 0 0 0,-1 0-1 0 0,1-1 1 0 0,0 1-1 0 0,0-1 1 0 0,1 0 0 0 0,5 4-1 0 0,-9-7 54 0 0,25-25 241 0 0,-17 8-256 0 0,-1-1-1 0 0,0 0 1 0 0,-2 0-1 0 0,0-1 1 0 0,5-23 0 0 0,11-38 62 0 0,-13 56-106 0 0,16-43 42 0 0,48-95-1 0 0,-70 157 8 0 0,14-22-352 0 0,-9 24-230 0 0,-3 18-258 0 0,-5-12 413 0 0,0 0 1 0 0,0 1-1 0 0,0-1 0 0 0,-1 1 0 0 0,0-1 0 0 0,0 0 0 0 0,0 1 1 0 0,-2 4-1 0 0,0 1-1809 0 0,-2 4-79 0 0</inkml:trace>
</inkml:ink>
</file>

<file path=ppt/ink/ink6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00:20.5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13 122 216 0 0,'-12'-28'3298'0'0,"22"46"-1029"0"0,0 9-1901 0 0,-1 1 0 0 0,-2 0 0 0 0,7 39 0 0 0,5 24 101 0 0,-9-27-249 0 0,-10-41 150 0 0,-3-21 86 0 0,-2-11 260 0 0,1-1-680 0 0,1 0-1 0 0,1 0 0 0 0,0-1 1 0 0,0 1-1 0 0,1 0 1 0 0,0-1-1 0 0,1 1 0 0 0,1-16 1 0 0,-2-32 35 0 0,-2 32-53 0 0,2 0 0 0 0,0 0 0 0 0,2 0-1 0 0,1 0 1 0 0,0 1 0 0 0,12-42 0 0 0,-14 64-19 0 0,0 1 0 0 0,0 0 0 0 0,1 0 0 0 0,0 0 1 0 0,-1 0-1 0 0,1 0 0 0 0,0 0 0 0 0,0 0 0 0 0,0 0 0 0 0,0 0 0 0 0,0 0 0 0 0,0 1 1 0 0,0-1-1 0 0,1 0 0 0 0,-1 1 0 0 0,1-1 0 0 0,-1 1 0 0 0,1-1 0 0 0,0 1 0 0 0,0 0 1 0 0,-1 0-1 0 0,1 0 0 0 0,0 0 0 0 0,0 0 0 0 0,0 0 0 0 0,0 0 0 0 0,3 0 0 0 0,-1 1 0 0 0,0 1-1 0 0,1 0 1 0 0,-1 0-1 0 0,0 0 1 0 0,0 0-1 0 0,0 1 1 0 0,0-1-1 0 0,0 1 1 0 0,0 0-1 0 0,0 0 1 0 0,0 1-1 0 0,-1-1 0 0 0,6 5 1 0 0,152 128 37 0 0,-59-46-1 0 0,-61-54-18 0 0,-28-22-15 0 0,0-1 1 0 0,1 0-1 0 0,0-1 1 0 0,1-1-1 0 0,0 0 0 0 0,0-1 1 0 0,1-1-1 0 0,1 0 1 0 0,21 7-1 0 0,-37-15-1 0 0,1 0 0 0 0,-1-1 0 0 0,1 1-1 0 0,-1 0 1 0 0,1 0 0 0 0,-1-1 0 0 0,1 1 0 0 0,-1-1 0 0 0,0 0 0 0 0,1 1 0 0 0,-1-1-1 0 0,0 0 1 0 0,1 0 0 0 0,-1 0 0 0 0,0 0 0 0 0,0 0 0 0 0,0 0 0 0 0,0 0 0 0 0,0 0 0 0 0,0 0-1 0 0,0 0 1 0 0,0-1 0 0 0,0 1 0 0 0,0 0 0 0 0,-1-1 0 0 0,1 1 0 0 0,0-3 0 0 0,14-38 42 0 0,-12 5-40 0 0,-1-1 0 0 0,-2 1 0 0 0,-1-1-1 0 0,-2 1 1 0 0,-9-41 0 0 0,6 42 4 0 0,6 36-23 0 0,0 0 1 0 0,0-1-1 0 0,0 1 1 0 0,0 0-1 0 0,0 0 1 0 0,0 0-1 0 0,0-1 1 0 0,0 1-1 0 0,0 0 1 0 0,0 0-1 0 0,0 0 1 0 0,0-1-1 0 0,0 1 0 0 0,0 0 1 0 0,0 0-1 0 0,0 0 1 0 0,0-1-1 0 0,0 1 1 0 0,0 0-1 0 0,0 0 1 0 0,0 0-1 0 0,0-1 1 0 0,0 1-1 0 0,0 0 1 0 0,0 0-1 0 0,0 0 0 0 0,1 0 1 0 0,-1-1-1 0 0,0 1 1 0 0,0 0-1 0 0,0 0 1 0 0,0 0-1 0 0,0 0 1 0 0,1 0-1 0 0,-1-1 1 0 0,0 1-1 0 0,0 0 1 0 0,0 0-1 0 0,0 0 1 0 0,1 0-1 0 0,-1 0 0 0 0,0 0 1 0 0,0 0-1 0 0,0 0 1 0 0,1 0-1 0 0,-1 0 1 0 0,0 0-1 0 0,0 0 1 0 0,0 0-1 0 0,1 0 1 0 0,-1 0-1 0 0,0 0 1 0 0,0 0-1 0 0,0 0 0 0 0,1 0 1 0 0,-1 0-1 0 0,0 0 1 0 0,17 10-765 0 0,13 19-3768 0 0,-19-19 2338 0 0</inkml:trace>
</inkml:ink>
</file>

<file path=ppt/ink/ink6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00:21.3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69 231 416 0 0,'-8'-3'771'0'0,"-1"0"0"0"0,1-1-1 0 0,0 0 1 0 0,0 0 0 0 0,-7-7 0 0 0,11 8-331 0 0,3 3-387 0 0,1 0 1 0 0,0 0-1 0 0,-1 0 0 0 0,1 0 1 0 0,0 0-1 0 0,-1 0 0 0 0,1 0 1 0 0,-1-1-1 0 0,1 1 0 0 0,0 0 1 0 0,-1 0-1 0 0,1 0 0 0 0,0-1 1 0 0,0 1-1 0 0,-1 0 0 0 0,1 0 0 0 0,0-1 1 0 0,-1 1-1 0 0,1 0 0 0 0,0-1 1 0 0,0 1-1 0 0,0 0 0 0 0,-1-1 1 0 0,1 1-1 0 0,0 0 0 0 0,0-1 1 0 0,0 1-1 0 0,0-1 0 0 0,0 1 1 0 0,0 0-1 0 0,0-1 0 0 0,0 1 0 0 0,0-1 1 0 0,0 1-1 0 0,0 0 0 0 0,0-1 1 0 0,0 1-1 0 0,0 0 0 0 0,0-1 1 0 0,0 1-1 0 0,0-1 0 0 0,0 1 1 0 0,0 0-1 0 0,1-1 0 0 0,-1 1 1 0 0,0 0-1 0 0,0-1 0 0 0,1 1 0 0 0,24-8 643 0 0,45 5-830 0 0,-66 3 276 0 0,60 0-35 0 0,386-6 211 0 0,-347 1-249 0 0,110-21 1 0 0,-206 25-21 0 0,-4 0-15 0 0,-1 1 0 0 0,1 0 0 0 0,-1-1 0 0 0,1 0 0 0 0,-1 1 0 0 0,1-1 0 0 0,-1 0 0 0 0,1 0 0 0 0,-1 0 0 0 0,0-1 0 0 0,0 1 0 0 0,4-3 0 0 0,-5 3 25 0 0,-20-20 168 0 0,-2 12-193 0 0,-1 1 0 0 0,0 0 0 0 0,0 2 1 0 0,-23-4-1 0 0,16 4-14 0 0,-44-16 0 0 0,62 20-9 0 0,9 2-10 0 0,0-1 0 0 0,1 1 0 0 0,-1 0 0 0 0,0-1 0 0 0,0 1 0 0 0,1-1 0 0 0,-1 1 0 0 0,0-1 0 0 0,1 0 0 0 0,-1 0 0 0 0,1 0 0 0 0,-1 0 0 0 0,1 0 0 0 0,0 0 0 0 0,-1 0 0 0 0,1 0 0 0 0,0 0 1 0 0,0-1-1 0 0,-1 1 0 0 0,0-2 0 0 0,5 1 1 0 0,1 0 1 0 0,-1 1 0 0 0,0 0 0 0 0,1 0 0 0 0,-1 0 0 0 0,1 0-1 0 0,-1 1 1 0 0,6-1 0 0 0,4 1-2 0 0,-1 1-1 0 0,1 0 1 0 0,-1 1 0 0 0,1 0-1 0 0,-1 1 1 0 0,0 0 0 0 0,22 9-1 0 0,-30-10 1 0 0,1-1-1 0 0,-1 1 1 0 0,0 0 0 0 0,0 0-1 0 0,0 0 1 0 0,0 1-1 0 0,-1 0 1 0 0,1-1 0 0 0,-1 1-1 0 0,1 0 1 0 0,-1 1-1 0 0,0-1 1 0 0,0 0-1 0 0,0 1 1 0 0,-1 0 0 0 0,1 0-1 0 0,-1 0 1 0 0,0 0-1 0 0,0 0 1 0 0,-1 0 0 0 0,1 0-1 0 0,-1 0 1 0 0,1 1-1 0 0,0 6 1 0 0,-3-6-2 0 0,0-1 0 0 0,0 0 0 0 0,0 0 0 0 0,-1 0 0 0 0,1 0 0 0 0,-1 0 0 0 0,0 0-1 0 0,0-1 1 0 0,0 1 0 0 0,0 0 0 0 0,-1-1 0 0 0,0 0 0 0 0,1 0 0 0 0,-6 5 0 0 0,-46 37-610 0 0,28-26-129 0 0,-25 16-4098 0 0,39-28 2460 0 0</inkml:trace>
</inkml:ink>
</file>

<file path=ppt/ink/ink6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00:37.6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 40 580 0 0,'2'-35'4323'0'0,"0"30"-1951"0"0,-1 20-1794 0 0,-7 81 835 0 0,3-63-995 0 0,1 51-1 0 0,6-39-187 0 0,-2-30-159 0 0,0 1 0 0 0,-1 0 0 0 0,-1 0 0 0 0,0-1 0 0 0,-1 1 0 0 0,-6 28 0 0 0,3-29 293 0 0,2-8-1653 0 0</inkml:trace>
</inkml:ink>
</file>

<file path=ppt/ink/ink6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00:38.0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7 304 0 0,'3'-6'3697'0'0,"2"14"-2742"0"0,3 20-252 0 0,10 255 3590 0 0,4-48-2647 0 0,-23-205-2420 0 0,-4-22-2286 0 0,-5-17-1010 0 0,5 2 1988 0 0</inkml:trace>
</inkml:ink>
</file>

<file path=ppt/ink/ink6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00:38.3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61 220 0 0,'15'-5'512'0'0,"-1"-2"-52"0"0,3 0-36 0 0,0 4-64 0 0,10-8-28 0 0,-2 4-28 0 0,-2 2-24 0 0,2 2-16 0 0,2-3-36 0 0,-2 5-68 0 0,-2-3-92 0 0,-4 3-136 0 0,0 1-140 0 0,1 0-348 0 0,-5 0-608 0 0,0 0 272 0 0</inkml:trace>
</inkml:ink>
</file>

<file path=ppt/ink/ink6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00:39.5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1 223 376 0 0,'14'-4'381'0'0,"0"0"-1"0"0,0-2 1 0 0,0 1-1 0 0,0-2 1 0 0,-1 0-1 0 0,0 0 1 0 0,0-1 0 0 0,-1-1-1 0 0,16-14 1 0 0,-26 22-333 0 0,0-1 0 0 0,-1 1 0 0 0,1-1 0 0 0,-1 1 0 0 0,1-1 0 0 0,-1 0 0 0 0,0 0 0 0 0,0 0 1 0 0,0 0-1 0 0,0 0 0 0 0,0 0 0 0 0,0 0 0 0 0,0 0 0 0 0,-1 0 0 0 0,1 0 0 0 0,-1 0 0 0 0,1 0 0 0 0,-1-1 0 0 0,0 1 1 0 0,0 0-1 0 0,0 0 0 0 0,0-1 0 0 0,0 1 0 0 0,-1 0 0 0 0,1 0 0 0 0,-1 0 0 0 0,1 0 0 0 0,-1 0 0 0 0,0 0 0 0 0,0-1 1 0 0,0 1-1 0 0,0 1 0 0 0,0-1 0 0 0,0 0 0 0 0,0 0 0 0 0,-1 0 0 0 0,1 1 0 0 0,-3-3 0 0 0,2 2-10 0 0,-1 1-1 0 0,1-1 0 0 0,-1 0 1 0 0,0 1-1 0 0,1 0 0 0 0,-1 0 1 0 0,0 0-1 0 0,0 0 1 0 0,0 0-1 0 0,0 0 0 0 0,0 1 1 0 0,0-1-1 0 0,0 1 0 0 0,0 0 1 0 0,0 0-1 0 0,0 0 0 0 0,0 0 1 0 0,0 1-1 0 0,0-1 0 0 0,0 1 1 0 0,0 0-1 0 0,0 0 1 0 0,1 0-1 0 0,-1 0 0 0 0,0 0 1 0 0,0 0-1 0 0,1 1 0 0 0,-5 2 1 0 0,3-1 4 0 0,0 0 1 0 0,0 0 0 0 0,1 0 0 0 0,-1 1 0 0 0,1-1 0 0 0,-1 1 0 0 0,1 0-1 0 0,0 0 1 0 0,0 0 0 0 0,1 0 0 0 0,-1 0 0 0 0,1 1 0 0 0,0-1-1 0 0,0 1 1 0 0,1 0 0 0 0,-1-1 0 0 0,-1 9 0 0 0,3-9-30 0 0,0-1 0 0 0,1 1 0 0 0,-1-1 0 0 0,0 1 0 0 0,1-1 0 0 0,0 1 0 0 0,0-1 1 0 0,0 0-1 0 0,0 1 0 0 0,1-1 0 0 0,-1 0 0 0 0,1 0 0 0 0,0 0 0 0 0,0 0 0 0 0,0 0 0 0 0,0 0 0 0 0,0-1 0 0 0,0 1 0 0 0,1-1 1 0 0,0 1-1 0 0,-1-1 0 0 0,1 0 0 0 0,0 0 0 0 0,0 0 0 0 0,6 2 0 0 0,0 1-4 0 0,1 0-1 0 0,0 0 0 0 0,0-2 1 0 0,0 1-1 0 0,0-1 1 0 0,1-1-1 0 0,-1 1 1 0 0,1-2-1 0 0,0 0 0 0 0,0 0 1 0 0,-1-1-1 0 0,1 0 1 0 0,0-1-1 0 0,0 0 1 0 0,-1 0-1 0 0,1-2 0 0 0,-1 1 1 0 0,1-1-1 0 0,-1-1 1 0 0,0 0-1 0 0,0 0 1 0 0,0-1-1 0 0,-1 0 0 0 0,0 0 1 0 0,0-1-1 0 0,0-1 1 0 0,10-9-1 0 0,-9 6 0 0 0,0 1 1 0 0,-1-2-1 0 0,0 1 0 0 0,-1-1 0 0 0,13-23 1 0 0,8-10 278 0 0,-15 30 268 0 0,-13 28-345 0 0,-2 4-187 0 0,2-4 1 0 0,0 0 1 0 0,1 0 0 0 0,0 0-1 0 0,1-1 1 0 0,0 1-1 0 0,9 20 1 0 0,-3-13 55 0 0,-5-26-42 0 0,5-14-38 0 0,4-1 16 0 0,-5 8-20 0 0,0 0 0 0 0,1 0 0 0 0,0 1 0 0 0,1 0 0 0 0,19-16 0 0 0,-27 25 4 0 0,0 0-1 0 0,0 0 1 0 0,1 1 0 0 0,-1-1-1 0 0,0 1 1 0 0,0-1 0 0 0,1 1-1 0 0,-1 0 1 0 0,1 0 0 0 0,-1 0-1 0 0,1 0 1 0 0,0 1 0 0 0,-1-1-1 0 0,1 0 1 0 0,0 1 0 0 0,-1 0-1 0 0,1 0 1 0 0,0 0 0 0 0,0 0-1 0 0,-1 0 1 0 0,1 1 0 0 0,0-1-1 0 0,-1 1 1 0 0,1 0 0 0 0,0-1-1 0 0,-1 1 1 0 0,1 0 0 0 0,-1 1-1 0 0,1-1 1 0 0,-1 0 0 0 0,0 1-1 0 0,0-1 1 0 0,4 4 0 0 0,7 5-16 0 0,1 0 1 0 0,1-1-1 0 0,0 0 1 0 0,0-1-1 0 0,32 12 1 0 0,-35-17 5 0 0,0 0 0 0 0,0-1 0 0 0,-1-1-1 0 0,1 0 1 0 0,0 0 0 0 0,1-1 0 0 0,-1-1 0 0 0,0 0 0 0 0,18-3 0 0 0,-15 0-3 0 0,-1 1 1 0 0,1-2-1 0 0,-1 0 1 0 0,0-1-1 0 0,14-7 1 0 0,-23 10 8 0 0,0 1 1 0 0,-1-1-1 0 0,0 1 1 0 0,1-1-1 0 0,-1-1 1 0 0,0 1-1 0 0,-1-1 1 0 0,1 1 0 0 0,-1-1-1 0 0,1 0 1 0 0,-1 0-1 0 0,0 0 1 0 0,-1-1-1 0 0,1 1 1 0 0,-1-1-1 0 0,0 0 1 0 0,0 1-1 0 0,2-9 1 0 0,-4 12 10 0 0,1 0 1 0 0,-1 0-1 0 0,0 0 1 0 0,1-1-1 0 0,-1 1 1 0 0,0 0-1 0 0,0 0 1 0 0,0-1-1 0 0,0 1 1 0 0,0 0-1 0 0,-1 0 1 0 0,1-1-1 0 0,0 1 1 0 0,0 0-1 0 0,-1 0 1 0 0,1 0-1 0 0,-1-1 1 0 0,1 1-1 0 0,-1 0 1 0 0,1 0-1 0 0,-1 0 1 0 0,0 0-1 0 0,0 0 1 0 0,1 0-1 0 0,-1 0 1 0 0,0 0-1 0 0,0 0 1 0 0,0 1-1 0 0,0-1 1 0 0,0 0-1 0 0,0 0 1 0 0,0 1-1 0 0,0-1 1 0 0,-1 1-1 0 0,1-1 1 0 0,0 1-1 0 0,0-1 1 0 0,0 1-1 0 0,-1 0 1 0 0,1 0-1 0 0,-3-1 1 0 0,0 1 18 0 0,1 1-1 0 0,-1-1 1 0 0,0 1 0 0 0,0-1 0 0 0,0 1 0 0 0,0 0 0 0 0,1 0 0 0 0,-1 1-1 0 0,0-1 1 0 0,1 1 0 0 0,-1 0 0 0 0,1 0 0 0 0,-7 5 0 0 0,4-2 45 0 0,-1 0 1 0 0,0 1 0 0 0,1-1-1 0 0,0 2 1 0 0,0-1-1 0 0,1 1 1 0 0,0-1 0 0 0,0 1-1 0 0,0 1 1 0 0,-5 12 0 0 0,10-20-68 0 0,0 1 0 0 0,0-1 0 0 0,0 1 0 0 0,0-1 0 0 0,1 1 0 0 0,-1-1 0 0 0,0 1 0 0 0,0-1 0 0 0,0 1 0 0 0,1-1 0 0 0,-1 1 0 0 0,0-1 0 0 0,0 1 0 0 0,1-1 0 0 0,-1 0 0 0 0,0 1 0 0 0,1-1-1 0 0,-1 0 1 0 0,1 1 0 0 0,-1-1 0 0 0,1 0 0 0 0,-1 1 0 0 0,0-1 0 0 0,1 0 0 0 0,-1 0 0 0 0,1 1 0 0 0,-1-1 0 0 0,1 0 0 0 0,-1 0 0 0 0,1 0 0 0 0,-1 0 0 0 0,1 0 0 0 0,-1 0 0 0 0,2 0 0 0 0,21 4 83 0 0,23-7-136 0 0,-36 1-119 0 0,1 1 1 0 0,0 0-1 0 0,0 0 0 0 0,0 1 0 0 0,-1 1 0 0 0,1 0 0 0 0,0 1 0 0 0,0-1 0 0 0,-1 2 1 0 0,1 0-1 0 0,13 6 0 0 0,-20-5-378 0 0,6 5-6257 0 0</inkml:trace>
</inkml:ink>
</file>

<file path=ppt/ink/ink6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00:42.5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54 304 0 0,'15'-52'6097'0'0,"-15"51"-5709"0"0,17 103 2790 0 0,-11-30-2479 0 0,-1-25-197 0 0,-3 53 0 0 0,-4 42 225 0 0,-6 85 169 0 0,5-200-774 0 0,0-4 124 0 0,1-1 0 0 0,2 1 1 0 0,2 35-1 0 0,-2-58-202 0 0,0 0 0 0 0,0 0 1 0 0,0 0-1 0 0,0 0 0 0 0,0-1 0 0 0,0 1 1 0 0,0 0-1 0 0,1 0 0 0 0,-1 0 1 0 0,0 0-1 0 0,0 0 0 0 0,0 0 0 0 0,0 0 1 0 0,0 0-1 0 0,0 0 0 0 0,0 0 0 0 0,0 0 1 0 0,0 1-1 0 0,0-1 0 0 0,1 0 0 0 0,-1 0 1 0 0,0 0-1 0 0,0 0 0 0 0,0 0 0 0 0,0 0 1 0 0,0 0-1 0 0,0 0 0 0 0,0 0 0 0 0,0 0 1 0 0,3-22 135 0 0,10-47-5104 0 0,-7 53-515 0 0,-2 9 2318 0 0</inkml:trace>
</inkml:ink>
</file>

<file path=ppt/ink/ink6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00:43.6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402 60 492 0 0,'6'-32'4851'0'0,"-6"31"-4760"0"0,-1 0-1 0 0,1 0 1 0 0,0 0-1 0 0,0 0 1 0 0,0 0 0 0 0,0 0-1 0 0,-1 0 1 0 0,1 0-1 0 0,0 0 1 0 0,-1 0 0 0 0,1 0-1 0 0,-1 0 1 0 0,1 0-1 0 0,-1 0 1 0 0,1 1-1 0 0,-1-1 1 0 0,0 0 0 0 0,1 0-1 0 0,-1 1 1 0 0,0-1-1 0 0,0 1 1 0 0,0-1 0 0 0,1 0-1 0 0,-1 1 1 0 0,0-1-1 0 0,-1 0 1 0 0,-34-4 855 0 0,-41 17-388 0 0,70-11-346 0 0,-7 1-76 0 0,1 1 1 0 0,0 0 0 0 0,0 1-1 0 0,0 1 1 0 0,0 0-1 0 0,1 0 1 0 0,0 1-1 0 0,0 1 1 0 0,0 0-1 0 0,-20 17 1 0 0,31-23-129 0 0,0 0-1 0 0,0 0 1 0 0,0 0 0 0 0,1 1-1 0 0,-1-1 1 0 0,0 0 0 0 0,0 0-1 0 0,1 1 1 0 0,-1-1-1 0 0,1 1 1 0 0,-1-1 0 0 0,1 0-1 0 0,0 1 1 0 0,0-1 0 0 0,-1 1-1 0 0,1-1 1 0 0,0 1 0 0 0,0-1-1 0 0,0 0 1 0 0,1 1-1 0 0,-1-1 1 0 0,0 1 0 0 0,0-1-1 0 0,1 0 1 0 0,-1 1 0 0 0,1-1-1 0 0,-1 1 1 0 0,1-1 0 0 0,0 0-1 0 0,-1 0 1 0 0,1 1 0 0 0,0-1-1 0 0,0 0 1 0 0,0 0-1 0 0,0 0 1 0 0,0 0 0 0 0,0 0-1 0 0,0 0 1 0 0,0 0 0 0 0,1 0-1 0 0,0 0 1 0 0,9 7 12 0 0,-1-2-1 0 0,1 1 1 0 0,21 9 0 0 0,-17-9 11 0 0,24 10-3 0 0,-21-9-17 0 0,0 0 0 0 0,0 2 0 0 0,16 10 0 0 0,-31-18-10 0 0,0 0 0 0 0,0 0 0 0 0,0 1 0 0 0,-1-1 0 0 0,1 0 0 0 0,-1 1 0 0 0,1 0 0 0 0,-1-1 0 0 0,0 1 0 0 0,0 0 0 0 0,0 0 0 0 0,0 1 0 0 0,-1-1 0 0 0,1 0 0 0 0,-1 0 0 0 0,0 1 0 0 0,0-1 0 0 0,0 1 0 0 0,0-1 0 0 0,-1 1-1 0 0,1-1 1 0 0,-1 6 0 0 0,-1-5 0 0 0,-1 0-1 0 0,1 0 1 0 0,-1 0-1 0 0,1 0 0 0 0,-1 0 1 0 0,-1 0-1 0 0,1-1 1 0 0,0 1-1 0 0,-1-1 0 0 0,0 0 1 0 0,1 1-1 0 0,-1-1 1 0 0,-1 0-1 0 0,1-1 0 0 0,0 1 1 0 0,-1-1-1 0 0,1 1 0 0 0,-6 1 1 0 0,-4 4-2 0 0,1-2-1 0 0,-2 0 1 0 0,1 0 0 0 0,-17 4 0 0 0,12-5 5 0 0,-7 2-4 0 0,0-1 1 0 0,-28 3 0 0 0,47-8 0 0 0,-1 0 0 0 0,0-1 0 0 0,0 0 0 0 0,1 0 0 0 0,-1-1 0 0 0,0 0 0 0 0,1 0 0 0 0,-1 0 0 0 0,1-1 0 0 0,-1 0 0 0 0,1 0 0 0 0,0-1 0 0 0,-8-4 0 0 0,13 7-1 0 0,0-1-1 0 0,0 1 1 0 0,0-1 0 0 0,0 0 0 0 0,1 1 0 0 0,-1-1 0 0 0,0 1 0 0 0,1-1 0 0 0,-1 0 0 0 0,0 0-1 0 0,1 0 1 0 0,-1 1 0 0 0,1-1 0 0 0,-1 0 0 0 0,1 0 0 0 0,-1 0 0 0 0,1 0 0 0 0,0 0 0 0 0,-1 0-1 0 0,1 0 1 0 0,0 0 0 0 0,0 1 0 0 0,0-1 0 0 0,0 0 0 0 0,0 0 0 0 0,0 0 0 0 0,0-1-1 0 0,1-1 2 0 0,-1 1-1 0 0,1 0 1 0 0,0 0-1 0 0,0 0 1 0 0,0 0-1 0 0,1 0 1 0 0,-1 0-1 0 0,0 0 0 0 0,1 1 1 0 0,-1-1-1 0 0,3-2 1 0 0,4-3-3 0 0,-1 1 0 0 0,1 0 0 0 0,0 1 0 0 0,15-8 0 0 0,-12 9 10 0 0,0 0 0 0 0,1 1 1 0 0,-1 0-1 0 0,1 0 0 0 0,0 2 0 0 0,0-1 1 0 0,0 2-1 0 0,0-1 0 0 0,16 3 0 0 0,43 6-1339 0 0,-7 5-3394 0 0,-60-13 2614 0 0,7-2 162 0 0</inkml:trace>
</inkml:ink>
</file>

<file path=ppt/ink/ink6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00:44.6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35 396 0 0,'2'-25'4033'0'0,"0"15"1506"0"0,24 252-2366 0 0,-24-215-3044 0 0,0-1 1 0 0,-2 0 0 0 0,-1 1 0 0 0,-1-1 0 0 0,-8 36 0 0 0,8-54-67 0 0,4-14-32 0 0,3-8-49 0 0,0 1 0 0 0,1 0 0 0 0,0 0-1 0 0,8-13 1 0 0,-4 15-2 0 0,-6 5 0 0 0,1 1 1 0 0,-1-1-1 0 0,1 1 0 0 0,0 0 1 0 0,0 0-1 0 0,1 1 1 0 0,-1 0-1 0 0,1 0 1 0 0,0 0-1 0 0,0 1 0 0 0,10-5 1 0 0,-14 8 10 0 0,0 0 4 0 0,0-1 0 0 0,0 1 0 0 0,0 0 0 0 0,0 0 1 0 0,1 1-1 0 0,-1-1 0 0 0,0 0 0 0 0,0 1 0 0 0,0-1 1 0 0,0 1-1 0 0,0 0 0 0 0,0-1 0 0 0,0 1 0 0 0,0 0 1 0 0,0 0-1 0 0,0 1 0 0 0,0-1 0 0 0,-1 0 0 0 0,4 3 1 0 0,-1 2 4 0 0,0 1 1 0 0,0 0 0 0 0,-1 0-1 0 0,1 0 1 0 0,-2 0 0 0 0,1 1 0 0 0,2 12-1 0 0,-4-15-5 0 0,0 0 0 0 0,0 0 0 0 0,0 0 1 0 0,1 0-1 0 0,0 0 0 0 0,0-1 0 0 0,0 1 0 0 0,0 0 0 0 0,1-1 0 0 0,0 1 0 0 0,0-1 0 0 0,0 0 0 0 0,0 0 0 0 0,1 0 0 0 0,0-1 0 0 0,-1 1 0 0 0,1-1 0 0 0,1 0 0 0 0,6 5 0 0 0,-3-5-31 0 0,0 0-1 0 0,0-1 1 0 0,0 0 0 0 0,0-1-1 0 0,0 0 1 0 0,1 0 0 0 0,-1 0-1 0 0,0-1 1 0 0,1 0-1 0 0,-1-1 1 0 0,0 0 0 0 0,0 0-1 0 0,0-1 1 0 0,15-5-1 0 0,-3 1-58 0 0,-1-2-1 0 0,-1 0 0 0 0,1 0 1 0 0,33-24-1 0 0,-40 24 68 0 0,-1-1 0 0 0,0-1 0 0 0,0 0-1 0 0,-1 0 1 0 0,13-18 0 0 0,-18 22 15 0 0,-1 0 0 0 0,0-1-1 0 0,0 1 1 0 0,-1-1 0 0 0,0 0 0 0 0,0 0 0 0 0,0 0-1 0 0,-1 0 1 0 0,0 0 0 0 0,-1-1 0 0 0,1 1 0 0 0,-1-10-1 0 0,-1 16 21 0 0,0 0 0 0 0,0 1 0 0 0,0-1 0 0 0,0 1 0 0 0,0-1 0 0 0,0 1 0 0 0,0-1 0 0 0,0 1 0 0 0,0-1 0 0 0,0 0 0 0 0,0 1 0 0 0,0-1 0 0 0,-1 1 0 0 0,1-1 0 0 0,0 1 0 0 0,0-1 0 0 0,-1 1 0 0 0,1-1 0 0 0,0 1 0 0 0,-1 0 0 0 0,1-1 0 0 0,0 1 0 0 0,-1-1 0 0 0,1 1 0 0 0,-1 0 0 0 0,1-1 0 0 0,-1 1 0 0 0,1 0-1 0 0,-1 0 1 0 0,1-1 0 0 0,-2 1 0 0 0,-17 4 291 0 0,-16 18 326 0 0,33-20-600 0 0,0 0-1 0 0,0 0 1 0 0,0 0 0 0 0,0 0-1 0 0,0 1 1 0 0,1-1-1 0 0,-1 1 1 0 0,1-1-1 0 0,0 1 1 0 0,0-1 0 0 0,0 1-1 0 0,0 0 1 0 0,0 0-1 0 0,0-1 1 0 0,1 1-1 0 0,-1 0 1 0 0,1 0 0 0 0,0 0-1 0 0,0 0 1 0 0,0 0-1 0 0,0-1 1 0 0,0 1-1 0 0,1 0 1 0 0,-1 0 0 0 0,1 0-1 0 0,0-1 1 0 0,0 1-1 0 0,0 0 1 0 0,0-1 0 0 0,0 1-1 0 0,1-1 1 0 0,-1 1-1 0 0,1-1 1 0 0,0 1-1 0 0,0-1 1 0 0,-1 0 0 0 0,1 0-1 0 0,1 0 1 0 0,-1 0-1 0 0,4 3 1 0 0,2 1-487 0 0,1 0 1 0 0,-1 0-1 0 0,1 0 0 0 0,0-1 1 0 0,0-1-1 0 0,1 1 0 0 0,-1-2 1 0 0,1 1-1 0 0,0-1 0 0 0,13 2 1 0 0,3-2-2992 0 0,5-3 265 0 0</inkml:trace>
</inkml:ink>
</file>

<file path=ppt/ink/ink6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00:48.5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35 154 456 0 0,'-6'-5'675'0'0,"2"2"-64"0"0,1-1 0 0 0,-1 1 0 0 0,1-1 0 0 0,-1 1 0 0 0,1-1 0 0 0,-4-8 571 0 0,78 131 969 0 0,-33-53-1986 0 0,-7-9-5 0 0,3-2 0 0 0,47 59 0 0 0,-80-114-146 0 0,-1 0 0 0 0,1 1 0 0 0,-1-1 0 0 0,1 0 0 0 0,-1 0 0 0 0,1 0 0 0 0,-1 0 0 0 0,1 0 0 0 0,-1 0 0 0 0,1 0 0 0 0,-1 0 0 0 0,1 0 0 0 0,-1 0 0 0 0,1 0 0 0 0,-1 0 0 0 0,1 0 0 0 0,-1 0 0 0 0,1 0 0 0 0,-1 0 0 0 0,1-1 0 0 0,-1 1 0 0 0,0 0 0 0 0,1 0 0 0 0,-1-1 0 0 0,1 1 0 0 0,-1 0 0 0 0,0-1 0 0 0,1 1 0 0 0,-1 0 0 0 0,1-1 0 0 0,-1 1 0 0 0,0 0 0 0 0,0-1 0 0 0,1 1 0 0 0,-1-1 0 0 0,0 1 0 0 0,0-1 0 0 0,1 1 0 0 0,-1-1 0 0 0,0 1 0 0 0,0 0 0 0 0,0-1 0 0 0,0 1 0 0 0,0-1 0 0 0,0 1 0 0 0,0-2 0 0 0,10-23 47 0 0,36-118 323 0 0,-2 10-160 0 0,9-19-30 0 0,-29 90-104 0 0,-23 62-98 0 0,0 0 0 0 0,0 0 1 0 0,0 0-1 0 0,0-1 0 0 0,0 1 0 0 0,0 0 0 0 0,0 1 0 0 0,1-1 0 0 0,-1 0 0 0 0,0 0 0 0 0,0 0 0 0 0,0 1 1 0 0,0-1-1 0 0,0 0 0 0 0,0 1 0 0 0,0-1 0 0 0,0 1 0 0 0,0-1 0 0 0,0 1 0 0 0,1 1 0 0 0,8 4-371 0 0,-1 0 0 0 0,0 1-1 0 0,0 0 1 0 0,0 1 0 0 0,-1 0 0 0 0,9 11-1 0 0,18 17-3655 0 0,-22-24 2045 0 0</inkml:trace>
</inkml:ink>
</file>

<file path=ppt/ink/ink6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00:49.1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104 96 336 0 0,'-102'-17'7449'0'0,"100"17"-6382"0"0,11 1-982 0 0,-1 1 0 0 0,0 1 0 0 0,1-1 0 0 0,14 8-1 0 0,14 4 32 0 0,22-2-7 0 0,0-2-1 0 0,81 3 1 0 0,121-12 33 0 0,-135-2-82 0 0,10-8-24 0 0,-128 8-25 0 0,0-1 0 0 0,1 0 1 0 0,-1 0-1 0 0,14-7 1 0 0,-19 8-9 0 0,0 0 0 0 0,-1 0 0 0 0,1-1 1 0 0,-1 1-1 0 0,1-1 0 0 0,-1 1 0 0 0,1-1 0 0 0,-1 0 1 0 0,0 0-1 0 0,0 0 0 0 0,0 0 0 0 0,0 0 1 0 0,0 0-1 0 0,-1-1 0 0 0,1 1 0 0 0,1-4 1 0 0,-3 4-3 0 0,0 1 0 0 0,-1 0 0 0 0,1 0 0 0 0,-1-1 0 0 0,1 1 0 0 0,-1 0 1 0 0,1 0-1 0 0,-1 0 0 0 0,0 0 0 0 0,0 0 0 0 0,0 0 0 0 0,1 0 0 0 0,-1 0 1 0 0,0 0-1 0 0,0 0 0 0 0,0 0 0 0 0,0 0 0 0 0,-1 1 0 0 0,-1-2 0 0 0,-23-14 25 0 0,5 6-23 0 0,-1 1-1 0 0,-44-12 1 0 0,39 13 12 0 0,26 8-15 0 0,1 0 1 0 0,-1 0-1 0 0,0 0 0 0 0,1-1 0 0 0,-1 1 1 0 0,0 0-1 0 0,1 0 0 0 0,-1 0 1 0 0,0 0-1 0 0,1 0 0 0 0,-1 1 1 0 0,0-1-1 0 0,1 0 0 0 0,-1 0 0 0 0,0 0 1 0 0,1 1-1 0 0,-1-1 0 0 0,1 0 1 0 0,-1 0-1 0 0,0 1 0 0 0,1-1 0 0 0,-1 1 1 0 0,1-1-1 0 0,-1 0 0 0 0,1 1 1 0 0,-1-1-1 0 0,1 1 0 0 0,-1-1 1 0 0,1 1-1 0 0,0 0 0 0 0,-1-1 0 0 0,1 1 1 0 0,0-1-1 0 0,-1 1 0 0 0,1 0 1 0 0,0-1-1 0 0,0 1 0 0 0,0 0 1 0 0,0-1-1 0 0,-1 1 0 0 0,1 0 0 0 0,0-1 1 0 0,0 1-1 0 0,0 0 0 0 0,0-1 1 0 0,0 1-1 0 0,1 1 0 0 0,3 40 15 0 0,-3-30-22 0 0,0-4-13 0 0,-1-1 0 0 0,-1 1 1 0 0,1 0-1 0 0,-1-1 0 0 0,-1 1 0 0 0,1-1 0 0 0,-1 1 1 0 0,-1-1-1 0 0,1 0 0 0 0,-6 10 0 0 0,-3 3-1789 0 0,-1 0 0 0 0,-17 21-1 0 0,26-37 1245 0 0,-7 10-1657 0 0</inkml:trace>
</inkml:ink>
</file>

<file path=ppt/ink/ink6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01:02.0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29 608 280 0 0,'0'0'605'0'0,"-26"-8"3961"0"0,25 6-4468 0 0,1 0-1 0 0,-1 0 1 0 0,1-1 0 0 0,-1 1-1 0 0,1 0 1 0 0,0 0 0 0 0,0 0-1 0 0,0-1 1 0 0,0 1 0 0 0,1 0-1 0 0,-1 0 1 0 0,0 0-1 0 0,1-1 1 0 0,0 1 0 0 0,-1 0-1 0 0,3-3 1 0 0,17-44 332 0 0,-17 42-334 0 0,171-344 571 0 0,-166 336-654 0 0,-2 7 6 0 0,-1-1 1 0 0,-1 1-1 0 0,1-1 1 0 0,-1 0-1 0 0,-1 0 1 0 0,0-1-1 0 0,0 1 0 0 0,-1-1 1 0 0,0 0-1 0 0,0 1 1 0 0,-1-15-1 0 0,-1 23-15 0 0,0 0-1 0 0,-1 1 1 0 0,1-1-1 0 0,-1 0 1 0 0,1 0-1 0 0,-1 1 1 0 0,1-1-1 0 0,-1 0 1 0 0,1 1-1 0 0,-1-1 1 0 0,0 0-1 0 0,1 1 1 0 0,-1-1-1 0 0,0 1 1 0 0,0-1-1 0 0,1 1 1 0 0,-1 0-1 0 0,0-1 1 0 0,0 1-1 0 0,0 0 1 0 0,0-1-1 0 0,1 1 1 0 0,-1 0-1 0 0,0 0 1 0 0,0 0-1 0 0,0 0 1 0 0,0 0-1 0 0,0 0 1 0 0,0 0-1 0 0,1 0 0 0 0,-1 0 1 0 0,0 0-1 0 0,0 0 1 0 0,-1 1-1 0 0,-34 7 34 0 0,33-7-35 0 0,-12 4 7 0 0,0 1 1 0 0,0 0 0 0 0,-18 11-1 0 0,29-15-6 0 0,1-1-1 0 0,0 1 0 0 0,-1 0 1 0 0,1 0-1 0 0,0 0 0 0 0,0 1 1 0 0,1-1-1 0 0,-1 1 0 0 0,0-1 1 0 0,1 1-1 0 0,0 0 0 0 0,-1 0 1 0 0,1 0-1 0 0,0 0 0 0 0,1 1 1 0 0,-1-1-1 0 0,1 0 0 0 0,-1 1 0 0 0,1-1 1 0 0,-1 5-1 0 0,2-5 0 0 0,1-1 0 0 0,-1 0 1 0 0,1 0-1 0 0,0 1 0 0 0,0-1 0 0 0,0 0 0 0 0,0 0 0 0 0,0 0 0 0 0,0 0 1 0 0,0 0-1 0 0,1 0 0 0 0,-1 0 0 0 0,1-1 0 0 0,-1 1 0 0 0,1 0 0 0 0,0-1 1 0 0,0 0-1 0 0,0 1 0 0 0,0-1 0 0 0,0 0 0 0 0,4 2 0 0 0,54 23 27 0 0,-39-19-24 0 0,3 3-5 0 0,0 1-1 0 0,34 20 1 0 0,-50-25-1 0 0,1 1 0 0 0,-1-1 1 0 0,0 2-1 0 0,-1-1 0 0 0,0 1 0 0 0,0 0 0 0 0,-1 0 1 0 0,1 0-1 0 0,5 12 0 0 0,59 105-2 0 0,-70-123 4 0 0,0 0 0 0 0,0-1 0 0 0,0 1 0 0 0,1 0 0 0 0,-1 0 0 0 0,0 0 0 0 0,1-1 0 0 0,0 1 0 0 0,-1-1 0 0 0,1 1 0 0 0,0-1 0 0 0,0 0 0 0 0,0 1 0 0 0,0-1 0 0 0,0 0-1 0 0,0 0 1 0 0,0 0 0 0 0,0-1 0 0 0,0 1 0 0 0,1-1 0 0 0,-1 1 0 0 0,0-1 0 0 0,4 1 0 0 0,-2-2 1 0 0,-1 0-1 0 0,1 1 1 0 0,-1-1-1 0 0,1-1 1 0 0,-1 1-1 0 0,1 0 1 0 0,-1-1 0 0 0,0 0-1 0 0,1 0 1 0 0,-1 0-1 0 0,0 0 1 0 0,0 0 0 0 0,3-4-1 0 0,4-4-1 0 0,0-1-1 0 0,0-1 1 0 0,-1 0-1 0 0,0 0 1 0 0,-1-1-1 0 0,7-13 1 0 0,6-13-1 0 0,-13 25 8 0 0,0 0-1 0 0,-1 0 0 0 0,-1 0 0 0 0,0-1 1 0 0,-1 0-1 0 0,4-20 0 0 0,-9-4 77 0 0,0 38-81 0 0,0 1 0 0 0,0-1-1 0 0,-1 1 1 0 0,1-1-1 0 0,0 1 1 0 0,0-1-1 0 0,-1 1 1 0 0,1 0-1 0 0,-1-1 1 0 0,1 1-1 0 0,0 0 1 0 0,-1-1-1 0 0,1 1 1 0 0,-1 0-1 0 0,1-1 1 0 0,-1 1-1 0 0,1 0 1 0 0,0 0-1 0 0,-1 0 1 0 0,1-1-1 0 0,-1 1 1 0 0,1 0-1 0 0,-1 0 1 0 0,0 0 0 0 0,1 0-1 0 0,-1 0 1 0 0,1 0-1 0 0,-1 0 1 0 0,1 0-1 0 0,-1 0 1 0 0,1 0-1 0 0,-1 0 1 0 0,1 0-1 0 0,-1 1 1 0 0,1-1-1 0 0,-1 0 1 0 0,1 0-1 0 0,-1 0 1 0 0,1 1-1 0 0,-1-1 1 0 0,1 0-1 0 0,0 1 1 0 0,-1-1-1 0 0,1 0 1 0 0,-1 1-1 0 0,1 0 1 0 0,-23 12 27 0 0,17-9-2 0 0,1 1 0 0 0,-1 0 1 0 0,1 0-1 0 0,1 1 0 0 0,-1-1 0 0 0,1 1 0 0 0,0 0 0 0 0,0 1 0 0 0,1-1 0 0 0,-1 1 0 0 0,1-1 0 0 0,1 1 1 0 0,-1 0-1 0 0,-1 9 0 0 0,4-12-14 0 0,-1 0 0 0 0,1 0 0 0 0,0 0 1 0 0,0 0-1 0 0,0 0 0 0 0,1 0 0 0 0,-1 0 0 0 0,1 0 1 0 0,0 0-1 0 0,0 0 0 0 0,0-1 0 0 0,1 1 0 0 0,-1 0 0 0 0,1 0 1 0 0,0-1-1 0 0,0 1 0 0 0,0-1 0 0 0,1 0 0 0 0,-1 0 1 0 0,1 0-1 0 0,0 0 0 0 0,0 0 0 0 0,0 0 0 0 0,0-1 1 0 0,0 1-1 0 0,5 2 0 0 0,3 0-4 0 0,0 1-1 0 0,0-2 1 0 0,0 1 0 0 0,1-2-1 0 0,-1 1 1 0 0,1-1 0 0 0,0-1 0 0 0,0 0-1 0 0,1-1 1 0 0,-1-1 0 0 0,0 1 0 0 0,0-2-1 0 0,0 0 1 0 0,0 0 0 0 0,0-1-1 0 0,16-5 1 0 0,1-1 13 0 0,0-1 0 0 0,0-2 0 0 0,0 0 0 0 0,-2-3-1 0 0,36-21 1 0 0,-54 30 5 0 0,0-1 0 0 0,0 0 0 0 0,0-1 0 0 0,-1 0-1 0 0,1 0 1 0 0,-2-1 0 0 0,1 0 0 0 0,8-13 0 0 0,-15 20-21 0 0,-1 1 1 0 0,0-1 0 0 0,0 1-1 0 0,0-1 1 0 0,0 1-1 0 0,0-1 1 0 0,0 1 0 0 0,0-1-1 0 0,0 1 1 0 0,0-1 0 0 0,-1 1-1 0 0,1-1 1 0 0,0 1-1 0 0,0-1 1 0 0,0 1 0 0 0,-1-1-1 0 0,1 1 1 0 0,0-1 0 0 0,0 1-1 0 0,-1-1 1 0 0,1 1-1 0 0,0 0 1 0 0,-1-1 0 0 0,1 1-1 0 0,0 0 1 0 0,-1-1 0 0 0,1 1-1 0 0,-1 0 1 0 0,1-1-1 0 0,-1 1 1 0 0,1 0 0 0 0,-1 0-1 0 0,1 0 1 0 0,-1-1 0 0 0,1 1-1 0 0,-1 0 1 0 0,1 0-1 0 0,-1 0 1 0 0,1 0 0 0 0,-1 0-1 0 0,1 0 1 0 0,-1 0 0 0 0,1 0-1 0 0,-1 0 1 0 0,1 0-1 0 0,-1 0 1 0 0,1 0 0 0 0,-1 0-1 0 0,1 1 1 0 0,-1-1 0 0 0,-30 4 141 0 0,24 1-83 0 0,0 0 1 0 0,1 0-1 0 0,0 1 1 0 0,0 0-1 0 0,0 1 1 0 0,0-1-1 0 0,1 1 1 0 0,0 0 0 0 0,1 0-1 0 0,0 1 1 0 0,0-1-1 0 0,-4 12 1 0 0,8-17-45 0 0,0 0 0 0 0,0 0 0 0 0,0 0 0 0 0,0 0 0 0 0,0 0 0 0 0,1 0 0 0 0,-1-1 0 0 0,0 1 0 0 0,1 0 0 0 0,0 0 0 0 0,-1 0 0 0 0,1-1 0 0 0,0 1 0 0 0,0 0 0 0 0,0-1 0 0 0,0 1 0 0 0,0-1 0 0 0,1 1 0 0 0,-1-1 0 0 0,0 1 0 0 0,1-1 1 0 0,-1 0-1 0 0,1 0 0 0 0,-1 0 0 0 0,1 0 0 0 0,0 0 0 0 0,-1 0 0 0 0,1 0 0 0 0,0 0 0 0 0,2 0 0 0 0,10 3-218 0 0,0 0-1 0 0,1-1 1 0 0,26 2 0 0 0,-21-4-2329 0 0,0-1 1 0 0,27-3-1 0 0,-32 1 250 0 0</inkml:trace>
</inkml:ink>
</file>

<file path=ppt/ink/ink6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01:02.6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48 418 632 0 0,'0'0'117'0'0,"0"0"0"0"0,0-1-1 0 0,0 1 1 0 0,0 0 0 0 0,0-1 0 0 0,0 1 0 0 0,0 0-1 0 0,0-1 1 0 0,0 1 0 0 0,0 0 0 0 0,0-1 0 0 0,0 1-1 0 0,0 0 1 0 0,0 0 0 0 0,0-1 0 0 0,-1 1 0 0 0,1 0-1 0 0,0-1 1 0 0,0 1 0 0 0,0 0 0 0 0,0 0 0 0 0,0-1-1 0 0,-1 1 1 0 0,1 0 0 0 0,0 0 0 0 0,0-1 0 0 0,-1 1-1 0 0,1 0 1 0 0,0 0 0 0 0,0 0 0 0 0,-1-1 0 0 0,1 1-1 0 0,0 0 1 0 0,0 0 0 0 0,-1 0 0 0 0,1 0 0 0 0,-12 6 1068 0 0,-8 19-157 0 0,18-21-907 0 0,1 0-1 0 0,-1 0 1 0 0,1 0 0 0 0,0 0 0 0 0,0 0 0 0 0,0 0 0 0 0,0 1 0 0 0,1-1 0 0 0,0 0 0 0 0,0 0 0 0 0,0 6 0 0 0,0-8-88 0 0,1 0 1 0 0,-1 0 0 0 0,1 0 0 0 0,-1 0-1 0 0,1 0 1 0 0,0 0 0 0 0,0 0 0 0 0,-1 0-1 0 0,1 0 1 0 0,1-1 0 0 0,-1 1 0 0 0,0 0 0 0 0,0-1-1 0 0,1 1 1 0 0,-1-1 0 0 0,1 1 0 0 0,-1-1-1 0 0,1 0 1 0 0,-1 1 0 0 0,1-1 0 0 0,0 0-1 0 0,0 0 1 0 0,0 0 0 0 0,2 0 0 0 0,-3-1-22 0 0,1 0 0 0 0,0 0 1 0 0,0 0-1 0 0,-1-1 1 0 0,1 1-1 0 0,0 0 1 0 0,-1-1-1 0 0,1 1 1 0 0,0-1-1 0 0,-1 0 1 0 0,1 0-1 0 0,-1 0 1 0 0,1 1-1 0 0,-1-1 1 0 0,1-1-1 0 0,-1 1 1 0 0,0 0-1 0 0,2-2 1 0 0,23-22 76 0 0,-19 15-70 0 0,0 0 1 0 0,-1 0 0 0 0,0-1-1 0 0,-1 1 1 0 0,0-1 0 0 0,6-21-1 0 0,15-75 28 0 0,-22 91-35 0 0,4-15 82 0 0,-2-1 0 0 0,-1 0 1 0 0,-1 0-1 0 0,-2 0 1 0 0,-1-1-1 0 0,-4-31 0 0 0,2 60-69 0 0,2 3-6 0 0,-1 1 0 0 0,0-1 0 0 0,0 0 1 0 0,0 0-1 0 0,-1 1 0 0 0,1-1 0 0 0,0 0 0 0 0,0 0 1 0 0,0 0-1 0 0,0 1 0 0 0,-1-1 0 0 0,1 0 1 0 0,0 1-1 0 0,-1-1 0 0 0,1 0 0 0 0,-1 1 0 0 0,1-1 1 0 0,-1 0-1 0 0,1 1 0 0 0,-1-1 0 0 0,1 1 1 0 0,-1-1-1 0 0,1 1 0 0 0,-1-1 0 0 0,0 1 0 0 0,-1-1 1 0 0,1 0 52 0 0,-33 41 284 0 0,26-22-274 0 0,2 1 0 0 0,0-1 0 0 0,1 1 0 0 0,1 1 0 0 0,1-1 0 0 0,0 0 0 0 0,2 1 1 0 0,0-1-1 0 0,1 1 0 0 0,1 0 0 0 0,1-1 0 0 0,1 0 0 0 0,8 33 0 0 0,-10-49-78 0 0,-1 0 1 0 0,1-1-1 0 0,-1 1 0 0 0,1 0 1 0 0,0-1-1 0 0,0 1 0 0 0,0-1 1 0 0,1 1-1 0 0,-1-1 0 0 0,1 0 0 0 0,-1 0 1 0 0,1 1-1 0 0,0-1 0 0 0,-1 0 1 0 0,1 0-1 0 0,0-1 0 0 0,0 1 0 0 0,1 0 1 0 0,-1-1-1 0 0,0 1 0 0 0,1-1 1 0 0,-1 0-1 0 0,0 1 0 0 0,1-1 1 0 0,-1 0-1 0 0,1-1 0 0 0,0 1 0 0 0,-1 0 1 0 0,1-1-1 0 0,4 1 0 0 0,4-2 3 0 0,0 0 0 0 0,0-1-1 0 0,0 0 1 0 0,-1-1 0 0 0,1 0 0 0 0,13-6-1 0 0,-13 5-1 0 0,7-2 2 0 0,1 0 0 0 0,-1 1 0 0 0,1 1 0 0 0,31-2 0 0 0,-48 5-3 0 0,-1 1 0 0 0,1 0 1 0 0,-1-1-1 0 0,0 1 0 0 0,1 0 1 0 0,-1 0-1 0 0,1 0 0 0 0,-1 1 1 0 0,0-1-1 0 0,1 0 0 0 0,-1 0 1 0 0,0 1-1 0 0,1-1 0 0 0,-1 1 1 0 0,0-1-1 0 0,1 1 0 0 0,-1-1 1 0 0,0 1-1 0 0,0 0 0 0 0,0 0 1 0 0,1 0-1 0 0,-1-1 1 0 0,0 1-1 0 0,0 0 0 0 0,0 0 1 0 0,-1 1-1 0 0,1-1 0 0 0,0 0 1 0 0,0 0-1 0 0,0 0 0 0 0,-1 0 1 0 0,1 1-1 0 0,-1-1 0 0 0,1 0 1 0 0,-1 1-1 0 0,1-1 0 0 0,-1 0 1 0 0,0 1-1 0 0,0-1 0 0 0,0 1 1 0 0,0-1-1 0 0,0 0 1 0 0,0 1-1 0 0,0-1 0 0 0,0 1 1 0 0,0-1-1 0 0,-1 0 0 0 0,1 1 1 0 0,0-1-1 0 0,-2 2 0 0 0,0 3 11 0 0,0 1 0 0 0,-1-1 0 0 0,0 0-1 0 0,-1 0 1 0 0,1 0 0 0 0,-1-1 0 0 0,0 0-1 0 0,0 1 1 0 0,-7 5 0 0 0,-6 4-278 0 0,-46 40-717 0 0,18-24-5500 0 0,28-23 3313 0 0</inkml:trace>
</inkml:ink>
</file>

<file path=ppt/ink/ink6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01:10.4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 18 404 0 0,'-6'-18'3074'0'0,"9"27"-897"0"0,10 31-872 0 0,6 59 569 0 0,11 189 0 0 0,-29-220-1469 0 0,-3 0 0 0 0,-2-1 0 0 0,-25 118 0 0 0,22-149-436 0 0,-4 15-777 0 0,-20 56 0 0 0,31-104 831 0 0</inkml:trace>
</inkml:ink>
</file>

<file path=ppt/ink/ink6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01:11.2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0 548 304 0 0,'19'-29'1750'0'0,"44"-52"0"0"0,-36 49-1150 0 0,5-8 213 0 0,-1 2 117 0 0,30-46 0 0 0,-54 72-768 0 0,0 0 1 0 0,0-1-1 0 0,-1 0 0 0 0,-1 0 1 0 0,0-1-1 0 0,-1 1 0 0 0,0-1 1 0 0,2-19-1 0 0,-6 29-136 0 0,0 0 1 0 0,1 0-1 0 0,-1 0 0 0 0,-1 0 0 0 0,1 0 1 0 0,-1 0-1 0 0,1 0 0 0 0,-1 0 0 0 0,-1 0 0 0 0,1 0 1 0 0,0 0-1 0 0,-1 0 0 0 0,0 0 0 0 0,0 1 1 0 0,0-1-1 0 0,0 1 0 0 0,0 0 0 0 0,-1-1 1 0 0,0 1-1 0 0,1 0 0 0 0,-1 0 0 0 0,0 1 1 0 0,-1-1-1 0 0,1 1 0 0 0,0-1 0 0 0,-1 1 0 0 0,1 0 1 0 0,-1 0-1 0 0,0 1 0 0 0,1-1 0 0 0,-1 1 1 0 0,0 0-1 0 0,0 0 0 0 0,0 0 0 0 0,0 0 1 0 0,0 1-1 0 0,0-1 0 0 0,-1 1 0 0 0,-5 1 1 0 0,5-2-17 0 0,0 1 0 0 0,1 1 1 0 0,-1-1-1 0 0,0 1 0 0 0,1 0 1 0 0,-1 0-1 0 0,0 0 1 0 0,1 0-1 0 0,0 1 0 0 0,-1 0 1 0 0,1 0-1 0 0,0 0 0 0 0,0 0 1 0 0,0 1-1 0 0,0-1 0 0 0,0 1 1 0 0,1 0-1 0 0,-1 0 1 0 0,1 1-1 0 0,0-1 0 0 0,0 1 1 0 0,0-1-1 0 0,0 1 0 0 0,1 0 1 0 0,-1 0-1 0 0,1 0 1 0 0,0 1-1 0 0,0-1 0 0 0,1 0 1 0 0,-1 1-1 0 0,1-1 0 0 0,0 1 1 0 0,0 0-1 0 0,1-1 1 0 0,-1 6-1 0 0,2 6 5 0 0,0 1 0 0 0,2-1 1 0 0,-1 0-1 0 0,2 0 0 0 0,0 0 0 0 0,13 31 1 0 0,53 90 57 0 0,-9-20-18 0 0,-35-36-25 0 0,-13-36 13 0 0,-5-67-33 0 0,1-1 0 0 0,1 1 0 0 0,24-37 0 0 0,-25 44-8 0 0,1 1 0 0 0,1 0 0 0 0,0 0 1 0 0,1 1-1 0 0,1 0 0 0 0,0 1 0 0 0,0 0 0 0 0,1 1 1 0 0,0 1-1 0 0,22-12 0 0 0,-34 21 10 0 0,0 1 1 0 0,-1-1-1 0 0,1 1 1 0 0,0-1-1 0 0,0 1 1 0 0,-1-1-1 0 0,1 1 1 0 0,0 0-1 0 0,0 0 1 0 0,0 0 0 0 0,-1 0-1 0 0,1 0 1 0 0,0 0-1 0 0,0 1 1 0 0,0-1-1 0 0,-1 0 1 0 0,1 1-1 0 0,0-1 1 0 0,0 1-1 0 0,-1 0 1 0 0,1 0-1 0 0,-1 0 1 0 0,1 0-1 0 0,-1 0 1 0 0,1 0-1 0 0,-1 0 1 0 0,1 0-1 0 0,-1 0 1 0 0,0 1-1 0 0,0-1 1 0 0,1 0-1 0 0,-1 1 1 0 0,0 0-1 0 0,-1-1 1 0 0,1 1-1 0 0,0-1 1 0 0,0 1-1 0 0,-1 0 1 0 0,1-1-1 0 0,0 4 1 0 0,1 1 41 0 0,0 0 1 0 0,0 1 0 0 0,-1-1 0 0 0,1 1 0 0 0,-2-1-1 0 0,1 1 1 0 0,-1 0 0 0 0,0-1 0 0 0,-1 11 0 0 0,-13 25 270 0 0,14-41-385 0 0,-1 1 0 0 0,0 0 0 0 0,1-1 0 0 0,-1 1 0 0 0,0-1 0 0 0,0 1 0 0 0,0-1 0 0 0,0 1 0 0 0,0-1 0 0 0,0 0 0 0 0,0 0 0 0 0,-1 1 0 0 0,1-1 0 0 0,0 0 0 0 0,-1 0 0 0 0,1 0 0 0 0,-1 0 1 0 0,1-1-1 0 0,-1 1 0 0 0,0 0 0 0 0,1-1 0 0 0,-3 2 0 0 0,3-3-1 0 0,0 1 1 0 0,0 0-1 0 0,0-1 1 0 0,0 1 0 0 0,1 0-1 0 0,-1-1 1 0 0,0 1-1 0 0,0-1 1 0 0,1 1-1 0 0,-1-1 1 0 0,0 1 0 0 0,0-1-1 0 0,1 0 1 0 0,-1 1-1 0 0,1-1 1 0 0,-1 0-1 0 0,1 0 1 0 0,-1 1 0 0 0,1-1-1 0 0,-1 0 1 0 0,1 0-1 0 0,0 0 1 0 0,-1 0-1 0 0,1 0 1 0 0,0 1 0 0 0,0-1-1 0 0,-1 0 1 0 0,1 0-1 0 0,0 0 1 0 0,0 0 0 0 0,0-1-1 0 0,-1-36-1677 0 0,2 31 1376 0 0,0-32-1014 0 0,14-69 1 0 0,-9 69 2917 0 0,4-70 0 0 0,2 50 772 0 0,-7 69-3149 0 0,2 4-3665 0 0,-6-7 2466 0 0</inkml:trace>
</inkml:ink>
</file>

<file path=ppt/ink/ink6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01:12.1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1 137 348 0 0,'0'1'454'0'0,"0"1"-1"0"0,1 0 1 0 0,-1 0 0 0 0,0 0-1 0 0,1 0 1 0 0,0-1-1 0 0,-1 1 1 0 0,1 0 0 0 0,0-1-1 0 0,0 1 1 0 0,0 0 0 0 0,0-1-1 0 0,0 1 1 0 0,0-1-1 0 0,3 3 1 0 0,-3-5-347 0 0,1 1 0 0 0,0-1 1 0 0,0 0-1 0 0,0 1 0 0 0,-1-1 0 0 0,1 0 0 0 0,0 0 1 0 0,-1 0-1 0 0,1 0 0 0 0,-1-1 0 0 0,1 1 0 0 0,-1 0 0 0 0,1-1 1 0 0,-1 1-1 0 0,0-1 0 0 0,2-2 0 0 0,1 0-85 0 0,1 0-1 0 0,-1 0 1 0 0,1 0 0 0 0,0 1-1 0 0,0 0 1 0 0,0 0-1 0 0,0 0 1 0 0,0 0 0 0 0,1 1-1 0 0,-1 0 1 0 0,1 0 0 0 0,0 1-1 0 0,11-2 1 0 0,2 1 110 0 0,-1 2 0 0 0,1 0 0 0 0,20 3 1 0 0,-26-1-83 0 0,-1-1 0 0 0,1 0 1 0 0,0 0-1 0 0,-1-2 1 0 0,1 1-1 0 0,0-2 0 0 0,-1 0 1 0 0,1 0-1 0 0,20-8 1 0 0,-28 8-50 0 0,-1 0 0 0 0,0 0 0 0 0,1-1 1 0 0,-1 0-1 0 0,0 1 0 0 0,-1-2 0 0 0,1 1 0 0 0,0 0 1 0 0,-1-1-1 0 0,5-6 0 0 0,-7 8 0 0 0,0 1-1 0 0,-1 0 0 0 0,1 0 1 0 0,0-1-1 0 0,-1 1 1 0 0,0 0-1 0 0,1-1 0 0 0,-1 1 1 0 0,0 0-1 0 0,0-1 0 0 0,0 1 1 0 0,1-1-1 0 0,-1 1 1 0 0,-1 0-1 0 0,1-1 0 0 0,0 1 1 0 0,0-1-1 0 0,-1 1 1 0 0,1 0-1 0 0,0-1 0 0 0,-1 1 1 0 0,1 0-1 0 0,-1 0 1 0 0,0-1-1 0 0,1 1 0 0 0,-1 0 1 0 0,0 0-1 0 0,0 0 1 0 0,0 0-1 0 0,0 0 0 0 0,0 0 1 0 0,0 0-1 0 0,0 0 1 0 0,0 0-1 0 0,0 0 0 0 0,0 1 1 0 0,-1-1-1 0 0,1 0 0 0 0,0 1 1 0 0,0-1-1 0 0,-2 0 1 0 0,-2 0 6 0 0,0 0 0 0 0,1 0 0 0 0,-1 0 1 0 0,0 0-1 0 0,0 1 0 0 0,0-1 0 0 0,1 1 1 0 0,-1 1-1 0 0,0-1 0 0 0,0 1 0 0 0,0-1 1 0 0,1 1-1 0 0,-1 1 0 0 0,0-1 0 0 0,-8 4 1 0 0,12-4-6 0 0,-1-1 1 0 0,0 1-1 0 0,1-1 0 0 0,-1 1 1 0 0,1 0-1 0 0,0-1 1 0 0,-1 1-1 0 0,1 0 1 0 0,0 0-1 0 0,-1 0 0 0 0,1 0 1 0 0,0 0-1 0 0,0 0 1 0 0,0 1-1 0 0,0-1 1 0 0,0 0-1 0 0,0 0 0 0 0,0 1 1 0 0,0-1-1 0 0,0 1 1 0 0,1-1-1 0 0,-1 1 1 0 0,1-1-1 0 0,-1 1 1 0 0,1-1-1 0 0,0 1 0 0 0,-1-1 1 0 0,1 1-1 0 0,0 0 1 0 0,0-1-1 0 0,0 1 1 0 0,0 0-1 0 0,0-1 0 0 0,0 1 1 0 0,1-1-1 0 0,-1 1 1 0 0,1-1-1 0 0,-1 1 1 0 0,1-1-1 0 0,-1 1 0 0 0,1-1 1 0 0,0 1-1 0 0,0-1 1 0 0,-1 1-1 0 0,1-1 1 0 0,0 0-1 0 0,0 0 0 0 0,1 1 1 0 0,-1-1-1 0 0,2 1 1 0 0,-1 0-3 0 0,-1 0 0 0 0,1 0 0 0 0,0-1 0 0 0,0 1 0 0 0,1-1 0 0 0,-1 1 0 0 0,0-1 0 0 0,0 0 0 0 0,1 0 0 0 0,-1 0 0 0 0,0 0 0 0 0,1 0 1 0 0,-1-1-1 0 0,1 1 0 0 0,-1-1 0 0 0,1 1 0 0 0,0-1 0 0 0,3 0 0 0 0,50-12-36 0 0,-1-1 8 0 0,-53 13 30 0 0,0 0 0 0 0,0 0 0 0 0,0 0 0 0 0,0 0 0 0 0,1 1 0 0 0,-1-1 0 0 0,0 0 0 0 0,0 1 0 0 0,0 0 0 0 0,0-1 0 0 0,0 1 0 0 0,0 0 1 0 0,0 0-1 0 0,-1 0 0 0 0,1 0 0 0 0,0 0 0 0 0,0 1 0 0 0,-1-1 0 0 0,1 0 0 0 0,-1 1 0 0 0,3 2 0 0 0,-1 1 17 0 0,0-1 0 0 0,-1 1 0 0 0,1 0 0 0 0,-1 0-1 0 0,0 0 1 0 0,0 0 0 0 0,-1 0 0 0 0,2 9 0 0 0,0 5 83 0 0,-1 0-1 0 0,-1 1 1 0 0,-3 37-1 0 0,-31 164 368 0 0,9-76-184 0 0,13-83 90 0 0,11-61-153 0 0,4-31-49 0 0,-3 5-152 0 0,0 1-1 0 0,2-1 1 0 0,2 1 0 0 0,0 0 0 0 0,1 0 0 0 0,1 1 0 0 0,1-1-1 0 0,1 2 1 0 0,14-24 0 0 0,-6 15-51 0 0,2 1-1 0 0,1 0 1 0 0,1 2 0 0 0,2 0-1 0 0,42-39 1 0 0,-55 57 21 0 0,1 1 1 0 0,1 1-1 0 0,-1 0 0 0 0,1 0 1 0 0,0 1-1 0 0,1 1 1 0 0,20-7-1 0 0,-31 11 7 0 0,1 1 0 0 0,0 0 1 0 0,0 0-1 0 0,0 0 0 0 0,0 1 0 0 0,-1-1 0 0 0,1 1 0 0 0,0-1 1 0 0,0 1-1 0 0,0 0 0 0 0,0 0 0 0 0,0 1 0 0 0,0-1 0 0 0,0 1 1 0 0,0-1-1 0 0,0 1 0 0 0,0 0 0 0 0,0 0 0 0 0,0 0 0 0 0,-1 0 1 0 0,1 1-1 0 0,0-1 0 0 0,-1 1 0 0 0,1-1 0 0 0,-1 1 0 0 0,0 0 1 0 0,1 0-1 0 0,-1 0 0 0 0,0 0 0 0 0,0 1 0 0 0,-1-1 0 0 0,1 1 1 0 0,0-1-1 0 0,-1 1 0 0 0,1-1 0 0 0,-1 1 0 0 0,0 0 0 0 0,0 0 1 0 0,0 0-1 0 0,1 3 0 0 0,-1-2 14 0 0,-1-1 1 0 0,0 0-1 0 0,1 0 0 0 0,-1 0 1 0 0,0 0-1 0 0,0 0 1 0 0,0 0-1 0 0,-1 0 0 0 0,1 0 1 0 0,-1 0-1 0 0,0 0 1 0 0,0 0-1 0 0,0 0 1 0 0,0 0-1 0 0,0 0 0 0 0,-1 0 1 0 0,1-1-1 0 0,-1 1 1 0 0,0 0-1 0 0,0-1 0 0 0,0 0 1 0 0,0 1-1 0 0,0-1 1 0 0,0 0-1 0 0,-3 2 0 0 0,-2 1-308 0 0,1 0 0 0 0,-1 0 0 0 0,0-1 0 0 0,-1 0 0 0 0,1-1-1 0 0,0 1 1 0 0,-1-2 0 0 0,-10 4 0 0 0,14-11-1849 0 0,3-11-4257 0 0</inkml:trace>
</inkml:ink>
</file>

<file path=ppt/ink/ink6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01:12.5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110 0 196 0 0,'0'0'1154'0'0,"13"25"2294"0"0,-10 109 2500 0 0,-20 67-2666 0 0,2-46-1584 0 0,10-81-1457 0 0,-22 106 0 0 0,5-98-3158 0 0,-7-1-3827 0 0,19-57 3061 0 0</inkml:trace>
</inkml:ink>
</file>

<file path=ppt/ink/ink6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01:14.7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258 1 168 0 0,'-8'-1'336'0'0,"-1"2"0"0"0,1-1 0 0 0,0 1 0 0 0,-1 1 0 0 0,1-1 0 0 0,0 1 0 0 0,0 1 0 0 0,0-1 0 0 0,0 2 0 0 0,0-1 0 0 0,-8 5 1 0 0,14-6-280 0 0,0 0 0 0 0,-1 0 0 0 0,1 0 0 0 0,0 0 1 0 0,0 0-1 0 0,0 1 0 0 0,0-1 0 0 0,1 1 0 0 0,-1-1 0 0 0,1 1 1 0 0,-1-1-1 0 0,1 1 0 0 0,0 0 0 0 0,0 0 0 0 0,0 0 1 0 0,0-1-1 0 0,1 1 0 0 0,-1 0 0 0 0,1 0 0 0 0,-1 0 1 0 0,1 0-1 0 0,0 0 0 0 0,1 0 0 0 0,-1 0 0 0 0,0 0 1 0 0,1 0-1 0 0,-1 0 0 0 0,1 0 0 0 0,0 0 0 0 0,0 0 1 0 0,0-1-1 0 0,1 1 0 0 0,2 4 0 0 0,17 35 302 0 0,-10-23-242 0 0,-1 1-1 0 0,-1 0 0 0 0,8 26 1 0 0,-15-42-81 0 0,-1 1-1 0 0,0-1 1 0 0,0 1 0 0 0,0-1-1 0 0,-1 0 1 0 0,1 1 0 0 0,-1-1 0 0 0,0 1-1 0 0,-1-1 1 0 0,1 1 0 0 0,-1-1-1 0 0,0 1 1 0 0,0-1 0 0 0,0 0-1 0 0,0 1 1 0 0,-1-1 0 0 0,0 0 0 0 0,0 0-1 0 0,0 0 1 0 0,0 0 0 0 0,-4 4-1 0 0,1-4 15 0 0,1-1 0 0 0,0 1-1 0 0,-1-1 1 0 0,1-1 0 0 0,-1 1-1 0 0,0-1 1 0 0,0 0 0 0 0,0 0-1 0 0,-1 0 1 0 0,1 0 0 0 0,0-1-1 0 0,0 0 1 0 0,-10 0 0 0 0,6 1 17 0 0,0-2 0 0 0,1 0 0 0 0,-1 0 0 0 0,0 0 0 0 0,0-1 0 0 0,0 0 0 0 0,-14-4 0 0 0,2-7-110 0 0,19 0-798 0 0,4 9 350 0 0,0 1 0 0 0,0-1-1 0 0,0 1 1 0 0,1-1 0 0 0,-1 1-1 0 0,1 0 1 0 0,0 0 0 0 0,5-3-1 0 0,-6 4 177 0 0,9-7-1583 0 0</inkml:trace>
</inkml:ink>
</file>

<file path=ppt/ink/ink6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01:16.5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 19 256 0 0,'-1'-18'5457'0'0,"-6"40"-5197"0"0,1 1 1 0 0,2 0 0 0 0,0 0 0 0 0,1 1 0 0 0,1-1 0 0 0,1 0 0 0 0,2 1 0 0 0,0-1 0 0 0,1 1 0 0 0,1-1 0 0 0,2 0 0 0 0,0 0 0 0 0,14 37 0 0 0,-14-50-221 0 0,1 1 0 0 0,0-1 0 0 0,0 0 0 0 0,1 0 0 0 0,0-1 0 0 0,1 0 0 0 0,0 0 1 0 0,0-1-1 0 0,13 10 0 0 0,-18-15-34 0 0,1-1 1 0 0,-1 1-1 0 0,0-1 1 0 0,1 0-1 0 0,0-1 1 0 0,-1 1-1 0 0,1 0 1 0 0,0-1-1 0 0,0 0 1 0 0,0 0-1 0 0,0 0 1 0 0,0-1-1 0 0,0 1 1 0 0,0-1-1 0 0,0 0 1 0 0,0 0-1 0 0,0 0 1 0 0,0-1-1 0 0,0 1 1 0 0,0-1-1 0 0,0 0 1 0 0,0 0-1 0 0,0-1 1 0 0,0 1-1 0 0,-1-1 1 0 0,1 0-1 0 0,0 0 1 0 0,-1 0-1 0 0,1 0 1 0 0,4-5-1 0 0,-4 4-3 0 0,13-10 15 0 0,-1-2-1 0 0,27-29 0 0 0,-39 40-15 0 0,0-1 0 0 0,-1 0 0 0 0,0 1-1 0 0,0-1 1 0 0,0 0 0 0 0,-1-1-1 0 0,1 1 1 0 0,-1 0 0 0 0,0-1 0 0 0,-1 1-1 0 0,0-1 1 0 0,1 0 0 0 0,-2 1 0 0 0,1-1-1 0 0,-1 0 1 0 0,0-7 0 0 0,0 12-2 0 0,0 0 0 0 0,0 0-1 0 0,0 0 1 0 0,0-1 0 0 0,0 1 0 0 0,0 0 0 0 0,-1 0-1 0 0,1 0 1 0 0,0 0 0 0 0,-1 0 0 0 0,1 0 0 0 0,-1 0 0 0 0,1 0-1 0 0,-1 0 1 0 0,0 0 0 0 0,1 1 0 0 0,-1-1 0 0 0,0 0-1 0 0,1 0 1 0 0,-1 0 0 0 0,0 1 0 0 0,0-1 0 0 0,0 0 0 0 0,0 1-1 0 0,0-1 1 0 0,0 1 0 0 0,-1-1 0 0 0,0 0 1 0 0,0 1-1 0 0,0 0 1 0 0,1 0 0 0 0,-1 0 0 0 0,0 1 0 0 0,0-1-1 0 0,0 0 1 0 0,1 1 0 0 0,-1-1 0 0 0,0 1-1 0 0,0 0 1 0 0,1-1 0 0 0,-1 1 0 0 0,-2 2 0 0 0,-1 0 5 0 0,0 0 0 0 0,1 0 0 0 0,0 0 1 0 0,0 1-1 0 0,0-1 0 0 0,0 1 1 0 0,0 0-1 0 0,1 1 0 0 0,0-1 1 0 0,-4 6-1 0 0,5-5 1 0 0,0 1 0 0 0,0 0 0 0 0,0 0-1 0 0,1 0 1 0 0,0 0 0 0 0,0 0 0 0 0,0 1 0 0 0,1-1 0 0 0,0 9 0 0 0,1-11-4 0 0,0-1 1 0 0,0 1-1 0 0,1 0 1 0 0,-1-1-1 0 0,1 1 1 0 0,-1-1 0 0 0,1 0-1 0 0,0 1 1 0 0,1-1-1 0 0,-1 0 1 0 0,0 0-1 0 0,1 0 1 0 0,0 0-1 0 0,-1-1 1 0 0,1 1-1 0 0,0-1 1 0 0,4 2 0 0 0,0 0-3 0 0,-1 0 1 0 0,1-1 0 0 0,0 0-1 0 0,0 0 1 0 0,0-1 0 0 0,0 0-1 0 0,1 0 1 0 0,-1 0 0 0 0,1-1 0 0 0,-1 0-1 0 0,1-1 1 0 0,-1 0 0 0 0,1 0-1 0 0,-1-1 1 0 0,1 1 0 0 0,-1-2-1 0 0,1 1 1 0 0,-1-1 0 0 0,0 0-1 0 0,13-6 1 0 0,-10 4-1 0 0,1 0-1 0 0,-1-1 1 0 0,0-1 0 0 0,-1 0 0 0 0,1 0-1 0 0,-1-1 1 0 0,0 0 0 0 0,-1 0-1 0 0,0-1 1 0 0,0-1 0 0 0,0 1 0 0 0,-1-1-1 0 0,7-12 1 0 0,3-17-17 0 0,-17 36 15 0 0,1 1 1 0 0,-1 0 0 0 0,1 0-1 0 0,-1-1 1 0 0,0 1 0 0 0,0 0-1 0 0,0 0 1 0 0,0-1-1 0 0,0 1 1 0 0,0 0 0 0 0,0-1-1 0 0,0 1 1 0 0,0 0-1 0 0,0 0 1 0 0,-1-1 0 0 0,1 1-1 0 0,0 0 1 0 0,-1 0-1 0 0,1-1 1 0 0,-1 1 0 0 0,0 0-1 0 0,1 0 1 0 0,-1 0 0 0 0,0 0-1 0 0,0 0 1 0 0,1 0-1 0 0,-1 0 1 0 0,-2-1 0 0 0,2 1 4 0 0,-35 17-10 0 0,34-14 7 0 0,0 1-1 0 0,0-1 0 0 0,0 1 1 0 0,0 0-1 0 0,0-1 0 0 0,1 1 1 0 0,-1 0-1 0 0,1 0 0 0 0,0 0 1 0 0,0 0-1 0 0,0 1 0 0 0,0-1 1 0 0,1 0-1 0 0,-1 0 1 0 0,1 1-1 0 0,0-1 0 0 0,0 0 1 0 0,0 0-1 0 0,1 5 0 0 0,0-5 1 0 0,0 0-1 0 0,0-1 1 0 0,0 1-1 0 0,1 0 0 0 0,-1 0 1 0 0,1-1-1 0 0,0 1 1 0 0,0-1-1 0 0,0 1 0 0 0,0-1 1 0 0,0 0-1 0 0,1 0 1 0 0,-1 0-1 0 0,1 0 1 0 0,-1 0-1 0 0,6 2 0 0 0,0 0 0 0 0,1 0-1 0 0,1-1 0 0 0,-1 0 0 0 0,0 0 0 0 0,1-1 0 0 0,-1 0 1 0 0,1 0-1 0 0,0-1 0 0 0,-1-1 0 0 0,1 0 0 0 0,0 0 0 0 0,10-2 1 0 0,-11 1-8 0 0,0-1 0 0 0,1 0 0 0 0,-1-1 0 0 0,0 0 0 0 0,0-1 0 0 0,-1 0 1 0 0,1 0-1 0 0,-1 0 0 0 0,11-9 0 0 0,-14 9 4 0 0,0 0 0 0 0,0-1 0 0 0,-1 0 1 0 0,1 0-1 0 0,-1 0 0 0 0,0-1 0 0 0,-1 1 0 0 0,1-1 0 0 0,-1 0 0 0 0,-1 0 0 0 0,1 0 1 0 0,-1 0-1 0 0,0 0 0 0 0,2-9 0 0 0,-3 11 4 0 0,4-27 2 0 0,-5 30-3 0 0,0 0 0 0 0,-1 0 0 0 0,1 0 0 0 0,0-1 0 0 0,0 1 0 0 0,-1 0-1 0 0,1 0 1 0 0,0 0 0 0 0,-1 0 0 0 0,1 0 0 0 0,-1 0 0 0 0,1 0 0 0 0,-1 0 0 0 0,0 0 0 0 0,0 0 0 0 0,1 0 0 0 0,-1 0 0 0 0,0 0 0 0 0,0 1 0 0 0,0-1 0 0 0,0 0-1 0 0,0 1 1 0 0,0-1 0 0 0,0 0 0 0 0,0 1 0 0 0,0-1 0 0 0,0 1 0 0 0,0 0 0 0 0,-2-1 0 0 0,1 2-3 0 0,-13 17 7 0 0,15-17 1 0 0,0 0 2 0 0,0 3-6 0 0,0-3 16 0 0,0 3 114 0 0,3-16-130 0 0,-2 9 8 0 0,1 7-9 0 0,0 0 9 0 0,0 1 0 0 0,0-1 0 0 0,-1 0 1 0 0,1 1-1 0 0,-1-1 0 0 0,0 1 1 0 0,-1-1-1 0 0,1 1 0 0 0,0 6 1 0 0,10 122 231 0 0,-3-63-133 0 0,-3 1 1 0 0,-7 117 0 0 0,-9-72 529 0 0,0-157-446 0 0,11-7-163 0 0,2-1-1 0 0,2 1 1 0 0,2 0-1 0 0,2 0 1 0 0,3 1 0 0 0,1 0-1 0 0,26-61 1 0 0,-32 89-39 0 0,1 1-1 0 0,1 0 1 0 0,0 1 0 0 0,2 0 0 0 0,0 0 0 0 0,1 1 0 0 0,0 0 0 0 0,2 1 0 0 0,22-22-1 0 0,-35 36 11 0 0,1 0-1 0 0,0 0 0 0 0,0 1 0 0 0,0-1 0 0 0,-1 0 0 0 0,1 0 0 0 0,0 1 0 0 0,0-1 0 0 0,0 1 1 0 0,0-1-1 0 0,0 1 0 0 0,1-1 0 0 0,-1 1 0 0 0,0-1 0 0 0,0 1 0 0 0,0 0 0 0 0,0 0 1 0 0,0 0-1 0 0,0-1 0 0 0,1 1 0 0 0,-1 0 0 0 0,0 1 0 0 0,0-1 0 0 0,0 0 0 0 0,0 0 1 0 0,1 0-1 0 0,0 1 0 0 0,-1 0 1 0 0,0 0 0 0 0,0 1 0 0 0,0-1 0 0 0,-1 0 0 0 0,1 0 0 0 0,0 1 0 0 0,-1-1 0 0 0,1 1 0 0 0,-1-1 0 0 0,1 1 0 0 0,-1-1 0 0 0,0 0 0 0 0,1 1-1 0 0,-1-1 1 0 0,0 1 0 0 0,0-1 0 0 0,0 3 0 0 0,-1 6-1 0 0,0 0-1 0 0,0-1 0 0 0,0 1 0 0 0,-1-1 0 0 0,-5 12 0 0 0,1-8 3 0 0,0-1 0 0 0,-1 0 0 0 0,-1-1-1 0 0,0 1 1 0 0,-13 13 0 0 0,-8 11-38 0 0,21-28-1320 0 0,20-16 919 0 0,45-9-203 0 0,-36 11 475 0 0,0 0 0 0 0,36-17-1 0 0,-50 19 154 0 0,0-1 0 0 0,0 0 0 0 0,0 1 0 0 0,0-2 1 0 0,-1 1-1 0 0,0-1 0 0 0,0 0 0 0 0,-1 0 0 0 0,0-1 0 0 0,9-13 0 0 0,-13 17 46 0 0,1 0 0 0 0,0 0 1 0 0,-1 1-1 0 0,1-1 1 0 0,0 0-1 0 0,0 1 0 0 0,1-1 1 0 0,-1 1-1 0 0,1 0 0 0 0,-1 0 1 0 0,1 0-1 0 0,-1 0 0 0 0,1 0 1 0 0,0 1-1 0 0,0-1 0 0 0,0 1 1 0 0,0 0-1 0 0,0 0 0 0 0,0 0 1 0 0,1 0-1 0 0,-1 0 0 0 0,0 1 1 0 0,0 0-1 0 0,1-1 0 0 0,-1 1 1 0 0,0 0-1 0 0,0 1 0 0 0,5 0 1 0 0,-3 0 20 0 0,0 1 1 0 0,0 0 0 0 0,0 0-1 0 0,0 1 1 0 0,-1-1-1 0 0,1 1 1 0 0,-1 0 0 0 0,1 1-1 0 0,-1-1 1 0 0,0 1-1 0 0,0-1 1 0 0,0 1 0 0 0,-1 1-1 0 0,0-1 1 0 0,1 0-1 0 0,-2 1 1 0 0,4 5 0 0 0,-3-6-14 0 0,-1 0 1 0 0,0 0-1 0 0,0 0 1 0 0,-1 1-1 0 0,1-1 1 0 0,-1 0-1 0 0,0 1 1 0 0,0-1-1 0 0,0 1 0 0 0,-1-1 1 0 0,0 1-1 0 0,0 0 1 0 0,0-1-1 0 0,0 1 1 0 0,0-1-1 0 0,-1 1 1 0 0,0-1-1 0 0,0 1 1 0 0,-4 8-1 0 0,2-8-13 0 0,0 1 0 0 0,0-1 0 0 0,-1 0 0 0 0,0 0 0 0 0,0 0 0 0 0,0 0 0 0 0,-1-1 0 0 0,0 1 0 0 0,0-1 0 0 0,0-1 0 0 0,0 1 0 0 0,0-1 0 0 0,-1 1 0 0 0,-6 1 0 0 0,-51 21-1369 0 0,16-21-4182 0 0,29-8 2774 0 0</inkml:trace>
</inkml:ink>
</file>

<file path=ppt/ink/ink6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01:16.8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37 160 0 0,'39'-9'392'0'0,"-1"4"-124"0"0,-5-2-144 0 0,0 4-284 0 0,-5-2-168 0 0,15-2 72 0 0</inkml:trace>
</inkml:ink>
</file>

<file path=ppt/ink/ink6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02:09.0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 37 204 0 0,'0'0'1739'0'0,"-18"-28"2498"0"0,13 20-7503 0 0</inkml:trace>
</inkml:ink>
</file>

<file path=ppt/ink/ink6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02:10.7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0 142 280 0 0,'0'-6'379'0'0,"2"-20"3802"0"0,-2 26-4151 0 0,0 0 1 0 0,0 0-1 0 0,0 0 1 0 0,0 1-1 0 0,0-1 1 0 0,0 0 0 0 0,0 0-1 0 0,0 1 1 0 0,0-1-1 0 0,0 0 1 0 0,0 0-1 0 0,1 0 1 0 0,-1 1-1 0 0,0-1 1 0 0,0 0-1 0 0,0 0 1 0 0,0 0 0 0 0,1 0-1 0 0,-1 0 1 0 0,0 1-1 0 0,0-1 1 0 0,0 0-1 0 0,1 0 1 0 0,-1 0-1 0 0,0 0 1 0 0,0 0-1 0 0,0 0 1 0 0,1 0 0 0 0,-1 0-1 0 0,0 0 1 0 0,0 0-1 0 0,1 0 1 0 0,-1 0-1 0 0,0 0 1 0 0,0 0-1 0 0,1 0 1 0 0,-1 0-1 0 0,0 0 1 0 0,0 0 0 0 0,0 0-1 0 0,1 0 1 0 0,-1 0-1 0 0,0 0 1 0 0,0 0-1 0 0,1 0 1 0 0,-1 0-1 0 0,0-1 1 0 0,0 1-1 0 0,0 0 1 0 0,0 0 0 0 0,1 0-1 0 0,-1 0 1 0 0,0 0-1 0 0,0-1 1 0 0,0 1-1 0 0,0 0 1 0 0,1 0-1 0 0,-1 0 1 0 0,0-1-1 0 0,0 1 1 0 0,0 0-1 0 0,0 0 1 0 0,0-1 0 0 0,0 1-1 0 0,0 0 1 0 0,0 0-1 0 0,0 0 1 0 0,0-1-1 0 0,4 6 26 0 0,0-1-1 0 0,1 1 1 0 0,-1-1-1 0 0,1 0 1 0 0,0-1-1 0 0,0 1 1 0 0,1-1 0 0 0,-1 0-1 0 0,0 0 1 0 0,1-1-1 0 0,0 1 1 0 0,0-1-1 0 0,-1-1 1 0 0,1 1-1 0 0,0-1 1 0 0,1 0-1 0 0,-1 0 1 0 0,0-1-1 0 0,0 1 1 0 0,0-1-1 0 0,0-1 1 0 0,0 1-1 0 0,1-1 1 0 0,-1 0-1 0 0,0-1 1 0 0,0 0-1 0 0,9-3 1 0 0,14-7-457 0 0,-2 0 0 0 0,0-1 0 0 0,0-2-1 0 0,29-21 1 0 0,-51 32 152 0 0,34-23-2114 0 0,0-2 179 0 0</inkml:trace>
</inkml:ink>
</file>

<file path=ppt/ink/ink6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02:23.1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54 149 580 0 0,'0'45'6889'0'0,"0"15"-4357"0"0,-2 105-1302 0 0,4-40-155 0 0,-3-196-2749 0 0,-4 0 0 0 0,-3 0 0 0 0,-25-103 0 0 0,31 170 1666 0 0,1-1 0 0 0,0 0 0 0 0,0 1 0 0 0,0-1 0 0 0,1 1 0 0 0,0-1 0 0 0,0 0 0 0 0,0 0 0 0 0,0 1 0 0 0,1-1 0 0 0,-1 0 0 0 0,1 1 0 0 0,0-1 0 0 0,1 1 0 0 0,-1-1 0 0 0,1 1-1 0 0,0 0 1 0 0,0-1 0 0 0,1 1 0 0 0,-1 0 0 0 0,1 0 0 0 0,-1 1 0 0 0,1-1 0 0 0,1 1 0 0 0,-1-1 0 0 0,0 1 0 0 0,1 0 0 0 0,0 0 0 0 0,-1 0 0 0 0,1 1 0 0 0,0-1 0 0 0,1 1 0 0 0,-1 0 0 0 0,0 0 0 0 0,1 0 0 0 0,-1 1 0 0 0,5-1 0 0 0,6-2 21 0 0,0 0 0 0 0,1 1 0 0 0,-1 1 0 0 0,0 1 0 0 0,1 0 0 0 0,0 1 0 0 0,-1 0 0 0 0,1 2 0 0 0,-1 0 0 0 0,19 4 0 0 0,-18-1 24 0 0,1 1 0 0 0,-1 0 1 0 0,0 1-1 0 0,-1 1 0 0 0,1 0 0 0 0,-1 1 1 0 0,21 17-1 0 0,-30-22-16 0 0,0 2 1 0 0,0-1 0 0 0,0 1 0 0 0,0 0-1 0 0,-1 0 1 0 0,0 0 0 0 0,-1 1-1 0 0,1 0 1 0 0,-1 0 0 0 0,0 0-1 0 0,-1 0 1 0 0,0 1 0 0 0,0-1-1 0 0,0 1 1 0 0,-1 0 0 0 0,0 0 0 0 0,-1 0-1 0 0,1 11 1 0 0,-2-12 7 0 0,0 0 1 0 0,-1 0-1 0 0,0 0 1 0 0,-1 0-1 0 0,1 0 0 0 0,-1 0 1 0 0,0-1-1 0 0,-1 1 1 0 0,0-1-1 0 0,0 1 1 0 0,0-1-1 0 0,-1 0 0 0 0,-6 8 1 0 0,3-6 31 0 0,-1 1-1 0 0,0-1 1 0 0,-1 0 0 0 0,0-1 0 0 0,0 0 0 0 0,-1 0-1 0 0,-16 8 1 0 0,7-6 77 0 0,-1 0 0 0 0,1-2 0 0 0,-2 0 0 0 0,1-1 0 0 0,-1-1 0 0 0,1-1 0 0 0,-1-1 0 0 0,-32 0-1 0 0,37-2-118 0 0,0-1 0 0 0,0-1 0 0 0,0-1 0 0 0,0 0 0 0 0,-25-7 0 0 0,40 9-67 0 0,1 0 1 0 0,0 0-1 0 0,0 0 0 0 0,0 0 1 0 0,-1 0-1 0 0,1 0 0 0 0,0 0 1 0 0,0 0-1 0 0,0 0 1 0 0,0 0-1 0 0,-1-1 0 0 0,1 1 1 0 0,0 0-1 0 0,0 0 1 0 0,0 0-1 0 0,0 0 0 0 0,-1 0 1 0 0,1 0-1 0 0,0-1 0 0 0,0 1 1 0 0,0 0-1 0 0,0 0 1 0 0,0 0-1 0 0,0 0 0 0 0,0-1 1 0 0,0 1-1 0 0,-1 0 0 0 0,1 0 1 0 0,0 0-1 0 0,0 0 1 0 0,0-1-1 0 0,0 1 0 0 0,0 0 1 0 0,0 0-1 0 0,0 0 1 0 0,0-1-1 0 0,0 1 0 0 0,0 0 1 0 0,0 0-1 0 0,0 0 0 0 0,0-1 1 0 0,0 1-1 0 0,1 0 1 0 0,-1 0-1 0 0,0 0 0 0 0,0 0 1 0 0,0-1-1 0 0,0 1 1 0 0,0 0-1 0 0,0 0 0 0 0,0 0 1 0 0,0 0-1 0 0,1-1 0 0 0,-1 1 1 0 0,0 0-1 0 0,0 0 1 0 0,1 0-1 0 0,8-7-2203 0 0,-9 7 2297 0 0,10-4-1986 0 0</inkml:trace>
</inkml:ink>
</file>

<file path=ppt/ink/ink6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02:23.9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0 296 576 0 0,'0'0'5117'0'0,"16"-3"-4043"0"0,18-5-245 0 0,-19 6-650 0 0,1-2 1 0 0,-1 0-1 0 0,-1 0 0 0 0,1-1 1 0 0,-1-1-1 0 0,1-1 0 0 0,-2 0 0 0 0,1 0 1 0 0,17-14-1 0 0,-30 21-172 0 0,-1-1 1 0 0,1 1-1 0 0,-1 0 0 0 0,0 0 1 0 0,1-1-1 0 0,-1 1 1 0 0,0 0-1 0 0,1 0 0 0 0,-1-1 1 0 0,0 1-1 0 0,1 0 1 0 0,-1-1-1 0 0,0 1 0 0 0,0 0 1 0 0,0-1-1 0 0,1 1 1 0 0,-1 0-1 0 0,0-1 0 0 0,0 1 1 0 0,0-1-1 0 0,0 1 1 0 0,1 0-1 0 0,-1-1 0 0 0,0 1 1 0 0,0-1-1 0 0,0 1 1 0 0,0-1-1 0 0,0 1 0 0 0,0 0 1 0 0,0-1-1 0 0,-1 0 1 0 0,-12-1 101 0 0,-22 10 34 0 0,31-6-124 0 0,0 0-1 0 0,0 1 1 0 0,1-1 0 0 0,-1 1 0 0 0,0 0 0 0 0,1 0 0 0 0,-1 1 0 0 0,1-1 0 0 0,0 1 0 0 0,0-1 0 0 0,1 1 0 0 0,-1 0 0 0 0,1 0 0 0 0,0 0 0 0 0,0 0-1 0 0,0 1 1 0 0,0-1 0 0 0,1 1 0 0 0,0-1 0 0 0,0 1 0 0 0,0-1 0 0 0,0 6 0 0 0,0-7-14 0 0,1 0 0 0 0,0 0 0 0 0,0 0 0 0 0,1 0 0 0 0,-1 0 0 0 0,1 0 0 0 0,-1 0 0 0 0,1-1 0 0 0,0 1 1 0 0,0 0-1 0 0,0 0 0 0 0,0-1 0 0 0,1 1 0 0 0,-1 0 0 0 0,1-1 0 0 0,-1 1 0 0 0,1-1 0 0 0,0 0 0 0 0,0 0 0 0 0,0 1 0 0 0,1-1 0 0 0,-1-1 0 0 0,0 1 0 0 0,1 0 0 0 0,-1 0 0 0 0,1-1 0 0 0,-1 0 1 0 0,1 1-1 0 0,0-1 0 0 0,-1 0 0 0 0,1 0 0 0 0,0-1 0 0 0,0 1 0 0 0,0 0 0 0 0,4-1 0 0 0,1 2-16 0 0,1-2 1 0 0,-1 1-1 0 0,1-1 0 0 0,-1 0 1 0 0,1-1-1 0 0,-1 0 0 0 0,1 0 1 0 0,-1-1-1 0 0,0 0 0 0 0,0-1 1 0 0,0 0-1 0 0,0 0 0 0 0,0 0 1 0 0,0-1-1 0 0,13-10 0 0 0,-9 5-9 0 0,-1 0 0 0 0,-1-2-1 0 0,0 1 1 0 0,0-1 0 0 0,-1-1 0 0 0,0 1-1 0 0,-1-2 1 0 0,10-20 0 0 0,-10 15 128 0 0,-1 0 0 0 0,0 0 0 0 0,-2 0 0 0 0,0-1 0 0 0,-1 1 0 0 0,-1-1 0 0 0,-1-1 0 0 0,0 1 0 0 0,-2-25 0 0 0,-4 33 1282 0 0,-5 20-926 0 0,-7 22 7 0 0,12-8-204 0 0,2-1 0 0 0,0 1 0 0 0,2 0 0 0 0,0 0 0 0 0,2-1 1 0 0,0 1-1 0 0,8 30 0 0 0,2 39 283 0 0,-10-75-466 0 0,0 1-1 0 0,1-1 1 0 0,1 0-1 0 0,8 25 1 0 0,-11-42-156 0 0,6-11-6904 0 0,-5 0 2608 0 0,0 2 1420 0 0</inkml:trace>
</inkml:ink>
</file>

<file path=ppt/ink/ink6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02:24.3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38 548 0 0,'14'-5'792'0'0,"-1"1"-84"0"0,4 1-44 0 0,-1-2-60 0 0,7 0-76 0 0,-4 1-48 0 0,6 2-36 0 0,2-1-112 0 0,-2 1-172 0 0,0 2-236 0 0,2-1-252 0 0,1 1-484 0 0,-12-2-876 0 0,7 0 388 0 0</inkml:trace>
</inkml:ink>
</file>

<file path=ppt/ink/ink6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02:26.2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39 211 576 0 0,'-8'-11'2253'0'0,"1"0"0"0"0,0-1 0 0 0,-8-21 1459 0 0,14 62-2847 0 0,34 205 1651 0 0,-26-193-2270 0 0,-2 1 188 0 0,-5-41 89 0 0,0-5-438 0 0,-3-21-25 0 0,1 0-1 0 0,1 0 1 0 0,1-1-1 0 0,2 1 1 0 0,1 0-1 0 0,0 0 1 0 0,2 1-1 0 0,1-1 1 0 0,14-38-1 0 0,-18 57-63 0 0,0 1 0 0 0,0-1 0 0 0,1 0 0 0 0,0 1 0 0 0,0 0-1 0 0,0-1 1 0 0,1 1 0 0 0,-1 1 0 0 0,1-1 0 0 0,1 0-1 0 0,-1 1 1 0 0,0 0 0 0 0,10-7 0 0 0,-11 11 4 0 0,-1 0 0 0 0,0 0 0 0 0,0 0 0 0 0,0 0 0 0 0,0 0 0 0 0,0 1 0 0 0,0-1-1 0 0,0 1 1 0 0,0-1 0 0 0,0 1 0 0 0,0 0 0 0 0,0 0 0 0 0,-1 0 0 0 0,1 0 0 0 0,0 0 0 0 0,0 0 0 0 0,-1 0 0 0 0,1 0 0 0 0,0 1 0 0 0,-1-1 0 0 0,0 1 0 0 0,3 2 0 0 0,-3-3 0 0 0,12 15 13 0 0,-1 0 1 0 0,-1 1-1 0 0,17 33 0 0 0,-18-31-3 0 0,0-1 1 0 0,1 0-1 0 0,25 30 1 0 0,-22-33-15 0 0,-5-4-6 0 0,0-1 0 0 0,1 0 0 0 0,0-1-1 0 0,0 0 1 0 0,20 13 0 0 0,-28-21 8 0 0,0 0 1 0 0,0 0 0 0 0,0 0 0 0 0,0 0-1 0 0,1 0 1 0 0,-1 0 0 0 0,0-1 0 0 0,1 1-1 0 0,-1-1 1 0 0,1 0 0 0 0,-1 0 0 0 0,0 0 0 0 0,1 0-1 0 0,-1 0 1 0 0,1 0 0 0 0,-1 0 0 0 0,0-1-1 0 0,1 1 1 0 0,-1-1 0 0 0,0 0 0 0 0,1 0-1 0 0,-1 0 1 0 0,0 0 0 0 0,0 0 0 0 0,0 0-1 0 0,0 0 1 0 0,0-1 0 0 0,0 1 0 0 0,0-1 0 0 0,0 0-1 0 0,-1 1 1 0 0,1-1 0 0 0,-1 0 0 0 0,1 0-1 0 0,-1 0 1 0 0,0 0 0 0 0,1 0 0 0 0,-1 0-1 0 0,1-5 1 0 0,7-13 6 0 0,-1 0 0 0 0,-1-1 0 0 0,-1 0 1 0 0,0-1-1 0 0,-2 1 0 0 0,2-26 0 0 0,8-34-19 0 0,1-1-964 0 0,-12 54-1782 0 0,-2 1-3385 0 0,-1 16 2562 0 0</inkml:trace>
</inkml:ink>
</file>

<file path=ppt/ink/ink6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02:27.5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60 187 196 0 0,'-60'-67'8799'0'0,"95"95"-8093"0"0,-22-17-523 0 0,-4-5-116 0 0,0-1-1 0 0,1 0 1 0 0,-1-1-1 0 0,1 0 1 0 0,0-1-1 0 0,0 0 1 0 0,0 0 0 0 0,1-1-1 0 0,-1-1 1 0 0,0 0-1 0 0,1 0 1 0 0,-1-1-1 0 0,1 0 1 0 0,-1 0-1 0 0,1-2 1 0 0,-1 1-1 0 0,20-6 1 0 0,12-6 2 0 0,-1-1 1 0 0,78-39-1 0 0,-83 35-167 0 0,68-27-1764 0 0,-35 18-2425 0 0,-28 11 1448 0 0</inkml:trace>
</inkml:ink>
</file>

<file path=ppt/ink/ink6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01:57.2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455 144 68 0 0,'87'-94'7897'0'0,"-86"93"-7830"0"0,0 1 1 0 0,-1-1-1 0 0,1 1 0 0 0,0-1 0 0 0,-1 0 0 0 0,1 1 0 0 0,-1-1 0 0 0,1 0 0 0 0,0 1 0 0 0,-1-1 0 0 0,1 0 0 0 0,-1 0 0 0 0,0 0 0 0 0,1 1 0 0 0,-1-1 0 0 0,0 0 0 0 0,1 0 0 0 0,-1 0 1 0 0,0 0-1 0 0,0 0 0 0 0,0 0 0 0 0,0 0 0 0 0,0 1 0 0 0,0-1 0 0 0,0 0 0 0 0,0 0 0 0 0,0 0 0 0 0,0 0 0 0 0,-1 0 0 0 0,1 0 0 0 0,0 0 0 0 0,-1 1 0 0 0,1-1 0 0 0,0 0 0 0 0,-1 0 1 0 0,1 0-1 0 0,-1 1 0 0 0,1-1 0 0 0,-1 0 0 0 0,0 1 0 0 0,1-1 0 0 0,-1 0 0 0 0,0 1 0 0 0,1-1 0 0 0,-1 1 0 0 0,0-1 0 0 0,0 1 0 0 0,1-1 0 0 0,-3 0 0 0 0,0-1-33 0 0,0 1-1 0 0,-1-1 1 0 0,1 1-1 0 0,0 0 1 0 0,-1 0-1 0 0,1 0 1 0 0,-1 0-1 0 0,1 1 1 0 0,-1-1-1 0 0,0 1 1 0 0,1 0-1 0 0,-5 0 1 0 0,-46 12 28 0 0,0 2 0 0 0,1 2 1 0 0,1 3-1 0 0,1 2 0 0 0,-63 36 1 0 0,107-54-57 0 0,-1 1-1 0 0,0-1 1 0 0,1 2 0 0 0,0-1 0 0 0,0 1 0 0 0,0 0-1 0 0,1 0 1 0 0,0 1 0 0 0,0 0 0 0 0,0 0 0 0 0,1 0 0 0 0,0 1-1 0 0,0 0 1 0 0,0 0 0 0 0,1 0 0 0 0,0 1 0 0 0,-4 9-1 0 0,8-15-4 0 0,0 0-1 0 0,0 0 0 0 0,0 0 0 0 0,0 0 1 0 0,1 0-1 0 0,-1 0 0 0 0,1 0 0 0 0,-1 0 1 0 0,1 0-1 0 0,0 0 0 0 0,-1-1 0 0 0,1 1 1 0 0,0 0-1 0 0,0 0 0 0 0,0-1 0 0 0,1 1 1 0 0,-1-1-1 0 0,0 1 0 0 0,0-1 0 0 0,1 1 1 0 0,-1-1-1 0 0,1 0 0 0 0,3 2 0 0 0,39 25 13 0 0,-5-12-12 0 0,0-2 1 0 0,74 17-1 0 0,6 1 1 0 0,-87-21-5 0 0,5 0 0 0 0,37 17 0 0 0,-64-23 5 0 0,-1-1 1 0 0,0 2-1 0 0,0-1 0 0 0,0 1 1 0 0,0 0-1 0 0,-1 1 1 0 0,0 0-1 0 0,12 15 1 0 0,-18-20-2 0 0,1 1 0 0 0,-1-1 0 0 0,0 1-1 0 0,-1 0 1 0 0,1 0 0 0 0,0 0 0 0 0,-1 0 0 0 0,0 0 0 0 0,0 0 0 0 0,0 0 0 0 0,0 0 0 0 0,0 1 0 0 0,0-1 0 0 0,-1 0 0 0 0,0 0-1 0 0,0 1 1 0 0,0-1 0 0 0,0 0 0 0 0,0 1 0 0 0,-1 5 0 0 0,-1-5-1 0 0,0 0 0 0 0,0-1 0 0 0,0 1 0 0 0,0 0 0 0 0,-1-1 0 0 0,1 1-1 0 0,-1-1 1 0 0,0 0 0 0 0,0 0 0 0 0,0 0 0 0 0,-1 0 0 0 0,1 0 0 0 0,-8 4 0 0 0,-8 3 2 0 0,0-1-1 0 0,-1 0 1 0 0,0-2 0 0 0,0 0 0 0 0,-25 4-1 0 0,15-3 256 0 0,-1-1 0 0 0,0-2-1 0 0,-1-2 1 0 0,1 0 0 0 0,-1-2-1 0 0,1-2 1 0 0,-1-1-1 0 0,1-1 1 0 0,-1-1 0 0 0,-48-15-1 0 0,65 12 273 0 0,1 1-1184 0 0</inkml:trace>
</inkml:ink>
</file>

<file path=ppt/ink/ink6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01:58.8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1814 73 256 0 0,'15'-29'4296'0'0,"-34"-14"-971"0"0,19 42-3139 0 0,-41 11 216 0 0,19 2-316 0 0,0 1-1 0 0,1 1 1 0 0,1 1 0 0 0,-30 28 0 0 0,-68 82 370 0 0,62-63-204 0 0,-18 18-31 0 0,-514 542 1829 0 0,410-436-1086 0 0,-152 211 0 0 0,318-380-921 0 0,-41 55 259 0 0,-2-3 0 0 0,-99 98-1 0 0,138-154-945 0 0,25-23-1319 0 0,26-23-1769 0 0,-16 17 550 0 0,2-2 242 0 0</inkml:trace>
</inkml:ink>
</file>

<file path=ppt/ink/ink6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02:00.2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41 224 0 0,'2'-41'6078'0'0,"47"90"-5326"0"0,-18-22-616 0 0,79 76 199 0 0,129 93 1 0 0,139 70 72 0 0,-101-101 16 0 0,-131-82-223 0 0,251 132 305 0 0,-46 25 327 0 0,-311-210-776 0 0,391 246 1173 0 0,-169-119 541 0 0,-247-150-1822 0 0,-19-19-7607 0 0,2 3 4516 0 0</inkml:trace>
</inkml:ink>
</file>

<file path=ppt/ink/ink6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02:01.6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97 88 156 0 0,'-1'-1'329'0'0,"0"1"1"0"0,1-1-1 0 0,-1 0 1 0 0,0 0-1 0 0,1 1 1 0 0,-1-1-1 0 0,0 0 1 0 0,0 1-1 0 0,1-1 0 0 0,-1 0 1 0 0,0 1-1 0 0,0 0 1 0 0,0-1-1 0 0,0 1 1 0 0,0-1-1 0 0,0 1 0 0 0,-1 0 1 0 0,2 111 1777 0 0,-20 163 0 0 0,18-254-2115 0 0,-4 8 1647 0 0,1-31-834 0 0,-3-18-584 0 0,-2-21-83 0 0,2-1 1 0 0,2-1 0 0 0,2 1 0 0 0,1-48 0 0 0,0 18-32 0 0,1 44-85 0 0,0 16-6 0 0,1 1 0 0 0,1-1 0 0 0,0 1 0 0 0,0-1 0 0 0,1 0 1 0 0,1 1-1 0 0,4-16 0 0 0,-5 26-10 0 0,5-1-12 0 0,-6 3 7 0 0,1 0-1 0 0,0-1 1 0 0,0 1-1 0 0,0 0 0 0 0,0 0 1 0 0,0 0-1 0 0,0 0 1 0 0,0 1-1 0 0,0-1 0 0 0,0 0 1 0 0,0 0-1 0 0,0 1 1 0 0,0-1-1 0 0,0 0 0 0 0,0 1 1 0 0,0-1-1 0 0,0 1 1 0 0,0-1-1 0 0,-1 1 1 0 0,1-1-1 0 0,0 1 0 0 0,0 0 1 0 0,-1-1-1 0 0,1 1 1 0 0,0 0-1 0 0,-1 0 0 0 0,2 1 1 0 0,19 25 11 0 0,-19-23-14 0 0,68 96-5 0 0,31 39 29 0 0,-89-124-22 0 0,1-1 1 0 0,1-1 0 0 0,0 0 0 0 0,1-1-1 0 0,0 0 1 0 0,29 16 0 0 0,-27-19 4 0 0,-13-6-2 0 0,1 0 0 0 0,0 0 0 0 0,1 0 0 0 0,-1-1 0 0 0,0 0 0 0 0,1 0 0 0 0,11 2 0 0 0,-16-4-3 0 0,1-1 1 0 0,0 1-1 0 0,-1 0 1 0 0,1-1-1 0 0,0 1 1 0 0,-1-1-1 0 0,1 1 1 0 0,0-1-1 0 0,-1 0 1 0 0,1 0-1 0 0,-1 0 1 0 0,1 0-1 0 0,-1 0 1 0 0,0 0-1 0 0,1 0 1 0 0,-1 0-1 0 0,0 0 1 0 0,0-1-1 0 0,0 1 1 0 0,0 0-1 0 0,0-1 1 0 0,0 1-1 0 0,0-1 1 0 0,0 1-1 0 0,-1-1 1 0 0,1 0-1 0 0,0 1 0 0 0,-1-1 1 0 0,0 0-1 0 0,1 1 1 0 0,-1-1-1 0 0,0-2 1 0 0,3-7 8 0 0,-1 0-1 0 0,-1 0 1 0 0,0 0-1 0 0,0-1 1 0 0,-1 1-1 0 0,-1 0 1 0 0,0-1 0 0 0,-2-12-1 0 0,-27-90 89 0 0,14 64 23 0 0,1-10 89 0 0,63 131-10088 0 0,-35-57 7279 0 0</inkml:trace>
</inkml:ink>
</file>

<file path=ppt/ink/ink6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02:02.2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156 181 496 0 0,'0'1'6084'0'0,"-6"13"-5725"0"0,2 12 458 0 0,1 0 0 0 0,1 0 0 0 0,2 33 0 0 0,0-31-360 0 0,-4 96 2794 0 0,2-127-3041 0 0,-3-3-135 0 0,0-1-1 0 0,1 0 1 0 0,0 0 0 0 0,1-1 0 0 0,-1 1 0 0 0,1-1 0 0 0,1 1 0 0 0,-4-15 0 0 0,-9-74 183 0 0,11 66-185 0 0,2 16-45 0 0,1-1 0 0 0,0 1 0 0 0,1 0 0 0 0,1-1 0 0 0,0 1 0 0 0,1 0 0 0 0,1 0 0 0 0,0 0 0 0 0,1 0 0 0 0,0 0 0 0 0,1 1 0 0 0,8-16 0 0 0,-10 23-24 0 0,0 1-1 0 0,1 0 0 0 0,-1 0 0 0 0,1 0 0 0 0,0 0 1 0 0,0 1-1 0 0,0-1 0 0 0,1 1 0 0 0,0 0 1 0 0,-1 0-1 0 0,1 1 0 0 0,1 0 0 0 0,-1-1 0 0 0,0 2 1 0 0,1-1-1 0 0,0 1 0 0 0,-1 0 0 0 0,1 0 1 0 0,0 0-1 0 0,0 1 0 0 0,0 0 0 0 0,0 0 0 0 0,1 0 1 0 0,-1 1-1 0 0,0 0 0 0 0,0 0 0 0 0,0 1 0 0 0,0 0 1 0 0,0 0-1 0 0,9 3 0 0 0,-11-3-8 0 0,1 0 0 0 0,-1 0 0 0 0,0 0 0 0 0,0 1 0 0 0,-1-1 0 0 0,1 1 0 0 0,0 0 0 0 0,0 0-1 0 0,-1 1 1 0 0,1-1 0 0 0,-1 1 0 0 0,0 0 0 0 0,0-1 0 0 0,0 2 0 0 0,0-1 0 0 0,0 0 0 0 0,2 5 0 0 0,-4-5 0 0 0,0-1 0 0 0,0 1 0 0 0,-1 0 0 0 0,1-1 0 0 0,-1 1 0 0 0,0 0 0 0 0,1-1 0 0 0,-1 1 1 0 0,0 0-1 0 0,-1-1 0 0 0,1 1 0 0 0,0 0 0 0 0,-1-1 0 0 0,0 1 0 0 0,0-1 0 0 0,1 1 0 0 0,-1-1 0 0 0,-1 1 0 0 0,1-1 0 0 0,0 1 0 0 0,-1-1 1 0 0,1 0-1 0 0,-1 0 0 0 0,1 0 0 0 0,-1 0 0 0 0,0 0 0 0 0,0 0 0 0 0,-3 2 0 0 0,-11 9-111 0 0,0-1 1 0 0,-2 0-1 0 0,1-2 0 0 0,-1 0 1 0 0,-1 0-1 0 0,0-2 1 0 0,-36 11-1 0 0,-22 11-1649 0 0,45-17-138 0 0,6-4-3053 0 0,14-5 1685 0 0</inkml:trace>
</inkml:ink>
</file>

<file path=ppt/ink/ink6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02:03.4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 88 916 0 0,'-1'-7'1123'0'0,"0"1"1"0"0,0-1-1 0 0,-1 0 1 0 0,1 0-1 0 0,-5-7 0 0 0,-1-8 5624 0 0,7 26-6548 0 0,32 213 1249 0 0,-27-190-1371 0 0,-1-6 18 0 0,1 1 0 0 0,0-1 0 0 0,14 33 0 0 0,-19-54-83 0 0,1 0 1 0 0,-1 0-1 0 0,0 1 1 0 0,0-1-1 0 0,0 0 1 0 0,0 0-1 0 0,0 1 1 0 0,0-1-1 0 0,0 0 1 0 0,1 0-1 0 0,-1 1 1 0 0,0-1-1 0 0,0 0 1 0 0,0 0-1 0 0,1 0 1 0 0,-1 1-1 0 0,0-1 1 0 0,0 0-1 0 0,1 0 1 0 0,-1 0-1 0 0,0 0 1 0 0,0 0-1 0 0,1 0 1 0 0,-1 1-1 0 0,0-1 1 0 0,0 0-1 0 0,1 0 1 0 0,-1 0-1 0 0,0 0 1 0 0,1 0-1 0 0,-1 0 1 0 0,0 0-1 0 0,0 0 1 0 0,1 0-1 0 0,-1 0 1 0 0,0 0-1 0 0,1 0 1 0 0,-1-1-1 0 0,0 1 1 0 0,0 0-1 0 0,1 0 1 0 0,-1 0-1 0 0,0 0 1 0 0,0 0-1 0 0,1 0 1 0 0,-1-1-1 0 0,0 1 1 0 0,0 0-1 0 0,0 0 1 0 0,1 0-1 0 0,-1-1 1 0 0,0 1-1 0 0,0 0 1 0 0,0 0-1 0 0,0-1 1 0 0,1 1-1 0 0,-1 0 1 0 0,0 0-1 0 0,0-1 1 0 0,16-28 227 0 0,8-39-132 0 0,-11 15-33 0 0,11-28 16 0 0,-16 62-71 0 0,-2-1-1 0 0,5-26 1 0 0,7-19 76 0 0,-17 62-110 0 0,2 22-3078 0 0,2 23-834 0 0,0-16-1551 0 0,-1-13 2428 0 0</inkml:trace>
</inkml:ink>
</file>

<file path=ppt/ink/ink6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02:04.0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6 320 32 0 0,'0'0'2692'0'0,"4"21"799"0"0,-4 72 43 0 0,2-41-2522 0 0,5 44 440 0 0,-7-92-315 0 0,-1-8-414 0 0,-4-18-150 0 0,-2-38-356 0 0,13 2-56 0 0,0-1-65 0 0,1 0 0 0 0,4 0 1 0 0,17-58-1 0 0,-24 107-73 0 0,0 1 0 0 0,1 0 0 0 0,0-1 0 0 0,0 1 0 0 0,1 1 0 0 0,1-1 0 0 0,-1 1 0 0 0,1 0 0 0 0,0 1 0 0 0,1 0 0 0 0,0 0 0 0 0,0 0 0 0 0,1 1 1 0 0,9-6-1 0 0,-13 9-19 0 0,1 0 1 0 0,-1 1-1 0 0,0-1 1 0 0,1 1-1 0 0,0 0 1 0 0,-1 1-1 0 0,1-1 1 0 0,0 1-1 0 0,0 0 1 0 0,0 0-1 0 0,0 1 1 0 0,0 0-1 0 0,0 0 1 0 0,0 0-1 0 0,-1 1 1 0 0,1 0-1 0 0,0 0 1 0 0,0 1-1 0 0,0-1 1 0 0,-1 1-1 0 0,1 0 1 0 0,-1 1-1 0 0,1-1 1 0 0,-1 1-1 0 0,0 0 1 0 0,5 5-1 0 0,-7-6-10 0 0,4 3-1 0 0,-1 0 0 0 0,1 0 1 0 0,-1 1-1 0 0,0 0 0 0 0,8 13 1 0 0,-13-18 10 0 0,0 1 0 0 0,0-1 0 0 0,0 1 0 0 0,0 0 0 0 0,-1-1 0 0 0,1 1 0 0 0,0 0 0 0 0,-1 0 0 0 0,0-1 0 0 0,1 1 1 0 0,-1 0-1 0 0,0 0 0 0 0,0 0 0 0 0,0-1 0 0 0,0 1 0 0 0,0 0 0 0 0,-1 0 0 0 0,1 0 0 0 0,0 0 0 0 0,-1-1 1 0 0,0 1-1 0 0,1 0 0 0 0,-1-1 0 0 0,0 1 0 0 0,0 0 0 0 0,0-1 0 0 0,0 1 0 0 0,0-1 0 0 0,0 1 0 0 0,0-1 0 0 0,0 0 1 0 0,-1 1-1 0 0,1-1 0 0 0,-2 1 0 0 0,-10 8 7 0 0,0-1 0 0 0,0 0 0 0 0,-1-1 0 0 0,-1-1 0 0 0,1 0 0 0 0,-23 7 0 0 0,-93 24-1423 0 0,129-38 1388 0 0,-38 12-1598 0 0,-18 2-4588 0 0,36-11 2396 0 0</inkml:trace>
</inkml:ink>
</file>

<file path=ppt/ink/ink6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02:12.1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915 17 708 0 0,'1'-1'239'0'0,"-1"0"0"0"0,0 1 0 0 0,0-1 0 0 0,0 0 0 0 0,0 1 0 0 0,0-1 0 0 0,0 0 0 0 0,0 1 1 0 0,0-1-1 0 0,0 0 0 0 0,0 1 0 0 0,-1-1 0 0 0,1 1 0 0 0,0-1 0 0 0,0 0 0 0 0,-1 1 0 0 0,1-1 0 0 0,0 1 0 0 0,-1-1 0 0 0,1 1 0 0 0,0-1 0 0 0,-1 0 0 0 0,1 1 0 0 0,-2-1 0 0 0,-11 9 2101 0 0,-22 42-2597 0 0,16-22 1038 0 0,-267 378 1340 0 0,204-285-1779 0 0,-213 358 948 0 0,261-421-1142 0 0,-2 2 119 0 0,-47 62 0 0 0,67-108-629 0 0,7-16-1693 0 0,9 0 1678 0 0,0 0 0 0 0,-1 0 0 0 0,1 0 0 0 0,0 0 0 0 0,0 0 0 0 0,-1 0 0 0 0,2 0 1 0 0,-1 1-1 0 0,0-1 0 0 0,0 0 0 0 0,1 0 0 0 0,-1 0 0 0 0,1 0 0 0 0,-1 0 0 0 0,1 1 0 0 0,1-3 0 0 0,5-13-2525 0 0</inkml:trace>
</inkml:ink>
</file>

<file path=ppt/ink/ink6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02:12.7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7 516 0 0,'-3'-7'4462'0'0,"13"13"-2685"0"0,28 25-1919 0 0,-17-14 726 0 0,390 276 1276 0 0,-30-23-1203 0 0,-118-75-331 0 0,453 291 296 0 0,-519-360-413 0 0,-191-122-114 0 0,0-1-1 0 0,0 1 1 0 0,0-1-1 0 0,0 0 1 0 0,9 2-1 0 0,-13-4 121 0 0,-7-3-4619 0 0,-17-3 1660 0 0,10 1 211 0 0</inkml:trace>
</inkml:ink>
</file>

<file path=ppt/ink/ink6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02:14.6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22 340 0 0,'2'-13'7499'0'0,"28"65"-6843"0"0,13 25-124 0 0,-20-17 96 0 0,28 124 0 0 0,-44-145-466 0 0,-4-20-67 0 0,1-1 1 0 0,1 0-1 0 0,8 22 1 0 0,-13-40-86 0 0,0 1 0 0 0,0-1 0 0 0,0 1-1 0 0,0-1 1 0 0,0 1 0 0 0,0-1 0 0 0,0 1 0 0 0,0-1 0 0 0,0 1 0 0 0,0-1-1 0 0,0 0 1 0 0,1 1 0 0 0,-1-1 0 0 0,0 1 0 0 0,0-1 0 0 0,0 1 0 0 0,1-1-1 0 0,-1 0 1 0 0,0 1 0 0 0,1-1 0 0 0,-1 0 0 0 0,0 1 0 0 0,1-1 0 0 0,-1 0-1 0 0,0 0 1 0 0,1 1 0 0 0,-1-1 0 0 0,1 0 0 0 0,-1 0 0 0 0,0 0 0 0 0,1 1-1 0 0,-1-1 1 0 0,1 0 0 0 0,-1 0 0 0 0,1 0 0 0 0,-1 0 0 0 0,0 0 0 0 0,1 0-1 0 0,-1 0 1 0 0,1 0 0 0 0,6-19 391 0 0,2-7-329 0 0,11-14 18 0 0,17-50 1 0 0,4-8-50 0 0,-5 14-3 0 0,-25 54-32 0 0,1 1 0 0 0,1 1 1 0 0,31-47-1 0 0,-44 74-36 0 0,0 1 0 0 0,0-1 0 0 0,1 1 0 0 0,-1 0-1 0 0,0-1 1 0 0,0 1 0 0 0,0-1 0 0 0,1 1 0 0 0,-1 0 0 0 0,0-1 0 0 0,0 1 0 0 0,1 0 0 0 0,-1-1-1 0 0,0 1 1 0 0,1 0 0 0 0,-1 0 0 0 0,0-1 0 0 0,1 1 0 0 0,-1 0 0 0 0,0 0 0 0 0,1 0-1 0 0,-1-1 1 0 0,1 1 0 0 0,-1 0 0 0 0,0 0 0 0 0,1 0 0 0 0,-1 0 0 0 0,1 0 0 0 0,-1 0-1 0 0,0 0 1 0 0,1 0 0 0 0,-1 0 0 0 0,1 0 0 0 0,-1 0 0 0 0,1 0 0 0 0,-1 0 0 0 0,0 0 0 0 0,1 0-1 0 0,-1 0 1 0 0,1 1 0 0 0,0-1 0 0 0,7 18-2119 0 0,-2-4-2209 0 0,-6-9 1985 0 0</inkml:trace>
</inkml:ink>
</file>

<file path=ppt/ink/ink6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02:16.0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75 160 352 0 0,'10'-17'8297'0'0,"-15"44"-7762"0"0,0-1 1 0 0,-1 1 0 0 0,-12 27 0 0 0,7-21 57 0 0,-10 52 0 0 0,22-85-501 0 0,-1 1 0 0 0,0 0 0 0 0,0 0 0 0 0,0 0 0 0 0,0-1 1 0 0,0 1-1 0 0,0 0 0 0 0,-1 0 0 0 0,1 0 0 0 0,0 0 0 0 0,0-1 0 0 0,0 1 0 0 0,-1 0 0 0 0,1 0 1 0 0,0-1-1 0 0,-1 1 0 0 0,1 0 0 0 0,-1-1 0 0 0,1 1 0 0 0,-1 0 0 0 0,1-1 0 0 0,-1 1 1 0 0,1 0-1 0 0,-2 0 0 0 0,-4-20 501 0 0,1-38-318 0 0,20-100 242 0 0,-11 134-474 0 0,0 0-1 0 0,2 1 0 0 0,0 0 1 0 0,18-38-1 0 0,-23 58-41 0 0,-1 0 0 0 0,1 0 0 0 0,0 1 0 0 0,0-1 0 0 0,-1 1 1 0 0,1-1-1 0 0,1 1 0 0 0,-1-1 0 0 0,0 1 0 0 0,0-1 0 0 0,0 1 0 0 0,1 0 0 0 0,-1 0 0 0 0,1 0 0 0 0,-1 0 0 0 0,1 0 0 0 0,-1 0 0 0 0,1 0 0 0 0,0 0 1 0 0,-1 1-1 0 0,1-1 0 0 0,0 0 0 0 0,-1 1 0 0 0,1 0 0 0 0,0-1 0 0 0,0 1 0 0 0,0 0 0 0 0,-1 0 0 0 0,1 0 0 0 0,2 0 0 0 0,0 1-3 0 0,0 1 0 0 0,0-1 0 0 0,-1 1 0 0 0,1 0 0 0 0,-1 0 0 0 0,1 0 0 0 0,-1 0 0 0 0,0 1 0 0 0,0-1 0 0 0,0 1 0 0 0,0 0 0 0 0,0 0 0 0 0,3 4 0 0 0,76 102 5 0 0,-48-62-16 0 0,3-1 0 0 0,67 67 0 0 0,-92-101 14 0 0,20 13-20 0 0,-25-24 23 0 0,-5-1-2 0 0,0-1 0 0 0,0 1 0 0 0,0-1 0 0 0,0 1 0 0 0,0-1 0 0 0,0 0 0 0 0,0 0 0 0 0,0 0 0 0 0,0 0 0 0 0,0 0 0 0 0,-1-1 0 0 0,1 1 0 0 0,0-1 0 0 0,-1 1 0 0 0,1-1 0 0 0,-1 1 0 0 0,1-1 0 0 0,-1 0 0 0 0,0 0 0 0 0,0 1 0 0 0,0-1 0 0 0,0 0 0 0 0,0 0 0 0 0,0 0 0 0 0,0 0 0 0 0,-1 0 0 0 0,1-1 0 0 0,-1 1 0 0 0,1 0 0 0 0,-1 0 0 0 0,0 0 0 0 0,0-4 0 0 0,2-2 12 0 0,11-37-16 0 0,-2 0 0 0 0,-2-1 0 0 0,-1 0 0 0 0,1-71 0 0 0,-8 99-3564 0 0,-1 47-3761 0 0,0-20 4505 0 0</inkml:trace>
</inkml:ink>
</file>

<file path=ppt/ink/ink6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02:16.5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85 310 560 0 0,'-2'76'5832'0'0,"-8"37"-3182"0"0,5-60 168 0 0,4-56-2660 0 0,-5-15-38 0 0,1 0 0 0 0,1 0-1 0 0,1 0 1 0 0,1 0 0 0 0,0-1 0 0 0,1 1 0 0 0,1-1 0 0 0,1 0 0 0 0,4-23 0 0 0,2-4-35 0 0,3 1 1 0 0,24-74-1 0 0,-31 109-77 0 0,2-1 0 0 0,-1 1-1 0 0,1 0 1 0 0,0 0 0 0 0,1 1 0 0 0,0 0-1 0 0,1 0 1 0 0,0 0 0 0 0,13-12 0 0 0,-17 18-7 0 0,0 1 1 0 0,0 0 0 0 0,0 0-1 0 0,0 0 1 0 0,0 0-1 0 0,1 0 1 0 0,-1 0 0 0 0,1 1-1 0 0,0 0 1 0 0,-1 0-1 0 0,1 0 1 0 0,0 0 0 0 0,0 0-1 0 0,-1 1 1 0 0,1 0-1 0 0,0 0 1 0 0,0 0 0 0 0,0 0-1 0 0,0 0 1 0 0,-1 1 0 0 0,1 0-1 0 0,0 0 1 0 0,0 0-1 0 0,-1 0 1 0 0,1 0 0 0 0,-1 1-1 0 0,1 0 1 0 0,-1 0-1 0 0,1-1 1 0 0,-1 2 0 0 0,0-1-1 0 0,3 3 1 0 0,2 1-2 0 0,0 1 0 0 0,-1 0-1 0 0,0 1 1 0 0,0-1 0 0 0,0 1 0 0 0,-1 1 0 0 0,5 8 0 0 0,-8-12 9 0 0,-1-1 0 0 0,0 0 1 0 0,1 1-1 0 0,-2-1 0 0 0,1 1 1 0 0,0 0-1 0 0,-1-1 0 0 0,0 1 1 0 0,0 0-1 0 0,-1 0 0 0 0,1 0 1 0 0,-1 0-1 0 0,0 0 0 0 0,0 0 1 0 0,-1-1-1 0 0,1 1 0 0 0,-2 6 1 0 0,0-9 2 0 0,1 0 1 0 0,0 0 0 0 0,-1 0-1 0 0,1 0 1 0 0,-1 0 0 0 0,1-1-1 0 0,-1 1 1 0 0,0 0 0 0 0,0-1-1 0 0,0 1 1 0 0,0-1 0 0 0,0 0-1 0 0,0 0 1 0 0,0 0 0 0 0,0 0-1 0 0,0 0 1 0 0,-3 1 0 0 0,-43 11 107 0 0,39-11-100 0 0,-31 7-1094 0 0,-58 5-1 0 0,77-13-972 0 0,1 0-1 0 0,-31-4 1 0 0,9-5-1245 0 0</inkml:trace>
</inkml:ink>
</file>

<file path=ppt/ink/ink7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02:20.7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794 118 272 0 0,'15'-32'2897'0'0,"-14"28"-2721"0"0,0 0 0 0 0,0 0 0 0 0,0 0 0 0 0,1 1 0 0 0,0-1-1 0 0,-1 0 1 0 0,1 1 0 0 0,5-7 0 0 0,-5 7 1 0 0,0 0-1 0 0,0-1 0 0 0,0 1 1 0 0,0-1-1 0 0,0 0 0 0 0,-1 1 1 0 0,0-1-1 0 0,2-7 0 0 0,0 4 1640 0 0,-70 102-616 0 0,-68 131 0 0 0,126-211-1109 0 0,-348 548 2902 0 0,320-514-2703 0 0,-112 164 916 0 0,65-87-133 0 0,84-125-1034 0 0,-7 7 120 0 0,6-7-81 0 0,2-5-1438 0 0,5-7 433 0 0,1 1 0 0 0,0-1-1 0 0,1 1 1 0 0,-1 0 0 0 0,2 1 0 0 0,17-17 0 0 0,-3 4-2599 0 0,-4 2 650 0 0</inkml:trace>
</inkml:ink>
</file>

<file path=ppt/ink/ink7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02:21.7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 53 280 0 0,'-9'-53'6375'0'0,"20"74"-6166"0"0,1-1 0 0 0,1-1 1 0 0,0 0-1 0 0,2-1 0 0 0,0-1 1 0 0,1 0-1 0 0,26 21 0 0 0,143 99 705 0 0,-93-73-462 0 0,-16-10-187 0 0,267 207 652 0 0,-277-205-645 0 0,-2 3 1 0 0,107 129-1 0 0,-108-91-100 0 0,-30-43-57 0 0,-29-48-102 0 0,0-1 0 0 0,0 0-1 0 0,0 0 1 0 0,1 0 0 0 0,-1 0 0 0 0,1-1-1 0 0,0 0 1 0 0,1 0 0 0 0,-1 0 0 0 0,1-1-1 0 0,0 1 1 0 0,0-1 0 0 0,0-1 0 0 0,0 1-1 0 0,0-1 1 0 0,10 2 0 0 0,-14-3 3 0 0,8-12 12 0 0,-10 9-61 0 0,0 0 0 0 0,-1 0 0 0 0,1 0-1 0 0,-1 1 1 0 0,1-1 0 0 0,-1 0-1 0 0,0 0 1 0 0,1 0 0 0 0,-1 0-1 0 0,0 1 1 0 0,0-1 0 0 0,0 0-1 0 0,0 1 1 0 0,-1-1 0 0 0,1 1-1 0 0,0-1 1 0 0,-1 1 0 0 0,1 0-1 0 0,-1 0 1 0 0,1-1 0 0 0,-1 1-1 0 0,-2-1 1 0 0,-47-19-3720 0 0,30 14 650 0 0,-1-1 503 0 0</inkml:trace>
</inkml:ink>
</file>

<file path=ppt/ink/ink7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02:39.3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91 49 136 0 0,'0'-3'569'0'0,"0"0"-1"0"0,0-1 1 0 0,0 1 0 0 0,1 0 0 0 0,0-1-1 0 0,-1 1 1 0 0,1 0 0 0 0,0 0-1 0 0,1 0 1 0 0,-1 0 0 0 0,0 0 0 0 0,7-8 4071 0 0,-18 38-4288 0 0,2 0-1 0 0,1 1 1 0 0,-5 40 0 0 0,-2 8 50 0 0,-29 223 543 0 0,41-269-860 0 0,1-16-50 0 0,0 1 0 0 0,-1-1 1 0 0,-4 16-1 0 0,6 6-1321 0 0,-1-15-1692 0 0,2-9-2350 0 0,-1-7 2519 0 0</inkml:trace>
</inkml:ink>
</file>

<file path=ppt/ink/ink7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02:40.1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149 76 572 0 0,'6'-11'1696'0'0,"-3"-9"6760"0"0,-9 34-7642 0 0,-17 68 515 0 0,-19 127-1 0 0,27-122-910 0 0,15-86-405 0 0,0 1 0 0 0,0-1 0 0 0,-1 0-1 0 0,1 0 1 0 0,0 0 0 0 0,-1 0 0 0 0,1 0-1 0 0,0 0 1 0 0,-1 0 0 0 0,1 0 0 0 0,-1 0-1 0 0,0 0 1 0 0,1 0 0 0 0,-1 0 0 0 0,0 0 0 0 0,1 0-1 0 0,-2 1 1 0 0,1-2-8 0 0,1 0 0 0 0,-1 0 0 0 0,1 0-1 0 0,-1 0 1 0 0,1 0 0 0 0,-1 0 0 0 0,1 0 0 0 0,0 0-1 0 0,-1 0 1 0 0,1 0 0 0 0,-1 0 0 0 0,1 0 0 0 0,-1-1 0 0 0,1 1-1 0 0,-1 0 1 0 0,1 0 0 0 0,0 0 0 0 0,-1-1 0 0 0,1 1 0 0 0,-1 0-1 0 0,1 0 1 0 0,0-1 0 0 0,-1 1 0 0 0,1 0 0 0 0,0-1 0 0 0,-1 1-1 0 0,1-1 1 0 0,-3-2 1 0 0,0-1-1 0 0,1 0 1 0 0,0 1-1 0 0,0-1 1 0 0,0 0 0 0 0,0 0-1 0 0,-1-6 1 0 0,-6-23-234 0 0,1 0 1 0 0,2-1 0 0 0,-3-65 0 0 0,9 78 150 0 0,1-1 0 0 0,1 1 1 0 0,1-1-1 0 0,1 1 0 0 0,0 0 0 0 0,2 1 1 0 0,11-30-1 0 0,-16 49 74 0 0,-1 0 1 0 0,0 0-1 0 0,1 0 1 0 0,-1 0-1 0 0,0 0 0 0 0,1 0 1 0 0,0 1-1 0 0,-1-1 1 0 0,1 0-1 0 0,-1 0 1 0 0,1 0-1 0 0,0 0 0 0 0,0 1 1 0 0,-1-1-1 0 0,1 0 1 0 0,0 1-1 0 0,0-1 1 0 0,0 1-1 0 0,0-1 0 0 0,0 1 1 0 0,0-1-1 0 0,0 1 1 0 0,0 0-1 0 0,0-1 1 0 0,0 1-1 0 0,0 0 0 0 0,0 0 1 0 0,0 0-1 0 0,0 0 1 0 0,0 0-1 0 0,2 0 1 0 0,0 1-1 0 0,0 0-1 0 0,0 0 1 0 0,0 0 0 0 0,0 1 0 0 0,0-1 0 0 0,0 1 0 0 0,0 0 0 0 0,-1 0 0 0 0,1 0 0 0 0,3 3 0 0 0,7 8-2 0 0,-1 0 0 0 0,20 27 0 0 0,8 12 23 0 0,3-2-1 0 0,82 74 0 0 0,-123-122-16 0 0,0 0-1 0 0,0 0 0 0 0,1 0 1 0 0,-1 0-1 0 0,0 0 0 0 0,1-1 1 0 0,0 1-1 0 0,-1-1 1 0 0,1 0-1 0 0,0 1 0 0 0,-1-1 1 0 0,1-1-1 0 0,0 1 0 0 0,0 0 1 0 0,0-1-1 0 0,0 1 0 0 0,0-1 1 0 0,0 0-1 0 0,0 0 1 0 0,0 0-1 0 0,0 0 0 0 0,4-1 1 0 0,-4-1-167 0 0,0 1 1 0 0,0-1 0 0 0,0 0-1 0 0,0 0 1 0 0,-1 0 0 0 0,1 0 0 0 0,0 0-1 0 0,-1-1 1 0 0,1 1 0 0 0,-1-1-1 0 0,0 0 1 0 0,0 0 0 0 0,0 0-1 0 0,0 1 1 0 0,0-2 0 0 0,-1 1 0 0 0,0 0-1 0 0,3-6 1 0 0,6-19-5365 0 0,-5 18 2851 0 0</inkml:trace>
</inkml:ink>
</file>

<file path=ppt/ink/ink7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02:40.4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211 1 340 0 0,'-16'25'7574'0'0,"-18"26"-5996"0"0,-74 178 891 0 0,63-127-9250 0 0,37-84 3869 0 0</inkml:trace>
</inkml:ink>
</file>

<file path=ppt/ink/ink7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02:45.4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137 142 52 0 0,'-22'-16'7734'0'0,"21"16"-7625"0"0,0 0 0 0 0,0 0 1 0 0,1 1-1 0 0,-1-1 0 0 0,0 0 0 0 0,0 1 1 0 0,1-1-1 0 0,-1 1 0 0 0,0-1 0 0 0,1 1 0 0 0,-1-1 1 0 0,0 1-1 0 0,1 0 0 0 0,-1-1 0 0 0,1 1 0 0 0,-1 0 1 0 0,1-1-1 0 0,-1 1 0 0 0,1 0 0 0 0,0 0 0 0 0,-1-1 1 0 0,1 1-1 0 0,0 0 0 0 0,-1 0 0 0 0,1 0 0 0 0,0-1 1 0 0,0 1-1 0 0,0 0 0 0 0,0 0 0 0 0,0 1 1 0 0,-9 36-85 0 0,8-35 165 0 0,-64 247 961 0 0,41-157 847 0 0,23-96-1864 0 0,2-26-26 0 0,1-1 0 0 0,1 1 0 0 0,1 0 1 0 0,2 1-1 0 0,0-1 0 0 0,3 1 0 0 0,0 0 0 0 0,15-31 0 0 0,-17 43-88 0 0,-5 9-16 0 0,1 1-1 0 0,0-1 1 0 0,0 1 0 0 0,0 0 0 0 0,1 0 0 0 0,6-9-1 0 0,-9 15-4 0 0,0-1 0 0 0,0 0 0 0 0,0 1-1 0 0,0-1 1 0 0,0 1 0 0 0,0 0-1 0 0,0-1 1 0 0,0 1 0 0 0,0 0-1 0 0,0-1 1 0 0,1 1 0 0 0,-1 0-1 0 0,0 0 1 0 0,0 0 0 0 0,0 0 0 0 0,0 0-1 0 0,0 0 1 0 0,0 0 0 0 0,0 0-1 0 0,1 1 1 0 0,-1-1 0 0 0,0 0-1 0 0,0 1 1 0 0,2 0 0 0 0,22 15-10 0 0,-21-14 13 0 0,110 92-16 0 0,-90-71 10 0 0,1-1 0 0 0,2-2 0 0 0,0 0 0 0 0,1-2 0 0 0,32 16-1 0 0,-57-32 6 0 0,0-1 0 0 0,0 0 0 0 0,1 1 0 0 0,-1-1 0 0 0,0-1 0 0 0,1 1-1 0 0,-1 0 1 0 0,1-1 0 0 0,-1 0 0 0 0,0 0 0 0 0,1 0 0 0 0,-1 0-1 0 0,1 0 1 0 0,-1-1 0 0 0,0 1 0 0 0,1-1 0 0 0,-1 0 0 0 0,0 0 0 0 0,1 0-1 0 0,-1 0 1 0 0,0-1 0 0 0,0 0 0 0 0,0 1 0 0 0,0-1 0 0 0,0 0 0 0 0,-1 0-1 0 0,1-1 1 0 0,-1 1 0 0 0,1 0 0 0 0,-1-1 0 0 0,0 0 0 0 0,0 1-1 0 0,0-1 1 0 0,0 0 0 0 0,2-5 0 0 0,6-12 8 0 0,-1 0-1 0 0,-1-1 1 0 0,-1 0-1 0 0,8-33 1 0 0,-6 17-5 0 0,28-134 17 0 0,-34 159-3 0 0,-3 11-33 0 0,0 0 0 0 0,0 0 0 0 0,0 0 0 0 0,0 0-1 0 0,0 0 1 0 0,0 0 0 0 0,0 0 0 0 0,0 1 0 0 0,1-1 0 0 0,-1 0 0 0 0,0 0 0 0 0,1 0 0 0 0,-1 1 0 0 0,0-1-1 0 0,1 0 1 0 0,-1 0 0 0 0,1 1 0 0 0,0-1 0 0 0,-1 0 0 0 0,1 1 0 0 0,-1-1 0 0 0,1 0 0 0 0,0 1 0 0 0,-1-1-1 0 0,1 1 1 0 0,0-1 0 0 0,0 1 0 0 0,-1 0 0 0 0,1-1 0 0 0,0 1 0 0 0,1-1 0 0 0,0 1-294 0 0,42 24-6188 0 0,-35-21 3304 0 0,0-1 245 0 0</inkml:trace>
</inkml:ink>
</file>

<file path=ppt/ink/ink7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02:47.5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1 187 44 0 0,'0'0'9336'0'0,"5"-32"-9162"0"0,-4 32 56 0 0,1-17 60 0 0,-2-5-200 0 0,9-13 786 0 0,-9 34-792 0 0,14-39 1482 0 0,-14 39-1557 0 0,0 1-1 0 0,0 0 1 0 0,0 0 0 0 0,0-1-1 0 0,1 1 1 0 0,-1 0 0 0 0,0 0-1 0 0,0-1 1 0 0,0 1 0 0 0,0 0-1 0 0,1 0 1 0 0,-1-1 0 0 0,0 1 0 0 0,0 0-1 0 0,0 0 1 0 0,1 0 0 0 0,-1-1-1 0 0,0 1 1 0 0,0 0 0 0 0,1 0-1 0 0,-1 0 1 0 0,0 0 0 0 0,1 0 0 0 0,-1 0-1 0 0,0 0 1 0 0,0 0 0 0 0,1 0-1 0 0,-1-1 1 0 0,0 1 0 0 0,1 0-1 0 0,-1 0 1 0 0,0 0 0 0 0,0 1 0 0 0,1-1-1 0 0,-1 0 1 0 0,0 0 0 0 0,1 0-1 0 0,-1 0 1 0 0,0 0 0 0 0,0 0-1 0 0,1 0 1 0 0,-1 1 0 0 0,17 12 102 0 0,12 25-129 0 0,-26-34 55 0 0,25 38 59 0 0,27 54 0 0 0,-35-59-46 0 0,1 0 0 0 0,40 50 0 0 0,-61-87-24 0 0,1 1 0 0 0,-1 0 0 0 0,0 0-1 0 0,1 0 1 0 0,0-1 0 0 0,-1 1 0 0 0,1 0 0 0 0,-1-1 0 0 0,1 1 0 0 0,0 0 0 0 0,-1-1 0 0 0,1 1 0 0 0,0-1-1 0 0,0 1 1 0 0,0-1 0 0 0,-1 1 0 0 0,1-1 0 0 0,0 0 0 0 0,0 1 0 0 0,0-1 0 0 0,0 0 0 0 0,0 0 0 0 0,0 0-1 0 0,0 0 1 0 0,-1 1 0 0 0,1-1 0 0 0,0 0 0 0 0,0-1 0 0 0,0 1 0 0 0,0 0 0 0 0,2 0 0 0 0,17-27 774 0 0,-14 19-878 0 0,22-44 303 0 0,39-93-1 0 0,-13 23-113 0 0,-47 110-129 0 0,-5 9-54 0 0,0 0-1 0 0,-1 0 0 0 0,1 0 0 0 0,-1-1 1 0 0,1 1-1 0 0,-1-1 0 0 0,0 1 0 0 0,1-6 1 0 0,7 18-892 0 0,2 3-1494 0 0,-4-2-3341 0 0,-5-5 2565 0 0</inkml:trace>
</inkml:ink>
</file>

<file path=ppt/ink/ink7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2:59:00.9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215 14 664 0 0,'-18'-14'3122'0'0,"9"15"-2639"0"0,-1 1 0 0 0,1-1 0 0 0,-1 2-1 0 0,1-1 1 0 0,-1 1 0 0 0,1 1 0 0 0,0 0 0 0 0,-12 7-1 0 0,7-3-26 0 0,0 0-1 0 0,1 2 1 0 0,0-1-1 0 0,-19 18 1 0 0,31-26-420 0 0,0 0 0 0 0,0 0 0 0 0,0 0 0 0 0,0 0 0 0 0,0 0 0 0 0,0 0 0 0 0,0 0 0 0 0,0 0 0 0 0,0 0 1 0 0,1 0-1 0 0,-1 0 0 0 0,0 1 0 0 0,1-1 0 0 0,-1 0 0 0 0,1 0 0 0 0,-1 1 0 0 0,1-1 0 0 0,0 0 0 0 0,0 1 0 0 0,-1-1 0 0 0,1 1 0 0 0,0-1 0 0 0,0 0 0 0 0,0 1 0 0 0,0-1 1 0 0,1 2-1 0 0,0-2-11 0 0,0 0 1 0 0,0 1-1 0 0,1-1 1 0 0,-1 0 0 0 0,0 0-1 0 0,1 0 1 0 0,-1 0 0 0 0,1-1-1 0 0,-1 1 1 0 0,1 0-1 0 0,-1-1 1 0 0,1 1 0 0 0,0-1-1 0 0,-1 1 1 0 0,1-1-1 0 0,0 0 1 0 0,2 1 0 0 0,16 0 57 0 0,-1 0 0 0 0,36-4 0 0 0,-44 2-20 0 0,0-1-69 0 0,-1 2 0 0 0,0-1 1 0 0,1 2-1 0 0,-1-1 0 0 0,0 1 0 0 0,0 1 1 0 0,14 3-1 0 0,14 14-4200 0 0,-30-15 1214 0 0,1-1 228 0 0</inkml:trace>
</inkml:ink>
</file>

<file path=ppt/ink/ink7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2:59:01.5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64 796 0 0,'6'-59'7507'0'0,"-6"59"-7480"0"0,0 0-1 0 0,0 0 1 0 0,0 0-1 0 0,0-1 1 0 0,0 1-1 0 0,0 0 1 0 0,0 0-1 0 0,0 0 0 0 0,0 0 1 0 0,0-1-1 0 0,0 1 1 0 0,0 0-1 0 0,0 0 1 0 0,0 0-1 0 0,0 0 1 0 0,0 0-1 0 0,0 0 0 0 0,0-1 1 0 0,0 1-1 0 0,0 0 1 0 0,1 0-1 0 0,-1 0 1 0 0,0 0-1 0 0,0 0 1 0 0,0 0-1 0 0,0 0 0 0 0,0-1 1 0 0,0 1-1 0 0,1 0 1 0 0,-1 0-1 0 0,0 0 1 0 0,0 0-1 0 0,0 0 1 0 0,0 0-1 0 0,0 0 0 0 0,1 0 1 0 0,-1 0-1 0 0,0 0 1 0 0,0 0-1 0 0,0 0 1 0 0,0 0-1 0 0,0 0 0 0 0,1 0 1 0 0,-1 0-1 0 0,0 0 1 0 0,0 0-1 0 0,0 0 1 0 0,0 0-1 0 0,0 0 1 0 0,1 0-1 0 0,-1 0 0 0 0,0 0 1 0 0,0 0-1 0 0,0 0 1 0 0,0 1-1 0 0,0-1 1 0 0,0 0-1 0 0,1 0 1 0 0,-1 0-1 0 0,0 0 0 0 0,0 0 1 0 0,0 0-1 0 0,0 0 1 0 0,0 1-1 0 0,0-1 1 0 0,0 0-1 0 0,0 0 1 0 0,10 9 797 0 0,-9-8-923 0 0,5 13 329 0 0,-1-1 0 0 0,0 0 0 0 0,-1 1 1 0 0,0 0-1 0 0,-1 0 0 0 0,-1 0 0 0 0,2 25 0 0 0,6 33 172 0 0,-4-33-194 0 0,-6-30-157 0 0,1-1 1 0 0,0 1-1 0 0,1-1 0 0 0,0 1 1 0 0,4 9-1 0 0,-5-16-43 0 0,0 1-1 0 0,1-1 0 0 0,-1 0 1 0 0,0 0-1 0 0,1 0 0 0 0,-1 0 1 0 0,1 0-1 0 0,0 0 0 0 0,0-1 1 0 0,0 1-1 0 0,0 0 0 0 0,0-1 1 0 0,0 1-1 0 0,0-1 1 0 0,0 0-1 0 0,1 0 0 0 0,-1 0 1 0 0,1 0-1 0 0,-1 0 0 0 0,0 0 1 0 0,1-1-1 0 0,2 1 0 0 0,65 7 67 0 0,26 4-13 0 0,-87-11-61 0 0,0 2-1 0 0,-1-1 0 0 0,1 1 0 0 0,-1 0 1 0 0,0 1-1 0 0,0 0 0 0 0,0 0 1 0 0,9 8-1 0 0,-15-11 0 0 0,-1-1 0 0 0,0 1 0 0 0,0 0 0 0 0,0 0 0 0 0,0 0 0 0 0,0 0 0 0 0,0 0 0 0 0,0 0 0 0 0,-1 0 0 0 0,1 0 0 0 0,0 0 0 0 0,0 0 0 0 0,-1 1 0 0 0,1-1 0 0 0,-1 0 0 0 0,1 0 1 0 0,-1 1-1 0 0,0-1 0 0 0,1 0 0 0 0,-1 1 0 0 0,0-1 0 0 0,0 0 0 0 0,0 1 0 0 0,0-1 0 0 0,0 0 0 0 0,0 3 0 0 0,-1-2 0 0 0,0 0-1 0 0,0 1 1 0 0,-1-1 0 0 0,1 0-1 0 0,-1 0 1 0 0,1 0 0 0 0,-1 0 0 0 0,1 0-1 0 0,-1 0 1 0 0,0 0 0 0 0,0-1 0 0 0,-4 4-1 0 0,-4 2 7 0 0,-1-1 0 0 0,0 0 0 0 0,0-1 1 0 0,-18 7-1 0 0,-44 6 168 0 0,34-15-1328 0 0,4-9-3440 0 0,29 2 1455 0 0,2-1 242 0 0</inkml:trace>
</inkml:ink>
</file>

<file path=ppt/ink/ink7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2:59:01.9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88 0 580 0 0,'-17'8'1644'0'0,"9"-6"-1020"0"0,1 2 0 0 0,0-1 0 0 0,0 1 1 0 0,0 0-1 0 0,-10 8 0 0 0,15-11-534 0 0,0 1 0 0 0,1 0 0 0 0,-1-1 0 0 0,1 1 0 0 0,0 0 0 0 0,-1 0 0 0 0,1 0-1 0 0,0 0 1 0 0,0 0 0 0 0,0 1 0 0 0,1-1 0 0 0,-1 0 0 0 0,0 0 0 0 0,1 1 0 0 0,0-1 0 0 0,-1 0 0 0 0,1 1 0 0 0,0-1 0 0 0,0 0 0 0 0,0 0 0 0 0,0 1 0 0 0,1-1 0 0 0,-1 0-1 0 0,1 3 1 0 0,1-3-44 0 0,-1 0-1 0 0,0 0 0 0 0,1 1 0 0 0,-1-1 0 0 0,1-1 0 0 0,-1 1 1 0 0,1 0-1 0 0,0 0 0 0 0,0-1 0 0 0,0 1 0 0 0,0-1 0 0 0,0 1 1 0 0,0-1-1 0 0,1 0 0 0 0,-1 0 0 0 0,0 0 0 0 0,3 1 0 0 0,-1 0 11 0 0,0-1 0 0 0,1 1 0 0 0,-1-1-1 0 0,0 0 1 0 0,1 0 0 0 0,-1-1-1 0 0,1 1 1 0 0,-1-1 0 0 0,8 0 0 0 0,-7-1-2 0 0,0-1 0 0 0,1 0 0 0 0,-1 0 1 0 0,0 0-1 0 0,0 0 0 0 0,-1-1 1 0 0,1 0-1 0 0,0 0 0 0 0,-1 0 0 0 0,0 0 1 0 0,1-1-1 0 0,5-7 0 0 0,-8 9-31 0 0,-1 1 1 0 0,0-1-1 0 0,1 1 0 0 0,-1-1 0 0 0,0 0 0 0 0,0 1 0 0 0,0-1 1 0 0,0 0-1 0 0,-1 0 0 0 0,1 0 0 0 0,0 0 0 0 0,-1 0 0 0 0,1 1 0 0 0,-1-1 1 0 0,0 0-1 0 0,0 0 0 0 0,0 0 0 0 0,0 0 0 0 0,0 0 0 0 0,0 0 0 0 0,0 0 1 0 0,0 0-1 0 0,-1 0 0 0 0,1 0 0 0 0,-1 0 0 0 0,0 0 0 0 0,1 0 1 0 0,-1 0-1 0 0,0 0 0 0 0,0 1 0 0 0,0-1 0 0 0,0 0 0 0 0,-1 1 0 0 0,1-1 1 0 0,0 1-1 0 0,-1-1 0 0 0,-1 0 0 0 0,2 1-99 0 0,0 0 1 0 0,0 0-1 0 0,0 1 1 0 0,0-1-1 0 0,0 0 1 0 0,0 1-1 0 0,0-1 1 0 0,0 1-1 0 0,0 0 0 0 0,0-1 1 0 0,0 1-1 0 0,0 0 1 0 0,0-1-1 0 0,-1 1 1 0 0,1 0-1 0 0,0 0 1 0 0,0 0-1 0 0,0 0 1 0 0,0 0-1 0 0,-1 1 0 0 0,1-1 1 0 0,0 0-1 0 0,0 0 1 0 0,0 1-1 0 0,0-1 1 0 0,0 1-1 0 0,-2 0 1 0 0,-8 5-4181 0 0,10-6 3754 0 0,-4 3-1918 0 0</inkml:trace>
</inkml:ink>
</file>

<file path=ppt/ink/ink7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2:59:02.2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 69 360 0 0,'-13'35'4500'0'0,"13"-32"-4376"0"0,0 1-1 0 0,1-1 1 0 0,-1 0 0 0 0,1 0 0 0 0,0 0 0 0 0,0 0 0 0 0,0 0-1 0 0,1 0 1 0 0,-1 0 0 0 0,1 0 0 0 0,-1-1 0 0 0,1 1 0 0 0,0 0-1 0 0,0-1 1 0 0,0 1 0 0 0,0-1 0 0 0,1 0 0 0 0,-1 0 0 0 0,0 0-1 0 0,1 0 1 0 0,0 0 0 0 0,-1-1 0 0 0,1 1 0 0 0,0-1 0 0 0,0 1-1 0 0,0-1 1 0 0,4 1 0 0 0,-4-1-45 0 0,-1-1 0 0 0,1 1 0 0 0,-1-1 0 0 0,1 1 0 0 0,-1-1 0 0 0,1 0-1 0 0,-1 0 1 0 0,1 0 0 0 0,-1 0 0 0 0,1 0 0 0 0,-1-1 0 0 0,1 1 0 0 0,-1-1 0 0 0,1 0 0 0 0,-1 0 0 0 0,0 0-1 0 0,1 0 1 0 0,-1 0 0 0 0,0 0 0 0 0,0 0 0 0 0,0-1 0 0 0,0 1 0 0 0,0-1 0 0 0,0 0 0 0 0,0 1 0 0 0,0-1 0 0 0,-1 0-1 0 0,1 0 1 0 0,-1 0 0 0 0,1 0 0 0 0,-1-1 0 0 0,0 1 0 0 0,0 0 0 0 0,0 0 0 0 0,1-4 0 0 0,-1 1-15 0 0,-1 0 0 0 0,1 1 1 0 0,-1-1-1 0 0,0 0 1 0 0,0 1-1 0 0,0-1 0 0 0,-1 0 1 0 0,0 1-1 0 0,0-1 0 0 0,0 0 1 0 0,0 1-1 0 0,-1-1 1 0 0,0 1-1 0 0,0 0 0 0 0,0 0 1 0 0,0-1-1 0 0,-1 1 0 0 0,-5-7 1 0 0,5 8-234 0 0,1 0 0 0 0,-1 0 0 0 0,0 0 0 0 0,0 0 1 0 0,0 0-1 0 0,-1 0 0 0 0,1 1 0 0 0,-1-1 0 0 0,1 1 0 0 0,-1 0 0 0 0,0 0 1 0 0,0 1-1 0 0,-6-3 0 0 0,-10 1-5321 0 0</inkml:trace>
</inkml:ink>
</file>

<file path=ppt/ink/ink7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2:59:02.8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43 7 484 0 0,'5'-7'9560'0'0,"-6"33"-8791"0"0,-2 0 1 0 0,-1 0-1 0 0,-9 29 1 0 0,-6 37-3 0 0,11 6-123 0 0,10-86-475 0 0,5-14-120 0 0,1-1-57 0 0,18-9 18 0 0,-1 0 1 0 0,0-1 0 0 0,25-20 0 0 0,34-17 14 0 0,38-11-42 0 0,-121 61 28 0 0,-2 3-3 0 0,1 0-1 0 0,-1 0 1 0 0,0 0-1 0 0,0 0 1 0 0,0 0-1 0 0,0 0 1 0 0,-1-1-1 0 0,1 1 1 0 0,-1 0-1 0 0,0-1 1 0 0,0 1 0 0 0,1-1-1 0 0,-2 0 1 0 0,1 1-1 0 0,0-1 1 0 0,0 0-1 0 0,-4 2 1 0 0,-13 16 22 0 0,16-17-24 0 0,0 1 0 0 0,0 0-1 0 0,1-1 1 0 0,-1 1-1 0 0,1 0 1 0 0,0 1-1 0 0,0-1 1 0 0,1 0 0 0 0,-1 0-1 0 0,1 1 1 0 0,0-1-1 0 0,0 1 1 0 0,-1 8 0 0 0,3-10-11 0 0,0 1 0 0 0,0 0 0 0 0,0-1 0 0 0,1 1 0 0 0,-1-1 0 0 0,1 0 1 0 0,0 1-1 0 0,0-1 0 0 0,0 0 0 0 0,0 0 0 0 0,0 0 0 0 0,1 0 0 0 0,-1-1 0 0 0,1 1 1 0 0,0 0-1 0 0,0-1 0 0 0,5 4 0 0 0,-2-2-138 0 0,32 24-2071 0 0,-9-12-3819 0 0,-8-6 2333 0 0</inkml:trace>
</inkml:ink>
</file>

<file path=ppt/ink/ink7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02:50.3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49 21 184 0 0,'-9'-21'5264'0'0,"0"77"-4583"0"0,2 0-1 0 0,1 88 1 0 0,16 117 553 0 0,-1-97-344 0 0,-6-113-608 0 0,-2 135 1206 0 0,-17-77-673 0 0,16-108-768 0 0,-1-1-155 0 0,1-1-1 0 0,-1 0 1 0 0,0 1-1 0 0,0-1 1 0 0,0 0-1 0 0,0 0 0 0 0,0 0 1 0 0,1 1-1 0 0,-1-1 1 0 0,0 0-1 0 0,1 0 0 0 0,-1 0 1 0 0,0 0-1 0 0,1 0 1 0 0,0-1-1 0 0,-1 1 1 0 0,1 0-1 0 0,0 0 0 0 0,-1 0 1 0 0,1 0-1 0 0,0 0 1 0 0,0-2-1 0 0,-7-38-3389 0 0,5 29 1279 0 0,0-7-49 0 0</inkml:trace>
</inkml:ink>
</file>

<file path=ppt/ink/ink7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02:50.6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1 212 0 0,'3'9'808'0'0,"-2"-6"-1384"0"0</inkml:trace>
</inkml:ink>
</file>

<file path=ppt/ink/ink7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02:51.6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152 242 492 0 0,'-4'-7'4354'0'0,"1"9"-1759"0"0,-3 23-963 0 0,0 38-1061 0 0,6-63-534 0 0,0 0-1 0 0,0 1 1 0 0,1-1-1 0 0,-1 0 1 0 0,0 1-1 0 0,0-1 1 0 0,0 0-1 0 0,0 1 1 0 0,0-1 0 0 0,0 1-1 0 0,0-1 1 0 0,0 0-1 0 0,0 1 1 0 0,0-1-1 0 0,0 1 1 0 0,0-1-1 0 0,0 0 1 0 0,0 1-1 0 0,0-1 1 0 0,0 0-1 0 0,0 1 1 0 0,-1-1-1 0 0,1 1 1 0 0,0-1 0 0 0,0 0-1 0 0,0 1 1 0 0,0-1-1 0 0,-1 0 1 0 0,1 1-1 0 0,0-1 1 0 0,-1 0-1 0 0,1 0 1 0 0,0 1-1 0 0,0-1 1 0 0,-1 0-1 0 0,1 0 1 0 0,0 0-1 0 0,-1 1 1 0 0,1-1 0 0 0,-1 0-1 0 0,1 0 1 0 0,0 0-1 0 0,-1 0 1 0 0,1 0-1 0 0,0 0 1 0 0,-1 0-1 0 0,1 1 1 0 0,-1-1-1 0 0,1 0 1 0 0,-1-1-1 0 0,-19-18 489 0 0,-14-40-270 0 0,23 32-149 0 0,2 0 0 0 0,1-1-1 0 0,1 1 1 0 0,-4-34 0 0 0,10 58-101 0 0,1-1 0 0 0,0 1 0 0 0,0 0 0 0 0,0-1 0 0 0,0 1 0 0 0,1 0 0 0 0,-1 0 0 0 0,1 0 0 0 0,0-1 0 0 0,0 1 0 0 0,0 0 0 0 0,0 0 0 0 0,1 0 0 0 0,-1 0 0 0 0,1 0 0 0 0,0 1 0 0 0,-1-1 0 0 0,1 0 0 0 0,0 1 0 0 0,1-1 0 0 0,2-2 0 0 0,0 2 0 0 0,-1 1 0 0 0,1-1-1 0 0,-1 1 1 0 0,1 0 0 0 0,0 0 0 0 0,0 1-1 0 0,0-1 1 0 0,0 1 0 0 0,0 0-1 0 0,0 1 1 0 0,0-1 0 0 0,8 1-1 0 0,2 0-1 0 0,1 2 1 0 0,-1-1-1 0 0,0 2 0 0 0,1 0 0 0 0,-1 1 0 0 0,0 0 0 0 0,-1 2 0 0 0,16 6 0 0 0,-16-4 0 0 0,-1 1 0 0 0,0 0-1 0 0,0 1 1 0 0,-1 0 0 0 0,0 1 0 0 0,-1 0-1 0 0,0 1 1 0 0,17 24 0 0 0,-23-29 0 0 0,0 0 1 0 0,-1 1 0 0 0,0 0-1 0 0,0-1 1 0 0,0 1 0 0 0,-1 0-1 0 0,0 1 1 0 0,-1-1-1 0 0,1 0 1 0 0,-2 1 0 0 0,1 0-1 0 0,-1-1 1 0 0,-1 1 0 0 0,1 0-1 0 0,-2-1 1 0 0,1 1 0 0 0,-3 14-1 0 0,0-16-1 0 0,0 0 0 0 0,-1 0 0 0 0,0 0 0 0 0,0-1 0 0 0,0 1 0 0 0,-1-1 0 0 0,0 0 0 0 0,0 0 0 0 0,0 0 0 0 0,-1-1 0 0 0,0 0 0 0 0,0 0 0 0 0,0-1 0 0 0,-1 1 0 0 0,0-1 0 0 0,0-1 0 0 0,-8 4 0 0 0,-7 3 6 0 0,0-2 0 0 0,0 0 0 0 0,-1-2 0 0 0,-34 6 0 0 0,57-12-9 0 0,-94 11 90 0 0,87-10-107 0 0,-1-1 0 0 0,1 0-1 0 0,0-1 1 0 0,-1 0 0 0 0,1 0 0 0 0,0 0 0 0 0,0-1 0 0 0,-1 0-1 0 0,1 0 1 0 0,-9-5 0 0 0,16 7-23 0 0,-1 0 1 0 0,1-1-1 0 0,0 1 0 0 0,-1 0 0 0 0,1 0 0 0 0,0 0 1 0 0,0 0-1 0 0,0-1 0 0 0,-1 1 0 0 0,1 0 0 0 0,0 0 1 0 0,0 0-1 0 0,0-1 0 0 0,-1 1 0 0 0,1 0 0 0 0,0 0 0 0 0,0-1 1 0 0,0 1-1 0 0,0 0 0 0 0,0-1 0 0 0,0 1 0 0 0,0 0 1 0 0,0 0-1 0 0,0-1 0 0 0,-1 1 0 0 0,1 0 0 0 0,0-1 1 0 0,0 1-1 0 0,1 0 0 0 0,-1 0 0 0 0,0-1 0 0 0,0 1 1 0 0,0 0-1 0 0,0-1 0 0 0,0 1 0 0 0,0 0 0 0 0,0 0 1 0 0,0-1-1 0 0,1 1 0 0 0,11-12-983 0 0,19-4-901 0 0,5 4-2283 0 0,-21 5 1800 0 0</inkml:trace>
</inkml:ink>
</file>

<file path=ppt/ink/ink7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02:52.2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1 357 564 0 0,'2'-2'258'0'0,"4"-3"369"0"0,1 0 0 0 0,-2-1 1 0 0,1 0-1 0 0,0 0 1 0 0,-1 0-1 0 0,0 0 1 0 0,-1-1-1 0 0,0 0 1 0 0,7-14-1 0 0,-11 20-391 0 0,0 1-199 0 0,0 0 1 0 0,-1 0-1 0 0,1 1 0 0 0,-1-1 1 0 0,1 0-1 0 0,-1 0 0 0 0,1 0 1 0 0,0 0-1 0 0,-1 1 0 0 0,1-1 1 0 0,-1 0-1 0 0,1 0 1 0 0,0 1-1 0 0,-1-1 0 0 0,1 0 1 0 0,0 1-1 0 0,-1-1 0 0 0,1 0 1 0 0,0 1-1 0 0,0-1 0 0 0,0 1 1 0 0,-1-1-1 0 0,1 0 0 0 0,0 1 1 0 0,0-1-1 0 0,0 1 0 0 0,0-1 1 0 0,-1 1-1 0 0,1-1 0 0 0,0 1 1 0 0,0-1-1 0 0,0 0 1 0 0,0 1-1 0 0,0 0 0 0 0,4 27 327 0 0,-3-23-346 0 0,1 1 0 0 0,0-1 1 0 0,0 0-1 0 0,0 0 0 0 0,1 0 0 0 0,-1 0 0 0 0,1 0 0 0 0,7 8 0 0 0,-8-11-10 0 0,0-1-1 0 0,0 1 1 0 0,0-1-1 0 0,0 1 1 0 0,1-1-1 0 0,-1 1 1 0 0,0-1-1 0 0,1 0 1 0 0,-1 0 0 0 0,1-1-1 0 0,-1 1 1 0 0,1 0-1 0 0,0-1 1 0 0,-1 1-1 0 0,1-1 1 0 0,0 0-1 0 0,-1 0 1 0 0,1 0-1 0 0,3-1 1 0 0,-1 0-2 0 0,0 0-1 0 0,0-1 1 0 0,-1 1 0 0 0,1-1-1 0 0,-1-1 1 0 0,1 1 0 0 0,-1 0-1 0 0,0-1 1 0 0,7-6 0 0 0,-1 1-1 0 0,-1-1 0 0 0,-1 0 1 0 0,0 0-1 0 0,0-1 1 0 0,-1 0-1 0 0,0-1 0 0 0,9-18 1 0 0,-6 5 251 0 0,-1-2 1 0 0,-1 0-1 0 0,-1 0 0 0 0,-1 0 1 0 0,-2-1-1 0 0,0 0 0 0 0,-2 1 1 0 0,-1-33-1 0 0,-13 72 534 0 0,7 3-654 0 0,0 0 0 0 0,1 0 0 0 0,0 0 0 0 0,2 1 0 0 0,-2 25 0 0 0,6 80 278 0 0,-1-108-349 0 0,1 0 0 0 0,1 0 0 0 0,5 16 0 0 0,-4-18-21 0 0,-1 0-1 0 0,-1 0 1 0 0,1 0-1 0 0,-1 16 0 0 0,-1-16 1317 0 0,3-1-4731 0 0,6-21-4243 0 0,-7 0 5012 0 0</inkml:trace>
</inkml:ink>
</file>

<file path=ppt/ink/ink7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02:52.5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1 130 492 0 0,'0'-10'548'0'0,"6"5"-32"0"0,-1-2-36 0 0,1-4-16 0 0,2 4-52 0 0,3 1-24 0 0,1-5-36 0 0,1 3-64 0 0,3 1-16 0 0,1-4-32 0 0,2 6-44 0 0,4-4-128 0 0,2 4-192 0 0,2 0-200 0 0,4 0-392 0 0,-4-4-764 0 0,-1 1 336 0 0</inkml:trace>
</inkml:ink>
</file>

<file path=ppt/ink/ink7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02:52.9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42 24 528 0 0,'-7'-24'4507'0'0,"5"35"-1486"0"0,-3 26-2290 0 0,-5 8-276 0 0,3 2 0 0 0,1-1 0 0 0,3 1 0 0 0,2-1-1 0 0,1 1 1 0 0,3 0 0 0 0,2-1 0 0 0,2 0-1 0 0,17 63 1 0 0,-11-61-263 0 0,-6-29-286 0 0,-1 1 0 0 0,-2 0-1 0 0,0 0 1 0 0,2 31-1 0 0,-6-49-94 0 0,0-1-1 0 0,0 1 1 0 0,0 0 0 0 0,-1-1-1 0 0,1 1 1 0 0,0 0-1 0 0,-1-1 1 0 0,1 1-1 0 0,-1 0 1 0 0,0-1 0 0 0,1 1-1 0 0,-1-1 1 0 0,0 1-1 0 0,0-1 1 0 0,0 1 0 0 0,0-1-1 0 0,-2 2 1 0 0,-16 6-5064 0 0</inkml:trace>
</inkml:ink>
</file>

<file path=ppt/ink/ink7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02:53.3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1 404 0 0,'0'0'1185'0'0,"12"7"314"0"0,70 24 829 0 0,2 1-2012 0 0,-30-11-3389 0 0,-46-17 1574 0 0</inkml:trace>
</inkml:ink>
</file>

<file path=ppt/ink/ink7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02:53.6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83 1 24 0 0,'-8'8'6011'0'0,"-3"17"-4280"0"0,-7 25-940 0 0,-1 22-846 0 0,-3 13-5040 0 0,17-69 3176 0 0</inkml:trace>
</inkml:ink>
</file>

<file path=ppt/ink/ink7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02:54.2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12 231 132 0 0,'-10'-11'8857'0'0,"8"42"-6898"0"0,10 52-1763 0 0,5 41 686 0 0,-12-122-897 0 0,0 1 0 0 0,-1 0 0 0 0,1 0 0 0 0,-1 0 1 0 0,0-1-1 0 0,0 1 0 0 0,0 0 0 0 0,0 0 0 0 0,0 0 0 0 0,-1 0 0 0 0,1 0 1 0 0,-1-1-1 0 0,0 1 0 0 0,-1 5 0 0 0,1-8-222 0 0,-5-34-1251 0 0,3-10 549 0 0,2-19-47 0 0,3 21 506 0 0,-2 34 446 0 0,-1 1 0 0 0,2-1 0 0 0,-1 1-1 0 0,1-1 1 0 0,0 1 0 0 0,1-1 0 0 0,-1 1 0 0 0,2-1 0 0 0,-1 1 0 0 0,1 0 0 0 0,0 0-1 0 0,7-11 1 0 0,-9 17 48 0 0,0 0 1 0 0,1 1-1 0 0,-1-1 0 0 0,0 1 0 0 0,0-1 0 0 0,0 1 0 0 0,1 0 0 0 0,-1 0 0 0 0,0-1 0 0 0,1 1 1 0 0,-1 0-1 0 0,0 0 0 0 0,1 0 0 0 0,-1 1 0 0 0,0-1 0 0 0,0 0 0 0 0,1 0 0 0 0,-1 1 0 0 0,0-1 1 0 0,0 0-1 0 0,1 1 0 0 0,-1 0 0 0 0,0-1 0 0 0,0 1 0 0 0,0 0 0 0 0,0-1 0 0 0,1 2 1 0 0,33 22 299 0 0,-33-23-272 0 0,24 19 239 0 0,1-1-1 0 0,48 24 1 0 0,-66-38-172 0 0,0-1 1 0 0,1 0-1 0 0,0 0 0 0 0,0-1 0 0 0,0-1 1 0 0,0 1-1 0 0,0-2 0 0 0,1 1 1 0 0,-1-2-1 0 0,0 1 0 0 0,1-1 0 0 0,16-3 1 0 0,-21 2-17 0 0,1-1 1 0 0,-1 0 0 0 0,0 0 0 0 0,-1-1 0 0 0,1 1-1 0 0,0-1 1 0 0,-1-1 0 0 0,0 1 0 0 0,1-1 0 0 0,-1 0-1 0 0,-1 0 1 0 0,1 0 0 0 0,0-1 0 0 0,-1 0 0 0 0,0 0 0 0 0,0 0-1 0 0,-1 0 1 0 0,1 0 0 0 0,-1-1 0 0 0,0 0 0 0 0,-1 1-1 0 0,0-1 1 0 0,3-7 0 0 0,3-15 210 0 0,-2-1-1 0 0,0 0 1 0 0,3-53 0 0 0,-3 23 85 0 0,-4 47 660 0 0,0 4-3953 0 0,2 20-3845 0 0,-3-4 3658 0 0</inkml:trace>
</inkml:ink>
</file>

<file path=ppt/ink/ink7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02:54.5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18 460 0 0,'5'-5'2816'0'0,"-5"0"-2532"0"0,0-2-2124 0 0</inkml:trace>
</inkml:ink>
</file>

<file path=ppt/ink/ink7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03:15.4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0 442 76 0 0,'0'0'7883'0'0,"2"-3"-7553"0"0,19-33 427 0 0,-2-2 1 0 0,17-48-1 0 0,-31 74-668 0 0,7-17 92 0 0,0-2 0 0 0,-2 1 1 0 0,-1-1-1 0 0,-1-1 0 0 0,-2 0 1 0 0,2-34-1 0 0,-11 51 17 0 0,-10 21-94 0 0,10-3-117 0 0,-2 1 17 0 0,0 0 1 0 0,1 0-1 0 0,-1 0 1 0 0,1 1 0 0 0,0 0-1 0 0,0 0 1 0 0,1 0-1 0 0,-1 0 1 0 0,1 0-1 0 0,0 1 1 0 0,1-1-1 0 0,-1 1 1 0 0,1 0-1 0 0,0 0 1 0 0,1 0 0 0 0,0 0-1 0 0,-1 0 1 0 0,2 0-1 0 0,-1 0 1 0 0,1 1-1 0 0,0 5 1 0 0,1-7-3 0 0,-1 0-1 0 0,1 0 1 0 0,0 0 0 0 0,0 0 0 0 0,1 0-1 0 0,-1-1 1 0 0,1 1 0 0 0,0-1 0 0 0,1 1 0 0 0,-1-1-1 0 0,1 0 1 0 0,0 1 0 0 0,0-1 0 0 0,0-1-1 0 0,0 1 1 0 0,1 0 0 0 0,-1-1 0 0 0,1 0-1 0 0,0 0 1 0 0,0 0 0 0 0,0 0 0 0 0,1-1 0 0 0,-1 1-1 0 0,0-1 1 0 0,8 2 0 0 0,1 0-17 0 0,1 0 1 0 0,-1-1-1 0 0,1-1 1 0 0,0 0-1 0 0,-1-1 0 0 0,20-1 1 0 0,-27 0 5 0 0,1 0-1 0 0,-1-1 1 0 0,0 0 0 0 0,0 0 0 0 0,1 0 0 0 0,-1-1 0 0 0,0 0-1 0 0,0 0 1 0 0,-1-1 0 0 0,1 1 0 0 0,0-1 0 0 0,-1-1-1 0 0,0 1 1 0 0,0-1 0 0 0,0 0 0 0 0,5-4 0 0 0,-4 1-5 0 0,-4 6 12 0 0,-1 0 0 0 0,0 0 0 0 0,0 0 0 0 0,0 0 0 0 0,0-1 0 0 0,0 1 0 0 0,0 0 0 0 0,0-1 0 0 0,0 1 1 0 0,-1 0-1 0 0,1-1 0 0 0,0 1 0 0 0,-1-1 0 0 0,1 1 0 0 0,-1-1 0 0 0,0 1 0 0 0,1-1 0 0 0,-1-2 0 0 0,-2 3-1 0 0,-4 0 1 0 0,5 1 3 0 0,0 1-1 0 0,0-1 1 0 0,0 0-1 0 0,0 0 0 0 0,0 1 1 0 0,-1-1-1 0 0,1 1 0 0 0,0-1 1 0 0,0 1-1 0 0,1-1 0 0 0,-1 1 1 0 0,0-1-1 0 0,0 1 1 0 0,0 0-1 0 0,0 0 0 0 0,0-1 1 0 0,1 1-1 0 0,-1 0 0 0 0,0 0 1 0 0,1 0-1 0 0,-1 0 0 0 0,1 0 1 0 0,-1 0-1 0 0,1 0 1 0 0,-1 0-1 0 0,1 0 0 0 0,0 0 1 0 0,-1 0-1 0 0,1 2 0 0 0,-6 31-5 0 0,7-29 3 0 0,0-1 1 0 0,1 0-1 0 0,-1 0 1 0 0,1 0-1 0 0,0 0 1 0 0,0-1 0 0 0,0 1-1 0 0,1 0 1 0 0,-1-1-1 0 0,1 0 1 0 0,0 1-1 0 0,0-1 1 0 0,0 0-1 0 0,0 0 1 0 0,0-1-1 0 0,1 1 1 0 0,-1-1-1 0 0,1 1 1 0 0,0-1 0 0 0,0 0-1 0 0,0-1 1 0 0,0 1-1 0 0,7 1 1 0 0,2 1-43 0 0,-1 0 0 0 0,1-1 0 0 0,0-1 1 0 0,0 0-1 0 0,1-1 0 0 0,19-1 0 0 0,-17-1-10 0 0,-1-1 0 0 0,1-1 0 0 0,-1-1 0 0 0,0 0 0 0 0,0-1 0 0 0,0-1 0 0 0,15-7 0 0 0,-20 8 33 0 0,-1 0-1 0 0,1 0 1 0 0,-1-1-1 0 0,-1-1 0 0 0,1 1 1 0 0,-1-1-1 0 0,0-1 0 0 0,-1 1 1 0 0,1-1-1 0 0,-2 0 1 0 0,8-12-1 0 0,-13 19 23 0 0,-1 1-1 0 0,1 0 1 0 0,0-1-1 0 0,-1 1 1 0 0,0-1-1 0 0,1 0 1 0 0,-1 1-1 0 0,1-1 1 0 0,-1 1-1 0 0,0-1 1 0 0,1 0-1 0 0,-1 1 1 0 0,0-1-1 0 0,0 0 1 0 0,1 1-1 0 0,-1-1 1 0 0,0 0-1 0 0,0 1 1 0 0,0-1-1 0 0,0 0 1 0 0,0 1-1 0 0,0-1 1 0 0,0 0-1 0 0,0 1 1 0 0,0-1-1 0 0,0 0 1 0 0,0 0-1 0 0,-1 1 1 0 0,1-1-1 0 0,0 0 1 0 0,0 1-1 0 0,-1-2 1 0 0,-2 3 0 0 0,1 0 1 0 0,-1-1-1 0 0,0 1 1 0 0,1 0-1 0 0,-1 0 1 0 0,1 1-1 0 0,0-1 1 0 0,-1 0-1 0 0,1 1 1 0 0,-4 2-1 0 0,-3 5 25 0 0,-1 0 1 0 0,1 1-1 0 0,0 0 0 0 0,-11 18 0 0 0,19-27-24 0 0,1-1 1 0 0,0 1-1 0 0,0 0 1 0 0,-1 0-1 0 0,1-1 1 0 0,0 1-1 0 0,0 0 1 0 0,0-1-1 0 0,0 1 0 0 0,0 0 1 0 0,0 0-1 0 0,0-1 1 0 0,1 1-1 0 0,-1 0 1 0 0,0 0-1 0 0,0-1 1 0 0,1 1-1 0 0,-1 0 0 0 0,0-1 1 0 0,0 1-1 0 0,1 0 1 0 0,-1-1-1 0 0,1 1 1 0 0,-1-1-1 0 0,1 1 0 0 0,-1-1 1 0 0,1 1-1 0 0,-1-1 1 0 0,1 1-1 0 0,-1-1 1 0 0,1 1-1 0 0,0-1 1 0 0,-1 1-1 0 0,1-1 0 0 0,0 0 1 0 0,-1 0-1 0 0,1 1 1 0 0,0-1-1 0 0,0 0 1 0 0,-1 0-1 0 0,1 0 1 0 0,0 0-1 0 0,-1 0 0 0 0,1 0 1 0 0,0 0-1 0 0,1 0 1 0 0,50 0 28 0 0,-26-1-22 0 0,1 4-348 0 0,19 1-1725 0 0,-1-3-3479 0 0,-35-3 3637 0 0</inkml:trace>
</inkml:ink>
</file>

<file path=ppt/ink/ink7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03:15.9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23 310 64 0 0,'8'-13'5709'0'0,"-11"15"-5617"0"0,1 0 0 0 0,-1 0 0 0 0,1 0 0 0 0,-1 0 0 0 0,1 0 0 0 0,-1 0 0 0 0,1 1 0 0 0,0-1 0 0 0,-2 4 0 0 0,3-5-75 0 0,1 0 1 0 0,-1-1-1 0 0,1 1 0 0 0,0 0 1 0 0,-1-1-1 0 0,1 1 0 0 0,0 0 1 0 0,-1-1-1 0 0,1 1 1 0 0,0 0-1 0 0,0 0 0 0 0,-1-1 1 0 0,1 1-1 0 0,0 0 0 0 0,0 0 1 0 0,0-1-1 0 0,0 1 0 0 0,0 0 1 0 0,0 0-1 0 0,0 0 0 0 0,0-1 1 0 0,1 1-1 0 0,-1 0 0 0 0,0 0 1 0 0,0-1-1 0 0,1 1 1 0 0,-1 0-1 0 0,0-1 0 0 0,1 1 1 0 0,-1 0-1 0 0,1-1 0 0 0,-1 1 1 0 0,1 0-1 0 0,-1-1 0 0 0,1 1 1 0 0,-1-1-1 0 0,1 1 0 0 0,-1-1 1 0 0,1 1-1 0 0,0-1 1 0 0,-1 1-1 0 0,1-1 0 0 0,0 0 1 0 0,0 1-1 0 0,-1-1 0 0 0,1 0 1 0 0,0 0-1 0 0,0 0 0 0 0,0 1 1 0 0,2-1-5 0 0,0 0 1 0 0,-1 1-1 0 0,1-1 1 0 0,0-1-1 0 0,-1 1 1 0 0,1 0-1 0 0,0 0 1 0 0,-1-1-1 0 0,1 0 1 0 0,0 1-1 0 0,-1-1 1 0 0,1 0-1 0 0,-1 0 1 0 0,1 0-1 0 0,-1-1 1 0 0,0 1-1 0 0,0-1 1 0 0,1 1-1 0 0,-1-1 1 0 0,3-3-1 0 0,40-44 66 0 0,-37 39-44 0 0,3-5 82 0 0,0-1 0 0 0,-2 0 0 0 0,1 0 0 0 0,-2-1 0 0 0,0 0 0 0 0,-1-1 0 0 0,-1 0 0 0 0,-1 0 0 0 0,0 0 0 0 0,-2 0 0 0 0,0-1 0 0 0,-1 0 0 0 0,0-29 0 0 0,-2 46-26 0 0,-23 4 280 0 0,20 0-358 0 0,0 0-1 0 0,0 1 1 0 0,-1-1-1 0 0,2 1 0 0 0,-1 0 1 0 0,0-1-1 0 0,0 1 1 0 0,1 1-1 0 0,0-1 1 0 0,-1 0-1 0 0,1 1 1 0 0,1-1-1 0 0,-1 1 0 0 0,0-1 1 0 0,1 1-1 0 0,0 0 1 0 0,0 0-1 0 0,0-1 1 0 0,0 1-1 0 0,0 0 1 0 0,1 0-1 0 0,0 0 1 0 0,0 0-1 0 0,0 0 0 0 0,0 0 1 0 0,1 0-1 0 0,-1 0 1 0 0,1 0-1 0 0,0 0 1 0 0,0-1-1 0 0,1 1 1 0 0,-1 0-1 0 0,1-1 0 0 0,0 1 1 0 0,-1-1-1 0 0,2 1 1 0 0,-1-1-1 0 0,0 0 1 0 0,1 0-1 0 0,-1 0 1 0 0,1 0-1 0 0,0 0 0 0 0,0-1 1 0 0,5 4-1 0 0,34 13 5 0 0,-33-16-13 0 0,0 1 0 0 0,0-1 0 0 0,-1 2 0 0 0,1-1 0 0 0,-1 1 0 0 0,0 1 0 0 0,0-1 1 0 0,0 1-1 0 0,8 9 0 0 0,-16-14-88 0 0,1 1 0 0 0,-1 0 0 0 0,1-1 0 0 0,-1 1 0 0 0,0 0 0 0 0,1-1 0 0 0,-1 1 0 0 0,0 0 0 0 0,0-1 0 0 0,0 1 0 0 0,0 0 0 0 0,-1-1 0 0 0,1 1 0 0 0,0 0 0 0 0,-1-1 0 0 0,1 1 0 0 0,-1 0 0 0 0,0-1 0 0 0,1 1 0 0 0,-1-1 0 0 0,0 1 0 0 0,0-1 1 0 0,0 1-1 0 0,0-1 0 0 0,0 0 0 0 0,0 0 0 0 0,0 1 0 0 0,-1-1 0 0 0,1 0 0 0 0,0 0 0 0 0,-1 0 0 0 0,-2 1 0 0 0,1 1-248 0 0,-1 0 1 0 0,0 0-1 0 0,0 0 0 0 0,0-1 1 0 0,0 0-1 0 0,0 0 0 0 0,-1 0 1 0 0,1 0-1 0 0,0-1 0 0 0,-1 1 1 0 0,-6 0-1 0 0</inkml:trace>
</inkml:ink>
</file>

<file path=ppt/ink/ink7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03:16.2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467 1 772 0 0,'-3'15'894'0'0,"0"0"1"0"0,-2 0-1 0 0,0 0 1 0 0,0-1-1 0 0,-1 1 1 0 0,-1-1-1 0 0,-12 18 0 0 0,4-7-343 0 0,-7 15 518 0 0,-40 52-1 0 0,51-79-1154 0 0,0 0-1 0 0,-1 0 0 0 0,0-2 1 0 0,-1 1-1 0 0,-1-2 0 0 0,0 0 1 0 0,-19 11-1 0 0,14-12-906 0 0,0-1-1 0 0,0 0 1 0 0,-1-2 0 0 0,1 0-1 0 0,-40 5 1 0 0,20-5-1237 0 0</inkml:trace>
</inkml:ink>
</file>

<file path=ppt/ink/ink7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03:16.5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224 0 500 0 0,'-24'20'578'0'0,"0"1"0"0"0,1 1 0 0 0,1 1 0 0 0,1 1 0 0 0,1 1 0 0 0,-28 46 0 0 0,42-60-428 0 0,0 0-1 0 0,1-1 1 0 0,0 2-1 0 0,1-1 0 0 0,0 0 1 0 0,1 1-1 0 0,0 0 1 0 0,1 0-1 0 0,0 0 1 0 0,1 0-1 0 0,1 0 0 0 0,-1 0 1 0 0,2 0-1 0 0,0 0 1 0 0,0 0-1 0 0,1 0 0 0 0,1 0 1 0 0,0-1-1 0 0,0 1 1 0 0,9 17-1 0 0,-2-11-32 0 0,0-1 0 0 0,2-1 0 0 0,0 0 0 0 0,1 0 0 0 0,0-2 0 0 0,1 1 0 0 0,1-2 0 0 0,0 0 0 0 0,1-1 0 0 0,0 0-1 0 0,1-1 1 0 0,30 14 0 0 0,12 3-608 0 0,0-4-1 0 0,102 28 1 0 0,-10-18-3334 0 0,-74-22 1628 0 0</inkml:trace>
</inkml:ink>
</file>

<file path=ppt/ink/ink7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03:19.5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367 103 208 0 0,'1'-5'326'0'0,"-1"1"0"0"0,1 0 0 0 0,1-1 0 0 0,-1 1 0 0 0,1 0 0 0 0,-1 0 0 0 0,4-5 0 0 0,-3 7-100 0 0,-1-1 1 0 0,1 1-1 0 0,-1-1 0 0 0,0 0 0 0 0,1 1 0 0 0,-1-1 1 0 0,0 0-1 0 0,-1 0 0 0 0,1 0 0 0 0,-1 0 0 0 0,1 1 1 0 0,-1-1-1 0 0,0 0 0 0 0,0 0 0 0 0,0 0 0 0 0,0 0 1 0 0,0 0-1 0 0,-2-4 0 0 0,1 6-167 0 0,0 1 0 0 0,0-1 0 0 0,0 0 0 0 0,0 1 0 0 0,0-1 0 0 0,-1 1 0 0 0,1-1 0 0 0,0 1 0 0 0,0 0 0 0 0,0-1 0 0 0,-1 1 0 0 0,1 0 0 0 0,0 0 0 0 0,-1 0 0 0 0,1 0 0 0 0,0 0 0 0 0,0 0 0 0 0,-1 0 0 0 0,1 1 0 0 0,0-1 0 0 0,0 0 0 0 0,-1 1 0 0 0,1-1-1 0 0,0 1 1 0 0,0-1 0 0 0,0 1 0 0 0,-2 1 0 0 0,-39 18 478 0 0,37-17-393 0 0,-26 14 169 0 0,0 0-1 0 0,1 2 1 0 0,2 1-1 0 0,0 2 1 0 0,1 1-1 0 0,1 1 1 0 0,-39 46-1 0 0,60-64-317 0 0,0 1-1 0 0,1 0 1 0 0,0-1-1 0 0,0 2 0 0 0,0-1 1 0 0,1 0-1 0 0,0 1 1 0 0,1-1-1 0 0,0 1 0 0 0,0 0 1 0 0,0 0-1 0 0,1 0 1 0 0,0 0-1 0 0,1 0 0 0 0,0 0 1 0 0,0 0-1 0 0,1 0 1 0 0,0 0-1 0 0,0 0 0 0 0,1 0 1 0 0,0 0-1 0 0,0-1 1 0 0,1 1-1 0 0,0-1 0 0 0,0 1 1 0 0,1-1-1 0 0,0 0 1 0 0,0 0-1 0 0,0 0 0 0 0,1-1 1 0 0,0 0-1 0 0,1 0 0 0 0,-1 0 1 0 0,1-1-1 0 0,0 1 1 0 0,7 3-1 0 0,-3-2-478 0 0,-1 0-1 0 0,1-1 1 0 0,0 0-1 0 0,13 5 1 0 0,-17-9-337 0 0,0 0 1 0 0,0 0-1 0 0,0-1 0 0 0,0 0 1 0 0,12 1-1 0 0,2-3-1652 0 0</inkml:trace>
</inkml:ink>
</file>

<file path=ppt/ink/ink7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03:20.0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133 21 796 0 0,'0'-1'228'0'0,"0"0"0"0"0,1 1 0 0 0,-1-1 0 0 0,0 0 0 0 0,1 1 0 0 0,-1-1 0 0 0,0 0 0 0 0,0 1 0 0 0,1-1 0 0 0,-1 0 0 0 0,0 1 0 0 0,0-1 0 0 0,0 0 0 0 0,0 0 0 0 0,0 1 0 0 0,0-1 0 0 0,0 0 0 0 0,0 1 0 0 0,0-1 0 0 0,-1 0 0 0 0,1 0 0 0 0,0 1 0 0 0,0-1 0 0 0,-1 0 0 0 0,1 1 0 0 0,0-1 0 0 0,-1 0 0 0 0,-12 18 1796 0 0,-19 43-1374 0 0,30-57-252 0 0,-19 43 761 0 0,-26 87 0 0 0,30-92-522 0 0,16-40-499 0 0,5-3-108 0 0,13-7-19 0 0,0 1 1 0 0,1 1 0 0 0,0 1-1 0 0,0 1 1 0 0,1 0 0 0 0,-1 1-1 0 0,1 1 1 0 0,0 1 0 0 0,29 0-1 0 0,-47 1-11 0 0,0 1-1 0 0,0 0 1 0 0,0 0 0 0 0,0 0-1 0 0,0 0 1 0 0,0 0 0 0 0,0 0-1 0 0,0 0 1 0 0,0 1-1 0 0,0-1 1 0 0,0 0 0 0 0,0 0-1 0 0,0 1 1 0 0,0-1-1 0 0,0 1 1 0 0,-1-1 0 0 0,1 1-1 0 0,0-1 1 0 0,0 1-1 0 0,0-1 1 0 0,-1 1 0 0 0,1 0-1 0 0,0-1 1 0 0,-1 1-1 0 0,1 0 1 0 0,0 0 0 0 0,-1 0-1 0 0,1-1 1 0 0,-1 1 0 0 0,1 0-1 0 0,-1 0 1 0 0,0 0-1 0 0,1 0 1 0 0,-1 0 0 0 0,0 0-1 0 0,0 0 1 0 0,0 0-1 0 0,1 0 1 0 0,-1 0 0 0 0,0 0-1 0 0,0 0 1 0 0,0 0-1 0 0,-1 0 1 0 0,1 0 0 0 0,0 0-1 0 0,0 0 1 0 0,-1 1 0 0 0,0 1-1 0 0,1-1 1 0 0,-1 1-1 0 0,0-1 1 0 0,-1 1 0 0 0,1-1-1 0 0,0 0 1 0 0,-1 1 0 0 0,1-1-1 0 0,-1 0 1 0 0,0 0 0 0 0,0 0-1 0 0,0 0 1 0 0,0 0 0 0 0,0 0-1 0 0,0-1 1 0 0,-4 3 0 0 0,-1 0-104 0 0,-2 0 0 0 0,1-1 0 0 0,0 0 0 0 0,0 0 0 0 0,-1-1 0 0 0,0 0 0 0 0,1 0 0 0 0,-1-1 0 0 0,0 0 0 0 0,0-1 0 0 0,0 0 1 0 0,1 0-1 0 0,-1-1 0 0 0,-16-3 0 0 0,24 3-408 0 0,-8-3 273 0 0,8-6-6241 0 0,3 1 3847 0 0</inkml:trace>
</inkml:ink>
</file>

<file path=ppt/ink/ink7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03:21.2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68 235 380 0 0,'-5'0'855'0'0,"0"1"-524"0"0,1 0-1 0 0,0 0 1 0 0,-1 1-1 0 0,1 0 1 0 0,0 0-1 0 0,0 0 0 0 0,0 0 1 0 0,0 0-1 0 0,-6 6 1 0 0,9-7-257 0 0,0 0 1 0 0,0 0-1 0 0,0-1 0 0 0,0 1 1 0 0,0 0-1 0 0,0 0 1 0 0,0 0-1 0 0,0 1 1 0 0,0-1-1 0 0,1 0 1 0 0,-1 0-1 0 0,0 0 0 0 0,1 0 1 0 0,-1 1-1 0 0,1-1 1 0 0,-1 0-1 0 0,1 1 1 0 0,0-1-1 0 0,0 0 1 0 0,-1 1-1 0 0,1-1 0 0 0,0 0 1 0 0,0 1-1 0 0,0-1 1 0 0,0 0-1 0 0,1 1 1 0 0,-1-1-1 0 0,0 0 1 0 0,1 1-1 0 0,-1-1 1 0 0,0 0-1 0 0,1 1 0 0 0,0-1 1 0 0,-1 0-1 0 0,1 0 1 0 0,0 0-1 0 0,-1 1 1 0 0,1-1-1 0 0,0 0 1 0 0,0 0-1 0 0,0 0 0 0 0,0-1 1 0 0,2 3-1 0 0,0-1-13 0 0,0 1 0 0 0,0-1 0 0 0,0 1 0 0 0,0-1 0 0 0,0 0 0 0 0,1-1 0 0 0,-1 1 0 0 0,1 0-1 0 0,0-1 1 0 0,-1 0 0 0 0,1 0 0 0 0,0 0 0 0 0,0 0 0 0 0,-1-1 0 0 0,1 1 0 0 0,0-1 0 0 0,0 0-1 0 0,0 0 1 0 0,0 0 0 0 0,0-1 0 0 0,-1 0 0 0 0,1 1 0 0 0,0-1 0 0 0,0 0 0 0 0,-1-1 0 0 0,1 1 0 0 0,-1-1-1 0 0,5-2 1 0 0,-2 1-38 0 0,-1-1-1 0 0,0 0 0 0 0,0 0 0 0 0,-1 0 0 0 0,1 0 1 0 0,-1-1-1 0 0,0 0 0 0 0,0 0 0 0 0,0 0 0 0 0,-1 0 1 0 0,0-1-1 0 0,0 1 0 0 0,0-1 0 0 0,0 0 0 0 0,-1 0 1 0 0,0 0-1 0 0,1-7 0 0 0,-3 11-17 0 0,0-1 1 0 0,0 1-1 0 0,0-1 1 0 0,-1 1-1 0 0,1-1 0 0 0,-1 0 1 0 0,0 1-1 0 0,1-1 1 0 0,-1 1-1 0 0,0 0 0 0 0,-1-1 1 0 0,1 1-1 0 0,0 0 1 0 0,-1 0-1 0 0,1 0 1 0 0,-1-1-1 0 0,1 2 0 0 0,-3-3 1 0 0,1 0 20 0 0,-1 0 0 0 0,0 1 1 0 0,1 0-1 0 0,-1 0 0 0 0,0 0 0 0 0,-1 0 1 0 0,1 0-1 0 0,-5-1 0 0 0,7 3 72 0 0,2 2-96 0 0,0-1 0 0 0,0 1 0 0 0,-1-1 0 0 0,1 1-1 0 0,0-1 1 0 0,0 1 0 0 0,0 0 0 0 0,0-1 0 0 0,0 1-1 0 0,0-1 1 0 0,0 1 0 0 0,0 0 0 0 0,0-1 0 0 0,0 1-1 0 0,1-1 1 0 0,-1 1 0 0 0,0 0 0 0 0,0-1 0 0 0,0 1-1 0 0,1-1 1 0 0,-1 1 0 0 0,0-1 0 0 0,1 1 0 0 0,-1-1-1 0 0,0 1 1 0 0,1-1 0 0 0,-1 0 0 0 0,1 1 0 0 0,-1-1-1 0 0,1 1 1 0 0,-1-1 0 0 0,2 1 0 0 0,27 12 24 0 0,33 1-2 0 0,-62-14-24 0 0,17 2 7 0 0,0 0-1 0 0,-1-1 1 0 0,1 0-1 0 0,0-2 1 0 0,0 0-1 0 0,24-5 1 0 0,-40 6-7 0 0,-1 0-1 0 0,0 0 1 0 0,1 0 0 0 0,-1-1 0 0 0,0 1 0 0 0,1 0 0 0 0,-1 0 0 0 0,1 0-1 0 0,-1 0 1 0 0,0 0 0 0 0,1 0 0 0 0,-1 0 0 0 0,1 0 0 0 0,-1 0 0 0 0,0 0-1 0 0,1 0 1 0 0,-1 0 0 0 0,1 0 0 0 0,-1 0 0 0 0,0 0 0 0 0,1 0 0 0 0,-1 0-1 0 0,0 0 1 0 0,1 0 0 0 0,-1 1 0 0 0,1-1 0 0 0,-1 0 0 0 0,0 0 0 0 0,1 0 0 0 0,-1 1-1 0 0,0-1 1 0 0,0 0 0 0 0,1 0 0 0 0,-1 1 0 0 0,0-1 0 0 0,0 0 0 0 0,1 1-1 0 0,-1-1 1 0 0,0 0 0 0 0,0 1 0 0 0,0-1 0 0 0,1 1 0 0 0,-1-1 0 0 0,0 0-1 0 0,0 1 1 0 0,0-1 0 0 0,0 0 0 0 0,0 1 0 0 0,0-1 0 0 0,0 1 0 0 0,0-1-1 0 0,-10 24-7 0 0,3-7 6 0 0,6-14 3 0 0,0 0 0 0 0,0 0 0 0 0,1-1 0 0 0,0 1 1 0 0,-1 0-1 0 0,1 0 0 0 0,0 0 0 0 0,0 0 0 0 0,1 0 0 0 0,-1 0 1 0 0,1 0-1 0 0,-1 0 0 0 0,1 0 0 0 0,0 0 0 0 0,0-1 1 0 0,0 1-1 0 0,1 0 0 0 0,-1-1 0 0 0,1 1 0 0 0,-1-1 1 0 0,1 1-1 0 0,0-1 0 0 0,0 0 0 0 0,0 1 0 0 0,0-1 0 0 0,0 0 1 0 0,1 0-1 0 0,-1-1 0 0 0,0 1 0 0 0,1 0 0 0 0,0-1 1 0 0,-1 0-1 0 0,1 1 0 0 0,0-1 0 0 0,-1 0 0 0 0,1-1 0 0 0,0 1 1 0 0,0 0-1 0 0,0-1 0 0 0,0 1 0 0 0,0-1 0 0 0,0 0 1 0 0,0 0-1 0 0,5-1 0 0 0,-6 1-1 0 0,0-1-1 0 0,0 1 1 0 0,0-1-1 0 0,0 1 1 0 0,0-1-1 0 0,0 0 1 0 0,0 0 0 0 0,0 0-1 0 0,0 0 1 0 0,0 0-1 0 0,-1 0 1 0 0,1 0-1 0 0,-1 0 1 0 0,1-1 0 0 0,-1 1-1 0 0,1-1 1 0 0,-1 1-1 0 0,0-1 1 0 0,1 0-1 0 0,-1 1 1 0 0,0-1-1 0 0,0 0 1 0 0,0 0 0 0 0,-1 0-1 0 0,1 0 1 0 0,0 0-1 0 0,-1 0 1 0 0,1 0-1 0 0,-1 0 1 0 0,1-2 0 0 0,-1-1-1 0 0,0 1 0 0 0,0-1 0 0 0,-1 0 0 0 0,1 1 0 0 0,-1-1 0 0 0,0 0 0 0 0,0 1 0 0 0,-1-1 0 0 0,1 1 0 0 0,-1-1 0 0 0,-3-5 0 0 0,2 5 2 0 0,0 0 0 0 0,-1 0 0 0 0,1 0 0 0 0,-1 1 0 0 0,0-1 1 0 0,-1 1-1 0 0,-7-6 0 0 0,11 9-5 0 0,1 1 4 0 0,0 0 0 0 0,-1 0 0 0 0,1-1 1 0 0,-1 1-1 0 0,1 0 0 0 0,-1 0 0 0 0,1 0 0 0 0,-1 0 0 0 0,1 0 1 0 0,-1 0-1 0 0,1 0 0 0 0,-1 0 0 0 0,1 0 0 0 0,-1 0 0 0 0,1 0 1 0 0,-1 1-1 0 0,1-1 0 0 0,-1 0 0 0 0,1 0 0 0 0,-1 0 0 0 0,1 1 0 0 0,0-1 1 0 0,-1 0-1 0 0,1 0 0 0 0,-1 1 0 0 0,1-1 0 0 0,0 0 0 0 0,-1 1 1 0 0,1-1-1 0 0,0 1 0 0 0,-1-1 0 0 0,1 0 0 0 0,0 1 0 0 0,0-1 1 0 0,-1 1-1 0 0,1-1 0 0 0,0 1 0 0 0,2 2 0 0 0,0-1 0 0 0,0 1 0 0 0,0-1 0 0 0,1 0 0 0 0,-1 0 1 0 0,1 0-1 0 0,0 0 0 0 0,-1 0 0 0 0,1 0 0 0 0,0-1 0 0 0,0 1 0 0 0,0-1 0 0 0,0 0 0 0 0,0 0 1 0 0,1 0-1 0 0,-1 0 0 0 0,0-1 0 0 0,5 1 0 0 0,-3-1 0 0 0,1-1 0 0 0,0 1 0 0 0,-1-1 0 0 0,1 0 0 0 0,-1 0 0 0 0,1-1 0 0 0,-1 0 0 0 0,1 0 0 0 0,9-5 0 0 0,-1-1 0 0 0,-1-1 0 0 0,0-1 0 0 0,0 0 0 0 0,0 0 0 0 0,-2-1 0 0 0,21-24 0 0 0,-15 13 47 0 0,-8 12 27 0 0,0 0 0 0 0,-1-2-1 0 0,0 1 1 0 0,-1-1 0 0 0,9-18-1 0 0,-16 28 726 0 0,-5 11-353 0 0,-13 24-127 0 0,3-6-36 0 0,1 4-101 0 0,1 0 1 0 0,1 1 0 0 0,2 0 0 0 0,-7 41 0 0 0,9-41-77 0 0,7-31-101 0 0,1 0-1 0 0,-1 0 1 0 0,1 0-1 0 0,-1 0 1 0 0,1 0 0 0 0,0 1-1 0 0,-1-1 1 0 0,1 0-1 0 0,0 0 1 0 0,0 0-1 0 0,0 0 1 0 0,0 1-1 0 0,0-1 1 0 0,0 0-1 0 0,0 0 1 0 0,0 0 0 0 0,1 0-1 0 0,-1 0 1 0 0,0 1-1 0 0,1-1 1 0 0,-1 0-1 0 0,1 0 1 0 0,-1 0-1 0 0,1 0 1 0 0,-1 0-1 0 0,1 0 1 0 0,0 0 0 0 0,-1 0-1 0 0,1 0 1 0 0,0-1-1 0 0,0 1 1 0 0,0 0-1 0 0,0 0 1 0 0,0-1-1 0 0,0 1 1 0 0,0 0-1 0 0,0-1 1 0 0,0 1 0 0 0,0-1-1 0 0,0 0 1 0 0,0 1-1 0 0,0-1 1 0 0,0 0-1 0 0,0 1 1 0 0,1-1-1 0 0,-1 0 1 0 0,0 0-1 0 0,0 0 1 0 0,0 0 0 0 0,0 0-1 0 0,1 0 1 0 0,-1-1-1 0 0,0 1 1 0 0,0 0-1 0 0,0 0 1 0 0,0-1-1 0 0,0 1 1 0 0,2-1-1 0 0,11-4-1 0 0,1 1 0 0 0,-1-2 0 0 0,21-10 0 0 0,-27 12 5 0 0,11-5-1 0 0,2 0 22 0 0,0 0 0 0 0,-1-2 1 0 0,0-1-1 0 0,-1 0 0 0 0,35-30 0 0 0,-55 43 12 0 0,1 1-1 0 0,-1-1 0 0 0,0 1 1 0 0,1-1-1 0 0,-1 1 0 0 0,0-1 1 0 0,1 1-1 0 0,0 0 0 0 0,-1-1 1 0 0,1 1-1 0 0,0-1 0 0 0,0 1 1 0 0,0 0-1 0 0,0-1 0 0 0,0 1 1 0 0,0 0-1 0 0,1-1 0 0 0,0 4 1 0 0,17 44 466 0 0,-9-31-949 0 0,1 0 0 0 0,1-1 0 0 0,17 20 0 0 0,-27-35 259 0 0,15 14-2042 0 0,-4-7-3274 0 0,-5-6 2113 0 0</inkml:trace>
</inkml:ink>
</file>

<file path=ppt/ink/ink7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03:21.7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755 0 1004 0 0,'7'9'981'0'0,"3"3"201"0"0,0 1-246 0 0,3 9 172 0 0,-8-12-774 0 0,-1-1 0 0 0,0 1-1 0 0,0 0 1 0 0,-1 0 0 0 0,0 1 0 0 0,-1-1-1 0 0,0 0 1 0 0,-1 1 0 0 0,0-1 0 0 0,-1 1-1 0 0,-1 11 1 0 0,-1-6 31 0 0,0 0-1 0 0,-1 0 1 0 0,-1 0 0 0 0,-1-1-1 0 0,0 1 1 0 0,-12 23 0 0 0,0-8 12 0 0,-1-1 1 0 0,-1-1 0 0 0,-2 0 0 0 0,-1-1 0 0 0,-1-2 0 0 0,-28 25-1 0 0,12-16-466 0 0,-1-3-1 0 0,-2-1 0 0 0,-1-2 0 0 0,-1-2 0 0 0,-65 30 0 0 0,51-32-3879 0 0,-121 35-1 0 0,119-45 631 0 0</inkml:trace>
</inkml:ink>
</file>

<file path=ppt/ink/ink7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03:10.8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507 142 496 0 0,'9'-39'2405'0'0,"-5"26"-1407"0"0,-1 0 0 0 0,0 0 1 0 0,0-22-1 0 0,-3 34-947 0 0,0 0 1 0 0,0-1-1 0 0,0 1 1 0 0,-1 0-1 0 0,1-1 1 0 0,-1 1-1 0 0,1 0 1 0 0,-1 0-1 0 0,1-1 0 0 0,-1 1 1 0 0,0 0-1 0 0,0 0 1 0 0,1 0-1 0 0,-1 0 1 0 0,0 0-1 0 0,0 0 1 0 0,0 0-1 0 0,0 0 1 0 0,0 1-1 0 0,0-1 0 0 0,-1 0 1 0 0,1 0-1 0 0,0 1 1 0 0,0-1-1 0 0,0 1 1 0 0,-1-1-1 0 0,1 1 1 0 0,0 0-1 0 0,-1-1 1 0 0,1 1-1 0 0,0 0 0 0 0,0 0 1 0 0,-1 0-1 0 0,1 0 1 0 0,-1 0-1 0 0,1 0 1 0 0,0 0-1 0 0,0 0 1 0 0,-3 1-1 0 0,-57 12 379 0 0,58-12-356 0 0,-33 11 189 0 0,1 1 0 0 0,0 1 1 0 0,1 2-1 0 0,-54 35 0 0 0,69-38-160 0 0,0 0 0 0 0,2 2 0 0 0,0-1 0 0 0,0 2 0 0 0,1 1 0 0 0,1 0-1 0 0,1 0 1 0 0,1 2 0 0 0,-13 20 0 0 0,22-30-77 0 0,1-1 0 0 0,-1 1-1 0 0,1-1 1 0 0,1 1 0 0 0,0 0 0 0 0,0 0 0 0 0,0 0 0 0 0,1 1-1 0 0,1-1 1 0 0,0 0 0 0 0,0 0 0 0 0,0 0 0 0 0,2 1-1 0 0,-1-1 1 0 0,1 0 0 0 0,0 0 0 0 0,1 0 0 0 0,0-1-1 0 0,0 1 1 0 0,1-1 0 0 0,0 1 0 0 0,0-1 0 0 0,1 0-1 0 0,0-1 1 0 0,1 1 0 0 0,-1-1 0 0 0,12 11 0 0 0,-8-9-235 0 0,1 0 0 0 0,0 0 0 0 0,1-1 0 0 0,0 0 0 0 0,0-1 0 0 0,1 0 0 0 0,-1 0 0 0 0,18 5 0 0 0,-18-8-381 0 0,-1 0 1 0 0,1-2 0 0 0,-1 1-1 0 0,1-1 1 0 0,0-1 0 0 0,0 0-1 0 0,0 0 1 0 0,-1-1-1 0 0,1-1 1 0 0,17-2 0 0 0,-4-3-1751 0 0</inkml:trace>
</inkml:ink>
</file>

<file path=ppt/ink/ink7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03:11.2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54 9 540 0 0,'0'0'130'0'0,"0"-1"-1"0"0,0 1 1 0 0,0 0-1 0 0,0 0 1 0 0,0-1-1 0 0,0 1 1 0 0,0 0-1 0 0,0-1 1 0 0,0 1-1 0 0,0 0 1 0 0,0 0 0 0 0,0-1-1 0 0,0 1 1 0 0,0 0-1 0 0,0-1 1 0 0,0 1-1 0 0,0 0 1 0 0,1 0-1 0 0,-1-1 1 0 0,0 1-1 0 0,0 0 1 0 0,0 0 0 0 0,0-1-1 0 0,1 1 1 0 0,-1 0-1 0 0,0 0 1 0 0,0 0-1 0 0,1-1 1 0 0,-1 1-1 0 0,0 0 1 0 0,0 0-1 0 0,1 0 1 0 0,-1 0 0 0 0,0 0-1 0 0,0 0 1 0 0,1-1-1 0 0,-1 1 1 0 0,0 0-1 0 0,1 0 1 0 0,-1 0-1 0 0,0 0 1 0 0,0 0-1 0 0,1 0 1 0 0,-1 0 0 0 0,3 16 1585 0 0,-3 27-823 0 0,-6 12 185 0 0,1 3-428 0 0,-3 1 0 0 0,-2-1 0 0 0,-20 61 0 0 0,28-100-781 0 0,0-5-1645 0 0</inkml:trace>
</inkml:ink>
</file>

<file path=ppt/ink/ink7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03:11.5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37 1 132 0 0,'-3'11'6468'0'0,"-11"37"-4951"0"0,7 2-513 0 0,1 1-1 0 0,3 0 1 0 0,4 59-1 0 0,0-32-860 0 0,-4-73-172 0 0,1-2-1596 0 0</inkml:trace>
</inkml:ink>
</file>

<file path=ppt/ink/ink7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03:11.9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6 68 0 0,'13'-2'424'0'0,"0"2"-36"0"0,1-2-12 0 0,5 2-32 0 0,-4-1-76 0 0,3 1-184 0 0,1 1-172 0 0,2 1-224 0 0,-4-4-336 0 0,1 4 148 0 0</inkml:trace>
</inkml:ink>
</file>

<file path=ppt/ink/ink7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03:12.6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0 156 416 0 0,'17'-5'743'0'0,"-1"0"0"0"0,1-1 0 0 0,-1 0-1 0 0,21-13 1 0 0,-33 17-574 0 0,0 0-1 0 0,0-1 1 0 0,0 1-1 0 0,-1-1 1 0 0,1 0-1 0 0,-1 0 1 0 0,1 0-1 0 0,-1 0 0 0 0,0-1 1 0 0,0 1-1 0 0,0-1 1 0 0,-1 0-1 0 0,0 1 1 0 0,1-1-1 0 0,-1-1 1 0 0,0 1-1 0 0,-1 0 1 0 0,1 0-1 0 0,-1-1 1 0 0,0 1-1 0 0,1-9 1 0 0,-2 12-145 0 0,0 0 0 0 0,0 0 0 0 0,0-1 0 0 0,0 1 0 0 0,0 0 0 0 0,0 0 0 0 0,0 0 0 0 0,-1 0 0 0 0,1 0 0 0 0,0 0 0 0 0,-1-1 0 0 0,1 1 0 0 0,-1 0 0 0 0,1 0 0 0 0,-1 0 0 0 0,0 1 0 0 0,1-1 0 0 0,-1 0 0 0 0,0 0 0 0 0,0 0 0 0 0,1 0 0 0 0,-1 1 0 0 0,0-1 0 0 0,0 0 0 0 0,0 1 0 0 0,0-1 0 0 0,0 0 0 0 0,0 1 0 0 0,0-1 0 0 0,0 1 0 0 0,0 0 0 0 0,0-1 0 0 0,0 1 0 0 0,-1 0 0 0 0,1 0 0 0 0,0 0 0 0 0,0 0 0 0 0,0 0 0 0 0,0 0 0 0 0,0 0 0 0 0,-1 0 0 0 0,1 0 0 0 0,0 0 0 0 0,0 1 0 0 0,0-1 0 0 0,0 0 0 0 0,0 1 0 0 0,0-1 0 0 0,0 1 0 0 0,-1 0 0 0 0,-3 0 10 0 0,1 1 0 0 0,0 0 0 0 0,-1 0 0 0 0,1 0-1 0 0,0 1 1 0 0,0-1 0 0 0,0 1 0 0 0,1 0 0 0 0,-1 0 0 0 0,1 0 0 0 0,-5 6 0 0 0,6-6-24 0 0,0 0-1 0 0,1 0 1 0 0,-1 0-1 0 0,1 0 1 0 0,-1 0-1 0 0,1 0 1 0 0,0 0-1 0 0,1 0 1 0 0,-1 1-1 0 0,0-1 1 0 0,1 0-1 0 0,0 1 1 0 0,0-1-1 0 0,0 0 1 0 0,0 1-1 0 0,0-1 1 0 0,1 0-1 0 0,-1 0 1 0 0,1 1-1 0 0,1 2 1 0 0,0-2-4 0 0,0 1 1 0 0,1-1 0 0 0,-1 0 0 0 0,1 0 0 0 0,0-1 0 0 0,0 1-1 0 0,0-1 1 0 0,1 1 0 0 0,-1-1 0 0 0,1 0 0 0 0,0 0 0 0 0,7 4-1 0 0,-4-3-4 0 0,1 0 1 0 0,0 0-1 0 0,0 0 0 0 0,0-1 0 0 0,0-1 0 0 0,1 1 0 0 0,-1-1 0 0 0,0-1 0 0 0,1 0 0 0 0,0 0 0 0 0,-1 0 0 0 0,1-1 0 0 0,0-1 0 0 0,-1 1 0 0 0,12-3 1 0 0,-6-2 5 0 0,0-1 0 0 0,-1 1 0 0 0,1-2 1 0 0,-1 0-1 0 0,13-10 0 0 0,-20 13-3 0 0,0-1 1 0 0,1 0-1 0 0,-2 0 0 0 0,1 0 0 0 0,-1-1 0 0 0,1 0 1 0 0,-2 0-1 0 0,1 0 0 0 0,-1 0 0 0 0,0-1 0 0 0,4-9 1 0 0,5-6 305 0 0,-12 40-65 0 0,-8 43 104 0 0,6-56-317 0 0,0 1 1 0 0,1-1-1 0 0,0 1 1 0 0,0-1-1 0 0,0 1 1 0 0,0-1-1 0 0,3 11 0 0 0,-3-15 17 0 0,10-5-40 0 0,0-1-1 0 0,-1 0 1 0 0,0 0 0 0 0,0-1 0 0 0,13-11 0 0 0,-14 12-5 0 0,0 0 1 0 0,0 0-1 0 0,0 1 0 0 0,0 1 0 0 0,0-1 1 0 0,1 1-1 0 0,10-2 0 0 0,25-10 18 0 0,-34 15-21 0 0,0 1 0 0 0,-1 0 1 0 0,1 0-1 0 0,-1 1 0 0 0,13 4 1 0 0,-20-6-5 0 0,23 7 2 0 0,2 0-25 0 0,-1 0 0 0 0,44 3 0 0 0,-63-9 15 0 0,0-1 0 0 0,1 0 0 0 0,-1 0 0 0 0,0 0 1 0 0,0-1-1 0 0,1-1 0 0 0,-1 1 0 0 0,0-1 0 0 0,0 0 0 0 0,-1-1 0 0 0,1 1 0 0 0,0-1 0 0 0,-1-1 0 0 0,11-7 0 0 0,-15 10 8 0 0,1-1 0 0 0,-2-1 0 0 0,1 1 0 0 0,0 0 0 0 0,0 0 0 0 0,-1-1 0 0 0,1 1 0 0 0,-1-1 0 0 0,0 0-1 0 0,1 1 1 0 0,-1-1 0 0 0,-1 0 0 0 0,1 1 0 0 0,0-1 0 0 0,-1 0 0 0 0,1 0 0 0 0,-1 0 0 0 0,0 0 0 0 0,0 0 0 0 0,0 1 0 0 0,0-1-1 0 0,-1-5 1 0 0,0 8 3 0 0,1-1 0 0 0,0 0 0 0 0,-1 1 0 0 0,1-1 0 0 0,0 0 0 0 0,-1 1 0 0 0,1-1-1 0 0,-1 1 1 0 0,1-1 0 0 0,-1 1 0 0 0,1-1 0 0 0,-1 1 0 0 0,0 0 0 0 0,1-1 0 0 0,-1 1 0 0 0,1 0-1 0 0,-1-1 1 0 0,0 1 0 0 0,1 0 0 0 0,-1-1 0 0 0,0 1 0 0 0,0 0 0 0 0,1 0 0 0 0,-1 0 0 0 0,0 0-1 0 0,0 0 1 0 0,-20-2 30 0 0,20 2-28 0 0,-29 5 60 0 0,14 4-7 0 0,2 9 61 0 0,14-16-113 0 0,0-1-1 0 0,0 0 1 0 0,1 0 0 0 0,-1 0 0 0 0,0 0 0 0 0,0 1 0 0 0,1-1 0 0 0,-1 0-1 0 0,1 0 1 0 0,-1 0 0 0 0,1 0 0 0 0,0 0 0 0 0,-1 0 0 0 0,1 0 0 0 0,0 0 0 0 0,-1 0-1 0 0,1 0 1 0 0,0-1 0 0 0,0 1 0 0 0,0 0 0 0 0,0 0 0 0 0,0-1 0 0 0,0 1-1 0 0,0 0 1 0 0,0-1 0 0 0,0 1 0 0 0,0-1 0 0 0,0 0 0 0 0,2 1 0 0 0,39 12 59 0 0,-36-12-44 0 0,43 7-2831 0 0</inkml:trace>
</inkml:ink>
</file>

<file path=ppt/ink/ink7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03:13.0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283 6 100 0 0,'1'-1'204'0'0,"1"0"1"0"0,0 0-1 0 0,-1 1 0 0 0,1-1 1 0 0,-1 1-1 0 0,1 0 0 0 0,0-1 0 0 0,-1 1 1 0 0,1 0-1 0 0,0 0 0 0 0,-1 0 1 0 0,1 0-1 0 0,0 0 0 0 0,-1 0 1 0 0,1 1-1 0 0,0-1 0 0 0,-1 0 0 0 0,1 1 1 0 0,0 0-1 0 0,-1-1 0 0 0,1 1 1 0 0,-1 0-1 0 0,3 1 0 0 0,-1 1 30 0 0,0-1-1 0 0,-1 1 0 0 0,1 0 1 0 0,-1 0-1 0 0,0 0 0 0 0,0 0 1 0 0,0 0-1 0 0,0 0 1 0 0,0 1-1 0 0,1 4 0 0 0,1 4 169 0 0,0 1 0 0 0,-1-1 0 0 0,-1 0-1 0 0,0 1 1 0 0,0 19 0 0 0,-3-12-162 0 0,-1 0 0 0 0,-1-1 1 0 0,-1 1-1 0 0,0-1 0 0 0,-2 0 0 0 0,0 0 0 0 0,-1-1 1 0 0,-1 0-1 0 0,-1 0 0 0 0,0-1 0 0 0,-19 25 0 0 0,10-16-615 0 0,-1-2 0 0 0,-2 0-1 0 0,0-1 1 0 0,-2-1-1 0 0,0-1 1 0 0,-41 28 0 0 0,1-13-4683 0 0,36-21 2148 0 0</inkml:trace>
</inkml:ink>
</file>

<file path=ppt/ink/ink7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03:48.1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 28 16 0 0,'-14'-19'4806'0'0,"14"18"-4752"0"0,0 1 0 0 0,0 0 0 0 0,0-1 0 0 0,0 1 0 0 0,0 0-1 0 0,0-1 1 0 0,0 1 0 0 0,0 0 0 0 0,0-1 0 0 0,0 1 0 0 0,0 0 0 0 0,1 0-1 0 0,-1-1 1 0 0,0 1 0 0 0,0 0 0 0 0,0-1 0 0 0,1 1 0 0 0,-1 0-1 0 0,0 0 1 0 0,0-1 0 0 0,0 1 0 0 0,1 0 0 0 0,-1 0 0 0 0,0 0 0 0 0,1 0-1 0 0,-1-1 1 0 0,0 1 0 0 0,0 0 0 0 0,1 0 0 0 0,-1 0 0 0 0,0 0-1 0 0,1 0 1 0 0,-1 0 0 0 0,0 0 0 0 0,1 0 0 0 0,0 0 0 0 0,49 2-48 0 0,-22 1 245 0 0,544 34 170 0 0,-457-27-362 0 0,-35-2-31 0 0,61 4 61 0 0,-121-10 134 0 0,-41-2-231 0 0,1 0-293 0 0,1 0 0 0 0,0 0 0 0 0,-30 6 0 0 0,22-2-106 0 0,-192 7-3621 0 0,175-7 2763 0 0</inkml:trace>
</inkml:ink>
</file>

<file path=ppt/ink/ink7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03:48.5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69 13 32 0 0,'-35'-5'212'0'0,"2"0"1803"0"0,71 3-844 0 0,7 1-791 0 0,367 19 952 0 0,-350-6-4095 0 0,-46-9 1420 0 0</inkml:trace>
</inkml:ink>
</file>

<file path=ppt/ink/ink7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03:49.1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23 152 0 0,'1'-1'285'0'0,"-1"-1"0"0"0,0 1 0 0 0,0 0 0 0 0,1 0 0 0 0,-1 0 0 0 0,0 0 0 0 0,1 0 0 0 0,-1 0 0 0 0,1 0 0 0 0,-1 0 0 0 0,1 0 0 0 0,0 0 0 0 0,0 0 0 0 0,-1 0 0 0 0,2-1 0 0 0,71-2 896 0 0,76 7 1 0 0,-30 0-740 0 0,-65-2-229 0 0,-3-1 129 0 0,80-8-1 0 0,-129 8-288 0 0,-9 0-42 0 0,-307 4-321 0 0,312-4 305 0 0,8 0-10 0 0,90 1-351 0 0,-29 1-3913 0 0,-47 0 2309 0 0</inkml:trace>
</inkml:ink>
</file>

<file path=ppt/ink/ink7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03:17.4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245 191 164 0 0,'18'-44'2661'0'0,"-8"21"-661"0"0,12-44 0 0 0,-20 60-1670 0 0,-1 2 248 0 0,1-1 1 0 0,-1 1 0 0 0,0-1-1 0 0,0 1 1 0 0,-1-1 0 0 0,0-10 0 0 0,-21 24 88 0 0,0 6-436 0 0,2 0 1 0 0,0 1-1 0 0,1 1 0 0 0,0 1 0 0 0,1 0 1 0 0,-21 29-1 0 0,20-23-38 0 0,0 0 1 0 0,1 2 0 0 0,1 0-1 0 0,-18 40 1 0 0,28-53-157 0 0,2 0 1 0 0,0-1 0 0 0,0 2 0 0 0,1-1 0 0 0,0 0-1 0 0,2 0 1 0 0,-1 1 0 0 0,1-1 0 0 0,1 1 0 0 0,0 0-1 0 0,1-1 1 0 0,0 1 0 0 0,4 13 0 0 0,-3-20-176 0 0,0 0 1 0 0,0-1-1 0 0,1 0 0 0 0,0 1 1 0 0,0-1-1 0 0,0 0 1 0 0,1 0-1 0 0,0-1 1 0 0,-1 1-1 0 0,2-1 1 0 0,-1 0-1 0 0,1 0 0 0 0,-1 0 1 0 0,1 0-1 0 0,0-1 1 0 0,0 0-1 0 0,9 4 1 0 0,-8-4-552 0 0,-1-1 1 0 0,1 0 0 0 0,0 0-1 0 0,-1 0 1 0 0,1-1 0 0 0,0 0-1 0 0,0 0 1 0 0,0-1 0 0 0,0 1-1 0 0,11-2 1 0 0,4-3-2093 0 0</inkml:trace>
</inkml:ink>
</file>

<file path=ppt/ink/ink7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03:17.8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165 10 312 0 0,'-24'-9'3309'0'0,"15"9"-2723"0"0,-1 0 0 0 0,1 0 0 0 0,0 0-1 0 0,0 1 1 0 0,-1 1 0 0 0,-10 3 0 0 0,16-4-419 0 0,0 0 0 0 0,0 0 0 0 0,0 1 0 0 0,0-1 0 0 0,1 1 0 0 0,-1 0 0 0 0,0 0 0 0 0,1 1 0 0 0,0-1-1 0 0,-1 1 1 0 0,1 0 0 0 0,0-1 0 0 0,1 1 0 0 0,-1 1 0 0 0,0-1 0 0 0,1 0 0 0 0,-3 5 0 0 0,5-8-144 0 0,-1 1-1 0 0,1-1 1 0 0,0 1 0 0 0,0-1 0 0 0,-1 1-1 0 0,1 0 1 0 0,0-1 0 0 0,0 1 0 0 0,0-1-1 0 0,0 1 1 0 0,0-1 0 0 0,0 1 0 0 0,0 0-1 0 0,0-1 1 0 0,0 1 0 0 0,0-1 0 0 0,0 1-1 0 0,0 0 1 0 0,0-1 0 0 0,0 1 0 0 0,1-1-1 0 0,-1 1 1 0 0,0-1 0 0 0,0 1-1 0 0,1-1 1 0 0,-1 1 0 0 0,0-1 0 0 0,1 1-1 0 0,-1-1 1 0 0,0 1 0 0 0,1-1 0 0 0,-1 1-1 0 0,1-1 1 0 0,-1 0 0 0 0,1 1 0 0 0,0-1-1 0 0,27 7 338 0 0,29-12-11 0 0,-53 5-333 0 0,0-1-1 0 0,1 1 1 0 0,-1-1-1 0 0,0 2 0 0 0,0-1 1 0 0,0 0-1 0 0,0 1 1 0 0,0-1-1 0 0,0 1 1 0 0,0 0-1 0 0,0 1 1 0 0,0-1-1 0 0,0 1 1 0 0,0 0-1 0 0,-1-1 1 0 0,1 2-1 0 0,-1-1 0 0 0,6 4 1 0 0,18 9-2141 0 0,0-8-3713 0 0</inkml:trace>
</inkml:ink>
</file>

<file path=ppt/ink/ink7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03:18.1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188 1 924 0 0,'4'0'224'0'0,"0"0"0"0"0,0 0 0 0 0,0 0 0 0 0,0 1 0 0 0,0 0 0 0 0,0 0 0 0 0,0 0 0 0 0,0 0 0 0 0,-1 1 0 0 0,1-1 1 0 0,0 1-1 0 0,-1 0 0 0 0,1 0 0 0 0,-1 1 0 0 0,0-1 0 0 0,0 0 0 0 0,0 1 0 0 0,0 0 0 0 0,0 0 0 0 0,-1 0 0 0 0,1 0 0 0 0,-1 0 0 0 0,0 1 0 0 0,0-1 0 0 0,0 0 0 0 0,0 1 0 0 0,0 0 0 0 0,-1 0 0 0 0,2 4 0 0 0,-1 1-17 0 0,0-1 0 0 0,-1 0-1 0 0,0 0 1 0 0,0 1 0 0 0,-1-1-1 0 0,0 1 1 0 0,0-1 0 0 0,-1 1 0 0 0,0-1-1 0 0,-1 0 1 0 0,0 0 0 0 0,-5 14-1 0 0,0-5-88 0 0,-1-1-1 0 0,-1-1 0 0 0,0 1 1 0 0,-1-2-1 0 0,-1 1 0 0 0,0-1 1 0 0,-19 17-1 0 0,3-6-1503 0 0,-1-1 1 0 0,-51 32-1 0 0,55-42-1306 0 0,2-3 206 0 0</inkml:trace>
</inkml:ink>
</file>

<file path=ppt/ink/ink7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03:50.2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44 340 0 0,'-1'-1'297'0'0,"1"0"-1"0"0,-1-1 1 0 0,1 1 0 0 0,-1 0-1 0 0,1-1 1 0 0,0 1-1 0 0,-1-1 1 0 0,1 1 0 0 0,0-1-1 0 0,0 1 1 0 0,0 0 0 0 0,0-1-1 0 0,0 1 1 0 0,0-1-1 0 0,1 1 1 0 0,-1 0 0 0 0,0-1-1 0 0,1 1 1 0 0,-1-1 0 0 0,1 1-1 0 0,0-2 1 0 0,0 2-170 0 0,1 0 0 0 0,-1 0-1 0 0,0 0 1 0 0,0 0 0 0 0,1 0 0 0 0,-1 0 0 0 0,0 1 0 0 0,1-1 0 0 0,-1 0 0 0 0,1 1-1 0 0,-1-1 1 0 0,1 1 0 0 0,-1-1 0 0 0,1 1 0 0 0,-1 0 0 0 0,3 0 0 0 0,8-1-192 0 0,0 1 0 0 0,0 1-1 0 0,0 1 1 0 0,15 2 0 0 0,-12-1 629 0 0,396 44 639 0 0,-372-40-1266 0 0,-24 2-1423 0 0,-10 7-3315 0 0,-6-9 2487 0 0</inkml:trace>
</inkml:ink>
</file>

<file path=ppt/ink/ink7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03:50.7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61 352 0 0,'3'-3'275'0'0,"0"-1"1"0"0,-1 0-1 0 0,2 1 0 0 0,-1 0 0 0 0,0-1 1 0 0,1 1-1 0 0,-1 0 0 0 0,1 1 0 0 0,0-1 1 0 0,0 1-1 0 0,0 0 0 0 0,0 0 0 0 0,0 0 1 0 0,0 0-1 0 0,1 1 0 0 0,-1-1 1 0 0,6 0-1 0 0,8-2 329 0 0,0 1 1 0 0,34-3-1 0 0,-13 5-204 0 0,1 2 0 0 0,-1 2 0 0 0,0 1 0 0 0,0 3 0 0 0,0 0 0 0 0,66 24 0 0 0,33 24-6403 0 0,-127-51 3798 0 0</inkml:trace>
</inkml:ink>
</file>

<file path=ppt/ink/ink7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04:14.2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147 282 328 0 0,'-11'16'1521'0'0,"-7"8"99"0"0,-17 28 524 0 0,16-5-914 0 0,1 1 0 0 0,-14 65 0 0 0,20-81-575 0 0,10-35-316 0 0,5-19-284 0 0,8-22 18 0 0,1 0 0 0 0,23-50 0 0 0,15-55 38 0 0,-48 140-77 0 0,-3 10-11 0 0,-5 24 0 0 0,4-15-23 0 0,0-1 0 0 0,0 1 0 0 0,1 0 1 0 0,1 0-1 0 0,0 10 0 0 0,1-14 3 0 0,0 0-1 0 0,1 0 1 0 0,-1 0 0 0 0,2 0-1 0 0,-1 0 1 0 0,1 0 0 0 0,-1-1-1 0 0,2 1 1 0 0,-1-1-1 0 0,7 9 1 0 0,-7-12-3 0 0,-1 0 0 0 0,0-1 1 0 0,1 1-1 0 0,-1 0 0 0 0,1-1 0 0 0,-1 1 0 0 0,1-1 0 0 0,-1 0 1 0 0,1 0-1 0 0,0 0 0 0 0,0 0 0 0 0,0 0 0 0 0,0-1 0 0 0,0 1 1 0 0,0-1-1 0 0,0 0 0 0 0,-1 0 0 0 0,1 0 0 0 0,0 0 0 0 0,0-1 1 0 0,0 1-1 0 0,0-1 0 0 0,0 1 0 0 0,4-3 0 0 0,6-2 1 0 0,-1 0-1 0 0,0-1 1 0 0,0-1-1 0 0,0 0 0 0 0,-1 0 1 0 0,0-1-1 0 0,0 0 1 0 0,-1-1-1 0 0,0-1 0 0 0,0 0 1 0 0,-1 0-1 0 0,-1 0 1 0 0,12-19-1 0 0,7-15 1 0 0,-2-2 0 0 0,22-54 0 0 0,-44 93-1 0 0,9-18 6 0 0,-7 17 1 0 0,-1 0 1 0 0,0 0-1 0 0,0 0 0 0 0,-1-1 1 0 0,0 0-1 0 0,3-17 0 0 0,-6 25 141 0 0,-3 5-27 0 0,-20 26 93 0 0,2 1 0 0 0,1 1 0 0 0,2 1 0 0 0,1 1 0 0 0,2 0 0 0 0,-17 53 0 0 0,26-68-216 0 0,1 1 0 0 0,0 0 0 0 0,1 0 0 0 0,2 0 0 0 0,0 0 1 0 0,1 0-1 0 0,0 1 0 0 0,2-1 0 0 0,1 0 0 0 0,0 1 0 0 0,2-1 0 0 0,0-1 0 0 0,12 35 0 0 0,-14-49-289 0 0,1 0 0 0 0,0 0 0 0 0,0 0-1 0 0,0 0 1 0 0,0-1 0 0 0,7 8-1 0 0,17 4-5459 0 0,-14-13 3043 0 0</inkml:trace>
</inkml:ink>
</file>

<file path=ppt/ink/ink7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04:15.0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183 13 84 0 0,'-1'-1'337'0'0,"1"0"0"0"0,-1 0 1 0 0,0 0-1 0 0,0 0 0 0 0,0 0 0 0 0,1 1 0 0 0,-1-1 1 0 0,0 0-1 0 0,0 0 0 0 0,0 1 0 0 0,0-1 0 0 0,0 0 1 0 0,0 1-1 0 0,0-1 0 0 0,-2 1 0 0 0,-15 11 146 0 0,0 1 0 0 0,1 1 0 0 0,1 1 0 0 0,0 1-1 0 0,1 0 1 0 0,0 1 0 0 0,1 0 0 0 0,-18 29 0 0 0,32-44-473 0 0,-1-1 0 0 0,1 1 0 0 0,-1 0 0 0 0,1-1 0 0 0,-1 1 0 0 0,1 0 0 0 0,-1-1 0 0 0,1 1 0 0 0,0 0-1 0 0,0 0 1 0 0,-1 0 0 0 0,1-1 0 0 0,0 1 0 0 0,0 0 0 0 0,0 0 0 0 0,0 0 0 0 0,0-1 0 0 0,0 1 0 0 0,0 0 0 0 0,0 0 0 0 0,0 0 0 0 0,0 0 0 0 0,0-1 0 0 0,0 1 0 0 0,1 0 0 0 0,-1 0 0 0 0,0-1 0 0 0,1 1 0 0 0,-1 0 0 0 0,1 0 0 0 0,-1-1-1 0 0,0 1 1 0 0,1 0 0 0 0,0-1 0 0 0,-1 1 0 0 0,1-1 0 0 0,-1 1 0 0 0,1-1 0 0 0,0 1 0 0 0,-1-1 0 0 0,1 1 0 0 0,0-1 0 0 0,-1 1 0 0 0,1-1 0 0 0,0 0 0 0 0,0 0 0 0 0,-1 1 0 0 0,1-1 0 0 0,0 0 0 0 0,0 0 0 0 0,0 0 0 0 0,0 0 0 0 0,-1 0 0 0 0,1 0-1 0 0,0 0 1 0 0,0 0 0 0 0,0 0 0 0 0,-1 0 0 0 0,1 0 0 0 0,1-1 0 0 0,59-8 28 0 0,-55 8-36 0 0,19-5-102 0 0,0 2 0 0 0,1 1 0 0 0,0 0-1 0 0,-1 2 1 0 0,42 4 0 0 0,-63-3 92 0 0,1 0 1 0 0,-1 1-1 0 0,1-2 1 0 0,-1 1-1 0 0,0 0 0 0 0,1-1 1 0 0,-1 0-1 0 0,0 0 1 0 0,1 0-1 0 0,-1-1 0 0 0,0 1 1 0 0,0-1-1 0 0,0 0 1 0 0,0 0-1 0 0,4-4 0 0 0,2-2 15 0 0,-1 0 1 0 0,0-1-1 0 0,16-20 0 0 0,-20 23 13 0 0,-2 10 438 0 0,-5 18-222 0 0,-8 44-120 0 0,3-24-22 0 0,-8 52 5 0 0,7-56-46 0 0,2-1 0 0 0,-1 50 0 0 0,7-87-50 0 0,0 0 0 0 0,0 0 0 0 0,1 0 0 0 0,-1-1-1 0 0,0 1 1 0 0,0 0 0 0 0,0 0 0 0 0,0 0-1 0 0,0 0 1 0 0,0 0 0 0 0,0 0 0 0 0,0 0 0 0 0,0 0-1 0 0,1 0 1 0 0,-1 0 0 0 0,0 0 0 0 0,0 0 0 0 0,0 0-1 0 0,0 0 1 0 0,0 0 0 0 0,0 0 0 0 0,0 0 0 0 0,0 0-1 0 0,1 0 1 0 0,-1 0 0 0 0,0 0 0 0 0,0 0 0 0 0,0 0-1 0 0,0 0 1 0 0,0 0 0 0 0,0 0 0 0 0,0 0 0 0 0,0 1-1 0 0,1-1 1 0 0,-1 0 0 0 0,0 0 0 0 0,0 0 0 0 0,0 0-1 0 0,0 0 1 0 0,0 0 0 0 0,0 0 0 0 0,0 0 0 0 0,0 0-1 0 0,0 0 1 0 0,0 1 0 0 0,0-1 0 0 0,0 0 0 0 0,0 0-1 0 0,10-20 52 0 0,15-41-46 0 0,-19 45 9 0 0,10-23-8 0 0,2 0 0 0 0,27-44 1 0 0,-36 69-12 0 0,0 1 0 0 0,1-1 0 0 0,0 2 1 0 0,1 0-1 0 0,0 0 0 0 0,1 1 1 0 0,0 0-1 0 0,1 1 0 0 0,14-8 0 0 0,-26 16 3 0 0,1 1-1 0 0,0 0 0 0 0,-1 0 0 0 0,1 0 0 0 0,0 1 1 0 0,0-1-1 0 0,0 0 0 0 0,-1 1 0 0 0,1-1 0 0 0,0 1 1 0 0,0 0-1 0 0,0-1 0 0 0,0 1 0 0 0,0 0 0 0 0,0 0 0 0 0,0 0 1 0 0,0 0-1 0 0,0 1 0 0 0,2 0 0 0 0,-2-1 1 0 0,-1 1-1 0 0,0 0 1 0 0,0 0-1 0 0,0 0 1 0 0,0 0 0 0 0,0-1-1 0 0,0 1 1 0 0,0 0-1 0 0,-1 1 1 0 0,1-1-1 0 0,0 0 1 0 0,0 0-1 0 0,-1 0 1 0 0,1 0-1 0 0,-1 1 1 0 0,1-1 0 0 0,-1 0-1 0 0,0 1 1 0 0,1-1-1 0 0,-1 0 1 0 0,0 2-1 0 0,1 2 2 0 0,-1 0-1 0 0,0 0 1 0 0,0 0-1 0 0,-1 0 0 0 0,1 0 1 0 0,-1 0-1 0 0,0 0 1 0 0,-1 0-1 0 0,1 0 1 0 0,-1 0-1 0 0,0-1 0 0 0,0 1 1 0 0,-4 6-1 0 0,-2-2 5 0 0,0 0 0 0 0,0 0-1 0 0,-1-1 1 0 0,0-1 0 0 0,0 1-1 0 0,-1-1 1 0 0,0-1 0 0 0,-1 0 0 0 0,-11 6-1 0 0,-28 7-2423 0 0</inkml:trace>
</inkml:ink>
</file>

<file path=ppt/ink/ink7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0-16T13:04:15.4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38 77 772,'-14'164'6285,"15"-125"-5530,0-29-480,0 0 0,-1 0 0,0 0 0,-1 0 0,0-1 0,0 1 0,-1 0-1,-5 14 1,7-23-257,-1-1 1,1 0-1,0 0 0,-1 0 0,1 0 0,0 0 0,-1 0 0,1 0 1,0 0-1,-1 0 0,1 0 0,0 0 0,-1 0 0,1 0 0,0 0 1,0 0-1,-1 0 0,1-1 0,0 1 0,-1 0 0,1 0 0,0 0 0,0 0 1,-1-1-1,1 1 0,0 0 0,0 0 0,-1 0 0,1-1 0,0 1 1,0 0-1,0 0 0,-1-1 0,1 1 0,0 0 0,0-1 0,0 1 1,0 0-1,0 0 0,0-1 0,0 1 0,0 0 0,0-1 0,0 1 1,0 0-1,0-1 0,0 1 0,0-1 0,-5-21 157,11-3-97,1 1-1,1 1 0,1-1 0,1 2 0,1-1 0,1 1 1,30-40-1,-33 49-57,1 0 1,0 1 0,1 0 0,0 1-1,1 0 1,0 0 0,1 1 0,0 1-1,19-10 1,-31 18-20,0 0-1,0 1 0,-1-1 1,1 0-1,0 1 0,0-1 1,0 1-1,0 0 1,1-1-1,-1 1 0,0 0 1,0-1-1,0 1 1,0 0-1,0 0 0,0 0 1,0 0-1,0 0 0,1 0 1,-1 1-1,0-1 1,0 0-1,0 0 0,0 1 1,0-1-1,0 1 1,0-1-1,0 1 0,0-1 1,0 1-1,0 0 0,0-1 1,0 1-1,-1 0 1,1 0-1,0-1 0,0 1 1,-1 0-1,2 1 1,-2 0 1,0 0 0,0 0 0,0 0 0,0 0 0,0 0 0,0 0 0,0 0 0,-1 0 0,1 0 0,0 0 0,-1 0 0,0-1 0,0 1 0,1 0 0,-1 0 0,0-1 0,0 1 0,0 0 0,-1-1 0,1 1 0,0-1 0,-2 2 0,-19 18-487,0 0 0,-1-2-1,-34 22 1,49-31-5072</inkml:trace>
</inkml:ink>
</file>

<file path=ppt/ink/ink7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0-16T13:04:15.7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50 1 720,'1'2'339,"0"0"0,1 1 0,-1-1 0,0 1-1,0 0 1,0-1 0,-1 1 0,1 0 0,0-1 0,-1 1 0,0 0-1,0-1 1,0 1 0,0 0 0,0 0 0,0-1 0,-1 1 0,1 0 0,-3 5-1,-17 56 2090,18-58-2163,-16 33 605,2-15-3695</inkml:trace>
</inkml:ink>
</file>

<file path=ppt/ink/ink7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04:16.1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60 572 0 0,'0'-11'1072'0'0,"0"3"-36"0"0,2 1 12 0 0,-2 0-72 0 0,4 0-95 0 0,-4 2 607 0 0,2-4-300 0 0,-2 4-460 0 0</inkml:trace>
</inkml:ink>
</file>

<file path=ppt/ink/ink7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0-16T13:04:16.4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60 55 304,'0'0'2022,"21"5"3591,1-11-4918,0 0-1,21-10 0,-24 9-536,0 0 0,1 1 0,31-5 0,-50 11-146,-1 0-1,1-1 0,0 1 1,0 0-1,0 0 1,0 0-1,0 0 0,-1 0 1,1 0-1,0 0 0,0 0 1,0 1-1,0-1 1,0 0-1,-1 0 0,1 1 1,0-1-1,0 1 0,0-1 1,-1 1-1,1-1 1,0 1-1,-1-1 0,1 1 1,0-1-1,-1 1 0,1 0 1,-1-1-1,1 1 1,0 1-1,-1 0 25,1 0 1,-1 0-1,0 0 1,0 0-1,0 0 1,0 0-1,0 0 1,0 1-1,-1-1 1,1 0 0,-1 0-1,0 2 1,-4 9 125,0-2 1,-1 1 0,-8 13-1,-127 176 352,34-77-7607,87-101 3968</inkml:trace>
</inkml:ink>
</file>

<file path=ppt/ink/ink7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0-16T13:04:16.8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591 51 548,'6'-49'6299,"-6"47"-5130,-1 6-632,-119 193 2440,46-80-2220,12-16-233,5-11 73,4 3 1,-58 138-1,108-222-566,-15 39 452,-1-2 0,-34 58-1,53-103-506,0 0 0,-1-1 0,1 1 0,0 0 0,-1-1 0,1 1 0,0 0 0,-1-1-1,1 1 1,-1-1 0,1 1 0,0-1 0,-1 1 0,0-1 0,1 1 0,-1-1 0,1 0 0,-1 1 0,1-1 0,-1 0 0,0 1 0,1-1-1,-1 0 1,0 0 0,1 0 0,-1 1 0,0-1 0,-1 0 0,-6-17-785,6-34-1068,29-66-1623,-10 47-808,-7 28 1558</inkml:trace>
</inkml:ink>
</file>

<file path=ppt/ink/ink7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0-16T13:04:17.1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128 86 392,'7'-8'275,"-1"1"-1,1-1 1,0 1 0,1 1-1,0-1 1,0 1 0,0 1-1,1 0 1,-1 0 0,18-7-1,-22 11-154,-1-1 0,1 1 0,-1-1 1,1 1-1,0 0 0,0 1 0,-1-1 0,1 0 0,0 1 0,0 0 0,0 0 0,0 0 0,-1 1 0,1-1 0,0 1 0,0 0 0,-1 0 0,1 0 1,0 1-1,-1-1 0,1 1 0,-1 0 0,0 0 0,1 0 0,-1 0 0,0 0 0,0 1 0,-1 0 0,1-1 0,3 6 0,-3-3-27,-1-1 0,0 1-1,0 0 1,0 0-1,-1 0 1,1 0 0,-1 0-1,-1 1 1,1-1 0,-1 0-1,1 0 1,-2 1-1,1-1 1,-1 0 0,1 0-1,-1 0 1,-1 0-1,1 1 1,-1-2 0,0 1-1,0 0 1,0 0 0,-4 5-1,0 0 3,0 0 0,0-1 0,-1 1-1,-1-1 1,1-1 0,-2 1 0,1-1 0,-1-1-1,-12 9 1,4-6 36,-1 0 0,1-1 0,-1-1 0,-22 6-1,33-12-165,0 0-1,0 0 0,0-1 0,0 0 1,0 0-1,0-1 0,0 1 0,-1-2 1,1 1-1,0-1 0,0 0 1,0 0-1,0-1 0,-12-4 0,18 5-117,-1 0-1,0 0 0,1 0 1,-1-1-1,1 1 0,0 0 1,-1 0-1,1-1 0,0 1 1,0-1-1,0 1 0,-2-4 0,-2-15-4030,7 7 1798</inkml:trace>
</inkml:ink>
</file>

<file path=ppt/ink/ink7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04:17.5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5 272 0 0,'3'0'194'0'0,"-1"1"0"0"0,1-1-1 0 0,0 1 1 0 0,-1-1 0 0 0,1 1 0 0 0,-1 0 0 0 0,1 0-1 0 0,-1 0 1 0 0,1 0 0 0 0,-1 0 0 0 0,1 0 0 0 0,-1 1-1 0 0,0-1 1 0 0,0 1 0 0 0,0 0 0 0 0,0 0 0 0 0,0-1-1 0 0,0 1 1 0 0,0 0 0 0 0,-1 1 0 0 0,1-1 0 0 0,1 3-1 0 0,-2-3-116 0 0,-1-1-1 0 0,1 1 1 0 0,0-1-1 0 0,-1 1 0 0 0,1 0 1 0 0,-1-1-1 0 0,0 1 1 0 0,1 0-1 0 0,-1-1 0 0 0,0 1 1 0 0,0 0-1 0 0,0 0 0 0 0,0-1 1 0 0,0 1-1 0 0,-1 0 1 0 0,1-1-1 0 0,0 1 0 0 0,-1 0 1 0 0,0-1-1 0 0,1 1 1 0 0,-1-1-1 0 0,0 1 0 0 0,0-1 1 0 0,1 1-1 0 0,-1-1 0 0 0,0 1 1 0 0,-1-1-1 0 0,1 0 1 0 0,0 1-1 0 0,0-1 0 0 0,0 0 1 0 0,-1 0-1 0 0,1 0 1 0 0,-1 0-1 0 0,-1 1 0 0 0,-3-1 723 0 0,17-11-628 0 0,21-15-133 0 0,-16 15-2 0 0,-6 3-14 0 0,0 1 0 0 0,0 0 0 0 0,1 1 0 0 0,0 0 0 0 0,0 1 0 0 0,0 0 0 0 0,0 0 0 0 0,1 1 0 0 0,15-2 0 0 0,-26 6-18 0 0,0 1-1 0 0,1-1 1 0 0,-1 1 0 0 0,0-1-1 0 0,0 1 1 0 0,0-1-1 0 0,0 1 1 0 0,0-1-1 0 0,0 1 1 0 0,0 0-1 0 0,0 0 1 0 0,-1 0-1 0 0,1-1 1 0 0,-1 1-1 0 0,1 0 1 0 0,-1 0-1 0 0,0 0 1 0 0,0 0-1 0 0,0 0 1 0 0,0 2-1 0 0,3 12-7 0 0,-2-13 5 0 0,1 0-1 0 0,0 0 0 0 0,-1 0 0 0 0,1 0 1 0 0,0 0-1 0 0,1 0 0 0 0,-1-1 0 0 0,0 1 1 0 0,1-1-1 0 0,-1 1 0 0 0,1-1 0 0 0,0 0 1 0 0,0 0-1 0 0,0 0 0 0 0,0 0 0 0 0,0-1 1 0 0,0 1-1 0 0,0-1 0 0 0,1 0 0 0 0,-1 0 1 0 0,0 0-1 0 0,1 0 0 0 0,-1-1 0 0 0,1 1 1 0 0,-1-1-1 0 0,1 0 0 0 0,-1 0 0 0 0,1 0 1 0 0,-1 0-1 0 0,1-1 0 0 0,-1 0 0 0 0,1 1 1 0 0,-1-1-1 0 0,0 0 0 0 0,1-1 0 0 0,-1 1 1 0 0,0-1-1 0 0,0 1 0 0 0,3-3 0 0 0,-5 3 7 0 0,0 0-1 0 0,0 1 0 0 0,0-1 0 0 0,0 0 0 0 0,0 0 0 0 0,0 0 0 0 0,-1 0 0 0 0,1-1 0 0 0,0 1 0 0 0,-1 0 0 0 0,1 0 0 0 0,-1 0 0 0 0,1 0 1 0 0,-1-1-1 0 0,0 1 0 0 0,1 0 0 0 0,-1 0 0 0 0,0-1 0 0 0,0 1 0 0 0,0 0 0 0 0,0-1 0 0 0,0 1 0 0 0,0 0 0 0 0,0 0 0 0 0,0-1 0 0 0,-1 1 0 0 0,1 0 1 0 0,0 0-1 0 0,-1-1 0 0 0,1 1 0 0 0,-1 0 0 0 0,1 0 0 0 0,-2-2 0 0 0,0 0 24 0 0,0 0 1 0 0,0 0-1 0 0,0 1 1 0 0,0-1-1 0 0,-1 0 1 0 0,1 1-1 0 0,-1-1 1 0 0,1 1-1 0 0,-1 0 0 0 0,-6-3 1 0 0,7 3-33 0 0,-1 1 0 0 0,1 0 1 0 0,-1 0-1 0 0,0 0 0 0 0,1 1 1 0 0,-1-1-1 0 0,0 1 0 0 0,0-1 0 0 0,0 1 1 0 0,1 0-1 0 0,-1 0 0 0 0,0 0 0 0 0,0 0 1 0 0,0 1-1 0 0,1-1 0 0 0,-1 1 1 0 0,0 0-1 0 0,-3 1 0 0 0,4-1-336 0 0,0 0 0 0 0,1 0 0 0 0,-1 0 1 0 0,0 0-1 0 0,0 1 0 0 0,1-1 0 0 0,-1 1 0 0 0,1-1 0 0 0,-1 1 0 0 0,1-1 1 0 0,0 1-1 0 0,0 0 0 0 0,0 0 0 0 0,0 0 0 0 0,0 0 0 0 0,-1 2 0 0 0,0 2-1682 0 0</inkml:trace>
</inkml:ink>
</file>

<file path=ppt/ink/ink7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04:18.2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95 48 512 0 0,'36'-38'7607'0'0,"-36"38"-7145"0"0,1 0-394 0 0,-1 0 0 0 0,0 0 0 0 0,0-1 1 0 0,0 1-1 0 0,1 0 0 0 0,-1 0 0 0 0,0 0 0 0 0,0 0 1 0 0,0 0-1 0 0,0-1 0 0 0,0 1 0 0 0,1 0 0 0 0,-1 0 1 0 0,0 0-1 0 0,0-1 0 0 0,0 1 0 0 0,0 0 0 0 0,0 0 1 0 0,0 0-1 0 0,0-1 0 0 0,0 1 0 0 0,0 0 0 0 0,0 0 1 0 0,0 0-1 0 0,0-1 0 0 0,0 1 0 0 0,0 0 0 0 0,0 0 1 0 0,0-1-1 0 0,0 1 0 0 0,0 0 0 0 0,0 0 0 0 0,0 0 0 0 0,0-1 1 0 0,0 1-1 0 0,0 0 0 0 0,0 0 0 0 0,0 0 0 0 0,0-1 1 0 0,0 1-1 0 0,-1 0 0 0 0,1 0 0 0 0,0 0 0 0 0,0 0 1 0 0,0-1-1 0 0,0 1 0 0 0,0 0 0 0 0,-1 0 0 0 0,1 0 1 0 0,0 0-1 0 0,0 0 0 0 0,0 0 0 0 0,-1 0 0 0 0,1-1 1 0 0,0 1-1 0 0,-9 3 6 0 0,0 0 0 0 0,1 1 0 0 0,0-1 0 0 0,0 2 1 0 0,0-1-1 0 0,0 1 0 0 0,1 0 0 0 0,-1 1 0 0 0,1 0 0 0 0,1 0 0 0 0,-1 0 0 0 0,1 1 1 0 0,0 0-1 0 0,-9 13 0 0 0,14-19-70 0 0,1 0-1 0 0,-1 0 1 0 0,0 0 0 0 0,0 0-1 0 0,0 0 1 0 0,1 0-1 0 0,-1 0 1 0 0,0 0 0 0 0,1 0-1 0 0,-1 0 1 0 0,1 1 0 0 0,-1-1-1 0 0,1 0 1 0 0,0 0 0 0 0,-1 0-1 0 0,1 1 1 0 0,0-1 0 0 0,0 0-1 0 0,0 1 1 0 0,0-1 0 0 0,0 0-1 0 0,0 0 1 0 0,0 1 0 0 0,1-1-1 0 0,-1 0 1 0 0,0 0 0 0 0,1 0-1 0 0,-1 1 1 0 0,1-1 0 0 0,-1 0-1 0 0,1 0 1 0 0,-1 0 0 0 0,1 0-1 0 0,0 0 1 0 0,0 0 0 0 0,-1 0-1 0 0,1 0 1 0 0,0 0-1 0 0,0 0 1 0 0,0 0 0 0 0,0-1-1 0 0,0 1 1 0 0,0 0 0 0 0,0-1-1 0 0,0 1 1 0 0,1-1 0 0 0,-1 1-1 0 0,1 0 1 0 0,3 0-2 0 0,0 1 0 0 0,0-1 1 0 0,0 0-1 0 0,0-1 0 0 0,1 1 0 0 0,-1-1 0 0 0,0 0 1 0 0,0 0-1 0 0,0-1 0 0 0,9-1 0 0 0,45-14-96 0 0,103-43-1 0 0,-136 51 83 0 0,-25 8 12 0 0,0 0 1 0 0,0 0-1 0 0,-1 1 0 0 0,1-1 0 0 0,0 1 0 0 0,-1-1 1 0 0,1 0-1 0 0,0 1 0 0 0,-1-1 0 0 0,1 1 0 0 0,-1 0 1 0 0,1-1-1 0 0,-1 1 0 0 0,1-1 0 0 0,-1 1 0 0 0,1 0 1 0 0,-1-1-1 0 0,1 1 0 0 0,-1 0 0 0 0,0-1 0 0 0,0 1 1 0 0,1 0-1 0 0,-1 0 0 0 0,0-1 0 0 0,0 1 0 0 0,0 0 1 0 0,0 0-1 0 0,0 0 0 0 0,0-1 0 0 0,0 1 0 0 0,0 0 1 0 0,0 0-1 0 0,0-1 0 0 0,-1 3 0 0 0,1 0 6 0 0,0 0 0 0 0,0 1 0 0 0,0-1 0 0 0,-1 0 0 0 0,0 0 0 0 0,0 1 0 0 0,0-1-1 0 0,0 0 1 0 0,0 0 0 0 0,0 0 0 0 0,-1 0 0 0 0,-1 3 0 0 0,2-4-5 0 0,1 3 2 0 0,6-5-8 0 0,-1 0 1 0 0,1 0-1 0 0,0-1 0 0 0,-1 0 1 0 0,1 0-1 0 0,7-2 0 0 0,67-21-222 0 0,-53 14 129 0 0,1 1-1 0 0,1 2 1 0 0,-1 1-1 0 0,1 1 1 0 0,0 1 0 0 0,30 0-1 0 0,-56 4 114 0 0,0 0-1 0 0,-1 0 1 0 0,1 1-1 0 0,0-1 1 0 0,0 0-1 0 0,-1 1 1 0 0,1 0 0 0 0,0 0-1 0 0,-1 0 1 0 0,1 0-1 0 0,-1 0 1 0 0,1 0-1 0 0,-1 1 1 0 0,0-1-1 0 0,1 1 1 0 0,-1 0-1 0 0,0-1 1 0 0,0 1-1 0 0,0 0 1 0 0,0 0 0 0 0,0 0-1 0 0,-1 1 1 0 0,1-1-1 0 0,-1 0 1 0 0,1 1-1 0 0,-1-1 1 0 0,0 1-1 0 0,1 3 1 0 0,-1-3 30 0 0,-1 0 0 0 0,0 0 0 0 0,0 0 0 0 0,0 0 0 0 0,0 0 0 0 0,-1-1 0 0 0,1 1 0 0 0,-1 0 0 0 0,1 0 0 0 0,-1 0 0 0 0,0-1 0 0 0,0 1-1 0 0,0 0 1 0 0,-1-1 0 0 0,1 1 0 0 0,-1-1 0 0 0,1 0 0 0 0,-1 1 0 0 0,0-1 0 0 0,0 0 0 0 0,0 0 0 0 0,0 0 0 0 0,0 0 0 0 0,0 0 0 0 0,-1-1 0 0 0,1 1 0 0 0,-4 1 0 0 0,-15 11-383 0 0,0 0-1690 0 0,-3-4-3869 0 0,17-8 2482 0 0</inkml:trace>
</inkml:ink>
</file>

<file path=ppt/ink/ink7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04:22.5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230 13 292 0 0,'-88'-12'5520'0'0,"66"11"-4640"0"0,0 1 0 0 0,0 1 0 0 0,-43 7 0 0 0,55-4-214 0 0,11 0-250 0 0,23 5-108 0 0,38 3-204 0 0,540 24 404 0 0,-555-33-485 0 0,-18-2-13 0 0,1 0-1 0 0,49-6 1 0 0,-79 6-10 0 0,1-1 0 0 0,-1 0 0 0 0,0 0 0 0 0,1 0 0 0 0,-1 0 0 0 0,0 0 0 0 0,1 0 0 0 0,-1 0 0 0 0,0 0 0 0 0,1 0 0 0 0,-1 0 1 0 0,0 0-1 0 0,1 0 0 0 0,-1 0 0 0 0,0 0 0 0 0,0 0 0 0 0,1 0 0 0 0,-1 0 0 0 0,0 0 0 0 0,1-1 0 0 0,-1 1 0 0 0,0 0 0 0 0,1 0 0 0 0,-1 0 0 0 0,0-1 1 0 0,0 1-1 0 0,1 0 0 0 0,-1 0 0 0 0,0 0 0 0 0,0-1 0 0 0,0 1 0 0 0,1 0 0 0 0,-1 0 0 0 0,0-1 0 0 0,0 1 0 0 0,0 0 0 0 0,0-1 0 0 0,0 1 0 0 0,1 0 0 0 0,-1-1 1 0 0,0 1-1 0 0,0 0 0 0 0,0-1 0 0 0,0 1 0 0 0,0 0 0 0 0,0-1 0 0 0,0 1 0 0 0,0 0 0 0 0,0-1 0 0 0,0 1 0 0 0,0-1 0 0 0,-19-12-13 0 0,-30-9 3 0 0,-4-2 29 0 0,52 24-30 0 0,14 33-1 0 0,-13-26-23 0 0,0 1-1 0 0,-1-1 0 0 0,0 1 0 0 0,0-1 0 0 0,-1 1 0 0 0,0-1 0 0 0,0 0 1 0 0,-1 0-1 0 0,1 0 0 0 0,-2 0 0 0 0,1 0 0 0 0,-1-1 0 0 0,0 1 0 0 0,0-1 1 0 0,-1 0-1 0 0,1 0 0 0 0,-2-1 0 0 0,-8 9 0 0 0,-12 9-2081 0 0,0-1-1 0 0,-47 30 0 0 0,53-38-318 0 0</inkml:trace>
</inkml:ink>
</file>

<file path=ppt/ink/ink7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04:25.3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20 180 0 0,'0'-6'464'0'0,"0"1"616"0"0,0-3-868 0 0</inkml:trace>
</inkml:ink>
</file>

<file path=ppt/ink/ink7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04:26.3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33 968 0 0,'0'0'980'0'0,"5"-6"-92"0"0,1 2-64 0 0,-4-1-100 0 0,4 1-64 0 0,-4-1 357 0 0,4-2-873 0 0,-3 6-1361 0 0</inkml:trace>
</inkml:ink>
</file>

<file path=ppt/ink/ink7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04:36.5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354 324 8 0 0,'19'-22'3496'0'0,"-11"12"985"0"0,-14 25-3174 0 0,-262 580 1909 0 0,205-447-2686 0 0,63-147-521 0 0,0-1 0 0 0,0 1 0 0 0,0 0 0 0 0,0-1 0 0 0,0 1-1 0 0,-1 0 1 0 0,1-1 0 0 0,0 1 0 0 0,-1 0 0 0 0,1-1 0 0 0,0 1 0 0 0,-1-1 0 0 0,1 1 0 0 0,-1 0 0 0 0,1-1 0 0 0,-1 1 0 0 0,1-1 0 0 0,-1 1 0 0 0,1-1-1 0 0,-1 0 1 0 0,1 1 0 0 0,-1-1 0 0 0,0 0 0 0 0,1 1 0 0 0,-1-1 0 0 0,0 0 0 0 0,1 0 0 0 0,-1 1 0 0 0,0-1 0 0 0,1 0 0 0 0,-1 0 0 0 0,0 0 0 0 0,1 0-1 0 0,-1 0 1 0 0,0 0 0 0 0,0 0 0 0 0,1 0 0 0 0,-1 0 0 0 0,0 0 0 0 0,1-1 0 0 0,-1 1 0 0 0,0 0 0 0 0,1 0 0 0 0,-1-1 0 0 0,0 1 0 0 0,1 0 0 0 0,-1-1 0 0 0,0 0-1 0 0,-1 0 4 0 0,1 0-1 0 0,-1-1 0 0 0,1 1 0 0 0,0-1 0 0 0,-1 1 1 0 0,1-1-1 0 0,0 1 0 0 0,0-1 0 0 0,0 0 1 0 0,0 1-1 0 0,1-1 0 0 0,-1 0 0 0 0,0 0 0 0 0,1 0 1 0 0,-1 0-1 0 0,1 0 0 0 0,0-3 0 0 0,1-27 26 0 0,2 0 0 0 0,2 0-1 0 0,1 0 1 0 0,1 1 0 0 0,22-59 0 0 0,76-146 18 0 0,-71 171-28 0 0,2 1 1 0 0,52-71-1 0 0,-65 106-19 0 0,1 0 0 0 0,1 2 0 0 0,1 0 0 0 0,1 2 0 0 0,2 1 0 0 0,38-25 0 0 0,-57 43-5 0 0,72-41 13 0 0,-76 44-16 0 0,0 1-1 0 0,1-1 0 0 0,-1 1 1 0 0,0 0-1 0 0,1 1 0 0 0,0 0 0 0 0,-1 0 1 0 0,1 0-1 0 0,0 1 0 0 0,-1 0 1 0 0,11 1-1 0 0,-16 0 1 0 0,1-1 1 0 0,-1 0-1 0 0,1 1 0 0 0,-1-1 0 0 0,0 1 1 0 0,0-1-1 0 0,1 1 0 0 0,-1 0 0 0 0,0 0 1 0 0,0-1-1 0 0,0 1 0 0 0,0 0 0 0 0,0 0 1 0 0,0 0-1 0 0,0 0 0 0 0,0 0 1 0 0,0 1-1 0 0,0-1 0 0 0,0 0 0 0 0,-1 0 1 0 0,1 0-1 0 0,0 1 0 0 0,-1-1 0 0 0,1 0 1 0 0,-1 1-1 0 0,0-1 0 0 0,1 1 1 0 0,-1-1-1 0 0,0 0 0 0 0,0 1 0 0 0,0-1 1 0 0,0 1-1 0 0,0-1 0 0 0,0 0 0 0 0,0 1 1 0 0,-1-1-1 0 0,1 1 0 0 0,0-1 1 0 0,-1 0-1 0 0,1 1 0 0 0,-1-1 0 0 0,-1 2 1 0 0,0 5-2 0 0,-1-1 1 0 0,0 0-1 0 0,-1-1 1 0 0,1 1-1 0 0,-1-1 1 0 0,-9 11 0 0 0,-1-3-1 0 0,-1 0 0 0 0,-1-1 0 0 0,0-1 0 0 0,-1 0 0 0 0,0-1 0 0 0,0-1 0 0 0,-1-1 0 0 0,-1 0 0 0 0,0-2 0 0 0,-24 7 0 0 0,14-5 0 0 0,-1-2 0 0 0,0-2 0 0 0,-1 0 0 0 0,1-2-1 0 0,-1-2 1 0 0,-32-2 0 0 0,56 1-230 0 0,-1 0 1 0 0,1-1-1 0 0,0 0 1 0 0,0-1-1 0 0,-12-4 0 0 0,17 6-241 0 0,31-10-3287 0 0,5 11-448 0 0,-18-1 1801 0 0</inkml:trace>
</inkml:ink>
</file>

<file path=ppt/ink/ink7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04:37.4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292 67 664 0 0,'1'-2'176'0'0,"0"0"-1"0"0,0 0 0 0 0,0 1 1 0 0,-1-1-1 0 0,1 0 1 0 0,-1 0-1 0 0,0 0 1 0 0,1 0-1 0 0,-1 0 1 0 0,0 0-1 0 0,0 0 0 0 0,0 0 1 0 0,0 1-1 0 0,0-1 1 0 0,-1 0-1 0 0,1 0 1 0 0,-1 0-1 0 0,1 0 1 0 0,-1 0-1 0 0,1 1 0 0 0,-1-1 1 0 0,0 0-1 0 0,0 0 1 0 0,0 1-1 0 0,0-1 1 0 0,0 1-1 0 0,-1-1 1 0 0,1 1-1 0 0,0-1 0 0 0,-1 1 1 0 0,1 0-1 0 0,-1 0 1 0 0,1-1-1 0 0,-1 1 1 0 0,1 0-1 0 0,-1 0 1 0 0,0 1-1 0 0,0-1 0 0 0,1 0 1 0 0,-1 1-1 0 0,0-1 1 0 0,0 1-1 0 0,0-1 1 0 0,0 1-1 0 0,0 0 1 0 0,0 0-1 0 0,0 0 0 0 0,-1 0 1 0 0,-12 3 70 0 0,1 0 0 0 0,1 1 0 0 0,-1 0-1 0 0,0 1 1 0 0,1 1 0 0 0,0 0 0 0 0,1 1 0 0 0,-1 0 0 0 0,-16 14 0 0 0,20-14-126 0 0,0 0 0 0 0,0 1-1 0 0,1 0 1 0 0,0 0 0 0 0,0 1 0 0 0,1 0-1 0 0,0 0 1 0 0,1 0 0 0 0,0 1 0 0 0,1 0 0 0 0,0 1-1 0 0,-6 15 1 0 0,11-25-108 0 0,-1 0 0 0 0,1 1 0 0 0,0-1 0 0 0,0 0 0 0 0,-1 0 0 0 0,1 1 0 0 0,0-1 0 0 0,0 0 0 0 0,0 1 0 0 0,1-1 0 0 0,-1 0 0 0 0,0 0 0 0 0,0 1 0 0 0,1-1 0 0 0,-1 0 0 0 0,1 0 0 0 0,-1 1 0 0 0,1-1 0 0 0,-1 0 0 0 0,1 0 0 0 0,0 0 0 0 0,-1 0 0 0 0,1 0 0 0 0,0 0 0 0 0,1 1 0 0 0,1 0 2 0 0,-1 0-1 0 0,1-1 0 0 0,0 1 0 0 0,-1-1 0 0 0,1 1 1 0 0,0-1-1 0 0,0 0 0 0 0,0 0 0 0 0,0 0 0 0 0,4 0 1 0 0,6 1-40 0 0,1-1 0 0 0,-1 0 1 0 0,26-3-1 0 0,-20-1-96 0 0,-1-1 0 0 0,1-1-1 0 0,-1 0 1 0 0,0-1 0 0 0,0-2 0 0 0,-1 0 0 0 0,31-19-1 0 0,-47 27 91 0 0,-21 14-78 0 0,17-13 108 0 0,1 1 0 0 0,-1 0 1 0 0,1 0-1 0 0,0 0 0 0 0,0 0 1 0 0,0 1-1 0 0,0-1 0 0 0,1 0 0 0 0,-1 1 1 0 0,0-1-1 0 0,1 1 0 0 0,0 0 1 0 0,0-1-1 0 0,0 1 0 0 0,0 0 1 0 0,0 0-1 0 0,0 0 0 0 0,1 0 0 0 0,-1 0 1 0 0,1 0-1 0 0,0 0 0 0 0,0-1 1 0 0,0 1-1 0 0,0 0 0 0 0,0 0 0 0 0,1 0 1 0 0,-1 0-1 0 0,1 0 0 0 0,0 0 1 0 0,0 0-1 0 0,0 0 0 0 0,0-1 0 0 0,1 1 1 0 0,-1-1-1 0 0,1 1 0 0 0,-1-1 1 0 0,1 1-1 0 0,0-1 0 0 0,0 0 1 0 0,0 0-1 0 0,0 1 0 0 0,0-2 0 0 0,1 1 1 0 0,-1 0-1 0 0,1 0 0 0 0,-1-1 1 0 0,1 1-1 0 0,0-1 0 0 0,-1 0 0 0 0,1 0 1 0 0,0 0-1 0 0,0 0 0 0 0,0-1 1 0 0,0 1-1 0 0,0-1 0 0 0,-1 1 1 0 0,1-1-1 0 0,0 0 0 0 0,0 0 0 0 0,0 0 1 0 0,0-1-1 0 0,0 1 0 0 0,0-1 1 0 0,0 0-1 0 0,3-1 0 0 0,10-5 0 0 0,-1-1 1 0 0,0-1-1 0 0,0 0 0 0 0,-1-1 1 0 0,0 0-1 0 0,-1-2 0 0 0,0 1 1 0 0,-1-2-1 0 0,15-18 0 0 0,17-14 2 0 0,-25 26-9 0 0,-12 10 11 0 0,0 2 0 0 0,1-1 0 0 0,0 1 0 0 0,0 0 0 0 0,0 1 0 0 0,1-1 0 0 0,0 2 0 0 0,0-1 0 0 0,1 1 0 0 0,13-4 0 0 0,-22 8 8 0 0,-1 2-7 0 0,1-1 1 0 0,0 0-1 0 0,-1 0 0 0 0,1 0 0 0 0,-1 0 0 0 0,1 0 1 0 0,0 1-1 0 0,-1-1 0 0 0,1 0 0 0 0,-1 0 0 0 0,1 1 1 0 0,-1-1-1 0 0,1 0 0 0 0,-1 1 0 0 0,1-1 0 0 0,-1 1 1 0 0,0-1-1 0 0,1 1 0 0 0,-1-1 0 0 0,0 1 0 0 0,1-1 0 0 0,-1 1 1 0 0,0-1-1 0 0,1 1 0 0 0,-1-1 0 0 0,0 1 0 0 0,0-1 1 0 0,0 1-1 0 0,1 0 0 0 0,-1 0 0 0 0,0 27 95 0 0,-12 25 7 0 0,11-52-105 0 0,-5 20 42 0 0,0 0 0 0 0,1 0 0 0 0,1 0 0 0 0,-2 36 0 0 0,6-56-41 0 0,1 0 1 0 0,-1 0-1 0 0,0 0 0 0 0,1 0 0 0 0,-1 0 0 0 0,1 0 0 0 0,-1 0 1 0 0,1-1-1 0 0,0 1 0 0 0,-1 0 0 0 0,1 0 0 0 0,0-1 1 0 0,0 1-1 0 0,-1 0 0 0 0,1-1 0 0 0,0 1 0 0 0,0 0 0 0 0,0-1 1 0 0,0 0-1 0 0,0 1 0 0 0,0-1 0 0 0,0 1 0 0 0,0-1 1 0 0,0 0-1 0 0,0 0 0 0 0,0 1 0 0 0,0-1 0 0 0,0 0 0 0 0,0 0 1 0 0,1 0-1 0 0,37 1-3 0 0,-34-2 0 0 0,6 1-278 0 0,0 0 1 0 0,-1-2-1 0 0,1 1 0 0 0,12-4 1 0 0,19-9-6427 0 0,-33 11 3976 0 0</inkml:trace>
</inkml:ink>
</file>

<file path=ppt/ink/ink7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04:38.0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152 83 324 0 0,'6'-17'2041'0'0,"-4"13"-1473"0"0,-1 0 1 0 0,0 0 0 0 0,1-1-1 0 0,-2 1 1 0 0,1 0-1 0 0,0 0 1 0 0,-1-1-1 0 0,0-3 1 0 0,0 7-486 0 0,0-1 0 0 0,-1 1 0 0 0,1 0 0 0 0,-1 0 0 0 0,1 0 0 0 0,-1-1 0 0 0,0 1 0 0 0,1 0 0 0 0,-1 0-1 0 0,0 0 1 0 0,0 0 0 0 0,0 0 0 0 0,0 0 0 0 0,0 1 0 0 0,0-1 0 0 0,0 0 0 0 0,0 0 0 0 0,0 1 0 0 0,0-1 0 0 0,-1 1 0 0 0,1-1 0 0 0,0 1 0 0 0,0-1 0 0 0,0 1 0 0 0,-1 0 0 0 0,1-1 0 0 0,0 1 0 0 0,-1 0 0 0 0,1 0 0 0 0,0 0 0 0 0,-1 0 0 0 0,0 0 0 0 0,-3 0-15 0 0,1-1 1 0 0,-1 1-1 0 0,1 0 0 0 0,-1 0 1 0 0,0 1-1 0 0,1-1 1 0 0,-1 1-1 0 0,1 0 1 0 0,0 0-1 0 0,-1 1 1 0 0,1-1-1 0 0,0 1 0 0 0,-1 0 1 0 0,1 0-1 0 0,0 0 1 0 0,1 1-1 0 0,-1-1 1 0 0,0 1-1 0 0,1 0 1 0 0,-1 0-1 0 0,1 1 0 0 0,0-1 1 0 0,0 0-1 0 0,0 1 1 0 0,1 0-1 0 0,-1 0 1 0 0,1 0-1 0 0,0 0 1 0 0,0 0-1 0 0,0 0 1 0 0,1 0-1 0 0,-1 1 0 0 0,1-1 1 0 0,-1 6-1 0 0,-1 9 7 0 0,0 0 0 0 0,2 0 0 0 0,0 0 0 0 0,1 0 0 0 0,1 0 1 0 0,6 34-1 0 0,-5-39-79 0 0,0 0 0 0 0,-1 1 0 0 0,-1-1 0 0 0,0 0 0 0 0,-1 0 1 0 0,0 0-1 0 0,-6 22 0 0 0,6-24-31 0 0,1-11 32 0 0,0 0 0 0 0,0 0 0 0 0,0-1 0 0 0,0 1 0 0 0,0 0 0 0 0,0 0 0 0 0,0 0 0 0 0,-1-1 0 0 0,1 1 0 0 0,0 0 0 0 0,0 0 0 0 0,-1-1 0 0 0,1 1 0 0 0,0 0 0 0 0,-1 0 0 0 0,1-1 0 0 0,-1 1 0 0 0,1 0 0 0 0,-1-1 0 0 0,0 2 0 0 0,0-1-13 0 0,4-6-76 0 0,1 0 79 0 0,0 1 0 0 0,0 0 0 0 0,0 0 0 0 0,0 0 0 0 0,1 0 0 0 0,4-2 0 0 0,-6 4 3 0 0,15-13-17 0 0,3-2 8 0 0,1 0 1 0 0,0 1-1 0 0,2 0 1 0 0,0 2-1 0 0,0 2 0 0 0,1 0 1 0 0,37-12-1 0 0,-61 24 28 0 0,0-1-1 0 0,0 1 1 0 0,0 0-1 0 0,0 0 1 0 0,0 0-1 0 0,0 1 1 0 0,0-1-1 0 0,0 0 1 0 0,0 0-1 0 0,1 0 1 0 0,-1 1-1 0 0,0-1 1 0 0,0 1-1 0 0,0-1 1 0 0,0 1-1 0 0,-1-1 1 0 0,1 1-1 0 0,0-1 1 0 0,0 1-1 0 0,0 0 1 0 0,0 0-1 0 0,0-1 1 0 0,-1 1-1 0 0,1 0 1 0 0,0 0-1 0 0,-1 0 1 0 0,1 0-1 0 0,-1 0 1 0 0,1 0-1 0 0,-1 0 1 0 0,1 0-1 0 0,-1 0 1 0 0,0 0-1 0 0,1 0 1 0 0,-1 0-1 0 0,0 0 1 0 0,0 0-1 0 0,0 0 1 0 0,0 0-1 0 0,0 0 1 0 0,0 0-1 0 0,0 1 1 0 0,0-1-1 0 0,-1 1 1 0 0,-3 49 177 0 0,2-44-236 0 0,0-1-1 0 0,-1 0 1 0 0,1 0 0 0 0,-1 0-1 0 0,-1 0 1 0 0,1 0 0 0 0,-1 0 0 0 0,-5 6-1 0 0,6-9-822 0 0,0 1 0 0 0,0-1-1 0 0,0 0 1 0 0,-1 0 0 0 0,1 0-1 0 0,-1-1 1 0 0,0 1-1 0 0,-4 1 1 0 0</inkml:trace>
</inkml:ink>
</file>

<file path=ppt/ink/ink7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04:38.3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55 204 0 0,'1'-1'197'0'0,"14"-39"4805"0"0,-13 27-3294 0 0,-15 22-3621 0 0,9-3-55 0 0,3 0 150 0 0</inkml:trace>
</inkml:ink>
</file>

<file path=ppt/ink/ink7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04:39.0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127 71 36 0 0,'-44'49'7505'0'0,"43"-48"-7235"0"0,9-3 861 0 0,47-14-449 0 0,-50 15-681 0 0,-1 0 0 0 0,1 0 0 0 0,0 0 0 0 0,0 1 0 0 0,-1 0 0 0 0,1 0 0 0 0,0 0 0 0 0,0 0 0 0 0,-1 1 0 0 0,7 1 1 0 0,59 33-885 0 0,-42-21-156 0 0,50 20-1 0 0,-66-30 867 0 0,-1-1 0 0 0,1 0-1 0 0,0-1 1 0 0,0-1 0 0 0,0 1-1 0 0,0-2 1 0 0,0 0 0 0 0,13-1-1 0 0,-16-1 130 0 0,0 1-1 0 0,0-1 1 0 0,0-1-1 0 0,0 1 1 0 0,-1-2-1 0 0,1 1 1 0 0,-1-1-1 0 0,1 0 1 0 0,-1-1-1 0 0,-1 0 1 0 0,10-8-1 0 0,-13 11 95 0 0,-1-1 1 0 0,1-1-1 0 0,-1 1 0 0 0,0 0 0 0 0,0-1 0 0 0,-1 0 1 0 0,1 1-1 0 0,-1-1 0 0 0,1 0 0 0 0,-1 0 0 0 0,0-1 1 0 0,-1 1-1 0 0,1 0 0 0 0,-1-1 0 0 0,0 1 0 0 0,0-1 1 0 0,0 1-1 0 0,-1-1 0 0 0,0 1 0 0 0,1-1 0 0 0,-1 1 1 0 0,-1-1-1 0 0,1 1 0 0 0,-3-9 0 0 0,3 11 4 0 0,-1 0 0 0 0,0-1 0 0 0,0 1-1 0 0,0 0 1 0 0,0 0 0 0 0,0 0 0 0 0,-1 0 0 0 0,1 0-1 0 0,-1 0 1 0 0,1 0 0 0 0,-1 0 0 0 0,0 1 0 0 0,1-1-1 0 0,-1 0 1 0 0,0 1 0 0 0,0 0 0 0 0,0-1 0 0 0,0 1-1 0 0,-1 0 1 0 0,1 0 0 0 0,0 0 0 0 0,0 0 0 0 0,-1 1-1 0 0,1-1 1 0 0,0 1 0 0 0,-1-1 0 0 0,1 1 0 0 0,-1 0-1 0 0,1 0 1 0 0,0 0 0 0 0,-1 0 0 0 0,1 0 0 0 0,-4 1-1 0 0,0 0 22 0 0,0 0 0 0 0,0 0 0 0 0,0 1 0 0 0,0 0 0 0 0,0 0-1 0 0,0 0 1 0 0,0 1 0 0 0,1 0 0 0 0,0 0 0 0 0,-1 0 0 0 0,1 1 0 0 0,-5 4-1 0 0,7-5-40 0 0,-1 1 0 0 0,1 0-1 0 0,0 0 1 0 0,0 1 0 0 0,0-1-1 0 0,1 0 1 0 0,-1 1 0 0 0,1 0-1 0 0,0-1 1 0 0,0 1 0 0 0,1 0-1 0 0,-2 9 1 0 0,2-12-55 0 0,1 0 0 0 0,0 0 0 0 0,0 0-1 0 0,0 0 1 0 0,0 0 0 0 0,0 0 0 0 0,1 0 0 0 0,-1 0 0 0 0,1 0 0 0 0,-1 0 0 0 0,1 0 0 0 0,0 0 0 0 0,-1 0-1 0 0,1 0 1 0 0,0-1 0 0 0,0 1 0 0 0,0 0 0 0 0,1-1 0 0 0,-1 1 0 0 0,0 0 0 0 0,1-1 0 0 0,-1 0 0 0 0,1 1-1 0 0,-1-1 1 0 0,1 0 0 0 0,-1 0 0 0 0,1 0 0 0 0,0 0 0 0 0,0 0 0 0 0,0 0 0 0 0,0 0 0 0 0,-1-1 0 0 0,4 2-1 0 0,-2-2 33 0 0,1-1 0 0 0,0 1-1 0 0,-1-1 1 0 0,1 1 0 0 0,-1-1-1 0 0,1 0 1 0 0,-1 0 0 0 0,1-1-1 0 0,-1 1 1 0 0,0-1 0 0 0,1 1-1 0 0,-1-1 1 0 0,0 0 0 0 0,0 0-1 0 0,-1-1 1 0 0,4-2 0 0 0,9-5 1340 0 0,-15 10-1312 0 0,0 0 0 0 0,1 1 1 0 0,-1-1-1 0 0,0 0 1 0 0,1 0-1 0 0,-1 1 0 0 0,0-1 1 0 0,0 0-1 0 0,1 1 1 0 0,-1-1-1 0 0,0 0 0 0 0,0 0 1 0 0,0 1-1 0 0,1-1 0 0 0,-1 1 1 0 0,0-1-1 0 0,0 0 1 0 0,0 1-1 0 0,0-1 0 0 0,0 0 1 0 0,0 1-1 0 0,0-1 1 0 0,0 0-1 0 0,0 1 0 0 0,0-1 1 0 0,0 1-1 0 0,0-1 1 0 0,0 0-1 0 0,0 1 0 0 0,0-1 1 0 0,0 1-1 0 0,0-1 1 0 0,0 0-1 0 0,-1 1 0 0 0,1-1 1 0 0,0 0-1 0 0,0 1 1 0 0,0-1-1 0 0,-1 0 0 0 0,1 0 1 0 0,-1 1-1 0 0,-6 31 419 0 0,4-21-228 0 0,-14 49 211 0 0,-1 0-1 0 0,-4-1 1 0 0,-2-1 0 0 0,-44 75-1 0 0,-151 204 440 0 0,91-164-538 0 0,119-160-279 0 0,-17 23-2 0 0,25-34-34 0 0,-1-1 0 0 0,1 1 0 0 0,0-1-1 0 0,-1 0 1 0 0,1 1 0 0 0,-1-1-1 0 0,1 0 1 0 0,-1 0 0 0 0,0 0 0 0 0,0 0-1 0 0,1 0 1 0 0,-1 0 0 0 0,0-1-1 0 0,0 1 1 0 0,0 0 0 0 0,-3 0-1 0 0,5-2-15 0 0,-1 0 0 0 0,0 1 0 0 0,1-1 0 0 0,-1 0 0 0 0,1 1 0 0 0,-1-1 0 0 0,1 0 0 0 0,-1 0 0 0 0,1 1 0 0 0,-1-1 0 0 0,1 0 0 0 0,0 0 0 0 0,-1 0 0 0 0,1 0 0 0 0,0 0 0 0 0,0 1 0 0 0,0-1 0 0 0,-1 0 0 0 0,1 0 0 0 0,0 0 0 0 0,0 0 0 0 0,1 0 0 0 0,-1 0 0 0 0,0 0 0 0 0,0-1 0 0 0,2-25 98 0 0,2 9-53 0 0,0 0 0 0 0,2 0 1 0 0,0 0-1 0 0,1 0 0 0 0,0 1 1 0 0,19-30-1 0 0,70-93 104 0 0,-76 112-549 0 0,21-27 567 0 0,50-54 0 0 0,-72 90-1020 0 0,0 2 0 0 0,22-16 0 0 0,-26 22-1131 0 0,0 1 0 0 0,1 1 0 0 0,29-12 0 0 0,-19 11-1816 0 0</inkml:trace>
</inkml:ink>
</file>

<file path=ppt/ink/ink7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04:39.3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52 736 0 0,'4'-5'1520'0'0,"3"-2"-160"0"0,-1 2-80 0 0,-2-2-163 0 0,-2 2-125 0 0,0 2 780 0 0,5-4-1028 0 0,-5 3-72 0 0,4 1 4 0 0,-4-2-724 0 0</inkml:trace>
</inkml:ink>
</file>

<file path=ppt/ink/ink7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7T06:08:02.9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1 440 0 0,'0'0'4140'0'0,"8"1"-1923"0"0</inkml:trace>
</inkml:ink>
</file>

<file path=ppt/ink/ink7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7T06:08:46.3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8 1044 0 0,'0'0'4601'0'0,"18"-8"-4161"0"0,1 11-624 0 0,3 1-2853 0 0,-4-3 1461 0 0</inkml:trace>
</inkml:ink>
</file>

<file path=ppt/ink/ink7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7T06:08:46.6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0 372 0 0,'1'4'2535'0'0,"2"1"1849"0"0</inkml:trace>
</inkml:ink>
</file>

<file path=ppt/ink/ink7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7T06:10:20.0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1 824 0 0,'0'12'2168'0'0</inkml:trace>
</inkml:ink>
</file>

<file path=ppt/ink/ink7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06:46.9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1400 150 556 0 0,'0'-15'1648'0'0,"0"4"-548"0"0,0-1 0 0 0,0 1 0 0 0,-1 0 0 0 0,-5-22 0 0 0,5 30-1010 0 0,0 0 0 0 0,0 0 1 0 0,0 0-1 0 0,0 1 0 0 0,-1-1 0 0 0,1 1 0 0 0,-1-1 0 0 0,0 1 0 0 0,1-1 0 0 0,-1 1 0 0 0,0 0 0 0 0,-1 0 0 0 0,1 0 0 0 0,0 0 0 0 0,0 0 1 0 0,-1 1-1 0 0,1-1 0 0 0,-1 1 0 0 0,0-1 0 0 0,1 1 0 0 0,-1 0 0 0 0,0 0 0 0 0,0 0 0 0 0,-4-1 0 0 0,-10 0 18 0 0,1 0 0 0 0,-1 1-1 0 0,0 0 1 0 0,0 2-1 0 0,0 0 1 0 0,1 1 0 0 0,-25 5-1 0 0,-112 40 145 0 0,125-38-191 0 0,-64 28 130 0 0,2 3 1 0 0,2 4-1 0 0,1 5 1 0 0,3 2-1 0 0,-91 75 0 0 0,129-92-9 0 0,3 3 0 0 0,0 1 0 0 0,3 1 0 0 0,1 3 0 0 0,-52 72 0 0 0,80-96-98 0 0,0 1 0 0 0,1-1 0 0 0,1 2 0 0 0,1-1 0 0 0,0 1 1 0 0,2 1-1 0 0,-8 37 0 0 0,12-43-31 0 0,1 0 1 0 0,1 1 0 0 0,0-1-1 0 0,0 1 1 0 0,2-1-1 0 0,0 0 1 0 0,1 1 0 0 0,0-1-1 0 0,1 0 1 0 0,1-1-1 0 0,13 28 1 0 0,-11-28-16 0 0,1-1 0 0 0,0 1 1 0 0,1-2-1 0 0,0 1 0 0 0,1-1 0 0 0,1-1 0 0 0,0 0 0 0 0,0 0 1 0 0,22 15-1 0 0,-14-14-2 0 0,0 0 1 0 0,1-1-1 0 0,1-1 0 0 0,0-1 0 0 0,0-1 1 0 0,24 5-1 0 0,-6-4-16 0 0,0-2 1 0 0,0-1-1 0 0,1-3 0 0 0,-1-1 1 0 0,1-1-1 0 0,0-3 0 0 0,50-8 1 0 0,-1-6-257 0 0,-1-3 0 0 0,0-5 0 0 0,-2-3 0 0 0,-1-4 0 0 0,-2-4 0 0 0,-1-3 0 0 0,147-95 0 0 0,-196 111 42 0 0,-1-2 0 0 0,35-34 0 0 0,-57 50 142 0 0,-2-2 0 0 0,1 1 1 0 0,-1-1-1 0 0,0-1 0 0 0,-1 1 1 0 0,0-1-1 0 0,-1 0 0 0 0,0-1 0 0 0,-1 0 1 0 0,7-24-1 0 0,-11 35 54 0 0,0-1-1 0 0,-1 1 1 0 0,1-1 0 0 0,-1 1 0 0 0,0-1 0 0 0,1 1 0 0 0,-1-1-1 0 0,0 0 1 0 0,0 1 0 0 0,0-1 0 0 0,0 1 0 0 0,0-1 0 0 0,0 1-1 0 0,0-1 1 0 0,-1 0 0 0 0,1 1 0 0 0,-1-1 0 0 0,1 1-1 0 0,-1-1 1 0 0,1 1 0 0 0,-1-1 0 0 0,0 1 0 0 0,0 0 0 0 0,0-1-1 0 0,1 1 1 0 0,-1 0 0 0 0,-1 0 0 0 0,1 0 0 0 0,0-1 0 0 0,0 1-1 0 0,0 0 1 0 0,-1 1 0 0 0,1-1 0 0 0,0 0 0 0 0,-1 0 0 0 0,1 0-1 0 0,-1 1 1 0 0,1-1 0 0 0,-1 1 0 0 0,1-1 0 0 0,-1 1-1 0 0,1 0 1 0 0,-1-1 0 0 0,1 1 0 0 0,-1 0 0 0 0,1 0 0 0 0,-1 0-1 0 0,0 0 1 0 0,1 0 0 0 0,-1 1 0 0 0,1-1 0 0 0,-3 1 0 0 0,-6 1 21 0 0,0 0 0 0 0,-1 0 0 0 0,1 1 0 0 0,0 1 1 0 0,0 0-1 0 0,-15 8 0 0 0,13-4 9 0 0,1-1 0 0 0,0 2 0 0 0,0 0 0 0 0,1 0 0 0 0,0 0-1 0 0,1 2 1 0 0,0-1 0 0 0,0 1 0 0 0,1 0 0 0 0,1 1 0 0 0,-11 20 0 0 0,16-27-24 0 0,0-1 0 0 0,0 1 0 0 0,0 0 0 0 0,1-1 0 0 0,-1 1 1 0 0,1 0-1 0 0,0 0 0 0 0,1 0 0 0 0,-1 0 0 0 0,1-1 0 0 0,0 1 0 0 0,0 0 1 0 0,1 0-1 0 0,-1 0 0 0 0,1 0 0 0 0,0 0 0 0 0,0 0 0 0 0,1-1 0 0 0,-1 1 0 0 0,1 0 1 0 0,0-1-1 0 0,1 0 0 0 0,-1 1 0 0 0,1-1 0 0 0,0 0 0 0 0,0 0 0 0 0,0 0 1 0 0,0-1-1 0 0,1 1 0 0 0,-1-1 0 0 0,1 0 0 0 0,0 0 0 0 0,0 0 0 0 0,0 0 0 0 0,6 3 1 0 0,9 3-11 0 0,1 0 0 0 0,-1-1 0 0 0,1-1 1 0 0,0-1-1 0 0,1 0 0 0 0,-1-2 0 0 0,1-1 1 0 0,0 0-1 0 0,0-1 0 0 0,0-2 1 0 0,1 0-1 0 0,-1-1 0 0 0,0-1 0 0 0,0-1 1 0 0,-1-1-1 0 0,1 0 0 0 0,-1-2 0 0 0,1-1 1 0 0,-2 0-1 0 0,1-1 0 0 0,20-12 1 0 0,-30 13-2 0 0,1 0 1 0 0,-1-1 0 0 0,0 0-1 0 0,-1-1 1 0 0,0 1 0 0 0,0-2 0 0 0,-1 1-1 0 0,0-1 1 0 0,0-1 0 0 0,-1 1 0 0 0,9-20-1 0 0,-14 25 5 0 0,0 1 0 0 0,-1 0 0 0 0,1-1 0 0 0,-1 1 0 0 0,0-1 0 0 0,0 0 0 0 0,0 1 0 0 0,-1-1 0 0 0,1 0 1 0 0,-1 1-1 0 0,0-1 0 0 0,-1 0 0 0 0,1 1 0 0 0,-1-1 0 0 0,0 0 0 0 0,0 1 0 0 0,0-1 0 0 0,-1 1 0 0 0,0-1 0 0 0,0 1 0 0 0,0 0 0 0 0,0 0 0 0 0,-1 0 0 0 0,1 0 0 0 0,-1 0 0 0 0,0 0 0 0 0,0 1 0 0 0,0-1 0 0 0,-1 1 0 0 0,1 0 0 0 0,-1 0 0 0 0,0 0 0 0 0,-8-4 0 0 0,1 1-45 0 0,-1-1-1 0 0,0 1 1 0 0,-1 1-1 0 0,1 0 1 0 0,-1 1 0 0 0,0 1-1 0 0,-1 0 1 0 0,1 0-1 0 0,0 1 1 0 0,-1 1 0 0 0,1 0-1 0 0,-1 1 1 0 0,1 1 0 0 0,-1 0-1 0 0,1 0 1 0 0,-21 6-1 0 0,32-6-118 0 0,-1 0-1 0 0,0 1 1 0 0,1-1-1 0 0,-1 1 1 0 0,1-1-1 0 0,0 1 1 0 0,-1 0-1 0 0,1 0 0 0 0,0 0 1 0 0,0 0-1 0 0,0 0 1 0 0,0 1-1 0 0,1-1 1 0 0,-1 1-1 0 0,-2 4 1 0 0,-8 24-4943 0 0,11-18 2324 0 0</inkml:trace>
</inkml:ink>
</file>

<file path=ppt/ink/ink7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06:48.0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44 25 832 0 0,'1'-2'382'0'0,"-1"0"-1"0"0,1 1 0 0 0,0-1 1 0 0,-1 0-1 0 0,1 1 1 0 0,0-1-1 0 0,0 1 1 0 0,0-1-1 0 0,0 1 1 0 0,1-1-1 0 0,-1 1 0 0 0,0 0 1 0 0,1-1-1 0 0,1 0 1 0 0,4 4 2352 0 0,-9 17-2344 0 0,-15 64 879 0 0,-18 61-107 0 0,21-77-354 0 0,14-66-519 0 0,4-5-273 0 0,0 1 0 0 0,-1-1 1 0 0,1 0-1 0 0,-1 0 0 0 0,0 0 1 0 0,0 0-1 0 0,0-1 0 0 0,2-4 0 0 0,7-9 11 0 0,41-49 11 0 0,-31 38-49 0 0,1 1-1 0 0,36-34 1 0 0,-58 62 9 0 0,-1 0 2 0 0,1 0-1 0 0,0 0 1 0 0,0 1 0 0 0,-1-1 0 0 0,1 1 0 0 0,0-1 0 0 0,-1 0 0 0 0,1 1 0 0 0,-1 0 0 0 0,1-1 0 0 0,0 1 0 0 0,-1-1 0 0 0,1 1 0 0 0,-1 0 0 0 0,0-1 0 0 0,1 1 0 0 0,-1 0 0 0 0,1-1 0 0 0,-1 1 0 0 0,0 0-1 0 0,0 0 1 0 0,1-1 0 0 0,-1 1 0 0 0,0 1 0 0 0,7 29-3 0 0,-3-14-4 0 0,7 25 5 0 0,-7-25 8 0 0,1 0 1 0 0,1 0-1 0 0,13 29 0 0 0,-8-25 4 0 0,-9-17-9 0 0,-1 1 0 0 0,1-1-1 0 0,1 0 1 0 0,-1 0 0 0 0,1 0-1 0 0,-1 0 1 0 0,1 0 0 0 0,0-1 0 0 0,1 1-1 0 0,6 5 1 0 0,-8-8 4 0 0,3-3-4 0 0,1 1 1 0 0,-1-1 0 0 0,1 0-1 0 0,-1-1 1 0 0,0 1 0 0 0,0-1-1 0 0,0 0 1 0 0,0 0 0 0 0,-1-1-1 0 0,1 1 1 0 0,-1-1 0 0 0,0 0-1 0 0,0 0 1 0 0,0-1 0 0 0,3-4-1 0 0,11-9 1 0 0,13-11-6 0 0,48-40 3 0 0,-70 62 0 0 0,0 1 0 0 0,1 0 0 0 0,-1 0 0 0 0,1 1 0 0 0,0 1 0 0 0,1-1 0 0 0,11-2 0 0 0,-19 6 0 0 0,0 0 1 0 0,0 1-1 0 0,0-1 1 0 0,0 1-1 0 0,-1 0 1 0 0,1 0-1 0 0,0 0 0 0 0,0 0 1 0 0,0 0-1 0 0,0 1 1 0 0,0-1-1 0 0,0 1 1 0 0,-1 0-1 0 0,1-1 0 0 0,0 1 1 0 0,0 1-1 0 0,-1-1 1 0 0,1 0-1 0 0,-1 1 1 0 0,1-1-1 0 0,-1 1 1 0 0,0 0-1 0 0,1 0 0 0 0,-1 0 1 0 0,0 0-1 0 0,0 0 1 0 0,-1 0-1 0 0,1 1 1 0 0,0-1-1 0 0,-1 0 1 0 0,1 1-1 0 0,-1 0 0 0 0,0-1 1 0 0,0 1-1 0 0,0 0 1 0 0,1 5-1 0 0,0-3 1 0 0,-1 2 0 0 0,0-1 0 0 0,0 0 0 0 0,0 0 0 0 0,-1 0 0 0 0,0 0 0 0 0,0 0 0 0 0,-1 1 0 0 0,0-1 0 0 0,0 0 0 0 0,0 0 0 0 0,-1 0 0 0 0,0 0 0 0 0,0 0 0 0 0,0-1 0 0 0,-6 10 0 0 0,3-7 19 0 0,-1 1 1 0 0,-1-1 0 0 0,1-1 0 0 0,-9 8 0 0 0,14-14 15 0 0,-11-2 81 0 0,11 0-115 0 0,1 0 1 0 0,0 0 0 0 0,-1 1 0 0 0,1-1 0 0 0,0 0 0 0 0,0 0-1 0 0,0 0 1 0 0,0 1 0 0 0,-1-1 0 0 0,1 0 0 0 0,0 0-1 0 0,0 0 1 0 0,1 1 0 0 0,-1-1 0 0 0,0 0 0 0 0,0 0 0 0 0,0 0-1 0 0,1 1 1 0 0,-1-1 0 0 0,0 0 0 0 0,0 0 0 0 0,1 1-1 0 0,-1-1 1 0 0,1 0 0 0 0,-1 1 0 0 0,1-1 0 0 0,0 0 0 0 0,25-19 140 0 0,33-2-861 0 0,-58 22 511 0 0,6-4-1600 0 0</inkml:trace>
</inkml:ink>
</file>

<file path=ppt/ink/ink7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06:48.8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 26 364 0 0,'9'-26'13791'0'0,"-5"47"-13420"0"0,5 153 702 0 0,0-101-576 0 0,-2 1 1 0 0,-4 1-1 0 0,-9 100 1 0 0,-2-78 107 0 0,1-78-553 0 0,1-18-1125 0 0,-7-30-4067 0 0,9 18 2997 0 0,2 3-1598 0 0,1-2 284 0 0</inkml:trace>
</inkml:ink>
</file>

<file path=ppt/ink/ink7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06:49.3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34 544 0 0,'0'0'698'0'0,"32"13"2015"0"0,20-11-1794 0 0,1-1 0 0 0,-1-3-1 0 0,0-3 1 0 0,63-12 0 0 0,-96 13-720 0 0,18-3 756 0 0,1 1 1 0 0,38-2-1 0 0,-74 8-849 0 0,-1 0-1 0 0,1 0 1 0 0,-1 0 0 0 0,1 0 0 0 0,-1 0 0 0 0,1 0 0 0 0,0 0 0 0 0,-1 1 0 0 0,1-1 0 0 0,-1 0-1 0 0,1 1 1 0 0,-1-1 0 0 0,0 1 0 0 0,1 0 0 0 0,2 1 0 0 0,-3 0-43 0 0,-1-1 1 0 0,1 1-1 0 0,0 0 1 0 0,-1 0-1 0 0,1-1 1 0 0,-1 1 0 0 0,1 0-1 0 0,-1 0 1 0 0,0 0-1 0 0,0 0 1 0 0,0-1-1 0 0,0 1 1 0 0,0 3-1 0 0,0 20 56 0 0,-1 43 1037 0 0,-8-26-5460 0 0</inkml:trace>
</inkml:ink>
</file>

<file path=ppt/ink/ink7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06:49.6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 58 304 0 0,'-2'-7'1272'0'0,"0"0"-124"0"0,2 0-124 0 0,0 0-84 0 0,0 0 649 0 0,-2-2-281 0 0,4-1-348 0 0,0 7-744 0 0,12 15-7345 0 0</inkml:trace>
</inkml:ink>
</file>

<file path=ppt/ink/ink7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06:50.0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108 1 28 0 0,'-6'7'6545'0'0,"-17"31"-4975"0"0,13 5-524 0 0,1 1 1 0 0,3 0-1 0 0,1 0 1 0 0,2 58-1 0 0,2-72-666 0 0,2 92 949 0 0,1-72-503 0 0,-9 94 0 0 0,6-131-824 0 0,2-12-74 0 0,-1 0 1 0 0,0-1-1 0 0,0 1 1 0 0,1 0 0 0 0,-1 0-1 0 0,0-1 1 0 0,0 1-1 0 0,0 0 1 0 0,0-1-1 0 0,0 1 1 0 0,0 0 0 0 0,0 0-1 0 0,0-1 1 0 0,-1 1-1 0 0,1 0 1 0 0,0 0-1 0 0,0-1 1 0 0,0 1 0 0 0,-1 0-1 0 0,1-1 1 0 0,0 1-1 0 0,-1 0 1 0 0,1-1-1 0 0,-1 1 1 0 0,1-1 0 0 0,-1 1-1 0 0,1-1 1 0 0,-1 1-1 0 0,1-1 1 0 0,-1 1-1 0 0,0-1 1 0 0,1 1 0 0 0,-1-1-1 0 0,1 0 1 0 0,-1 1-1 0 0,0-1 1 0 0,1 0-1 0 0,-2 1 1 0 0,0-1-731 0 0,-17-16-6757 0 0,11 9 4416 0 0</inkml:trace>
</inkml:ink>
</file>

<file path=ppt/ink/ink7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06:50.3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61 444 0 0,'0'0'3221'0'0,"25"-19"-687"0"0,8 10-2126 0 0,0 2 0 0 0,0 0 1 0 0,0 3-1 0 0,1 1 0 0 0,37 1 1 0 0,38-5-5518 0 0,-93 5 3117 0 0</inkml:trace>
</inkml:ink>
</file>

<file path=ppt/ink/ink7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06:50.6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21 44 0 0,'11'19'3200'0'0,"-10"-12"-3032"0"0,1 1 0 0 0,0-1 0 0 0,0 0 0 0 0,0 0 1 0 0,1 0-1 0 0,0 0 0 0 0,1-1 0 0 0,-1 1 0 0 0,1-1 1 0 0,0 0-1 0 0,1 0 0 0 0,0 0 0 0 0,0 0 1 0 0,0-1-1 0 0,0 0 0 0 0,1 0 0 0 0,0-1 0 0 0,0 1 1 0 0,0-1-1 0 0,0 0 0 0 0,1-1 0 0 0,0 0 0 0 0,0 0 1 0 0,-1 0-1 0 0,2-1 0 0 0,-1 0 0 0 0,0 0 0 0 0,0-1 1 0 0,1 0-1 0 0,-1 0 0 0 0,0-1 0 0 0,1 0 0 0 0,-1 0 1 0 0,1 0-1 0 0,-1-1 0 0 0,0 0 0 0 0,1-1 0 0 0,-1 0 1 0 0,0 0-1 0 0,0 0 0 0 0,8-5 0 0 0,-12 5-94 0 0,0 0 1 0 0,-1 0-1 0 0,1 0 0 0 0,-1-1 0 0 0,1 1 0 0 0,-1-1 1 0 0,0 0-1 0 0,1 0 0 0 0,-1 1 0 0 0,-1-1 0 0 0,1-1 0 0 0,0 1 1 0 0,-1 0-1 0 0,0 0 0 0 0,0 0 0 0 0,2-6 0 0 0,9-54 929 0 0,-11 22-1462 0 0,-7 29-6676 0 0</inkml:trace>
</inkml:ink>
</file>

<file path=ppt/ink/ink7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06:51.2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1 146 280 0 0,'59'-31'5324'0'0,"-10"7"-3763"0"0,-39 18-1212 0 0,39-24 1149 0 0,-46 28-1413 0 0,-1 1-1 0 0,0-1 1 0 0,-1 0-1 0 0,1 0 1 0 0,0 1 0 0 0,0-1-1 0 0,-1 0 1 0 0,1-1-1 0 0,-1 1 1 0 0,0 0-1 0 0,1 0 1 0 0,-1-1 0 0 0,0 1-1 0 0,0 0 1 0 0,-1-1-1 0 0,1 1 1 0 0,0-1-1 0 0,0-3 1 0 0,-2 5-72 0 0,1 1-1 0 0,0-1 1 0 0,0 1 0 0 0,-1-1 0 0 0,1 1 0 0 0,0-1-1 0 0,-1 0 1 0 0,1 1 0 0 0,0-1 0 0 0,-1 1-1 0 0,1 0 1 0 0,-1-1 0 0 0,1 1 0 0 0,-1-1-1 0 0,1 1 1 0 0,-1 0 0 0 0,1-1 0 0 0,-1 1-1 0 0,0 0 1 0 0,1-1 0 0 0,-1 1 0 0 0,1 0-1 0 0,-1 0 1 0 0,0 0 0 0 0,1 0 0 0 0,-1-1 0 0 0,0 1-1 0 0,1 0 1 0 0,-1 0 0 0 0,1 0 0 0 0,-1 0-1 0 0,0 1 1 0 0,1-1 0 0 0,-1 0 0 0 0,0 0-1 0 0,0 0 1 0 0,-26 5 155 0 0,25-5-154 0 0,-6 2 18 0 0,0 1 0 0 0,0 0 0 0 0,0 0 0 0 0,0 1 0 0 0,0 0-1 0 0,1 0 1 0 0,0 1 0 0 0,0 0 0 0 0,0 0 0 0 0,-10 10 0 0 0,15-13-26 0 0,0 0-1 0 0,-1 0 1 0 0,1 1 0 0 0,1-1-1 0 0,-1 0 1 0 0,0 0 0 0 0,0 1 0 0 0,1-1-1 0 0,0 1 1 0 0,-1 0 0 0 0,1-1-1 0 0,0 1 1 0 0,0 0 0 0 0,1 0-1 0 0,-1 0 1 0 0,0-1 0 0 0,1 1 0 0 0,0 0-1 0 0,0 0 1 0 0,0 0 0 0 0,0 0-1 0 0,0 0 1 0 0,0 0 0 0 0,1 0-1 0 0,-1-1 1 0 0,1 1 0 0 0,0 0 0 0 0,0 0-1 0 0,0 0 1 0 0,0-1 0 0 0,1 1-1 0 0,-1-1 1 0 0,3 5 0 0 0,0-4-23 0 0,-1 0 1 0 0,1 1 0 0 0,-1-1-1 0 0,1 0 1 0 0,0-1 0 0 0,0 1-1 0 0,1-1 1 0 0,-1 1 0 0 0,0-1-1 0 0,1-1 1 0 0,0 1-1 0 0,-1-1 1 0 0,1 1 0 0 0,0-1-1 0 0,-1 0 1 0 0,1-1 0 0 0,0 0-1 0 0,0 1 1 0 0,0-1 0 0 0,0-1-1 0 0,5 0 1 0 0,2 0-70 0 0,-1-1 1 0 0,1-1-1 0 0,-1 0 0 0 0,0 0 1 0 0,0-1-1 0 0,0 0 1 0 0,18-11-1 0 0,120-87-398 0 0,-149 102 493 0 0,1-1-1 0 0,-1 1 1 0 0,1-1-1 0 0,0 1 1 0 0,-1 0 0 0 0,1-1-1 0 0,0 1 1 0 0,-1 0 0 0 0,1-1-1 0 0,0 1 1 0 0,-1 0 0 0 0,1 0-1 0 0,0 0 1 0 0,0 0-1 0 0,-1 0 1 0 0,1 0 0 0 0,0 0-1 0 0,-1 0 1 0 0,1 0 0 0 0,0 0-1 0 0,0 0 1 0 0,-1 0 0 0 0,1 0-1 0 0,0 0 1 0 0,-1 1-1 0 0,1-1 1 0 0,0 0 0 0 0,-1 1-1 0 0,1-1 1 0 0,0 0 0 0 0,-1 1-1 0 0,1-1 1 0 0,-1 1 0 0 0,1-1-1 0 0,0 1 1 0 0,-1-1-1 0 0,1 1 1 0 0,-1-1 0 0 0,0 1-1 0 0,1 0 1 0 0,0 1 0 0 0,16 40 83 0 0,-16-36-84 0 0,1-1 0 0 0,0 1 1 0 0,0 0-1 0 0,1-1 1 0 0,-1 0-1 0 0,6 7 0 0 0,-7-10-6 0 0,1-1 0 0 0,0 0 0 0 0,0 0 0 0 0,0 0-1 0 0,0 0 1 0 0,0 0 0 0 0,0 0 0 0 0,0-1 0 0 0,0 1 0 0 0,0-1-1 0 0,1 1 1 0 0,-1-1 0 0 0,0 0 0 0 0,0 0 0 0 0,0 0 0 0 0,0 0-1 0 0,1 0 1 0 0,-1 0 0 0 0,0-1 0 0 0,0 1 0 0 0,0-1-1 0 0,0 0 1 0 0,0 1 0 0 0,0-1 0 0 0,0 0 0 0 0,0 0 0 0 0,4-3-1 0 0,4 0 7 0 0,39-19 77 0 0,-39 18 86 0 0,-1 0-1 0 0,1 0 0 0 0,20-5 1 0 0,-29 10-120 0 0,0-1-57 0 0,1 1 1 0 0,-1 0-1 0 0,1 0 0 0 0,-1 0 1 0 0,1-1-1 0 0,-1 2 0 0 0,1-1 1 0 0,-1 0-1 0 0,1 0 0 0 0,-1 0 1 0 0,0 1-1 0 0,1-1 0 0 0,-1 1 0 0 0,1-1 1 0 0,-1 1-1 0 0,0-1 0 0 0,3 3 1 0 0,4 6-2602 0 0,1 1-1624 0 0,-4-7 1564 0 0</inkml:trace>
</inkml:ink>
</file>

<file path=ppt/ink/ink7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06:52.1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58 20 340 0 0,'-7'-20'9955'0'0,"5"21"-9874"0"0,1-1 0 0 0,-1 0 0 0 0,0 0 0 0 0,0 0 0 0 0,0 1 0 0 0,1-1 0 0 0,-1 1 0 0 0,0 0 0 0 0,1-1 0 0 0,-1 1 0 0 0,1 0 0 0 0,-1 0 0 0 0,1 0 0 0 0,-1 0-1 0 0,1 0 1 0 0,-1 0 0 0 0,1 0 0 0 0,0 1 0 0 0,0-1 0 0 0,-1 0 0 0 0,1 1 0 0 0,0-1 0 0 0,0 1 0 0 0,1-1 0 0 0,-1 1 0 0 0,0 0 0 0 0,0-1 0 0 0,1 1 0 0 0,-1 2 0 0 0,-1 1-15 0 0,0 0 0 0 0,1-1 0 0 0,-1 1-1 0 0,1 0 1 0 0,0-1 0 0 0,1 1 0 0 0,-1 0 0 0 0,1 0 0 0 0,0 0 0 0 0,1 7 0 0 0,-1-8-63 0 0,1-2 0 0 0,0 1 1 0 0,0 0-1 0 0,0 0 1 0 0,1 0-1 0 0,-1 0 0 0 0,1-1 1 0 0,-1 1-1 0 0,1 0 1 0 0,0-1-1 0 0,0 0 1 0 0,0 1-1 0 0,0-1 0 0 0,1 0 1 0 0,-1 0-1 0 0,0 0 1 0 0,1-1-1 0 0,5 4 0 0 0,-3-3-31 0 0,1 0-1 0 0,-1 0 0 0 0,1 0 0 0 0,0-1 1 0 0,0 0-1 0 0,0 0 0 0 0,-1-1 0 0 0,1 1 1 0 0,9-2-1 0 0,0 0-54 0 0,0-1-1 0 0,0-1 1 0 0,-1 0 0 0 0,1-1 0 0 0,-1-1-1 0 0,0 0 1 0 0,17-9 0 0 0,3-5-116 0 0,50-35 0 0 0,-82 53 223 0 0,0-1 1 0 0,-1 1-1 0 0,1 0 1 0 0,0-1-1 0 0,-1 1 1 0 0,1-1-1 0 0,-1 1 1 0 0,0-1-1 0 0,1 0 1 0 0,-1 0-1 0 0,0 1 1 0 0,0-1-1 0 0,0 0 1 0 0,0 0-1 0 0,0 0 1 0 0,-1 0-1 0 0,2-3 0 0 0,-2 3 671 0 0,-9 2 244 0 0,7 0-916 0 0,1 0 0 0 0,-1-1 0 0 0,1 1 0 0 0,0 0 0 0 0,-1 0 0 0 0,1 0 0 0 0,-1 1 0 0 0,1-1 0 0 0,-1 0 0 0 0,1 0 0 0 0,0 1 0 0 0,-1-1 0 0 0,1 1 0 0 0,-1-1 0 0 0,1 1 0 0 0,0 0 1 0 0,0-1-1 0 0,-1 1 0 0 0,1 0 0 0 0,0 0 0 0 0,0 0 0 0 0,0 0 0 0 0,0 0 0 0 0,0 0 0 0 0,0 0 0 0 0,-1 3 0 0 0,0-2-28 0 0,0 0 1 0 0,1 0-1 0 0,-1 0 0 0 0,1 0 1 0 0,0 0-1 0 0,0 0 0 0 0,0 1 1 0 0,0-1-1 0 0,0 0 0 0 0,0 1 1 0 0,1-1-1 0 0,-1 1 0 0 0,1-1 0 0 0,0 1 1 0 0,-1-1-1 0 0,1 1 0 0 0,0-1 1 0 0,1 1-1 0 0,-1-1 0 0 0,0 1 1 0 0,1-1-1 0 0,-1 1 0 0 0,1-1 1 0 0,0 1-1 0 0,0-1 0 0 0,0 0 1 0 0,0 1-1 0 0,0-1 0 0 0,0 0 1 0 0,1 0-1 0 0,-1 0 0 0 0,1 0 1 0 0,0 0-1 0 0,-1 0 0 0 0,1 0 0 0 0,0-1 1 0 0,0 1-1 0 0,0-1 0 0 0,0 1 1 0 0,0-1-1 0 0,1 0 0 0 0,-1 0 1 0 0,0 0-1 0 0,4 2 0 0 0,-1-4-11 0 0,-1 0 0 0 0,1 1 0 0 0,-1-2 0 0 0,0 1 0 0 0,0 0 0 0 0,0-1 0 0 0,0 0 0 0 0,6-3 0 0 0,2 0-14 0 0,39-16-49 0 0,-16 7 34 0 0,41-12 0 0 0,-67 23 39 0 0,1 1 0 0 0,0 0 0 0 0,0 1 1 0 0,0 0-1 0 0,0 0 0 0 0,0 1 0 0 0,0 1 1 0 0,0-1-1 0 0,12 4 0 0 0,-17-3 6 0 0,0 1 1 0 0,-1 1-1 0 0,1-1 1 0 0,0 1-1 0 0,-1 0 1 0 0,0 0-1 0 0,1 0 1 0 0,-1 0-1 0 0,0 1 0 0 0,-1 0 1 0 0,1 0-1 0 0,-1 0 1 0 0,0 0-1 0 0,0 0 1 0 0,0 1-1 0 0,0-1 1 0 0,-1 1-1 0 0,0 0 0 0 0,0 0 1 0 0,0 0-1 0 0,2 10 1 0 0,2 7 25 0 0,-1 1 1 0 0,-1-1-1 0 0,1 37 1 0 0,-6-20 24 0 0,-2 1-1 0 0,-1-2 1 0 0,-2 1 0 0 0,-1 0 0 0 0,-3-1-1 0 0,-1-1 1 0 0,-1 0 0 0 0,-23 47 0 0 0,32-78 0 0 0,-1 0 0 0 0,1 0 1 0 0,-1 0-1 0 0,-1 0 1 0 0,1 0-1 0 0,-1-1 0 0 0,0 0 1 0 0,0 0-1 0 0,0 0 0 0 0,-1 0 1 0 0,1-1-1 0 0,-1 0 1 0 0,0 0-1 0 0,-1-1 0 0 0,1 1 1 0 0,0-2-1 0 0,-1 1 0 0 0,-13 3 1 0 0,19-6-27 0 0,0 0 1 0 0,-1 0 0 0 0,1 0-1 0 0,0 0 1 0 0,-1-1-1 0 0,1 1 1 0 0,0 0 0 0 0,0-1-1 0 0,-1 1 1 0 0,1-1 0 0 0,0 1-1 0 0,0-1 1 0 0,0 0-1 0 0,0 1 1 0 0,0-1 0 0 0,0 0-1 0 0,0 0 1 0 0,0 0-1 0 0,0 0 1 0 0,0 0 0 0 0,0 0-1 0 0,0 0 1 0 0,0 0 0 0 0,1 0-1 0 0,-1 0 1 0 0,1 0-1 0 0,-1-1 1 0 0,1 1 0 0 0,-1 0-1 0 0,1 0 1 0 0,-1-3 0 0 0,-1-2 36 0 0,1 1 0 0 0,-1-1 0 0 0,1 1 0 0 0,0-1 0 0 0,1 0 0 0 0,-1-6 0 0 0,2-1-63 0 0,2-1 0 0 0,-1 1 1 0 0,1-1-1 0 0,1 1 0 0 0,1 0 1 0 0,0 1-1 0 0,0-1 0 0 0,1 1 1 0 0,1 0-1 0 0,0 0 0 0 0,0 1 0 0 0,2 0 1 0 0,-1 0-1 0 0,1 1 0 0 0,20-17 1 0 0,-8 7-957 0 0,2 2 0 0 0,33-21 0 0 0,49-19-6441 0 0,-63 38 3589 0 0</inkml:trace>
</inkml:ink>
</file>

<file path=ppt/ink/ink7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06:52.4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35 12593 0 0,'11'3'56'0'0,"-7"-2"50"0"0,0 1-1 0 0,1-1 0 0 0,-1 0 1 0 0,1 0-1 0 0,-1-1 0 0 0,1 1 1 0 0,0-1-1 0 0,-1 0 0 0 0,1 0 1 0 0,-1 0-1 0 0,1-1 0 0 0,-1 0 1 0 0,1 0-1 0 0,-1 0 0 0 0,1 0 1 0 0,-1-1-1 0 0,0 1 0 0 0,8-5 1 0 0,-12 6-124 0 0,1 0-1 0 0,-1-1 1 0 0,0 1 0 0 0,0 0 0 0 0,1 0 0 0 0,-1 0 0 0 0,0 0 0 0 0,0-1 0 0 0,0 1 0 0 0,0 0 0 0 0,1 0-1 0 0,-1-1 1 0 0,0 1 0 0 0,0 0 0 0 0,0 0 0 0 0,0-1 0 0 0,0 1 0 0 0,0 0 0 0 0,1 0 0 0 0,-1-1-1 0 0,0 1 1 0 0,0 0 0 0 0,0 0 0 0 0,0-1 0 0 0,0 1 0 0 0,0 0 0 0 0,0-1 0 0 0,0 1 0 0 0,0 0-1 0 0,0 0 1 0 0,-1-1 0 0 0,1 1 0 0 0,0 0 0 0 0,0 0 0 0 0,0-1 0 0 0,0 1 0 0 0,-1-1 0 0 0,-11-5-837 0 0,-19 1-1841 0 0,29 4 2020 0 0,-18-2-3009 0 0,-4-2 282 0 0</inkml:trace>
</inkml:ink>
</file>

<file path=ppt/ink/ink7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06:53.8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 1 332 0 0,'-18'6'2644'0'0,"21"2"21"0"0,32 7-1259 0 0,36 1-1046 0 0,1-3 0 0 0,83 3-1 0 0,151-6-99 0 0,-127-6-133 0 0,268 7 74 0 0,37-6-82 0 0,-158-4-72 0 0,390 21 110 0 0,-657-20-154 0 0,-52-1-3 0 0,485 3 310 0 0,-224-3-94 0 0,-95 3-90 0 0,455-18 442 0 0,-477 9-320 0 0,476-11 663 0 0,-253 14-548 0 0,427-3 321 0 0,-370 8-101 0 0,-240 2-292 0 0,71 3 205 0 0,163 0 400 0 0,-20-1 105 0 0,-401-7-985 0 0,456 1 1817 0 0,-379-2-257 0 0,-80 1-1376 0 0,13-4 795 0 0,-28-4-5452 0 0,-4 2-3001 0 0,6 1 2712 0 0</inkml:trace>
</inkml:ink>
</file>

<file path=ppt/ink/ink7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06:56.5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463 49 340 0 0,'0'-2'278'0'0,"0"-1"-1"0"0,0 1 1 0 0,1 0-1 0 0,-1 0 1 0 0,-1-1 0 0 0,1 1-1 0 0,0 0 1 0 0,0 0-1 0 0,-1 0 1 0 0,1-1-1 0 0,-1 1 1 0 0,0 0 0 0 0,0 0-1 0 0,0 0 1 0 0,0 0-1 0 0,0 0 1 0 0,0 0-1 0 0,0 0 1 0 0,-1 1 0 0 0,-2-4-1 0 0,2 4-176 0 0,-1 1 0 0 0,1 0 0 0 0,0 0 1 0 0,0 0-1 0 0,-1 0 0 0 0,1 0 0 0 0,0 1 0 0 0,0-1 0 0 0,0 1 0 0 0,-1-1 0 0 0,1 1 0 0 0,0 0 0 0 0,0 0 0 0 0,0 0 0 0 0,0 0 1 0 0,0 0-1 0 0,0 0 0 0 0,0 0 0 0 0,1 1 0 0 0,-1-1 0 0 0,0 1 0 0 0,-1 1 0 0 0,-54 42 837 0 0,-8 11 376 0 0,-84 94-1 0 0,90-80-605 0 0,51-58-557 0 0,-1 0 0 0 0,2 0-1 0 0,0 1 1 0 0,0 1 0 0 0,1-1-1 0 0,1 1 1 0 0,0 0 0 0 0,1 0-1 0 0,-5 26 1 0 0,9-38-128 0 0,0 1 0 0 0,-1-1-1 0 0,1 1 1 0 0,0 0 0 0 0,0-1 0 0 0,0 1 0 0 0,0-1 0 0 0,1 1-1 0 0,-1 0 1 0 0,1-1 0 0 0,0 1 0 0 0,0-1 0 0 0,-1 0-1 0 0,2 1 1 0 0,-1-1 0 0 0,0 1 0 0 0,0-1 0 0 0,1 0 0 0 0,-1 0-1 0 0,1 0 1 0 0,2 2 0 0 0,-1-2-1 0 0,0 0 0 0 0,0 0 0 0 0,0 0-1 0 0,0 0 1 0 0,1-1 0 0 0,-1 0 0 0 0,0 1 0 0 0,1-1 0 0 0,-1 0-1 0 0,1-1 1 0 0,0 1 0 0 0,-1-1 0 0 0,7 0 0 0 0,1 0 0 0 0,1-1 0 0 0,0 0 0 0 0,-1-1 0 0 0,1 0 0 0 0,-1-1 0 0 0,1 0 1 0 0,-1-1-1 0 0,16-8 0 0 0,31-22 5 0 0,-40 21-76 0 0,1 2-1 0 0,31-14 0 0 0,-42 23 31 0 0,0 1-1 0 0,0 0 0 0 0,0 0 0 0 0,0 0 1 0 0,-1 1-1 0 0,1 1 0 0 0,0-1 1 0 0,0 1-1 0 0,0 1 0 0 0,0 0 0 0 0,0 0 1 0 0,13 5-1 0 0,41 8-47 0 0,-45-14 57 0 0,-1 0 0 0 0,0-1 0 0 0,1-1 0 0 0,-1 0 0 0 0,0-2 0 0 0,0 1 0 0 0,0-2 0 0 0,0 0 0 0 0,26-11 0 0 0,-36 12 11 0 0,0 0 0 0 0,0 0 0 0 0,0-1-1 0 0,0 0 1 0 0,-1 0 0 0 0,1 0 0 0 0,-1-1 0 0 0,0 1 0 0 0,0-1-1 0 0,-1 0 1 0 0,0-1 0 0 0,0 1 0 0 0,0-1 0 0 0,0 0-1 0 0,-1 0 1 0 0,0 0 0 0 0,0 0 0 0 0,-1-1 0 0 0,0 1-1 0 0,0-1 1 0 0,0 0 0 0 0,-1 1 0 0 0,0-1 0 0 0,0 0 0 0 0,0-11-1 0 0,-2 10 11 0 0,0 0-1 0 0,0 1 0 0 0,0-1 0 0 0,-1 0 0 0 0,0 1 0 0 0,0-1 1 0 0,-1 1-1 0 0,0 0 0 0 0,0-1 0 0 0,-1 1 0 0 0,0 1 0 0 0,0-1 1 0 0,-1 1-1 0 0,1-1 0 0 0,-9-7 0 0 0,2 4-3 0 0,0 0 0 0 0,0 0 0 0 0,-1 1 0 0 0,-1 0 0 0 0,0 1 0 0 0,0 0-1 0 0,-14-5 1 0 0,26 12-34 0 0,1 1 1 0 0,-1 0-1 0 0,1 0 0 0 0,-1-1 0 0 0,0 1 0 0 0,1 0 0 0 0,-1 0 0 0 0,1 0 0 0 0,-1-1 1 0 0,0 1-1 0 0,1 0 0 0 0,-1 0 0 0 0,1 0 0 0 0,-1 0 0 0 0,0 0 0 0 0,1 0 0 0 0,-1 0 1 0 0,0 1-1 0 0,1-1 0 0 0,-1 0 0 0 0,1 0 0 0 0,-1 0 0 0 0,0 1 0 0 0,1-1 0 0 0,-1 0 1 0 0,1 1-1 0 0,-1-1 0 0 0,1 0 0 0 0,-1 1 0 0 0,1-1 0 0 0,-1 0 0 0 0,1 1 0 0 0,0-1 1 0 0,-1 1-1 0 0,1-1 0 0 0,-1 1 0 0 0,1-1 0 0 0,0 1 0 0 0,0 0 0 0 0,-1-1 0 0 0,1 1 1 0 0,0-1-1 0 0,0 1 0 0 0,0 0 0 0 0,-1-1 0 0 0,1 1 0 0 0,0-1 0 0 0,0 1 0 0 0,0 0 1 0 0,0-1-1 0 0,0 1 0 0 0,0-1 0 0 0,0 1 0 0 0,1 0 0 0 0,-1-1 0 0 0,0 2 0 0 0,0 1-173 0 0,0 0-1 0 0,1-1 1 0 0,-1 1-1 0 0,1 0 0 0 0,0 0 1 0 0,-1 0-1 0 0,1 0 0 0 0,0-1 1 0 0,1 1-1 0 0,2 5 0 0 0,39 37-6297 0 0,-29-35 3832 0 0</inkml:trace>
</inkml:ink>
</file>

<file path=ppt/ink/ink7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06:56.9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72 12 144 0 0,'-1'-1'183'0'0,"1"1"1"0"0,-1-1-1 0 0,0 0 1 0 0,0 0-1 0 0,1 0 0 0 0,-1 0 1 0 0,0 1-1 0 0,0-1 0 0 0,0 0 1 0 0,0 1-1 0 0,1-1 1 0 0,-1 1-1 0 0,0-1 0 0 0,0 1 1 0 0,0-1-1 0 0,0 1 0 0 0,-1 0 1 0 0,1 0-1 0 0,0-1 1 0 0,0 1-1 0 0,0 0 0 0 0,0 0 1 0 0,0 0-1 0 0,0 0 0 0 0,0 0 1 0 0,-2 1-1 0 0,1 0-33 0 0,0-1 0 0 0,0 1 0 0 0,1 1 0 0 0,-1-1 0 0 0,1 0 0 0 0,-1 0-1 0 0,1 1 1 0 0,-1-1 0 0 0,1 0 0 0 0,0 1 0 0 0,-1 0 0 0 0,1-1 0 0 0,-1 3 0 0 0,-2 3 104 0 0,1-1 1 0 0,0 1 0 0 0,0 0 0 0 0,1 0 0 0 0,-1 0 0 0 0,-1 14-1 0 0,4-15-176 0 0,0 0-1 0 0,0 0 1 0 0,1 0-1 0 0,-1 0 0 0 0,2 0 1 0 0,-1 0-1 0 0,0-1 1 0 0,1 1-1 0 0,0 0 0 0 0,1-1 1 0 0,-1 1-1 0 0,1-1 1 0 0,0 0-1 0 0,0 0 0 0 0,1 0 1 0 0,-1 0-1 0 0,1-1 1 0 0,0 1-1 0 0,1-1 0 0 0,-1 0 1 0 0,1 0-1 0 0,0 0 1 0 0,-1-1-1 0 0,2 0 0 0 0,-1 0 1 0 0,0 0-1 0 0,1-1 1 0 0,-1 1-1 0 0,1-1 0 0 0,-1-1 1 0 0,1 1-1 0 0,0-1 1 0 0,10 1-1 0 0,-15-2-52 0 0,1 0 1 0 0,-1-1-1 0 0,1 1 0 0 0,0-1 1 0 0,-1 0-1 0 0,0 0 0 0 0,1 1 1 0 0,-1-1-1 0 0,1 0 0 0 0,-1 0 1 0 0,0 0-1 0 0,0 0 0 0 0,1 0 1 0 0,-1-1-1 0 0,0 1 0 0 0,0 0 0 0 0,0 0 1 0 0,0-1-1 0 0,-1 1 0 0 0,1-1 1 0 0,0 1-1 0 0,0-1 0 0 0,-1 1 1 0 0,1-1-1 0 0,-1 1 0 0 0,0-1 1 0 0,1 0-1 0 0,-1 1 0 0 0,0-1 1 0 0,0 1-1 0 0,0-3 0 0 0,1-4 83 0 0,0 0-1 0 0,-1 0 1 0 0,0 0-1 0 0,-1 0 0 0 0,-1-8 1 0 0,0 7-68 0 0,-1 0 0 0 0,-1 0-1 0 0,1 0 1 0 0,-1 0 0 0 0,-1 1 0 0 0,0-1 0 0 0,0 1 0 0 0,-1 0-1 0 0,1 1 1 0 0,-2-1 0 0 0,-9-9 0 0 0,15 17-106 0 0,1 0 0 0 0,0-1 0 0 0,0 1 0 0 0,0 0 0 0 0,0 0 0 0 0,0-1-1 0 0,0 1 1 0 0,-1 0 0 0 0,1 0 0 0 0,0 0 0 0 0,0-1 0 0 0,0 1 0 0 0,0 0 0 0 0,-1 0 0 0 0,1 0 0 0 0,0-1 0 0 0,0 1 0 0 0,-1 0 0 0 0,1 0 0 0 0,0 0 0 0 0,0 0 0 0 0,-1 0-1 0 0,1 0 1 0 0,0-1 0 0 0,-1 1 0 0 0,1 0 0 0 0,0 0 0 0 0,0 0 0 0 0,-1 0 0 0 0,1 0 0 0 0,0 0 0 0 0,-1 0 0 0 0,1 0 0 0 0,0 0 0 0 0,0 0 0 0 0,-1 1 0 0 0,1-1-1 0 0,0 0 1 0 0,0 0 0 0 0,-1 0 0 0 0,1 0 0 0 0,0 0 0 0 0,0 0 0 0 0,-1 1 0 0 0,1-1 0 0 0,0 0 0 0 0,0 0 0 0 0,-1 0 0 0 0,1 0 0 0 0,0 1 0 0 0,0-1 0 0 0,0 0 0 0 0,0 0-1 0 0,-1 1 1 0 0,1-1 0 0 0,0 0 0 0 0,0 0 0 0 0,0 1 0 0 0,0-1 0 0 0,0 0 0 0 0,0 1 0 0 0,3 18-5348 0 0,0-13 3146 0 0</inkml:trace>
</inkml:ink>
</file>

<file path=ppt/ink/ink7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06:57.3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4 508 0 0,'10'-1'238'0'0,"-1"0"0"0"0,1 0-1 0 0,-1 1 1 0 0,1 0 0 0 0,-1 1 0 0 0,1 0 0 0 0,-1 0-1 0 0,1 1 1 0 0,-1 1 0 0 0,0-1 0 0 0,0 2 0 0 0,0-1-1 0 0,0 1 1 0 0,-1 0 0 0 0,1 1 0 0 0,-1 0 0 0 0,0 0-1 0 0,-1 1 1 0 0,1 0 0 0 0,-1 0 0 0 0,0 1-1 0 0,-1 0 1 0 0,1 0 0 0 0,-2 1 0 0 0,1 0 0 0 0,-1-1-1 0 0,0 2 1 0 0,5 10 0 0 0,-9-17-146 0 0,-1 1 0 0 0,1-1 1 0 0,0 1-1 0 0,-1-1 0 0 0,0 1 0 0 0,0 0 0 0 0,0-1 0 0 0,0 1 1 0 0,0-1-1 0 0,0 1 0 0 0,-1-1 0 0 0,1 1 0 0 0,-1-1 0 0 0,1 1 1 0 0,-1-1-1 0 0,0 1 0 0 0,0-1 0 0 0,0 0 0 0 0,-1 1 1 0 0,1-1-1 0 0,0 0 0 0 0,-1 0 0 0 0,0 0 0 0 0,1 0 0 0 0,-1 0 1 0 0,0 0-1 0 0,-3 2 0 0 0,4-4 461 0 0,-20-19 330 0 0,19 15-838 0 0,1-1 0 0 0,0 0 0 0 0,1 0 0 0 0,-1 0-1 0 0,1 0 1 0 0,0 1 0 0 0,0-1 0 0 0,0 0 0 0 0,1 0 0 0 0,-1 0 0 0 0,1 0 0 0 0,0 1-1 0 0,1-1 1 0 0,-1 0 0 0 0,1 1 0 0 0,0-1 0 0 0,0 1 0 0 0,1 0 0 0 0,-1 0-1 0 0,5-6 1 0 0,-4 5-416 0 0,2-1 0 0 0,-1 0-1 0 0,1 1 1 0 0,0 0-1 0 0,0 0 1 0 0,0 0 0 0 0,0 1-1 0 0,1 0 1 0 0,0 0 0 0 0,0 0-1 0 0,0 1 1 0 0,1-1-1 0 0,7-2 1 0 0,-3 4-2342 0 0,2 0 206 0 0</inkml:trace>
</inkml:ink>
</file>

<file path=ppt/ink/ink7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06:57.8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88 341 184 0 0,'-6'0'854'0'0,"3"-1"-649"0"0,0 1 0 0 0,0 0 0 0 0,0 0 0 0 0,0 0 0 0 0,0 1 0 0 0,0-1 0 0 0,0 1 0 0 0,0 0 0 0 0,0 0 1 0 0,0 0-1 0 0,0 0 0 0 0,0 0 0 0 0,1 1 0 0 0,-1-1 0 0 0,0 1 0 0 0,1-1 0 0 0,-1 1 0 0 0,1 0 0 0 0,0 0 0 0 0,0 0 0 0 0,-1 1 0 0 0,1-1 0 0 0,1 1 0 0 0,-1-1 0 0 0,0 1 0 0 0,1-1 0 0 0,-1 1 0 0 0,1 0 0 0 0,-2 4 0 0 0,2-5-131 0 0,0 0 0 0 0,0 1 0 0 0,0-1 0 0 0,1 0 0 0 0,-1 1 0 0 0,1-1-1 0 0,-1 0 1 0 0,1 1 0 0 0,0-1 0 0 0,0 1 0 0 0,0-1 0 0 0,0 1 0 0 0,0-1-1 0 0,1 0 1 0 0,-1 1 0 0 0,1-1 0 0 0,0 0 0 0 0,-1 1 0 0 0,1-1 0 0 0,0 0 0 0 0,0 0-1 0 0,1 0 1 0 0,-1 0 0 0 0,0 0 0 0 0,1 0 0 0 0,-1 0 0 0 0,1 0 0 0 0,0 0-1 0 0,-1 0 1 0 0,1-1 0 0 0,0 1 0 0 0,0-1 0 0 0,0 0 0 0 0,0 1 0 0 0,0-1 0 0 0,0 0-1 0 0,3 1 1 0 0,-3-2-58 0 0,0-1-1 0 0,1 1 0 0 0,-1 0 1 0 0,0-1-1 0 0,0 1 1 0 0,0-1-1 0 0,0 0 0 0 0,0 0 1 0 0,-1 0-1 0 0,1 0 1 0 0,0 0-1 0 0,0 0 0 0 0,-1 0 1 0 0,1 0-1 0 0,0-1 1 0 0,-1 1-1 0 0,1-1 0 0 0,-1 1 1 0 0,2-3-1 0 0,22-32 103 0 0,-15 18-94 0 0,-1-1 0 0 0,0 1 0 0 0,-2-1 0 0 0,0-1 0 0 0,-1 0 0 0 0,-1 1 0 0 0,-1-2 0 0 0,-1 1 0 0 0,-1 0 0 0 0,0-39 0 0 0,-3 39 3 0 0,2 7 169 0 0,-2 0-1 0 0,0 0 1 0 0,0 0-1 0 0,-1 0 1 0 0,-1 0-1 0 0,0 0 1 0 0,0 1 0 0 0,-10-20-1 0 0,13 30 57 0 0,-17 26-50 0 0,11-7-162 0 0,0 0 0 0 0,1 1 0 0 0,0 0 0 0 0,2 1 0 0 0,0-1 0 0 0,1 0 1 0 0,1 1-1 0 0,1-1 0 0 0,1 1 0 0 0,0-1 0 0 0,1 1 0 0 0,1-1 0 0 0,1 0 0 0 0,10 31 0 0 0,-13-46-39 0 0,1 1-1 0 0,-1-1 1 0 0,1 1 0 0 0,-1-1 0 0 0,1 0-1 0 0,0 0 1 0 0,1 0 0 0 0,-1 0 0 0 0,0 0-1 0 0,1 0 1 0 0,0-1 0 0 0,-1 1 0 0 0,1-1-1 0 0,0 0 1 0 0,0 0 0 0 0,0 0 0 0 0,1 0-1 0 0,-1 0 1 0 0,0-1 0 0 0,1 1 0 0 0,-1-1-1 0 0,1 0 1 0 0,0 0 0 0 0,-1 0 0 0 0,1-1-1 0 0,0 1 1 0 0,4-1 0 0 0,8-1-30 0 0,0 0 1 0 0,0-1-1 0 0,1-1 1 0 0,-2 0-1 0 0,18-6 1 0 0,9-2-34 0 0,-28 8 46 0 0,-4 0 0 0 0,-1 1-1 0 0,0 0 1 0 0,0 1 0 0 0,13-1 0 0 0,-20 2 14 0 0,-1 0 0 0 0,1 0 0 0 0,-1 0-1 0 0,1 1 1 0 0,-1-1 0 0 0,1 0 0 0 0,-1 0 0 0 0,0 1 0 0 0,1-1 0 0 0,-1 1 0 0 0,1-1-1 0 0,-1 1 1 0 0,0 0 0 0 0,0 0 0 0 0,1-1 0 0 0,-1 1 0 0 0,0 0 0 0 0,0 0 0 0 0,0 0-1 0 0,0 0 1 0 0,0 0 0 0 0,0 0 0 0 0,0 1 0 0 0,0-1 0 0 0,0 0 0 0 0,-1 0 0 0 0,1 1-1 0 0,-1-1 1 0 0,1 0 0 0 0,0 1 0 0 0,-1-1 0 0 0,0 1 0 0 0,1-1 0 0 0,-1 2 0 0 0,-1 4-19 0 0,-1-1 1 0 0,0 0 0 0 0,0 0 0 0 0,0 0 0 0 0,-1 0 0 0 0,0 0 0 0 0,0 0 0 0 0,-1-1 0 0 0,1 1 0 0 0,-9 8 0 0 0,-1 4-902 0 0,7-8-730 0 0,0-2-3420 0 0</inkml:trace>
</inkml:ink>
</file>

<file path=ppt/ink/ink7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06:58.2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 1 912 0 0,'0'0'197'0'0,"1"0"1"0"0,0 0-1 0 0,0 0 1 0 0,-1 0-1 0 0,1 0 0 0 0,0 0 1 0 0,0 0-1 0 0,-1 0 0 0 0,1 0 1 0 0,0 0-1 0 0,0 1 0 0 0,-1-1 1 0 0,1 0-1 0 0,0 0 1 0 0,-1 1-1 0 0,1-1 0 0 0,0 1 1 0 0,-1-1-1 0 0,1 1 0 0 0,-1-1 1 0 0,1 1-1 0 0,-1-1 0 0 0,1 1 1 0 0,-1-1-1 0 0,1 1 1 0 0,0 1-1 0 0,10 25 2834 0 0,-2 31-199 0 0,-9-57-2779 0 0,2 10 321 0 0,-2 0 0 0 0,0-1 1 0 0,0 1-1 0 0,-3 15 0 0 0,3-23-493 0 0,-1 0 0 0 0,0 1 1 0 0,0-1-1 0 0,0 0 0 0 0,0 0 0 0 0,0 0 1 0 0,-1 0-1 0 0,1 0 0 0 0,-1 0 0 0 0,0 0 1 0 0,0 0-1 0 0,0-1 0 0 0,0 1 0 0 0,-1-1 1 0 0,1 1-1 0 0,-1-1 0 0 0,-4 4 0 0 0,-2-4-1301 0 0,-6-11-6846 0 0</inkml:trace>
</inkml:ink>
</file>

<file path=ppt/ink/ink7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06:58.5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86 92 0 0,'6'-12'1558'0'0,"-1"-1"0"0"0,-1 0 0 0 0,0 0 1 0 0,2-15-1 0 0,-6 28-1569 0 0,0 0 1 0 0,0-1 0 0 0,0 1 0 0 0,1 0 0 0 0,-1-1-1 0 0,0 1 1 0 0,0 0 0 0 0,0-1 0 0 0,0 1-1 0 0,1 0 1 0 0,-1 0 0 0 0,0-1 0 0 0,0 1-1 0 0,1 0 1 0 0,-1 0 0 0 0,0-1 0 0 0,0 1-1 0 0,1 0 1 0 0,-1 0 0 0 0,0 0 0 0 0,1-1-1 0 0,-1 1 1 0 0,0 0 0 0 0,1 0 0 0 0,-1 0 0 0 0,0 0-1 0 0,1 0 1 0 0,-1 0 0 0 0,0 0 0 0 0,1 0-1 0 0,-1 0 1 0 0,0 0 0 0 0,1 0 0 0 0,-1 0-1 0 0,0 0 1 0 0,1 0 0 0 0,-1 0 0 0 0,0 0-1 0 0,1 0 1 0 0,-1 0 0 0 0,0 0 0 0 0,1 1-1 0 0,-1-1 1 0 0,1 0 0 0 0,12 5-3844 0 0</inkml:trace>
</inkml:ink>
</file>

<file path=ppt/ink/ink7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06:58.8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 0 732 0 0,'-25'80'7989'0'0,"26"-80"-7919"0"0,0 0 1 0 0,-1 1-1 0 0,1-1 0 0 0,0 0 1 0 0,-1 1-1 0 0,1-1 0 0 0,0 0 1 0 0,0 0-1 0 0,-1 0 0 0 0,1 1 1 0 0,0-1-1 0 0,0 0 1 0 0,-1 0-1 0 0,1 0 0 0 0,0 0 1 0 0,0-1-1 0 0,-1 1 0 0 0,1 0 1 0 0,0 0-1 0 0,-1 0 1 0 0,1 0-1 0 0,0-1 0 0 0,0 1 1 0 0,-1 0-1 0 0,1-1 0 0 0,0 1 1 0 0,-1-1-1 0 0,1 1 1 0 0,-1-1-1 0 0,2 0 0 0 0,38-20 315 0 0,-12 5-18 0 0,10 6 138 0 0,-36 10-463 0 0,14 5 53 0 0,-7 18-1596 0 0,-9-21 1018 0 0,1 1 0 0 0,0 0 0 0 0,0-1 0 0 0,0 1 0 0 0,0 0 0 0 0,0-1 0 0 0,1 1 0 0 0,-1-1 0 0 0,1 0 0 0 0,-1 0 0 0 0,1 1 0 0 0,2 1 0 0 0,7 4-2061 0 0</inkml:trace>
</inkml:ink>
</file>

<file path=ppt/ink/ink7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06:59.2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112 8 100 0 0,'-4'-2'4015'0'0,"-15"-4"-1293"0"0,7 13-2021 0 0,0 0 0 0 0,0 1 0 0 0,1 0 0 0 0,0 1 0 0 0,-10 11 0 0 0,11-11-212 0 0,10-8-452 0 0,1 0-1 0 0,-1 0 0 0 0,0 0 0 0 0,1 0 0 0 0,-1 0 1 0 0,0 0-1 0 0,1 0 0 0 0,0 0 0 0 0,-1 0 1 0 0,1 0-1 0 0,-1 0 0 0 0,1 0 0 0 0,0-1 0 0 0,0 1 1 0 0,0 0-1 0 0,-1 0 0 0 0,1-1 0 0 0,0 1 0 0 0,0 0 1 0 0,0-1-1 0 0,2 1 0 0 0,12-1 223 0 0,0 1-1 0 0,1 0 0 0 0,19 4 1 0 0,4 11-853 0 0,-37-14 167 0 0,1 0 0 0 0,0 0 0 0 0,-1 0 0 0 0,0 0 0 0 0,1 1-1 0 0,-1-1 1 0 0,0 1 0 0 0,0-1 0 0 0,-1 1 0 0 0,4 5 0 0 0,-1-3-2629 0 0,1 0 237 0 0</inkml:trace>
</inkml:ink>
</file>

<file path=ppt/ink/ink7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07:00.0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1 273 300 0 0,'0'-11'1875'0'0,"0"7"-1562"0"0,0 0 0 0 0,-1 1-1 0 0,1-1 1 0 0,0 0 0 0 0,1 1-1 0 0,-1-1 1 0 0,1 0-1 0 0,0 1 1 0 0,0-1 0 0 0,0 1-1 0 0,0-1 1 0 0,0 1 0 0 0,1-1-1 0 0,0 1 1 0 0,-1 0 0 0 0,1 0-1 0 0,0 0 1 0 0,1 0 0 0 0,-1 0-1 0 0,4-3 1 0 0,17-15 21 0 0,1 2 0 0 0,1 1 0 0 0,0 1 0 0 0,1 1 0 0 0,1 1 0 0 0,1 1 0 0 0,0 2 0 0 0,0 1 0 0 0,1 1 0 0 0,1 1 0 0 0,-1 2 0 0 0,1 1 0 0 0,1 1 0 0 0,49-1 0 0 0,-74 6-310 0 0,-1 0 0 0 0,1 0 0 0 0,0 1 0 0 0,0 0 1 0 0,-1 0-1 0 0,1 1 0 0 0,0-1 0 0 0,-1 1 0 0 0,0 1 0 0 0,1-1 0 0 0,-1 1 0 0 0,0 0 0 0 0,0 0 0 0 0,0 0 0 0 0,7 7 0 0 0,-10-7-17 0 0,0 0 0 0 0,0 0 0 0 0,0 0 0 0 0,0 0 0 0 0,0 1 0 0 0,-1-1 0 0 0,1 1 0 0 0,-1-1 0 0 0,0 1 0 0 0,0 0 0 0 0,0-1 0 0 0,-1 1 0 0 0,1 0-1 0 0,-1 0 1 0 0,0 0 0 0 0,0-1 0 0 0,0 1 0 0 0,-1 0 0 0 0,1 0 0 0 0,-1-1 0 0 0,0 1 0 0 0,0 0 0 0 0,0-1 0 0 0,-3 6 0 0 0,-1 1-7 0 0,1 1 1 0 0,-2-1-1 0 0,0-1 0 0 0,0 1 1 0 0,0-1-1 0 0,-1 0 0 0 0,0-1 0 0 0,-1 1 1 0 0,0-1-1 0 0,-18 13 0 0 0,2 0-37 0 0,225-78-2374 0 0,-162 49 2125 0 0,0-3-1 0 0,-1 0 1 0 0,-1-3 0 0 0,0-1 0 0 0,-1-2-1 0 0,66-41 1 0 0,-98 55 255 0 0,0-1 1 0 0,0 1-1 0 0,0-1 0 0 0,-1 0 1 0 0,0 0-1 0 0,0 0 0 0 0,0-1 1 0 0,4-7-1 0 0,-7 11 33 0 0,-1 0 0 0 0,1 1 0 0 0,0-1 1 0 0,0 0-1 0 0,0 0 0 0 0,-1 1 0 0 0,1-1 0 0 0,0 0 0 0 0,-1 1 0 0 0,1-1 1 0 0,0 1-1 0 0,-1-1 0 0 0,1 0 0 0 0,-1 1 0 0 0,1-1 0 0 0,-1 1 1 0 0,1-1-1 0 0,-1 1 0 0 0,0-1 0 0 0,1 1 0 0 0,-1 0 0 0 0,1-1 1 0 0,-1 1-1 0 0,0 0 0 0 0,1-1 0 0 0,-1 1 0 0 0,0 0 0 0 0,0 0 0 0 0,1 0 1 0 0,-1 0-1 0 0,0-1 0 0 0,1 1 0 0 0,-1 0 0 0 0,0 0 0 0 0,0 0 1 0 0,1 1-1 0 0,-1-1 0 0 0,0 0 0 0 0,0 0 0 0 0,-27 0 155 0 0,24 1-134 0 0,0 1 0 0 0,0-1 0 0 0,0 1 1 0 0,1 0-1 0 0,-1 0 0 0 0,1 0 0 0 0,-1 0 0 0 0,1 0 0 0 0,0 1 0 0 0,0 0 0 0 0,0 0 0 0 0,0 0 0 0 0,0 0 0 0 0,0 0 0 0 0,1 0 0 0 0,0 1 1 0 0,0-1-1 0 0,0 1 0 0 0,0 0 0 0 0,0-1 0 0 0,1 1 0 0 0,-1 0 0 0 0,1 0 0 0 0,0 0 0 0 0,0 0 0 0 0,1 0 0 0 0,-1 1 0 0 0,1-1 0 0 0,0 5 0 0 0,0-6-19 0 0,0 1 0 0 0,0 0 0 0 0,1 0-1 0 0,-1-1 1 0 0,1 1 0 0 0,0 0 0 0 0,0-1-1 0 0,0 1 1 0 0,1-1 0 0 0,-1 1 0 0 0,1-1-1 0 0,0 0 1 0 0,0 0 0 0 0,0 1 0 0 0,0-1-1 0 0,1 0 1 0 0,-1-1 0 0 0,1 1 0 0 0,-1 0-1 0 0,1-1 1 0 0,0 0 0 0 0,0 1 0 0 0,0-1-1 0 0,1 0 1 0 0,-1-1 0 0 0,0 1 0 0 0,1-1-1 0 0,-1 1 1 0 0,1-1 0 0 0,0 0 0 0 0,5 1-1 0 0,5-1-48 0 0,-1-1 1 0 0,1 0-1 0 0,0-1 0 0 0,-1 0 0 0 0,1-1 0 0 0,-1-1 0 0 0,0 0 1 0 0,0-1-1 0 0,0 0 0 0 0,21-10 0 0 0,5-6 19 0 0,71-47 0 0 0,-109 66 33 0 0,-1 1 0 0 0,0 0 1 0 0,0 0-1 0 0,1-1 0 0 0,-1 1 0 0 0,0 0 1 0 0,1 0-1 0 0,-1 0 0 0 0,0 0 0 0 0,1-1 1 0 0,-1 1-1 0 0,0 0 0 0 0,1 0 0 0 0,-1 0 1 0 0,1 0-1 0 0,-1 0 0 0 0,0 0 0 0 0,1 0 1 0 0,-1 0-1 0 0,0 0 0 0 0,1 0 0 0 0,-1 0 1 0 0,0 0-1 0 0,1 0 0 0 0,-1 1 0 0 0,0-1 1 0 0,1 0-1 0 0,-1 0 0 0 0,0 0 0 0 0,1 0 1 0 0,-1 1-1 0 0,0-1 0 0 0,1 0 0 0 0,-1 0 1 0 0,1 1-1 0 0,5 15 110 0 0,-4 25 28 0 0,-2-37-94 0 0,0-4-47 0 0,0 1-1 0 0,0 0 1 0 0,0 0-1 0 0,0-1 1 0 0,0 1-1 0 0,0 0 1 0 0,0 0 0 0 0,0 0-1 0 0,0-1 1 0 0,0 1-1 0 0,1 0 1 0 0,-1 0 0 0 0,0-1-1 0 0,1 1 1 0 0,-1 0-1 0 0,0-1 1 0 0,1 1-1 0 0,-1 0 1 0 0,1-1 0 0 0,-1 1-1 0 0,1-1 1 0 0,-1 1-1 0 0,1-1 1 0 0,0 1 0 0 0,-1-1-1 0 0,1 1 1 0 0,0-1-1 0 0,-1 0 1 0 0,1 1-1 0 0,0-1 1 0 0,0 1 0 0 0,2-1-1 0 0,0 0 1 0 0,-1 0 0 0 0,1 0 0 0 0,-1 0 0 0 0,1 0 0 0 0,-1-1 0 0 0,1 1 0 0 0,-1-1-1 0 0,1 1 1 0 0,2-2 0 0 0,68-35 10 0 0,-57 28 11 0 0,-15 8-13 0 0,1 1 0 0 0,-1-1 0 0 0,1 1 0 0 0,0-1 0 0 0,-1 1 0 0 0,1 0 0 0 0,-1 0 1 0 0,1 0-1 0 0,0-1 0 0 0,-1 2 0 0 0,1-1 0 0 0,-1 0 0 0 0,1 0 0 0 0,0 0 0 0 0,-1 1 0 0 0,1-1 0 0 0,-1 1 0 0 0,1-1 0 0 0,-1 1 0 0 0,1 0 0 0 0,1 1 0 0 0,32 25-173 0 0,-6-5-3907 0 0,-23-20 1454 0 0,2 0 199 0 0</inkml:trace>
</inkml:ink>
</file>

<file path=ppt/ink/ink7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07:00.9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226 59 876 0 0,'7'-23'2689'0'0,"2"-12"4844"0"0,-33 51-6799 0 0,8-2-520 0 0,1 0-1 0 0,1 1 1 0 0,0 1-1 0 0,1 1 1 0 0,0 0-1 0 0,2 0 1 0 0,0 1-1 0 0,1 1 1 0 0,-12 28-1 0 0,3 6 48 0 0,2 1-1 0 0,-13 67 1 0 0,26-101-221 0 0,0 1 1 0 0,2-1 0 0 0,0 1 0 0 0,1-1 0 0 0,1 1-1 0 0,1 0 1 0 0,7 36 0 0 0,-7-50-41 0 0,1 0-1 0 0,0-1 1 0 0,0 1-1 0 0,0-1 1 0 0,1 1 0 0 0,0-1-1 0 0,0 0 1 0 0,1 0 0 0 0,-1-1-1 0 0,1 1 1 0 0,1-1-1 0 0,-1 1 1 0 0,1-1 0 0 0,0-1-1 0 0,0 1 1 0 0,0-1 0 0 0,0 0-1 0 0,1 0 1 0 0,0 0-1 0 0,0-1 1 0 0,0 0 0 0 0,0 0-1 0 0,1 0 1 0 0,-1-1-1 0 0,1 0 1 0 0,11 2 0 0 0,-10-3 1 0 0,0-1 1 0 0,1 0 0 0 0,-1 0-1 0 0,0 0 1 0 0,0-1 0 0 0,1-1-1 0 0,-1 1 1 0 0,0-1 0 0 0,0-1-1 0 0,-1 1 1 0 0,1-1 0 0 0,0-1 0 0 0,11-6-1 0 0,-5 1 3 0 0,-1 0 0 0 0,0 0 0 0 0,0-2-1 0 0,-1 1 1 0 0,-1-2 0 0 0,12-12 0 0 0,-22 22 9 0 0,1-1 1 0 0,0 1-1 0 0,-1 0 1 0 0,0-1-1 0 0,0 1 1 0 0,1-1-1 0 0,-1 0 1 0 0,-1 1-1 0 0,1-1 1 0 0,0 0-1 0 0,-1 0 1 0 0,1 1-1 0 0,-1-1 1 0 0,0 0-1 0 0,0 0 1 0 0,0 0-1 0 0,0 0 1 0 0,-1 1-1 0 0,1-1 1 0 0,-2-3-1 0 0,1 5-9 0 0,0 1 0 0 0,0 0 0 0 0,0 0 1 0 0,0 0-1 0 0,0 0 0 0 0,0 0 0 0 0,0 0 0 0 0,0 0 0 0 0,0 1 0 0 0,0-1 0 0 0,-1 0 0 0 0,1 1 1 0 0,0-1-1 0 0,0 0 0 0 0,0 1 0 0 0,1-1 0 0 0,-1 1 0 0 0,-1 1 0 0 0,-10 4 16 0 0,9-4-20 0 0,1 0 1 0 0,-1-1-1 0 0,1 1 1 0 0,0 1-1 0 0,-1-1 0 0 0,1 0 1 0 0,0 1-1 0 0,0-1 0 0 0,0 1 1 0 0,1-1-1 0 0,-1 1 1 0 0,1 0-1 0 0,-1 0 0 0 0,1-1 1 0 0,0 1-1 0 0,0 0 0 0 0,0 0 1 0 0,1 0-1 0 0,-1 1 1 0 0,1-1-1 0 0,-1 0 0 0 0,1 0 1 0 0,0 0-1 0 0,1 5 0 0 0,-1-6-6 0 0,0 1-1 0 0,0-1 1 0 0,0 0-1 0 0,0 0 1 0 0,0 0-1 0 0,1 1 1 0 0,-1-1-1 0 0,1 0 1 0 0,0 0-1 0 0,0 0 1 0 0,0 0-1 0 0,0 0 1 0 0,0 0-1 0 0,0 0 1 0 0,0 0-1 0 0,1-1 1 0 0,-1 1-1 0 0,0 0 1 0 0,1-1-1 0 0,0 1 1 0 0,-1-1 0 0 0,1 1-1 0 0,0-1 1 0 0,0 0-1 0 0,0 0 1 0 0,0 0-1 0 0,0 0 1 0 0,0 0-1 0 0,0 0 1 0 0,0 0-1 0 0,0-1 1 0 0,0 1-1 0 0,0-1 1 0 0,4 1-1 0 0,5-3-14 0 0,1 1 0 0 0,-1-1 0 0 0,1-1 0 0 0,-1 0 0 0 0,0-1 0 0 0,0 0 0 0 0,-1-1 0 0 0,20-11 0 0 0,-15 8 8 0 0,0 1 1 0 0,0 0-1 0 0,17-4 1 0 0,-10 3 28 0 0,0 3-38 0 0,-21 5 21 0 0,-1 1 0 0 0,1-1 0 0 0,0 1 0 0 0,-1-1 0 0 0,1 1 0 0 0,0-1 0 0 0,-1 1-1 0 0,1 0 1 0 0,-1-1 0 0 0,1 1 0 0 0,-1 0 0 0 0,0-1 0 0 0,1 1 0 0 0,-1 0 0 0 0,0 0 0 0 0,1-1 0 0 0,-1 1 0 0 0,0 0 0 0 0,0 0 0 0 0,0 0 0 0 0,0-1 0 0 0,0 1 0 0 0,0 0 0 0 0,0 0 0 0 0,0 0 0 0 0,0 0 0 0 0,0-1 0 0 0,0 2 0 0 0,-1 0 1 0 0,1-1 1 0 0,0 0-1 0 0,0 0 0 0 0,0 0 1 0 0,0 0-1 0 0,0 0 1 0 0,0 0-1 0 0,0 1 1 0 0,0-1-1 0 0,1 0 0 0 0,-1 0 1 0 0,0 0-1 0 0,1 0 1 0 0,-1 0-1 0 0,1 0 1 0 0,-1 0-1 0 0,1 0 0 0 0,-1 0 1 0 0,1 0-1 0 0,0 0 1 0 0,0 0-1 0 0,-1 0 1 0 0,1-1-1 0 0,0 1 0 0 0,0 0 1 0 0,0 0-1 0 0,0-1 1 0 0,0 1-1 0 0,1 0 0 0 0,2 0 4 0 0,0-1-1 0 0,0 0 1 0 0,0 0-1 0 0,1 0 0 0 0,-1 0 1 0 0,0-1-1 0 0,0 0 1 0 0,0 1-1 0 0,5-3 0 0 0,15-5-177 0 0,14-2 347 0 0,-16 14-4024 0 0,-8-1-2213 0 0,-5-2 3175 0 0</inkml:trace>
</inkml:ink>
</file>

<file path=ppt/ink/ink7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07:01.2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24 168 0 0,'1'4'9460'0'0,"0"10"-8828"0"0,-1-11-543 0 0,1-1 0 0 0,-1 1 0 0 0,1-1 0 0 0,0 1 0 0 0,0-1 0 0 0,0 1 0 0 0,0-1 0 0 0,0 0 0 0 0,0 0 0 0 0,1 1 0 0 0,-1-1 0 0 0,1 0 0 0 0,-1 0 0 0 0,1 0 0 0 0,0-1 0 0 0,0 1 0 0 0,0 0 0 0 0,0-1 0 0 0,0 1 0 0 0,0-1 0 0 0,0 1 0 0 0,0-1 0 0 0,1 0 0 0 0,-1 0 0 0 0,1 0 0 0 0,3 0 0 0 0,1 2-16 0 0,0-1 0 0 0,0 0-1 0 0,0-1 1 0 0,1 0 0 0 0,-1 0 0 0 0,1 0 0 0 0,13-1 0 0 0,-12-2 40 0 0,0 1-1 0 0,-1-1 1 0 0,1 0 0 0 0,0-1-1 0 0,-1 0 1 0 0,0 0 0 0 0,1-1 0 0 0,-1 0-1 0 0,-1 0 1 0 0,1-1 0 0 0,-1 0-1 0 0,1-1 1 0 0,-1 1 0 0 0,-1-2 0 0 0,1 1-1 0 0,10-14 1 0 0,-9 8 1182 0 0,2 3 1141 0 0,5 22-1662 0 0,14 12-2402 0 0,-18-20-1877 0 0,0-2-4124 0 0</inkml:trace>
</inkml:ink>
</file>

<file path=ppt/ink/ink7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07:01.6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44 628 0 0,'0'0'1308'0'0,"4"-9"-112"0"0,-2 6-124 0 0,2-4-92 0 0,-2 2-107 0 0,6 0-85 0 0,-3-1-80 0 0,1 3-76 0 0,2 1-76 0 0,0-1-92 0 0,3 3-608 0 0,2 3-1092 0 0,-9-1-68 0 0,4 0-3509 0 0</inkml:trace>
</inkml:ink>
</file>

<file path=ppt/ink/ink7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07:03.9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393 128 524 0 0,'2'-8'753'0'0,"-1"0"1"0"0,0 0-1 0 0,0 0 1 0 0,-1 0-1 0 0,0 0 0 0 0,-1 0 1 0 0,0 0-1 0 0,0 0 0 0 0,-3-9 1 0 0,3 15-643 0 0,1 0-1 0 0,-1 0 1 0 0,0 0 0 0 0,-1-1-1 0 0,1 1 1 0 0,0 0 0 0 0,0 1-1 0 0,-1-1 1 0 0,1 0 0 0 0,-1 0-1 0 0,0 1 1 0 0,1-1 0 0 0,-1 0-1 0 0,0 1 1 0 0,0 0 0 0 0,0 0-1 0 0,0-1 1 0 0,0 1 0 0 0,0 0 0 0 0,0 0-1 0 0,-1 1 1 0 0,1-1 0 0 0,0 0-1 0 0,0 1 1 0 0,-1-1 0 0 0,1 1-1 0 0,0 0 1 0 0,-1 0 0 0 0,1 0-1 0 0,0 0 1 0 0,-1 0 0 0 0,1 1-1 0 0,0-1 1 0 0,-1 1 0 0 0,-1 0-1 0 0,-20 5 198 0 0,0 0 0 0 0,1 2 0 0 0,0 1 0 0 0,0 0-1 0 0,-31 20 1 0 0,39-21-148 0 0,0 2 1 0 0,1 0-1 0 0,0 1 0 0 0,1 0 0 0 0,0 1 1 0 0,1 0-1 0 0,0 1 0 0 0,-15 22 0 0 0,25-32-138 0 0,0-1 0 0 0,1 0-1 0 0,-1 1 1 0 0,1-1 0 0 0,0 1-1 0 0,-1-1 1 0 0,1 1 0 0 0,0-1-1 0 0,1 1 1 0 0,-1 0 0 0 0,0 0-1 0 0,1-1 1 0 0,0 1 0 0 0,-1 0-1 0 0,1 0 1 0 0,0 0 0 0 0,0-1-1 0 0,1 1 1 0 0,-1 0 0 0 0,1 0-1 0 0,-1 0 1 0 0,1-1 0 0 0,0 1-1 0 0,0 0 1 0 0,0-1 0 0 0,0 1-1 0 0,3 4 1 0 0,-1-5-17 0 0,0 1 0 0 0,0 0 1 0 0,0-1-1 0 0,0 0 0 0 0,1 0 0 0 0,-1 0 0 0 0,1 0 0 0 0,-1 0 1 0 0,1-1-1 0 0,0 1 0 0 0,0-1 0 0 0,-1 0 0 0 0,1 0 0 0 0,0-1 1 0 0,0 1-1 0 0,0-1 0 0 0,0 0 0 0 0,0 0 0 0 0,5 0 0 0 0,7-2-67 0 0,0 0-1 0 0,0-1 1 0 0,-1 0-1 0 0,1-1 0 0 0,-1-1 1 0 0,0 0-1 0 0,0-1 0 0 0,0-1 1 0 0,-1-1-1 0 0,0 0 1 0 0,0 0-1 0 0,-1-1 0 0 0,-1-1 1 0 0,1 0-1 0 0,-1-1 0 0 0,20-24 1 0 0,-18 20-85 0 0,-5 18 56 0 0,1 32 21 0 0,-1 3 62 0 0,-7-36 6 0 0,-1 1 0 0 0,1-1 1 0 0,-1 0-1 0 0,1 0 1 0 0,0 0-1 0 0,-1 0 0 0 0,1 0 1 0 0,0 0-1 0 0,1 0 1 0 0,-1-1-1 0 0,0 1 0 0 0,0-1 1 0 0,1 1-1 0 0,-1-1 0 0 0,0 0 1 0 0,1 0-1 0 0,0 0 1 0 0,-1 0-1 0 0,5 0 0 0 0,-1 0 0 0 0,-1-1-1 0 0,1 0 1 0 0,-1 0-1 0 0,1-1 1 0 0,-1 1-1 0 0,0-1 1 0 0,1 0-1 0 0,-1-1 1 0 0,7-2-1 0 0,11-6-22 0 0,-1-1 0 0 0,0 0 0 0 0,29-23 0 0 0,-40 27 1 0 0,93-61-333 0 0,-100 66 345 0 0,0 1 1 0 0,0-1-1 0 0,1 1 0 0 0,-1-1 1 0 0,1 2-1 0 0,-1-1 0 0 0,1 0 1 0 0,0 1-1 0 0,-1 0 0 0 0,1 0 1 0 0,-1 0-1 0 0,1 0 0 0 0,0 1 1 0 0,-1 0-1 0 0,1 0 0 0 0,-1 0 1 0 0,0 0-1 0 0,1 1 0 0 0,-1 0 1 0 0,0 0-1 0 0,0 0 0 0 0,0 0 1 0 0,0 1-1 0 0,4 2 1 0 0,-2-1 4 0 0,0 0 1 0 0,0-1 0 0 0,1 0 0 0 0,-1 0 0 0 0,1-1 0 0 0,0 0 0 0 0,0 0 0 0 0,0 0-1 0 0,13 1 1 0 0,-6-3-3 0 0,-9 0 5 0 0,1 1 0 0 0,-1-1 0 0 0,1 0 0 0 0,0 0 0 0 0,-1 0 0 0 0,1-1 0 0 0,0 0 0 0 0,-1 0 0 0 0,1 0 0 0 0,-1-1 0 0 0,0 0 0 0 0,1 0 0 0 0,-1 0 0 0 0,0-1 0 0 0,0 0 0 0 0,0 0 0 0 0,-1 0 0 0 0,1 0 0 0 0,5-6 0 0 0,25-34 1614 0 0,-36 46-1607 0 0,1 0 0 0 0,-1 1 1 0 0,1-1-1 0 0,0 0 0 0 0,1 0 0 0 0,-1 1 0 0 0,0-1 0 0 0,1 0 0 0 0,0 0 1 0 0,2 6-1 0 0,-3-7-61 0 0,1 2-90 0 0,1 0 0 0 0,0 0 0 0 0,-1 0 1 0 0,1 0-1 0 0,1-1 0 0 0,-1 1 0 0 0,0-1 1 0 0,1 1-1 0 0,0-1 0 0 0,0 0 0 0 0,0 0 0 0 0,0 0 1 0 0,0-1-1 0 0,0 1 0 0 0,1-1 0 0 0,0 1 1 0 0,3 1-1 0 0,7 3-1565 0 0,-1-1-1 0 0,1 0 1 0 0,21 5 0 0 0,-5-3-1521 0 0</inkml:trace>
</inkml:ink>
</file>

<file path=ppt/ink/ink7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07:04.7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31 466 10541 0 0,'0'0'756'0'0,"-1"3"-745"0"0,-1 4-6 0 0,1-1-1 0 0,0 1 0 0 0,1-1 1 0 0,-1 0-1 0 0,1 1 0 0 0,0-1 1 0 0,1 1-1 0 0,1 8 0 0 0,-1-7 8 0 0,0-1 0 0 0,-1 1 0 0 0,1-1 0 0 0,-1 1 0 0 0,-1-1 0 0 0,0 1 0 0 0,0 0 0 0 0,-3 12 0 0 0,4-19 3 0 0,-1-1 1 0 0,1 1-1 0 0,0-1 1 0 0,0 1-1 0 0,0 0 0 0 0,0-1 1 0 0,-1 1-1 0 0,1-1 1 0 0,0 1-1 0 0,0-1 0 0 0,-1 1 1 0 0,1-1-1 0 0,-1 1 1 0 0,1-1-1 0 0,0 1 0 0 0,-1-1 1 0 0,1 1-1 0 0,-1-1 1 0 0,1 0-1 0 0,-1 1 0 0 0,1-1 1 0 0,-1 0-1 0 0,1 1 1 0 0,-1-1-1 0 0,0 0 1 0 0,-7-10 195 0 0,3-28-54 0 0,9 26-139 0 0,1-1 0 0 0,0 1 0 0 0,1 0 0 0 0,0 0-1 0 0,1 1 1 0 0,1-1 0 0 0,0 2 0 0 0,18-21 0 0 0,-6 7 11 0 0,-19 23-28 0 0,0 0 0 0 0,0 0 0 0 0,0 0 0 0 0,-1 0 0 0 0,1 0 0 0 0,0 1 0 0 0,0-1 0 0 0,0 0 0 0 0,1 1 0 0 0,-1-1 0 0 0,0 1 0 0 0,0-1 0 0 0,0 1 0 0 0,0-1 0 0 0,0 1 0 0 0,1 0 0 0 0,-1 0 0 0 0,0-1 0 0 0,0 1 0 0 0,1 0 0 0 0,-1 0 0 0 0,0 0 0 0 0,0 1 0 0 0,0-1 0 0 0,1 0 0 0 0,-1 0 0 0 0,0 1 0 0 0,0-1 0 0 0,0 0 0 0 0,1 1 0 0 0,-1-1 1 0 0,0 1-1 0 0,0 0 0 0 0,0-1 0 0 0,1 2 0 0 0,28 25-3 0 0,-30-27 2 0 0,16 18 5 0 0,1 1 0 0 0,0-2 0 0 0,2-1 0 0 0,30 23 0 0 0,-37-32-2 0 0,0 0-1 0 0,0-1 0 0 0,0-1 1 0 0,1 0-1 0 0,0 0 0 0 0,0-1 1 0 0,0-1-1 0 0,0 0 0 0 0,0-1 1 0 0,15 1-1 0 0,-2-2-9 0 0,0-1 0 0 0,0-1 0 0 0,0-1 0 0 0,-1-1 0 0 0,29-7 0 0 0,-43 7 4 0 0,0 0 0 0 0,0-1 0 0 0,0 0 0 0 0,-1 0 0 0 0,0-1 1 0 0,0 0-1 0 0,0-1 0 0 0,0 0 0 0 0,-1-1 0 0 0,0 0 0 0 0,-1-1 0 0 0,1 1 0 0 0,-1-1 0 0 0,7-10 0 0 0,-13 15 10 0 0,-1 0 0 0 0,1 0 0 0 0,-1 0 1 0 0,0 0-1 0 0,1 0 0 0 0,-1 0 0 0 0,-1 0 1 0 0,1 0-1 0 0,0 0 0 0 0,-1 0 0 0 0,0 0 0 0 0,0-1 1 0 0,0 1-1 0 0,0 0 0 0 0,0 0 0 0 0,0 0 1 0 0,-1-1-1 0 0,0 1 0 0 0,1 0 0 0 0,-3-5 0 0 0,-3-6 188 0 0,-1 0 0 0 0,0 0-1 0 0,-11-16 1 0 0,11 20 18 0 0,0-1 1 0 0,2 0-1 0 0,-1 0 0 0 0,-5-16 1 0 0,10 19-169 0 0,-1 0 0 0 0,2 0 0 0 0,-1 0 0 0 0,1 0 0 0 0,0 0 1 0 0,1-1-1 0 0,0 1 0 0 0,0 0 0 0 0,1 0 0 0 0,0 0 0 0 0,0 1 0 0 0,1-1 1 0 0,0 0-1 0 0,1 1 0 0 0,-1 0 0 0 0,1-1 0 0 0,1 2 0 0 0,-1-1 0 0 0,1 0 1 0 0,0 1-1 0 0,1 0 0 0 0,10-10 0 0 0,-3 5-18 0 0,0 0 1 0 0,1 0-1 0 0,0 1 0 0 0,0 1 1 0 0,1 0-1 0 0,0 1 0 0 0,1 1 0 0 0,0 1 1 0 0,31-9-1 0 0,-32 11-17 0 0,0 1 1 0 0,0 1-1 0 0,0 0 0 0 0,0 2 0 0 0,0-1 1 0 0,0 2-1 0 0,1 0 0 0 0,15 3 0 0 0,-23-2-5 0 0,0 0-1 0 0,0 1 0 0 0,-1 0 1 0 0,1 0-1 0 0,-1 0 0 0 0,1 1 1 0 0,-1 0-1 0 0,0 1 0 0 0,-1-1 0 0 0,1 1 1 0 0,-1 1-1 0 0,0-1 0 0 0,0 1 1 0 0,0 0-1 0 0,-1 1 0 0 0,8 12 0 0 0,-1 0 0 0 0,-2 1-1 0 0,-1 0 1 0 0,0 1-1 0 0,-1 0 1 0 0,-2 1-1 0 0,0-1 1 0 0,4 30-1 0 0,-6-16-6 0 0,-1 0 1 0 0,-2 0-1 0 0,-1 0 0 0 0,-5 36 0 0 0,-9 14-3173 0 0,11-76-3676 0 0</inkml:trace>
</inkml:ink>
</file>

<file path=ppt/ink/ink7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07:05.0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31 696 0 0,'0'0'1000'0'0,"16"-7"-96"0"0,-9 4-60 0 0,9-2-88 0 0,1-1-80 0 0,-3 3-63 0 0,5 1-65 0 0,0-1-52 0 0,6 1-68 0 0,2 2-220 0 0,-2 0-196 0 0,5 2-168 0 0,13-4-152 0 0,-1 2-236 0 0,6 5-489 0 0,-2-5-1111 0 0,0 4 492 0 0</inkml:trace>
</inkml:ink>
</file>

<file path=ppt/ink/ink7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07:05.8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201 260 8677 0 0,'5'-40'575'0'0,"-1"-1"0"0"0,-1 1 0 0 0,-3-1 0 0 0,-6-56 0 0 0,-1 105 1371 0 0,-6 24-1301 0 0,-14 40-152 0 0,-11 63 551 0 0,5 2 1 0 0,-16 160-1 0 0,45-272-1041 0 0,-9 54-616 0 0,-1-29-4210 0 0,6-49-1846 0 0</inkml:trace>
</inkml:ink>
</file>

<file path=ppt/ink/ink7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07:06.2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1 152 32 0 0,'12'-15'2355'0'0,"7"3"-1919"0"0,0 1 1 0 0,0 1 0 0 0,1 0-1 0 0,0 2 1 0 0,1 0-1 0 0,0 2 1 0 0,29-7-1 0 0,8-3 183 0 0,79-19 835 0 0,-121 32-1159 0 0,0 1 0 0 0,1 0 0 0 0,-1 1 1 0 0,0 1-1 0 0,1 1 0 0 0,26 4 0 0 0,-38-4-175 0 0,0 1 0 0 0,1-1 1 0 0,-1 1-1 0 0,0 1 0 0 0,-1-1 0 0 0,1 1 0 0 0,0-1 0 0 0,-1 1 0 0 0,1 1 0 0 0,-1-1 1 0 0,0 1-1 0 0,0-1 0 0 0,4 6 0 0 0,-6-6-54 0 0,0-1 1 0 0,0 1-1 0 0,0-1 0 0 0,-1 1 1 0 0,1 0-1 0 0,-1 0 0 0 0,0-1 1 0 0,0 1-1 0 0,0 0 0 0 0,0 0 0 0 0,0 0 1 0 0,-1 1-1 0 0,1-1 0 0 0,-1 0 1 0 0,0 0-1 0 0,0 0 0 0 0,0 0 1 0 0,0 0-1 0 0,-1 0 0 0 0,1 1 1 0 0,-1-1-1 0 0,0 0 0 0 0,0 0 1 0 0,-1 3-1 0 0,-6 13 177 0 0,4-9-221 0 0,-1 1-1 0 0,0-1 1 0 0,-1 0-1 0 0,0 0 0 0 0,0 0 1 0 0,-9 9-1 0 0,-12 21-3723 0 0</inkml:trace>
</inkml:ink>
</file>

<file path=ppt/ink/ink7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07:06.5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0 115 432 0 0,'17'-57'3016'0'0,"-4"21"-303"0"0,-5 16-1003 0 0,1 19-933 0 0,8 29-4402 0 0,-14-23 2269 0 0,-1 3-707 0 0</inkml:trace>
</inkml:ink>
</file>

<file path=ppt/ink/ink7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07:06.8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93 588 0 0,'17'7'3258'0'0,"-3"-10"-2407"0"0,0 0-1 0 0,0 0 1 0 0,0-1 0 0 0,14-8 0 0 0,-23 10-654 0 0,0 0 0 0 0,-1 0-1 0 0,1 0 1 0 0,-1-1 0 0 0,0 0 0 0 0,0 0 0 0 0,0 0 0 0 0,0 0-1 0 0,-1-1 1 0 0,1 1 0 0 0,-1-1 0 0 0,0 0 0 0 0,0 0-1 0 0,0 0 1 0 0,3-7 0 0 0,-6 11-167 0 0,0-1 0 0 0,1 1 0 0 0,-1-1 0 0 0,0 1 0 0 0,0-1 0 0 0,0 1 0 0 0,0-1 0 0 0,1 1 0 0 0,-1-1 0 0 0,0 1 0 0 0,0-1 0 0 0,0 1 0 0 0,0-1 0 0 0,0 1 1 0 0,0-1-1 0 0,0 1 0 0 0,-1-1 0 0 0,1 1 0 0 0,0-1 0 0 0,0 1 0 0 0,0 0 0 0 0,0-1 0 0 0,-1 1 0 0 0,1-1 0 0 0,0 1 0 0 0,0-1 0 0 0,-1 1 0 0 0,1 0 0 0 0,0-1 0 0 0,-1 1 0 0 0,1-1 0 0 0,0 1 0 0 0,-1 0 0 0 0,1-1 0 0 0,-1 1 0 0 0,1 0 0 0 0,0 0 0 0 0,-1-1 0 0 0,1 1 0 0 0,-1 0 0 0 0,1 0 0 0 0,-1 0 0 0 0,1 0 0 0 0,-1 0 0 0 0,1-1 0 0 0,-1 1 1 0 0,1 0-1 0 0,-1 0 0 0 0,1 0 0 0 0,-1 0 0 0 0,1 0 0 0 0,-1 1 0 0 0,1-1 0 0 0,-1 0 0 0 0,1 0 0 0 0,-1 0 0 0 0,1 0 0 0 0,-1 0 0 0 0,1 1 0 0 0,-1-1 0 0 0,1 0 0 0 0,-1 1 0 0 0,0-1-15 0 0,-1 1 1 0 0,1-1-1 0 0,0 1 0 0 0,0-1 0 0 0,0 1 1 0 0,0-1-1 0 0,0 1 0 0 0,-1 0 0 0 0,1-1 1 0 0,0 1-1 0 0,1 0 0 0 0,-1 0 1 0 0,0 0-1 0 0,0 0 0 0 0,0 0 0 0 0,0 0 1 0 0,1 0-1 0 0,-1 0 0 0 0,0 0 0 0 0,1 0 1 0 0,-1 1-1 0 0,1-1 0 0 0,0 0 1 0 0,-1 0-1 0 0,1 1 0 0 0,0-1 0 0 0,-1 0 1 0 0,1 3-1 0 0,2 0-50 0 0,0 1 1 0 0,0 0-1 0 0,0-1 1 0 0,0 1-1 0 0,1-1 1 0 0,0 0-1 0 0,0 0 1 0 0,0 0-1 0 0,0 0 1 0 0,1 0-1 0 0,-1-1 1 0 0,1 0-1 0 0,0 0 1 0 0,0 0-1 0 0,0 0 1 0 0,0 0-1 0 0,1-1 1 0 0,-1 0-1 0 0,1 1 1 0 0,-1-2-1 0 0,7 3 0 0 0,16 5-2549 0 0,0-1 0 0 0,39 7-1 0 0,-46-11-270 0 0</inkml:trace>
</inkml:ink>
</file>

<file path=ppt/ink/ink7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07:07.2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174 462 888 0 0,'0'-1'149'0'0,"-1"0"-1"0"0,1 0 1 0 0,0 0-1 0 0,0 0 1 0 0,-1 0-1 0 0,1 0 1 0 0,-1 0-1 0 0,1 0 1 0 0,-1 0-1 0 0,1 1 1 0 0,-1-1-1 0 0,0 0 1 0 0,1 0-1 0 0,-1 1 1 0 0,0-1-1 0 0,0 0 1 0 0,1 1-1 0 0,-1-1 1 0 0,0 1-1 0 0,0-1 1 0 0,0 1-1 0 0,0-1 1 0 0,0 1-1 0 0,0 0 1 0 0,0-1-1 0 0,0 1 1 0 0,1 0-1 0 0,-1 0 1 0 0,0 0-1 0 0,0 0 1 0 0,0 0-1 0 0,0 0 1 0 0,0 0-1 0 0,0 0 1 0 0,0 0-1 0 0,0 0 1 0 0,0 0-1 0 0,-2 1 1 0 0,-42 9 1409 0 0,41-9-1305 0 0,-5 2 85 0 0,1 0 1 0 0,-1 0 0 0 0,1 1 0 0 0,0 1-1 0 0,-15 9 1 0 0,21-13-285 0 0,0 0-1 0 0,0 0 1 0 0,0 1-1 0 0,1-1 1 0 0,-1 1-1 0 0,0-1 1 0 0,1 1 0 0 0,-1 0-1 0 0,1 0 1 0 0,-1-1-1 0 0,1 1 1 0 0,0 0 0 0 0,0 0-1 0 0,0 1 1 0 0,0-1-1 0 0,0 0 1 0 0,0 0 0 0 0,0 0-1 0 0,1 1 1 0 0,-1-1-1 0 0,1 0 1 0 0,0 0 0 0 0,0 1-1 0 0,-1-1 1 0 0,2 0-1 0 0,-1 1 1 0 0,0-1 0 0 0,1 3-1 0 0,0-4-39 0 0,0 1-1 0 0,0 0 1 0 0,0-1 0 0 0,1 1-1 0 0,-1-1 1 0 0,1 1-1 0 0,-1-1 1 0 0,1 0 0 0 0,-1 0-1 0 0,1 1 1 0 0,0-1-1 0 0,0 0 1 0 0,-1-1 0 0 0,1 1-1 0 0,0 0 1 0 0,0 0-1 0 0,0-1 1 0 0,0 1 0 0 0,0-1-1 0 0,0 0 1 0 0,0 0-1 0 0,0 1 1 0 0,0-1 0 0 0,0 0-1 0 0,0-1 1 0 0,0 1-1 0 0,0 0 1 0 0,3-1 0 0 0,4-1-35 0 0,0 1 0 0 0,-1-1 0 0 0,1-1 0 0 0,-1 1 0 0 0,11-6 0 0 0,-6 1-16 0 0,1-1 0 0 0,-2 0 1 0 0,1-1-1 0 0,-1-1 0 0 0,0 0 0 0 0,-1 0 1 0 0,0-1-1 0 0,-1 0 0 0 0,-1-1 0 0 0,1-1 0 0 0,-2 1 1 0 0,0-1-1 0 0,0-1 0 0 0,-1 1 0 0 0,-1-1 1 0 0,0 0-1 0 0,-1-1 0 0 0,4-18 0 0 0,-2-1 539 0 0,-1-1 0 0 0,-2 0 0 0 0,-1 0 0 0 0,-2 0 0 0 0,-1 0 0 0 0,-10-67 0 0 0,10 103-477 0 0,0-1 0 0 0,-1 0 0 0 0,1 0-1 0 0,0 0 1 0 0,0 1 0 0 0,0-1 0 0 0,0 0 0 0 0,0 0 0 0 0,-1 0 0 0 0,1 1 0 0 0,0-1 0 0 0,0 0 0 0 0,0 0 0 0 0,-1 0 0 0 0,1 0 0 0 0,0 0 0 0 0,0 0 0 0 0,0 0 0 0 0,-1 1 0 0 0,1-1-1 0 0,0 0 1 0 0,0 0 0 0 0,-1 0 0 0 0,1 0 0 0 0,0 0 0 0 0,0 0 0 0 0,-1 0 0 0 0,1 0 0 0 0,0 0 0 0 0,0 0 0 0 0,0 0 0 0 0,-1 0 0 0 0,1-1 0 0 0,0 1 0 0 0,0 0 0 0 0,-1 0-1 0 0,1 0 1 0 0,0 0 0 0 0,0 0 0 0 0,0 0 0 0 0,-1 0 0 0 0,1-1 0 0 0,0 1 0 0 0,0 0 0 0 0,0 0 0 0 0,0 0 0 0 0,-1 0 0 0 0,1-1 0 0 0,0 1 0 0 0,0 0 0 0 0,0 0 0 0 0,0-1 0 0 0,0 1-1 0 0,0 0 1 0 0,0 0 0 0 0,-1-1 0 0 0,-8 21 335 0 0,-5 23 57 0 0,1 0 1 0 0,3 1 0 0 0,-10 88 0 0 0,11 138-2332 0 0,9-191-965 0 0,0-28-4159 0 0,0-33 3224 0 0</inkml:trace>
</inkml:ink>
</file>

<file path=ppt/ink/ink7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07:08.7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131 0 796 0 0,'-3'3'6566'0'0,"-10"19"-5547"0"0,1 27 183 0 0,2 1-1 0 0,2 0 0 0 0,-3 97 0 0 0,7-82-508 0 0,1 32 118 0 0,3-57-918 0 0,-2-1 0 0 0,-1 0-1 0 0,-14 65 1 0 0,16-102-93 0 0,1-1 0 0 0,-1 1-1 0 0,1 0 1 0 0,-1-1-1 0 0,0 1 1 0 0,1-1 0 0 0,-1 1-1 0 0,0-1 1 0 0,0 0 0 0 0,0 1-1 0 0,0-1 1 0 0,-3 2-1 0 0,3-2-117 0 0,1-1 0 0 0,-1 1 0 0 0,0-1 0 0 0,0 0 0 0 0,1 1 0 0 0,-1-1 0 0 0,0 0 0 0 0,0 0 0 0 0,0 1 0 0 0,0-1-1 0 0,0 0 1 0 0,1 0 0 0 0,-1 0 0 0 0,0 0 0 0 0,0 0 0 0 0,0 0 0 0 0,0 0 0 0 0,1-1 0 0 0,-1 1 0 0 0,-2-1-1 0 0,-9-3-2481 0 0</inkml:trace>
</inkml:ink>
</file>

<file path=ppt/ink/ink8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07:09.2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15 130 120 0 0,'-15'-4'4770'0'0,"423"-38"-1635"0"0,-62 9-2197 0 0,-206 14-515 0 0,105-11 487 0 0,-225 33-538 0 0,-20-3-363 0 0,1 1 0 0 0,-1-1 1 0 0,0 0-1 0 0,1 1 0 0 0,-1-1 1 0 0,0 0-1 0 0,0 1 0 0 0,0-1 1 0 0,1 0-1 0 0,-1 1 0 0 0,0-1 1 0 0,0 1-1 0 0,0-1 0 0 0,0 0 1 0 0,0 1-1 0 0,0-1 0 0 0,0 1 1 0 0,0-1-1 0 0,0 1 0 0 0,0-1 1 0 0,0 1-1 0 0,0-1 0 0 0,0 0 1 0 0,0 1-1 0 0,0-1 0 0 0,0 1 1 0 0,0 0-1 0 0,-25 37 289 0 0,0-1-127 0 0,24-34-161 0 0,0 1 0 0 0,1-1 0 0 0,-1 0 0 0 0,0 0 0 0 0,1 1 1 0 0,0-1-1 0 0,0 0 0 0 0,0 1 0 0 0,0-1 0 0 0,0 1 0 0 0,1-1 0 0 0,0 0 0 0 0,-1 0 0 0 0,1 1 0 0 0,0-1 0 0 0,1 0 0 0 0,-1 0 0 0 0,0 0 0 0 0,1 0 0 0 0,0 0 0 0 0,0 0 0 0 0,0-1 0 0 0,0 1 0 0 0,0 0 0 0 0,0-1 0 0 0,1 0 0 0 0,2 3 0 0 0,-3-4 0 0 0,1 1-1 0 0,-1-1 1 0 0,1 0-1 0 0,-1 0 1 0 0,1 1-1 0 0,0-2 1 0 0,-1 1-1 0 0,1 0 1 0 0,0-1-1 0 0,0 1 1 0 0,-1-1-1 0 0,1 0 1 0 0,0 0-1 0 0,0 0 1 0 0,0 0-1 0 0,-1 0 1 0 0,1 0-1 0 0,0-1 1 0 0,0 0-1 0 0,-1 1 1 0 0,1-1-1 0 0,0 0 1 0 0,-1 0-1 0 0,1-1 1 0 0,-1 1-1 0 0,0 0 1 0 0,1-1 0 0 0,-1 0-1 0 0,0 1 1 0 0,0-1-1 0 0,0 0 1 0 0,2-3-1 0 0,-1 3 23 0 0,-1-1-1 0 0,0 0 0 0 0,0 1 1 0 0,0-1-1 0 0,0 0 1 0 0,-1 0-1 0 0,1-1 1 0 0,-1 1-1 0 0,0 0 1 0 0,0 0-1 0 0,0-1 1 0 0,0 1-1 0 0,-1 0 1 0 0,1-1-1 0 0,-1 1 1 0 0,0-1-1 0 0,0 1 0 0 0,0-1 1 0 0,0 1-1 0 0,-1-1 1 0 0,0 1-1 0 0,1 0 1 0 0,-1-1-1 0 0,0 1 1 0 0,-1 0-1 0 0,1 0 1 0 0,0-1-1 0 0,-1 1 1 0 0,-3-5-1 0 0,2 3-74 0 0,-1-1 0 0 0,0 1 0 0 0,0 0 0 0 0,0 1-1 0 0,0-1 1 0 0,-1 1 0 0 0,1 0 0 0 0,-1 0 0 0 0,0 0 0 0 0,0 0 0 0 0,-1 1 0 0 0,1 0-1 0 0,-1 0 1 0 0,0 1 0 0 0,-7-3 0 0 0,11 5-61 0 0,1 0 0 0 0,-1 0 1 0 0,1 0-1 0 0,-1 0 0 0 0,1 0 0 0 0,0 0 0 0 0,-1 0 1 0 0,1 1-1 0 0,-1-1 0 0 0,1 1 0 0 0,0-1 0 0 0,-1 1 1 0 0,1-1-1 0 0,0 1 0 0 0,0 0 0 0 0,-1-1 0 0 0,1 1 0 0 0,0 0 1 0 0,-1 1-1 0 0,-8 12-5283 0 0,8-8 2695 0 0</inkml:trace>
</inkml:ink>
</file>

<file path=ppt/ink/ink8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07:09.9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327 24 764 0 0,'0'0'220'0'0,"1"-1"1"0"0,-1 0-1 0 0,0 0 0 0 0,-1 0 1 0 0,1 0-1 0 0,0 0 0 0 0,0 0 1 0 0,0 0-1 0 0,0 1 0 0 0,-1-1 0 0 0,1 0 1 0 0,0 0-1 0 0,-1 0 0 0 0,1 1 1 0 0,-1-1-1 0 0,1 0 0 0 0,-1 0 1 0 0,1 1-1 0 0,-1-1 0 0 0,0 0 1 0 0,1 1-1 0 0,-1-1 0 0 0,0 1 0 0 0,1-1 1 0 0,-1 1-1 0 0,0-1 0 0 0,0 0 1 0 0,-2 1-48 0 0,1-1 1 0 0,0 1-1 0 0,0-1 0 0 0,0 1 1 0 0,0 0-1 0 0,0 0 1 0 0,-1 0-1 0 0,1 0 1 0 0,0 0-1 0 0,0 1 1 0 0,-3 0-1 0 0,-57 22 325 0 0,56-20-11 0 0,-1 0-327 0 0,1 0 0 0 0,0 1 1 0 0,0 0-1 0 0,1 0 0 0 0,-1 1 1 0 0,1-1-1 0 0,-8 10 0 0 0,12-13 33 0 0,3 0-176 0 0,0 0-1 0 0,0 0 0 0 0,0-1 0 0 0,0 1 1 0 0,0-1-1 0 0,0 1 0 0 0,0-1 0 0 0,1 0 1 0 0,-1 0-1 0 0,0 0 0 0 0,0 0 0 0 0,0 0 1 0 0,0 0-1 0 0,0-1 0 0 0,0 1 0 0 0,3-1 1 0 0,4 0 24 0 0,-5 2-36 0 0,0-1-1 0 0,0 1 1 0 0,-1 0 0 0 0,1 1 0 0 0,0-1-1 0 0,0 1 1 0 0,-1 0 0 0 0,1-1 0 0 0,-1 2 0 0 0,1-1-1 0 0,-1 0 1 0 0,0 1 0 0 0,0-1 0 0 0,0 1 0 0 0,0 0-1 0 0,0 0 1 0 0,3 5 0 0 0,-1-1 32 0 0,-1 1 0 0 0,0 0-1 0 0,0 0 1 0 0,-1 1 0 0 0,0-1 0 0 0,0 1 0 0 0,2 14 0 0 0,0 6 162 0 0,-2 0 1 0 0,-2 1 0 0 0,-3 56-1 0 0,-2-37 103 0 0,-21 94 0 0 0,21-124-229 0 0,-2 0 0 0 0,0 0-1 0 0,-2 0 1 0 0,0-1 0 0 0,0-1-1 0 0,-2 1 1 0 0,-20 27 0 0 0,26-40-40 0 0,0-1 0 0 0,-1 1 0 0 0,1-1 1 0 0,-1 0-1 0 0,1-1 0 0 0,-1 1 0 0 0,-1-1 1 0 0,1 0-1 0 0,0 0 0 0 0,-1-1 0 0 0,1 1 1 0 0,-1-1-1 0 0,0-1 0 0 0,0 1 0 0 0,0-1 1 0 0,0 0-1 0 0,0 0 0 0 0,-11 0 0 0 0,13-1-22 0 0,0-1 0 0 0,0 1 1 0 0,0-1-1 0 0,0 0 0 0 0,0 0 0 0 0,0 0 0 0 0,0-1 0 0 0,0 1 0 0 0,0-1 0 0 0,1 0 0 0 0,-1 0 0 0 0,1 0 0 0 0,-1 0 0 0 0,1-1 0 0 0,0 1 0 0 0,0-1 1 0 0,0 0-1 0 0,0 0 0 0 0,0 0 0 0 0,1-1 0 0 0,-1 1 0 0 0,1 0 0 0 0,0-1 0 0 0,0 0 0 0 0,0 1 0 0 0,1-1 0 0 0,-1 0 0 0 0,0-6 0 0 0,0 1-11 0 0,1 0-1 0 0,0 0 0 0 0,1 0 1 0 0,0 0-1 0 0,1 0 0 0 0,0 0 0 0 0,0 0 1 0 0,0 0-1 0 0,2 0 0 0 0,-1 0 1 0 0,1 0-1 0 0,0 1 0 0 0,1 0 1 0 0,0-1-1 0 0,0 1 0 0 0,0 1 1 0 0,1-1-1 0 0,9-10 0 0 0,12-14-46 0 0,0 1-1 0 0,52-45 1 0 0,-78 76 47 0 0,49-41-33 0 0,2 3 0 0 0,2 1 1 0 0,62-32-1 0 0,12-7-3 0 0,-124 74 44 0 0,8-5 237 0 0,0 0 1 0 0,0-1-1 0 0,-1 0 0 0 0,12-13 0 0 0,-21 20 62 0 0,-1 1-294 0 0,-1-1 1 0 0,1 1-1 0 0,0-1 0 0 0,-1 1 1 0 0,1 0-1 0 0,-1-1 0 0 0,1 1 0 0 0,-1 0 1 0 0,1 0-1 0 0,-1-1 0 0 0,0 1 1 0 0,1 0-1 0 0,-1 0 0 0 0,1 0 0 0 0,-1-1 1 0 0,1 1-1 0 0,-1 0 0 0 0,0 0 0 0 0,1 0 1 0 0,-1 0-1 0 0,1 0 0 0 0,-1 0 1 0 0,1 0-1 0 0,-1 0 0 0 0,0 1 0 0 0,1-1 1 0 0,-1 0-1 0 0,1 0 0 0 0,-1 0 1 0 0,1 1-1 0 0,-1-1 0 0 0,1 0 0 0 0,-1 1 1 0 0,1-1-1 0 0,-1 0 0 0 0,0 1 1 0 0,-23 11 253 0 0,21-11-269 0 0,1 0 1 0 0,0 1-1 0 0,0-1 1 0 0,0 1-1 0 0,-1-1 1 0 0,2 1-1 0 0,-1 0 1 0 0,0 0-1 0 0,0 0 1 0 0,0 0-1 0 0,1 0 1 0 0,-1 0-1 0 0,1 0 1 0 0,0 1-1 0 0,0-1 1 0 0,0 0-1 0 0,0 1 1 0 0,0-1-1 0 0,0 1 1 0 0,0-1-1 0 0,1 1 1 0 0,0-1-1 0 0,-1 1 1 0 0,1 0-1 0 0,0-1 1 0 0,0 1-1 0 0,0-1 1 0 0,1 1-1 0 0,-1 0 0 0 0,1-1 1 0 0,-1 1-1 0 0,1-1 1 0 0,0 1-1 0 0,0-1 1 0 0,0 1-1 0 0,0-1 1 0 0,0 0-1 0 0,1 0 1 0 0,-1 1-1 0 0,1-1 1 0 0,2 3-1 0 0,2 2-276 0 0,0 0-1 0 0,0-1 1 0 0,1 0-1 0 0,0 0 0 0 0,0 0 1 0 0,0-1-1 0 0,1 0 1 0 0,0-1-1 0 0,0 1 1 0 0,0-1-1 0 0,9 2 1 0 0,-7-3-303 0 0,0 0 0 0 0,0-1 0 0 0,0 0 0 0 0,0-1 1 0 0,1 0-1 0 0,18-1 0 0 0,10-9-4139 0 0,-17 0 1965 0 0</inkml:trace>
</inkml:ink>
</file>

<file path=ppt/ink/ink8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07:10.3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22 231 132 0 0,'7'-30'1845'0'0,"5"-54"0"0"0,2-10 3446 0 0,-8 72-2709 0 0,-5 26-983 0 0,-5 41-316 0 0,1-15-978 0 0,-2 81 491 0 0,-1 182 576 0 0,7-215-2120 0 0,-9 78-1 0 0,8-154 564 0 0,-1-1-1 0 0,1 1 1 0 0,0-1-1 0 0,0 1 0 0 0,-1-1 1 0 0,1 0-1 0 0,-1 1 0 0 0,1-1 1 0 0,-1 0-1 0 0,1 1 0 0 0,-1-1 1 0 0,0 0-1 0 0,0 0 0 0 0,1 0 1 0 0,-1 1-1 0 0,0-1 1 0 0,-2 1-1 0 0,2-1-2 0 0,0-1 0 0 0,1 0 1 0 0,-1 0-1 0 0,0 0 0 0 0,1 0 1 0 0,-1 0-1 0 0,0 0 0 0 0,1 0 0 0 0,-1 0 1 0 0,0 0-1 0 0,1 0 0 0 0,-1 0 0 0 0,0 0 1 0 0,1-1-1 0 0,-1 1 0 0 0,0 0 1 0 0,1 0-1 0 0,-1-1 0 0 0,1 1 0 0 0,-1 0 1 0 0,1-1-1 0 0,-1 1 0 0 0,1-1 0 0 0,-1 1 1 0 0,1-1-1 0 0,-1 1 0 0 0,1-1 0 0 0,-1 1 1 0 0,1-1-1 0 0,-1 1 0 0 0,1-1 1 0 0,0 1-1 0 0,0-1 0 0 0,-1 0 0 0 0,1 1 1 0 0,0-1-1 0 0,0 0 0 0 0,-1-1 0 0 0,-2-6-2562 0 0</inkml:trace>
</inkml:ink>
</file>

<file path=ppt/ink/ink8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07:11.1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0 466 228 0 0,'34'-10'1549'0'0,"56"-10"-1"0"0,-62 15-1016 0 0,0-1 0 0 0,0-2-1 0 0,36-14 1 0 0,-56 19-399 0 0,-1-1 1 0 0,1 0-1 0 0,-1-1 1 0 0,0 1-1 0 0,0-2 1 0 0,0 1-1 0 0,-1-1 1 0 0,0 0-1 0 0,0 0 1 0 0,-1 0-1 0 0,1-1 1 0 0,-1 0-1 0 0,-1 0 1 0 0,1 0-1 0 0,-1-1 1 0 0,-1 1-1 0 0,1-1 0 0 0,-1 0 1 0 0,-1 0-1 0 0,1-1 1 0 0,-1 1-1 0 0,-1 0 1 0 0,2-17-1 0 0,-3-2 411 0 0,0-1-1 0 0,-2 1 1 0 0,-1 0-1 0 0,-2 0 0 0 0,0 0 1 0 0,-10-27-1 0 0,15 54-524 0 0,0-1 0 0 0,-1 1 0 0 0,1-1 0 0 0,-1 1 0 0 0,1 0 0 0 0,0-1 0 0 0,-1 1 0 0 0,1 0 0 0 0,-1-1 0 0 0,1 1 0 0 0,-1 0 0 0 0,1 0 0 0 0,-1-1 0 0 0,1 1 0 0 0,-1 0 0 0 0,0 0 0 0 0,1 0 0 0 0,-1 0 0 0 0,1 0 0 0 0,-1 0 0 0 0,1 0 0 0 0,-1 0 0 0 0,0 0 0 0 0,1 0 0 0 0,-1 0 0 0 0,1 0 0 0 0,-1 0 0 0 0,1 0 0 0 0,-1 0 0 0 0,1 0 0 0 0,-1 1 0 0 0,0-1 0 0 0,1 0 0 0 0,-1 1 0 0 0,1-1-1 0 0,0 0 1 0 0,-1 1 0 0 0,1-1 0 0 0,-1 0 0 0 0,1 1 0 0 0,-1-1 0 0 0,1 1 0 0 0,0-1 0 0 0,-1 0 0 0 0,1 2 0 0 0,-23 18 220 0 0,11-2-64 0 0,0 1 0 0 0,1 0 0 0 0,1 1 0 0 0,-12 33 0 0 0,-21 86 310 0 0,36-110-372 0 0,1 0 0 0 0,1 0-1 0 0,2 0 1 0 0,1 0 0 0 0,4 58-1 0 0,-2-85-106 0 0,0 0-1 0 0,0 0 1 0 0,0 0-1 0 0,1 0 1 0 0,-1 0 0 0 0,1 0-1 0 0,0 0 1 0 0,-1 0-1 0 0,1 0 1 0 0,0 0-1 0 0,0 0 1 0 0,0 0-1 0 0,1 0 1 0 0,-1-1-1 0 0,0 1 1 0 0,1 0-1 0 0,-1-1 1 0 0,1 1-1 0 0,-1-1 1 0 0,1 0-1 0 0,-1 0 1 0 0,1 1-1 0 0,0-1 1 0 0,0 0-1 0 0,0 0 1 0 0,0 0-1 0 0,0-1 1 0 0,0 1-1 0 0,0 0 1 0 0,0-1-1 0 0,0 0 1 0 0,0 1-1 0 0,0-1 1 0 0,0 0-1 0 0,0 0 1 0 0,0 0 0 0 0,1 0-1 0 0,-1 0 1 0 0,0-1-1 0 0,0 1 1 0 0,0-1-1 0 0,2 0 1 0 0,14-3-6 0 0,-1-1 0 0 0,0 0 0 0 0,-1-2 0 0 0,18-8 0 0 0,-15 7 24 0 0,96-33 15 0 0,-112 40-41 0 0,0 0 0 0 0,0 1 0 0 0,0-1-1 0 0,1 1 1 0 0,-1 0 0 0 0,0 0 0 0 0,0 0 0 0 0,0 0 0 0 0,1 0-1 0 0,-1 1 1 0 0,0 0 0 0 0,0-1 0 0 0,0 1 0 0 0,0 0 0 0 0,4 2-1 0 0,9 3-2 0 0,14 2-3 0 0,1-2 0 0 0,1 0 0 0 0,61 1-1 0 0,-84-7 12 0 0,-1 0-1 0 0,0 0 1 0 0,1-1-1 0 0,-1 0 1 0 0,0-1-1 0 0,0 0 1 0 0,0 0-1 0 0,0-1 1 0 0,0 0-1 0 0,-1 0 1 0 0,1-1-1 0 0,-1 0 1 0 0,0 0-1 0 0,0-1 1 0 0,0 0-1 0 0,0 0 1 0 0,-1 0-1 0 0,0-1 0 0 0,0 0 1 0 0,9-12-1 0 0,-15 18 2 0 0,0-1-1 0 0,1 1 0 0 0,-1 0 1 0 0,1-1-1 0 0,-1 1 0 0 0,0 0 1 0 0,1-1-1 0 0,-1 1 0 0 0,0-1 0 0 0,0 1 1 0 0,1-1-1 0 0,-1 1 0 0 0,0-1 1 0 0,0 1-1 0 0,0-1 0 0 0,0 1 1 0 0,1-1-1 0 0,-1 1 0 0 0,0-1 1 0 0,0 1-1 0 0,0-1 0 0 0,0 1 0 0 0,0-1 1 0 0,0 1-1 0 0,0-1 0 0 0,0 1 1 0 0,-1-1-1 0 0,1 1 0 0 0,0-2 1 0 0,-15 6 36 0 0,-23 21 23 0 0,33-20-46 0 0,1 1 1 0 0,-1 0-1 0 0,1 0 0 0 0,0 0 1 0 0,0 0-1 0 0,1 1 0 0 0,-5 12 1 0 0,7-18-16 0 0,1 0 0 0 0,-1 0 0 0 0,1 0 1 0 0,0 1-1 0 0,-1-1 0 0 0,1 0 0 0 0,0 1 0 0 0,0-1 1 0 0,0 0-1 0 0,0 1 0 0 0,0-1 0 0 0,0 0 1 0 0,0 1-1 0 0,0-1 0 0 0,1 0 0 0 0,-1 1 0 0 0,0-1 1 0 0,1 0-1 0 0,-1 0 0 0 0,1 0 0 0 0,-1 1 1 0 0,1-1-1 0 0,0 0 0 0 0,0 0 0 0 0,-1 0 0 0 0,1 0 1 0 0,0 0-1 0 0,0 0 0 0 0,0 0 0 0 0,0 0 1 0 0,0 0-1 0 0,0-1 0 0 0,0 1 0 0 0,1 0 0 0 0,-1-1 1 0 0,0 1-1 0 0,0-1 0 0 0,0 1 0 0 0,1-1 1 0 0,-1 1-1 0 0,0-1 0 0 0,1 0 0 0 0,-1 0 0 0 0,0 0 1 0 0,1 0-1 0 0,-1 0 0 0 0,0 0 0 0 0,1 0 1 0 0,-1 0-1 0 0,0 0 0 0 0,2-1 0 0 0,29-1 0 0 0,1-2-1 0 0,-1-1 1 0 0,57-16-1 0 0,12-3-12 0 0,-95 24-4 0 0,0-1 0 0 0,1 1 1 0 0,-1 0-1 0 0,0 1 1 0 0,1 0-1 0 0,-1 0 0 0 0,0 0 1 0 0,0 1-1 0 0,0-1 0 0 0,0 2 1 0 0,0-1-1 0 0,0 1 0 0 0,-1-1 1 0 0,1 2-1 0 0,-1-1 0 0 0,6 5 1 0 0,24 11-1533 0 0,-31-17 1018 0 0,1-1-1 0 0,-1 1 0 0 0,0-1 1 0 0,1 0-1 0 0,-1-1 1 0 0,1 1-1 0 0,7-1 0 0 0,5 1-3541 0 0,0 0 564 0 0</inkml:trace>
</inkml:ink>
</file>

<file path=ppt/ink/ink8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07:13.2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347 39 472 0 0,'-16'-10'1783'0'0,"11"7"-1490"0"0,1 0 1 0 0,-1-1 0 0 0,0 2 0 0 0,0-1-1 0 0,0 1 1 0 0,0-1 0 0 0,-1 1-1 0 0,1 1 1 0 0,-1-1 0 0 0,1 1 0 0 0,-1 0-1 0 0,1 0 1 0 0,-1 1 0 0 0,0 0 0 0 0,1 0-1 0 0,-11 1 1 0 0,-4 2 173 0 0,-1 1-1 0 0,2 0 1 0 0,-1 2-1 0 0,1 0 1 0 0,-1 1 0 0 0,2 1-1 0 0,-27 16 1 0 0,11 7 419 0 0,32-30-837 0 0,1 0 0 0 0,0 0 0 0 0,0 1 0 0 0,0-1 1 0 0,0 0-1 0 0,0 1 0 0 0,0-1 0 0 0,0 1 0 0 0,0-1 0 0 0,0 1 0 0 0,1 0 0 0 0,-1-1 0 0 0,1 1 1 0 0,-1 0-1 0 0,1-1 0 0 0,-1 1 0 0 0,1 0 0 0 0,0 0 0 0 0,0-1 0 0 0,0 1 0 0 0,0 0 0 0 0,1 2 1 0 0,2-2-13 0 0,0-1 0 0 0,0 1 1 0 0,1-1-1 0 0,-1 1 1 0 0,1-1-1 0 0,-1 0 1 0 0,1-1-1 0 0,-1 1 1 0 0,1-1-1 0 0,0 1 1 0 0,-1-1-1 0 0,1 0 1 0 0,0 0-1 0 0,-1-1 1 0 0,5 0-1 0 0,8 1 20 0 0,25 9 64 0 0,-39-7-119 0 0,0-1 0 0 0,0 1 0 0 0,0-1 1 0 0,-1 1-1 0 0,1 0 0 0 0,0 0 0 0 0,-1 0 1 0 0,1 0-1 0 0,-1 0 0 0 0,0 0 0 0 0,1 0 1 0 0,-1 1-1 0 0,0-1 0 0 0,1 5 0 0 0,-1-5 1 0 0,-1 0-1 0 0,1 0 1 0 0,0 0 0 0 0,0-1-1 0 0,0 1 1 0 0,0 0-1 0 0,0 0 1 0 0,0-1 0 0 0,0 1-1 0 0,1 0 1 0 0,-1-1-1 0 0,1 0 1 0 0,-1 1 0 0 0,1-1-1 0 0,-1 0 1 0 0,1 0-1 0 0,0 1 1 0 0,0-1 0 0 0,-1-1-1 0 0,1 1 1 0 0,0 0-1 0 0,0 0 1 0 0,0-1 0 0 0,0 1-1 0 0,0-1 1 0 0,0 0-1 0 0,0 1 1 0 0,0-1 0 0 0,0 0-1 0 0,0 0 1 0 0,0 0-1 0 0,0 0 1 0 0,0-1 0 0 0,0 1-1 0 0,0-1 1 0 0,0 1-1 0 0,2-2 1 0 0,91-28 30 0 0,-66 19-39 0 0,1 1 1 0 0,1 1-1 0 0,-1 2 1 0 0,1 0 0 0 0,1 3-1 0 0,-1 0 1 0 0,34 2-1 0 0,-61 2 9 0 0,0 0 0 0 0,0 1-1 0 0,1 0 1 0 0,-1 0 0 0 0,0 0 0 0 0,0 1-1 0 0,0-1 1 0 0,0 1 0 0 0,4 2-1 0 0,-7-3-2 0 0,0-1-1 0 0,0 1 0 0 0,0 0 0 0 0,0 0 0 0 0,0-1 1 0 0,0 1-1 0 0,-1 0 0 0 0,1 0 0 0 0,0 0 0 0 0,0 0 0 0 0,-1 0 1 0 0,1 0-1 0 0,-1 0 0 0 0,1 0 0 0 0,-1 0 0 0 0,1 0 1 0 0,-1 1-1 0 0,0-1 0 0 0,1 0 0 0 0,-1 0 0 0 0,0 0 1 0 0,0 1-1 0 0,0-1 0 0 0,0 0 0 0 0,0 0 0 0 0,0 0 0 0 0,0 1 1 0 0,-1-1-1 0 0,1 0 0 0 0,0 0 0 0 0,-1 0 0 0 0,1 0 1 0 0,0 0-1 0 0,-2 2 0 0 0,-11 18-343 0 0,-3 7-1726 0 0,11-10-4132 0 0</inkml:trace>
</inkml:ink>
</file>

<file path=ppt/ink/ink8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07:13.6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193 7 652 0 0,'-11'-2'662'0'0,"-1"0"0"0"0,1 1 0 0 0,-1 0 0 0 0,0 1 0 0 0,0 0 0 0 0,1 1-1 0 0,-1 0 1 0 0,1 1 0 0 0,-1 0 0 0 0,1 1 0 0 0,-1 0 0 0 0,1 1 0 0 0,-14 7 0 0 0,24-11-615 0 0,0 0 0 0 0,0 0 0 0 0,0 1 0 0 0,0-1 0 0 0,1 1 0 0 0,-1-1 0 0 0,0 1-1 0 0,0-1 1 0 0,0 1 0 0 0,0-1 0 0 0,1 1 0 0 0,-1 0 0 0 0,0 0 0 0 0,1-1 0 0 0,-1 1 0 0 0,0 0 0 0 0,1 0 0 0 0,-1 0 0 0 0,1 0 0 0 0,-1-1 0 0 0,1 1 0 0 0,0 0 0 0 0,-1 0 0 0 0,1 0 0 0 0,0 0 0 0 0,0 0-1 0 0,-1 0 1 0 0,1 0 0 0 0,0 0 0 0 0,0 2 0 0 0,1-1 2 0 0,0-1 0 0 0,0 1 1 0 0,0 0-1 0 0,0-1 0 0 0,0 1 0 0 0,1 0 0 0 0,-1-1 0 0 0,1 1 0 0 0,-1-1 0 0 0,1 0 0 0 0,-1 0 0 0 0,1 1 0 0 0,-1-1 0 0 0,3 1 1 0 0,8 4 78 0 0,0 0 0 0 0,0 0 1 0 0,18 4-1 0 0,47 9-2161 0 0,-24-12-3885 0 0,-37-5 3289 0 0</inkml:trace>
</inkml:ink>
</file>

<file path=ppt/ink/ink8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07:14.4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14 267 8 0 0,'0'1'160'0'0,"-1"-1"0"0"0,1 0 0 0 0,0 0-1 0 0,-1 0 1 0 0,1 0 0 0 0,-1 1 0 0 0,1-1 0 0 0,-1 0 0 0 0,1 0 0 0 0,-1 0-1 0 0,1 0 1 0 0,0 0 0 0 0,-1 0 0 0 0,1 0 0 0 0,-1 0 0 0 0,1 0 0 0 0,-1-1-1 0 0,1 1 1 0 0,-1 0 0 0 0,1 0 0 0 0,0 0 0 0 0,-1 0 0 0 0,1-1 0 0 0,-1 1-1 0 0,1 0 1 0 0,0 0 0 0 0,-1-1 0 0 0,1 1 0 0 0,0 0 0 0 0,-1 0-1 0 0,1-1 1 0 0,0 1 0 0 0,-1-1 0 0 0,4-15 2136 0 0,18-17-871 0 0,0 11-1109 0 0,1 1 0 0 0,1 0 1 0 0,0 2-1 0 0,2 1 1 0 0,0 1-1 0 0,1 1 0 0 0,1 1 1 0 0,0 1-1 0 0,1 2 1 0 0,0 1-1 0 0,55-14 1 0 0,-77 24-274 0 0,0 0 1 0 0,0 0-1 0 0,0 1 1 0 0,0 0-1 0 0,0 0 0 0 0,0 0 1 0 0,10 3-1 0 0,-14-3-34 0 0,-1 1 0 0 0,1-1 0 0 0,-1 0 0 0 0,1 1 0 0 0,-1-1 0 0 0,0 1 0 0 0,1 0 0 0 0,-1-1 0 0 0,0 1 0 0 0,0 0-1 0 0,1 0 1 0 0,-1 0 0 0 0,0 0 0 0 0,0 0 0 0 0,0 0 0 0 0,0 0 0 0 0,0 0 0 0 0,0 1 0 0 0,-1-1 0 0 0,1 0 0 0 0,0 0-1 0 0,-1 1 1 0 0,1-1 0 0 0,-1 1 0 0 0,1-1 0 0 0,-1 0 0 0 0,1 1 0 0 0,-1-1 0 0 0,0 1 0 0 0,0-1 0 0 0,0 1 0 0 0,0-1 0 0 0,0 1-1 0 0,0-1 1 0 0,0 3 0 0 0,-4 10 23 0 0,0-1 0 0 0,0 1 0 0 0,-2-1 0 0 0,1 0 0 0 0,-2-1 0 0 0,0 1 0 0 0,-10 13 0 0 0,-7 16 35 0 0,24-42-67 0 0,0 1-1 0 0,0-1 1 0 0,0 0 0 0 0,0 1-1 0 0,0-1 1 0 0,0 1 0 0 0,0-1-1 0 0,0 1 1 0 0,0-1 0 0 0,0 0-1 0 0,1 1 1 0 0,-1-1 0 0 0,0 1 0 0 0,0-1-1 0 0,0 0 1 0 0,1 1 0 0 0,-1-1-1 0 0,0 0 1 0 0,0 1 0 0 0,1-1-1 0 0,-1 0 1 0 0,0 1 0 0 0,1-1-1 0 0,-1 0 1 0 0,0 0 0 0 0,1 1-1 0 0,-1-1 1 0 0,1 0 0 0 0,-1 0-1 0 0,0 0 1 0 0,1 0 0 0 0,-1 1 0 0 0,1-1-1 0 0,-1 0 1 0 0,1 0 0 0 0,-1 0-1 0 0,0 0 1 0 0,1 0 0 0 0,-1 0-1 0 0,1 0 1 0 0,-1 0 0 0 0,1 0-1 0 0,-1 0 1 0 0,0-1 0 0 0,1 1-1 0 0,-1 0 1 0 0,1 0 0 0 0,-1 0-1 0 0,0 0 1 0 0,1-1 0 0 0,19-1-11 0 0,-1-1 3 0 0,1-1 0 0 0,-1-1 0 0 0,-1-1 0 0 0,1 0 0 0 0,-1-1 1 0 0,0-2-1 0 0,0 1 0 0 0,-1-2 0 0 0,-1-1 0 0 0,1 0 1 0 0,-2 0-1 0 0,0-2 0 0 0,0 0 0 0 0,24-28 0 0 0,-38 39 5 0 0,0 1 0 0 0,0-1 0 0 0,1 1-1 0 0,-1-1 1 0 0,0 0 0 0 0,0 0 0 0 0,-1 0-1 0 0,1 0 1 0 0,0 0 0 0 0,-1 0 0 0 0,1 0 0 0 0,-1 0-1 0 0,1 0 1 0 0,-1-2 0 0 0,0 3 3 0 0,-1 0 0 0 0,1 0 0 0 0,0 1 0 0 0,-1-1 0 0 0,1 0 0 0 0,-1 0 0 0 0,1 1-1 0 0,-1-1 1 0 0,1 1 0 0 0,-1-1 0 0 0,0 0 0 0 0,1 1 0 0 0,-1-1 0 0 0,0 1 0 0 0,1-1 0 0 0,-1 1 0 0 0,0 0 0 0 0,0-1 0 0 0,1 1 0 0 0,-1 0 0 0 0,0-1 0 0 0,0 1 0 0 0,0 0 0 0 0,1 0 0 0 0,-1 0-1 0 0,0 0 1 0 0,0 0 0 0 0,0 0 0 0 0,0 0 0 0 0,1 0 0 0 0,-1 0 0 0 0,0 0 0 0 0,0 0 0 0 0,0 1 0 0 0,1-1 0 0 0,-1 0 0 0 0,0 0 0 0 0,0 1 0 0 0,1-1 0 0 0,-2 1 0 0 0,-6 2 18 0 0,1-1 0 0 0,-1 1 1 0 0,1 0-1 0 0,0 1 1 0 0,0 0-1 0 0,0 0 0 0 0,1 0 1 0 0,-1 1-1 0 0,-5 5 1 0 0,10-8-15 0 0,0-1 0 0 0,0 1 0 0 0,1 0 1 0 0,-1-1-1 0 0,0 1 0 0 0,1 0 0 0 0,0 0 1 0 0,-1 0-1 0 0,1 0 0 0 0,0 0 0 0 0,0 0 1 0 0,0 0-1 0 0,0 0 0 0 0,0 1 0 0 0,1-1 1 0 0,-1 0-1 0 0,1 0 0 0 0,-1 1 0 0 0,1-1 0 0 0,0 0 1 0 0,0 1-1 0 0,0-1 0 0 0,0 1 0 0 0,1-1 1 0 0,-1 0-1 0 0,0 0 0 0 0,1 1 0 0 0,0-1 1 0 0,-1 0-1 0 0,1 0 0 0 0,0 1 0 0 0,0-1 1 0 0,0 0-1 0 0,1 0 0 0 0,-1 0 0 0 0,0 0 1 0 0,3 2-1 0 0,1 1 0 0 0,1 0 0 0 0,0-1 0 0 0,0 1 0 0 0,1-1 0 0 0,-1 0 0 0 0,1-1 1 0 0,0 0-1 0 0,0 0 0 0 0,0 0 0 0 0,1-1 0 0 0,-1 0 0 0 0,0 0 0 0 0,1-1 0 0 0,0 0 0 0 0,12 0 0 0 0,-2 0-7 0 0,-1-1 0 0 0,0-1 0 0 0,0-1 0 0 0,0 0 0 0 0,34-10 0 0 0,-40 8-8 0 0,0 0 0 0 0,0-1 0 0 0,0 0 0 0 0,0-1 0 0 0,11-9 0 0 0,-19 13 6 0 0,0 0 1 0 0,0 0-1 0 0,0 0 0 0 0,0 0 1 0 0,-1-1-1 0 0,1 1 0 0 0,-1-1 1 0 0,0 0-1 0 0,0 0 1 0 0,0 0-1 0 0,0 0 0 0 0,0 0 1 0 0,0 0-1 0 0,-1 0 1 0 0,0-1-1 0 0,0 1 0 0 0,0 0 1 0 0,0-1-1 0 0,0 1 0 0 0,0-1 1 0 0,-1 1-1 0 0,0-5 1 0 0,0 7 5 0 0,1 0 1 0 0,-1 0 0 0 0,0 0 0 0 0,0 0-1 0 0,0 0 1 0 0,0 0 0 0 0,-1-1 0 0 0,1 1 0 0 0,0 0-1 0 0,0 0 1 0 0,-1 0 0 0 0,1 0 0 0 0,-1 0-1 0 0,1 0 1 0 0,-1 0 0 0 0,1 0 0 0 0,-1 0-1 0 0,1 0 1 0 0,-1 0 0 0 0,0 1 0 0 0,0-1 0 0 0,1 0-1 0 0,-1 0 1 0 0,0 1 0 0 0,0-1 0 0 0,0 0-1 0 0,0 1 1 0 0,0-1 0 0 0,0 1 0 0 0,0-1-1 0 0,0 1 1 0 0,0-1 0 0 0,0 1 0 0 0,0 0 0 0 0,0 0-1 0 0,0-1 1 0 0,-1 1 0 0 0,1 0 0 0 0,0 0-1 0 0,0 0 1 0 0,0 0 0 0 0,0 0 0 0 0,0 1 0 0 0,0-1-1 0 0,0 0 1 0 0,0 0 0 0 0,-1 1 0 0 0,1-1-1 0 0,0 0 1 0 0,0 1 0 0 0,0 0 0 0 0,0-1-1 0 0,1 1 1 0 0,-1-1 0 0 0,0 1 0 0 0,-1 1 0 0 0,-5 2 23 0 0,1 1 0 0 0,1-1 1 0 0,-1 1-1 0 0,1 0 0 0 0,-1 1 1 0 0,1-1-1 0 0,-4 8 1 0 0,-6 17 69 0 0,1 0 1 0 0,2 1-1 0 0,1 1 1 0 0,-12 56-1 0 0,13-49-27 0 0,-4 14 84 0 0,-24 56 0 0 0,31-92-111 0 0,-1 0 0 0 0,-1 0 0 0 0,-1 0-1 0 0,0-1 1 0 0,-1-1 0 0 0,-22 26 0 0 0,9-20-1325 0 0,14-18-2399 0 0,11-17-1422 0 0,4 6 2101 0 0</inkml:trace>
</inkml:ink>
</file>

<file path=ppt/ink/ink8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07:15.2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62 0 100 0 0,'-10'21'9162'0'0,"-35"79"-6829"0"0,39-77-1904 0 0,6-22-420 0 0,0-1 1 0 0,0 1 0 0 0,0-1-1 0 0,0 1 1 0 0,0-1 0 0 0,0 1-1 0 0,0-1 1 0 0,0 1 0 0 0,0-1-1 0 0,0 1 1 0 0,0-1 0 0 0,0 1-1 0 0,0-1 1 0 0,0 1 0 0 0,0-1-1 0 0,1 1 1 0 0,-1-1 0 0 0,0 1-1 0 0,0-1 1 0 0,1 1 0 0 0,-1-1-1 0 0,0 0 1 0 0,1 1 0 0 0,-1-1-1 0 0,0 1 1 0 0,1-1 0 0 0,-1 0-1 0 0,1 1 1 0 0,-1-1 0 0 0,0 0-1 0 0,1 0 1 0 0,-1 1 0 0 0,1-1-1 0 0,1 0 27 0 0,5-5-14 0 0,0 1-1 0 0,0-1 0 0 0,1 1 0 0 0,0 1 0 0 0,11-5 0 0 0,-13 7-21 0 0,1 1 0 0 0,-1 0-1 0 0,1 0 1 0 0,-1 1 0 0 0,0 0 0 0 0,1 0 0 0 0,-1 0-1 0 0,0 1 1 0 0,0 0 0 0 0,11 4 0 0 0,17 5-109 0 0,-11-6-12 0 0,-4-1-1 0 0,-1 0 0 0 0,1-1 0 0 0,1-1 1 0 0,29 0-1 0 0,-45-2 111 0 0,-1 0 0 0 0,1-1 1 0 0,-1 1-1 0 0,1-1 1 0 0,-1 1-1 0 0,0-1 0 0 0,1 0 1 0 0,-1 0-1 0 0,0-1 0 0 0,0 1 1 0 0,0-1-1 0 0,0 1 1 0 0,0-1-1 0 0,0 0 0 0 0,0 0 1 0 0,0-1-1 0 0,-1 1 0 0 0,1 0 1 0 0,-1-1-1 0 0,0 1 1 0 0,1-1-1 0 0,-1 0 0 0 0,-1 0 1 0 0,1 0-1 0 0,0 0 0 0 0,-1 0 1 0 0,1 0-1 0 0,-1-1 1 0 0,0 1-1 0 0,0 0 0 0 0,1-7 1 0 0,-2 8 30 0 0,1 0 1 0 0,-1 1 0 0 0,0-1-1 0 0,0 0 1 0 0,0 1 0 0 0,0-1-1 0 0,0 0 1 0 0,0 0 0 0 0,0 1-1 0 0,0-1 1 0 0,-1 0 0 0 0,1 1-1 0 0,-1-1 1 0 0,1 0 0 0 0,-1 1-1 0 0,0-1 1 0 0,1 1 0 0 0,-1-1 0 0 0,-2-1-1 0 0,3 2-13 0 0,0 1 0 0 0,-1 0 0 0 0,1 0 0 0 0,0 0 0 0 0,0 0 0 0 0,-1 0 0 0 0,1-1 0 0 0,0 1 0 0 0,-1 0 0 0 0,1 0 0 0 0,0 0 0 0 0,-1 0 0 0 0,1 0 0 0 0,-1 0 0 0 0,1 0 0 0 0,0 0 0 0 0,-1 0 0 0 0,1 0 0 0 0,0 1 0 0 0,-1-1 0 0 0,1 0-1 0 0,0 0 1 0 0,0 0 0 0 0,-1 0 0 0 0,1 0 0 0 0,0 1 0 0 0,-1-1 0 0 0,1 0 0 0 0,0 0 0 0 0,0 0 0 0 0,-1 1 0 0 0,1-1 0 0 0,-12 21 52 0 0,11-19-57 0 0,1-1 0 0 0,0 1 0 0 0,-1 0 0 0 0,1-1-1 0 0,0 1 1 0 0,0 0 0 0 0,0-1 0 0 0,0 1 0 0 0,0-1-1 0 0,1 1 1 0 0,-1 0 0 0 0,0-1 0 0 0,1 1 0 0 0,-1-1-1 0 0,1 1 1 0 0,0 0 0 0 0,-1-1 0 0 0,1 0 0 0 0,0 1-1 0 0,0-1 1 0 0,0 1 0 0 0,0-1 0 0 0,0 0 0 0 0,0 0-1 0 0,0 1 1 0 0,0-1 0 0 0,1 0 0 0 0,-1 0 0 0 0,0 0-1 0 0,3 1 1 0 0,-1 0-2 0 0,1 0 0 0 0,-1-1-1 0 0,1 1 1 0 0,0-1 0 0 0,-1 1 0 0 0,1-1 0 0 0,0 0-1 0 0,0 0 1 0 0,0-1 0 0 0,0 1 0 0 0,0-1 0 0 0,0 0-1 0 0,5 0 1 0 0,87-9 344 0 0,-95 9-145 0 0,26 8-2051 0 0,-26-8 1679 0 0,14 7-1247 0 0,-2-5-3583 0 0,-1-2 2647 0 0</inkml:trace>
</inkml:ink>
</file>

<file path=ppt/ink/ink8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07:15.6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42 1 844 0 0,'0'0'4144'0'0,"-4"1"-3445"0"0,3-1-703 0 0,-1 0 138 0 0,1 0-1 0 0,-1 1 1 0 0,0-1-1 0 0,1 1 1 0 0,-1-1-1 0 0,0 1 1 0 0,1 0-1 0 0,-1-1 1 0 0,1 1-1 0 0,-1 0 1 0 0,1 0-1 0 0,0 0 1 0 0,-1 0-1 0 0,1 0 1 0 0,0 0-1 0 0,0 1 1 0 0,0-1-1 0 0,-1 0 1 0 0,0 3-1 0 0,1-3-62 0 0,0 0 0 0 0,1 0-1 0 0,-1 0 1 0 0,0 0 0 0 0,1 0-1 0 0,-1 0 1 0 0,1 0-1 0 0,0 0 1 0 0,-1 1 0 0 0,1-1-1 0 0,0 0 1 0 0,0 0 0 0 0,-1 0-1 0 0,1 0 1 0 0,0 0 0 0 0,0 1-1 0 0,0-1 1 0 0,0 0-1 0 0,1 0 1 0 0,-1 0 0 0 0,0 0-1 0 0,0 0 1 0 0,1 1 0 0 0,-1-1-1 0 0,1 0 1 0 0,-1 0 0 0 0,2 1-1 0 0,-1 0-8 0 0,1 0 0 0 0,0 0 0 0 0,0 0 0 0 0,0 0 0 0 0,1-1 0 0 0,-1 1 0 0 0,0-1 0 0 0,0 1 0 0 0,1-1 0 0 0,-1 0 0 0 0,5 1-1 0 0,1 1-76 0 0,-1-1 0 0 0,1-1 0 0 0,0 1 0 0 0,-1-1 0 0 0,1 0 0 0 0,0-1 0 0 0,0 0-1 0 0,9-1 1 0 0,-6-2 187 0 0,0-1 0 0 0,0 0-1 0 0,0 0 1 0 0,0-1 0 0 0,19-12-1 0 0,-29 16 479 0 0,-12 22-8098 0 0</inkml:trace>
</inkml:ink>
</file>

<file path=ppt/ink/ink8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07:15.9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32 932 0 0,'24'-8'3737'0'0,"3"-8"5693"0"0,-15 9-7147 0 0,-11 7-2079 0 0</inkml:trace>
</inkml:ink>
</file>

<file path=ppt/ink/ink8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07:18.8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138 171 416 0 0,'-104'-54'6827'0'0,"102"53"-6047"0"0,-17 15 112 0 0,17-9-803 0 0,-1 0-1 0 0,2 0 1 0 0,-1 1-1 0 0,1-1 0 0 0,-1 1 1 0 0,1-1-1 0 0,1 1 1 0 0,-1-1-1 0 0,1 1 0 0 0,0 0 1 0 0,1-1-1 0 0,-1 1 1 0 0,1-1-1 0 0,0 1 0 0 0,0-1 1 0 0,1 1-1 0 0,2 7 1 0 0,-2-10-71 0 0,0 0 1 0 0,0 0-1 0 0,1-1 1 0 0,-1 1-1 0 0,0 0 1 0 0,1-1-1 0 0,0 1 1 0 0,0-1-1 0 0,-1 0 1 0 0,1 0 0 0 0,1 0-1 0 0,-1 0 1 0 0,0-1-1 0 0,0 1 1 0 0,1-1-1 0 0,-1 0 1 0 0,0 1-1 0 0,1-2 1 0 0,0 1-1 0 0,-1 0 1 0 0,1-1-1 0 0,-1 0 1 0 0,1 0 0 0 0,0 0-1 0 0,-1 0 1 0 0,1 0-1 0 0,6-2 1 0 0,6-1-56 0 0,0 0-1 0 0,0-1 1 0 0,-1-1 0 0 0,0 0 0 0 0,0-1 0 0 0,0-1 0 0 0,0 0 0 0 0,-1-1-1 0 0,16-12 1 0 0,-21 13-27 0 0,1-1 0 0 0,-1 0 0 0 0,0 0 0 0 0,-1-1 0 0 0,0 0 0 0 0,0 0 0 0 0,-1-1-1 0 0,0 0 1 0 0,-1-1 0 0 0,0 0 0 0 0,0 1 0 0 0,6-21 0 0 0,-11 26 62 0 0,-1 1 0 0 0,1 0 0 0 0,-1-1 0 0 0,0 1 0 0 0,0-1 0 0 0,0 1 0 0 0,-2-8-1 0 0,-1-10 78 0 0,3 21-43 0 0,-1 39 57 0 0,46 213 228 0 0,2 25-85 0 0,-39-219-191 0 0,15 159 108 0 0,-22-180-115 0 0,-1 0 1 0 0,-1 1-1 0 0,-13 70 0 0 0,12-100-2 0 0,1-1-1 0 0,-1 1 0 0 0,0-1 1 0 0,-1 0-1 0 0,0 0 1 0 0,0 0-1 0 0,0 0 0 0 0,0 0 1 0 0,-1-1-1 0 0,0 1 0 0 0,0-1 1 0 0,-1 0-1 0 0,0 0 1 0 0,1-1-1 0 0,-10 7 0 0 0,11-9 5 0 0,-1 0 1 0 0,1 0-1 0 0,-1-1 0 0 0,1 1 0 0 0,-1-1 0 0 0,1 0 0 0 0,-1 0 0 0 0,0 0 0 0 0,1-1 1 0 0,-1 0-1 0 0,0 1 0 0 0,0-1 0 0 0,1 0 0 0 0,-1-1 0 0 0,0 1 0 0 0,0-1 0 0 0,1 1 0 0 0,-1-1 1 0 0,0 0-1 0 0,1-1 0 0 0,-1 1 0 0 0,1-1 0 0 0,-1 1 0 0 0,1-1 0 0 0,0 0 0 0 0,0 0 1 0 0,0 0-1 0 0,-5-5 0 0 0,0 0 2 0 0,1-1 0 0 0,-1 0 0 0 0,1 0 0 0 0,1-1 0 0 0,0 1 0 0 0,0-2 0 0 0,1 1 1 0 0,0 0-1 0 0,0-1 0 0 0,1 0 0 0 0,1 0 0 0 0,-1 0 0 0 0,2-1 0 0 0,-1 1 0 0 0,1-1 0 0 0,1 1 0 0 0,0-1 0 0 0,1 0 1 0 0,0-11-1 0 0,1 9-91 0 0,0 0 1 0 0,0 0-1 0 0,2 0 1 0 0,-1 0-1 0 0,2 0 1 0 0,0 0-1 0 0,0 1 1 0 0,1-1-1 0 0,1 1 1 0 0,0 1-1 0 0,0-1 1 0 0,1 1-1 0 0,1 0 1 0 0,0 1-1 0 0,10-12 1 0 0,3 4-400 0 0,0 1 1 0 0,1 0-1 0 0,0 2 1 0 0,40-21-1 0 0,102-38-4936 0 0,-93 47 2742 0 0</inkml:trace>
</inkml:ink>
</file>

<file path=ppt/ink/ink8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07:19.3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166 448 1056 0 0,'2'1'228'0'0,"0"0"0"0"0,-1-1 1 0 0,1 1-1 0 0,-1 0 0 0 0,0 0 0 0 0,1 0 0 0 0,-1 0 0 0 0,0 1 1 0 0,0-1-1 0 0,1 0 0 0 0,-1 1 0 0 0,0-1 0 0 0,0 0 0 0 0,-1 1 1 0 0,1-1-1 0 0,0 1 0 0 0,0-1 0 0 0,-1 1 0 0 0,1 0 0 0 0,-1-1 0 0 0,1 1 1 0 0,-1 0-1 0 0,0-1 0 0 0,1 1 0 0 0,-1 2 0 0 0,4 54 1660 0 0,-4-43-1218 0 0,3 49 441 0 0,-2 0 1 0 0,-3 0-1 0 0,-12 66 0 0 0,14-130-1097 0 0,0 0 0 0 0,0 1 0 0 0,0-1-1 0 0,0 0 1 0 0,0 0 0 0 0,0 0 0 0 0,0 0 0 0 0,0 0-1 0 0,0 1 1 0 0,0-1 0 0 0,0 0 0 0 0,0 0-1 0 0,0 0 1 0 0,0 0 0 0 0,0 1 0 0 0,0-1 0 0 0,0 0-1 0 0,0 0 1 0 0,0 0 0 0 0,0 0 0 0 0,-1 0-1 0 0,1 0 1 0 0,0 1 0 0 0,0-1 0 0 0,0 0 0 0 0,0 0-1 0 0,0 0 1 0 0,0 0 0 0 0,-1 0 0 0 0,1 0-1 0 0,0 0 1 0 0,0 0 0 0 0,0 0 0 0 0,0 0 0 0 0,0 0-1 0 0,-1 0 1 0 0,1 0 0 0 0,0 0 0 0 0,0 0-1 0 0,0 0 1 0 0,0 0 0 0 0,-1 0 0 0 0,1 0 0 0 0,0 0-1 0 0,0 0 1 0 0,0 0 0 0 0,0 0 0 0 0,0 0-1 0 0,-1 0 1 0 0,1 0 0 0 0,0 0 0 0 0,0 0 0 0 0,0 0-1 0 0,0 0 1 0 0,0 0 0 0 0,-1 0 0 0 0,1-1-1 0 0,0 1 1 0 0,0 0 0 0 0,0 0 0 0 0,0 0 0 0 0,0 0-1 0 0,-12-15 210 0 0,-6-20-178 0 0,-84-250-278 0 0,89 238 145 0 0,3-1 0 0 0,1 0 0 0 0,3-1-1 0 0,-1-55 1 0 0,7 89 61 0 0,1 0 0 0 0,1 0 0 0 0,0 0 0 0 0,1 0 0 0 0,1 1 0 0 0,0-1 0 0 0,1 1 0 0 0,1 0 0 0 0,0 0 0 0 0,0 1 0 0 0,14-20 1 0 0,-17 28 19 0 0,0 1 0 0 0,0 0 1 0 0,1-1-1 0 0,-1 1 0 0 0,1 1 1 0 0,0-1-1 0 0,1 0 1 0 0,-1 1-1 0 0,0 0 0 0 0,1 0 1 0 0,0 1-1 0 0,0-1 0 0 0,0 1 1 0 0,0 0-1 0 0,0 0 1 0 0,0 0-1 0 0,0 1 0 0 0,1 0 1 0 0,-1 0-1 0 0,0 0 1 0 0,1 1-1 0 0,-1 0 0 0 0,1 0 1 0 0,-1 0-1 0 0,1 0 0 0 0,-1 1 1 0 0,0 0-1 0 0,1 0 1 0 0,-1 1-1 0 0,0 0 0 0 0,0-1 1 0 0,0 2-1 0 0,0-1 1 0 0,6 4-1 0 0,0 0 3 0 0,-1 0 0 0 0,0 0 0 0 0,-1 1 0 0 0,1 0 0 0 0,-1 1 0 0 0,-1 0 0 0 0,1 1 0 0 0,-1-1 0 0 0,-1 2 0 0 0,0-1 0 0 0,0 1 0 0 0,-1 0-1 0 0,0 0 1 0 0,-1 1 0 0 0,0-1 0 0 0,0 1 0 0 0,-1 1 0 0 0,3 14 0 0 0,-7-20 12 0 0,1-1 0 0 0,-1 0 0 0 0,-1 0 0 0 0,1 0 0 0 0,-1 0 0 0 0,0 0 0 0 0,0 1 0 0 0,0-1 0 0 0,-1-1 0 0 0,0 1 0 0 0,0 0 0 0 0,0 0-1 0 0,-1-1 1 0 0,1 1 0 0 0,-1-1 0 0 0,0 0 0 0 0,0 0 0 0 0,-1 0 0 0 0,1 0 0 0 0,-1 0 0 0 0,0-1 0 0 0,0 0 0 0 0,0 0 0 0 0,0 0 0 0 0,-1 0 0 0 0,1 0 0 0 0,-1-1-1 0 0,1 0 1 0 0,-6 2 0 0 0,-13 4-217 0 0,0 0 0 0 0,0-2 0 0 0,-1 0-1 0 0,-39 4 1 0 0,61-10-440 0 0</inkml:trace>
</inkml:ink>
</file>

<file path=ppt/ink/ink8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07:19.7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119 37 132 0 0,'-22'20'2622'0'0,"7"0"-1469"0"0,1 0 0 0 0,0 1-1 0 0,2 1 1 0 0,-17 40-1 0 0,27-56-1050 0 0,-1 0-1 0 0,1 0 0 0 0,1 0 0 0 0,-1 0 0 0 0,1 0 0 0 0,0 0 0 0 0,1 1 1 0 0,-1-1-1 0 0,1 0 0 0 0,1 1 0 0 0,-1-1 0 0 0,1 0 0 0 0,0 1 0 0 0,0-1 0 0 0,1 0 1 0 0,0 0-1 0 0,0 0 0 0 0,0 0 0 0 0,1 0 0 0 0,0-1 0 0 0,0 1 0 0 0,0-1 0 0 0,1 0 1 0 0,6 8-1 0 0,-6-9-63 0 0,1 0 1 0 0,-1 0 0 0 0,1 0-1 0 0,0-1 1 0 0,0 0-1 0 0,0 0 1 0 0,1 0 0 0 0,-1-1-1 0 0,1 0 1 0 0,-1 0 0 0 0,1 0-1 0 0,0-1 1 0 0,-1 1-1 0 0,1-1 1 0 0,0-1 0 0 0,0 1-1 0 0,0-1 1 0 0,0 0 0 0 0,0-1-1 0 0,0 1 1 0 0,0-1 0 0 0,0 0-1 0 0,-1 0 1 0 0,1-1-1 0 0,0 0 1 0 0,10-5 0 0 0,-9 4-21 0 0,0 0 1 0 0,0-1-1 0 0,-1 0 0 0 0,1 0 1 0 0,-1-1-1 0 0,0 0 1 0 0,0 0-1 0 0,0 0 0 0 0,-1-1 1 0 0,0 0-1 0 0,0 0 1 0 0,0 0-1 0 0,-1 0 1 0 0,0-1-1 0 0,0 0 0 0 0,0 0 1 0 0,-1 0-1 0 0,0 0 1 0 0,3-14-1 0 0,-5 10 26 0 0,0 0 1 0 0,0 0-1 0 0,-1 0 0 0 0,-1 0 1 0 0,0 0-1 0 0,0 0 0 0 0,-1 0 0 0 0,-1 0 1 0 0,0 0-1 0 0,0 1 0 0 0,-1-1 0 0 0,0 1 1 0 0,-1 0-1 0 0,-7-12 0 0 0,8 16-6 0 0,0 0-1 0 0,0 0 1 0 0,-1 0-1 0 0,0 0 1 0 0,0 1 0 0 0,0-1-1 0 0,0 1 1 0 0,-1 1-1 0 0,0-1 1 0 0,0 1-1 0 0,0 0 1 0 0,-1 0-1 0 0,0 1 1 0 0,1-1-1 0 0,-1 2 1 0 0,0-1 0 0 0,0 1-1 0 0,0 0 1 0 0,-1 0-1 0 0,1 1 1 0 0,-12-1-1 0 0,17 2-103 0 0,1 0 0 0 0,-1 1 0 0 0,0-1-1 0 0,0 0 1 0 0,1 1 0 0 0,-1-1 0 0 0,0 1 0 0 0,1-1-1 0 0,-1 1 1 0 0,0 0 0 0 0,1 0 0 0 0,-1-1-1 0 0,1 1 1 0 0,-1 0 0 0 0,1 1 0 0 0,0-1 0 0 0,-1 0-1 0 0,1 0 1 0 0,0 1 0 0 0,0-1 0 0 0,0 0 0 0 0,0 1-1 0 0,0-1 1 0 0,0 1 0 0 0,0-1 0 0 0,1 1-1 0 0,-1 0 1 0 0,0-1 0 0 0,1 1 0 0 0,-1 0 0 0 0,1 2-1 0 0,-1-2-270 0 0,1 0 0 0 0,0-1 0 0 0,0 1 0 0 0,0 0 0 0 0,0 0-1 0 0,0 0 1 0 0,1-1 0 0 0,-1 1 0 0 0,0 0 0 0 0,1 0 0 0 0,0-1-1 0 0,-1 1 1 0 0,1 0 0 0 0,0-1 0 0 0,0 1 0 0 0,-1-1 0 0 0,1 1-1 0 0,1-1 1 0 0,0 2 0 0 0,5 4-2524 0 0</inkml:trace>
</inkml:ink>
</file>

<file path=ppt/ink/ink8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07:20.6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291 87 380 0 0,'1'-2'275'0'0,"1"0"0"0"0,-1 0-1 0 0,0 0 1 0 0,0 0 0 0 0,0 0 0 0 0,0-1-1 0 0,0 1 1 0 0,0 0 0 0 0,0 0-1 0 0,-1-1 1 0 0,1 1 0 0 0,-1 0 0 0 0,0-1-1 0 0,0 1 1 0 0,0-1 0 0 0,0 1 0 0 0,0 0-1 0 0,0-1 1 0 0,0 1 0 0 0,-1-1 0 0 0,1 1-1 0 0,-1 0 1 0 0,0-1 0 0 0,0 1 0 0 0,0 0-1 0 0,0 0 1 0 0,0 0 0 0 0,-2-3 0 0 0,0 3-101 0 0,0 0 0 0 0,0 0 1 0 0,-1 0-1 0 0,1 0 0 0 0,0 1 1 0 0,-1-1-1 0 0,1 1 0 0 0,-1 0 1 0 0,0 0-1 0 0,1 0 1 0 0,-1 1-1 0 0,0-1 0 0 0,0 1 1 0 0,1 0-1 0 0,-1 0 0 0 0,0 0 1 0 0,0 0-1 0 0,-4 2 0 0 0,1-2-47 0 0,-1 2 0 0 0,1-1-1 0 0,-1 1 1 0 0,1 0 0 0 0,0 0 0 0 0,0 1-1 0 0,0-1 1 0 0,0 2 0 0 0,0-1-1 0 0,1 1 1 0 0,-1 0 0 0 0,1 1-1 0 0,0-1 1 0 0,0 1 0 0 0,-5 6-1 0 0,9-8-90 0 0,-1 1 0 0 0,1-1-1 0 0,0 1 1 0 0,0 0 0 0 0,0-1-1 0 0,0 1 1 0 0,1 0 0 0 0,0 0-1 0 0,0 0 1 0 0,0 0 0 0 0,0 0-1 0 0,0 0 1 0 0,1 1 0 0 0,0-1-1 0 0,0 0 1 0 0,0 0 0 0 0,0 0-1 0 0,1 1 1 0 0,-1-1-1 0 0,1 0 1 0 0,0 0 0 0 0,0 0-1 0 0,1 0 1 0 0,-1 0 0 0 0,1 0-1 0 0,0-1 1 0 0,0 1 0 0 0,4 5-1 0 0,48 67 111 0 0,-32-46-124 0 0,23 38 0 0 0,-44-65-21 0 0,1-1 0 0 0,0 1-1 0 0,-1 0 1 0 0,0 0 0 0 0,0 0-1 0 0,1 0 1 0 0,-2 0 0 0 0,1 0 0 0 0,0 0-1 0 0,-1 0 1 0 0,1 0 0 0 0,-1 0-1 0 0,0 0 1 0 0,0 1 0 0 0,0-1-1 0 0,-1 0 1 0 0,1 0 0 0 0,-1 0-1 0 0,1 0 1 0 0,-1 0 0 0 0,0 0-1 0 0,-2 4 1 0 0,1-4-1 0 0,-1 0 1 0 0,1 0-1 0 0,-1 0 0 0 0,0-1 0 0 0,0 1 1 0 0,0-1-1 0 0,0 1 0 0 0,0-1 0 0 0,0 0 1 0 0,-1 0-1 0 0,1-1 0 0 0,-1 1 0 0 0,0-1 1 0 0,1 0-1 0 0,-1 0 0 0 0,0 0 1 0 0,0 0-1 0 0,-4 0 0 0 0,-106 11-235 0 0,113-12 134 0 0,-8 5-213 0 0,8-4 279 0 0,0-1-1 0 0,1 0 1 0 0,-1 0-1 0 0,0 0 1 0 0,0 1-1 0 0,0-1 1 0 0,1 1-1 0 0,-1-1 1 0 0,0 1-1 0 0,0-1 1 0 0,1 1-1 0 0,-1-1 1 0 0,0 1-1 0 0,1-1 1 0 0,-1 1-1 0 0,1 0 1 0 0,-1-1-1 0 0,1 1 1 0 0,-1 0-1 0 0,1-1 1 0 0,-1 1-1 0 0,1 0 1 0 0,0 0 0 0 0,0 0-1 0 0,-1-1 1 0 0,1 1-1 0 0,0 1 1 0 0,1 11-118 0 0,0-12 140 0 0,-1 1 0 0 0,0-1 1 0 0,1 1-1 0 0,-1-1 0 0 0,0 0 1 0 0,0 1-1 0 0,0-1 0 0 0,0 1 1 0 0,0-1-1 0 0,-1 0 0 0 0,1 1 0 0 0,0-1 1 0 0,-1 1-1 0 0,1-1 0 0 0,-1 0 1 0 0,1 0-1 0 0,-2 3 0 0 0,2-4 39 0 0,-23 46-8788 0 0</inkml:trace>
</inkml:ink>
</file>

<file path=ppt/ink/ink8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07:21.0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69 54 22842 0 0,'2'-2'-112'0'0,"-10"-13"-36"0"0,5 10-316 0 0,-7-4-816 0 0,6 5 776 0 0,-4 1-176 0 0,3 1-288 0 0,-9 1-3333 0 0,3-5-1695 0 0,3-1 1379 0 0</inkml:trace>
</inkml:ink>
</file>

<file path=ppt/ink/ink8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07:31.7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251 43 708 0 0,'-8'-37'8057'0'0,"4"32"-5032"0"0,4 4-2960 0 0,-5 15 200 0 0,-98 239 1777 0 0,80-191-1764 0 0,14-40-185 0 0,-18 49 320 0 0,-28 110-1 0 0,50-160-358 0 0,1 1 0 0 0,0-1 0 0 0,2 0 1 0 0,1 1-1 0 0,1-1 0 0 0,0 1 0 0 0,2-1 0 0 0,0 1 0 0 0,2-1 0 0 0,7 25 0 0 0,-9-39-93 0 0,0-1-1 0 0,0 0 1 0 0,1 0-1 0 0,0-1 0 0 0,0 1 1 0 0,1-1-1 0 0,-1 1 0 0 0,1-1 1 0 0,0 0-1 0 0,1 0 0 0 0,-1-1 1 0 0,1 1-1 0 0,0-1 1 0 0,0 0-1 0 0,0 0 0 0 0,1-1 1 0 0,7 5-1 0 0,-3-5-143 0 0,-1 1-1 0 0,1-2 1 0 0,-1 1-1 0 0,1-1 1 0 0,0-1-1 0 0,0 0 0 0 0,0 0 1 0 0,0-1-1 0 0,0 0 1 0 0,14-2-1 0 0,2-2-547 0 0,1-2 0 0 0,-1-1 0 0 0,0-1 0 0 0,-1-1 0 0 0,0-1-1 0 0,0-1 1 0 0,34-21 0 0 0,-11-4-2929 0 0,-25 15 1568 0 0</inkml:trace>
</inkml:ink>
</file>

<file path=ppt/ink/ink8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07:32.8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136 211 3780 0 0,'9'-12'-176'0'0,"3"-4"213"0"0,-1-1-1 0 0,0 0 1 0 0,9-21 0 0 0,-18 33 152 0 0,0 0 0 0 0,0 0 0 0 0,-1 0 0 0 0,1 0 0 0 0,-1-1 0 0 0,-1 1 0 0 0,1 0 0 0 0,-1-1 0 0 0,1 1 0 0 0,-1-1 0 0 0,-1 1 0 0 0,1 0 0 0 0,-1-1 0 0 0,0 1 1 0 0,0 0-1 0 0,-4-9 0 0 0,5 13-145 0 0,-1 1 1 0 0,0-1 0 0 0,1 0 0 0 0,-1 0-1 0 0,1 0 1 0 0,-1 1 0 0 0,0-1 0 0 0,0 0 0 0 0,1 1-1 0 0,-1-1 1 0 0,0 1 0 0 0,0-1 0 0 0,0 1-1 0 0,0-1 1 0 0,0 1 0 0 0,0-1 0 0 0,0 1-1 0 0,0 0 1 0 0,1 0 0 0 0,-1-1 0 0 0,0 1-1 0 0,0 0 1 0 0,0 0 0 0 0,0 0 0 0 0,0 0 0 0 0,0 0-1 0 0,-1 0 1 0 0,2 0 0 0 0,-1 1 0 0 0,0-1-1 0 0,0 0 1 0 0,0 0 0 0 0,-2 1 0 0 0,-33 15 691 0 0,32-14-623 0 0,-9 5 131 0 0,0 1 0 0 0,1 0 0 0 0,0 1 0 0 0,0 0 0 0 0,1 0 0 0 0,-11 12 0 0 0,18-17-177 0 0,1 0-1 0 0,0 0 1 0 0,-1 1 0 0 0,2-1-1 0 0,-1 1 1 0 0,0-1 0 0 0,1 1-1 0 0,0 0 1 0 0,0 0 0 0 0,0 0-1 0 0,1 0 1 0 0,-1 0 0 0 0,1 1-1 0 0,0-1 1 0 0,1 0 0 0 0,0 1-1 0 0,-1-1 1 0 0,2 0-1 0 0,0 10 1 0 0,0-13-61 0 0,0 0 0 0 0,0 0 0 0 0,0 0 0 0 0,0 0 0 0 0,0 0 1 0 0,0 0-1 0 0,1 0 0 0 0,-1-1 0 0 0,1 1 0 0 0,-1-1 0 0 0,1 1 0 0 0,0-1 0 0 0,0 1 0 0 0,-1-1 0 0 0,1 0 0 0 0,0 0 0 0 0,0 0 0 0 0,0 0 0 0 0,0 0 0 0 0,0 0 1 0 0,1-1-1 0 0,-1 1 0 0 0,0-1 0 0 0,0 1 0 0 0,5-1 0 0 0,64 3-387 0 0,-56-3 219 0 0,47-3-349 0 0,-38 1 275 0 0,0 2 0 0 0,36 2-1 0 0,-46 0 181 0 0,-1-1-1 0 0,1-1 1 0 0,-1 0-1 0 0,1-1 1 0 0,23-4-1 0 0,-28 3 59 0 0,0 0 0 0 0,0-1 0 0 0,0 0 0 0 0,-1-1 0 0 0,0 0 0 0 0,1 0 0 0 0,-1-1 0 0 0,-1 0 0 0 0,1 0 0 0 0,-1 0 0 0 0,0-1-1 0 0,0-1 1 0 0,-1 1 0 0 0,12-15 0 0 0,-18 21 14 0 0,0-1 0 0 0,0 1 0 0 0,0-1 0 0 0,1 1 0 0 0,-1-1 0 0 0,0 1 0 0 0,0-1 0 0 0,1 1 0 0 0,-1-1 0 0 0,0 1 0 0 0,1-1 0 0 0,-1 1 0 0 0,0 0 0 0 0,1-1 0 0 0,-1 1 0 0 0,1 0 0 0 0,-1-1 0 0 0,1 1 0 0 0,-1 0 0 0 0,1 0 0 0 0,-1-1 0 0 0,1 1 0 0 0,-1 0 0 0 0,1 0 0 0 0,-1 0 0 0 0,1 0 0 0 0,-1 0 0 0 0,1 0 0 0 0,-1 0 0 0 0,1 0 0 0 0,-1 0 0 0 0,1 0 0 0 0,-1 0 0 0 0,1 0 0 0 0,0 0 0 0 0,-1 0 0 0 0,1 0 0 0 0,-1 0 0 0 0,1 1 0 0 0,12 21 102 0 0,-12-19-111 0 0,0 1 1 0 0,0-1 0 0 0,0 0 0 0 0,1 0 0 0 0,-1-1 0 0 0,1 1 0 0 0,0 0 0 0 0,0 0 0 0 0,0-1 0 0 0,0 1-1 0 0,4 2 1 0 0,-3-3-3 0 0,0 0 0 0 0,0-1-1 0 0,0 0 1 0 0,0 0 0 0 0,1 0 0 0 0,-1 0-1 0 0,0 0 1 0 0,0-1 0 0 0,1 1-1 0 0,-1-1 1 0 0,0 0 0 0 0,1 0 0 0 0,-1 0-1 0 0,0 0 1 0 0,0-1 0 0 0,5 0-1 0 0,52-24 41 0 0,-52 20-43 0 0,1 1-1 0 0,-1 0 0 0 0,1 0 0 0 0,-1 1 1 0 0,1 0-1 0 0,0 1 0 0 0,0 0 0 0 0,15-1 0 0 0,48 6 1 0 0,-46-1-1 0 0,0-1 0 0 0,-1-1 0 0 0,29-3 1 0 0,-46 2-3 0 0,0-1 0 0 0,0 0-1 0 0,0 0 1 0 0,0-1 0 0 0,-1 0 0 0 0,1 0 0 0 0,-1 0 0 0 0,0-1 0 0 0,1-1 0 0 0,-2 1 0 0 0,1-1 0 0 0,-1 0 0 0 0,12-12 0 0 0,-15 15 42 0 0,-1-1 1 0 0,1 0 0 0 0,-1-1-1 0 0,0 1 1 0 0,0 0-1 0 0,0-1 1 0 0,0 1 0 0 0,0-1-1 0 0,-1 0 1 0 0,0 1 0 0 0,1-1-1 0 0,-2 0 1 0 0,1 0-1 0 0,0 0 1 0 0,-1 0 0 0 0,1 1-1 0 0,-1-1 1 0 0,-1-5-1 0 0,1 7 223 0 0,-14 22-19 0 0,3 3-118 0 0,1 1 0 0 0,1 0 0 0 0,1 1 1 0 0,2-1-1 0 0,0 1 0 0 0,1 1 0 0 0,-1 25 1 0 0,-6 25 105 0 0,-32 249 484 0 0,23-146-379 0 0,12-138-238 0 0,9-39-93 0 0,0-1-1 0 0,-1 1 0 0 0,0 0 1 0 0,1-1-1 0 0,-1 1 0 0 0,0-1 1 0 0,1 1-1 0 0,-1-1 1 0 0,0 1-1 0 0,0-1 0 0 0,0 0 1 0 0,-1 1-1 0 0,1-1 0 0 0,0 0 1 0 0,0 0-1 0 0,-1 0 1 0 0,1 0-1 0 0,0 0 0 0 0,-4 1 1 0 0,4-2-13 0 0,0 0 1 0 0,-1 0 0 0 0,1 0-1 0 0,-1 0 1 0 0,1-1-1 0 0,0 1 1 0 0,0-1 0 0 0,-1 1-1 0 0,1-1 1 0 0,0 1 0 0 0,0-1-1 0 0,0 0 1 0 0,-1 0-1 0 0,1 1 1 0 0,0-1 0 0 0,0 0-1 0 0,0 0 1 0 0,0 0 0 0 0,0 0-1 0 0,1 0 1 0 0,-1 0-1 0 0,0 0 1 0 0,0-1 0 0 0,1 1-1 0 0,-1 0 1 0 0,0-3 0 0 0,-12-33-237 0 0,12 19 139 0 0,0-1 0 0 0,2 1 0 0 0,0 0 0 0 0,1 0 0 0 0,1-1 0 0 0,1 2 0 0 0,0-1 0 0 0,1 0-1 0 0,1 1 1 0 0,1 0 0 0 0,12-22 0 0 0,14-23-321 0 0,64-88 1 0 0,-91 142 394 0 0,61-79-93 0 0,130-129-1 0 0,-194 213 114 0 0,18-17 1418 0 0,-31 41-399 0 0,9-20-995 0 0,-1 1 1 0 0,1 0-1 0 0,0 0 0 0 0,0 0 1 0 0,0 0-1 0 0,0 0 0 0 0,0 0 1 0 0,0 0-1 0 0,0 1 0 0 0,1-1 1 0 0,-1 0-1 0 0,1 0 0 0 0,-1 1 1 0 0,1-1-1 0 0,0 0 0 0 0,0 0 0 0 0,0 1 1 0 0,0-1-1 0 0,0 0 0 0 0,1 1 1 0 0,-1-1-1 0 0,1 0 0 0 0,0 0 1 0 0,-1 0-1 0 0,1 0 0 0 0,0 1 1 0 0,0-1-1 0 0,0 0 0 0 0,1 0 1 0 0,-1-1-1 0 0,0 1 0 0 0,1 0 1 0 0,-1 0-1 0 0,1-1 0 0 0,0 1 1 0 0,-1-1-1 0 0,1 1 0 0 0,0-1 1 0 0,0 0-1 0 0,0 1 0 0 0,4 0 0 0 0,1 2 3 0 0,1-1-1 0 0,0-1 0 0 0,0 1 0 0 0,0-1 1 0 0,0-1-1 0 0,0 1 0 0 0,0-1 0 0 0,1-1 0 0 0,-1 0 1 0 0,15-1-1 0 0,-15 0-433 0 0,1 1 0 0 0,0 1 1 0 0,-1-1-1 0 0,1 1 0 0 0,0 1 0 0 0,12 3 1 0 0,30 4-7582 0 0,-39-9 5259 0 0</inkml:trace>
</inkml:ink>
</file>

<file path=ppt/ink/ink8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07:33.5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73 29 8 0 0,'1'-1'208'0'0,"-1"0"-1"0"0,0 0 1 0 0,0 0 0 0 0,0 0-1 0 0,0 0 1 0 0,0 0 0 0 0,0 0-1 0 0,0 0 1 0 0,0 0 0 0 0,0 0-1 0 0,0 0 1 0 0,-1 0 0 0 0,1 0-1 0 0,0 0 1 0 0,-1 0 0 0 0,1 0-1 0 0,-1 1 1 0 0,1-1 0 0 0,-1 0 0 0 0,1 0-1 0 0,-1 0 1 0 0,1 1 0 0 0,-1-1-1 0 0,0 0 1 0 0,1 1 0 0 0,-1-1-1 0 0,0 0 1 0 0,0 1 0 0 0,1-1-1 0 0,-1 1 1 0 0,0-1 0 0 0,-2 0-1 0 0,2 1 384 0 0,-4 1-211 0 0,0 0 0 0 0,1 0 1 0 0,-1 1-1 0 0,1-1 0 0 0,-1 1 0 0 0,1 0 1 0 0,-1 0-1 0 0,1 1 0 0 0,-5 3 0 0 0,9-6-357 0 0,-1 1-1 0 0,1-1 1 0 0,-1 1-1 0 0,0-1 1 0 0,1 1-1 0 0,0-1 1 0 0,-1 1-1 0 0,1-1 1 0 0,-1 1-1 0 0,1 0 0 0 0,0-1 1 0 0,-1 1-1 0 0,1 0 1 0 0,0-1-1 0 0,0 1 1 0 0,-1 0-1 0 0,1-1 1 0 0,0 1-1 0 0,0 0 1 0 0,0 0-1 0 0,0-1 1 0 0,0 1-1 0 0,0 0 0 0 0,0-1 1 0 0,0 1-1 0 0,0 0 1 0 0,0 0-1 0 0,1-1 1 0 0,-1 1-1 0 0,0 0 1 0 0,0-1-1 0 0,1 1 1 0 0,-1 0-1 0 0,1 0 1 0 0,1 1-40 0 0,0 0 0 0 0,0-1 0 0 0,0 0 0 0 0,0 1 0 0 0,0-1 1 0 0,0 0-1 0 0,0 0 0 0 0,0 0 0 0 0,1 0 0 0 0,3 0 0 0 0,59 8-1122 0 0,-17-11 119 0 0,69-11-1 0 0,-115 13 1122 0 0,-1-1 0 0 0,0 1 0 0 0,1-1-1 0 0,-1 1 1 0 0,0-1 0 0 0,0 1 0 0 0,1-1 0 0 0,-1 0 0 0 0,0 0 0 0 0,0 0 0 0 0,0 0 0 0 0,0 1 0 0 0,0-1 0 0 0,0 0 0 0 0,0-1 0 0 0,-1 1 0 0 0,1 0-1 0 0,0 0 1 0 0,0 0 0 0 0,-1 0 0 0 0,1-1 0 0 0,-1 1 0 0 0,1 0 0 0 0,-1-1 0 0 0,0 1 0 0 0,1 0 0 0 0,-1-1 0 0 0,0 1 0 0 0,0 0 0 0 0,0-1-1 0 0,0 1 1 0 0,0-1 0 0 0,0 1 0 0 0,0 0 0 0 0,-1-1 0 0 0,1 1 0 0 0,0 0 0 0 0,-1-1 0 0 0,0 0 0 0 0,1 1 85 0 0,-21-2-167 0 0,18 2-28 0 0,2 2 0 0 0,-7 0 12 0 0,6-1 0 0 0,-1 0-406 0 0,-1 1 0 0 0,1-1 0 0 0,-1 1 0 0 0,1 0 0 0 0,0 0 0 0 0,-1 0 0 0 0,1 0 0 0 0,0 1 0 0 0,-4 2 0 0 0,-4 1-3753 0 0,5-3 1501 0 0</inkml:trace>
</inkml:ink>
</file>

<file path=ppt/ink/ink8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07:34.2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219 21 408 0 0,'-21'-18'4248'0'0,"12"17"-3812"0"0,0 0 0 0 0,0 0 0 0 0,0 1 0 0 0,0 0 1 0 0,0 1-1 0 0,0 0 0 0 0,0 1 0 0 0,0-1 0 0 0,0 2 0 0 0,-15 5 0 0 0,21-7-377 0 0,0 1 1 0 0,0-1-1 0 0,0 1 0 0 0,0 0 0 0 0,0 0 0 0 0,1 0 0 0 0,-1 1 0 0 0,1-1 0 0 0,-1 0 0 0 0,1 1 0 0 0,0 0 0 0 0,0-1 0 0 0,0 1 0 0 0,0 0 0 0 0,1 0 1 0 0,-1 0-1 0 0,1 1 0 0 0,-1-1 0 0 0,1 0 0 0 0,0 0 0 0 0,1 1 0 0 0,-1-1 0 0 0,0 0 0 0 0,1 1 0 0 0,0-1 0 0 0,0 1 0 0 0,0-1 0 0 0,0 0 0 0 0,0 1 1 0 0,1-1-1 0 0,1 6 0 0 0,31 119 375 0 0,9 53-152 0 0,-30-55-160 0 0,6 31 3 0 0,-17-148-114 0 0,0 0 1 0 0,-1-1-1 0 0,-1 1 1 0 0,1 0-1 0 0,-1 0 0 0 0,-1-1 1 0 0,0 1-1 0 0,0-1 0 0 0,-1 1 1 0 0,1-1-1 0 0,-6 9 0 0 0,7-13 9 0 0,-1-1-1 0 0,1 0 0 0 0,-1 1 0 0 0,1-1 1 0 0,-1 0-1 0 0,0 0 0 0 0,0 0 0 0 0,-1 0 0 0 0,1-1 1 0 0,0 1-1 0 0,-1-1 0 0 0,0 1 0 0 0,0-1 0 0 0,0 0 1 0 0,0 0-1 0 0,0 0 0 0 0,0 0 0 0 0,0-1 0 0 0,0 1 1 0 0,-1-1-1 0 0,1 0 0 0 0,0 0 0 0 0,-1 0 0 0 0,1 0 1 0 0,-1-1-1 0 0,0 1 0 0 0,1-1 0 0 0,-7 0 1 0 0,8-1-10 0 0,0 1 1 0 0,0-1-1 0 0,0 1 1 0 0,0-1-1 0 0,0 0 1 0 0,0 0 0 0 0,1 0-1 0 0,-1 0 1 0 0,0 0-1 0 0,0-1 1 0 0,1 1 0 0 0,-1-1-1 0 0,1 1 1 0 0,-1-1-1 0 0,1 1 1 0 0,-1-1 0 0 0,1 0-1 0 0,0 1 1 0 0,0-1-1 0 0,0 0 1 0 0,0 0 0 0 0,0 0-1 0 0,0 0 1 0 0,1 0-1 0 0,-1 0 1 0 0,1 0 0 0 0,-1 0-1 0 0,1 0 1 0 0,0 0-1 0 0,0 0 1 0 0,0-1-1 0 0,0 1 1 0 0,0 0 0 0 0,0 0-1 0 0,1 0 1 0 0,-1 0-1 0 0,1 0 1 0 0,0-3 0 0 0,2-6-3 0 0,-1 1 1 0 0,2-1-1 0 0,0 1 1 0 0,0 0-1 0 0,11-19 1 0 0,24-26-189 0 0,4 1 0 0 0,1 3 0 0 0,94-85 1 0 0,-95 95 26 0 0,24-24 35 0 0,14-14 464 0 0,150-116 0 0 0,-227 190 2230 0 0,-17 9-1871 0 0,-24 14-74 0 0,31-14-529 0 0,0 1 0 0 0,0 0 0 0 0,1 0 1 0 0,-1 0-1 0 0,1 0 0 0 0,0 1 0 0 0,0 0 0 0 0,1 0 0 0 0,0 0 1 0 0,0 1-1 0 0,0-1 0 0 0,1 1 0 0 0,0 0 0 0 0,0 0 0 0 0,1 0 1 0 0,-2 12-1 0 0,3-14-266 0 0,1 0 1 0 0,-1 0 0 0 0,1 0 0 0 0,1 0-1 0 0,-1 0 1 0 0,1 0 0 0 0,0 0 0 0 0,0 0-1 0 0,0 0 1 0 0,4 8 0 0 0,-2-7-380 0 0,0 0-1 0 0,1-1 1 0 0,-1 1-1 0 0,1-1 1 0 0,0 0 0 0 0,1 0-1 0 0,-1 0 1 0 0,1-1 0 0 0,8 7-1 0 0,12 4-3841 0 0,10 1 336 0 0</inkml:trace>
</inkml:ink>
</file>

<file path=ppt/ink/ink8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07:36.6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146 209 684 0 0,'-8'10'3956'0'0,"-1"11"-3160"0"0,2 17-127 0 0,1 1 0 0 0,2-1 0 0 0,2 1 0 0 0,2 0 0 0 0,5 52 0 0 0,0 36 845 0 0,-4-126-1423 0 0,-1 0 1 0 0,0 0 0 0 0,0-1-1 0 0,0 1 1 0 0,1 0 0 0 0,-1 0-1 0 0,0 0 1 0 0,0 0-1 0 0,0-1 1 0 0,0 1 0 0 0,0 0-1 0 0,-1 0 1 0 0,1 0 0 0 0,0-1-1 0 0,0 1 1 0 0,-1 0 0 0 0,1 0-1 0 0,0-1 1 0 0,-1 1-1 0 0,1 0 1 0 0,0 0 0 0 0,-1-1-1 0 0,1 1 1 0 0,-1 0 0 0 0,1-1-1 0 0,-1 1 1 0 0,0-1 0 0 0,1 1-1 0 0,-1-1 1 0 0,0 1 0 0 0,-1-1-37 0 0,1-1 1 0 0,0 1 0 0 0,-1-1 0 0 0,1 0-1 0 0,0 0 1 0 0,0 0 0 0 0,0 0 0 0 0,0 0 0 0 0,0 0-1 0 0,0 0 1 0 0,0 0 0 0 0,0 0 0 0 0,0 0-1 0 0,-1-3 1 0 0,-31-57 327 0 0,21 32-306 0 0,1-1 1 0 0,1-1-1 0 0,2 0 1 0 0,1 0-1 0 0,2 0 0 0 0,1-1 1 0 0,1 0-1 0 0,2 1 1 0 0,1-1-1 0 0,1 0 0 0 0,2 0 1 0 0,2 0-1 0 0,7-31 0 0 0,-9 55-69 0 0,-1 0-1 0 0,1 0 0 0 0,1 1 1 0 0,-1-1-1 0 0,1 1 0 0 0,0 0 0 0 0,1 0 1 0 0,0 1-1 0 0,0-1 0 0 0,0 1 0 0 0,1 0 1 0 0,0 0-1 0 0,0 1 0 0 0,12-8 1 0 0,-13 10-5 0 0,1 0 0 0 0,-1 1 0 0 0,1 0 0 0 0,-1 0 0 0 0,1 0 0 0 0,0 1 0 0 0,0-1 1 0 0,0 2-1 0 0,0-1 0 0 0,0 0 0 0 0,0 1 0 0 0,0 0 0 0 0,0 1 0 0 0,0 0 0 0 0,0-1 1 0 0,-1 2-1 0 0,1-1 0 0 0,0 1 0 0 0,0 0 0 0 0,8 4 0 0 0,-4-2-13 0 0,0 2 0 0 0,-1 0-1 0 0,1 0 1 0 0,-1 0 0 0 0,-1 1-1 0 0,1 1 1 0 0,-1-1 0 0 0,0 1-1 0 0,-1 1 1 0 0,0-1 0 0 0,0 1 0 0 0,-1 1-1 0 0,0-1 1 0 0,-1 1 0 0 0,0 0-1 0 0,0 0 1 0 0,4 16 0 0 0,-8-23 2 0 0,0 1 0 0 0,-1-1 1 0 0,1 1-1 0 0,-1 0 0 0 0,0-1 0 0 0,0 1 1 0 0,0 0-1 0 0,0 0 0 0 0,0-1 0 0 0,-1 1 1 0 0,0 0-1 0 0,0-1 0 0 0,0 1 0 0 0,0-1 1 0 0,-1 1-1 0 0,1-1 0 0 0,-4 5 0 0 0,2-2 8 0 0,-2-1-1 0 0,1 1 0 0 0,-1-1 1 0 0,0 0-1 0 0,0 0 0 0 0,0 0 1 0 0,0-1-1 0 0,-13 8 1 0 0,10-8-16 0 0,1 1 0 0 0,-1-1 0 0 0,-1 0 0 0 0,1-1 0 0 0,-1 0 1 0 0,1-1-1 0 0,-1 1 0 0 0,0-1 0 0 0,0-1 0 0 0,0 0 0 0 0,0 0 1 0 0,0-1-1 0 0,0 0 0 0 0,-15-2 0 0 0,21 1-174 0 0,0 0 0 0 0,0 0 0 0 0,0 0 0 0 0,0 0 0 0 0,0 0 0 0 0,0-1 1 0 0,0 1-1 0 0,0-1 0 0 0,0 0 0 0 0,-2-2 0 0 0,3-9-2947 0 0,18-2-2444 0 0,-9 11 2818 0 0</inkml:trace>
</inkml:ink>
</file>

<file path=ppt/ink/ink8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07:37.3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7 376 492 0 0,'0'0'779'0'0,"0"29"3276"0"0,-6 15-1699 0 0,6-41-2247 0 0,0-1 0 0 0,0 0 0 0 0,0 0 1 0 0,0 1-1 0 0,0-1 0 0 0,0 0 0 0 0,1 0 1 0 0,-1 1-1 0 0,1-1 0 0 0,0 0 0 0 0,0 0 1 0 0,0 0-1 0 0,0 0 0 0 0,0 0 0 0 0,0 0 1 0 0,3 3-1 0 0,-3-4-79 0 0,0-1 0 0 0,1 1-1 0 0,-1-1 1 0 0,1 0 0 0 0,-1 1 0 0 0,1-1 0 0 0,-1 0 0 0 0,1 0 0 0 0,-1 0 0 0 0,1 0-1 0 0,0 0 1 0 0,-1 0 0 0 0,1-1 0 0 0,-1 1 0 0 0,1 0 0 0 0,-1-1 0 0 0,0 1-1 0 0,1-1 1 0 0,-1 0 0 0 0,1 1 0 0 0,-1-1 0 0 0,0 0 0 0 0,0 0 0 0 0,1 0 0 0 0,-1 0-1 0 0,0 0 1 0 0,0 0 0 0 0,1-1 0 0 0,35-34 183 0 0,-35 34-187 0 0,9-10 35 0 0,-7 7-31 0 0,-1 0 1 0 0,2 1-1 0 0,-1-1 1 0 0,0 1-1 0 0,1 0 1 0 0,0 0-1 0 0,0 1 0 0 0,0-1 1 0 0,0 1-1 0 0,9-3 1 0 0,-12 5-5 0 0,38 18 36 0 0,-35-15-48 0 0,0 1-1 0 0,0-1 0 0 0,1 0 1 0 0,-1-1-1 0 0,1 1 0 0 0,0-1 1 0 0,-1 0-1 0 0,1-1 0 0 0,0 1 1 0 0,-1-1-1 0 0,1 0 0 0 0,0-1 1 0 0,0 1-1 0 0,-1-1 0 0 0,1 0 0 0 0,0-1 1 0 0,-1 1-1 0 0,1-1 0 0 0,-1 0 1 0 0,0 0-1 0 0,0-1 0 0 0,1 0 1 0 0,-2 0-1 0 0,8-5 0 0 0,-2-1 60 0 0,-1 0 0 0 0,0 0 0 0 0,-1-1 0 0 0,0 0 0 0 0,0-1 0 0 0,-1 0 0 0 0,-1 0 0 0 0,1-1 0 0 0,7-21-1 0 0,-5 13 1 0 0,-1-1 0 0 0,-1 1-1 0 0,-1-1 1 0 0,0 0 0 0 0,-2-1-1 0 0,0 1 1 0 0,-2-1 0 0 0,0 1 0 0 0,-2-26-1 0 0,-4 25 283 0 0,-10 46-246 0 0,9-11-81 0 0,1 0 0 0 0,0 1 1 0 0,0-1-1 0 0,2 1 1 0 0,-3 26-1 0 0,5-33-22 0 0,-1 0 0 0 0,1 0 0 0 0,0-1 0 0 0,1 1-1 0 0,0 0 1 0 0,0 0 0 0 0,0-1 0 0 0,1 1 0 0 0,0-1-1 0 0,0 1 1 0 0,0-1 0 0 0,1 0 0 0 0,0 0 0 0 0,5 8 0 0 0,1-7-4 0 0,-1-1 1 0 0,1 1-1 0 0,0-1 1 0 0,1-1-1 0 0,0 1 1 0 0,-1-2 0 0 0,2 1-1 0 0,-1-1 1 0 0,0-1-1 0 0,22 4 1 0 0,34 15 23 0 0,-58-18-24 0 0,-1-1 0 0 0,0 1 1 0 0,0 0-1 0 0,0 0 0 0 0,0 1 0 0 0,-1 0 0 0 0,0 0 0 0 0,0 1 0 0 0,7 8 0 0 0,-11-12-3 0 0,-1 0 1 0 0,0 0-1 0 0,0 0 0 0 0,0 0 0 0 0,0 0 1 0 0,0 1-1 0 0,0-1 0 0 0,-1 0 0 0 0,1 1 0 0 0,-1-1 1 0 0,0 0-1 0 0,1 1 0 0 0,-1-1 0 0 0,0 0 1 0 0,0 1-1 0 0,-1-1 0 0 0,1 0 0 0 0,0 1 1 0 0,-1-1-1 0 0,0 0 0 0 0,1 1 0 0 0,-1-1 1 0 0,0 0-1 0 0,0 0 0 0 0,0 0 0 0 0,0 0 0 0 0,-1 0 1 0 0,1 0-1 0 0,-1 0 0 0 0,1 0 0 0 0,-1 0 1 0 0,1-1-1 0 0,-1 1 0 0 0,0 0 0 0 0,-3 1 1 0 0,-2 3-159 0 0,1 0 0 0 0,-1 0 1 0 0,0-1-1 0 0,-1 0 0 0 0,-12 6 1 0 0,17-10-545 0 0,0 0-1 0 0,-1 0 1 0 0,1 0 0 0 0,-1 0 0 0 0,1 0-1 0 0,-1-1 1 0 0,1 0 0 0 0,-1 0 0 0 0,0 0-1 0 0,-4 0 1 0 0,-3-2-2108 0 0</inkml:trace>
</inkml:ink>
</file>

<file path=ppt/ink/ink8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07:37.7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56 348 0 0,'6'-6'720'0'0,"2"-2"-40"0"0,-2 1-32 0 0,3 2-48 0 0,5-4-68 0 0,-1 4-44 0 0,4 1-48 0 0,5-4-36 0 0,4 6-44 0 0,3 2-51 0 0,0-2-93 0 0,13 4-220 0 0,1 0-220 0 0,-1-2-209 0 0,0 8-419 0 0,2-1-916 0 0,2 2 412 0 0</inkml:trace>
</inkml:ink>
</file>

<file path=ppt/ink/ink8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07:38.3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361 93 624 0 0,'3'-4'573'0'0,"-1"0"-1"0"0,1 0 0 0 0,-1 0 1 0 0,-1 0-1 0 0,1-1 1 0 0,2-7-1 0 0,-3 8-113 0 0,0 0-1 0 0,0 1 0 0 0,0-1 1 0 0,0 1-1 0 0,1-1 0 0 0,0 1 1 0 0,0 0-1 0 0,0-1 0 0 0,4-5 1 0 0,-5 9-421 0 0,-1 0 1 0 0,0 0-1 0 0,0 0 1 0 0,1 0-1 0 0,-1-1 1 0 0,0 1-1 0 0,0 0 1 0 0,0 0-1 0 0,1-1 0 0 0,-1 1 1 0 0,0 0-1 0 0,0 0 1 0 0,0-1-1 0 0,0 1 1 0 0,0 0-1 0 0,0 0 1 0 0,0-1-1 0 0,1 1 1 0 0,-1 0-1 0 0,0-1 1 0 0,0 1-1 0 0,0 0 1 0 0,0 0-1 0 0,0-1 0 0 0,0 1 1 0 0,0 0-1 0 0,0-1 1 0 0,0 1-1 0 0,-1 0 1 0 0,1-1-1 0 0,0 1 1 0 0,0 0-1 0 0,0 0 1 0 0,0-1-1 0 0,0 1 1 0 0,0 0-1 0 0,-1 0 1 0 0,1-1-1 0 0,0 1 0 0 0,0 0 1 0 0,0 0-1 0 0,-1-1 1 0 0,1 1-1 0 0,0 0 1 0 0,0 0-1 0 0,-1 0 1 0 0,1 0-1 0 0,0-1 1 0 0,0 1-1 0 0,-1 0 1 0 0,1 0-1 0 0,-1 0 0 0 0,-19-3 717 0 0,1 8-557 0 0,0 2-1 0 0,0-1 1 0 0,1 2 0 0 0,1 1 0 0 0,-1 0 0 0 0,-22 16-1 0 0,-95 80 890 0 0,126-97-1020 0 0,1-1 0 0 0,0 2 1 0 0,1-1-1 0 0,0 1 0 0 0,0 0 1 0 0,1 0-1 0 0,0 1 0 0 0,0 0 1 0 0,2 0-1 0 0,-1 0 0 0 0,1 1 1 0 0,-4 14-1 0 0,7-20-48 0 0,0 1 0 0 0,0 0 0 0 0,0 0 1 0 0,1-1-1 0 0,0 1 0 0 0,0 0 0 0 0,1 0 0 0 0,-1-1 0 0 0,1 1 1 0 0,0 0-1 0 0,1-1 0 0 0,-1 1 0 0 0,1-1 0 0 0,0 1 0 0 0,1-1 1 0 0,-1 0-1 0 0,1 0 0 0 0,0 0 0 0 0,1 0 0 0 0,-1-1 0 0 0,1 1 0 0 0,0-1 1 0 0,0 0-1 0 0,0 0 0 0 0,6 4 0 0 0,-1-2-10 0 0,0-1 0 0 0,0 0-1 0 0,1 0 1 0 0,0-1 0 0 0,0 0 0 0 0,0-1-1 0 0,1-1 1 0 0,-1 1 0 0 0,1-1-1 0 0,-1-1 1 0 0,1 0 0 0 0,0-1 0 0 0,0 0-1 0 0,-1 0 1 0 0,13-3 0 0 0,6-1-42 0 0,0-1 0 0 0,-1-1 1 0 0,0-2-1 0 0,37-15 0 0 0,-45 15-29 0 0,-1-1 1 0 0,-1-2-1 0 0,0 1 1 0 0,0-2-1 0 0,-1-1 0 0 0,0 0 1 0 0,-1-1-1 0 0,15-16 0 0 0,-18 16-29 0 0,-15 19-19 0 0,1-3 94 0 0,-1 1 0 0 0,1-1 0 0 0,0 0 0 0 0,0 0 0 0 0,0 1 0 0 0,1-1 0 0 0,-1 0-1 0 0,0 1 1 0 0,1-1 0 0 0,0 0 0 0 0,-1 1 0 0 0,1-1 0 0 0,0 1 0 0 0,0-1 0 0 0,1 1-1 0 0,-1-1 1 0 0,0 0 0 0 0,1 3 0 0 0,3 0-23 0 0,-1 0 1 0 0,0 0-1 0 0,1-1 1 0 0,0 0-1 0 0,0 0 1 0 0,0 0-1 0 0,1 0 0 0 0,-1-1 1 0 0,1 0-1 0 0,0 0 1 0 0,0 0-1 0 0,0 0 0 0 0,0-1 1 0 0,10 4-1 0 0,-12-6 32 0 0,0 1 0 0 0,0 0 0 0 0,0-1 1 0 0,0 0-1 0 0,1 1 0 0 0,-1-1 0 0 0,0-1 0 0 0,0 1 0 0 0,0 0 0 0 0,0-1 0 0 0,0 1 0 0 0,0-1 0 0 0,0 0 0 0 0,-1 0 0 0 0,1 0 0 0 0,0-1 0 0 0,0 1 0 0 0,-1 0 1 0 0,1-1-1 0 0,0 0 0 0 0,-1 0 0 0 0,0 0 0 0 0,1 0 0 0 0,-1 0 0 0 0,0 0 0 0 0,0 0 0 0 0,0-1 0 0 0,0 1 0 0 0,1-4 0 0 0,-1 3 20 0 0,-1 1-1 0 0,0 0 0 0 0,0 0 0 0 0,0-1 0 0 0,0 1 1 0 0,0 0-1 0 0,-1-1 0 0 0,1 1 0 0 0,-1-1 1 0 0,1 1-1 0 0,-1-1 0 0 0,0 1 0 0 0,0-1 1 0 0,0 1-1 0 0,0-1 0 0 0,-1 1 0 0 0,1-1 1 0 0,-1 1-1 0 0,1-1 0 0 0,-1 1 0 0 0,0 0 0 0 0,0-1 1 0 0,0 1-1 0 0,0 0 0 0 0,0 0 0 0 0,-1-1 1 0 0,1 1-1 0 0,-1 0 0 0 0,1 0 0 0 0,-1 1 1 0 0,0-1-1 0 0,0 0 0 0 0,0 0 0 0 0,0 1 1 0 0,0 0-1 0 0,-2-2 0 0 0,-4-2 8 0 0,1 0 0 0 0,-1 1-1 0 0,1 0 1 0 0,-1 1 0 0 0,0 0 0 0 0,-1 0 0 0 0,1 0-1 0 0,0 1 1 0 0,-10-1 0 0 0,3 2-20 0 0,0 0 1 0 0,-29 2-1 0 0,42-1-198 0 0,-1 0 1 0 0,0 0 0 0 0,0 0-1 0 0,0 1 1 0 0,1-1-1 0 0,-1 1 1 0 0,0 0-1 0 0,1 0 1 0 0,-1 0-1 0 0,0 0 1 0 0,1 0-1 0 0,-1 1 1 0 0,1-1-1 0 0,0 1 1 0 0,0-1-1 0 0,-1 1 1 0 0,1 0-1 0 0,0 0 1 0 0,0 0-1 0 0,0 0 1 0 0,1 0 0 0 0,-1 1-1 0 0,-1 2 1 0 0,3 6-4697 0 0</inkml:trace>
</inkml:ink>
</file>

<file path=ppt/ink/ink8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07:39.5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21 245 672 0 0,'0'0'811'0'0,"8"7"3409"0"0,-10 10-3225 0 0,1 1 1 0 0,-2 0-1 0 0,-8 29 1 0 0,-1 8-241 0 0,12-37-376 0 0,7-18 7 0 0,18-25-82 0 0,-23 22-339 0 0,19-24 73 0 0,-12 15-12 0 0,0 0 0 0 0,1 1-1 0 0,0 1 1 0 0,0 0 0 0 0,15-11-1 0 0,-23 21-29 0 0,7-8-5 0 0,-5 1 12 0 0,-3 5 0 0 0,14 37 5 0 0,-14-29-7 0 0,0-1 0 0 0,0 0-1 0 0,1 0 1 0 0,-1 0 0 0 0,1 0 0 0 0,1-1-1 0 0,-1 1 1 0 0,1 0 0 0 0,-1-1 0 0 0,1 0-1 0 0,1 1 1 0 0,-1-1 0 0 0,0 0 0 0 0,1-1-1 0 0,0 1 1 0 0,6 4 0 0 0,-7-8-1 0 0,1 0 1 0 0,-1 0-1 0 0,0 0 0 0 0,1 0 1 0 0,-1 0-1 0 0,0-1 1 0 0,1 0-1 0 0,-1 1 1 0 0,0-1-1 0 0,0-1 0 0 0,0 1 1 0 0,0 0-1 0 0,0-1 1 0 0,0 1-1 0 0,3-3 1 0 0,44-31 4 0 0,-49 34-5 0 0,22-17 3 0 0,1 2-1 0 0,38-21 1 0 0,-51 31-2 0 0,0 1-1 0 0,0 1 1 0 0,1-1 0 0 0,0 2 0 0 0,0-1-1 0 0,0 2 1 0 0,0 0 0 0 0,18-1-1 0 0,-28 3 1 0 0,0 0-1 0 0,0 0 1 0 0,0 0-1 0 0,0 0 1 0 0,0 1-1 0 0,0-1 1 0 0,-1 0-1 0 0,1 1 1 0 0,0 0-1 0 0,0 0 1 0 0,0-1-1 0 0,0 1 1 0 0,-1 0-1 0 0,1 0 0 0 0,-1 0 1 0 0,1 1-1 0 0,-1-1 1 0 0,1 0-1 0 0,-1 1 1 0 0,1-1-1 0 0,-1 1 1 0 0,0-1-1 0 0,0 1 1 0 0,0-1-1 0 0,0 1 1 0 0,0 0-1 0 0,0 0 1 0 0,0-1-1 0 0,-1 1 0 0 0,1 0 1 0 0,-1 0-1 0 0,1 0 1 0 0,-1 0-1 0 0,0 0 1 0 0,1 0-1 0 0,-1 3 1 0 0,0 2-1 0 0,0 1 0 0 0,-1-1 1 0 0,1 1-1 0 0,-2-1 0 0 0,1 0 0 0 0,-1 0 0 0 0,-2 8 1 0 0,53-58-13 0 0,-9-13 211 0 0,-3-1-1 0 0,32-65 1 0 0,-35 59 852 0 0,-34 62-1022 0 0,0 1 0 0 0,0-1 0 0 0,0 1 0 0 0,1 0 0 0 0,-1-1 0 0 0,0 1 1 0 0,0-1-1 0 0,0 1 0 0 0,0 0 0 0 0,1-1 0 0 0,-1 1 0 0 0,0 0 0 0 0,0-1 1 0 0,1 1-1 0 0,-1 0 0 0 0,0-1 0 0 0,1 1 0 0 0,-1 0 0 0 0,0 0 0 0 0,1-1 0 0 0,-1 1 1 0 0,0 0-1 0 0,1 0 0 0 0,-1 0 0 0 0,0-1 0 0 0,1 1 0 0 0,-1 0 0 0 0,1 0 1 0 0,-1 0-1 0 0,0 0 0 0 0,1 0 0 0 0,0 0 0 0 0,3 15 471 0 0,-7 48-172 0 0,2-23 31 0 0,4 240 1848 0 0,-2-268-859 0 0,0 0-4115 0 0,-2-18-2261 0 0,1 5 4780 0 0,0-1 0 0 0,0 1-1 0 0,0-1 1 0 0,1 1 0 0 0,-1 0 0 0 0,0 0 0 0 0,1-1-1 0 0,-1 1 1 0 0,1 0 0 0 0,-1-1 0 0 0,1 1 0 0 0,0 0-1 0 0,-1 0 1 0 0,1 0 0 0 0,0 0 0 0 0,1-1 0 0 0,0-2-2286 0 0,4-2-10 0 0</inkml:trace>
</inkml:ink>
</file>

<file path=ppt/ink/ink8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07:40.4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33 520 0 0,'6'-3'8278'0'0,"22"-11"-6678"0"0,-11 9-1042 0 0,1 2-1 0 0,0-1 1 0 0,33 0-1 0 0,-16 6-2554 0 0,-2 7-3944 0 0,-26-6 3303 0 0</inkml:trace>
</inkml:ink>
</file>

<file path=ppt/ink/ink8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07:40.7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24 564 0 0,'7'7'1017'0'0,"0"-2"-581"0"0,0 0 0 0 0,-1 0-1 0 0,0 1 1 0 0,-1-1 0 0 0,1 1-1 0 0,-1 1 1 0 0,0-1 0 0 0,0 1-1 0 0,-1 0 1 0 0,0 0 0 0 0,0 0-1 0 0,-1 1 1 0 0,0-1 0 0 0,0 1-1 0 0,1 8 1 0 0,-2-3-49 0 0,-1-12-328 0 0,-1 0 0 0 0,0 1 0 0 0,0-1 0 0 0,0 0 0 0 0,0 1 0 0 0,0-1 0 0 0,0 0 0 0 0,0 1 0 0 0,0-1 0 0 0,0 0 0 0 0,0 1 0 0 0,-1-1 0 0 0,1 0 0 0 0,-1 1 0 0 0,1-1 0 0 0,-1 0-1 0 0,1 0 1 0 0,-1 0 0 0 0,0 1 0 0 0,1-1 0 0 0,-2 1 0 0 0,2-1 39 0 0,-1-1 0 0 0,1 1-1 0 0,-1 0 1 0 0,1-1 0 0 0,-1 1 0 0 0,1 0-1 0 0,-1-1 1 0 0,1 1 0 0 0,-1 0 0 0 0,1-1-1 0 0,-1 1 1 0 0,0-1 0 0 0,1 1 0 0 0,-1-1-1 0 0,0 0 1 0 0,1 1 0 0 0,-1-1-1 0 0,0 1 1 0 0,0-1 0 0 0,1 0 0 0 0,-1 0-1 0 0,0 0 1 0 0,0 1 0 0 0,0-1 0 0 0,1 0-1 0 0,-1 0 1 0 0,-1 0 0 0 0,1-1-68 0 0,1 0 0 0 0,-1 1-1 0 0,1-1 1 0 0,0 0 0 0 0,-1 1 0 0 0,1-1 0 0 0,0 0 0 0 0,-1 1 0 0 0,1-1 0 0 0,0 0 0 0 0,0 0 0 0 0,-1 0 0 0 0,1 1-1 0 0,0-1 1 0 0,0 0 0 0 0,0 0 0 0 0,0 0 0 0 0,0 1 0 0 0,0-1 0 0 0,0 0 0 0 0,1 0 0 0 0,-1 0 0 0 0,0 1 0 0 0,0-1-1 0 0,1 0 1 0 0,-1 0 0 0 0,0 1 0 0 0,1-1 0 0 0,-1 0 0 0 0,1 0 0 0 0,5-13 64 0 0,1 1 1 0 0,0 0-1 0 0,1 1 1 0 0,1 0-1 0 0,0 0 1 0 0,0 1-1 0 0,13-13 0 0 0,-13 16-645 0 0,0 1-1 0 0,0-1 0 0 0,20-11 0 0 0,-23 16-402 0 0,0 0 0 0 0,0 0 0 0 0,0 1 0 0 0,1 0 1 0 0,-1 0-1 0 0,1 0 0 0 0,10 0 0 0 0,-8 1-1755 0 0</inkml:trace>
</inkml:ink>
</file>

<file path=ppt/ink/ink8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07:42.6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182 473 456 0 0,'13'-39'7874'0'0,"-13"38"-7782"0"0,-1 0 0 0 0,1 0 1 0 0,0 0-1 0 0,0 0 0 0 0,-1 0 0 0 0,1 0 0 0 0,-1 0 0 0 0,1 0 1 0 0,-1 0-1 0 0,1 0 0 0 0,-1 1 0 0 0,1-1 0 0 0,-1 0 0 0 0,0 0 1 0 0,1 0-1 0 0,-1 1 0 0 0,0-1 0 0 0,0 0 0 0 0,0 1 0 0 0,0-1 1 0 0,0 1-1 0 0,1-1 0 0 0,-1 1 0 0 0,0-1 0 0 0,0 1 1 0 0,0 0-1 0 0,0-1 0 0 0,0 1 0 0 0,0 0 0 0 0,0 0 0 0 0,0 0 1 0 0,-2 0-1 0 0,1 0 12 0 0,-9 1 100 0 0,-1 0-1 0 0,1 1 1 0 0,-22 6-1 0 0,23-4-116 0 0,0 1 0 0 0,1 0 0 0 0,-1 0 0 0 0,1 1-1 0 0,0 1 1 0 0,-8 7 0 0 0,15-12-77 0 0,0-1 0 0 0,0 1 0 0 0,0 0 1 0 0,0-1-1 0 0,0 1 0 0 0,1 0 0 0 0,-1 0 0 0 0,1 1 0 0 0,-1-1 0 0 0,1 0 0 0 0,0 0 1 0 0,0 1-1 0 0,0-1 0 0 0,0 1 0 0 0,0-1 0 0 0,1 1 0 0 0,-1-1 0 0 0,1 1 0 0 0,-1-1 1 0 0,1 1-1 0 0,0 0 0 0 0,0-1 0 0 0,0 1 0 0 0,0-1 0 0 0,1 1 0 0 0,-1-1 0 0 0,1 1 1 0 0,0-1-1 0 0,-1 1 0 0 0,3 2 0 0 0,-2-3-9 0 0,1 0 1 0 0,0 0 0 0 0,0 0-1 0 0,1 0 1 0 0,-1-1-1 0 0,0 1 1 0 0,0-1-1 0 0,1 0 1 0 0,-1 0 0 0 0,1 0-1 0 0,-1 0 1 0 0,1 0-1 0 0,0 0 1 0 0,-1 0-1 0 0,1-1 1 0 0,0 0 0 0 0,-1 1-1 0 0,1-1 1 0 0,0 0-1 0 0,0 0 1 0 0,-1 0-1 0 0,1-1 1 0 0,3 0-1 0 0,6 0-16 0 0,0-1 0 0 0,-1-1 0 0 0,22-7 0 0 0,-24 7-6 0 0,0-1 0 0 0,-1 0-1 0 0,1 0 1 0 0,-1-1 0 0 0,-1 0-1 0 0,1 0 1 0 0,9-9 0 0 0,-17 14 17 0 0,1-1 1 0 0,0 0 0 0 0,0 1 0 0 0,-1-1 0 0 0,1 0 0 0 0,0 1-1 0 0,0-1 1 0 0,0 1 0 0 0,-1 0 0 0 0,1-1 0 0 0,0 1 0 0 0,0 0 0 0 0,0-1-1 0 0,0 1 1 0 0,0 0 0 0 0,0 0 0 0 0,0 0 0 0 0,0 0 0 0 0,0 0 0 0 0,0 0-1 0 0,0 0 1 0 0,0 0 0 0 0,0 0 0 0 0,0 1 0 0 0,0-1 0 0 0,0 0 0 0 0,1 1-1 0 0,29 15-204 0 0,-21-11 106 0 0,-4-2 48 0 0,0-1 0 0 0,0 0 1 0 0,0 0-1 0 0,0 0 0 0 0,0-1 1 0 0,0 0-1 0 0,0 0 0 0 0,1-1 1 0 0,-1 0-1 0 0,0 0 0 0 0,0 0 0 0 0,1-1 1 0 0,-1 0-1 0 0,0 0 0 0 0,0 0 1 0 0,0-1-1 0 0,0 0 0 0 0,0 0 1 0 0,0-1-1 0 0,-1 1 0 0 0,1-1 1 0 0,-1-1-1 0 0,1 1 0 0 0,4-5 0 0 0,1-1 26 0 0,-1 1-1 0 0,0-2 1 0 0,0 0-1 0 0,-1 0 1 0 0,-1 0-1 0 0,1-1 0 0 0,-2 0 1 0 0,0-1-1 0 0,12-24 1 0 0,-19 35 29 0 0,0 0 0 0 0,1 0 0 0 0,-1 0 1 0 0,0 0-1 0 0,0 0 0 0 0,1-1 0 0 0,-1 1 1 0 0,0 0-1 0 0,0 0 0 0 0,0 0 0 0 0,0 0 0 0 0,-1 0 1 0 0,1 0-1 0 0,0 0 0 0 0,0 0 0 0 0,-1 0 1 0 0,1 0-1 0 0,0 0 0 0 0,-1 0 0 0 0,1 0 1 0 0,-1 0-1 0 0,0 0 0 0 0,1 0 0 0 0,-1 0 0 0 0,0 0 1 0 0,1 1-1 0 0,-1-1 0 0 0,0 0 0 0 0,0 0 1 0 0,0 1-1 0 0,0-1 0 0 0,-1 0 0 0 0,0 1 0 0 0,1 0 0 0 0,-1 0-1 0 0,0 0 1 0 0,1 0 0 0 0,-1 1-1 0 0,1-1 1 0 0,-1 1-1 0 0,1-1 1 0 0,-1 1 0 0 0,1-1-1 0 0,0 1 1 0 0,-1 0 0 0 0,1 0-1 0 0,0 0 1 0 0,-1 0-1 0 0,1 0 1 0 0,0 0 0 0 0,0 0-1 0 0,0 0 1 0 0,0 0 0 0 0,-1 2-1 0 0,-20 26 16 0 0,20-24-13 0 0,1-1 1 0 0,-1 0 0 0 0,1 1-1 0 0,0-1 1 0 0,0 1 0 0 0,1-1 0 0 0,-1 1-1 0 0,1 0 1 0 0,0-1 0 0 0,0 1-1 0 0,1-1 1 0 0,-1 1 0 0 0,1-1-1 0 0,0 1 1 0 0,0-1 0 0 0,1 1-1 0 0,-1-1 1 0 0,1 0 0 0 0,0 0-1 0 0,0 1 1 0 0,0-2 0 0 0,1 1 0 0 0,0 0-1 0 0,5 6 1 0 0,-5-7-2 0 0,0-1 0 0 0,0 1-1 0 0,1-1 1 0 0,-1 0 0 0 0,1 0 0 0 0,0 0 0 0 0,0 0-1 0 0,0-1 1 0 0,0 1 0 0 0,0-1 0 0 0,0 0 0 0 0,0 0 0 0 0,0-1-1 0 0,0 1 1 0 0,0-1 0 0 0,0 0 0 0 0,0 0 0 0 0,1 0-1 0 0,-1-1 1 0 0,0 1 0 0 0,0-1 0 0 0,0 0 0 0 0,0 0 0 0 0,0-1-1 0 0,0 1 1 0 0,7-4 0 0 0,11-7-2 0 0,-1 0-1 0 0,0-2 1 0 0,-1 0 0 0 0,0-1-1 0 0,26-26 1 0 0,17-9 657 0 0,-66 58-546 0 0,1 0 0 0 0,1 0 0 0 0,0 0 0 0 0,0 0 0 0 0,0 0 1 0 0,1 11-1 0 0,-5 40-41 0 0,2-23-35 0 0,8-35-24 0 0,9-9 2 0 0,27-23 2 0 0,-1 2-46 0 0,18-9 8 0 0,-57 38 64 0 0,11 46-63 0 0,-12-43 15 0 0,0-1 1 0 0,1 1 0 0 0,-1 0 0 0 0,1-1 0 0 0,-1 1-1 0 0,1-1 1 0 0,0 1 0 0 0,0-1 0 0 0,0 1 0 0 0,0-1 0 0 0,0 0-1 0 0,0 1 1 0 0,1-1 0 0 0,-1 0 0 0 0,1 0 0 0 0,0 0 0 0 0,0 0-1 0 0,-1 0 1 0 0,1-1 0 0 0,0 1 0 0 0,1 0 0 0 0,-1-1 0 0 0,0 0-1 0 0,0 1 1 0 0,1-1 0 0 0,-1 0 0 0 0,0 0 0 0 0,1 0 0 0 0,-1-1-1 0 0,1 1 1 0 0,0 0 0 0 0,3-1 0 0 0,-1 0 0 0 0,-1 0 0 0 0,0-1 0 0 0,1 1 0 0 0,-1-1 0 0 0,0 0 0 0 0,1-1 0 0 0,-1 1-1 0 0,0-1 1 0 0,0 0 0 0 0,0 0 0 0 0,0 0 0 0 0,-1 0 0 0 0,1-1 0 0 0,-1 0 0 0 0,1 1 0 0 0,-1-1 0 0 0,0 0 0 0 0,5-6 0 0 0,19-30-6 0 0,-1 0 1 0 0,-2-2-1 0 0,-1-1 1 0 0,-3-1-1 0 0,19-57 0 0 0,26-77 188 0 0,-111 259 33 0 0,33-55-191 0 0,1 0-1 0 0,2 1 1 0 0,0 0 0 0 0,2 0-1 0 0,1 1 1 0 0,2 1-1 0 0,-3 39 1 0 0,8-58 3 0 0,-1-6-30 0 0,1-1 1 0 0,0 0 0 0 0,0 0-1 0 0,1 1 1 0 0,-1-1-1 0 0,1 0 1 0 0,0 0 0 0 0,2 6-1 0 0,-2-9 6 0 0,-1 0 0 0 0,1 1 0 0 0,0-1 0 0 0,1 0 0 0 0,-1 0 0 0 0,0 0 0 0 0,0 0 0 0 0,0 0 0 0 0,1 0-1 0 0,-1-1 1 0 0,0 1 0 0 0,1 0 0 0 0,-1-1 0 0 0,0 1 0 0 0,1-1 0 0 0,-1 1 0 0 0,1-1 0 0 0,-1 1 0 0 0,1-1 0 0 0,-1 0 0 0 0,1 0-1 0 0,-1 0 1 0 0,1 0 0 0 0,0 0 0 0 0,-1 0 0 0 0,1 0 0 0 0,-1-1 0 0 0,3 0 0 0 0,153-9 70 0 0,-154 10-27 0 0,0 0 0 0 0,-1-1 0 0 0,1 1 0 0 0,0 1-1 0 0,0-1 1 0 0,0 0 0 0 0,-1 1 0 0 0,1-1 0 0 0,0 1 0 0 0,0 0-1 0 0,-1 0 1 0 0,1 0 0 0 0,-1 0 0 0 0,1 0 0 0 0,-1 1 0 0 0,1-1-1 0 0,-1 1 1 0 0,0 0 0 0 0,0-1 0 0 0,0 1 0 0 0,0 0 0 0 0,0 0 0 0 0,0 1-1 0 0,0-1 1 0 0,0 0 0 0 0,-1 0 0 0 0,0 1 0 0 0,1-1 0 0 0,-1 1-1 0 0,0 0 1 0 0,0-1 0 0 0,0 1 0 0 0,0 0 0 0 0,-1-1 0 0 0,1 1-1 0 0,-1 0 1 0 0,0 0 0 0 0,0 0 0 0 0,0-1 0 0 0,0 6 0 0 0,-1-2-33 0 0,0-1 0 0 0,0 0 0 0 0,0 0 0 0 0,-1 0 0 0 0,1 0 0 0 0,-1 0 0 0 0,0 0 0 0 0,-1 0 0 0 0,1 0 1 0 0,-1-1-1 0 0,0 1 0 0 0,0-1 0 0 0,-1 0 0 0 0,1 0 0 0 0,-1 0 0 0 0,0 0 0 0 0,0-1 0 0 0,0 0 0 0 0,0 1 0 0 0,-1-1 1 0 0,-4 2-1 0 0,-15 2-1539 0 0,-10-9-5707 0 0,23-2 3963 0 0</inkml:trace>
</inkml:ink>
</file>

<file path=ppt/ink/ink8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07:43.0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28 348 0 0,'29'-7'1732'0'0,"-8"2"-413"0"0,0 0 1 0 0,1 1-1 0 0,0 1 0 0 0,-1 1 1 0 0,30 1-1 0 0,-30 11-810 0 0,-13-6-2022 0 0,-2-1-3308 0 0</inkml:trace>
</inkml:ink>
</file>

<file path=ppt/ink/ink8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07:43.3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60 27 1116 0 0,'-8'-4'1360'0'0,"4"1"1108"0"0,-4-4-1331 0 0,5 5 767 0 0,-1-3-384 0 0,0 0-136 0 0,-13 15-4240 0 0,11-6-493 0 0,0 1 769 0 0</inkml:trace>
</inkml:ink>
</file>

<file path=ppt/ink/ink8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07:45.1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277 204 236 0 0,'0'-46'5953'0'0,"0"43"-5674"0"0,0 1-1 0 0,-1 0 0 0 0,1-1 1 0 0,-1 1-1 0 0,1 0 1 0 0,-1-1-1 0 0,0 1 0 0 0,0 0 1 0 0,0 0-1 0 0,0 0 1 0 0,0 0-1 0 0,0 0 0 0 0,-1 0 1 0 0,-2-4-1 0 0,2 6-177 0 0,1-1 1 0 0,0 0-1 0 0,0 1 0 0 0,0-1 0 0 0,0 1 0 0 0,-1-1 1 0 0,1 1-1 0 0,0-1 0 0 0,-1 1 0 0 0,1 0 1 0 0,0 0-1 0 0,-1-1 0 0 0,1 1 0 0 0,0 0 0 0 0,-1 0 1 0 0,1 1-1 0 0,0-1 0 0 0,-1 0 0 0 0,-1 1 1 0 0,-6 2 55 0 0,0 1 1 0 0,0 0 0 0 0,0 1 0 0 0,1 0 0 0 0,-16 12 0 0 0,22-15-133 0 0,-17 11 127 0 0,1 2 0 0 0,1 0 0 0 0,1 1 0 0 0,0 1 0 0 0,1 0-1 0 0,0 1 1 0 0,-12 23 0 0 0,23-36-119 0 0,2 1-1 0 0,-1 0 0 0 0,1 0 0 0 0,-1 0 1 0 0,2 0-1 0 0,-1 0 0 0 0,1 1 1 0 0,0-1-1 0 0,0 0 0 0 0,1 1 0 0 0,-1-1 1 0 0,2 1-1 0 0,-1-1 0 0 0,1 1 0 0 0,1 7 1 0 0,-1-10-24 0 0,0-1 0 0 0,1 0 0 0 0,-1 0 0 0 0,1 0 0 0 0,-1 0 0 0 0,1 0 0 0 0,0 0 0 0 0,0 0 0 0 0,1 0 0 0 0,-1-1 0 0 0,0 1 0 0 0,1-1-1 0 0,0 0 1 0 0,-1 0 0 0 0,1 0 0 0 0,0 0 0 0 0,0 0 0 0 0,0 0 0 0 0,0-1 0 0 0,0 1 0 0 0,1-1 0 0 0,-1 0 0 0 0,0 0 0 0 0,1 0 0 0 0,-1-1 0 0 0,1 1 0 0 0,-1-1 0 0 0,1 0 0 0 0,-1 0 0 0 0,4 0 0 0 0,9-1 5 0 0,-1-1 0 0 0,1-1-1 0 0,-1 0 1 0 0,0-1 0 0 0,0-1 0 0 0,0 0 0 0 0,0-1-1 0 0,-1 0 1 0 0,0-2 0 0 0,0 1 0 0 0,-1-2-1 0 0,0 0 1 0 0,0 0 0 0 0,-1-1 0 0 0,15-17-1 0 0,-15 16-10 0 0,0-2 0 0 0,-1 1 0 0 0,-1-2 0 0 0,0 1 0 0 0,-1-1 0 0 0,0-1 0 0 0,-1 0 0 0 0,-1 0 0 0 0,0 0 0 0 0,-1-1 0 0 0,-1 0 0 0 0,-1 0 0 0 0,0 0 0 0 0,2-23 0 0 0,-5 33-4 0 0,-1 1 0 0 0,0-1 1 0 0,-1 0-1 0 0,1 1 0 0 0,-1-1 1 0 0,0 0-1 0 0,0 1 0 0 0,-1 0 1 0 0,0-1-1 0 0,0 1 0 0 0,0 0 0 0 0,-1 0 1 0 0,1 0-1 0 0,-1 0 0 0 0,-4-5 1 0 0,4 7-1 0 0,1 1 0 0 0,-1-1 1 0 0,0 1-1 0 0,1 0 0 0 0,-1 0 1 0 0,-1 0-1 0 0,1 0 0 0 0,0 0 1 0 0,0 0-1 0 0,-1 1 1 0 0,1 0-1 0 0,0 0 0 0 0,-1 0 1 0 0,0 0-1 0 0,1 0 0 0 0,-1 1 1 0 0,1 0-1 0 0,-1-1 0 0 0,0 1 1 0 0,1 1-1 0 0,-1-1 0 0 0,0 0 1 0 0,1 1-1 0 0,-5 1 0 0 0,-3 1 11 0 0,0 0-1 0 0,0 1 0 0 0,1 0 0 0 0,-1 1 0 0 0,1 0 1 0 0,-16 10-1 0 0,21-12-13 0 0,1 0 0 0 0,0 1 1 0 0,0-1-1 0 0,0 1 0 0 0,0 0 1 0 0,1 0-1 0 0,-1 0 0 0 0,1 0 1 0 0,0 0-1 0 0,0 1 0 0 0,0 0 1 0 0,1-1-1 0 0,0 1 0 0 0,0 0 1 0 0,0 0-1 0 0,-1 7 0 0 0,3-11 4 0 0,0 0 0 0 0,0 1-1 0 0,1-1 1 0 0,-1 0-1 0 0,0 0 1 0 0,1 0 0 0 0,-1 0-1 0 0,1 0 1 0 0,0 1 0 0 0,-1-1-1 0 0,1 0 1 0 0,0 0-1 0 0,-1-1 1 0 0,1 1 0 0 0,0 0-1 0 0,0 0 1 0 0,0 0-1 0 0,0 0 1 0 0,0-1 0 0 0,0 1-1 0 0,0 0 1 0 0,0-1 0 0 0,0 1-1 0 0,0-1 1 0 0,0 1-1 0 0,1-1 1 0 0,-1 0 0 0 0,0 1-1 0 0,0-1 1 0 0,0 0-1 0 0,1 0 1 0 0,-1 0 0 0 0,0 0-1 0 0,2 0 1 0 0,45 1 11 0 0,132-34-280 0 0,-41 4 36 0 0,-131 28 216 0 0,0 0-1 0 0,1 0 1 0 0,-1 1-1 0 0,0 0 0 0 0,1 0 1 0 0,8 2-1 0 0,-15-2 14 0 0,0 1-1 0 0,0-1 1 0 0,1 1-1 0 0,-1 0 1 0 0,0 0 0 0 0,0-1-1 0 0,0 2 1 0 0,0-1-1 0 0,0 0 1 0 0,0 0 0 0 0,0 1-1 0 0,0-1 1 0 0,-1 1-1 0 0,1-1 1 0 0,0 1-1 0 0,-1 0 1 0 0,0-1 0 0 0,1 1-1 0 0,-1 0 1 0 0,0 0-1 0 0,0 0 1 0 0,0 0 0 0 0,0 0-1 0 0,0 0 1 0 0,1 4-1 0 0,-1 0 4 0 0,1-1 0 0 0,-1 0-1 0 0,0 0 1 0 0,-1 0-1 0 0,1 0 1 0 0,-1 1 0 0 0,0-1-1 0 0,0 0 1 0 0,-1 0 0 0 0,1 1-1 0 0,-1-1 1 0 0,-3 9-1 0 0,4-14 2 0 0,0 0-1 0 0,0 0 1 0 0,1 0-1 0 0,-1 0 0 0 0,0-1 1 0 0,0 1-1 0 0,1 0 1 0 0,-1 0-1 0 0,0 0 0 0 0,0 0 1 0 0,0 0-1 0 0,1 0 0 0 0,-1 0 1 0 0,0 0-1 0 0,0 0 1 0 0,1 0-1 0 0,-1 0 0 0 0,0 0 1 0 0,1 0-1 0 0,-1 0 1 0 0,0 0-1 0 0,0 0 0 0 0,1 0 1 0 0,-1 0-1 0 0,0 0 1 0 0,0 0-1 0 0,0 0 0 0 0,1 0 1 0 0,-1 0-1 0 0,0 1 1 0 0,0-1-1 0 0,1 0 0 0 0,-1 0 1 0 0,0 0-1 0 0,0 0 1 0 0,0 1-1 0 0,0-1 0 0 0,1 0 1 0 0,-1 0-1 0 0,0 0 1 0 0,0 1-1 0 0,0-1 0 0 0,0 0 1 0 0,0 0-1 0 0,0 1 1 0 0,1-1-1 0 0,-1 0 0 0 0,0 0 1 0 0,0 1-1 0 0,0-1 0 0 0,0 0 1 0 0,0 0-1 0 0,0 1 1 0 0,0-1-1 0 0,0 0 0 0 0,0 0 1 0 0,0 1-1 0 0,0-1 1 0 0,0 0-1 0 0,0 0 0 0 0,-1 1 1 0 0,1-1-1 0 0,21-9-17 0 0,-8 2-3 0 0,0 0 0 0 0,0 1 0 0 0,1 0 0 0 0,27-7 0 0 0,-37 12 17 0 0,1 1-1 0 0,0-1 1 0 0,0 1 0 0 0,0 0-1 0 0,0 0 1 0 0,0 0-1 0 0,0 1 1 0 0,0 0-1 0 0,0 0 1 0 0,-1 0 0 0 0,1 1-1 0 0,0-1 1 0 0,-1 1-1 0 0,1 0 1 0 0,-1 0-1 0 0,0 1 1 0 0,1-1-1 0 0,4 6 1 0 0,2 0-395 0 0,33 24-1828 0 0,-11-14-4266 0 0,-21-13 3406 0 0</inkml:trace>
</inkml:ink>
</file>

<file path=ppt/ink/ink8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07:46.1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162 11 728 0 0,'-3'-9'8510'0'0,"-11"21"-8212"0"0,1-1 0 0 0,-1 2 1 0 0,2 0-1 0 0,0 0 1 0 0,0 1-1 0 0,2 1 0 0 0,-1 0 1 0 0,2 0-1 0 0,0 1 1 0 0,1 0-1 0 0,1 1 0 0 0,0 0 1 0 0,1 0-1 0 0,1 0 1 0 0,-4 22-1 0 0,9-38-294 0 0,0 0 0 0 0,0 0 0 0 0,0 1 1 0 0,0-1-1 0 0,0 0 0 0 0,0 0 0 0 0,0 1 0 0 0,0-1 0 0 0,0 0 1 0 0,1 1-1 0 0,-1-1 0 0 0,0 0 0 0 0,1 0 0 0 0,-1 0 0 0 0,1 1 1 0 0,-1-1-1 0 0,1 0 0 0 0,0 0 0 0 0,-1 0 0 0 0,1 0 0 0 0,0 0 1 0 0,0 0-1 0 0,0 0 0 0 0,0 0 0 0 0,0-1 0 0 0,0 1 0 0 0,0 0 1 0 0,0 0-1 0 0,1 0 0 0 0,2 0 16 0 0,0 0 0 0 0,-1 0-1 0 0,1 0 1 0 0,0 0 0 0 0,0-1 0 0 0,-1 0-1 0 0,1 0 1 0 0,0 0 0 0 0,0 0 0 0 0,4-1 0 0 0,7-1 39 0 0,0-1 1 0 0,0-1 0 0 0,0-1 0 0 0,16-6-1 0 0,-21 6-59 0 0,31-13-6 0 0,-39 18 5 0 0,0-1 1 0 0,0 0-1 0 0,1 1 1 0 0,-1-1-1 0 0,0 1 1 0 0,0 0-1 0 0,1 0 1 0 0,-1 0-1 0 0,0 0 1 0 0,0 0-1 0 0,1 0 1 0 0,-1 1-1 0 0,0-1 0 0 0,0 1 1 0 0,0-1-1 0 0,1 1 1 0 0,1 1-1 0 0,10 7-1 0 0,-1-1 0 0 0,1-1 1 0 0,1 0-1 0 0,0 0 0 0 0,0-2 0 0 0,0 0 0 0 0,0-1 0 0 0,27 4 0 0 0,-37-7 3 0 0,1-1 0 0 0,0 1 0 0 0,0-2 0 0 0,0 1-1 0 0,0 0 1 0 0,0-1 0 0 0,0 0 0 0 0,0-1 0 0 0,-1 1 0 0 0,1-1 0 0 0,-1 0 0 0 0,1-1 0 0 0,-1 1-1 0 0,0-1 1 0 0,1 0 0 0 0,-1 0 0 0 0,-1-1 0 0 0,1 1 0 0 0,0-1 0 0 0,-1 0 0 0 0,0 0 0 0 0,0-1-1 0 0,0 1 1 0 0,-1-1 0 0 0,1 0 0 0 0,3-7 0 0 0,-2 1 2 0 0,1 0 0 0 0,-2 0 0 0 0,1-1 1 0 0,-2 1-1 0 0,1-1 0 0 0,-2 0 0 0 0,1 0 0 0 0,-2 0 0 0 0,0 0 0 0 0,0 0 1 0 0,-1-1-1 0 0,0 1 0 0 0,-1 0 0 0 0,-1 0 0 0 0,0 0 0 0 0,-5-18 0 0 0,6 29-3 0 0,1 0-1 0 0,0 0 1 0 0,-1-1-1 0 0,1 1 1 0 0,-1 0-1 0 0,1 0 1 0 0,-1 0 0 0 0,1 0-1 0 0,-1 0 1 0 0,0 0-1 0 0,0 0 1 0 0,1 1-1 0 0,-1-1 1 0 0,0 0-1 0 0,0 0 1 0 0,0 1-1 0 0,0-1 1 0 0,0 0-1 0 0,0 1 1 0 0,0-1-1 0 0,0 1 1 0 0,0-1-1 0 0,0 1 1 0 0,0 0-1 0 0,-1-1 1 0 0,1 1-1 0 0,0 0 1 0 0,0 0-1 0 0,0 0 1 0 0,0 0-1 0 0,-1 0 1 0 0,1 0-1 0 0,0 0 1 0 0,0 0 0 0 0,0 0-1 0 0,0 0 1 0 0,-1 1-1 0 0,1-1 1 0 0,0 0-1 0 0,0 1 1 0 0,0-1-1 0 0,0 1 1 0 0,0 0-1 0 0,0-1 1 0 0,0 1-1 0 0,0 0 1 0 0,0-1-1 0 0,0 1 1 0 0,0 1-1 0 0,0-1 2 0 0,1 1-1 0 0,0-1 1 0 0,0 1-1 0 0,0-1 1 0 0,0 0-1 0 0,0 1 1 0 0,0-1-1 0 0,0 0 1 0 0,0 1-1 0 0,1-1 1 0 0,-1 0-1 0 0,1 1 1 0 0,-1-1-1 0 0,1 0 1 0 0,-1 0-1 0 0,1 1 1 0 0,0-1 0 0 0,-1 0-1 0 0,1 0 1 0 0,0 0-1 0 0,0 0 1 0 0,0 0-1 0 0,0 0 1 0 0,0 0-1 0 0,0 0 1 0 0,0 0-1 0 0,0 0 1 0 0,2 0-1 0 0,33 23-2 0 0,-18-15-67 0 0,0 0-1 0 0,-1 1 1 0 0,1 1 0 0 0,-2 0-1 0 0,0 2 1 0 0,0-1 0 0 0,-1 2-1 0 0,16 19 1 0 0,-21-21-50 0 0,33 35-267 0 0,-40-44 359 0 0,-1-1 0 0 0,1 1-1 0 0,-1-1 1 0 0,1 0 0 0 0,0 0-1 0 0,0 0 1 0 0,0 0 0 0 0,0 0-1 0 0,1-1 1 0 0,-1 1 0 0 0,0-1-1 0 0,1 0 1 0 0,4 1 0 0 0,-6-2 37 0 0,-1 0 1 0 0,1 0 0 0 0,-1 0-1 0 0,1 0 1 0 0,-1 0 0 0 0,1-1 0 0 0,0 1-1 0 0,-1 0 1 0 0,0-1 0 0 0,1 1-1 0 0,-1-1 1 0 0,1 0 0 0 0,-1 0 0 0 0,1 1-1 0 0,-1-1 1 0 0,0 0 0 0 0,0 0-1 0 0,0 0 1 0 0,1 0 0 0 0,-1 0 0 0 0,0 0-1 0 0,0-1 1 0 0,0 1 0 0 0,0 0-1 0 0,-1-1 1 0 0,2-1 0 0 0,-1 0 27 0 0,0-1 1 0 0,0 0 0 0 0,0 0-1 0 0,0 0 1 0 0,-1 0-1 0 0,1 0 1 0 0,-1 0-1 0 0,0 0 1 0 0,-1 0 0 0 0,0-5-1 0 0,-1-6 147 0 0,-2-1 0 0 0,0 1 0 0 0,0 0-1 0 0,-10-19 1 0 0,11 28-103 0 0,0 1 0 0 0,0 0 0 0 0,-1 0 1 0 0,0 0-1 0 0,1 0 0 0 0,-2 0 0 0 0,1 1 0 0 0,-1 0 0 0 0,1 0 0 0 0,-1 0 0 0 0,-6-4 1 0 0,9 7-158 0 0,0 0 1 0 0,0 0-1 0 0,0 0 0 0 0,0 0 1 0 0,0 0-1 0 0,0 0 1 0 0,0 1-1 0 0,-1-1 1 0 0,1 1-1 0 0,0 0 1 0 0,0-1-1 0 0,0 1 0 0 0,-1 0 1 0 0,1 0-1 0 0,0 0 1 0 0,0 1-1 0 0,0-1 1 0 0,-1 0-1 0 0,1 1 1 0 0,0 0-1 0 0,0-1 1 0 0,0 1-1 0 0,0 0 0 0 0,0 0 1 0 0,0 0-1 0 0,0 0 1 0 0,0 0-1 0 0,0 1 1 0 0,1-1-1 0 0,-1 1 1 0 0,1-1-1 0 0,-1 1 1 0 0,1-1-1 0 0,-1 1 0 0 0,0 2 1 0 0,1-3-137 0 0,0 0-1 0 0,0 0 1 0 0,1 0-1 0 0,-1 0 1 0 0,1 0 0 0 0,-1 0-1 0 0,1 1 1 0 0,-1-1 0 0 0,1 0-1 0 0,0 0 1 0 0,0 0 0 0 0,-1 1-1 0 0,1-1 1 0 0,0 0 0 0 0,0 0-1 0 0,0 2 1 0 0,4 5-4410 0 0,0-4 1865 0 0</inkml:trace>
</inkml:ink>
</file>

<file path=ppt/ink/ink8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07:46.4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48 0 0,'5'0'309'0'0,"0"0"-1"0"0,-1 1 1 0 0,1 0-1 0 0,-1 0 1 0 0,1 0 0 0 0,-1 1-1 0 0,1-1 1 0 0,-1 1 0 0 0,0 0-1 0 0,0 0 1 0 0,0 1-1 0 0,0-1 1 0 0,0 1 0 0 0,-1 0-1 0 0,1 0 1 0 0,-1 0 0 0 0,1 1-1 0 0,-1-1 1 0 0,0 1-1 0 0,-1 0 1 0 0,5 6 0 0 0,-6-8-199 0 0,1 1 0 0 0,-1 0 1 0 0,0-1-1 0 0,0 1 0 0 0,0 0 0 0 0,0 0 1 0 0,0 0-1 0 0,-1 0 0 0 0,1 0 1 0 0,-1 0-1 0 0,0 0 0 0 0,0 0 1 0 0,0 0-1 0 0,0 0 0 0 0,0 0 1 0 0,-1 0-1 0 0,0 0 0 0 0,1 0 1 0 0,-1 0-1 0 0,0 0 0 0 0,0-1 1 0 0,-1 1-1 0 0,1 0 0 0 0,0-1 0 0 0,-1 1 1 0 0,0-1-1 0 0,1 1 0 0 0,-1-1 1 0 0,0 0-1 0 0,-1 1 0 0 0,1-1 1 0 0,0 0-1 0 0,-5 3 0 0 0,-2-1 1829 0 0,14-14-1454 0 0,16-15-344 0 0,-1 9-321 0 0,0 1 0 0 0,24-13 0 0 0,-33 22-366 0 0,0 1 0 0 0,1 0-1 0 0,-1 1 1 0 0,1 0 0 0 0,0 1 0 0 0,16-3-1 0 0,14-1-3811 0 0,-23 4 1863 0 0</inkml:trace>
</inkml:ink>
</file>

<file path=ppt/ink/ink8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07:46.8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86 312 740 0 0,'-6'2'396'0'0,"1"0"0"0"0,0 0 0 0 0,0 1 0 0 0,0 0 0 0 0,0 0-1 0 0,0 0 1 0 0,0 0 0 0 0,1 1 0 0 0,-1 0 0 0 0,1 0 0 0 0,0 0 0 0 0,1 0 0 0 0,-1 1 0 0 0,1 0 0 0 0,-1-1 0 0 0,2 1-1 0 0,-1 0 1 0 0,0 1 0 0 0,-1 5 0 0 0,3-10-374 0 0,1-1 0 0 0,0 1 0 0 0,0-1-1 0 0,0 1 1 0 0,0 0 0 0 0,0-1 0 0 0,0 1 0 0 0,0 0 0 0 0,0-1-1 0 0,0 1 1 0 0,0-1 0 0 0,0 1 0 0 0,0 0 0 0 0,1-1 0 0 0,-1 1-1 0 0,0-1 1 0 0,0 1 0 0 0,1-1 0 0 0,-1 1 0 0 0,0-1 0 0 0,1 1-1 0 0,-1-1 1 0 0,0 1 0 0 0,1-1 0 0 0,-1 1 0 0 0,1-1 0 0 0,-1 1-1 0 0,1-1 1 0 0,-1 0 0 0 0,1 1 0 0 0,-1-1 0 0 0,1 0 0 0 0,-1 0-1 0 0,1 1 1 0 0,-1-1 0 0 0,1 0 0 0 0,0 0 0 0 0,-1 0 0 0 0,1 1-1 0 0,-1-1 1 0 0,1 0 0 0 0,0 0 0 0 0,-1 0 0 0 0,1 0-1 0 0,-1 0 1 0 0,1 0 0 0 0,0-1 0 0 0,30-2 281 0 0,-23-2-266 0 0,0 0 1 0 0,0 0-1 0 0,0-1 1 0 0,-1 0-1 0 0,0-1 1 0 0,-1 1-1 0 0,1-1 1 0 0,-1 0-1 0 0,0-1 1 0 0,-1 0-1 0 0,0 1 1 0 0,0-2-1 0 0,-1 1 1 0 0,6-16-1 0 0,2-6 175 0 0,-2-1-1 0 0,12-61 1 0 0,-18 73-51 0 0,1-9 869 0 0,0 1 1 0 0,0-33-1 0 0,-5 60-1015 0 0,1 0 1 0 0,-1 0-1 0 0,0 0 0 0 0,0-1 1 0 0,0 1-1 0 0,0 0 0 0 0,0 0 1 0 0,0 0-1 0 0,0 0 0 0 0,0 0 1 0 0,0 0-1 0 0,0 0 0 0 0,0 0 1 0 0,0-1-1 0 0,0 1 0 0 0,0 0 1 0 0,0 0-1 0 0,-1 0 0 0 0,1 0 1 0 0,0 0-1 0 0,0 0 0 0 0,0 0 1 0 0,0 0-1 0 0,0 0 0 0 0,0-1 1 0 0,0 1-1 0 0,0 0 0 0 0,0 0 1 0 0,0 0-1 0 0,0 0 0 0 0,0 0 1 0 0,0 0-1 0 0,0 0 0 0 0,-1 0 1 0 0,1 0-1 0 0,0 0 0 0 0,0 0 1 0 0,0 0-1 0 0,0 0 0 0 0,0 0 1 0 0,0 0-1 0 0,0 0 0 0 0,0 0 0 0 0,-1 0 1 0 0,1 0-1 0 0,0 0 0 0 0,0 0 1 0 0,0 0-1 0 0,0 0 0 0 0,0 0 1 0 0,0 0-1 0 0,0 0 0 0 0,0 0 1 0 0,0 0-1 0 0,-1 0 0 0 0,1 0 1 0 0,0 0-1 0 0,0 0 0 0 0,0 0 1 0 0,0 0-1 0 0,0 0 0 0 0,0 0 1 0 0,0 0-1 0 0,0 0 0 0 0,0 1 1 0 0,-9 7 280 0 0,-6 14-51 0 0,7-3-185 0 0,0-1 0 0 0,2 1 0 0 0,0 1-1 0 0,1-1 1 0 0,1 1 0 0 0,1 0 0 0 0,1 0-1 0 0,1 0 1 0 0,1 29 0 0 0,1-32-429 0 0,1 0-1 0 0,1 0 1 0 0,0 0 0 0 0,1-1-1 0 0,0 1 1 0 0,2-1 0 0 0,0 0-1 0 0,1-1 1 0 0,0 1 0 0 0,1-1-1 0 0,15 20 1 0 0,30 37-6272 0 0,-29-51 3525 0 0</inkml:trace>
</inkml:ink>
</file>

<file path=ppt/ink/ink8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07:47.2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189 62 132 0 0,'1'-2'422'0'0,"0"-1"1"0"0,0 1-1 0 0,0-1 0 0 0,0 1 1 0 0,0-1-1 0 0,0 1 0 0 0,-1-1 1 0 0,1 0-1 0 0,-1 1 0 0 0,0-1 1 0 0,0 0-1 0 0,0 1 0 0 0,0-1 1 0 0,-1-4-1 0 0,0 6-314 0 0,1 1 0 0 0,-1-1 1 0 0,0 0-1 0 0,0 0 0 0 0,0 1 0 0 0,0-1 0 0 0,0 0 1 0 0,0 1-1 0 0,0-1 0 0 0,0 1 0 0 0,0-1 0 0 0,0 1 1 0 0,0-1-1 0 0,0 1 0 0 0,0 0 0 0 0,0 0 0 0 0,0 0 1 0 0,0-1-1 0 0,0 1 0 0 0,0 0 0 0 0,-1 0 0 0 0,1 0 1 0 0,0 1-1 0 0,0-1 0 0 0,0 0 0 0 0,0 0 0 0 0,0 1 1 0 0,0-1-1 0 0,0 0 0 0 0,0 1 0 0 0,0-1 0 0 0,0 1 1 0 0,0-1-1 0 0,0 1 0 0 0,-1 0 0 0 0,-11 5 154 0 0,0 0-1 0 0,1 1 0 0 0,0 0 0 0 0,0 0 0 0 0,0 2 1 0 0,1-1-1 0 0,-13 14 0 0 0,19-18-186 0 0,1 1 0 0 0,0-1-1 0 0,0 1 1 0 0,0 0 0 0 0,0 0 0 0 0,1 0-1 0 0,0 0 1 0 0,0 1 0 0 0,0-1-1 0 0,1 1 1 0 0,0 0 0 0 0,0 0 0 0 0,0 0-1 0 0,1 0 1 0 0,0 0 0 0 0,0 0-1 0 0,0 0 1 0 0,1 0 0 0 0,0 8 0 0 0,1-11-54 0 0,0 1 0 0 0,-1-1 1 0 0,1 1-1 0 0,1-1 1 0 0,-1 0-1 0 0,1 1 1 0 0,-1-1-1 0 0,1 0 0 0 0,0 0 1 0 0,0 0-1 0 0,0 0 1 0 0,0 0-1 0 0,1 0 1 0 0,-1-1-1 0 0,1 1 0 0 0,0-1 1 0 0,0 0-1 0 0,0 0 1 0 0,0 0-1 0 0,0 0 0 0 0,0 0 1 0 0,0 0-1 0 0,1-1 1 0 0,-1 0-1 0 0,1 0 1 0 0,-1 0-1 0 0,1 0 0 0 0,-1 0 1 0 0,1-1-1 0 0,0 1 1 0 0,-1-1-1 0 0,1 0 1 0 0,4-1-1 0 0,-1 1 3 0 0,-1 0 1 0 0,0-1-1 0 0,1 0 0 0 0,-1 0 0 0 0,0 0 1 0 0,0-1-1 0 0,1 0 0 0 0,-1 0 0 0 0,-1-1 1 0 0,1 0-1 0 0,0 0 0 0 0,-1 0 0 0 0,1-1 1 0 0,-1 1-1 0 0,0-1 0 0 0,0-1 1 0 0,-1 1-1 0 0,7-7 0 0 0,-6 2 32 0 0,0 0-1 0 0,0 0 1 0 0,-1-1-1 0 0,0 1 1 0 0,-1-1 0 0 0,0 0-1 0 0,-1 1 1 0 0,1-1-1 0 0,0-14 1 0 0,-3 19-26 0 0,1-1 0 0 0,-1 1-1 0 0,0-1 1 0 0,0 1 0 0 0,-1-1 0 0 0,1 1 0 0 0,-1-1-1 0 0,0 1 1 0 0,-1-1 0 0 0,1 1 0 0 0,-1 0 0 0 0,0 0-1 0 0,-1 0 1 0 0,1 0 0 0 0,-1 0 0 0 0,0 1 0 0 0,0-1 0 0 0,0 1-1 0 0,-5-5 1 0 0,7 9-173 0 0,0-1 0 0 0,0 0 0 0 0,-1 1 0 0 0,1-1 0 0 0,0 1 0 0 0,0 0 0 0 0,-1-1 0 0 0,1 1 0 0 0,0 0 0 0 0,-1 0 0 0 0,1 0 0 0 0,-1 0 1 0 0,1 0-1 0 0,0 0 0 0 0,-1 0 0 0 0,1 0 0 0 0,0 1 0 0 0,-1-1 0 0 0,1 0 0 0 0,0 1 0 0 0,-1-1 0 0 0,1 1 0 0 0,0-1 0 0 0,0 1 0 0 0,0 0 0 0 0,0 0 0 0 0,-1-1 0 0 0,1 1 0 0 0,0 0 0 0 0,-1 2 0 0 0,-9 11-6255 0 0,11-9 3328 0 0</inkml:trace>
</inkml:ink>
</file>

<file path=ppt/ink/ink8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07:47.8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1 301 176 0 0,'7'1'548'0'0,"1"1"-1"0"0,-1 0 1 0 0,0 1-1 0 0,0-1 1 0 0,0 1-1 0 0,0 1 1 0 0,-1-1 0 0 0,1 1-1 0 0,11 10 1 0 0,-14-12-353 0 0,-1 1 0 0 0,0 0 1 0 0,0 0-1 0 0,0 1 1 0 0,0-1-1 0 0,0 1 0 0 0,0-1 1 0 0,-1 1-1 0 0,0 0 0 0 0,0 0 1 0 0,0 0-1 0 0,0 0 0 0 0,-1 1 1 0 0,1-1-1 0 0,-1 0 0 0 0,0 1 1 0 0,1 8-1 0 0,-3-11-42 0 0,1 1-1 0 0,-1-1 1 0 0,1 1-1 0 0,-1 0 1 0 0,0-1-1 0 0,0 1 0 0 0,0-1 1 0 0,0 0-1 0 0,0 1 1 0 0,-1-1-1 0 0,1 0 1 0 0,-1 0-1 0 0,0 0 1 0 0,1 0-1 0 0,-3 2 1 0 0,3-4 127 0 0,-2-4 619 0 0,3 4-869 0 0,-1-1 0 0 0,1 0 0 0 0,-1 0 0 0 0,1 0 0 0 0,-1 0 0 0 0,1 0 0 0 0,0 1 1 0 0,-1-1-1 0 0,1 0 0 0 0,0 0 0 0 0,0 0 0 0 0,0 0 0 0 0,0 0 0 0 0,0 0 0 0 0,0 0 0 0 0,0 0 0 0 0,0 0 0 0 0,0 0 0 0 0,0 0 0 0 0,0 0 0 0 0,1 0 0 0 0,-1 0 0 0 0,0 0 0 0 0,1 0 1 0 0,-1 1-1 0 0,1-1 0 0 0,-1 0 0 0 0,1 0 0 0 0,-1 0 0 0 0,1 1 0 0 0,-1-1 0 0 0,1 0 0 0 0,0 0 0 0 0,0 1 0 0 0,-1-1 0 0 0,1 1 0 0 0,1-1 0 0 0,9-10-284 0 0,1 0 0 0 0,0 2-1 0 0,1-1 1 0 0,0 2 0 0 0,1 0-1 0 0,0 0 1 0 0,27-10 0 0 0,-6 7-624 0 0,0 1 0 0 0,47-7 0 0 0,-48 12 431 0 0,-23 4 385 0 0,-1 0 0 0 0,1-1-1 0 0,0 0 1 0 0,-1 0 0 0 0,1-1 0 0 0,13-6 0 0 0,-15 5 583 0 0,-14 12 188 0 0,-16 12 84 0 0,17-16-675 0 0,-1 1 0 0 0,1-1 1 0 0,1 1-1 0 0,-1 0 0 0 0,0 0 1 0 0,1 1-1 0 0,0-1 0 0 0,1 1 0 0 0,-1-1 1 0 0,1 1-1 0 0,-2 7 0 0 0,3-12-98 0 0,1 1 0 0 0,-1-1 1 0 0,1 1-1 0 0,0-1 0 0 0,-1 1 0 0 0,1-1 0 0 0,0 1 0 0 0,0 0 0 0 0,0-1 0 0 0,0 1 0 0 0,0-1 0 0 0,0 1 0 0 0,0 0 0 0 0,1-1 0 0 0,-1 1 0 0 0,1-1 0 0 0,-1 1 0 0 0,1-1 0 0 0,-1 1 0 0 0,1-1 0 0 0,0 1 0 0 0,0-1 0 0 0,0 0 0 0 0,0 1 0 0 0,0-1 0 0 0,0 0 0 0 0,0 0 0 0 0,0 0 0 0 0,0 0 1 0 0,1 0-1 0 0,-1 0 0 0 0,0 0 0 0 0,1 0 0 0 0,-1 0 0 0 0,1-1 0 0 0,-1 1 0 0 0,0-1 0 0 0,1 1 0 0 0,0-1 0 0 0,-1 1 0 0 0,1-1 0 0 0,-1 0 0 0 0,1 0 0 0 0,-1 1 0 0 0,1-1 0 0 0,0-1 0 0 0,-1 1 0 0 0,3 0 0 0 0,0-1 32 0 0,0 0 1 0 0,0 0-1 0 0,1 0 0 0 0,-1 0 1 0 0,0-1-1 0 0,0 1 0 0 0,0-1 0 0 0,0 0 1 0 0,0 0-1 0 0,-1-1 0 0 0,1 1 1 0 0,-1-1-1 0 0,1 0 0 0 0,-1 0 0 0 0,0 0 1 0 0,0 0-1 0 0,0-1 0 0 0,-1 1 0 0 0,1-1 1 0 0,-1 0-1 0 0,0 1 0 0 0,0-1 1 0 0,0 0-1 0 0,2-7 0 0 0,2-3 69 0 0,-1 0 0 0 0,-1 0 0 0 0,0 0 0 0 0,-1-1-1 0 0,-1 1 1 0 0,1-17 0 0 0,-3 21-100 0 0,0 1 0 0 0,-1-1-1 0 0,0 0 1 0 0,-1 0 0 0 0,0 1-1 0 0,0-1 1 0 0,-1 1 0 0 0,-1-1 0 0 0,1 1-1 0 0,-1 0 1 0 0,-1 1 0 0 0,0-1 0 0 0,0 1-1 0 0,-1 0 1 0 0,1 0 0 0 0,-2 0 0 0 0,1 1-1 0 0,-1 0 1 0 0,0 0 0 0 0,-1 1 0 0 0,0 0-1 0 0,0 0 1 0 0,0 1 0 0 0,-1 0 0 0 0,1 0-1 0 0,-16-5 1 0 0,18 8-180 0 0,0 0 0 0 0,0 0-1 0 0,0 1 1 0 0,-1-1 0 0 0,1 1 0 0 0,0 1 0 0 0,-11 0-1 0 0,-13 7-2283 0 0,29-6 2090 0 0,0 0-1 0 0,-1 0 1 0 0,1 0-1 0 0,0 0 1 0 0,0 0 0 0 0,0 0-1 0 0,0 0 1 0 0,0 0-1 0 0,0 0 1 0 0,0 1 0 0 0,0-1-1 0 0,0 0 1 0 0,1 1-1 0 0,-1-1 1 0 0,1 0 0 0 0,-1 1-1 0 0,0 1 1 0 0,-1 4-2709 0 0</inkml:trace>
</inkml:ink>
</file>

<file path=ppt/ink/ink8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07:48.4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0 161 348 0 0,'13'-2'772'0'0,"0"0"0"0"0,0-1 0 0 0,0 0 0 0 0,0-1 0 0 0,-1 0 0 0 0,1-2 0 0 0,-1 1 0 0 0,0-1 0 0 0,13-10 0 0 0,18-7 954 0 0,-35 19-1421 0 0,-1 0 0 0 0,0-1 1 0 0,0 1-1 0 0,0-2 1 0 0,7-5-1 0 0,-12 9-172 0 0,0 0 0 0 0,1-1-1 0 0,-1 1 1 0 0,0-1 0 0 0,0 1 0 0 0,-1-1 0 0 0,1 0-1 0 0,0 1 1 0 0,-1-1 0 0 0,0 0 0 0 0,0 0-1 0 0,0 0 1 0 0,0 0 0 0 0,0 0 0 0 0,0-6 0 0 0,-1 8-112 0 0,0 1 1 0 0,-1 0-1 0 0,1-1 1 0 0,0 1-1 0 0,-1 0 1 0 0,1 0-1 0 0,-1-1 1 0 0,1 1-1 0 0,-1 0 1 0 0,1 0-1 0 0,0 0 1 0 0,-1 0 0 0 0,1-1-1 0 0,-1 1 1 0 0,1 0-1 0 0,-1 0 1 0 0,1 0-1 0 0,-1 0 1 0 0,1 0-1 0 0,-1 0 1 0 0,1 0-1 0 0,-1 1 1 0 0,1-1-1 0 0,-1 0 1 0 0,1 0-1 0 0,-1 0 1 0 0,1 0 0 0 0,0 0-1 0 0,-1 1 1 0 0,1-1-1 0 0,-1 0 1 0 0,1 0-1 0 0,0 1 1 0 0,-1-1-1 0 0,1 0 1 0 0,0 1-1 0 0,-1-1 1 0 0,1 1-1 0 0,0-1 1 0 0,-1 1-1 0 0,-22 15 121 0 0,12-6-77 0 0,2-1 0 0 0,0 2 0 0 0,0-1 0 0 0,1 2-1 0 0,0-1 1 0 0,-12 24 0 0 0,19-34-58 0 0,1 0 0 0 0,-1 1-1 0 0,0-1 1 0 0,0 0-1 0 0,1 1 1 0 0,-1-1-1 0 0,1 1 1 0 0,-1-1-1 0 0,1 1 1 0 0,0 0 0 0 0,-1-1-1 0 0,1 1 1 0 0,0-1-1 0 0,0 1 1 0 0,0-1-1 0 0,0 1 1 0 0,1-1-1 0 0,-1 1 1 0 0,0 0 0 0 0,1-1-1 0 0,-1 1 1 0 0,1-1-1 0 0,-1 1 1 0 0,2 1-1 0 0,-1-2 0 0 0,1 0 0 0 0,-1 0 0 0 0,1 0 0 0 0,-1 0 0 0 0,1 0-1 0 0,0 0 1 0 0,-1 0 0 0 0,1-1 0 0 0,0 1 0 0 0,-1-1 0 0 0,1 1 0 0 0,0-1-1 0 0,0 0 1 0 0,-1 0 0 0 0,1 0 0 0 0,0 0 0 0 0,0 0 0 0 0,-1 0-1 0 0,1 0 1 0 0,0 0 0 0 0,0-1 0 0 0,-1 1 0 0 0,1-1 0 0 0,0 1 0 0 0,2-2-1 0 0,14-5 7 0 0,0 0 0 0 0,0-1-1 0 0,17-11 1 0 0,30-14 23 0 0,-46 24-33 0 0,-16 7-1 0 0,0 1 0 0 0,-1-1 0 0 0,1 1 0 0 0,0-1 0 0 0,0 1 0 0 0,0 0 0 0 0,0 0 0 0 0,1 0-1 0 0,-1 1 1 0 0,0-1 0 0 0,0 1 0 0 0,0 0 0 0 0,1 0 0 0 0,4 0 0 0 0,-6 4-2 0 0,0-1 0 0 0,0 1 1 0 0,0 0-1 0 0,0 0 0 0 0,-1 0 0 0 0,0 1 1 0 0,0-1-1 0 0,0 0 0 0 0,0 0 0 0 0,-1 1 1 0 0,0 6-1 0 0,1-7 0 0 0,0-1-52 0 0,0 1 0 0 0,1 0 1 0 0,-1 0-1 0 0,1-1 0 0 0,0 1 1 0 0,0-1-1 0 0,1 1 0 0 0,-1-1 0 0 0,1 0 1 0 0,-1 0-1 0 0,1 0 0 0 0,0 0 1 0 0,0 0-1 0 0,0-1 0 0 0,1 1 0 0 0,-1-1 1 0 0,0 0-1 0 0,1 0 0 0 0,0 0 1 0 0,3 1-1 0 0,7 3-1136 0 0,0-1-1 0 0,0 0 1 0 0,0 0 0 0 0,17 2-1 0 0,-17-5-2058 0 0,1-1 249 0 0</inkml:trace>
</inkml:ink>
</file>

<file path=ppt/ink/ink8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07:49.6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44 52 0 0,'12'-37'10710'0'0,"-9"30"-11435"0"0,-18 15-6852 0 0</inkml:trace>
</inkml:ink>
</file>

<file path=ppt/ink/ink8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07:52.5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493 83 308 0 0,'-14'-23'1567'0'0,"12"19"-1204"0"0,-1-1 1 0 0,0 1-1 0 0,1-1 1 0 0,-1 1-1 0 0,0 0 1 0 0,-1 0-1 0 0,1 0 1 0 0,-1 0-1 0 0,0 1 1 0 0,0-1-1 0 0,0 1 1 0 0,0 0-1 0 0,-1 0 1 0 0,-6-3-1 0 0,10 6-309 0 0,-1 0-1 0 0,1 1 0 0 0,0-1 0 0 0,-1 0 0 0 0,1 1 0 0 0,0-1 1 0 0,0 0-1 0 0,0 1 0 0 0,0 0 0 0 0,-1-1 0 0 0,1 1 0 0 0,0 0 1 0 0,0-1-1 0 0,0 1 0 0 0,0 0 0 0 0,0 0 0 0 0,1 0 0 0 0,-1 0 1 0 0,0 0-1 0 0,0 0 0 0 0,0 0 0 0 0,0 2 0 0 0,-19 29 416 0 0,16-24-318 0 0,-17 33 213 0 0,2 1 1 0 0,1 1-1 0 0,3 1 1 0 0,1 0-1 0 0,-14 88 1 0 0,13-24 296 0 0,-2 153 1 0 0,20-162-366 0 0,-2 33 60 0 0,-2-116-296 0 0,0 0-1 0 0,-1 1 1 0 0,-1-2 0 0 0,-1 1 0 0 0,-10 27 0 0 0,12-39-48 0 0,0 0-1 0 0,0 0 0 0 0,-1 0 0 0 0,1 0 1 0 0,-1 0-1 0 0,0 0 0 0 0,0-1 1 0 0,-1 0-1 0 0,1 1 0 0 0,-1-1 1 0 0,1-1-1 0 0,-1 1 0 0 0,0 0 1 0 0,0-1-1 0 0,0 0 0 0 0,-1 0 0 0 0,1 0 1 0 0,0 0-1 0 0,-1-1 0 0 0,1 0 1 0 0,-1 0-1 0 0,0 0 0 0 0,-6 0 1 0 0,7 0-23 0 0,0-1 1 0 0,0 0 0 0 0,0-1 0 0 0,-1 1-1 0 0,1-1 1 0 0,0 1 0 0 0,0-1-1 0 0,1 0 1 0 0,-1-1 0 0 0,0 1 0 0 0,0-1-1 0 0,0 1 1 0 0,1-1 0 0 0,-1 0 0 0 0,1 0-1 0 0,0-1 1 0 0,-1 1 0 0 0,1-1-1 0 0,0 0 1 0 0,0 0 0 0 0,1 0 0 0 0,-1 0-1 0 0,1 0 1 0 0,-1 0 0 0 0,1-1 0 0 0,-3-6-1 0 0,2 0-17 0 0,0 0 0 0 0,0-1 1 0 0,1 1-1 0 0,1-1 0 0 0,-1 1 0 0 0,2-1 0 0 0,0 0 0 0 0,0 1 0 0 0,1-1 0 0 0,0 0 0 0 0,1 1 0 0 0,0-1 1 0 0,0 1-1 0 0,1 0 0 0 0,1-1 0 0 0,0 1 0 0 0,0 1 0 0 0,1-1 0 0 0,0 1 0 0 0,10-14 0 0 0,-4 7 3 0 0,1 0 0 0 0,1 0 0 0 0,0 1 0 0 0,1 0 0 0 0,0 1 0 0 0,1 1 0 0 0,1 1-1 0 0,0 0 1 0 0,1 1 0 0 0,21-11 0 0 0,-32 19 22 0 0,-1 1-1 0 0,1 0 1 0 0,0 0-1 0 0,-1 1 1 0 0,1-1-1 0 0,0 1 1 0 0,0 0 0 0 0,0 1-1 0 0,0 0 1 0 0,0 0-1 0 0,0 0 1 0 0,0 0-1 0 0,0 1 1 0 0,0 0-1 0 0,0 1 1 0 0,0-1-1 0 0,0 1 1 0 0,-1 0-1 0 0,1 0 1 0 0,7 5 0 0 0,-6-3 2 0 0,0 1 0 0 0,0 0 1 0 0,-1 0-1 0 0,1 1 1 0 0,-1 0-1 0 0,0 0 0 0 0,-1 0 1 0 0,1 1-1 0 0,-1 0 1 0 0,-1 0-1 0 0,1 0 1 0 0,-1 0-1 0 0,-1 1 0 0 0,4 8 1 0 0,-7-14 0 0 0,1-1 1 0 0,-1 0-1 0 0,1 1 0 0 0,-1-1 1 0 0,1 0-1 0 0,-1 1 0 0 0,1-1 1 0 0,0 0-1 0 0,0 0 1 0 0,-1 0-1 0 0,1 1 0 0 0,0-1 1 0 0,0 0-1 0 0,0 0 0 0 0,0-1 1 0 0,0 1-1 0 0,1 0 0 0 0,-1 0 1 0 0,0 0-1 0 0,0-1 1 0 0,1 1-1 0 0,-1 0 0 0 0,0-1 1 0 0,1 0-1 0 0,-1 1 0 0 0,0-1 1 0 0,1 0-1 0 0,1 1 0 0 0,0-2 1 0 0,0 1-1 0 0,0-1 1 0 0,0 0-1 0 0,0 0 1 0 0,0 0-1 0 0,-1 0 1 0 0,1 0-1 0 0,0-1 0 0 0,-1 1 1 0 0,1-1-1 0 0,-1 0 1 0 0,4-3-1 0 0,4-4 1 0 0,-1 0-1 0 0,0-1 0 0 0,0 0 0 0 0,-1-1 1 0 0,7-11-1 0 0,-8 8-5 0 0,-2 4 21 0 0,0 0 1 0 0,1 1-1 0 0,0 0 1 0 0,10-12-1 0 0,-15 21-3 0 0,-1-1 3 0 0,1-3-14 0 0,-2 1-2 0 0,1 0 49 0 0,-1 4-50 0 0,1 1 3 0 0,-1-1-1 0 0,0 0 1 0 0,0 0 0 0 0,0 0-1 0 0,0 0 1 0 0,0 0 0 0 0,0-1-1 0 0,0 1 1 0 0,-1 0-1 0 0,1 0 1 0 0,0-1 0 0 0,0 1-1 0 0,-1-1 1 0 0,1 1 0 0 0,0-1-1 0 0,0 1 1 0 0,-3-1 0 0 0,-30 10-6 0 0,11-4 17 0 0,0 1 1 0 0,1 2-1 0 0,-38 18 0 0 0,47-23-33 0 0,11-4 19 0 0,1 0 0 0 0,-1 0 1 0 0,1 0-1 0 0,-1 1 1 0 0,1-1-1 0 0,-1 0 0 0 0,1 1 1 0 0,-1-1-1 0 0,1 1 1 0 0,0 0-1 0 0,-1 0 0 0 0,1-1 1 0 0,0 1-1 0 0,0 0 1 0 0,0 0-1 0 0,-2 2 1 0 0,2-2 4 0 0,-2-1 554 0 0,-3 3-2127 0 0</inkml:trace>
</inkml:ink>
</file>

<file path=ppt/ink/ink8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07:52.8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52 20 0 0,'33'-5'2784'0'0,"-25"5"-2483"0"0,1 0 0 0 0,-1 0 0 0 0,0 1 0 0 0,0 0 0 0 0,0 1 0 0 0,1 0-1 0 0,-2 0 1 0 0,1 0 0 0 0,0 1 0 0 0,0 0 0 0 0,-1 1 0 0 0,0 0 0 0 0,11 7 0 0 0,-6-3 114 0 0,-1 1 0 0 0,0 1 0 0 0,-1 0 0 0 0,0 0 1 0 0,0 1-1 0 0,15 22 0 0 0,-25-32-352 0 0,1-1 0 0 0,-1 0 0 0 0,0 0 0 0 0,1 0 0 0 0,-1 0 0 0 0,0 0 0 0 0,0 0 0 0 0,1 0 0 0 0,-1 0 0 0 0,0 0 0 0 0,1 0 0 0 0,-1 0 0 0 0,0 0 0 0 0,0 0 0 0 0,1-1 0 0 0,-1 1 0 0 0,0 0 0 0 0,0 0 0 0 0,1 0 1 0 0,-1 0-1 0 0,0 0 0 0 0,0-1 0 0 0,1 1 0 0 0,-1 0 0 0 0,0 0 0 0 0,0 0 0 0 0,1-1 0 0 0,-1 1 0 0 0,0 0 0 0 0,0 0 0 0 0,0 0 0 0 0,0-1 0 0 0,0 1 0 0 0,1 0 0 0 0,-1-1 0 0 0,0 1 0 0 0,0 0 0 0 0,0 0 0 0 0,0-1 0 0 0,0 1 0 0 0,0 0 0 0 0,0-1 0 0 0,0 1 0 0 0,14-29 714 0 0,15-28-479 0 0,-24 51-420 0 0,0 0 0 0 0,1 0 1 0 0,-1 0-1 0 0,1 0 1 0 0,0 1-1 0 0,0 0 0 0 0,1 1 1 0 0,0-1-1 0 0,0 1 1 0 0,12-5-1 0 0,-9 5-1319 0 0,0 1 0 0 0,0 0 0 0 0,0 0 0 0 0,18-1 0 0 0,-10 2-1499 0 0</inkml:trace>
</inkml:ink>
</file>

<file path=ppt/ink/ink8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07:53.7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0 199 944 0 0,'2'2'306'0'0,"0"1"0"0"0,0-1 0 0 0,0 0 0 0 0,0 0 0 0 0,0 1 0 0 0,0-1 0 0 0,0-1 0 0 0,1 1 0 0 0,-1 0 0 0 0,1 0 0 0 0,-1-1 0 0 0,1 0 0 0 0,0 1 0 0 0,0-1 0 0 0,0 0 0 0 0,-1 0 0 0 0,1-1 0 0 0,0 1 0 0 0,0 0 0 0 0,0-1 0 0 0,0 0 0 0 0,0 0 0 0 0,0 0-1 0 0,0 0 1 0 0,4-1 0 0 0,4 1-3 0 0,0-1-1 0 0,0 0 1 0 0,0-1-1 0 0,0 0 0 0 0,18-6 1 0 0,-22 5-165 0 0,-1-1 0 0 0,1 1 0 0 0,-1-1 0 0 0,0 0 0 0 0,0 0 0 0 0,-1-1 0 0 0,1 0 0 0 0,-1 0 0 0 0,0 0 0 0 0,-1-1 0 0 0,8-9 0 0 0,-11 13-112 0 0,1-1 0 0 0,-1 1 0 0 0,1 0-1 0 0,-1-1 1 0 0,0 1 0 0 0,0-1 0 0 0,0 0 0 0 0,0 1-1 0 0,0-1 1 0 0,-1 1 0 0 0,1-1 0 0 0,-1 0 0 0 0,0 0-1 0 0,0 1 1 0 0,0-1 0 0 0,0 0 0 0 0,0 0 0 0 0,-1 1 0 0 0,1-1-1 0 0,-1 0 1 0 0,0 1 0 0 0,1-1 0 0 0,-1 0 0 0 0,0 1-1 0 0,-1-1 1 0 0,1 1 0 0 0,0 0 0 0 0,-1-1 0 0 0,1 1-1 0 0,-1 0 1 0 0,0 0 0 0 0,-4-4 0 0 0,4 5-17 0 0,0-1 1 0 0,0 0-1 0 0,-1 1 0 0 0,1-1 1 0 0,-1 1-1 0 0,0 0 0 0 0,1 0 0 0 0,-1 0 1 0 0,0 0-1 0 0,1 0 0 0 0,-1 1 1 0 0,0-1-1 0 0,0 1 0 0 0,0 0 1 0 0,0 0-1 0 0,1 0 0 0 0,-1 0 1 0 0,0 0-1 0 0,0 1 0 0 0,0-1 1 0 0,0 1-1 0 0,1 0 0 0 0,-1-1 1 0 0,0 1-1 0 0,1 1 0 0 0,-1-1 1 0 0,1 0-1 0 0,-1 1 0 0 0,1-1 1 0 0,-1 1-1 0 0,1 0 0 0 0,0-1 1 0 0,0 1-1 0 0,-2 3 0 0 0,1-3-5 0 0,1 0 0 0 0,0 1-1 0 0,0-1 1 0 0,0 1-1 0 0,0-1 1 0 0,0 1 0 0 0,1 0-1 0 0,-1 0 1 0 0,1 0-1 0 0,0 0 1 0 0,0 0 0 0 0,0 0-1 0 0,0 0 1 0 0,0 0 0 0 0,1 0-1 0 0,-1 0 1 0 0,1 0-1 0 0,0 0 1 0 0,0 1 0 0 0,0-1-1 0 0,0 0 1 0 0,1 0-1 0 0,-1 0 1 0 0,1 0 0 0 0,0 1-1 0 0,0-1 1 0 0,0 0-1 0 0,0-1 1 0 0,0 1 0 0 0,1 0-1 0 0,2 4 1 0 0,3 1-20 0 0,1 0 0 0 0,1 0 0 0 0,-1 0 0 0 0,1-1-1 0 0,0-1 1 0 0,1 1 0 0 0,0-1 0 0 0,0-1 0 0 0,0 0 0 0 0,1-1 0 0 0,-1 1 0 0 0,1-2 0 0 0,0 0-1 0 0,0 0 1 0 0,0-1 0 0 0,23 2 0 0 0,-14-3-55 0 0,1 0-1 0 0,-1-1 0 0 0,1-2 1 0 0,-1 0-1 0 0,0 0 1 0 0,1-2-1 0 0,-1-1 0 0 0,31-11 1 0 0,-36 9 42 0 0,0 0 1 0 0,-1 0-1 0 0,1-1 0 0 0,-1-1 1 0 0,-1-1-1 0 0,0 0 0 0 0,-1 0 1 0 0,1-1-1 0 0,-2-1 1 0 0,0 0-1 0 0,0-1 0 0 0,-1 0 1 0 0,15-27-1 0 0,-23 37 30 0 0,-1 0-1 0 0,0 0 1 0 0,0 0 0 0 0,0 0-1 0 0,0 0 1 0 0,0 0-1 0 0,0 0 1 0 0,-1 0 0 0 0,0-1-1 0 0,0-2 1 0 0,0 5 0 0 0,0 0-1 0 0,0 0 1 0 0,0 0 0 0 0,0-1 0 0 0,0 1-1 0 0,-1 0 1 0 0,1 0 0 0 0,0 0 0 0 0,-1 0 0 0 0,1 0-1 0 0,-1 0 1 0 0,0 0 0 0 0,1 0 0 0 0,-1 0 0 0 0,0 1-1 0 0,1-1 1 0 0,-1 0 0 0 0,0 0 0 0 0,0 0-1 0 0,0 1 1 0 0,1-1 0 0 0,-1 0 0 0 0,0 1 0 0 0,0-1-1 0 0,0 1 1 0 0,0-1 0 0 0,0 1 0 0 0,-2-1-1 0 0,-1 0 18 0 0,0 1 0 0 0,0-1 0 0 0,0 1 0 0 0,0 0 0 0 0,-1 0 0 0 0,1 0 0 0 0,0 1 0 0 0,0-1-1 0 0,0 1 1 0 0,0 0 0 0 0,0 0 0 0 0,1 0 0 0 0,-1 1 0 0 0,0-1 0 0 0,0 1 0 0 0,1 0 0 0 0,-5 3-1 0 0,7-4-12 0 0,-1 0-1 0 0,1 0 0 0 0,0 0 0 0 0,-1 0 0 0 0,1 1 1 0 0,0-1-1 0 0,0 0 0 0 0,0 0 0 0 0,0 1 0 0 0,0-1 1 0 0,0 1-1 0 0,0-1 0 0 0,1 1 0 0 0,-1-1 0 0 0,0 1 1 0 0,1-1-1 0 0,-1 1 0 0 0,1 0 0 0 0,0-1 0 0 0,-1 1 0 0 0,1 0 1 0 0,0-1-1 0 0,0 1 0 0 0,0 0 0 0 0,0-1 0 0 0,1 1 1 0 0,-1 0-1 0 0,0-1 0 0 0,1 1 0 0 0,-1 0 0 0 0,1-1 1 0 0,-1 1-1 0 0,1-1 0 0 0,0 1 0 0 0,0-1 0 0 0,0 1 1 0 0,0-1-1 0 0,0 0 0 0 0,0 1 0 0 0,0-1 0 0 0,2 2 1 0 0,1 0 2 0 0,6-1-2 0 0,-7-2-4 0 0,0 0 0 0 0,0 0 0 0 0,0 0 0 0 0,-1 0 0 0 0,1 1 0 0 0,0 0 0 0 0,0-1 0 0 0,0 1 0 0 0,0 0 0 0 0,-1 0 0 0 0,1 0 0 0 0,0 1 0 0 0,-1-1 0 0 0,1 1 0 0 0,-1-1 0 0 0,0 1 0 0 0,1 0 0 0 0,-1 0 0 0 0,0 0 0 0 0,0 0 0 0 0,0 0 0 0 0,0 1 0 0 0,-1-1 0 0 0,1 1 0 0 0,0-1 0 0 0,1 5 0 0 0,-1 1 3 0 0,-1 0 1 0 0,0 0-1 0 0,0 0 1 0 0,0 0-1 0 0,-1 0 1 0 0,-1 0 0 0 0,-1 13-1 0 0,0 2 0 0 0,-3 87 192 0 0,-19 190 243 0 0,19-265-341 0 0,-6 36-33 0 0,10-67-1 0 0,0 0-1 0 0,0-1 1 0 0,-1 1 0 0 0,1-1 0 0 0,-1 0 0 0 0,0 1-1 0 0,0-1 1 0 0,0 0 0 0 0,0 0 0 0 0,0 0 0 0 0,-1 0-1 0 0,1 0 1 0 0,-1-1 0 0 0,0 1 0 0 0,-4 2 0 0 0,6-5-33 0 0,0 0 1 0 0,1 0 0 0 0,-1 1-1 0 0,0-1 1 0 0,0 0 0 0 0,0 0-1 0 0,0 0 1 0 0,0 0-1 0 0,0 0 1 0 0,0-1 0 0 0,0 1-1 0 0,0 0 1 0 0,0 0 0 0 0,0-1-1 0 0,1 1 1 0 0,-1 0 0 0 0,0-1-1 0 0,0 1 1 0 0,0-1-1 0 0,0 1 1 0 0,1-1 0 0 0,-1 0-1 0 0,0 1 1 0 0,1-1 0 0 0,-1 0-1 0 0,0 1 1 0 0,1-1 0 0 0,-1 0-1 0 0,1 0 1 0 0,-1 1-1 0 0,1-1 1 0 0,-1 0 0 0 0,1 0-1 0 0,0 0 1 0 0,-1 0 0 0 0,1 0-1 0 0,0 0 1 0 0,0 1 0 0 0,0-1-1 0 0,0-2 1 0 0,-10-38 381 0 0,9 27-461 0 0,1 0 0 0 0,0 0 0 0 0,1 0 1 0 0,1 0-1 0 0,0 0 0 0 0,1 0 0 0 0,0 0 0 0 0,2 1 0 0 0,-1-1 1 0 0,1 1-1 0 0,11-19 0 0 0,19-22-3146 0 0,9 9-3534 0 0,-27 31 3363 0 0</inkml:trace>
</inkml:ink>
</file>

<file path=ppt/ink/ink8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07:54.0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10 492 0 0,'40'0'8840'0'0,"-5"-8"-4757"0"0,-33 8-3793 0 0,5-2 72 0 0</inkml:trace>
</inkml:ink>
</file>

<file path=ppt/ink/ink8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07:54.4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 99 1212 0 0,'-3'-22'4090'0'0,"-2"1"0"0"0,-11-33 1 0 0,15 53-3831 0 0,13 30-8212 0 0,-8-22 4693 0 0</inkml:trace>
</inkml:ink>
</file>

<file path=ppt/ink/ink8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07:59.5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85 64 184 0 0,'-25'-64'11838'0'0,"21"67"-11637"0"0,1 1 1 0 0,1-1-1 0 0,-1 0 1 0 0,0 1-1 0 0,1 0 1 0 0,0-1 0 0 0,-1 1-1 0 0,2 0 1 0 0,-1 0-1 0 0,-2 8 1 0 0,-3 12 253 0 0,0 0 1 0 0,2 0-1 0 0,1 0 0 0 0,1 0 1 0 0,1 35-1 0 0,11 124 897 0 0,-4-123-1025 0 0,-4-53-372 0 0,0 2-649 0 0,-1 0-1 0 0,1 0 1 0 0,-1 0 0 0 0,-1 0 0 0 0,-2 16 0 0 0,2-25 404 0 0,1 1 0 0 0,0-1 0 0 0,-1 1 1 0 0,1-1-1 0 0,-1 0 0 0 0,1 1 0 0 0,-1-1 0 0 0,1 0 0 0 0,-1 0 1 0 0,1 0-1 0 0,-1 1 0 0 0,1-1 0 0 0,-1 0 0 0 0,1 0 0 0 0,-1 0 1 0 0,1 0-1 0 0,-1 0 0 0 0,0 0 0 0 0,1 0 0 0 0,-1 0 0 0 0,1 0 1 0 0,-1 0-1 0 0,1 0 0 0 0,-1 0 0 0 0,1 0 0 0 0,-1 0 0 0 0,0-1 1 0 0,0 1 75 0 0</inkml:trace>
</inkml:ink>
</file>

<file path=ppt/ink/ink8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08:00.3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1 459 9801 0 0,'0'0'-83'0'0,"3"-3"42"0"0,0 0 36 0 0,1 0-1 0 0,-1 1 1 0 0,1-1 0 0 0,0 1 0 0 0,0 0-1 0 0,0 0 1 0 0,0 1 0 0 0,0-1 0 0 0,0 1-1 0 0,1 0 1 0 0,7-1 0 0 0,58-4-216 0 0,-13 2 132 0 0,106-18-132 0 0,315-87 1 0 0,-460 103 215 0 0,-1 0-1 0 0,-1-1 0 0 0,1 0 0 0 0,-1-2 0 0 0,15-9 0 0 0,-27 15 8 0 0,1-1-1 0 0,-1 1 1 0 0,0-1 0 0 0,0 1-1 0 0,0-1 1 0 0,-1 0 0 0 0,1-1-1 0 0,-1 1 1 0 0,0 0-1 0 0,0-1 1 0 0,-1 0 0 0 0,1 0-1 0 0,-1 0 1 0 0,0 0-1 0 0,-1 0 1 0 0,1 0 0 0 0,-1 0-1 0 0,0-1 1 0 0,0 1 0 0 0,0-9-1 0 0,-1 8 84 0 0,-1-1 0 0 0,1 1 0 0 0,-1 0 0 0 0,0 0 0 0 0,-1 0 0 0 0,0 0 0 0 0,0 0 0 0 0,0 0 0 0 0,0 0 0 0 0,-1 1 0 0 0,0-1 0 0 0,0 1 0 0 0,-1 0 0 0 0,0 0-1 0 0,1 0 1 0 0,-2 0 0 0 0,1 1 0 0 0,0-1 0 0 0,-1 1 0 0 0,0 0 0 0 0,0 1 0 0 0,0-1 0 0 0,0 1 0 0 0,-1 0 0 0 0,-9-4 0 0 0,14 7-58 0 0,0 0 1 0 0,-1 0-1 0 0,1 0 1 0 0,0 0-1 0 0,-1 0 0 0 0,1 0 1 0 0,0 0-1 0 0,-1 0 1 0 0,1 1-1 0 0,0-1 0 0 0,0 0 1 0 0,-1 1-1 0 0,1-1 1 0 0,0 1-1 0 0,0-1 0 0 0,0 1 1 0 0,-1 0-1 0 0,1 0 1 0 0,0-1-1 0 0,0 1 0 0 0,0 0 1 0 0,0 0-1 0 0,0 0 1 0 0,0 0-1 0 0,1 0 0 0 0,-1 0 1 0 0,0 0-1 0 0,-1 3 1 0 0,-18 32 542 0 0,15-18-370 0 0,0 1-1 0 0,0-1 1 0 0,2 1-1 0 0,0 0 0 0 0,2-1 1 0 0,0 28-1 0 0,15 117 522 0 0,-3-66-352 0 0,-7-10-76 0 0,-3-47-153 0 0,1 0 0 0 0,3 0 0 0 0,15 64 0 0 0,-14-59 102 0 0,-6-44-172 0 0,2-4-62 0 0,-1 0 0 0 0,1 1 0 0 0,-1-1 0 0 0,0 0 0 0 0,0 0 0 0 0,0 0 0 0 0,-1 0 0 0 0,1 0 0 0 0,0-4 0 0 0,2-9 24 0 0,50-107-58 0 0,-52 122 26 0 0,-1 1-1 0 0,1 0 1 0 0,-1 0 0 0 0,1-1 0 0 0,-1 1 0 0 0,1 0 0 0 0,0 0-1 0 0,-1 0 1 0 0,1-1 0 0 0,-1 1 0 0 0,1 0 0 0 0,0 0 0 0 0,-1 0-1 0 0,1 0 1 0 0,0 0 0 0 0,-1 0 0 0 0,1 0 0 0 0,-1 1 0 0 0,1-1-1 0 0,0 0 1 0 0,-1 0 0 0 0,1 0 0 0 0,-1 1 0 0 0,1-1 0 0 0,-1 0-1 0 0,1 0 1 0 0,-1 1 0 0 0,1-1 0 0 0,-1 1 0 0 0,1-1-1 0 0,21 13-7 0 0,-21-12 8 0 0,14 8-11 0 0,0-1-1 0 0,0 0 0 0 0,1-1 1 0 0,0-1-1 0 0,18 4 0 0 0,-26-7 9 0 0,0-1-1 0 0,1 0 0 0 0,-1-1 0 0 0,1 0 1 0 0,-1 0-1 0 0,1-1 0 0 0,-1 0 0 0 0,1-1 1 0 0,-1 0-1 0 0,1 0 0 0 0,-1-1 1 0 0,9-2-1 0 0,-15 3 15 0 0,0 1 0 0 0,0-1 1 0 0,0 0-1 0 0,0 0 0 0 0,0 0 1 0 0,0 0-1 0 0,0 0 0 0 0,-1 0 0 0 0,1 0 1 0 0,-1-1-1 0 0,1 1 0 0 0,0-1 1 0 0,-1 1-1 0 0,0-1 0 0 0,1 0 1 0 0,-1 1-1 0 0,0-1 0 0 0,0 0 0 0 0,0 0 1 0 0,0 0-1 0 0,-1 0 0 0 0,1 0 1 0 0,0 0-1 0 0,-1 0 0 0 0,1 0 1 0 0,-1 0-1 0 0,0 0 0 0 0,1 0 0 0 0,-1 0 1 0 0,0 0-1 0 0,-1 0 0 0 0,1 0 1 0 0,0 0-1 0 0,0-1 0 0 0,-2-2 1 0 0,2-9 209 0 0,0 13-206 0 0,40 21-1356 0 0,-20-9 511 0 0,13 1-3285 0 0,66 16 1 0 0,-57-20 578 0 0</inkml:trace>
</inkml:ink>
</file>

<file path=ppt/ink/ink8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08:00.8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 48 668 0 0,'5'-34'5707'0'0,"-3"21"58"0"0,-2 38-3924 0 0,-15 462 3439 0 0,5-423-4413 0 0,3-115-764 0 0,10 40-136 0 0,-1 0-1 0 0,2 1 1 0 0,0-1 0 0 0,0 1-1 0 0,0-1 1 0 0,1 1 0 0 0,1 1-1 0 0,0-1 1 0 0,0 1 0 0 0,9-10-1 0 0,-12 15 14 0 0,0 1 0 0 0,0-1 1 0 0,1 0-1 0 0,-1 1 0 0 0,1-1 0 0 0,0 1 0 0 0,0 0 0 0 0,0 0 0 0 0,0 1 0 0 0,0-1 1 0 0,1 1-1 0 0,-1 0 0 0 0,1 0 0 0 0,0 0 0 0 0,0 1 0 0 0,-1 0 0 0 0,1 0 0 0 0,0 0 0 0 0,0 0 1 0 0,0 1-1 0 0,0 0 0 0 0,0 0 0 0 0,0 0 0 0 0,9 2 0 0 0,-10-1 10 0 0,-1 1 1 0 0,0-1-1 0 0,0 1 0 0 0,0-1 0 0 0,-1 1 1 0 0,1 0-1 0 0,0 0 0 0 0,-1 1 0 0 0,1-1 0 0 0,-1 0 1 0 0,0 1-1 0 0,0 0 0 0 0,0-1 0 0 0,0 1 1 0 0,0 0-1 0 0,0 0 0 0 0,-1 0 0 0 0,0 0 1 0 0,1 0-1 0 0,-1 1 0 0 0,0-1 0 0 0,0 0 0 0 0,-1 0 1 0 0,1 1-1 0 0,-1 5 0 0 0,1-5 4 0 0,-1 1 0 0 0,0 0-1 0 0,0-1 1 0 0,0 1 0 0 0,-1-1-1 0 0,0 1 1 0 0,1 0 0 0 0,-2-1 0 0 0,1 0-1 0 0,0 1 1 0 0,-1-1 0 0 0,0 0-1 0 0,0 1 1 0 0,0-1 0 0 0,-1-1 0 0 0,1 1-1 0 0,-1 0 1 0 0,-4 4 0 0 0,-2 0-75 0 0,0-1-1 0 0,-1 1 1 0 0,1-2 0 0 0,-2 1 0 0 0,1-2 0 0 0,-18 8-1 0 0,-37 4-4124 0 0,64-17 3822 0 0,0 0-1 0 0,0-1 1 0 0,0 1 0 0 0,1 0-1 0 0,-1-1 1 0 0,0 1-1 0 0,0 0 1 0 0,1-1-1 0 0,-1 1 1 0 0,0-1 0 0 0,0 1-1 0 0,1-1 1 0 0,-1 1-1 0 0,1-1 1 0 0,-1 0-1 0 0,0 1 1 0 0,1-1-1 0 0,-1 0 1 0 0,0 0 0 0 0,0-6-3291 0 0</inkml:trace>
</inkml:ink>
</file>

<file path=ppt/ink/ink8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08:01.1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1 256 0 0,'5'4'751'0'0,"0"1"-1"0"0,0 0 1 0 0,0 1 0 0 0,0-1 0 0 0,-1 1-1 0 0,0 0 1 0 0,0 0 0 0 0,-1 0-1 0 0,0 0 1 0 0,0 1 0 0 0,0-1-1 0 0,-1 1 1 0 0,1 0 0 0 0,-2 0-1 0 0,1 0 1 0 0,0 13 0 0 0,-1-12-508 0 0,-1 0 0 0 0,0 0 0 0 0,0-1 0 0 0,-1 1 0 0 0,0 0 0 0 0,-4 14 0 0 0,4-17-455 0 0,-1-1 0 0 0,0 1 0 0 0,0 0 0 0 0,-1 0-1 0 0,1-1 1 0 0,-1 1 0 0 0,0-1 0 0 0,0 0 0 0 0,-1 0-1 0 0,-5 5 1 0 0,2-8-1770 0 0</inkml:trace>
</inkml:ink>
</file>

<file path=ppt/ink/ink8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08:01.5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92 532 0 0,'8'-33'2766'0'0,"-6"24"-1545"0"0,0 0 0 0 0,1-1 0 0 0,-1 1 0 0 0,6-10 0 0 0,-8 19-856 0 0,4-2-97 0 0,0 12-1606 0 0,-3-9 907 0 0,1 5 86 0 0,-1-1-3587 0 0,-3 4 1686 0 0</inkml:trace>
</inkml:ink>
</file>

<file path=ppt/ink/ink8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08:01.8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0 628 0 0,'9'12'815'0'0,"0"-1"0"0"0,-1 1-1 0 0,-1 0 1 0 0,0 1 0 0 0,-1 0 0 0 0,0 0-1 0 0,-1 0 1 0 0,0 1 0 0 0,4 22-1 0 0,-4-13 1690 0 0,-4-23-2449 0 0,-1 0 0 0 0,0 0 0 0 0,0 0 0 0 0,1 0 0 0 0,-1 0 0 0 0,0 0 0 0 0,0 0-1 0 0,1 0 1 0 0,-1 0 0 0 0,0 0 0 0 0,1 0 0 0 0,-1 0 0 0 0,0 0 0 0 0,0 0 0 0 0,1 0 0 0 0,-1 0 0 0 0,0 0 0 0 0,0-1-1 0 0,1 1 1 0 0,-1 0 0 0 0,0 0 0 0 0,0 0 0 0 0,1 0 0 0 0,-1-1 0 0 0,0 1 0 0 0,0 0 0 0 0,0 0 0 0 0,1 0 0 0 0,-1-1 0 0 0,0 1-1 0 0,0 0 1 0 0,0 0 0 0 0,0 0 0 0 0,0-1 0 0 0,1 1 0 0 0,-1 0 0 0 0,0-1 0 0 0,0 1 0 0 0,0 0 0 0 0,0 0 0 0 0,0-1 0 0 0,0 1-1 0 0,0 0 1 0 0,0 0 0 0 0,0-1 0 0 0,0 1 0 0 0,0 0 0 0 0,0-1 0 0 0,0 1 0 0 0,0 0 0 0 0,-1-1 0 0 0,8-10 46 0 0,-1 0 0 0 0,1 1 0 0 0,1 0 0 0 0,-1 0 0 0 0,2 1 0 0 0,0 0 0 0 0,0 0 0 0 0,0 1 0 0 0,1 0 0 0 0,12-7 1 0 0,-13 8-156 0 0,-2 2-227 0 0,-1 1 1 0 0,1 0 0 0 0,-1 0-1 0 0,1 1 1 0 0,0 0 0 0 0,0 0-1 0 0,15-3 1 0 0,29 3-7253 0 0,-36 3 4484 0 0</inkml:trace>
</inkml:ink>
</file>

<file path=ppt/ink/ink8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08:02.1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67 311 156 0 0,'-8'5'1204'0'0,"0"1"-1"0"0,1 0 1 0 0,-1 0-1 0 0,-10 13 1 0 0,17-18-1066 0 0,-1 0 0 0 0,1 1 0 0 0,-1-1 0 0 0,1 1 0 0 0,0-1 0 0 0,0 1 0 0 0,0-1 0 0 0,0 1 0 0 0,0 0 0 0 0,0 0 0 0 0,0 0 0 0 0,0-1 0 0 0,1 1 0 0 0,-1 0 0 0 0,0 0 0 0 0,1 0 0 0 0,0 0 0 0 0,0 0 1 0 0,-1 0-1 0 0,1 0 0 0 0,0 0 0 0 0,1 0 0 0 0,-1 0 0 0 0,0 0 0 0 0,1 0 0 0 0,-1 0 0 0 0,1 0 0 0 0,1 4 0 0 0,-1-5-101 0 0,0-1 0 0 0,0 1 0 0 0,1 0 0 0 0,-1 0 1 0 0,0-1-1 0 0,1 1 0 0 0,-1 0 0 0 0,0-1 0 0 0,1 0 0 0 0,-1 1 0 0 0,1-1 1 0 0,-1 0-1 0 0,1 1 0 0 0,-1-1 0 0 0,0 0 0 0 0,1 0 0 0 0,-1 0 0 0 0,1-1 1 0 0,-1 1-1 0 0,1 0 0 0 0,-1 0 0 0 0,1-1 0 0 0,-1 1 0 0 0,0-1 0 0 0,1 1 0 0 0,-1-1 1 0 0,0 0-1 0 0,1 1 0 0 0,-1-1 0 0 0,0 0 0 0 0,0 0 0 0 0,2-2 0 0 0,4-1 23 0 0,-1 0-1 0 0,-1-1 0 0 0,1 0 0 0 0,-1 0 0 0 0,7-8 0 0 0,1-9 14 0 0,0-2 0 0 0,-1 0-1 0 0,-2 0 1 0 0,0-1 0 0 0,-2 0 0 0 0,11-51-1 0 0,4-10 372 0 0,-15 25 1811 0 0,-9 61-2233 0 0,1 0-1 0 0,0 0 1 0 0,0-1 0 0 0,0 1 0 0 0,-1 0 0 0 0,1 0 0 0 0,0 0 0 0 0,0 0-1 0 0,-1-1 1 0 0,1 1 0 0 0,0 0 0 0 0,0 0 0 0 0,-1 0 0 0 0,1 0 0 0 0,0 0 0 0 0,0 0-1 0 0,-1 0 1 0 0,1 0 0 0 0,0 0 0 0 0,0 0 0 0 0,-1 0 0 0 0,1 0 0 0 0,0 0-1 0 0,0 0 1 0 0,-1 0 0 0 0,1 0 0 0 0,0 0 0 0 0,-1 0 0 0 0,1 1 0 0 0,0-1-1 0 0,0 0 1 0 0,0 0 0 0 0,-1 0 0 0 0,1 0 0 0 0,0 0 0 0 0,0 1 0 0 0,0-1-1 0 0,-1 0 1 0 0,1 0 0 0 0,0 0 0 0 0,0 1 0 0 0,0-1 0 0 0,0 0 0 0 0,-1 0 0 0 0,1 1-1 0 0,0-1 1 0 0,0 0 0 0 0,0 0 0 0 0,0 1 0 0 0,0-1 0 0 0,-13 13 328 0 0,3 3-179 0 0,1 0 0 0 0,1 0 0 0 0,0 1 1 0 0,1 0-1 0 0,1 1 0 0 0,1 0 1 0 0,0-1-1 0 0,1 2 0 0 0,1-1 0 0 0,1 0 1 0 0,0 35-1 0 0,3-35-1315 0 0,0 0 0 0 0,7 31-1 0 0,-5-35-1037 0 0,1-1-1 0 0,0 0 0 0 0,13 24 0 0 0,-8-22-1374 0 0</inkml:trace>
</inkml:ink>
</file>

<file path=ppt/ink/ink8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08:02.5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296 1 1004 0 0,'0'0'5089'0'0,"18"12"-360"0"0,-16-8-4463 0 0,-1 1 1 0 0,0-1 0 0 0,0 1-1 0 0,0-1 1 0 0,-1 1 0 0 0,0 0-1 0 0,0-1 1 0 0,0 1 0 0 0,0-1-1 0 0,-1 1 1 0 0,0 0-1 0 0,0-1 1 0 0,0 1 0 0 0,0-1-1 0 0,-1 0 1 0 0,1 1 0 0 0,-1-1-1 0 0,0 0 1 0 0,-1 0 0 0 0,-3 5-1 0 0,-6 9-440 0 0,-2 0 0 0 0,-28 30 0 0 0,33-38 100 0 0,-18 16-1441 0 0,-1 0 0 0 0,-45 31 0 0 0,21-19-2988 0 0,10-4 690 0 0</inkml:trace>
</inkml:ink>
</file>

<file path=ppt/ink/ink8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08:04.6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 15 532 0 0,'0'-1'333'0'0,"0"0"-1"0"0,-1 1 1 0 0,1-1-1 0 0,-1 0 1 0 0,1 0 0 0 0,-1 0-1 0 0,1 0 1 0 0,-1 0-1 0 0,0 0 1 0 0,0 1 0 0 0,1-1-1 0 0,-1 0 1 0 0,0 1-1 0 0,0-1 1 0 0,0 0 0 0 0,0 1-1 0 0,0-1 1 0 0,-1 1-1 0 0,-6 9 2160 0 0,2 36-1281 0 0,6 7-396 0 0,2 0 0 0 0,16 98 1 0 0,2 3-95 0 0,-20-148-790 0 0,1 25-282 0 0,-1-29 182 0 0,0 0 0 0 0,0 0 0 0 0,0 0 0 0 0,0 0 1 0 0,0 0-1 0 0,-1 0 0 0 0,1 0 0 0 0,0 0 0 0 0,0 0 0 0 0,-1-1 1 0 0,1 1-1 0 0,-1 0 0 0 0,1 0 0 0 0,-1 0 0 0 0,1 0 0 0 0,-1-1 1 0 0,1 1-1 0 0,-1 0 0 0 0,0-1 0 0 0,1 1 0 0 0,-1 0 1 0 0,0-1-1 0 0,-1 2 0 0 0,-19-14-7036 0 0</inkml:trace>
</inkml:ink>
</file>

<file path=ppt/ink/ink8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08:05.4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23 449 252 0 0,'-1'-1'125'0'0,"0"1"0"0"0,0 0 0 0 0,0 0 0 0 0,0 0 0 0 0,0 0 0 0 0,0-1 0 0 0,0 1 0 0 0,0 0-1 0 0,0-1 1 0 0,0 1 0 0 0,1-1 0 0 0,-1 1 0 0 0,0-1 0 0 0,0 1 0 0 0,0-1 0 0 0,0 0 0 0 0,1 0 0 0 0,-1 1 0 0 0,0-1 0 0 0,1 0 0 0 0,-1 0 0 0 0,0 0 0 0 0,1 1 0 0 0,-1-1-1 0 0,1 0 1 0 0,0 0 0 0 0,-1-1 0 0 0,2 0-47 0 0,0 1 0 0 0,0 0-1 0 0,0 0 1 0 0,0 0 0 0 0,0 0-1 0 0,0 1 1 0 0,0-1 0 0 0,0 0-1 0 0,0 0 1 0 0,1 1 0 0 0,-1-1 0 0 0,0 1-1 0 0,1-1 1 0 0,-1 1 0 0 0,0-1-1 0 0,3 1 1 0 0,73-14 335 0 0,-71 13-226 0 0,30-4 7 0 0,203-27 731 0 0,267-71 0 0 0,-487 99-879 0 0,0-2 1 0 0,0-1-1 0 0,-1 0 1 0 0,0-2 0 0 0,0 0-1 0 0,24-17 1 0 0,-38 24-5 0 0,-1-1 0 0 0,1 1 0 0 0,-1-1 0 0 0,0 0 0 0 0,0 0 0 0 0,0 0 0 0 0,-1-1 0 0 0,1 1-1 0 0,-1-1 1 0 0,1 0 0 0 0,-1 1 0 0 0,0-1 0 0 0,0 0 0 0 0,-1 0 0 0 0,1 0 0 0 0,-1 0 0 0 0,0-1 0 0 0,0 1 0 0 0,-1 0 0 0 0,1 0 0 0 0,-1-1 0 0 0,0 1 0 0 0,0 0 0 0 0,0-1 0 0 0,-1 1 0 0 0,1 0 0 0 0,-1 0 0 0 0,0-1 0 0 0,0 1 0 0 0,-1 0 0 0 0,1 0 0 0 0,-1 0 0 0 0,0 0 0 0 0,0 0 0 0 0,-5-6 0 0 0,4 5 66 0 0,-2 0 1 0 0,1 0 0 0 0,0 1 0 0 0,-1 0 0 0 0,0-1 0 0 0,0 1 0 0 0,0 1 0 0 0,-1-1-1 0 0,-7-3 1 0 0,3 2 47 0 0,10 4-146 0 0,-1 1 1 0 0,0 0-1 0 0,0 0 0 0 0,0 0 0 0 0,0-1 0 0 0,0 1 0 0 0,0 0 1 0 0,0 0-1 0 0,0 1 0 0 0,0-1 0 0 0,0 0 0 0 0,0 0 0 0 0,0 0 1 0 0,0 1-1 0 0,0-1 0 0 0,0 0 0 0 0,0 1 0 0 0,0-1 0 0 0,0 1 0 0 0,0-1 1 0 0,0 1-1 0 0,1 0 0 0 0,-1-1 0 0 0,0 1 0 0 0,0 0 0 0 0,1-1 1 0 0,-1 1-1 0 0,0 0 0 0 0,1 0 0 0 0,-1 0 0 0 0,1 0 0 0 0,-1-1 1 0 0,1 1-1 0 0,0 0 0 0 0,-1 0 0 0 0,1 0 0 0 0,0 0 0 0 0,-1 0 0 0 0,1 0 1 0 0,0 0-1 0 0,0 1 0 0 0,-11 42 252 0 0,6 5 92 0 0,3 1-1 0 0,1 0 0 0 0,10 81 1 0 0,-3-69-163 0 0,-1 0-35 0 0,4 96 252 0 0,-8-151-393 0 0,-1 0 0 0 0,1 0 1 0 0,0 1-1 0 0,1-1 0 0 0,-1 0 0 0 0,4 7 1 0 0,-3 1 45 0 0,-1-8 11 0 0,3-23-37 0 0,-2 7-36 0 0,-2 7 3 0 0,0-1 0 0 0,0 1 0 0 0,0 0 0 0 0,1 0 0 0 0,-1 0 0 0 0,1 0 0 0 0,-1 0 0 0 0,1 0 0 0 0,0 0 0 0 0,0 0 0 0 0,0 0 0 0 0,0 0 0 0 0,0 0-1 0 0,0 0 1 0 0,1 1 0 0 0,-1-1 0 0 0,1 0 0 0 0,-1 1 0 0 0,1 0 0 0 0,3-3 0 0 0,-2-1-6 0 0,-3 5 3 0 0,0-1 0 0 0,1 0 0 0 0,-1 1 0 0 0,0-1 0 0 0,0 1 0 0 0,1-1 0 0 0,-1 1 0 0 0,0-1 0 0 0,1 1 0 0 0,-1-1 0 0 0,1 1 0 0 0,-1-1 0 0 0,0 1 0 0 0,1-1 0 0 0,-1 1 0 0 0,1 0-1 0 0,-1-1 1 0 0,1 1 0 0 0,-1 0 0 0 0,1-1 0 0 0,-1 1 0 0 0,1 0 0 0 0,0 0 0 0 0,-1 0 0 0 0,2-1 0 0 0,3 1-2 0 0,0 1 0 0 0,0-1 0 0 0,0 1 0 0 0,0 0 0 0 0,0 0 1 0 0,0 1-1 0 0,9 3 0 0 0,7 1 0 0 0,16 0-1 0 0,0-2 0 0 0,56 0 1 0 0,-75-5 4 0 0,-1 0-1 0 0,1-1 1 0 0,-1-1 0 0 0,1 0 0 0 0,-1-2 0 0 0,-1 0-1 0 0,26-11 1 0 0,-38 15 8 0 0,0-1-1 0 0,-1 0 0 0 0,1 0 1 0 0,-1 0-1 0 0,1-1 1 0 0,-1 1-1 0 0,0-1 0 0 0,0 0 1 0 0,0 0-1 0 0,0 0 0 0 0,0 0 1 0 0,-1 0-1 0 0,1-1 1 0 0,-1 1-1 0 0,0-1 0 0 0,0 1 1 0 0,0-1-1 0 0,-1 0 0 0 0,1 0 1 0 0,-1 0-1 0 0,0 0 1 0 0,0 0-1 0 0,0 0 0 0 0,-1 0 1 0 0,1 0-1 0 0,-1 0 1 0 0,0 0-1 0 0,0-1 0 0 0,-1 1 1 0 0,1 0-1 0 0,-1 0 0 0 0,0 0 1 0 0,0 0-1 0 0,0 0 1 0 0,-1 0-1 0 0,1 0 0 0 0,-1 1 1 0 0,0-1-1 0 0,0 0 0 0 0,0 1 1 0 0,-1-1-1 0 0,1 1 1 0 0,-6-6-1 0 0,7 8 19 0 0,-3 3 17 0 0,4-2-41 0 0,-1 0-1 0 0,0 0 1 0 0,1 0-1 0 0,-1 0 0 0 0,0 1 1 0 0,1-1-1 0 0,-1 0 1 0 0,0 0-1 0 0,1 1 0 0 0,-1-1 1 0 0,1 0-1 0 0,-1 1 0 0 0,0-1 1 0 0,1 1-1 0 0,-1-1 1 0 0,1 1-1 0 0,-1-1 0 0 0,1 1 1 0 0,-1-1-1 0 0,1 1 0 0 0,0-1 1 0 0,-1 1-1 0 0,1 0 1 0 0,0-1-1 0 0,-1 1 0 0 0,1-1 1 0 0,0 1-1 0 0,0 0 0 0 0,-1-1 1 0 0,1 1-1 0 0,0 0 1 0 0,0 1-1 0 0,2 8-146 0 0,0 0-1 0 0,1 1 1 0 0,0-1-1 0 0,0-1 1 0 0,1 1-1 0 0,1 0 1 0 0,-1-1 0 0 0,2 0-1 0 0,-1 0 1 0 0,1 0-1 0 0,8 8 1 0 0,-8-10-895 0 0,2 1-1 0 0,-1-1 1 0 0,1 0-1 0 0,-1-1 1 0 0,2 0 0 0 0,16 10-1 0 0,-1-8-2009 0 0</inkml:trace>
</inkml:ink>
</file>

<file path=ppt/ink/ink8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08:05.8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41 756 0 0,'8'1'466'0'0,"1"0"0"0"0,0 0 0 0 0,-1 1 0 0 0,1 0 1 0 0,-1 1-1 0 0,0 0 0 0 0,0 0 0 0 0,0 1 0 0 0,0 0 0 0 0,0 0 0 0 0,-1 0 0 0 0,0 1 0 0 0,0 1 0 0 0,0-1 0 0 0,-1 1 1 0 0,7 7-1 0 0,-7-7-275 0 0,0 1 0 0 0,0 0 0 0 0,0 1 0 0 0,-1-1 0 0 0,0 1 0 0 0,-1 0 0 0 0,1 1 0 0 0,-2-1 0 0 0,1 1 0 0 0,-1-1 0 0 0,0 1 0 0 0,-1 0 0 0 0,0 0 0 0 0,-1 0 0 0 0,1 10 0 0 0,-6-3 388 0 0,-5-15-100 0 0,7-2-451 0 0,1 0 0 0 0,0 0 0 0 0,0 0 0 0 0,0 0 0 0 0,0 0-1 0 0,0 0 1 0 0,0 0 0 0 0,0-1 0 0 0,0 1 0 0 0,1 0 0 0 0,-1 0 0 0 0,0-1 0 0 0,1 1 0 0 0,-1-1-1 0 0,1 1 1 0 0,0 0 0 0 0,-1-1 0 0 0,1 1 0 0 0,0-2 0 0 0,0-7 30 0 0,0 0 1 0 0,2 0 0 0 0,-1 1-1 0 0,1-1 1 0 0,0 0-1 0 0,1 1 1 0 0,0 0-1 0 0,1 0 1 0 0,0 0-1 0 0,0 0 1 0 0,1 0 0 0 0,0 1-1 0 0,11-15 1 0 0,-10 15-203 0 0,1-1 1 0 0,0 1 0 0 0,0 1 0 0 0,1-1-1 0 0,0 1 1 0 0,0 1 0 0 0,0 0-1 0 0,1 0 1 0 0,0 0 0 0 0,0 1 0 0 0,1 0-1 0 0,18-6 1 0 0,-20 10-486 0 0,1 0-1 0 0,0 1 1 0 0,0 0-1 0 0,0 0 1 0 0,10 2-1 0 0,1 0-2932 0 0,-6-2 764 0 0</inkml:trace>
</inkml:ink>
</file>

<file path=ppt/ink/ink8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08:06.9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210 44 60 0 0,'5'-20'5966'0'0,"-7"18"-5755"0"0,1 0 0 0 0,0 0 0 0 0,-1 1 0 0 0,1-1 1 0 0,-1 1-1 0 0,1-1 0 0 0,-1 1 0 0 0,0 0 0 0 0,1-1 0 0 0,-1 1 0 0 0,0 0 1 0 0,0 0-1 0 0,0 0 0 0 0,0 1 0 0 0,0-1 0 0 0,0 0 0 0 0,0 1 0 0 0,0-1 1 0 0,0 1-1 0 0,-4 0 0 0 0,1 0-40 0 0,0 0 0 0 0,0 1 0 0 0,0-1 0 0 0,0 1 1 0 0,0 1-1 0 0,0-1 0 0 0,0 1 0 0 0,-7 3 0 0 0,-6 4 83 0 0,1 1 0 0 0,0 1 0 0 0,-25 21 0 0 0,39-30-225 0 0,1 1 0 0 0,-1-1 0 0 0,1 1 0 0 0,0 0 0 0 0,0 0-1 0 0,0 0 1 0 0,0 0 0 0 0,1 0 0 0 0,-1 0 0 0 0,1 1 0 0 0,-1-1 0 0 0,1 0 0 0 0,0 1 0 0 0,1-1 0 0 0,-1 1 0 0 0,1-1 0 0 0,-1 1 0 0 0,1 0 0 0 0,0-1-1 0 0,0 1 1 0 0,1 3 0 0 0,-1-5-23 0 0,1 0 0 0 0,-1-1-1 0 0,1 1 1 0 0,-1 0-1 0 0,1-1 1 0 0,0 1-1 0 0,-1-1 1 0 0,1 1 0 0 0,0-1-1 0 0,0 0 1 0 0,0 1-1 0 0,0-1 1 0 0,0 0 0 0 0,1 1-1 0 0,-1-1 1 0 0,0 0-1 0 0,0 0 1 0 0,1 0-1 0 0,-1 0 1 0 0,1 0 0 0 0,-1-1-1 0 0,1 1 1 0 0,-1 0-1 0 0,1-1 1 0 0,-1 1 0 0 0,1-1-1 0 0,0 1 1 0 0,-1-1-1 0 0,1 0 1 0 0,0 0-1 0 0,-1 0 1 0 0,1 0 0 0 0,0 0-1 0 0,-1 0 1 0 0,1 0-1 0 0,0 0 1 0 0,-1-1 0 0 0,1 1-1 0 0,0-1 1 0 0,-1 1-1 0 0,1-1 1 0 0,-1 1 0 0 0,1-1-1 0 0,-1 0 1 0 0,2-1-1 0 0,99-49-224 0 0,-100 50 208 0 0,2 2 6 0 0,0 0 0 0 0,1 0 0 0 0,-1 0 0 0 0,0 1 0 0 0,0-1 0 0 0,0 1 1 0 0,0 0-1 0 0,0 0 0 0 0,6 5 0 0 0,28 11-56 0 0,-31-17 46 0 0,0 0 0 0 0,-1-1 0 0 0,1 0 0 0 0,0 0 0 0 0,0-1 0 0 0,-1 0 0 0 0,1 0 0 0 0,-1-1 0 0 0,1 1 0 0 0,-1-1 0 0 0,1-1 0 0 0,-1 1 0 0 0,0-1 0 0 0,0 0 1 0 0,0-1-1 0 0,-1 1 0 0 0,1-1 0 0 0,-1 0 0 0 0,0-1 0 0 0,0 1 0 0 0,0-1 0 0 0,-1 0 0 0 0,1 0 0 0 0,-1-1 0 0 0,0 1 0 0 0,-1-1 0 0 0,0 0 0 0 0,1 0 0 0 0,2-10 1 0 0,-5 14 6 0 0,5-17 47 0 0,-6 18-38 0 0,0 1 0 0 0,0 0 0 0 0,0-1 1 0 0,0 1-1 0 0,0 0 0 0 0,0-1 0 0 0,0 1 1 0 0,0-1-1 0 0,0 1 0 0 0,0 0 0 0 0,0-1 1 0 0,0 1-1 0 0,0-1 0 0 0,0 1 0 0 0,0 0 1 0 0,0-1-1 0 0,-1 1 0 0 0,1 0 0 0 0,0-1 1 0 0,0 1-1 0 0,0 0 0 0 0,-1-1 0 0 0,1 1 1 0 0,0 0-1 0 0,0-1 0 0 0,-1 1 0 0 0,1 0 0 0 0,0 0 1 0 0,0-1-1 0 0,-1 1 0 0 0,1 0 0 0 0,0 0 1 0 0,-1 0-1 0 0,1-1 0 0 0,0 1 0 0 0,-1 0 1 0 0,1 0-1 0 0,-1 0 0 0 0,1 0 0 0 0,0 0 1 0 0,-1 0-1 0 0,0 0 0 0 0,-2 2-2 0 0,0 0 0 0 0,1 1 0 0 0,-1-1 0 0 0,1 1 0 0 0,-1 0 0 0 0,1 0-1 0 0,0 0 1 0 0,0 0 0 0 0,0 0 0 0 0,0 0 0 0 0,1 1 0 0 0,0-1 0 0 0,-1 0 0 0 0,0 5 0 0 0,1-4-2 0 0,-1 0 1 0 0,1 0 0 0 0,1 0 0 0 0,-1 0 0 0 0,0 0-1 0 0,1 0 1 0 0,0 1 0 0 0,0-1 0 0 0,0 0 0 0 0,1 0-1 0 0,-1 0 1 0 0,1 0 0 0 0,0 0 0 0 0,0 0 0 0 0,0 0-1 0 0,1 0 1 0 0,-1 0 0 0 0,1 0 0 0 0,0-1 0 0 0,0 1 0 0 0,0-1-1 0 0,1 1 1 0 0,-1-1 0 0 0,1 0 0 0 0,0 0 0 0 0,0 0-1 0 0,0 0 1 0 0,0 0 0 0 0,0-1 0 0 0,1 0 0 0 0,-1 1-1 0 0,1-1 1 0 0,0 0 0 0 0,-1-1 0 0 0,1 1 0 0 0,0-1-1 0 0,0 0 1 0 0,0 0 0 0 0,0 0 0 0 0,0 0 0 0 0,0 0-1 0 0,1-1 1 0 0,-1 0 0 0 0,0 0 0 0 0,0 0 0 0 0,0-1 0 0 0,0 1-1 0 0,0-1 1 0 0,0 0 0 0 0,0 0 0 0 0,5-2 0 0 0,10-5 13 0 0,1-2 0 0 0,-1 0 0 0 0,-1-1 0 0 0,0-1 1 0 0,0-1-1 0 0,19-18 0 0 0,1 0 1 0 0,9-6 255 0 0,-46 37-198 0 0,2-2 83 0 0,1 8-122 0 0,3 14 4 0 0,-8 10-16 0 0,0-11 7 0 0,2 0 0 0 0,2 27 1 0 0,-3-45-25 0 0,0 1 0 0 0,0-1 1 0 0,1 0-1 0 0,-1 1 1 0 0,0-1-1 0 0,0 0 0 0 0,1 0 1 0 0,-1 1-1 0 0,1-1 1 0 0,-1 0-1 0 0,1 0 0 0 0,0 1 1 0 0,0-1-1 0 0,-1 0 1 0 0,1 0-1 0 0,0 0 0 0 0,0 0 1 0 0,1 1-1 0 0,5-4 0 0 0,-1 0 0 0 0,1 0 0 0 0,-1 0 0 0 0,0-1 0 0 0,0 0 0 0 0,0-1 0 0 0,-1 1 0 0 0,10-8 0 0 0,-3 3-1 0 0,0 1 34 0 0,-1 1 0 0 0,1 0 1 0 0,0 1-1 0 0,0 0 0 0 0,1 1 0 0 0,0 0 0 0 0,-1 1 1 0 0,1 1-1 0 0,0 0 0 0 0,0 0 0 0 0,0 2 0 0 0,1-1 1 0 0,-1 2-1 0 0,0 0 0 0 0,14 3 0 0 0,-25-4-18 0 0,16 5-387 0 0</inkml:trace>
</inkml:ink>
</file>

<file path=ppt/ink/ink8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08:07.3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 55 972 0 0,'-3'-3'766'0'0,"0"0"0"0"0,1-1 0 0 0,0 0 0 0 0,0 0 0 0 0,0 1 0 0 0,0-1-1 0 0,0 0 1 0 0,1-1 0 0 0,0 1 0 0 0,-1 0 0 0 0,1-6 0 0 0,1 10-738 0 0,0 0 0 0 0,0 1 0 0 0,0-1 0 0 0,0 0 0 0 0,0 0 0 0 0,0 1 0 0 0,1-1-1 0 0,-1 0 1 0 0,0 0 0 0 0,0 0 0 0 0,0 1 0 0 0,0-1 0 0 0,1 0 0 0 0,-1 0 0 0 0,0 0 0 0 0,0 0 0 0 0,0 0 0 0 0,1 1 0 0 0,-1-1 0 0 0,0 0 0 0 0,0 0 0 0 0,1 0 0 0 0,-1 0-1 0 0,0 0 1 0 0,0 0 0 0 0,1 0 0 0 0,-1 0 0 0 0,0 0 0 0 0,0 0 0 0 0,1 0 0 0 0,-1 0 0 0 0,0 0 0 0 0,0 0 0 0 0,1 0 0 0 0,-1 0 0 0 0,0 0 0 0 0,0 0 0 0 0,1 0 0 0 0,-1 0-1 0 0,0-1 1 0 0,0 1 0 0 0,0 0 0 0 0,1 0 0 0 0,-1 0 0 0 0,0 0 0 0 0,0 0 0 0 0,0-1 0 0 0,1 1 0 0 0,-1 0 0 0 0,0 0 0 0 0,0 0 0 0 0,0-1 0 0 0,0 1 0 0 0,0 0 0 0 0,1 0-1 0 0,-1-1 1 0 0,0 1 0 0 0,0 0 0 0 0,0 0 0 0 0,0 0 0 0 0,0-1 0 0 0,0 1 0 0 0,0 0 0 0 0,0-1 0 0 0,0 1 0 0 0,0 0 0 0 0,0-1 0 0 0,12 20-1780 0 0,-10 6-3877 0 0,-2-17 2991 0 0</inkml:trace>
</inkml:ink>
</file>

<file path=ppt/ink/ink8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08:08.2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446 23 180 0 0,'0'0'12979'0'0,"-1"-22"-11376"0"0,2 21-1067 0 0,14 18-283 0 0,-14-14-226 0 0,0 0-1 0 0,-1 0 1 0 0,0 0 0 0 0,0 0-1 0 0,0 0 1 0 0,0 0 0 0 0,0 0 0 0 0,-1 0-1 0 0,1 0 1 0 0,-1 0 0 0 0,0 0 0 0 0,0 0-1 0 0,0 0 1 0 0,0 0 0 0 0,0 0 0 0 0,-1-1-1 0 0,1 1 1 0 0,-1-1 0 0 0,0 1 0 0 0,0-1-1 0 0,-2 4 1 0 0,-9 8 9 0 0,1-1-1 0 0,-21 16 1 0 0,19-17-14 0 0,-178 142-2219 0 0,58-61-5302 0 0,90-64 3799 0 0</inkml:trace>
</inkml:ink>
</file>

<file path=ppt/ink/ink8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08:10.3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140 126 7149 0 0,'-9'-25'418'0'0,"-24"-43"1"0"0,16 35 529 0 0,-4 54-256 0 0,12-1-492 0 0,0 0 1 0 0,2 0 0 0 0,1 1-1 0 0,0 0 1 0 0,2 0-1 0 0,-4 38 1 0 0,5 133 442 0 0,5-108-398 0 0,4-13-829 0 0,-5-66-518 0 0,-1-8-261 0 0,-8-39-1903 0 0,3 25 1144 0 0,1-6 161 0 0</inkml:trace>
</inkml:ink>
</file>

<file path=ppt/ink/ink8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08:11.0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1 386 240 0 0,'0'0'374'0'0,"5"0"17"0"0,107 0 289 0 0,0-4 1 0 0,0-6 0 0 0,180-39 0 0 0,-248 41-548 0 0,0-2 0 0 0,-1-2 0 0 0,0-2 1 0 0,-1-1-1 0 0,53-29 0 0 0,-87 39-27 0 0,0 0 0 0 0,-1-1 1 0 0,0 0-1 0 0,0-1 0 0 0,-1 1 0 0 0,0-1 0 0 0,0-1 0 0 0,0 1 1 0 0,-1-1-1 0 0,0 0 0 0 0,7-16 0 0 0,-10 20-19 0 0,0 0 0 0 0,-1 0 0 0 0,1 0 0 0 0,-1 0-1 0 0,0 0 1 0 0,-1 0 0 0 0,1 0 0 0 0,-1-1 0 0 0,1 1 0 0 0,-1 0 0 0 0,0 0-1 0 0,-1-1 1 0 0,1 1 0 0 0,-1 0 0 0 0,0 0 0 0 0,0 0 0 0 0,0 0 0 0 0,0 0 0 0 0,-1 0-1 0 0,0 0 1 0 0,0 0 0 0 0,0 0 0 0 0,0 1 0 0 0,0-1 0 0 0,-1 1 0 0 0,0 0 0 0 0,-5-6-1 0 0,8 9-59 0 0,-1-1-1 0 0,1 0 0 0 0,-1 1 0 0 0,0-1 0 0 0,1 1 0 0 0,-1-1 0 0 0,0 1 0 0 0,0 0 0 0 0,1-1 0 0 0,-1 1 1 0 0,0 0-1 0 0,0-1 0 0 0,0 1 0 0 0,1 0 0 0 0,-1 0 0 0 0,0 0 0 0 0,0 0 0 0 0,0 0 0 0 0,1 0 0 0 0,-1 0 1 0 0,0 0-1 0 0,0 0 0 0 0,0 0 0 0 0,0 0 0 0 0,1 0 0 0 0,-1 1 0 0 0,0-1 0 0 0,0 0 0 0 0,0 1 0 0 0,1-1 1 0 0,-1 0-1 0 0,-1 2 0 0 0,-1 0 27 0 0,1 1 1 0 0,0-1 0 0 0,-1 1-1 0 0,1 0 1 0 0,0-1-1 0 0,0 1 1 0 0,0 0-1 0 0,-2 6 1 0 0,-21 66 525 0 0,14-28-315 0 0,2 1 1 0 0,3 0 0 0 0,1 0 0 0 0,3 0 0 0 0,1 1 0 0 0,7 51 0 0 0,-4 28 224 0 0,-3-72-256 0 0,1-48-34 0 0,0 0 0 0 0,0 0 0 0 0,-1-1 1 0 0,-4 17 808 0 0,17-69-666 0 0,-11 44-338 0 0,0 0 0 0 0,0 0 0 0 0,0 0 0 0 0,0 0 0 0 0,0 0-1 0 0,0 0 1 0 0,0 0 0 0 0,0 0 0 0 0,1 1 0 0 0,-1-1 0 0 0,0 0 0 0 0,0 1 0 0 0,1-1 0 0 0,-1 1 0 0 0,0-1 0 0 0,1 1 0 0 0,-1 0 0 0 0,1 0 0 0 0,-1-1 0 0 0,0 1 0 0 0,1 0 0 0 0,-1 0 0 0 0,1 0 0 0 0,-1 1 0 0 0,1-1 0 0 0,-1 0 0 0 0,2 1 0 0 0,41 6 2 0 0,-43-7-5 0 0,32 7-35 0 0,0-1-1 0 0,45 2 0 0 0,-63-8 20 0 0,1 0 0 0 0,-1-1-1 0 0,1 0 1 0 0,-1-2 0 0 0,0 1-1 0 0,0-2 1 0 0,19-6 0 0 0,-31 8 24 0 0,-1 1 1 0 0,1 0 0 0 0,0-1-1 0 0,0 1 1 0 0,-1-1 0 0 0,1 0-1 0 0,-1 0 1 0 0,1 0 0 0 0,-1 0-1 0 0,0-1 1 0 0,0 1 0 0 0,0-1-1 0 0,0 1 1 0 0,-1-1 0 0 0,1 1-1 0 0,0-1 1 0 0,-1 0 0 0 0,0 0-1 0 0,0 0 1 0 0,0 0-1 0 0,0 0 1 0 0,0 0 0 0 0,-1 0-1 0 0,1 0 1 0 0,-1 0 0 0 0,0 0-1 0 0,0 0 1 0 0,0-7 0 0 0,0 10 22 0 0,-4-4 51 0 0,4 6-182 0 0,0 1 1 0 0,1-1-1 0 0,-1 1 0 0 0,1-1 0 0 0,0 1 1 0 0,0-1-1 0 0,0 1 0 0 0,0-1 1 0 0,1 0-1 0 0,-1 0 0 0 0,0 0 0 0 0,1 1 1 0 0,0-1-1 0 0,-1 0 0 0 0,1-1 1 0 0,0 1-1 0 0,0 0 0 0 0,0-1 0 0 0,0 1 1 0 0,0-1-1 0 0,1 1 0 0 0,3 1 1 0 0,4 3-1295 0 0,0-1 1 0 0,1 0 0 0 0,-1-1 0 0 0,15 4 0 0 0,3 0-1947 0 0</inkml:trace>
</inkml:ink>
</file>

<file path=ppt/ink/ink8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08:12.8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83 34 600 0 0,'-5'-31'4642'0'0,"1"29"-1644"0"0,1 16-2271 0 0,-15 201 1636 0 0,7-101-1642 0 0,-16 110 307 0 0,13-165-201 0 0,14-58-248 0 0,2-24-419 0 0,-1 19-144 0 0,1 0 0 0 0,0-1 0 0 0,0 1 1 0 0,0 0-1 0 0,0 0 0 0 0,0 0 1 0 0,1 1-1 0 0,0-1 0 0 0,-1 1 0 0 0,2-1 1 0 0,-1 1-1 0 0,0 0 0 0 0,1 0 0 0 0,-1 0 1 0 0,8-4-1 0 0,0 0 5 0 0,-1 1 0 0 0,1 1 1 0 0,0 0-1 0 0,18-6 0 0 0,-18 8-15 0 0,-1 0-1 0 0,1 1 0 0 0,0 1 1 0 0,0 0-1 0 0,0 0 0 0 0,-1 1 1 0 0,1 0-1 0 0,0 1 1 0 0,19 3-1 0 0,-26-3-5 0 0,0 0 0 0 0,-1 0 0 0 0,1 0 0 0 0,-1 1 0 0 0,1-1 0 0 0,-1 1 0 0 0,1 0 0 0 0,-1 0 0 0 0,0 0 0 0 0,0 0 0 0 0,0 1 0 0 0,0-1 0 0 0,0 1 0 0 0,0 0 0 0 0,-1 0-1 0 0,0 0 1 0 0,1 0 0 0 0,-1 0 0 0 0,0 0 0 0 0,0 1 0 0 0,-1-1 0 0 0,1 1 0 0 0,-1-1 0 0 0,1 1 0 0 0,-1 0 0 0 0,-1-1 0 0 0,1 1 0 0 0,0 0 0 0 0,-1 0 0 0 0,0 0 0 0 0,0 4 0 0 0,0-4 1 0 0,-1 1 0 0 0,0-1 0 0 0,0 1 1 0 0,0-1-1 0 0,0 0 0 0 0,-1 0 0 0 0,0 1 0 0 0,0-1 0 0 0,0 0 1 0 0,0-1-1 0 0,-1 1 0 0 0,0 0 0 0 0,1-1 0 0 0,-1 1 0 0 0,-1-1 0 0 0,1 0 1 0 0,0 0-1 0 0,-1 0 0 0 0,1 0 0 0 0,-1-1 0 0 0,-8 4 0 0 0,-6 5 8 0 0,-1-2-1 0 0,-1-1 1 0 0,-23 8-1 0 0,22-10-35 0 0,0-1-1 0 0,0-1 1 0 0,0-1 0 0 0,-36 2-1 0 0,57-6-18 0 0,0 1 0 0 0,0 0-1 0 0,0 0 1 0 0,1 0 0 0 0,-1 0 0 0 0,0-1-1 0 0,0 1 1 0 0,0 0 0 0 0,1 0 0 0 0,-1-1 0 0 0,0 1-1 0 0,0 0 1 0 0,0 0 0 0 0,0-1 0 0 0,0 1-1 0 0,0 0 1 0 0,0 0 0 0 0,0-1 0 0 0,0 1 0 0 0,1 0-1 0 0,-1 0 1 0 0,0-1 0 0 0,0 1 0 0 0,0 0-1 0 0,-1-1 1 0 0,1 1 0 0 0,0 0 0 0 0,0 0 0 0 0,0-1-1 0 0,0 1 1 0 0,0 0 0 0 0,0 0 0 0 0,0-1-1 0 0,0 1 1 0 0,0 0 0 0 0,-1 0 0 0 0,1-1-1 0 0,0 1 1 0 0,0 0 0 0 0,0 0 0 0 0,0 0 0 0 0,-1-1-1 0 0,1 1 1 0 0,0 0 0 0 0,0 0 0 0 0,-1 0-1 0 0,1 0 1 0 0,0 0 0 0 0,0-1 0 0 0,-1 1 0 0 0,1 0-1 0 0,0 0 1 0 0,0 0 0 0 0,-1 0 0 0 0,1 0-1 0 0,0 0 1 0 0,0 0 0 0 0,-1 0 0 0 0,1 0 0 0 0,0 0-1 0 0,-1 0 1 0 0,19-13-1300 0 0,-18 13 1309 0 0,39-24-5283 0 0,-11 9 2271 0 0</inkml:trace>
</inkml:ink>
</file>

<file path=ppt/ink/ink8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08:13.2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10 153 180 0 0,'10'0'5873'0'0,"33"-6"-4414"0"0,-32 2-1135 0 0,0-1 1 0 0,0 0-1 0 0,-1-1 0 0 0,1 0 1 0 0,12-10-1 0 0,-20 14-250 0 0,0 0-1 0 0,-1-1 1 0 0,1 1-1 0 0,0-1 1 0 0,-1 0 0 0 0,0 0-1 0 0,0 0 1 0 0,0 0-1 0 0,0 0 1 0 0,0 0 0 0 0,0 0-1 0 0,-1-1 1 0 0,0 1-1 0 0,1 0 1 0 0,-1-1-1 0 0,-1 0 1 0 0,1 1 0 0 0,0-1-1 0 0,-1 1 1 0 0,0-1-1 0 0,0-7 1 0 0,0 10-57 0 0,0 0 0 0 0,0 0 0 0 0,-1-1 0 0 0,1 1 0 0 0,0 0 0 0 0,-1 0 0 0 0,1 0 0 0 0,0-1 1 0 0,-1 1-1 0 0,0 0 0 0 0,1 0 0 0 0,-1 0 0 0 0,0 0 0 0 0,1 0 0 0 0,-1 0 0 0 0,0 0 0 0 0,0 0 0 0 0,0 0 0 0 0,0 1 0 0 0,0-1 0 0 0,0 0 0 0 0,0 0 0 0 0,0 1 0 0 0,0-1 0 0 0,0 1 1 0 0,-2-1-1 0 0,-1 0 4 0 0,1 1 0 0 0,0-1 1 0 0,0 1-1 0 0,-1 0 1 0 0,1 0-1 0 0,0 0 0 0 0,0 0 1 0 0,-1 1-1 0 0,1 0 0 0 0,-4 1 1 0 0,-2 0 8 0 0,1 1-1 0 0,-1 1 1 0 0,1-1 0 0 0,0 1 0 0 0,0 1-1 0 0,-14 10 1 0 0,18-12-16 0 0,0 1 0 0 0,0-1 1 0 0,1 1-1 0 0,0 0 0 0 0,-1 0 0 0 0,1 0 0 0 0,1 0 1 0 0,-1 1-1 0 0,1-1 0 0 0,0 1 0 0 0,0-1 0 0 0,0 1 1 0 0,0 0-1 0 0,-1 8 0 0 0,3-10-7 0 0,0 0-1 0 0,0 0 1 0 0,1 0 0 0 0,-1 0-1 0 0,1 0 1 0 0,-1 0 0 0 0,1 0-1 0 0,0 0 1 0 0,0-1 0 0 0,1 1-1 0 0,-1 0 1 0 0,0-1 0 0 0,1 1 0 0 0,0 0-1 0 0,-1-1 1 0 0,1 0 0 0 0,0 1-1 0 0,0-1 1 0 0,1 0 0 0 0,-1 0-1 0 0,0 0 1 0 0,1 0 0 0 0,-1-1-1 0 0,1 1 1 0 0,-1-1 0 0 0,4 2-1 0 0,8 4-86 0 0,1 0-1 0 0,0-1 0 0 0,1 0 0 0 0,-1-1 0 0 0,1-1 0 0 0,0 0 0 0 0,0-2 0 0 0,0 0 0 0 0,23 1 0 0 0,-9-4-1435 0 0,0-1-1 0 0,0-1 0 0 0,0-2 1 0 0,33-9-1 0 0,-46 9-725 0 0</inkml:trace>
</inkml:ink>
</file>

<file path=ppt/ink/ink8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08:14.4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139 557 468 0 0,'1'-5'1233'0'0,"0"0"-1"0"0,-1 0 1 0 0,1 0-1 0 0,-1 0 1 0 0,-1 0 0 0 0,0-10-1 0 0,-6 17-1074 0 0,1 0-1 0 0,0 0 1 0 0,0 1-1 0 0,0 0 1 0 0,0 0-1 0 0,0 0 1 0 0,0 1-1 0 0,1-1 1 0 0,0 1-1 0 0,-8 8 1 0 0,2-2 114 0 0,0 0 0 0 0,1 1 1 0 0,-17 24-1 0 0,26-34-256 0 0,0-1-1 0 0,1 1 0 0 0,-1 0 0 0 0,0 0 0 0 0,1 0 0 0 0,-1 0 0 0 0,1 0 0 0 0,-1 0 1 0 0,1 0-1 0 0,-1 0 0 0 0,1 0 0 0 0,-1 0 0 0 0,1 0 0 0 0,0 0 0 0 0,0 0 1 0 0,0 0-1 0 0,-1 1 0 0 0,1-1 0 0 0,0 0 0 0 0,0 0 0 0 0,1 0 0 0 0,-1 0 0 0 0,0 0 1 0 0,0 0-1 0 0,0 0 0 0 0,1 0 0 0 0,-1 0 0 0 0,1 2 0 0 0,1-2-3 0 0,-1 0 0 0 0,1 0 0 0 0,-1-1-1 0 0,1 1 1 0 0,-1-1 0 0 0,1 1 0 0 0,0-1 0 0 0,-1 1-1 0 0,1-1 1 0 0,0 0 0 0 0,-1 0 0 0 0,1 0 0 0 0,-1 0-1 0 0,1 0 1 0 0,0 0 0 0 0,2-1 0 0 0,5-1-14 0 0,0 0 1 0 0,0 0 0 0 0,0-1-1 0 0,0 0 1 0 0,0 0-1 0 0,8-6 1 0 0,40-16-184 0 0,-56 24 162 0 0,47 30-41 0 0,-36-27 19 0 0,0-1 0 0 0,0 0 0 0 0,0-1 0 0 0,0 0 0 0 0,1-1 0 0 0,-1 0-1 0 0,0-1 1 0 0,-1 0 0 0 0,1-1 0 0 0,0-1 0 0 0,-1 0 0 0 0,20-9 0 0 0,-21 8 53 0 0,1 0 1 0 0,-2-1-1 0 0,1 0 1 0 0,-1 0-1 0 0,1-1 1 0 0,-2-1-1 0 0,1 1 1 0 0,-1-1-1 0 0,0-1 1 0 0,-1 0-1 0 0,0 0 1 0 0,0 0 0 0 0,9-19-1 0 0,-10 15 360 0 0,-3 4 662 0 0,-6 22-796 0 0,3-13-233 0 0,-2 5 12 0 0,0 1 1 0 0,0-1 0 0 0,0 1-1 0 0,1 0 1 0 0,0-1-1 0 0,0 1 1 0 0,1 0-1 0 0,0 0 1 0 0,0 0 0 0 0,0-1-1 0 0,0 1 1 0 0,1 0-1 0 0,2 10 1 0 0,-2-15-7 0 0,-1 0 1 0 0,1 0-1 0 0,-1 0 0 0 0,1 0 1 0 0,0 0-1 0 0,0 1 0 0 0,-1-1 1 0 0,1-1-1 0 0,0 1 1 0 0,0 0-1 0 0,0 0 0 0 0,0 0 1 0 0,0 0-1 0 0,0-1 0 0 0,0 1 1 0 0,0 0-1 0 0,0-1 0 0 0,0 1 1 0 0,1-1-1 0 0,-1 1 1 0 0,0-1-1 0 0,0 0 0 0 0,2 1 1 0 0,0-1 1 0 0,0 0 1 0 0,0 0-1 0 0,0 0 1 0 0,1-1-1 0 0,-1 1 1 0 0,0-1-1 0 0,0 1 1 0 0,0-1-1 0 0,4-2 1 0 0,8-4 11 0 0,0 0 0 0 0,26-19 0 0 0,-26 17-7 0 0,-13 7-16 0 0,-1 1 0 0 0,1 0 1 0 0,0-1-1 0 0,0 1 1 0 0,1 0-1 0 0,-1 0 1 0 0,0 0-1 0 0,0 0 1 0 0,0 0-1 0 0,1 1 0 0 0,-1-1 1 0 0,0 1-1 0 0,1-1 1 0 0,-1 1-1 0 0,1 0 1 0 0,-1 0-1 0 0,0 0 0 0 0,1 0 1 0 0,-1 0-1 0 0,1 1 1 0 0,-1-1-1 0 0,0 1 1 0 0,1-1-1 0 0,-1 1 1 0 0,0 0-1 0 0,0 0 0 0 0,3 2 1 0 0,3 0 16 0 0,5 0-3 0 0,-1 0 0 0 0,1 0 0 0 0,0-1-1 0 0,0-1 1 0 0,0 0 0 0 0,0-1 0 0 0,0-1 0 0 0,-1 1 0 0 0,1-2 0 0 0,0 0 0 0 0,0-1-1 0 0,-1 0 1 0 0,1 0 0 0 0,-1-2 0 0 0,0 1 0 0 0,0-2 0 0 0,-1 0 0 0 0,1 0 0 0 0,-1-1-1 0 0,0 0 1 0 0,-1-1 0 0 0,0 0 0 0 0,0 0 0 0 0,-1-1 0 0 0,0-1 0 0 0,-1 0-1 0 0,0 0 1 0 0,0 0 0 0 0,-1-1 0 0 0,7-14 0 0 0,-1-5 72 0 0,-1-1 0 0 0,-2 0 0 0 0,-1-1 0 0 0,-1 0 1 0 0,5-55-1 0 0,-12 75-63 0 0,0 0 1 0 0,-1 1-1 0 0,0-1 1 0 0,-1 0-1 0 0,0 1 1 0 0,-1-1-1 0 0,0 1 1 0 0,-1 0 0 0 0,-6-16-1 0 0,9 27-21 0 0,-1 0 0 0 0,1-1 1 0 0,-1 1-1 0 0,0 0 0 0 0,1 0 0 0 0,-1-1 0 0 0,1 1 1 0 0,-1 0-1 0 0,0 0 0 0 0,1 0 0 0 0,-1 0 0 0 0,1 0 0 0 0,-1 0 1 0 0,0 0-1 0 0,1 0 0 0 0,-1 0 0 0 0,1 0 0 0 0,-1 0 1 0 0,0 1-1 0 0,1-1 0 0 0,-1 0 0 0 0,1 0 0 0 0,-1 0 1 0 0,1 1-1 0 0,-1-1 0 0 0,1 0 0 0 0,-1 1 0 0 0,1-1 1 0 0,-1 1-1 0 0,1-1 0 0 0,-1 0 0 0 0,1 1 0 0 0,-1-1 0 0 0,1 1 1 0 0,0-1-1 0 0,-1 1 0 0 0,1-1 0 0 0,-1 2 0 0 0,-14 19 8 0 0,7-9-4 0 0,1 1 0 0 0,0 0 0 0 0,1 0 1 0 0,1 0-1 0 0,0 1 0 0 0,0 0 0 0 0,2 0 0 0 0,0 0 1 0 0,0 1-1 0 0,1-1 0 0 0,1 1 0 0 0,1-1 0 0 0,0 1 1 0 0,1-1-1 0 0,0 1 0 0 0,1-1 0 0 0,1 1 0 0 0,0-1 1 0 0,1 0-1 0 0,0 0 0 0 0,1-1 0 0 0,1 1 1 0 0,0-1-1 0 0,1 0 0 0 0,0 0 0 0 0,1-1 0 0 0,1 0 1 0 0,0-1-1 0 0,0 0 0 0 0,1 0 0 0 0,17 14 0 0 0,-22-22 43 0 0,-1 1-1 0 0,0-1 1 0 0,1 0 0 0 0,0-1-1 0 0,0 1 1 0 0,0-1-1 0 0,0 0 1 0 0,0-1-1 0 0,0 1 1 0 0,0-1-1 0 0,1 0 1 0 0,-1 0-1 0 0,1 0 1 0 0,-1-1-1 0 0,0 0 1 0 0,1 0 0 0 0,-1 0-1 0 0,1-1 1 0 0,-1 0-1 0 0,0 0 1 0 0,1 0-1 0 0,-1 0 1 0 0,0-1-1 0 0,10-5 1 0 0,-6 3 2007 0 0,-3 2-5609 0 0</inkml:trace>
</inkml:ink>
</file>

<file path=ppt/ink/ink8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08:14.8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97 468 0 0,'4'-9'1407'0'0,"0"0"-1"0"0,0-1 0 0 0,0 0 1 0 0,-1 1-1 0 0,-1-1 1 0 0,0 0-1 0 0,1-14 1 0 0,-2 18-4546 0 0,-4 17-494 0 0,-2-3 849 0 0</inkml:trace>
</inkml:ink>
</file>

<file path=ppt/ink/ink8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08:15.1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20 796 0 0,'4'-3'760'0'0,"-4"-3"-92"0"0,4 1-56 0 0,5 3 412 0 0,10 1-612 0 0,-9-1-80 0 0,7 4-172 0 0,3 1-116 0 0,-5-1-164 0 0,10 7-172 0 0,-4-4-132 0 0,0-4-240 0 0,6 10-720 0 0,0-6 324 0 0</inkml:trace>
</inkml:ink>
</file>

<file path=ppt/ink/ink8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08:15.8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280 362 4 0 0,'42'-40'5676'0'0,"0"-8"-3672"0"0,-35 38-1856 0 0,1-1 0 0 0,-2 1 0 0 0,1-1 0 0 0,-2 0 0 0 0,1-1-1 0 0,-2 1 1 0 0,1-1 0 0 0,4-21 0 0 0,-3-2 513 0 0,-1 0 1 0 0,0-46-1 0 0,-5 80-443 0 0,-15 12-5 0 0,8-2-130 0 0,0 1 0 0 0,1 1-1 0 0,0-1 1 0 0,0 1 0 0 0,1 0 0 0 0,1 0-1 0 0,0 1 1 0 0,-3 15 0 0 0,-1-2 56 0 0,-47 157 816 0 0,-52 298 0 0 0,100-430-841 0 0,-3 0 0 0 0,-2-1 1 0 0,-31 80-1 0 0,43-127-109 0 0,-1 1 1 0 0,0-1-1 0 0,0 0 1 0 0,1 0 0 0 0,-2 0-1 0 0,1 0 1 0 0,0 0 0 0 0,0 0-1 0 0,-1 0 1 0 0,1-1-1 0 0,-1 1 1 0 0,1 0 0 0 0,-1-1-1 0 0,0 1 1 0 0,0-1-1 0 0,0 1 1 0 0,0-1 0 0 0,0 0-1 0 0,0 0 1 0 0,0 0-1 0 0,0 0 1 0 0,0 0 0 0 0,0-1-1 0 0,0 1 1 0 0,-1-1-1 0 0,1 1 1 0 0,0-1 0 0 0,-1 0-1 0 0,1 0 1 0 0,0 0 0 0 0,0 0-1 0 0,-1 0 1 0 0,1 0-1 0 0,0-1 1 0 0,-1 1 0 0 0,1-1-1 0 0,0 1 1 0 0,-3-2-1 0 0,1-1-8 0 0,0 1 0 0 0,1 0-1 0 0,-1-1 1 0 0,1 0-1 0 0,0 0 1 0 0,-1 0 0 0 0,1 0-1 0 0,1 0 1 0 0,-1-1-1 0 0,0 1 1 0 0,1-1 0 0 0,0 0-1 0 0,0 1 1 0 0,0-1-1 0 0,0 0 1 0 0,0-1 0 0 0,1 1-1 0 0,0 0 1 0 0,-2-8-1 0 0,2 4-35 0 0,1-1-1 0 0,0 0 0 0 0,0 1 1 0 0,0-1-1 0 0,1 1 0 0 0,0-1 0 0 0,1 1 1 0 0,0-1-1 0 0,0 1 0 0 0,1 0 1 0 0,0 0-1 0 0,6-12 0 0 0,-1 7-35 0 0,0 1-1 0 0,1 0 1 0 0,0 0 0 0 0,0 1-1 0 0,1 0 1 0 0,19-16 0 0 0,9-1-102 0 0,0 2 0 0 0,1 1 0 0 0,67-30 0 0 0,-60 31 418 0 0,-1-1 0 0 0,55-43 0 0 0,-87 62 407 0 0,-11 17-339 0 0,2 15-212 0 0,12-13-26 0 0,-15-13-38 0 0,17-3-28 0 0,12-5-82 0 0,-1 1 0 0 0,37-4 0 0 0,20-4-175 0 0,-76 12 287 0 0,-1 0-1 0 0,0 0 1 0 0,-1-1 0 0 0,1 0 0 0 0,0-1 0 0 0,-1 0 0 0 0,0 0 0 0 0,-1-1-1 0 0,1 0 1 0 0,-1 0 0 0 0,0-1 0 0 0,0 1 0 0 0,-1-2 0 0 0,0 1 0 0 0,0-1-1 0 0,-1 0 1 0 0,0 0 0 0 0,0 0 0 0 0,-1-1 0 0 0,0 1 0 0 0,0-1 0 0 0,-1 0-1 0 0,-1-1 1 0 0,1 1 0 0 0,-1 0 0 0 0,-1-1 0 0 0,0 1 0 0 0,0-1 0 0 0,-1 1-1 0 0,0-1 1 0 0,-1 0 0 0 0,0 1 0 0 0,0-1 0 0 0,-1 1 0 0 0,0 0 0 0 0,-1 0-1 0 0,0-1 1 0 0,-6-12 0 0 0,9 22-14 0 0,-1-1 0 0 0,1 0 0 0 0,-1 0 1 0 0,1 1-1 0 0,-1-1 0 0 0,1 0 0 0 0,-1 1 0 0 0,1-1 0 0 0,-1 0 0 0 0,1 1 0 0 0,-1-1 1 0 0,0 1-1 0 0,1-1 0 0 0,-1 1 0 0 0,0-1 0 0 0,0 1 0 0 0,1 0 0 0 0,-1-1 0 0 0,0 1 1 0 0,0 0-1 0 0,0 0 0 0 0,0-1 0 0 0,1 1 0 0 0,-1 0 0 0 0,0 0 0 0 0,0 0 0 0 0,0 0 0 0 0,0 0 1 0 0,1 0-1 0 0,-3 1 0 0 0,0 0 9 0 0,1 0 1 0 0,-1 0-1 0 0,1 0 0 0 0,-1 1 1 0 0,1-1-1 0 0,0 1 0 0 0,0-1 1 0 0,-1 1-1 0 0,-3 4 0 0 0,0 1 18 0 0,0 1 0 0 0,0-1 0 0 0,0 1 0 0 0,1 0 0 0 0,-5 11 0 0 0,3-2-192 0 0,2 0 1 0 0,0 1 0 0 0,1 0-1 0 0,1-1 1 0 0,0 1 0 0 0,2 1-1 0 0,0-1 1 0 0,2 19-1 0 0,0-21-1443 0 0,0 0-1 0 0,2 0 0 0 0,0 0 1 0 0,1-1-1 0 0,8 24 0 0 0,-1-16-1939 0 0</inkml:trace>
</inkml:ink>
</file>

<file path=ppt/ink/ink8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08:16.3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485 78 572 0 0,'1'-3'248'0'0,"-1"0"-1"0"0,-1 0 1 0 0,1 0-1 0 0,0 0 1 0 0,-1 1 0 0 0,0-1-1 0 0,1 0 1 0 0,-1 0-1 0 0,0 0 1 0 0,-1 1-1 0 0,1-1 1 0 0,0 0 0 0 0,-1 1-1 0 0,1-1 1 0 0,-1 1-1 0 0,0 0 1 0 0,0-1-1 0 0,0 1 1 0 0,0 0 0 0 0,0 0-1 0 0,0 0 1 0 0,-5-2-1 0 0,2 1-45 0 0,0 1 1 0 0,0 0-1 0 0,-1 0 0 0 0,1 0 0 0 0,-1 1 0 0 0,0-1 0 0 0,0 1 0 0 0,1 0 1 0 0,-1 1-1 0 0,0 0 0 0 0,-7 0 0 0 0,5 0-86 0 0,-1 1 1 0 0,0 0-1 0 0,0 0 1 0 0,0 1-1 0 0,1 0 1 0 0,-1 0-1 0 0,1 1 1 0 0,0 0-1 0 0,-1 1 0 0 0,1 0 1 0 0,1 0-1 0 0,-1 0 1 0 0,1 1-1 0 0,0 1 1 0 0,-11 8-1 0 0,15-9-73 0 0,0 0-1 0 0,0 1 1 0 0,0-1 0 0 0,1 0-1 0 0,0 1 1 0 0,0 0-1 0 0,0-1 1 0 0,1 1 0 0 0,0 0-1 0 0,0 0 1 0 0,0 0 0 0 0,1 0-1 0 0,0 0 1 0 0,0-1 0 0 0,0 1-1 0 0,1 0 1 0 0,0 0-1 0 0,2 9 1 0 0,5 12 72 0 0,1-1-1 0 0,23 48 1 0 0,-2-3-3 0 0,-23-46-90 0 0,-1 0-1 0 0,-1 1 0 0 0,-1-1 1 0 0,-1 1-1 0 0,-2 0 1 0 0,0 0-1 0 0,-2 0 1 0 0,-1 0-1 0 0,-1 0 1 0 0,-7 29-1 0 0,6-45-15 0 0,1 0 0 0 0,-2 0 1 0 0,1 0-1 0 0,-1-1 0 0 0,-1 1 0 0 0,1-1 0 0 0,-2 0 1 0 0,1-1-1 0 0,-1 0 0 0 0,-1 0 0 0 0,1 0 0 0 0,-1-1 1 0 0,0 0-1 0 0,-14 8 0 0 0,16-11-1 0 0,1 0 0 0 0,-1-1 0 0 0,0 0 0 0 0,0 0 0 0 0,0 0 0 0 0,0-1 1 0 0,0 0-1 0 0,-1 0 0 0 0,1-1 0 0 0,0 1 0 0 0,-1-1 0 0 0,0-1 0 0 0,1 0 0 0 0,-1 1 0 0 0,1-2 0 0 0,-1 1 0 0 0,0-1 1 0 0,1 0-1 0 0,0 0 0 0 0,-1-1 0 0 0,1 0 0 0 0,0 0 0 0 0,-1-1 0 0 0,-7-4 0 0 0,11 5 0 0 0,0 1-1 0 0,0-1 1 0 0,1 0-1 0 0,-1-1 1 0 0,1 1-1 0 0,0 0 1 0 0,-1-1-1 0 0,1 1 0 0 0,0-1 1 0 0,0 1-1 0 0,1-1 1 0 0,-1 0-1 0 0,0 0 1 0 0,1 0-1 0 0,0 0 1 0 0,0 0-1 0 0,0 0 1 0 0,-1-6-1 0 0,1 4 1 0 0,1-1-1 0 0,0 1 1 0 0,0 0-1 0 0,1-1 1 0 0,0 1-1 0 0,0-1 1 0 0,0 1-1 0 0,0 0 1 0 0,1 0-1 0 0,3-7 0 0 0,2-5-22 0 0,2 2 0 0 0,0-1 0 0 0,1 1-1 0 0,1 1 1 0 0,21-24 0 0 0,0 6-453 0 0,1 1 0 0 0,2 1 0 0 0,53-34 0 0 0,55-18-5438 0 0,-103 63 3372 0 0</inkml:trace>
</inkml:ink>
</file>

<file path=ppt/ink/ink8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08:16.9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273 61 156 0 0,'0'-1'245'0'0,"1"-1"0"0"0,-1 0 0 0 0,1 0 0 0 0,-1 0 0 0 0,1 0 0 0 0,-1 0 0 0 0,0 0 0 0 0,0 0 0 0 0,0 0 0 0 0,0 0 0 0 0,0 0 0 0 0,-1 1 0 0 0,1-1 0 0 0,-1 0 0 0 0,1 0 0 0 0,-1 0 0 0 0,1 0 0 0 0,-1 0 0 0 0,0 1 0 0 0,0-1 0 0 0,0 0 0 0 0,0 1 0 0 0,0-1 0 0 0,0 1 0 0 0,-1-1 0 0 0,-2-2 0 0 0,1 2-48 0 0,0 1 0 0 0,-1 0 0 0 0,1 0 0 0 0,-1 0 0 0 0,1 0 0 0 0,-1 0 0 0 0,1 0 0 0 0,-1 1 0 0 0,1 0 0 0 0,-1 0 0 0 0,1 0 0 0 0,-1 0 0 0 0,-5 1 0 0 0,-13 4 307 0 0,0 0-1 0 0,0 1 1 0 0,-31 13 0 0 0,47-17-404 0 0,1-1 1 0 0,-1 1-1 0 0,1 1 1 0 0,0-1-1 0 0,0 1 0 0 0,0 0 1 0 0,0 0-1 0 0,0 0 1 0 0,0 1-1 0 0,1-1 1 0 0,0 1-1 0 0,-1 0 1 0 0,2 1-1 0 0,-1-1 1 0 0,0 1-1 0 0,1-1 0 0 0,-5 9 1 0 0,8-12-92 0 0,0 0 0 0 0,1 0 1 0 0,-1 0-1 0 0,0 0 0 0 0,0 0 0 0 0,0-1 1 0 0,1 1-1 0 0,-1 0 0 0 0,1 0 1 0 0,-1 0-1 0 0,0-1 0 0 0,1 1 0 0 0,-1 0 1 0 0,1-1-1 0 0,0 1 0 0 0,-1 0 0 0 0,1-1 1 0 0,-1 1-1 0 0,1-1 0 0 0,0 1 0 0 0,0-1 1 0 0,-1 1-1 0 0,1-1 0 0 0,0 1 0 0 0,0-1 1 0 0,-1 0-1 0 0,1 1 0 0 0,0-1 0 0 0,0 0 1 0 0,0 0-1 0 0,0 0 0 0 0,0 0 1 0 0,-1 0-1 0 0,1 1 0 0 0,1-2 0 0 0,29 6 133 0 0,4-8-40 0 0,-28 1-98 0 0,0 1 0 0 0,0 0 0 0 0,0 0 0 0 0,0 1 0 0 0,0 0 0 0 0,12 1 0 0 0,-18-1-5 0 0,0 0-1 0 0,0 0 1 0 0,-1 1 0 0 0,1-1 0 0 0,0 0 0 0 0,0 0 0 0 0,0 1 0 0 0,-1-1 0 0 0,1 1 0 0 0,0-1 0 0 0,-1 0 0 0 0,1 1 0 0 0,0-1 0 0 0,-1 1 0 0 0,1 0 0 0 0,0-1 0 0 0,-1 1-1 0 0,1-1 1 0 0,-1 1 0 0 0,1 0 0 0 0,-1-1 0 0 0,1 1 0 0 0,-1 0 0 0 0,0 0 0 0 0,1 1 0 0 0,4 27-6 0 0,-5-27 5 0 0,0 1 1 0 0,0-1-1 0 0,0 0 1 0 0,0 1-1 0 0,0-1 1 0 0,0 0-1 0 0,0 1 1 0 0,1-1-1 0 0,0 0 1 0 0,-1 0-1 0 0,1 1 1 0 0,0-1-1 0 0,0 0 1 0 0,0 0-1 0 0,0 0 1 0 0,0 0-1 0 0,1 0 1 0 0,-1 0 0 0 0,1 0-1 0 0,-1-1 1 0 0,1 1-1 0 0,-1 0 1 0 0,1-1-1 0 0,0 1 1 0 0,0-1-1 0 0,0 0 1 0 0,0 1-1 0 0,4 1 1 0 0,-2-3-2 0 0,0 0 0 0 0,1 0 0 0 0,-1 0 1 0 0,0 0-1 0 0,0 0 0 0 0,0-1 0 0 0,0 0 1 0 0,0 0-1 0 0,0 0 0 0 0,0 0 0 0 0,6-4 0 0 0,46-24 1 0 0,-33 17-6 0 0,-14 7 3 0 0,0 0-11 0 0,0 0 1 0 0,0 0-1 0 0,1 1 1 0 0,0 0 0 0 0,0 1-1 0 0,0 0 1 0 0,0 1 0 0 0,19-3-1 0 0,-26 6-164 0 0,1 0 0 0 0,-1 0 1 0 0,0 1-1 0 0,0-1 0 0 0,0 1 0 0 0,0 0 0 0 0,0 0 0 0 0,0 0 0 0 0,0 0 0 0 0,0 0 1 0 0,-1 1-1 0 0,1-1 0 0 0,-1 1 0 0 0,0-1 0 0 0,3 5 0 0 0,18 16-5906 0 0,-13-19 3427 0 0</inkml:trace>
</inkml:ink>
</file>

<file path=ppt/ink/ink8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08:17.3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165 275 200 0 0,'0'0'177'0'0,"-1"-1"0"0"0,1 0 0 0 0,-1 1 0 0 0,0-1 0 0 0,1 1 0 0 0,-1-1 1 0 0,0 0-1 0 0,1 1 0 0 0,-1-1 0 0 0,0 1 0 0 0,0 0 0 0 0,0-1 0 0 0,1 1 0 0 0,-1 0 0 0 0,0-1 0 0 0,0 1 0 0 0,0 0 0 0 0,0 0 0 0 0,0 0 0 0 0,0 0 0 0 0,0 0 1 0 0,1 0-1 0 0,-1 0 0 0 0,0 0 0 0 0,0 0 0 0 0,0 0 0 0 0,-1 1 0 0 0,-1-1 95 0 0,0 1-1 0 0,0 0 1 0 0,0 0-1 0 0,0 1 1 0 0,0-1-1 0 0,0 0 1 0 0,1 1-1 0 0,-1 0 1 0 0,-2 2 0 0 0,3-4-207 0 0,1 1 1 0 0,-1 0 0 0 0,1 0 0 0 0,0 0-1 0 0,0 0 1 0 0,-1 0 0 0 0,1 0 0 0 0,0 1-1 0 0,0-1 1 0 0,0 0 0 0 0,0 0 0 0 0,0 1 0 0 0,1-1-1 0 0,-1 1 1 0 0,0-1 0 0 0,1 1 0 0 0,-1-1-1 0 0,1 1 1 0 0,-1-1 0 0 0,1 1 0 0 0,0-1-1 0 0,-1 1 1 0 0,1 0 0 0 0,0-1 0 0 0,0 1 0 0 0,0-1-1 0 0,0 1 1 0 0,1 0 0 0 0,-1-1 0 0 0,0 1-1 0 0,1-1 1 0 0,-1 1 0 0 0,1-1 0 0 0,-1 1-1 0 0,1-1 1 0 0,0 1 0 0 0,0-1 0 0 0,0 1 0 0 0,0-1-1 0 0,0 0 1 0 0,0 0 0 0 0,1 2 0 0 0,0-2-12 0 0,0 1 0 0 0,0-1 0 0 0,0 0 0 0 0,0 0 1 0 0,0 0-1 0 0,0 0 0 0 0,0 0 0 0 0,0 0 0 0 0,1-1 1 0 0,-1 1-1 0 0,0-1 0 0 0,1 1 0 0 0,-1-1 0 0 0,0 0 0 0 0,0 0 1 0 0,1 0-1 0 0,-1 0 0 0 0,0 0 0 0 0,1-1 0 0 0,-1 1 1 0 0,0-1-1 0 0,1 1 0 0 0,-1-1 0 0 0,0 0 0 0 0,0 0 1 0 0,0 0-1 0 0,0 0 0 0 0,0 0 0 0 0,0-1 0 0 0,0 1 1 0 0,0 0-1 0 0,0-1 0 0 0,-1 0 0 0 0,1 1 0 0 0,2-4 0 0 0,0 1 57 0 0,0-1 0 0 0,0 0-1 0 0,0 0 1 0 0,0 0-1 0 0,-1 0 1 0 0,0-1-1 0 0,0 1 1 0 0,0-1-1 0 0,-1 0 1 0 0,0 0-1 0 0,0 0 1 0 0,2-9-1 0 0,-4 3-8 0 0,0 0 0 0 0,0-1-1 0 0,-2 1 1 0 0,1 0 0 0 0,-1 0 0 0 0,-1 0-1 0 0,0 0 1 0 0,-1 1 0 0 0,0-1-1 0 0,-1 1 1 0 0,-9-16 0 0 0,11 20-128 0 0,-1 0 0 0 0,0 1 1 0 0,-1 0-1 0 0,0-1 0 0 0,0 2 0 0 0,0-1 1 0 0,0 0-1 0 0,-1 1 0 0 0,0 0 0 0 0,0 1 1 0 0,-1-1-1 0 0,1 1 0 0 0,-1 0 0 0 0,0 1 0 0 0,0-1 1 0 0,0 2-1 0 0,0-1 0 0 0,-1 1 0 0 0,-8-2 1 0 0,13 3-135 0 0,1 1 0 0 0,-1 0 0 0 0,0 0-1 0 0,1 0 1 0 0,-1 1 0 0 0,0-1 0 0 0,1 0 0 0 0,-1 1 0 0 0,1 0 0 0 0,-1 0 0 0 0,1 0 0 0 0,-1 0 0 0 0,1 0 0 0 0,-3 1 0 0 0,4-1-270 0 0,-1 0 0 0 0,1 0 0 0 0,0 1-1 0 0,0-1 1 0 0,0 0 0 0 0,-1 0 0 0 0,1 1 0 0 0,0-1 0 0 0,1 0 0 0 0,-1 1-1 0 0,0-1 1 0 0,0 1 0 0 0,1-1 0 0 0,-1 1 0 0 0,0 1 0 0 0,0 5-2670 0 0</inkml:trace>
</inkml:ink>
</file>

<file path=ppt/ink/ink8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08:17.9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1 145 168 0 0,'28'-12'2874'0'0,"-8"4"-1240"0"0,-1 0 0 0 0,31-20 1 0 0,-45 25-1406 0 0,-1 0 1 0 0,0 0 0 0 0,0 0 0 0 0,0-1-1 0 0,0 1 1 0 0,-1-1 0 0 0,1 0-1 0 0,-1 0 1 0 0,0 0 0 0 0,-1-1 0 0 0,1 1-1 0 0,0-1 1 0 0,-1 1 0 0 0,0-1-1 0 0,0 0 1 0 0,1-7 0 0 0,-3 12-206 0 0,0-1 1 0 0,0 1 0 0 0,1 0-1 0 0,-1-1 1 0 0,0 1-1 0 0,0-1 1 0 0,0 1-1 0 0,0 0 1 0 0,0-1 0 0 0,0 1-1 0 0,0-1 1 0 0,0 1-1 0 0,0 0 1 0 0,0-1 0 0 0,0 1-1 0 0,0-1 1 0 0,0 1-1 0 0,0 0 1 0 0,-1-1 0 0 0,1 1-1 0 0,0 0 1 0 0,0-1-1 0 0,0 1 1 0 0,0 0 0 0 0,-1-1-1 0 0,1 1 1 0 0,0 0-1 0 0,0-1 1 0 0,-1 1-1 0 0,1 0 1 0 0,0-1 0 0 0,-1 1-1 0 0,1 0 1 0 0,0 0-1 0 0,-1 0 1 0 0,1-1 0 0 0,0 1-1 0 0,-1 0 1 0 0,1 0-1 0 0,0 0 1 0 0,-1 0 0 0 0,-20 5 378 0 0,-16 19-146 0 0,33-21-235 0 0,1 0 0 0 0,0 0 0 0 0,1 0 0 0 0,-1 1 0 0 0,0-1 0 0 0,1 1 0 0 0,0 0 0 0 0,0 0 0 0 0,0 0 0 0 0,0 0 0 0 0,1 0 0 0 0,0 0 0 0 0,-1 0 0 0 0,2 1 0 0 0,-1-1 0 0 0,0 0 0 0 0,1 1 0 0 0,0 8 0 0 0,0-10-23 0 0,1 0-1 0 0,-1-1 0 0 0,1 1 0 0 0,0 0 0 0 0,-1 0 1 0 0,1 0-1 0 0,1-1 0 0 0,-1 1 0 0 0,0-1 0 0 0,1 1 1 0 0,-1-1-1 0 0,1 1 0 0 0,0-1 0 0 0,0 0 0 0 0,0 0 1 0 0,0 0-1 0 0,0 0 0 0 0,0 0 0 0 0,0 0 0 0 0,1 0 1 0 0,-1-1-1 0 0,1 1 0 0 0,-1-1 0 0 0,1 0 0 0 0,0 0 1 0 0,-1 0-1 0 0,1 0 0 0 0,4 1 0 0 0,-3-2-1 0 0,0-1-1 0 0,1 1 1 0 0,-1-1-1 0 0,0 0 1 0 0,0 0-1 0 0,0 0 1 0 0,1-1-1 0 0,-1 0 1 0 0,-1 1-1 0 0,1-1 1 0 0,0-1-1 0 0,0 1 1 0 0,-1 0-1 0 0,4-4 1 0 0,18-8-13 0 0,7-2 5 0 0,43-28 1 0 0,1 0 41 0 0,-75 43-30 0 0,0 0 0 0 0,0 0 0 0 0,0 0-1 0 0,0 0 1 0 0,1 1 0 0 0,-1-1 0 0 0,0 1 0 0 0,0-1-1 0 0,0 1 1 0 0,0-1 0 0 0,1 1 0 0 0,-1-1 0 0 0,0 1-1 0 0,0 0 1 0 0,1 0 0 0 0,-1 0 0 0 0,0 0 0 0 0,1 0-1 0 0,-1 0 1 0 0,0 0 0 0 0,1 0 0 0 0,-1 0 0 0 0,0 1-1 0 0,0-1 1 0 0,1 0 0 0 0,-1 1 0 0 0,0-1 0 0 0,0 1-1 0 0,0 0 1 0 0,0-1 0 0 0,2 2 0 0 0,-1 1 7 0 0,-1 0-1 0 0,0 0 1 0 0,0 1 0 0 0,0-1-1 0 0,-1 0 1 0 0,1 0 0 0 0,-1 0 0 0 0,0 1-1 0 0,0 6 1 0 0,4 23-8 0 0,-4-31 3 0 0,1 0 1 0 0,0 0-1 0 0,0 0 0 0 0,0-1 1 0 0,0 1-1 0 0,0 0 0 0 0,0 0 1 0 0,0-1-1 0 0,1 1 0 0 0,-1 0 1 0 0,1-1-1 0 0,-1 1 0 0 0,1-1 1 0 0,-1 0-1 0 0,1 0 0 0 0,0 1 1 0 0,0-1-1 0 0,0 0 0 0 0,-1 0 1 0 0,1-1-1 0 0,3 2 0 0 0,1 0 13 0 0,1-1-1 0 0,-1 0 1 0 0,1 0 0 0 0,-1-1-1 0 0,1 1 1 0 0,-1-1-1 0 0,8-1 1 0 0,8-2 280 0 0,0-1 0 0 0,0-1 1 0 0,25-9-1 0 0,-39 11-725 0 0,23-6 1942 0 0,-18 11-3834 0 0,-7 10-5416 0 0</inkml:trace>
</inkml:ink>
</file>

<file path=ppt/ink/ink8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08:22.8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67 918 280 0 0,'-56'2'2638'0'0,"54"-2"-2288"0"0,-7 3 1408 0 0,40 2-1611 0 0,1 0 0 0 0,0-3 1 0 0,0 0-1 0 0,34-4 0 0 0,-12 1-52 0 0,984 12 507 0 0,-609-1-521 0 0,-26 13-31 0 0,198 6 26 0 0,-468-26-82 0 0,148-5-24 0 0,-207-3 15 0 0,664-59-48 0 0,753-50-43 0 0,-181 22 162 0 0,-830 55-27 0 0,1304-85 384 0 0,-609 43 101 0 0,321 3 440 0 0,1 34-112 0 0,-478 15-461 0 0,629-65 317 0 0,-1581 87-659 0 0,815-104 931 0 0,-836 101-634 0 0,-1-3 1 0 0,0-1-1 0 0,0-2 1 0 0,47-23 0 0 0,-89 36-284 0 0,0 0 1 0 0,0-1 0 0 0,0 1 0 0 0,0-1 0 0 0,0 0 0 0 0,-1 0 0 0 0,1 0-1 0 0,-1 0 1 0 0,1 0 0 0 0,-1-1 0 0 0,0 1 0 0 0,1-1 0 0 0,-1 0 0 0 0,-1 1-1 0 0,1-1 1 0 0,0 0 0 0 0,-1 0 0 0 0,1 0 0 0 0,-1 0 0 0 0,0-1 0 0 0,0 1-1 0 0,1-6 1 0 0,-7 9-197 0 0,0 0 0 0 0,0 0-1 0 0,0 1 1 0 0,-1 0 0 0 0,1 0 0 0 0,-8 3-1 0 0,3-2-230 0 0,-98 29-6947 0 0,74-19 4188 0 0</inkml:trace>
</inkml:ink>
</file>

<file path=ppt/ink/ink8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08:23.8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186 109 348 0 0,'0'0'132'0'0,"0"-1"-1"0"0,0 0 1 0 0,0 0 0 0 0,1 0-1 0 0,-1 0 1 0 0,0 0-1 0 0,-1 0 1 0 0,1 0 0 0 0,0 0-1 0 0,0 0 1 0 0,0 0 0 0 0,0 0-1 0 0,-1 0 1 0 0,1 0-1 0 0,-1 0 1 0 0,1 0 0 0 0,0 0-1 0 0,-1 0 1 0 0,0 1 0 0 0,0-2-1 0 0,-9 13 1773 0 0,-8 34-767 0 0,-59 205 807 0 0,28-43-329 0 0,45-199-469 0 0,0-11-419 0 0,-3-24-156 0 0,-3-43-332 0 0,9-337 498 0 0,1 405-733 0 0,0-1 0 0 0,0 0-1 0 0,0 1 1 0 0,0-1 0 0 0,0 1 0 0 0,1-1 0 0 0,-1 1 0 0 0,1-1 0 0 0,0 1 0 0 0,0 0-1 0 0,0-1 1 0 0,0 1 0 0 0,0 0 0 0 0,0-1 0 0 0,1 1 0 0 0,-1 0 0 0 0,3-2 0 0 0,-2 3-2 0 0,0 1 1 0 0,0-1 0 0 0,-1 1 0 0 0,1 0 0 0 0,0 0 0 0 0,0 0 0 0 0,0 0 0 0 0,0 0 0 0 0,0 1 0 0 0,0-1 0 0 0,0 0 0 0 0,0 1-1 0 0,0-1 1 0 0,-1 1 0 0 0,1 0 0 0 0,0 0 0 0 0,0 0 0 0 0,-1 0 0 0 0,1 0 0 0 0,-1 0 0 0 0,1 0 0 0 0,-1 0 0 0 0,1 1 0 0 0,1 1 0 0 0,111 92 12 0 0,-78-62-2 0 0,1-2 1 0 0,2-1 0 0 0,51 29 0 0 0,-46-35-14 0 0,74 29 1 0 0,-104-48-1 0 0,-1-1 1 0 0,1 0-1 0 0,0 0 1 0 0,0-2-1 0 0,0 0 0 0 0,0 0 1 0 0,0-1-1 0 0,0-1 0 0 0,1-1 1 0 0,23-3-1 0 0,-32 2 5 0 0,-1 1 0 0 0,1-2 0 0 0,0 1 0 0 0,-1-1 0 0 0,1 0 0 0 0,-1 0 1 0 0,0 0-1 0 0,0-1 0 0 0,0 0 0 0 0,0 0 0 0 0,-1 0 0 0 0,1 0 0 0 0,-1-1 0 0 0,0 0 0 0 0,-1 0 0 0 0,1 0 0 0 0,-1 0 1 0 0,0-1-1 0 0,0 1 0 0 0,-1-1 0 0 0,0 1 0 0 0,1-1 0 0 0,-2 0 0 0 0,3-11 0 0 0,-1-2 22 0 0,0-1 0 0 0,-1 0 0 0 0,-1 1 0 0 0,-1-1 0 0 0,0 0 1 0 0,-6-30-1 0 0,2 22-66 0 0,1 3-322 0 0,-14-48 1 0 0,15 67 131 0 0</inkml:trace>
</inkml:ink>
</file>

<file path=ppt/ink/ink8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08:24.1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56 0 184 0 0,'-4'3'237'0'0,"-1"0"-1"0"0,1 0 1 0 0,0 1-1 0 0,1-1 1 0 0,-1 1-1 0 0,1 0 0 0 0,-1 0 1 0 0,1 0-1 0 0,0 0 1 0 0,1 1-1 0 0,-1-1 1 0 0,1 1-1 0 0,0-1 1 0 0,0 1-1 0 0,0 0 1 0 0,1 0-1 0 0,-1 0 1 0 0,0 5-1 0 0,2-3-65 0 0,0 0-1 0 0,0 0 1 0 0,0 0 0 0 0,1 0-1 0 0,0 0 1 0 0,0 0-1 0 0,1 0 1 0 0,-1 0-1 0 0,2-1 1 0 0,-1 1-1 0 0,1-1 1 0 0,4 8-1 0 0,-3-6-73 0 0,0 0 0 0 0,1-1 0 0 0,0 0 1 0 0,1 0-1 0 0,-1 0 0 0 0,1 0 0 0 0,1-1 0 0 0,-1 0 0 0 0,1-1 0 0 0,0 1 0 0 0,0-1 0 0 0,1 0 0 0 0,-1-1 0 0 0,1 0 1 0 0,0 0-1 0 0,0-1 0 0 0,1 0 0 0 0,-1 0 0 0 0,1-1 0 0 0,-1 0 0 0 0,12 1 0 0 0,-17-3-52 0 0,-1 0 0 0 0,0 0-1 0 0,0 0 1 0 0,1 0 0 0 0,-1 0-1 0 0,0-1 1 0 0,0 1 0 0 0,1-1-1 0 0,-1 0 1 0 0,0 1 0 0 0,0-1-1 0 0,0 0 1 0 0,0 0 0 0 0,0 0-1 0 0,0-1 1 0 0,0 1 0 0 0,0 0-1 0 0,0-1 1 0 0,-1 1 0 0 0,1-1-1 0 0,-1 0 1 0 0,1 0 0 0 0,1-1-1 0 0,-2-1 15 0 0,1 1 0 0 0,-1-1-1 0 0,0 1 1 0 0,0-1-1 0 0,0 0 1 0 0,0 1 0 0 0,-1-1-1 0 0,0 0 1 0 0,0 0-1 0 0,0 1 1 0 0,0-1-1 0 0,-1-7 1 0 0,-2-1 50 0 0,1-1 0 0 0,-2 1-1 0 0,0 0 1 0 0,0 1 0 0 0,-1-1 0 0 0,-1 1 0 0 0,-8-15-1 0 0,6 14-55 0 0,-1-1-35 0 0,0 0 1 0 0,-1 1 0 0 0,-14-14 0 0 0,23 25-319 0 0,0 2-949 0 0,0-1 1127 0 0,1 1 0 0 0,-1-1-1 0 0,0 0 1 0 0,1 1 0 0 0,-1-1-1 0 0,1 1 1 0 0,0-1 0 0 0,-1 1-1 0 0,1-1 1 0 0,-1 1 0 0 0,1-1 0 0 0,0 1-1 0 0,-1-1 1 0 0,1 1 0 0 0,0-1-1 0 0,0 1 1 0 0,-1 0 0 0 0,1-1-1 0 0,0 1 1 0 0,0 0 0 0 0,0-1-1 0 0,0 1 1 0 0,0-1 0 0 0,0 1-1 0 0,0 0 1 0 0,0-1 0 0 0,0 1-1 0 0,0 0 1 0 0,0-1 0 0 0,0 1-1 0 0,0 0 1 0 0,1-1 0 0 0,-1 1 0 0 0,0-1-1 0 0,0 1 1 0 0,1 0 0 0 0,-1-1-1 0 0,0 1 1 0 0,1-1 0 0 0,-1 1-1 0 0,1-1 1 0 0,-1 1 0 0 0,0-1-1 0 0,1 1 1 0 0,-1-1 0 0 0,1 0-1 0 0,0 1 1 0 0,0-1 0 0 0,6 4-2310 0 0</inkml:trace>
</inkml:ink>
</file>

<file path=ppt/ink/ink8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08:24.5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90 444 0 0,'0'6'253'0'0,"1"0"0"0"0,1 0 0 0 0,-1-1-1 0 0,1 1 1 0 0,0 0 0 0 0,0-1 0 0 0,0 1 0 0 0,1-1 0 0 0,0 0-1 0 0,0 0 1 0 0,0 0 0 0 0,1 0 0 0 0,0-1 0 0 0,-1 1 0 0 0,2-1 0 0 0,-1 0-1 0 0,0 0 1 0 0,1-1 0 0 0,0 1 0 0 0,0-1 0 0 0,6 3 0 0 0,-3-1-108 0 0,0 0-1 0 0,0-1 1 0 0,1-1 0 0 0,-1 1 0 0 0,1-1 0 0 0,0 0 0 0 0,0-1 0 0 0,0 0 0 0 0,0-1 0 0 0,1 0 0 0 0,-1 0 0 0 0,18-2 0 0 0,-24 1-89 0 0,-1-1 0 0 0,0 0 0 0 0,0 1 0 0 0,0-1 0 0 0,0 0 0 0 0,0 0 0 0 0,0-1 0 0 0,0 1 0 0 0,-1 0 0 0 0,1-1 0 0 0,0 1 0 0 0,-1-1 0 0 0,1 1 0 0 0,-1-1 0 0 0,1 0 0 0 0,-1 1 1 0 0,0-1-1 0 0,1 0 0 0 0,-1 0 0 0 0,0 0 0 0 0,-1 0 0 0 0,1 0 0 0 0,0 0 0 0 0,0-1 0 0 0,-1 1 0 0 0,1 0 0 0 0,-1 0 0 0 0,0 0 0 0 0,0-1 0 0 0,0 1 0 0 0,0 0 0 0 0,0 0 0 0 0,0 0 0 0 0,-1-3 0 0 0,0-3 69 0 0,0 0 1 0 0,0 0-1 0 0,-1 0 0 0 0,1 0 0 0 0,-2 0 0 0 0,1 1 0 0 0,-1-1 0 0 0,-6-9 0 0 0,8 16-115 0 0,-35-52 566 0 0,33 49-570 0 0,0 1 0 0 0,0 0 0 0 0,0 0 0 0 0,0 0 0 0 0,0 0 0 0 0,0 1 0 0 0,-1-1 1 0 0,0 1-1 0 0,1 0 0 0 0,-1 0 0 0 0,0 0 0 0 0,-6-1 0 0 0,-13 9-1169 0 0,22-6 1033 0 0,1 0-1 0 0,-1 0 1 0 0,1 0-1 0 0,-1 0 1 0 0,1 0-1 0 0,0 1 1 0 0,-1-1-1 0 0,1 0 1 0 0,-1 0-1 0 0,1 0 1 0 0,0 1-1 0 0,-1-1 1 0 0,1 0-1 0 0,-1 0 1 0 0,1 1-1 0 0,0-1 1 0 0,0 0-1 0 0,-1 1 0 0 0,1-1 1 0 0,0 1-1 0 0,-1-1 1 0 0,1 0-1 0 0,0 1 1 0 0,0-1-1 0 0,0 1 1 0 0,0-1-1 0 0,-1 0 1 0 0,1 1-1 0 0,0-1 1 0 0,0 1-1 0 0,0-1 1 0 0,0 1-1 0 0,0-1 1 0 0,0 0-1 0 0,0 1 1 0 0,0-1-1 0 0,0 1 1 0 0,0-1-1 0 0,0 1 1 0 0,0-1-1 0 0,1 1 1 0 0,-1-1-1 0 0,0 0 1 0 0,0 1-1 0 0,0-1 1 0 0,1 1-1 0 0,-1-1 1 0 0,1 1-1 0 0,5 5-2170 0 0</inkml:trace>
</inkml:ink>
</file>

<file path=ppt/ink/ink8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08:24.8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33 172 0 0,'9'9'827'0'0,"1"-1"0"0"0,-1 0-1 0 0,2-1 1 0 0,-1 0 0 0 0,1 0 0 0 0,0-1 0 0 0,15 6-1 0 0,-22-11-733 0 0,1 1 0 0 0,-1-1 0 0 0,1-1 0 0 0,-1 1 0 0 0,1-1 0 0 0,0 0 0 0 0,-1 0 0 0 0,1 0 0 0 0,-1-1 0 0 0,1 1 0 0 0,-1-1 0 0 0,1 0 0 0 0,-1 0 0 0 0,1-1 0 0 0,-1 1 0 0 0,0-1-1 0 0,1 0 1 0 0,-1 0 0 0 0,0-1 0 0 0,-1 1 0 0 0,1-1 0 0 0,6-5 0 0 0,0-1-14 0 0,0 1-1 0 0,0 1 0 0 0,1 0 1 0 0,0 0-1 0 0,1 1 1 0 0,-1 1-1 0 0,1 0 1 0 0,0 0-1 0 0,23-4 1 0 0,-24 7-524 0 0,-1 1 0 0 0,0 0 0 0 0,1 1 0 0 0,-1 0 0 0 0,1 1 0 0 0,-1 0 0 0 0,18 4 0 0 0,-12-2-1885 0 0,1 0 179 0 0</inkml:trace>
</inkml:ink>
</file>

<file path=ppt/ink/ink8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08:25.8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1 514 204 0 0,'13'15'659'0'0,"-1"0"1"0"0,0 1-1 0 0,-1 1 1 0 0,0 0-1 0 0,-2 0 0 0 0,0 1 1 0 0,-1 0-1 0 0,0 1 1 0 0,6 25-1 0 0,-2-8 128 0 0,22 41 1 0 0,-11-33 245 0 0,2-2 1 0 0,50 65-1 0 0,-102-143-772 0 0,1-2-1 0 0,2-1 1 0 0,1-1-1 0 0,2-1 1 0 0,3-1-1 0 0,0-1 1 0 0,3 0 0 0 0,2-1-1 0 0,-8-47 1 0 0,17 66-238 0 0,2-1 1 0 0,0 1 0 0 0,2-1-1 0 0,1 1 1 0 0,0-1 0 0 0,7-29-1 0 0,-4 38-6 0 0,0 0-1 0 0,1 0 0 0 0,1 1 0 0 0,1-1 0 0 0,0 1 0 0 0,1 0 1 0 0,1 1-1 0 0,0 0 0 0 0,17-21 0 0 0,-22 32-14 0 0,0-1-1 0 0,0 1 1 0 0,0 0 0 0 0,0 1-1 0 0,0-1 1 0 0,1 1 0 0 0,0-1-1 0 0,0 2 1 0 0,0-1 0 0 0,0 0-1 0 0,0 1 1 0 0,0 0 0 0 0,0 0-1 0 0,1 1 1 0 0,-1-1 0 0 0,1 1-1 0 0,0 0 1 0 0,-1 1 0 0 0,1-1-1 0 0,0 1 1 0 0,-1 0 0 0 0,1 1-1 0 0,0-1 1 0 0,-1 1 0 0 0,1 0 0 0 0,-1 1-1 0 0,1-1 1 0 0,-1 1 0 0 0,0 0-1 0 0,0 1 1 0 0,1-1 0 0 0,-1 1-1 0 0,8 6 1 0 0,-1-1 0 0 0,0 1-1 0 0,-1 0 1 0 0,-1 0-1 0 0,1 1 1 0 0,-2 0 0 0 0,1 1-1 0 0,-2 0 1 0 0,1 1 0 0 0,-1 0-1 0 0,-1 0 1 0 0,0 0-1 0 0,7 21 1 0 0,-10-22-6 0 0,-1 0 0 0 0,0 1 0 0 0,0 0 0 0 0,-2 0 0 0 0,1 0 0 0 0,-2 0 0 0 0,1 0 0 0 0,-4 24 0 0 0,3-32-2 0 0,-1 1 0 0 0,0-1 0 0 0,0 1 0 0 0,-1-1-1 0 0,1 0 1 0 0,-1 1 0 0 0,0-1 0 0 0,0 0 0 0 0,0 0 0 0 0,-1 0 0 0 0,1 0 0 0 0,-1-1 0 0 0,0 1 0 0 0,0-1-1 0 0,0 0 1 0 0,-1 1 0 0 0,1-1 0 0 0,-1-1 0 0 0,0 1 0 0 0,0-1 0 0 0,1 1 0 0 0,-2-1 0 0 0,1 0 0 0 0,0 0 0 0 0,0-1-1 0 0,-6 2 1 0 0,10-3-6 0 0,-1 1-1 0 0,1-1 1 0 0,-1 0-1 0 0,1 0 1 0 0,-1 0-1 0 0,1 1 1 0 0,-1-1-1 0 0,1 0 1 0 0,-1 0-1 0 0,1 0 1 0 0,-1 0-1 0 0,1 0 1 0 0,-1 0-1 0 0,1 0 1 0 0,-1 0-1 0 0,1 0 1 0 0,-1 0-1 0 0,1 0 1 0 0,-1 0-1 0 0,1 0 1 0 0,-1 0-1 0 0,1-1 1 0 0,-1 1-1 0 0,1 0 1 0 0,-1 0-1 0 0,1-1 1 0 0,-1 1-1 0 0,1 0 1 0 0,0 0-1 0 0,-1-1 1 0 0,7-12-388 0 0,20-13-115 0 0,16-3 30 0 0,1-1 43 0 0,-2-1-1 0 0,46-45 0 0 0,-76 66 393 0 0,-1-1 0 0 0,-1 0 0 0 0,0-1 1 0 0,0 0-1 0 0,-1 0 0 0 0,-1-1 0 0 0,0 0 0 0 0,-1 0 0 0 0,0-1 0 0 0,-1 1 0 0 0,0-1 0 0 0,4-25 0 0 0,-8 29 183 0 0,0 0 0 0 0,0-1-1 0 0,-1 1 1 0 0,-1-1 0 0 0,0 1 0 0 0,0-1 0 0 0,-1 1-1 0 0,-1-1 1 0 0,1 1 0 0 0,-7-14 0 0 0,9 25-116 0 0,0-1 1 0 0,0 0 0 0 0,0 0-1 0 0,0 0 1 0 0,-1 0 0 0 0,1 1-1 0 0,0-1 1 0 0,0 0 0 0 0,0 0-1 0 0,0 0 1 0 0,-1 0 0 0 0,1 0-1 0 0,0 1 1 0 0,0-1-1 0 0,0 0 1 0 0,0 0 0 0 0,-1 0-1 0 0,1 0 1 0 0,0 0 0 0 0,0 0-1 0 0,-1 0 1 0 0,1 0 0 0 0,0 0-1 0 0,0 0 1 0 0,0 0 0 0 0,-1 0-1 0 0,1 0 1 0 0,0 0-1 0 0,0 0 1 0 0,0 0 0 0 0,-1 0-1 0 0,1 0 1 0 0,0 0 0 0 0,0 0-1 0 0,0 0 1 0 0,-1 0 0 0 0,1 0-1 0 0,0 0 1 0 0,0-1 0 0 0,0 1-1 0 0,-1 0 1 0 0,1 0 0 0 0,0 0-1 0 0,0 0 1 0 0,0 0-1 0 0,0-1 1 0 0,0 1 0 0 0,-1 0-1 0 0,1 0 1 0 0,0 0 0 0 0,0-1-1 0 0,0 1 1 0 0,0 0 0 0 0,0 0-1 0 0,0 0 1 0 0,0-1 0 0 0,0 1-1 0 0,0 0 1 0 0,0 0 0 0 0,0 0-1 0 0,0-1 1 0 0,0 1-1 0 0,0 0 1 0 0,0-1 0 0 0,-7 31 314 0 0,3 42-126 0 0,5-29-83 0 0,1 0 1 0 0,3 0 0 0 0,1 0 0 0 0,21 71-1 0 0,1-45 16 0 0,-27-68-129 0 0,0 0 1 0 0,0 0-1 0 0,-1 0 0 0 0,1 0 0 0 0,0 0 1 0 0,0 0-1 0 0,0-1 0 0 0,0 1 0 0 0,0 0 1 0 0,0 0-1 0 0,0-1 0 0 0,0 1 1 0 0,1-1-1 0 0,-1 1 0 0 0,0-1 0 0 0,0 1 1 0 0,0-1-1 0 0,1 0 0 0 0,-1 0 0 0 0,0 1 1 0 0,1-1-1 0 0,-1 0 0 0 0,0 0 1 0 0,0 0-1 0 0,1 0 0 0 0,-1-1 0 0 0,0 1 1 0 0,2-1-1 0 0,42-12 55 0 0,-26 7-18 0 0,-15 5-370 0 0,-1 1-1 0 0,1-1 1 0 0,0 1-1 0 0,1 0 0 0 0,-1 0 1 0 0,0 0-1 0 0,0 0 1 0 0,0 1-1 0 0,0-1 1 0 0,-1 1-1 0 0,1 0 1 0 0,0 0-1 0 0,6 4 1 0 0,-9-5-235 0 0,22-30-2706 0 0,-20 24 3285 0 0,0 0 0 0 0,0 0 0 0 0,0 1 1 0 0,0-1-1 0 0,1 1 0 0 0,0 0 0 0 0,0-1 1 0 0,1 2-1 0 0,-1-1 0 0 0,1 1 0 0 0,0-1 0 0 0,0 1 1 0 0,0 0-1 0 0,1 1 0 0 0,0 0 0 0 0,8-5 1 0 0,-9 7 79 0 0,0-1 1 0 0,0 1-1 0 0,0 0 0 0 0,0 0 1 0 0,0 1-1 0 0,1-1 1 0 0,-1 1-1 0 0,0 0 1 0 0,0 0-1 0 0,0 1 1 0 0,0 0-1 0 0,0 0 0 0 0,0 0 1 0 0,0 0-1 0 0,0 1 1 0 0,0 0-1 0 0,0 0 1 0 0,-1 0-1 0 0,1 1 1 0 0,-1-1-1 0 0,7 5 0 0 0,-6-2-16 0 0,0 0-1 0 0,0 1 1 0 0,0-1-1 0 0,-1 1 1 0 0,6 8-1 0 0,3 5 453 0 0,-13-19-514 0 0,0 0 0 0 0,0 0 0 0 0,1 0 1 0 0,-1 1-1 0 0,0-1 0 0 0,0 0 0 0 0,0 0 1 0 0,0 0-1 0 0,0 0 0 0 0,0 1 0 0 0,0-1 1 0 0,1 0-1 0 0,-1 0 0 0 0,0 0 0 0 0,0 0 1 0 0,0 0-1 0 0,0 0 0 0 0,1 1 0 0 0,-1-1 1 0 0,0 0-1 0 0,0 0 0 0 0,0 0 0 0 0,1 0 0 0 0,-1 0 1 0 0,0 0-1 0 0,0 0 0 0 0,0 0 0 0 0,1 0 1 0 0,-1 0-1 0 0,0 0 0 0 0,0 0 0 0 0,0 0 1 0 0,1 0-1 0 0,-1 0 0 0 0,0 0 0 0 0,0 0 1 0 0,0 0-1 0 0,1 0 0 0 0,-1 0 0 0 0,0-1 1 0 0,0 1-1 0 0,0 0 0 0 0,0 0 0 0 0,1 0 0 0 0,-1 0 1 0 0,0 0-1 0 0,0 0 0 0 0,0-1 0 0 0,0 1 1 0 0,0 0-1 0 0,1 0 0 0 0,-1 0 0 0 0,5-11-152 0 0,1 2 0 0 0,1-1 0 0 0,0 1 0 0 0,0 0 0 0 0,1 0 0 0 0,0 1 0 0 0,0 0 0 0 0,1 0 0 0 0,10-6 0 0 0,-9 7-1096 0 0,1 0 0 0 0,0 1 0 0 0,0 0 0 0 0,20-6 0 0 0,-16 7-988 0 0</inkml:trace>
</inkml:ink>
</file>

<file path=ppt/ink/ink8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08:26.6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203 31 72 0 0,'-39'-30'6060'0'0,"38"29"-5526"0"0,-31 7 1254 0 0,30-6-1688 0 0,-9 7 161 0 0,-1 1 0 0 0,2 0 0 0 0,-1 0 0 0 0,1 1 0 0 0,1 0 0 0 0,0 1 0 0 0,0 0 0 0 0,1 0 0 0 0,0 1 0 0 0,1 0 0 0 0,0 1-1 0 0,-6 12 1 0 0,12-22-240 0 0,1-1 0 0 0,-1 0 0 0 0,1 1 0 0 0,-1-1 0 0 0,1 1-1 0 0,-1-1 1 0 0,1 1 0 0 0,0-1 0 0 0,0 1 0 0 0,0-1 0 0 0,0 1-1 0 0,0-1 1 0 0,0 1 0 0 0,0-1 0 0 0,0 1 0 0 0,1-1 0 0 0,-1 1-1 0 0,0-1 1 0 0,2 3 0 0 0,-1-3-7 0 0,-1-1 0 0 0,1 1-1 0 0,0 0 1 0 0,0-1 0 0 0,0 1 0 0 0,-1-1 0 0 0,1 1-1 0 0,0-1 1 0 0,0 1 0 0 0,0-1 0 0 0,0 0 0 0 0,0 1-1 0 0,0-1 1 0 0,0 0 0 0 0,0 0 0 0 0,0 0-1 0 0,0 0 1 0 0,0 0 0 0 0,0 0 0 0 0,0 0 0 0 0,2 0-1 0 0,2-1 8 0 0,1 0 1 0 0,-1 0-1 0 0,0-1 0 0 0,0 0 0 0 0,1 0 0 0 0,-1 0 0 0 0,-1 0 0 0 0,1-1 0 0 0,5-4 0 0 0,3-3 7 0 0,7-2 42 0 0,-20 14-67 0 0,0 1 0 0 0,1-1 0 0 0,-1 0 1 0 0,0 1-1 0 0,0-1 0 0 0,0 0 1 0 0,0 0-1 0 0,-1 1 0 0 0,1-1 0 0 0,0 0 1 0 0,-1 0-1 0 0,0 1 0 0 0,-1 2 1 0 0,4 39 12 0 0,45-54-75 0 0,118-82-1249 0 0,-165 92 1296 0 0,0 0-1 0 0,0 0 0 0 0,0 1 1 0 0,0-1-1 0 0,0 0 0 0 0,0 0 1 0 0,0 0-1 0 0,0 0 0 0 0,0 0 1 0 0,0 1-1 0 0,0-1 0 0 0,0 0 1 0 0,-1 0-1 0 0,1 0 0 0 0,0 0 1 0 0,0 1-1 0 0,0-1 1 0 0,0 0-1 0 0,1 0 0 0 0,-1 0 1 0 0,0 0-1 0 0,0 0 0 0 0,0 1 1 0 0,0-1-1 0 0,0 0 0 0 0,0 0 1 0 0,0 0-1 0 0,0 0 0 0 0,0 0 1 0 0,0 1-1 0 0,0-1 0 0 0,0 0 1 0 0,0 0-1 0 0,1 0 0 0 0,-1 0 1 0 0,0 0-1 0 0,0 0 0 0 0,0 0 1 0 0,0 1-1 0 0,0-1 0 0 0,0 0 1 0 0,1 0-1 0 0,-1 0 0 0 0,0 0 1 0 0,0 0-1 0 0,0 0 0 0 0,0 0 1 0 0,1 0-1 0 0,-1 0 0 0 0,0 0 1 0 0,0 0-1 0 0,0 0 0 0 0,0 0 1 0 0,0 0-1 0 0,1 0 0 0 0,-1 0 1 0 0,0 0-1 0 0,0 0 0 0 0,-12 21-105 0 0,1-3 3 0 0,11-17 113 0 0,0 0 0 0 0,0 0-1 0 0,0-1 1 0 0,0 1 0 0 0,0 0 0 0 0,0 0 0 0 0,0 0 0 0 0,0 0 0 0 0,0 0 0 0 0,0-1 0 0 0,0 1 0 0 0,1 0 0 0 0,-1 0 0 0 0,0 0 0 0 0,1 0 0 0 0,-1-1 0 0 0,0 1-1 0 0,1 0 1 0 0,-1 0 0 0 0,1-1 0 0 0,-1 1 0 0 0,1 0 0 0 0,0-1 0 0 0,-1 1 0 0 0,1-1 0 0 0,0 1 0 0 0,0 0 0 0 0,30 9-19 0 0,35-8 6 0 0,-62-3 10 0 0,19-1 180 0 0,-1-1 0 0 0,0-1-1 0 0,0 0 1 0 0,0-2 0 0 0,0-1 0 0 0,-1-1 0 0 0,0-1 0 0 0,36-20-1 0 0,-56 29 534 0 0,-7 42 131 0 0,6-39-854 0 0,1 1 1 0 0,-1-1 0 0 0,1 0 0 0 0,0-1-1 0 0,0 1 1 0 0,0 0 0 0 0,0 0 0 0 0,0 0-1 0 0,1 0 1 0 0,-1-1 0 0 0,1 1 0 0 0,0-1-1 0 0,0 1 1 0 0,0-1 0 0 0,0 0 0 0 0,0 0-1 0 0,0 1 1 0 0,5 2 0 0 0,-2-2-751 0 0,0 0 0 0 0,0 1 0 0 0,0-2 0 0 0,0 1 0 0 0,0-1 1 0 0,1 0-1 0 0,-1 0 0 0 0,1 0 0 0 0,7 1 0 0 0,7-1-2494 0 0</inkml:trace>
</inkml:ink>
</file>

<file path=ppt/ink/ink8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08:27.0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40 9537 0 0,'26'-1'1029'0'0,"23"-5"1301"0"0,-47 6-2165 0 0,0-1 0 0 0,0 0 0 0 0,0 0 0 0 0,0 1 0 0 0,0-1 0 0 0,0-1 0 0 0,0 1 0 0 0,-1 0 0 0 0,1 0 0 0 0,0-1 1 0 0,-1 1-1 0 0,1 0 0 0 0,-1-1 0 0 0,0 0 0 0 0,1 1 0 0 0,-1-1 0 0 0,0 0 0 0 0,0 0 0 0 0,0 0 0 0 0,1-2 0 0 0,-2 3-198 0 0,-13-1-1501 0 0,5 3-1597 0 0,-10 2-1283 0 0,2 0 336 0 0</inkml:trace>
</inkml:ink>
</file>

<file path=ppt/ink/ink8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09:13.8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 55 404 0 0,'6'14'4970'0'0,"-5"-14"-4938"0"0,0 0 1 0 0,-1 0 0 0 0,1 0-1 0 0,0 0 1 0 0,0-1-1 0 0,0 1 1 0 0,-1 0 0 0 0,1 0-1 0 0,0 0 1 0 0,-1-1-1 0 0,1 1 1 0 0,0-1 0 0 0,0 1-1 0 0,-1 0 1 0 0,1-1-1 0 0,-1 1 1 0 0,1-1 0 0 0,0 1-1 0 0,-1-1 1 0 0,1 1-1 0 0,-1-1 1 0 0,1 0 0 0 0,-1 1-1 0 0,1-1 1 0 0,-1 0-1 0 0,0 1 1 0 0,1-1 0 0 0,-1 0-1 0 0,0 0 1 0 0,0 1-1 0 0,1-1 1 0 0,-1 0 0 0 0,0 0-1 0 0,0 1 1 0 0,0-1-1 0 0,0 0 1 0 0,0-1 0 0 0,0 1-14 0 0,-2-2 8 0 0,-8-16-287 0 0,6 11-413 0 0,3 7 639 0 0,0-1 0 0 0,0 1 0 0 0,0-1 0 0 0,0 1 0 0 0,0 0 0 0 0,0 0 0 0 0,0 0 0 0 0,-1-1 0 0 0,1 1 0 0 0,0 0 0 0 0,-1 0 0 0 0,1 1 0 0 0,-1-1 0 0 0,-1-1 0 0 0,2 3-80 0 0,1-1 1 0 0,-1 0-1 0 0,0 0 0 0 0,1 1 1 0 0,-1-1-1 0 0,0 0 0 0 0,1 1 1 0 0,-1-1-1 0 0,0 0 1 0 0,1 1-1 0 0,-1-1 0 0 0,1 1 1 0 0,-1 0-1 0 0,1-1 0 0 0,-1 1 1 0 0,1-1-1 0 0,-1 1 0 0 0,1 0 1 0 0,0-1-1 0 0,-1 1 0 0 0,1 0 1 0 0,0-1-1 0 0,-1 1 0 0 0,1 0 1 0 0,0-1-1 0 0,0 1 0 0 0,0 0 1 0 0,0 1-1 0 0,-1 3-970 0 0</inkml:trace>
</inkml:ink>
</file>

<file path=ppt/ink/ink8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09:15.0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 20 92 0 0,'-16'-19'3919'0'0,"15"19"-3821"0"0,1 0 0 0 0,0 0 1 0 0,-1 1-1 0 0,1-1 0 0 0,-1 0 0 0 0,1 1 1 0 0,0-1-1 0 0,0 0 0 0 0,-1 1 0 0 0,1-1 1 0 0,0 1-1 0 0,0-1 0 0 0,-1 1 0 0 0,1-1 1 0 0,0 1-1 0 0,0-1 0 0 0,0 0 0 0 0,0 1 1 0 0,0-1-1 0 0,0 1 0 0 0,0-1 0 0 0,0 1 1 0 0,0-1-1 0 0,0 1 0 0 0,0-1 0 0 0,0 1 1 0 0,0-1-1 0 0,0 1 0 0 0,10 53 1617 0 0,4-10-1411 0 0,-2 0-1 0 0,-2 1 1 0 0,-2 0-1 0 0,-1 0 0 0 0,-3 0 1 0 0,-2 1-1 0 0,-4 53 0 0 0,2-92-528 0 0,-1 1 0 0 0,0 0 0 0 0,0-1 0 0 0,-1 0 0 0 0,0 1 0 0 0,0-1 0 0 0,-1 0 0 0 0,-4 9 0 0 0,5-15-729 0 0,0-1 653 0 0,0 0 0 0 0,1 0 0 0 0,-1-1-1 0 0,0 1 1 0 0,1-1 0 0 0,-1 1 0 0 0,0-1-1 0 0,1 1 1 0 0,-1-1 0 0 0,0 0-1 0 0,1 0 1 0 0,-1 0 0 0 0,-1-1 0 0 0,-7-6-1841 0 0</inkml:trace>
</inkml:ink>
</file>

<file path=ppt/ink/ink8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09:15.8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1 312 356 0 0,'78'-6'1187'0'0,"99"4"0"0"0,-29 2-752 0 0,-6-4-73 0 0,-1-7 1 0 0,0-6 0 0 0,153-38-1 0 0,-293 55-354 0 0,79-26 310 0 0,-75 24-250 0 0,1-1 1 0 0,-1 1-1 0 0,0-1 0 0 0,0 0 1 0 0,0 0-1 0 0,0-1 0 0 0,-1 0 1 0 0,1 1-1 0 0,-1-1 1 0 0,0-1-1 0 0,6-7 0 0 0,-9 10-36 0 0,0 0-1 0 0,0 0 1 0 0,0 0 0 0 0,-1 0-1 0 0,1 0 1 0 0,0-1 0 0 0,-1 1-1 0 0,0 0 1 0 0,1 0-1 0 0,-1 0 1 0 0,0 0 0 0 0,0-1-1 0 0,0 1 1 0 0,-1 0 0 0 0,1 0-1 0 0,0 0 1 0 0,-1 0-1 0 0,1-1 1 0 0,-2-1 0 0 0,0-1 33 0 0,0 0 1 0 0,-1 0-1 0 0,0 1 1 0 0,0-1-1 0 0,0 1 1 0 0,0-1-1 0 0,-8-6 1 0 0,5 5 34 0 0,0 1 0 0 0,0-1 0 0 0,-1 1 0 0 0,1 1 0 0 0,-1-1 0 0 0,-1 1 0 0 0,1 0 0 0 0,-1 1 0 0 0,1-1 0 0 0,-13-2 0 0 0,17 5-65 0 0,0 1 1 0 0,0-1-1 0 0,0 1 1 0 0,0 0-1 0 0,0 0 1 0 0,0 0-1 0 0,1 1 0 0 0,-1-1 1 0 0,0 1-1 0 0,0-1 1 0 0,0 1-1 0 0,0 0 1 0 0,0 0-1 0 0,1 0 0 0 0,-1 0 1 0 0,0 1-1 0 0,1-1 1 0 0,-1 1-1 0 0,1 0 0 0 0,-4 3 1 0 0,3-2 10 0 0,0 1 0 0 0,0 1 0 0 0,0-1 0 0 0,0 0 0 0 0,1 1 0 0 0,-1-1 0 0 0,1 1 0 0 0,0 0 0 0 0,1 0 0 0 0,-3 10 0 0 0,1 5 90 0 0,1 0 0 0 0,0 1 1 0 0,2-1-1 0 0,3 40 0 0 0,63 382 1031 0 0,-47-361-910 0 0,-19-80-162 0 0,14-44 72 0 0,-1-4-174 0 0,-8 36 29 0 0,-5 10-21 0 0,1-1 0 0 0,-1 0 0 0 0,1 0 0 0 0,0 0 0 0 0,0 1 0 0 0,0-1 1 0 0,0 0-1 0 0,0 1 0 0 0,0-1 0 0 0,0 0 0 0 0,0 1 0 0 0,0 0 0 0 0,1-1 0 0 0,-1 1 0 0 0,1 0 0 0 0,-1 0 0 0 0,3-2 0 0 0,-3 3-4 0 0,37 14 1 0 0,-18-4 2 0 0,1-1-1 0 0,0-2 1 0 0,0 0-1 0 0,0 0 1 0 0,1-2-1 0 0,0-1 0 0 0,0-1 1 0 0,0-1-1 0 0,1-1 1 0 0,-1 0-1 0 0,0-2 1 0 0,30-4-1 0 0,-47 4-1 0 0,0-1 0 0 0,0 1 0 0 0,0-1 0 0 0,-1 0 0 0 0,1 0 0 0 0,0 0 0 0 0,-1 0 0 0 0,0-1 0 0 0,1 0-1 0 0,-1 0 1 0 0,0 0 0 0 0,-1 0 0 0 0,1-1 0 0 0,-1 0 0 0 0,1 1 0 0 0,2-6 0 0 0,-4 7 7 0 0,-1 0 0 0 0,0 0 0 0 0,0 0 0 0 0,0-1 0 0 0,0 1 0 0 0,0 0 0 0 0,0 0-1 0 0,0-1 1 0 0,-1 1 0 0 0,0 0 0 0 0,1 0 0 0 0,-1-1 0 0 0,0 1 0 0 0,0-1 0 0 0,0 1 0 0 0,0 0 0 0 0,0-1 0 0 0,-1 1 0 0 0,1 0 0 0 0,-1-1 0 0 0,0 1-1 0 0,1 0 1 0 0,-1 0 0 0 0,0 0 0 0 0,0-1 0 0 0,-1 1 0 0 0,1 0 0 0 0,0 0 0 0 0,-1 1 0 0 0,1-1 0 0 0,-1 0 0 0 0,1 0 0 0 0,-1 1 0 0 0,0-1 0 0 0,0 1-1 0 0,-2-2 1 0 0,-17-7 245 0 0,21 10-243 0 0,0 0 0 0 0,-1 0 0 0 0,1 0 0 0 0,-1 0 0 0 0,1 0 0 0 0,0 0 0 0 0,-1 0 0 0 0,1 1 0 0 0,-1-1 0 0 0,1 0 0 0 0,0 0 0 0 0,-1 0 0 0 0,1 0 0 0 0,0 0 0 0 0,-1 1 0 0 0,1-1 0 0 0,0 0 0 0 0,-1 0 0 0 0,1 1 0 0 0,0-1 0 0 0,-1 0 0 0 0,1 0 0 0 0,0 1 0 0 0,0-1 0 0 0,-1 0 0 0 0,1 1 0 0 0,0-1 0 0 0,0 0 0 0 0,0 1 0 0 0,-1 1 0 0 0,1-1-1 0 0,0 1 1 0 0,0-1-1 0 0,1 1 1 0 0,-1-1-1 0 0,0 1 1 0 0,0-1-1 0 0,1 1 1 0 0,-1-1-1 0 0,1 1 1 0 0,-1-1-1 0 0,1 1 1 0 0,0-1-1 0 0,-1 0 1 0 0,1 1-1 0 0,0-1 1 0 0,0 0-1 0 0,0 1 1 0 0,0-1-1 0 0,0 0 1 0 0,0 0-1 0 0,2 1 1 0 0,13 11-467 0 0,0-1 0 0 0,1 0 0 0 0,0-2 1 0 0,37 17-1 0 0,32 5-4690 0 0,-42-20 2357 0 0</inkml:trace>
</inkml:ink>
</file>

<file path=ppt/ink/ink8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09:16.3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186 145 9733 0 0,'-4'-14'81'0'0,"-1"1"1"0"0,0 0-1 0 0,-1 0 1 0 0,0 0-1 0 0,-1 1 0 0 0,-1 0 1 0 0,-14-17-1 0 0,14 19-83 0 0,-9-6 607 0 0,15 16-581 0 0,1 1 0 0 0,0-1 1 0 0,0 0-1 0 0,0 0 0 0 0,0 1 1 0 0,0-1-1 0 0,0 1 0 0 0,0-1 1 0 0,1 1-1 0 0,-1 0 0 0 0,0-1 1 0 0,0 1-1 0 0,0 0 0 0 0,0-1 1 0 0,1 1-1 0 0,-1 0 0 0 0,0 0 1 0 0,1 0-1 0 0,-1 0 0 0 0,1-1 1 0 0,-1 1-1 0 0,1 0 0 0 0,-1 0 1 0 0,1 0-1 0 0,0 0 0 0 0,-1 2 1 0 0,-8 21 135 0 0,0 0 0 0 0,2 1-1 0 0,1 1 1 0 0,1-1 0 0 0,1 1 0 0 0,-1 41 0 0 0,-6 33 96 0 0,8-73-184 0 0,2-17-13 0 0,0 0 0 0 0,-1 0 0 0 0,0-1 1 0 0,-1 1-1 0 0,-6 16 0 0 0,13-30-52 0 0,0 1 0 0 0,0 0 0 0 0,0 0 0 0 0,1 0-1 0 0,-1 0 1 0 0,1 1 0 0 0,6-3 0 0 0,0 0 0 0 0,9-6-7 0 0,0 2 0 0 0,1 1 0 0 0,0 0 1 0 0,37-8-1 0 0,-46 14-3 0 0,0 0 0 0 0,0 0 1 0 0,0 1-1 0 0,0 1 1 0 0,0 0-1 0 0,0 0 0 0 0,0 1 1 0 0,0 1-1 0 0,-1 0 1 0 0,18 5-1 0 0,-26-6 1 0 0,1 1-1 0 0,-1-1 1 0 0,1 1 0 0 0,-1 0 0 0 0,1-1 0 0 0,-1 2-1 0 0,0-1 1 0 0,0 0 0 0 0,0 0 0 0 0,0 1 0 0 0,0 0-1 0 0,-1 0 1 0 0,1 0 0 0 0,-1 0 0 0 0,0 0-1 0 0,0 0 1 0 0,0 0 0 0 0,0 1 0 0 0,0-1 0 0 0,-1 1-1 0 0,3 6 1 0 0,-4-7 1 0 0,0 0-1 0 0,0 0 0 0 0,0 0 1 0 0,0 0-1 0 0,-1 0 1 0 0,1 0-1 0 0,-1 0 0 0 0,0 0 1 0 0,0 0-1 0 0,0 0 1 0 0,0-1-1 0 0,0 1 0 0 0,-1 0 1 0 0,1-1-1 0 0,-1 1 1 0 0,0-1-1 0 0,1 1 1 0 0,-1-1-1 0 0,0 0 0 0 0,0 0 1 0 0,-1 0-1 0 0,1 0 1 0 0,0 0-1 0 0,-1 0 0 0 0,1 0 1 0 0,-1-1-1 0 0,-4 3 1 0 0,-8 2-46 0 0,0 1 1 0 0,0-2 0 0 0,0 0-1 0 0,-1-1 1 0 0,0 0 0 0 0,1-1-1 0 0,-1-1 1 0 0,0-1 0 0 0,-1 0-1 0 0,1-1 1 0 0,0-1 0 0 0,0 0-1 0 0,-27-6 1 0 0,42 6-119 0 0,0 1 0 0 0,0-1 1 0 0,1 1-1 0 0,-1-1 0 0 0,0 1 1 0 0,1-1-1 0 0,-1 1 0 0 0,1-1 1 0 0,-1 1-1 0 0,1-1 0 0 0,-1 0 1 0 0,1 1-1 0 0,-1-1 0 0 0,1 0 1 0 0,-1 0-1 0 0,1 1 0 0 0,0-1 1 0 0,0 0-1 0 0,-1 0 0 0 0,1 1 1 0 0,0-1-1 0 0,0 0 0 0 0,0 0 0 0 0,0 0 1 0 0,0 0-1 0 0,0 1 0 0 0,0-1 1 0 0,0 0-1 0 0,0 0 0 0 0,0 0 1 0 0,0 1-1 0 0,1-1 0 0 0,-1 0 1 0 0,0 0-1 0 0,1 1 0 0 0,-1-1 1 0 0,0 0-1 0 0,1 0 0 0 0,-1 1 1 0 0,1-1-1 0 0,-1 0 0 0 0,1 1 1 0 0,-1-1-1 0 0,1 1 0 0 0,0-1 0 0 0,0 0 1 0 0,8-9-2646 0 0</inkml:trace>
</inkml:ink>
</file>

<file path=ppt/ink/ink8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09:16.7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37 1 100 0 0,'5'5'462'0'0,"-1"1"0"0"0,0 0 0 0 0,0 0 0 0 0,0 0 0 0 0,-1 1 0 0 0,0-1 0 0 0,0 1 0 0 0,0-1 0 0 0,-1 1 0 0 0,0 0 0 0 0,0 0 0 0 0,-1 0 0 0 0,1 9 0 0 0,1 17 911 0 0,0 47 0 0 0,-3-80-1353 0 0,0 4 63 0 0,0-1 0 0 0,0 0-1 0 0,0 1 1 0 0,-1-1 0 0 0,1 0 0 0 0,-1 1 0 0 0,0-1-1 0 0,0 0 1 0 0,0 0 0 0 0,0 0 0 0 0,-1 0-1 0 0,1 0 1 0 0,-1 0 0 0 0,0 0 0 0 0,-3 4-1 0 0,4-6-242 0 0,-1 1 0 0 0,0-1 0 0 0,0 0 0 0 0,0 0 0 0 0,0 0 0 0 0,0 0 1 0 0,0 0-1 0 0,0 0 0 0 0,0-1 0 0 0,0 1 0 0 0,0-1 0 0 0,0 1 0 0 0,0-1 0 0 0,0 0 0 0 0,-1 0 0 0 0,1 0 0 0 0,0 0 0 0 0,0 0 0 0 0,0 0 0 0 0,-1-1 0 0 0,1 1 0 0 0,0-1 0 0 0,0 1 0 0 0,-4-3 0 0 0,0 0-2363 0 0,0-4 195 0 0</inkml:trace>
</inkml:ink>
</file>

<file path=ppt/ink/ink8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09:17.0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 41 56 0 0,'-9'-21'2601'0'0,"2"3"1228"0"0,9 17-2875 0 0,7 7-1422 0 0,-4 1-130 0 0,-3-1-2583 0 0,3 1 1384 0 0</inkml:trace>
</inkml:ink>
</file>

<file path=ppt/ink/ink8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09:17.4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85 464 0 0,'6'10'778'0'0,"1"0"1"0"0,-1 1-1 0 0,0 0 0 0 0,-1 0 1 0 0,-1 0-1 0 0,0 1 0 0 0,0-1 1 0 0,-1 1-1 0 0,-1 0 0 0 0,2 15 0 0 0,6-56 2730 0 0,3 6-2948 0 0,27-37 0 0 0,-33 52-683 0 0,0-1 1 0 0,0 1-1 0 0,1 0 0 0 0,0 0 0 0 0,1 1 0 0 0,-1 0 0 0 0,1 1 0 0 0,0 0 0 0 0,15-8 0 0 0,-8 8-1247 0 0,-1 1 0 0 0,1 0 0 0 0,-1 2 0 0 0,1-1 0 0 0,28-1 0 0 0,-25 3-998 0 0</inkml:trace>
</inkml:ink>
</file>

<file path=ppt/ink/ink8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09:17.7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39 277 52 0 0,'-11'9'1906'0'0,"-10"8"306"0"0,16-7-1160 0 0,3-4-504 0 0,3 5-6 0 0,-1-9-505 0 0,0-1 1 0 0,1 0-1 0 0,-1 1 1 0 0,1-1-1 0 0,-1 1 1 0 0,1-1-1 0 0,-1 0 0 0 0,1 0 1 0 0,0 1-1 0 0,0-1 1 0 0,0 0-1 0 0,-1 0 1 0 0,1 0-1 0 0,0 0 0 0 0,1 0 1 0 0,-1 0-1 0 0,0 0 1 0 0,0 0-1 0 0,0 0 1 0 0,0-1-1 0 0,1 1 0 0 0,-1 0 1 0 0,0-1-1 0 0,1 1 1 0 0,-1-1-1 0 0,0 1 1 0 0,1-1-1 0 0,-1 0 0 0 0,1 0 1 0 0,-1 1-1 0 0,1-1 1 0 0,-1 0-1 0 0,1 0 1 0 0,-1-1-1 0 0,3 1 1 0 0,-1-1-1 0 0,1 0 1 0 0,0 1 0 0 0,-1-2-1 0 0,1 1 1 0 0,-1 0 0 0 0,1-1-1 0 0,-1 1 1 0 0,0-1 0 0 0,0 0-1 0 0,0 0 1 0 0,0-1 0 0 0,5-3-1 0 0,0-3 0 0 0,-1-1-1 0 0,1 0 0 0 0,-2-1 0 0 0,1 1 0 0 0,-2-1 1 0 0,1 0-1 0 0,-1-1 0 0 0,-1 1 0 0 0,0-1 0 0 0,-1 0 1 0 0,3-18-1 0 0,-1-10 899 0 0,-2-1 1 0 0,-1-43-1 0 0,-2 79-749 0 0,0 5-152 0 0,0-1-1 0 0,0 1 1 0 0,0-1-1 0 0,0 0 0 0 0,0 1 1 0 0,0-1-1 0 0,0 1 1 0 0,0-1-1 0 0,0 1 0 0 0,-1-1 1 0 0,1 1-1 0 0,0-1 1 0 0,0 1-1 0 0,0-1 0 0 0,-1 1 1 0 0,1-1-1 0 0,0 1 1 0 0,-1-1-1 0 0,1 1 0 0 0,0-1 1 0 0,-1 1-1 0 0,1 0 1 0 0,0-1-1 0 0,-1 1 0 0 0,1 0 1 0 0,-1-1-1 0 0,1 1 0 0 0,-1 0 1 0 0,1 0-1 0 0,-1-1 1 0 0,1 1-1 0 0,-1 0 0 0 0,1 0 1 0 0,-1 0-1 0 0,1-1 1 0 0,-1 1-1 0 0,1 0 0 0 0,-1 0 1 0 0,1 0-1 0 0,-1 0 1 0 0,0 0-1 0 0,1 0 0 0 0,-1 0 1 0 0,1 1-1 0 0,-1-1 1 0 0,1 0-1 0 0,-1 0 0 0 0,1 0 1 0 0,-1 0-1 0 0,1 1 1 0 0,-1-1-1 0 0,1 0 0 0 0,-1 0 1 0 0,1 1-1 0 0,-1-1 1 0 0,1 0-1 0 0,0 1 0 0 0,-1-1 1 0 0,1 1-1 0 0,0-1 1 0 0,-1 1-1 0 0,-28 26 853 0 0,24-18-835 0 0,0 0 0 0 0,1 0 0 0 0,0 1-1 0 0,1-1 1 0 0,0 1 0 0 0,1 0 0 0 0,0 0-1 0 0,0 0 1 0 0,1 0 0 0 0,0 0 0 0 0,1 1 0 0 0,0-1-1 0 0,3 15 1 0 0,-1-6-347 0 0,2 1 0 0 0,0-1 1 0 0,1 0-1 0 0,1 0 0 0 0,0 0 0 0 0,11 19 0 0 0,-4-15-1467 0 0,1-2-1 0 0,1 0 1 0 0,21 24-1 0 0,-4-12-1679 0 0</inkml:trace>
</inkml:ink>
</file>

<file path=ppt/ink/ink8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09:20.1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48 37 132 0 0,'-47'10'4234'0'0,"46"-9"-3390"0"0,19 14 1145 0 0,18-7-1629 0 0,0-2 0 0 0,1-2-1 0 0,0-1 1 0 0,0-2 0 0 0,38-4 0 0 0,-15 2-154 0 0,620-23 662 0 0,-51 0-399 0 0,632 10 200 0 0,-290 15 139 0 0,-946-4-438 0 0,-25 2-363 0 0,0 1 1 0 0,0 0 0 0 0,1 0-1 0 0,-1 0 1 0 0,0-1 0 0 0,0 1-1 0 0,0 0 1 0 0,0 0 0 0 0,0 0-1 0 0,0-1 1 0 0,0 1-1 0 0,0 0 1 0 0,0 0 0 0 0,0 0-1 0 0,0-1 1 0 0,0 1 0 0 0,0 0-1 0 0,0 0 1 0 0,0 0 0 0 0,0-1-1 0 0,0 1 1 0 0,0 0 0 0 0,0 0-1 0 0,-1 0 1 0 0,1 0 0 0 0,0-1-1 0 0,0 1 1 0 0,0 0 0 0 0,0 0-1 0 0,0 0 1 0 0,0 0-1 0 0,-1-1 1 0 0,1 1 0 0 0,0 0-1 0 0,0 0 1 0 0,0 0 0 0 0,0 0-1 0 0,-1 0 1 0 0,1 0 0 0 0,0 0-1 0 0,0 0 1 0 0,0-1 0 0 0,0 1-1 0 0,-1 0 1 0 0,1 0 0 0 0,0 0-1 0 0,0 0 1 0 0,0 0 0 0 0,-1 0-1 0 0,1 0 1 0 0,-4-1 22 0 0,0-1 1 0 0,0 1-1 0 0,0 0 0 0 0,0 0 1 0 0,0 0-1 0 0,0 0 0 0 0,0 1 1 0 0,-1 0-1 0 0,-3 0 0 0 0,-40 4-448 0 0,5-1-1634 0 0,-1 4-3904 0 0,26-4 3137 0 0</inkml:trace>
</inkml:ink>
</file>

<file path=ppt/ink/ink8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0-16T13:09:20.6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29 114 580,'-25'5'1903,"21"0"-41,16 1-1137,4-3-490,0 0 1,1-1-1,-1 0 1,1-1 0,-1-1-1,22-3 1,-2 1-6,753-42 1916,108-4-763,125 19 229,-979 27-1491,155-8 719,-191 8-150,-18 1-782,6 1-212,-1 0 0,1 1 0,0 0-1,0 0 1,0 0 0,-8 3 0,-21 8-5931,20-10 3262</inkml:trace>
</inkml:ink>
</file>

<file path=ppt/ink/ink8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0-16T13:09:21.6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53 57 596,'0'-2'362,"-1"-1"0,1 0 0,-1 0 0,1 0-1,0 0 1,0 0 0,0 0 0,0 0 0,1 0 0,-1 0 0,1 1 0,1-5 928,-1 10-872,4 44 503,-2 0 1,-4 67 0,-1 137 921,2-251-1827,0 0 0,-1 0 0,1 1 0,0-1-1,0 0 1,0 0 0,-1 0 0,1 0 0,0 0 0,0 0 0,0 0 0,-1 0-1,1 0 1,0 0 0,0 0 0,-1 0 0,1 0 0,0 0 0,0 0-1,-1 0 1,1 0 0,0 0 0,0 0 0,0 0 0,-1 0 0,1 0 0,0 0-1,0 0 1,0-1 0,-1 1 0,1 0 0,0 0 0,0 0 0,0 0 0,0-1-1,-1 1 1,1 0 0,0 0 0,0 0 0,0 0 0,0-1 0,0 1 0,0 0-1,0 0 1,0-1 0,-1 1 0,1 0 0,0 0 0,0 0 0,0-1 0,-11-14 54,4-3-1,0-2 0,2 1 0,0-1 0,1 1 0,-3-34-1,2-101 79,5 150-141,-1-19 38,2-43 10,-1 64-52,0-1-1,1 1 0,-1-1 0,1 0 1,0 1-1,-1-1 0,1 1 0,0-1 1,1 1-1,-1 0 0,0-1 0,1 1 1,-1 0-1,1 0 0,0 0 1,-1 0-1,1 0 0,0 1 0,0-1 1,3-1-1,-4 2-2,0 1 0,1 0 1,-1-1-1,0 1 0,0 0 1,1 0-1,-1 0 0,0 0 1,1 0-1,-1 0 0,0 1 0,1-1 1,-1 0-1,0 1 0,1-1 1,-1 1-1,0-1 0,0 1 1,0 0-1,0-1 0,0 1 0,1 0 1,-1 0-1,1 1 0,21 22-6,-21-22 10,56 68 6,-21-24-44,2-2-1,58 51 1,-95-93 35,0 0-1,0 0 1,0 0-1,1 0 1,-1 0 0,1-1-1,-1 1 1,1-1-1,0 0 1,-1 1-1,1-1 1,0-1 0,0 1-1,0 0 1,0-1-1,0 1 1,0-1-1,0 0 1,0 0 0,0 0-1,0 0 1,0-1-1,0 1 1,0-1-1,3-1 1,-2 0 1,-1-1 0,1 0 0,-1 0 0,0 0 1,0 0-1,0 0 0,-1-1 0,1 1 0,-1-1 0,0 1 0,0-1 1,0 0-1,0 0 0,-1 0 0,1 0 0,-1 0 0,1-8 0,3-14 34,-2-1-1,1-53 0,3-27-124,-7 106 37,0 1 1,0-1 0,0 1 0,0-1 0,1 1 0,-1-1 0,0 1-1,0-1 1,0 1 0,0-1 0,1 1 0,-1-1 0,0 1 0,1 0 0,-1-1-1,0 1 1,1-1 0,-1 1 0,0 0 0,1-1 0,-1 1 0,0 0-1,1 0 1,-1-1 0,1 1 0,-1 0 0,1 0 0,-1 0 0,1-1 0,-1 1-1,1 0 1,-1 0 0,1 0 0,-1 0 0,1 0 0,-1 0 0,1 0 0,-1 0-1,1 0 1,-1 0 0,1 0 0,-1 0 0,1 1 0,-1-1 0,1 0-1,-1 0 1,1 1 0,27 16-2935,-16-9-48,0-3 667</inkml:trace>
</inkml:ink>
</file>

<file path=ppt/ink/ink8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09:22.0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 29 100 0 0,'-3'4'629'0'0,"-1"2"-3"0"0,1 1-121 0 0,2 4 240 0 0,1-5-550 0 0,1 1 1 0 0,0-1-1 0 0,0 0 1 0 0,1 0-1 0 0,0-1 1 0 0,0 1-1 0 0,0 0 0 0 0,1 0 1 0 0,-1-1-1 0 0,1 1 1 0 0,1-1-1 0 0,-1 0 1 0 0,1 0-1 0 0,0 0 0 0 0,0-1 1 0 0,6 6-1 0 0,-7-7-123 0 0,1 0-1 0 0,-1 0 1 0 0,1 0 0 0 0,0 0-1 0 0,1 0 1 0 0,-1-1-1 0 0,0 0 1 0 0,1 0-1 0 0,-1 0 1 0 0,1 0-1 0 0,-1-1 1 0 0,1 0-1 0 0,0 0 1 0 0,0 0 0 0 0,0 0-1 0 0,-1-1 1 0 0,1 0-1 0 0,0 0 1 0 0,0 0-1 0 0,0 0 1 0 0,6-2-1 0 0,-10 2-40 0 0,0-1-1 0 0,1 1 1 0 0,-1-1-1 0 0,1 1 1 0 0,-1-1-1 0 0,0 1 1 0 0,0-1-1 0 0,1 0 1 0 0,-1 0-1 0 0,0 0 1 0 0,0 1-1 0 0,0-1 1 0 0,0 0-1 0 0,0 0 1 0 0,0-1-1 0 0,0 1 0 0 0,0 0 1 0 0,0 0-1 0 0,-1 0 1 0 0,1-1-1 0 0,0 1 1 0 0,-1 0-1 0 0,2-3 1 0 0,-2 1 22 0 0,0 0-1 0 0,1 0 1 0 0,-1 0 0 0 0,0 0-1 0 0,-1 0 1 0 0,1 0 0 0 0,0 1-1 0 0,-1-1 1 0 0,0 0 0 0 0,1 0 0 0 0,-2-3-1 0 0,-2-2 87 0 0,1 0 0 0 0,-1 0-1 0 0,-1 0 1 0 0,1 1-1 0 0,-1 0 1 0 0,-11-13 0 0 0,13 18-111 0 0,-48-42 784 0 0,49 43-812 0 0,0-1 0 0 0,0 1 0 0 0,0 0-1 0 0,0 0 1 0 0,-1 0 0 0 0,1 0 0 0 0,0 0 0 0 0,0 0 0 0 0,-1 1 0 0 0,1-1 0 0 0,0 1-1 0 0,-1-1 1 0 0,1 1 0 0 0,-1 0 0 0 0,1 0 0 0 0,0 0 0 0 0,-1 0 0 0 0,1 1 0 0 0,-1-1-1 0 0,1 0 1 0 0,0 1 0 0 0,-1 0 0 0 0,-3 1 0 0 0,5-1-213 0 0,0 0 1 0 0,1 0-1 0 0,-1 1 0 0 0,0-1 1 0 0,0 0-1 0 0,1 0 0 0 0,-1 0 1 0 0,1 1-1 0 0,-1-1 1 0 0,1 0-1 0 0,0 0 0 0 0,-1 1 1 0 0,1-1-1 0 0,0 0 0 0 0,0 1 1 0 0,0-1-1 0 0,0 0 0 0 0,0 1 1 0 0,0-1-1 0 0,0 1 0 0 0,1-1 1 0 0,-1 0-1 0 0,0 0 1 0 0,1 1-1 0 0,-1-1 0 0 0,1 0 1 0 0,-1 0-1 0 0,1 1 0 0 0,0-1 1 0 0,-1 0-1 0 0,3 2 0 0 0,4 2-1963 0 0</inkml:trace>
</inkml:ink>
</file>

<file path=ppt/ink/ink8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0-16T13:09:22.3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 49 472,'0'0'2234,"-3"3"-1616,3-2-536,-1 1 1,0-1 0,0 0-1,1 0 1,-1 1 0,0-1 0,1 1-1,-1-1 1,1 1 0,0-1-1,0 1 1,-1-1 0,1 0 0,0 1-1,0-1 1,0 1 0,0-1-1,1 1 1,-1-1 0,0 1-1,1-1 1,-1 1 0,1-1 0,-1 1-1,1-1 1,0 0 0,1 3-1,1 0 53,0 0 0,0-1 0,1 1-1,-1 0 1,1-1 0,0 0 0,0 0 0,0 0-1,6 3 1,-4-3-20,1 1-1,0-1 0,-1-1 1,1 1-1,0-1 1,12 1-1,-16-2-72,0-1 1,0 1-1,-1-1 0,1 0 0,0 0 1,0-1-1,0 1 0,0-1 0,0 1 1,0-1-1,0 0 0,-1 0 0,1 0 1,0 0-1,4-3 0,-5 2-10,-1 0 1,1 0-1,-1 0 1,1 0-1,-1 0 0,0 0 1,0 0-1,0-1 0,0 1 1,0 0-1,-1-1 0,1 1 1,-1-1-1,1 1 0,-1-1 1,0 1-1,0-1 0,0 1 1,0-1-1,0 1 0,-1-1 1,1 1-1,-1-1 1,0 1-1,0 0 0,0-1 1,0 1-1,0 0 0,0 0 1,0 0-1,-3-3 0,0-2 21,0 0 0,0 0-1,-1 1 1,0 0 0,0 0-1,-1 0 1,0 1 0,-11-10 0,16 15-260,-14 5-5721</inkml:trace>
</inkml:ink>
</file>

<file path=ppt/ink/ink8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09:22.6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1 444 0 0,'3'3'430'0'0,"0"0"-1"0"0,0 1 0 0 0,0-1 1 0 0,0 0-1 0 0,1-1 1 0 0,-1 1-1 0 0,1-1 1 0 0,0 1-1 0 0,0-1 1 0 0,0 0-1 0 0,0 0 1 0 0,0-1-1 0 0,0 1 1 0 0,0-1-1 0 0,0 0 1 0 0,8 1-1 0 0,-7-2-219 0 0,0 1-1 0 0,0-1 0 0 0,0 0 1 0 0,0-1-1 0 0,0 1 1 0 0,0-1-1 0 0,0 0 0 0 0,0 0 1 0 0,0-1-1 0 0,0 1 1 0 0,-1-1-1 0 0,1 0 1 0 0,-1 0-1 0 0,6-4 0 0 0,-7 4-161 0 0,-1 0 0 0 0,1 0 0 0 0,0 0 0 0 0,0 0 0 0 0,0 1 0 0 0,0-1 0 0 0,0 1 0 0 0,0 0 0 0 0,1 0 0 0 0,-1 0 0 0 0,0 0 0 0 0,1 1 0 0 0,-1-1 0 0 0,1 1 0 0 0,-1 0 0 0 0,0 0 0 0 0,1 0 0 0 0,-1 0 0 0 0,1 1 0 0 0,-1-1 0 0 0,0 1 0 0 0,0 0 0 0 0,1 0 0 0 0,4 3 0 0 0,26 20-7022 0 0,-28-20 4098 0 0</inkml:trace>
</inkml:ink>
</file>

<file path=ppt/ink/ink8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09:23.3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109 200 132 0 0,'4'10'5900'0'0,"14"50"-4551"0"0,-13-24-922 0 0,-1 0-1 0 0,-1 1 1 0 0,-3 0-1 0 0,-5 53 1 0 0,2-35-35 0 0,-6 2 105 0 0,8-55-446 0 0,1 0-1 0 0,-1 0 1 0 0,0-1 0 0 0,0 1 0 0 0,1 0-1 0 0,-1 0 1 0 0,0 0 0 0 0,-1-1-1 0 0,1 1 1 0 0,0 0 0 0 0,0-1 0 0 0,-1 1-1 0 0,1-1 1 0 0,-1 0 0 0 0,1 1 0 0 0,-1-1-1 0 0,0 0 1 0 0,1 0 0 0 0,-1 0 0 0 0,0 0-1 0 0,0 0 1 0 0,-3 1 0 0 0,3-3-23 0 0,1 1 0 0 0,-1-1-1 0 0,0 0 1 0 0,1 0 0 0 0,-1 0 0 0 0,1 0 0 0 0,-1 0 0 0 0,1 0 0 0 0,0 0 0 0 0,-1 0 0 0 0,1 0 0 0 0,0-1 0 0 0,0 1 0 0 0,0-1 0 0 0,0 1-1 0 0,-1-3 1 0 0,-17-27 188 0 0,9 6-177 0 0,1 0-1 0 0,2 0 1 0 0,0-1 0 0 0,1 0 0 0 0,2 0-1 0 0,1-1 1 0 0,1 1 0 0 0,1-1 0 0 0,1 0 0 0 0,1 1-1 0 0,2-1 1 0 0,1 1 0 0 0,1-1 0 0 0,1 2 0 0 0,1-1-1 0 0,1 0 1 0 0,15-30 0 0 0,-19 48-34 0 0,1 1 1 0 0,-1 0 0 0 0,1 0-1 0 0,1 1 1 0 0,-1-1-1 0 0,1 1 1 0 0,0 1-1 0 0,0-1 1 0 0,1 1-1 0 0,0 0 1 0 0,0 0-1 0 0,0 1 1 0 0,0 0 0 0 0,1 0-1 0 0,-1 1 1 0 0,17-5-1 0 0,-19 7-5 0 0,-1 0-1 0 0,1 0 1 0 0,0 0-1 0 0,-1 1 0 0 0,1-1 1 0 0,0 1-1 0 0,0 1 1 0 0,-1-1-1 0 0,1 1 1 0 0,0-1-1 0 0,0 1 1 0 0,-1 1-1 0 0,1-1 1 0 0,-1 1-1 0 0,1 0 0 0 0,-1 0 1 0 0,0 0-1 0 0,0 0 1 0 0,0 1-1 0 0,0-1 1 0 0,0 1-1 0 0,0 0 1 0 0,-1 1-1 0 0,1-1 0 0 0,-1 0 1 0 0,0 1-1 0 0,0 0 1 0 0,0 0-1 0 0,-1 0 1 0 0,4 7-1 0 0,-3-6-5 0 0,-1-1 0 0 0,1 1 1 0 0,-1 0-1 0 0,0 0 0 0 0,-1 0 0 0 0,1 0 0 0 0,-1 1 0 0 0,0-1 1 0 0,0 0-1 0 0,-1 1 0 0 0,0-1 0 0 0,0 0 0 0 0,0 1 0 0 0,0-1 0 0 0,-1 0 1 0 0,0 1-1 0 0,0-1 0 0 0,0 0 0 0 0,-1 0 0 0 0,0 0 0 0 0,0 0 1 0 0,0 0-1 0 0,0 0 0 0 0,-1-1 0 0 0,0 1 0 0 0,0-1 0 0 0,0 1 0 0 0,0-1 1 0 0,-1 0-1 0 0,0 0 0 0 0,0-1 0 0 0,0 1 0 0 0,0-1 0 0 0,0 0 1 0 0,-1 0-1 0 0,0 0 0 0 0,1-1 0 0 0,-11 4 0 0 0,4 0-131 0 0,-1 0 0 0 0,0-1 0 0 0,-1-1 0 0 0,1 0 0 0 0,-1-1 0 0 0,1 0 0 0 0,-1-1 0 0 0,0-1 0 0 0,0 1 0 0 0,0-2 0 0 0,0 0 0 0 0,-21-3 0 0 0,31-2-1247 0 0,17-5-6234 0 0</inkml:trace>
</inkml:ink>
</file>

<file path=ppt/ink/ink8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09:23.7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6 900 0 0,'0'-1'295'0'0,"2"-3"3464"0"0,-1 4-3645 0 0,0 1-1 0 0,0 0 0 0 0,0 0 1 0 0,0 0-1 0 0,0 0 0 0 0,-1 0 1 0 0,1 0-1 0 0,0 0 1 0 0,-1 0-1 0 0,1 0 0 0 0,0 0 1 0 0,-1 0-1 0 0,0 0 0 0 0,1 0 1 0 0,-1 1-1 0 0,1-1 0 0 0,-1 0 1 0 0,0 0-1 0 0,0 0 0 0 0,0 3 1 0 0,4 27 1269 0 0,-2 2-552 0 0,-2-16-388 0 0,1 0 0 0 0,0 0-1 0 0,2 0 1 0 0,7 26 0 0 0,-10-42-228 0 0,3-3-165 0 0,1 0-38 0 0,3-2 54 0 0,-1 1 0 0 0,1-2 0 0 0,-1 1 0 0 0,0-1 0 0 0,10-9 0 0 0,-16 14-49 0 0,1-1-1 0 0,0 1 1 0 0,-1-1 0 0 0,1 1 0 0 0,0 0-1 0 0,0 0 1 0 0,-1-1 0 0 0,1 1 0 0 0,0 0 0 0 0,-1 0-1 0 0,1 0 1 0 0,0 0 0 0 0,0-1 0 0 0,-1 1-1 0 0,1 0 1 0 0,0 0 0 0 0,0 1 0 0 0,0-1 0 0 0,-1 0-1 0 0,1 0 1 0 0,0 0 0 0 0,-1 0 0 0 0,1 1-1 0 0,0-1 1 0 0,0 0 0 0 0,-1 1 0 0 0,1-1 0 0 0,0 0-1 0 0,-1 1 1 0 0,1-1 0 0 0,-1 1 0 0 0,1-1-1 0 0,-1 1 1 0 0,1 0 0 0 0,-1-1 0 0 0,1 1 0 0 0,-1-1-1 0 0,1 1 1 0 0,0 1 0 0 0,17 23 189 0 0,21 53-3775 0 0,-37-76 3094 0 0,3 5-4782 0 0</inkml:trace>
</inkml:ink>
</file>

<file path=ppt/ink/ink8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09:24.1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41 516 0 0,'3'-2'318'0'0,"0"1"1"0"0,1-1-1 0 0,-1 1 1 0 0,0 0-1 0 0,0 0 1 0 0,0 0-1 0 0,1 1 0 0 0,-1-1 1 0 0,0 1-1 0 0,1 0 1 0 0,-1 0-1 0 0,0 0 0 0 0,1 0 1 0 0,-1 0-1 0 0,0 1 1 0 0,1 0-1 0 0,-1-1 0 0 0,0 1 1 0 0,0 0-1 0 0,1 1 1 0 0,-1-1-1 0 0,0 0 1 0 0,0 1-1 0 0,0 0 0 0 0,4 4 1 0 0,-6-6-37 0 0,7 3 1017 0 0,-7-3-1281 0 0,-1 1 1 0 0,1-1 0 0 0,-1 0 0 0 0,1 0-1 0 0,-1 1 1 0 0,1-1 0 0 0,-1 0 0 0 0,1 0-1 0 0,-1 0 1 0 0,1 0 0 0 0,0 0 0 0 0,-1 0 0 0 0,1 0-1 0 0,-1 0 1 0 0,1 0 0 0 0,-1 0 0 0 0,1 0-1 0 0,0 0 1 0 0,-1 0 0 0 0,1-1 0 0 0,-1 1-1 0 0,1 0 1 0 0,-1 0 0 0 0,1-1 0 0 0,-1 1 0 0 0,1 0-1 0 0,-1-1 1 0 0,1 1 0 0 0,-1 0 0 0 0,0-1-1 0 0,1 1 1 0 0,-1-1 0 0 0,1 0 0 0 0,6-4-360 0 0,1 1 1 0 0,0 0-1 0 0,0 0 1 0 0,0 1-1 0 0,0-1 0 0 0,1 2 1 0 0,-1-1-1 0 0,13-1 1 0 0,15-5-4029 0 0,-26 4 2353 0 0</inkml:trace>
</inkml:ink>
</file>

<file path=ppt/ink/ink8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09:24.6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105 51 60 0 0,'0'-1'163'0'0,"1"1"0"0"0,-1-1 1 0 0,1 1-1 0 0,-1 0 0 0 0,1-1 0 0 0,-1 1 0 0 0,0-1 1 0 0,1 0-1 0 0,-1 1 0 0 0,0-1 0 0 0,1 1 0 0 0,-1-1 0 0 0,0 1 1 0 0,0-1-1 0 0,1 0 0 0 0,-1 1 0 0 0,0-1 0 0 0,0 0 1 0 0,0 1-1 0 0,0-1 0 0 0,0 1 0 0 0,0-1 0 0 0,0 0 1 0 0,0 1-1 0 0,0-1 0 0 0,0 0 0 0 0,-1 1 0 0 0,1-1 0 0 0,0 0 1 0 0,0 1-1 0 0,0-1 0 0 0,-1 1 0 0 0,1-1 0 0 0,0 1 1 0 0,-1-1-1 0 0,1 0 0 0 0,-1 1 0 0 0,1 0 0 0 0,0-1 1 0 0,-1 1-1 0 0,1-1 0 0 0,-1 1 0 0 0,1-1 0 0 0,-1 1 1 0 0,0-1-1 0 0,-1 1 289 0 0,-4 1-118 0 0,1 1 0 0 0,-1 0 0 0 0,1 0 0 0 0,-1 0 0 0 0,1 1-1 0 0,-10 6 1 0 0,8-2 35 0 0,-26 31 709 0 0,31-36-1031 0 0,1-1 0 0 0,0 1 0 0 0,0 0 0 0 0,-1 0 0 0 0,1 0 0 0 0,0 0 0 0 0,1 0 0 0 0,-1 0 0 0 0,0 1 0 0 0,1-1 0 0 0,-1 0 0 0 0,1 0 0 0 0,-1 0 0 0 0,1 1 0 0 0,0-1 0 0 0,0 0 0 0 0,1 4 0 0 0,-1-5-49 0 0,1 0 0 0 0,-1-1 0 0 0,1 1 0 0 0,-1 0 1 0 0,1-1-1 0 0,-1 1 0 0 0,1-1 0 0 0,-1 1 0 0 0,1-1 0 0 0,0 1 0 0 0,-1-1 0 0 0,1 1 0 0 0,0-1 0 0 0,-1 0 0 0 0,1 1 0 0 0,0-1 0 0 0,0 0 0 0 0,0 0 0 0 0,-1 0 1 0 0,1 0-1 0 0,0 1 0 0 0,0-1 0 0 0,-1 0 0 0 0,1 0 0 0 0,0 0 0 0 0,0 0 0 0 0,0-1 0 0 0,-1 1 0 0 0,1 0 0 0 0,0 0 0 0 0,0 0 0 0 0,-1-1 0 0 0,1 1 1 0 0,1-1-1 0 0,25-10-419 0 0,-16 7 136 0 0,24-12-501 0 0,-22 34 695 0 0,-13-17 92 0 0,0 0-1 0 0,0 1 1 0 0,0-1 0 0 0,-1 0-1 0 0,1 0 1 0 0,0 0 0 0 0,1 1 0 0 0,-1-1-1 0 0,0 0 1 0 0,0 0 0 0 0,0 0-1 0 0,1 0 1 0 0,-1 1 0 0 0,0-1-1 0 0,1 0 1 0 0,-1 0 0 0 0,1 0-1 0 0,-1 0 1 0 0,1 0 0 0 0,0 0 0 0 0,0 0-1 0 0,-1 0 1 0 0,1 0 0 0 0,0-1-1 0 0,0 1 1 0 0,0 0 0 0 0,0 0-1 0 0,0-1 1 0 0,0 1 0 0 0,0 0-1 0 0,0-1 1 0 0,0 1 0 0 0,0-1 0 0 0,0 0-1 0 0,0 1 1 0 0,0-1 0 0 0,1 0-1 0 0,-1 1 1 0 0,0-1 0 0 0,0 0-1 0 0,0 0 1 0 0,0 0 0 0 0,1 0-1 0 0,-1 0 1 0 0,0-1 0 0 0,0 1 0 0 0,0 0-1 0 0,1 0 1 0 0,-1-1 0 0 0,0 1-1 0 0,0-1 1 0 0,1 0 0 0 0,9-3-20 0 0,0-1 0 0 0,-1-1 0 0 0,1 1 1 0 0,11-10-1 0 0,-9 6-62 0 0,-1 2 18 0 0,22-12-128 0 0,64-27 0 0 0,-96 45 187 0 0,0 0 0 0 0,0 1 1 0 0,0-1-1 0 0,0 1 1 0 0,0-1-1 0 0,0 1 1 0 0,0 0-1 0 0,1 0 0 0 0,-1 0 1 0 0,0 0-1 0 0,0 0 1 0 0,3 1-1 0 0,-5-1 6 0 0,1 0 0 0 0,0 1 0 0 0,0-1 0 0 0,0 1 0 0 0,0-1 0 0 0,-1 1 0 0 0,1-1 0 0 0,0 1 0 0 0,0 0 0 0 0,-1-1 0 0 0,1 1 0 0 0,0 0 0 0 0,-1 0 0 0 0,1 0 0 0 0,-1-1 0 0 0,1 1 0 0 0,-1 0 0 0 0,0 0 0 0 0,1 0-1 0 0,-1 0 1 0 0,0 0 0 0 0,1 0 0 0 0,-1 0 0 0 0,0-1 0 0 0,0 1 0 0 0,0 1 0 0 0,0 0 2 0 0,0 0-1 0 0,1 0 1 0 0,-1 0-1 0 0,1 0 0 0 0,-1 0 1 0 0,1-1-1 0 0,0 1 1 0 0,0 0-1 0 0,0 0 0 0 0,-1-1 1 0 0,2 1-1 0 0,-1-1 1 0 0,0 1-1 0 0,0-1 0 0 0,0 1 1 0 0,1-1-1 0 0,-1 0 1 0 0,1 1-1 0 0,-1-1 0 0 0,1 0 1 0 0,-1 0-1 0 0,1 0 1 0 0,0 0-1 0 0,-1-1 0 0 0,1 1 1 0 0,0 0-1 0 0,0-1 1 0 0,0 1-1 0 0,0-1 1 0 0,-1 1-1 0 0,1-1 0 0 0,0 0 1 0 0,0 0-1 0 0,0 0 1 0 0,0 0-1 0 0,0 0 0 0 0,0-1 1 0 0,0 1-1 0 0,-1 0 1 0 0,1-1-1 0 0,3-1 0 0 0,4 0 1 0 0,1-1-1 0 0,-1 0 1 0 0,0-1-1 0 0,0 1 1 0 0,0-2-1 0 0,11-7 1 0 0,-15 8 288 0 0,0 0 1 0 0,0 0-1 0 0,0 0 1 0 0,-1-1-1 0 0,1 1 1 0 0,-1-1-1 0 0,0-1 1 0 0,-1 1-1 0 0,1 0 1 0 0,4-11 1387 0 0,-9 16-1694 0 0,0 1-1 0 0,0-1 0 0 0,1 1 0 0 0,-1 0 0 0 0,0 0 1 0 0,0-1-1 0 0,1 1 0 0 0,-1 0 0 0 0,1 0 0 0 0,-1 0 1 0 0,1 0-1 0 0,-1 0 0 0 0,1 0 0 0 0,-1 0 0 0 0,1 0 0 0 0,0 0 1 0 0,0 0-1 0 0,-1 0 0 0 0,1 0 0 0 0,0 0 0 0 0,0 0 1 0 0,0 0-1 0 0,0 0 0 0 0,0 0 0 0 0,0 0 0 0 0,0 0 1 0 0,1 0-1 0 0,-1 0 0 0 0,0 0 0 0 0,1 1 0 0 0,2 19-2422 0 0,1-9-3819 0 0</inkml:trace>
</inkml:ink>
</file>

<file path=ppt/ink/ink8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09:25.0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78 756 0 0,'10'-7'1320'0'0,"-4"-2"-88"0"0,-2-1-96 0 0,1 3-111 0 0,-1-2-113 0 0,-2 2-108 0 0,0 2-64 0 0,2 0-104 0 0,-4 0-164 0 0,2 0-240 0 0,2 1-316 0 0,-3-1-1148 0 0</inkml:trace>
</inkml:ink>
</file>

<file path=ppt/ink/ink8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0-16T13:09:18.1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73 519 8589,'-8'-2'65,"-1"1"0,0 0 0,1 0 0,-1 1 0,0 0 0,-10 1 0,17 0 873,7-2-685,6-2-181,0 1-1,0-2 1,0 1-1,0-1 1,-1-1 0,1 0-1,-1-1 1,-1 1 0,1-2-1,-1 0 1,0 0-1,0 0 1,-1-1 0,0 0-1,-1-1 1,0 0 0,0 0-1,-1-1 1,0 1 0,0-1-1,-1-1 1,4-10-1,-5 6-42,0 0 0,-1-1 0,0 1-1,-2-1 1,1 0 0,-2 1 0,0-1 0,-5-27-1,0 14 85,-1-1 0,-2 1 0,-18-45-1,26 73-105,-1 0 0,1 1 0,0-1 0,0 0-1,0 1 1,0-1 0,0 0 0,-1 1 0,1-1-1,0 0 1,0 1 0,-1-1 0,1 1 0,0-1-1,-1 1 1,1-1 0,-1 1 0,1-1-1,-1 1 1,1-1 0,-1 1 0,1-1 0,-1 1-1,0 0 1,1-1 0,-1 1 0,1 0 0,-1 0-1,0-1 1,1 1 0,-1 0 0,0 0 0,1 0-1,-1 0 1,0 0 0,1 0 0,-1 0-1,0 0 1,1 0 0,-1 0 0,0 0 0,1 0-1,-1 1 1,0-1 0,1 0 0,-1 0 0,0 1-1,1-1 1,-1 0 0,1 1 0,-1-1 0,1 1-1,-1-1 1,1 1 0,-1-1 0,1 1-1,-1-1 1,1 1 0,0-1 0,-1 1 0,1-1-1,0 1 1,-1 0 0,1-1 0,0 2 0,-22 43 453,9 1-140,1 0 0,2 1 0,-6 76 1,6 143 315,9-248-601,19 257 532,-9-193-429,-2 143-1,-7-211-291,-2 22-412,2-35 441,0 0 0,0 1 0,-1-1 1,1 0-1,0 1 0,-1-1 0,1 0 0,-1 0 1,1 0-1,-1 1 0,0-1 0,1 0 0,-1 0 1,0 0-1,0 0 0,0 0 0,0 0 0,0 0 0,0 0 1,-1 0-1,1-1-8,0 1 1,0-1 0,0 0-1,0 0 1,0 0 0,0 0-1,0 0 1,0 0 0,1-1-1,-1 1 1,0 0 0,0 0-1,0-1 1,0 1-1,0 0 1,0-1 0,0 1-1,1-1 1,-1 1 0,0-1-1,0 1 1,1-1 0,-1 0-1,-1-1 1,-14-19-4457,4 0 1745</inkml:trace>
</inkml:ink>
</file>

<file path=ppt/ink/ink8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09:18.4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0 980 208 0 0,'63'-21'1122'0'0,"0"-4"-1"0"0,-2-2 1 0 0,-1-2-1 0 0,59-41 1 0 0,-90 51-912 0 0,-1-2-1 0 0,-1-1 1 0 0,-1-1 0 0 0,-1-1 0 0 0,-1-2 0 0 0,-1 0 0 0 0,-2-1 0 0 0,0-2 0 0 0,26-49 0 0 0,-26 37 33 0 0,-2-1 0 0 0,-2-1 1 0 0,-1 0-1 0 0,-3-1 1 0 0,-1-1-1 0 0,-3 0 0 0 0,-1 0 1 0 0,-3-1-1 0 0,0-50 0 0 0,-6 76 328 0 0,-4 18 50 0 0,-9 35-40 0 0,-5 29-212 0 0,4 1 0 0 0,2 1-1 0 0,3 0 1 0 0,3 1 0 0 0,3 0 0 0 0,2 0 0 0 0,10 85-1 0 0,-7-135-354 0 0,-1-2 36 0 0,1 0 0 0 0,1-1 1 0 0,0 1-1 0 0,0 0 0 0 0,8 19 0 0 0,-9-29-40 0 0,0-1-1 0 0,0 1 1 0 0,0-1 0 0 0,1 0-1 0 0,-1 0 1 0 0,1 1-1 0 0,0-1 1 0 0,-1 0 0 0 0,1-1-1 0 0,0 1 1 0 0,0 0-1 0 0,0 0 1 0 0,0-1 0 0 0,1 1-1 0 0,-1-1 1 0 0,0 0-1 0 0,1 0 1 0 0,-1 0 0 0 0,1 0-1 0 0,-1 0 1 0 0,1 0-1 0 0,-1-1 1 0 0,1 1 0 0 0,-1-1-1 0 0,1 1 1 0 0,0-1 0 0 0,-1 0-1 0 0,1 0 1 0 0,0-1-1 0 0,-1 1 1 0 0,1 0 0 0 0,0-1-1 0 0,2-1 1 0 0,35-13 19 0 0,-35 12 44 0 0,0 1-1 0 0,0 0 1 0 0,0-1-1 0 0,0 2 1 0 0,1-1-1 0 0,-1 1 1 0 0,1 0-1 0 0,6-1 1 0 0,-10 0 178 0 0,-1 1-740 0 0,-23 14-4072 0 0,10-2-850 0 0,8-6 1934 0 0</inkml:trace>
</inkml:ink>
</file>

<file path=ppt/ink/ink8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09:18.8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0 113 820 0 0,'25'-109'10243'0'0,"-24"109"-10282"0"0,-1-1 1 0 0,1 1-1 0 0,-1 0 0 0 0,1-1 1 0 0,-1 1-1 0 0,1 0 0 0 0,0-1 1 0 0,-1 1-1 0 0,1 0 0 0 0,0 0 1 0 0,-1 0-1 0 0,1 0 0 0 0,0 0 1 0 0,-1 0-1 0 0,1 0 0 0 0,0 0 1 0 0,-1 0-1 0 0,1 0 0 0 0,0 0 1 0 0,-1 0-1 0 0,1 0 0 0 0,0 0 1 0 0,-1 1-1 0 0,1-1 0 0 0,0 0 1 0 0,-1 0-1 0 0,1 1 0 0 0,-1-1 1 0 0,1 0-1 0 0,-1 1 0 0 0,1-1 1 0 0,0 1-1 0 0,-1-1 0 0 0,0 1 1 0 0,1-1-1 0 0,0 2 0 0 0,22 15-5409 0 0,-17-12 3092 0 0</inkml:trace>
</inkml:ink>
</file>

<file path=ppt/ink/ink8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09:19.1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1 142 120 0 0,'9'-20'1754'0'0,"2"0"0"0"0,0 0 0 0 0,1 0 0 0 0,22-26 0 0 0,-23 32-690 0 0,-11 13-548 0 0,-15 19-249 0 0,14-16-237 0 0,-44 64 496 0 0,43-63-505 0 0,0 0 0 0 0,1 1 1 0 0,-1-1-1 0 0,1 0 0 0 0,-1 1 1 0 0,1-1-1 0 0,0 1 0 0 0,1-1 1 0 0,-1 1-1 0 0,0-1 0 0 0,1 1 1 0 0,0-1-1 0 0,0 1 0 0 0,0 0 0 0 0,0-1 1 0 0,1 1-1 0 0,-1-1 0 0 0,2 6 1 0 0,-1-8-15 0 0,1 1 1 0 0,-1 0 0 0 0,0-1-1 0 0,1 1 1 0 0,-1-1 0 0 0,1 0-1 0 0,0 0 1 0 0,-1 1 0 0 0,1-1-1 0 0,0 0 1 0 0,0 0 0 0 0,0-1-1 0 0,0 1 1 0 0,0 0 0 0 0,-1-1-1 0 0,1 1 1 0 0,0-1 0 0 0,1 1-1 0 0,-1-1 1 0 0,0 0 0 0 0,0 0-1 0 0,3 0 1 0 0,51-5 36 0 0,-47 4-33 0 0,50-9 15 0 0,-39 5-21 0 0,-1 1 1 0 0,1 1 0 0 0,-1 1 0 0 0,1 0 0 0 0,0 2 0 0 0,0 0-1 0 0,0 1 1 0 0,21 5 0 0 0,-40-6-10 0 0,0 0 1 0 0,0 1-1 0 0,0-1 0 0 0,0 1 1 0 0,0-1-1 0 0,0 1 0 0 0,0 0 1 0 0,0-1-1 0 0,-1 1 0 0 0,1 0 0 0 0,0 0 1 0 0,0-1-1 0 0,-1 1 0 0 0,1 0 1 0 0,0 0-1 0 0,-1 0 0 0 0,1 0 1 0 0,-1 0-1 0 0,1 0 0 0 0,-1 0 1 0 0,0 0-1 0 0,1 0 0 0 0,-1 0 0 0 0,0 0 1 0 0,0 0-1 0 0,1 0 0 0 0,-1 0 1 0 0,0 0-1 0 0,0 1 0 0 0,0-1 1 0 0,-1 0-1 0 0,1 0 0 0 0,0 0 0 0 0,0 0 1 0 0,0 0-1 0 0,-1 0 0 0 0,1 0 1 0 0,-1 0-1 0 0,1 0 0 0 0,-1 0 1 0 0,1 0-1 0 0,-2 2 0 0 0,-26 41-5694 0 0,26-42 4662 0 0,-4 5-1842 0 0</inkml:trace>
</inkml:ink>
</file>

<file path=ppt/ink/ink8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09:19.5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68 64 412 0 0,'4'-7'948'0'0,"-1"-2"-92"0"0,-3 3-124 0 0,-2-1-196 0 0,-1-2-280 0 0,-3 4-248 0 0,-6 1-308 0 0,-3-3-276 0 0,-2 1-624 0 0,-2 2 276 0 0</inkml:trace>
</inkml:ink>
</file>

<file path=ppt/ink/ink9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09:25.9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10 207 640 0 0,'-1'0'233'0'0,"1"0"-1"0"0,-1 0 1 0 0,1 0-1 0 0,0 0 1 0 0,-1 0-1 0 0,1 0 1 0 0,-1-1-1 0 0,1 1 1 0 0,-1 0 0 0 0,1 0-1 0 0,0-1 1 0 0,-1 1-1 0 0,1 0 1 0 0,0 0-1 0 0,-1-1 1 0 0,1 1-1 0 0,0-1 1 0 0,-1 1-1 0 0,1 0 1 0 0,0-1 0 0 0,0 1-1 0 0,-1 0 1 0 0,1-1-1 0 0,0 1 1 0 0,0-1-1 0 0,0 1 1 0 0,-1-1-1 0 0,12-4 32 0 0,-1 0-1 0 0,0 2 0 0 0,1-1 1 0 0,-1 1-1 0 0,1 0 0 0 0,0 1 1 0 0,0 1-1 0 0,21-1 0 0 0,-1-2-23 0 0,1541-120 2964 0 0,-1196 99-2530 0 0,-141 7-35 0 0,-216 19-723 0 0,-27 3-261 0 0,-48 11-836 0 0,21-7 215 0 0,-83 31-5385 0 0,78-25 3340 0 0</inkml:trace>
</inkml:ink>
</file>

<file path=ppt/ink/ink9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09:26.3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 58 900 0 0,'-1'1'174'0'0,"0"0"-1"0"0,0 1 0 0 0,0-1 1 0 0,0 1-1 0 0,0-1 1 0 0,0 1-1 0 0,1-1 1 0 0,-1 1-1 0 0,1 0 1 0 0,-1-1-1 0 0,1 1 1 0 0,0 0-1 0 0,0-1 0 0 0,-1 1 1 0 0,1 0-1 0 0,0-1 1 0 0,1 1-1 0 0,-1 0 1 0 0,0-1-1 0 0,0 1 1 0 0,1 0-1 0 0,-1-1 1 0 0,1 1-1 0 0,-1 0 0 0 0,2 1 1 0 0,19 49 1348 0 0,-18-44-1118 0 0,6 11-23 0 0,1 0 0 0 0,0 0 1 0 0,1-1-1 0 0,1-1 0 0 0,1 0 0 0 0,0 0 0 0 0,1-2 0 0 0,1 0 1 0 0,16 14-1 0 0,-29-28-332 0 0,-1 0 0 0 0,1 1 0 0 0,0-1 0 0 0,-1 0 0 0 0,1 0 0 0 0,0 0 0 0 0,0 0 0 0 0,0 0 0 0 0,-1 0 0 0 0,1-1 0 0 0,0 1 0 0 0,0-1 0 0 0,0 1 0 0 0,0-1 0 0 0,0 0 0 0 0,0 0 0 0 0,0 0 0 0 0,0 0 0 0 0,1 0 0 0 0,-1 0 0 0 0,0 0 0 0 0,0-1 0 0 0,2 0 0 0 0,-1 0 7 0 0,0-1 1 0 0,0 0-1 0 0,-1 0 0 0 0,1 0 1 0 0,0 0-1 0 0,-1 0 0 0 0,1-1 1 0 0,-1 1-1 0 0,0-1 1 0 0,1 1-1 0 0,-1-1 0 0 0,2-4 1 0 0,4-7 70 0 0,-2-1 0 0 0,1 1 0 0 0,-2-1 0 0 0,7-25 1 0 0,26-147-348 0 0,-37 185 22 0 0,-1-1 1 0 0,1 1-1 0 0,-1 0 1 0 0,1-1 0 0 0,0 1-1 0 0,0 0 1 0 0,0-1-1 0 0,0 1 1 0 0,1 0 0 0 0,-1 0-1 0 0,3-3 1 0 0,9-2-5868 0 0,-5 6 3230 0 0</inkml:trace>
</inkml:ink>
</file>

<file path=ppt/ink/ink9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09:27.1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50 370 144 0 0,'7'-3'570'0'0,"1"-1"0"0"0,-1 1 0 0 0,0-2-1 0 0,0 1 1 0 0,0-1 0 0 0,-1 0 0 0 0,8-8 0 0 0,-13 12-458 0 0,1 0 0 0 0,-1 0 0 0 0,1 0 0 0 0,-1-1 0 0 0,0 1 0 0 0,0-1 0 0 0,0 1 0 0 0,0 0 0 0 0,0-1 0 0 0,0 0 1 0 0,0 1-1 0 0,0-1 0 0 0,0 1 0 0 0,-1-1 0 0 0,1 0 0 0 0,-1 0 0 0 0,1 1 0 0 0,-1-1 0 0 0,0 0 0 0 0,0 0 0 0 0,1 0 0 0 0,-1 1 0 0 0,-1-1 0 0 0,1 0 0 0 0,0 0 1 0 0,0 0-1 0 0,-1 1 0 0 0,1-1 0 0 0,-1 0 0 0 0,1 0 0 0 0,-1 1 0 0 0,0-1 0 0 0,0 0 0 0 0,1 1 0 0 0,-1-1 0 0 0,-1 1 0 0 0,1-1 0 0 0,0 1 0 0 0,-2-2 1 0 0,1 2-35 0 0,0-1 0 0 0,0 1 0 0 0,0 0 0 0 0,0 0 0 0 0,-1 0 1 0 0,1 0-1 0 0,0 1 0 0 0,-1-1 0 0 0,1 1 0 0 0,-1-1 1 0 0,1 1-1 0 0,-1 0 0 0 0,1 0 0 0 0,-1 0 0 0 0,1 0 0 0 0,-1 0 1 0 0,1 1-1 0 0,0-1 0 0 0,-1 1 0 0 0,1-1 0 0 0,-1 1 1 0 0,1 0-1 0 0,0 0 0 0 0,0 0 0 0 0,-1 0 0 0 0,-1 2 1 0 0,0-1-16 0 0,0 1 0 0 0,1-1 1 0 0,-1 0-1 0 0,1 1 0 0 0,0 0 1 0 0,0-1-1 0 0,0 1 1 0 0,0 1-1 0 0,0-1 0 0 0,1 0 1 0 0,-1 1-1 0 0,1-1 0 0 0,0 1 1 0 0,0 0-1 0 0,-2 4 0 0 0,3-3-12 0 0,0-1 0 0 0,0 1-1 0 0,0 0 1 0 0,1 0-1 0 0,0 0 1 0 0,0 0-1 0 0,0 0 1 0 0,0 0-1 0 0,1-1 1 0 0,-1 1-1 0 0,1 0 1 0 0,1 0-1 0 0,-1 0 1 0 0,3 4-1 0 0,-3-7-40 0 0,1 1-1 0 0,-1-1 1 0 0,1 0-1 0 0,0 1 1 0 0,0-1-1 0 0,0 0 0 0 0,0 0 1 0 0,0-1-1 0 0,0 1 1 0 0,0 0-1 0 0,1-1 1 0 0,-1 1-1 0 0,1-1 1 0 0,-1 0-1 0 0,1 0 0 0 0,-1 0 1 0 0,1 0-1 0 0,0 0 1 0 0,0-1-1 0 0,-1 1 1 0 0,1-1-1 0 0,0 1 0 0 0,0-1 1 0 0,0 0-1 0 0,-1 0 1 0 0,5-1-1 0 0,19-2-40 0 0,-1-2-1 0 0,0 0 1 0 0,33-12-1 0 0,-32 8-26 0 0,1 2 0 0 0,47-7 0 0 0,-71 13 52 0 0,6 0-5 0 0,1 0-1 0 0,-1 1 0 0 0,1 0 0 0 0,-1 0 1 0 0,20 3-1 0 0,-27-2-1 0 0,0 0 0 0 0,0 0-1 0 0,0-1 1 0 0,0 1 0 0 0,0 0 0 0 0,0 0 0 0 0,0 1 0 0 0,-1-1-1 0 0,1 0 1 0 0,0 1 0 0 0,-1-1 0 0 0,1 1 0 0 0,-1-1-1 0 0,1 1 1 0 0,-1 0 0 0 0,0 0 0 0 0,0-1 0 0 0,0 1 0 0 0,0 0-1 0 0,0 0 1 0 0,0 0 0 0 0,0 0 0 0 0,-1 0 0 0 0,1 1-1 0 0,-1-1 1 0 0,1 0 0 0 0,-1 0 0 0 0,0 0 0 0 0,0 0 0 0 0,0 1-1 0 0,0 2 1 0 0,0-5-11 0 0,0 1-1 0 0,0-1 1 0 0,-1 1-1 0 0,1-1 0 0 0,1 1 1 0 0,-1 0-1 0 0,0-1 1 0 0,0 1-1 0 0,0-1 1 0 0,0 1-1 0 0,0 0 1 0 0,0-1-1 0 0,1 1 1 0 0,-1-1-1 0 0,0 1 1 0 0,0-1-1 0 0,1 1 0 0 0,-1-1 1 0 0,1 1-1 0 0,-1-1 1 0 0,0 1-1 0 0,1-1 1 0 0,-1 1-1 0 0,1-1 1 0 0,-1 0-1 0 0,1 1 1 0 0,-1-1-1 0 0,1 0 1 0 0,-1 1-1 0 0,1-1 0 0 0,-1 0 1 0 0,1 0-1 0 0,-1 0 1 0 0,2 1-1 0 0,22-7-480 0 0,21-21-2 0 0,-24 8 410 0 0,-1 0 0 0 0,-1-1 0 0 0,-1-1 1 0 0,0-1-1 0 0,-2 0 0 0 0,-1-1 1 0 0,0-1-1 0 0,-2-1 0 0 0,-1 0 0 0 0,-1 0 1 0 0,16-53-1 0 0,-26 73 165 0 0,0 1 0 0 0,-1 0 1 0 0,1 0-1 0 0,0-1 0 0 0,-1 1 0 0 0,0 0 0 0 0,0-1 1 0 0,-1 1-1 0 0,1 0 0 0 0,-1-1 0 0 0,0 1 1 0 0,0 0-1 0 0,0 0 0 0 0,-1 0 0 0 0,1-1 1 0 0,-1 2-1 0 0,-2-6 0 0 0,3 8 241 0 0,-3 3-147 0 0,1 0-121 0 0,0-1 0 0 0,0 1 0 0 0,0 0 0 0 0,0 0 0 0 0,0 1 0 0 0,1-1 0 0 0,-1 0 0 0 0,1 1 0 0 0,0 0 0 0 0,-1-1 0 0 0,1 1 0 0 0,0 0 0 0 0,1 0 0 0 0,-1 0 0 0 0,0 0 0 0 0,1 1 0 0 0,-2 3 0 0 0,2-1 11 0 0,-1 1 1 0 0,1-1-1 0 0,1 1 0 0 0,-1-1 0 0 0,1 0 1 0 0,0 1-1 0 0,1-1 0 0 0,-1 1 1 0 0,2 6-1 0 0,1-1 1 0 0,1 1 0 0 0,-1-1 0 0 0,2 0 0 0 0,0 0-1 0 0,0-1 1 0 0,1 1 0 0 0,0-1 0 0 0,1-1 0 0 0,13 16 0 0 0,-4-8-11 0 0,5 5 5 0 0,-1 0 1 0 0,20 31-1 0 0,-39-52-41 0 0,0-1-1 0 0,-1 0 1 0 0,1 1 0 0 0,0-1 0 0 0,-1 0-1 0 0,1 1 1 0 0,0-1 0 0 0,-1 1 0 0 0,0-1-1 0 0,1 1 1 0 0,-1-1 0 0 0,0 1 0 0 0,0 0-1 0 0,0-1 1 0 0,0 1 0 0 0,0-1 0 0 0,0 1-1 0 0,-1-1 1 0 0,1 1 0 0 0,0-1 0 0 0,-1 1-1 0 0,1-1 1 0 0,-1 1 0 0 0,0-1-1 0 0,1 1 1 0 0,-1-1 0 0 0,0 0 0 0 0,0 0-1 0 0,0 1 1 0 0,0-1 0 0 0,0 0 0 0 0,-1 1-1 0 0,-1 1-149 0 0,0-1 0 0 0,-1 1 0 0 0,1-1 0 0 0,0 0 0 0 0,-1 0 0 0 0,1-1 0 0 0,-1 1 0 0 0,0-1 0 0 0,0 1 0 0 0,1-1-1 0 0,-7 1 1 0 0,8-2-686 0 0,-2-5-1322 0 0,1-4-4352 0 0</inkml:trace>
</inkml:ink>
</file>

<file path=ppt/ink/ink9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09:27.4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95 52 0 0,'8'-6'1506'0'0,"0"-1"1"0"0,-1 0-1 0 0,0 0 1 0 0,-1-1-1 0 0,1 1 1 0 0,9-18-1 0 0,3-2 1763 0 0,-35 40-14507 0 0</inkml:trace>
</inkml:ink>
</file>

<file path=ppt/ink/ink9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09:27.8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67 524 0 0,'0'0'1444'0'0,"8"3"1136"0"0,9-5-1471 0 0,-3-3-105 0 0,1 2-112 0 0,2-2-124 0 0,3-1-168 0 0,-1 1-224 0 0,6 0-316 0 0,2-4-420 0 0,5 6-436 0 0,-1-4-572 0 0,7-5-1481 0 0,1 5 657 0 0</inkml:trace>
</inkml:ink>
</file>

<file path=ppt/ink/ink9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7T06:08:02.9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1 440 0 0,'0'0'4140'0'0,"8"1"-1923"0"0</inkml:trace>
</inkml:ink>
</file>

<file path=ppt/ink/ink9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7T06:08:46.3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8 1044 0 0,'0'0'4601'0'0,"18"-8"-4161"0"0,1 11-624 0 0,3 1-2853 0 0,-4-3 1461 0 0</inkml:trace>
</inkml:ink>
</file>

<file path=ppt/ink/ink9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7T06:08:46.6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0 372 0 0,'1'4'2535'0'0,"2"1"1849"0"0</inkml:trace>
</inkml:ink>
</file>

<file path=ppt/ink/ink9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7T06:10:20.0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1 824 0 0,'0'12'2168'0'0</inkml:trace>
</inkml:ink>
</file>

<file path=ppt/ink/ink9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12:22.2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 55 292 0 0,'-3'-10'1311'0'0,"-13"-35"5759"0"0,14 60-5230 0 0,4 296-765 0 0,-4-153-701 0 0,-7 20-295 0 0,9-178-226 0 0,0 1 1 0 0,0-1-1 0 0,0 1 1 0 0,-1-1-1 0 0,1 1 0 0 0,0-1 1 0 0,0 1-1 0 0,0-1 0 0 0,0 1 1 0 0,0-1-1 0 0,0 1 0 0 0,0-1 1 0 0,1 1-1 0 0,-1-1 0 0 0,0 0 1 0 0,0 1-1 0 0,0-1 0 0 0,0 1 1 0 0,1-1-1 0 0,-1 1 1 0 0,0-1-1 0 0,0 0 0 0 0,1 1 1 0 0,-1-1-1 0 0,0 1 0 0 0,1-1 1 0 0,-1 0-1 0 0,0 1 0 0 0,1-1 1 0 0,-1 0-1 0 0,1 1 0 0 0,13-11-3247 0 0,-5-3 1168 0 0</inkml:trace>
</inkml:ink>
</file>

<file path=ppt/ink/ink9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12:22.7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1 568 0 0,'3'10'3717'0'0,"6"49"-1807"0"0,-6 33-304 0 0,0 0-315 0 0,15 91 1 0 0,-9-127-692 0 0,2 83 0 0 0,-10-129-462 0 0,-2 2-1506 0 0,-8-7-2275 0 0,8-5 2930 0 0,-10 0-2264 0 0,9 0 1276 0 0</inkml:trace>
</inkml:ink>
</file>

<file path=ppt/ink/ink9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12:23.0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97 180 0 0,'0'0'1347'0'0,"3"-2"-688"0"0,11-6-124 0 0,1 0 1 0 0,1 1-1 0 0,-1 0 1 0 0,1 1 0 0 0,0 1-1 0 0,29-5 1 0 0,103-11 450 0 0,-53 13-1149 0 0,31-3-3738 0 0,-96 7 2292 0 0</inkml:trace>
</inkml:ink>
</file>

<file path=ppt/ink/ink9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12:24.0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10 206 188 0 0,'0'0'624'0'0,"50"-12"2216"0"0,-32 4-2354 0 0,-1 0-1 0 0,-1-1 1 0 0,0-1 0 0 0,0-1-1 0 0,-1 0 1 0 0,24-24-1 0 0,-34 30-318 0 0,-1 0 0 0 0,0-1 0 0 0,0 1 0 0 0,-1-1-1 0 0,0 0 1 0 0,0 0 0 0 0,0 0 0 0 0,0-1 0 0 0,-1 1 0 0 0,0-1 0 0 0,-1 1-1 0 0,2-12 1 0 0,-3 18-152 0 0,-1-1 0 0 0,1 0 0 0 0,-1 0 1 0 0,1 0-1 0 0,-1 1 0 0 0,0-1 0 0 0,1 0 0 0 0,-1 0 0 0 0,0 1 0 0 0,1-1 0 0 0,-1 1 0 0 0,0-1 0 0 0,0 1 0 0 0,1-1 0 0 0,-1 1 1 0 0,0-1-1 0 0,0 1 0 0 0,0 0 0 0 0,0-1 0 0 0,0 1 0 0 0,0 0 0 0 0,0 0 0 0 0,0 0 0 0 0,1 0 0 0 0,-1-1 0 0 0,0 1 0 0 0,0 1 1 0 0,0-1-1 0 0,0 0 0 0 0,0 0 0 0 0,0 0 0 0 0,0 0 0 0 0,-2 1 0 0 0,-34 7 130 0 0,21-2-93 0 0,0 1 1 0 0,0 1 0 0 0,1 0 0 0 0,0 1 0 0 0,-14 12 0 0 0,24-17-44 0 0,0 0 1 0 0,0 0-1 0 0,0 1 1 0 0,0-1-1 0 0,1 1 1 0 0,0 0-1 0 0,0 0 0 0 0,0 1 1 0 0,1-1-1 0 0,0 1 1 0 0,0 0-1 0 0,0 0 1 0 0,1 0-1 0 0,0 0 1 0 0,0 0-1 0 0,-2 11 1 0 0,4-13-6 0 0,0-1 0 0 0,0 0 0 0 0,0 1 0 0 0,0-1 0 0 0,1 0 0 0 0,0 1 0 0 0,-1-1 0 0 0,1 0 0 0 0,0 0 0 0 0,1 1 0 0 0,-1-1 0 0 0,0 0 0 0 0,1 0 0 0 0,0 0 0 0 0,-1-1 0 0 0,1 1 0 0 0,5 5 0 0 0,-2-3 8 0 0,1-1-1 0 0,-1 0 1 0 0,1 0 0 0 0,0 0-1 0 0,0 0 1 0 0,0-1-1 0 0,0 0 1 0 0,9 3-1 0 0,7 1 14 0 0,0-1-1 0 0,1-2 0 0 0,-1 0 0 0 0,29 1 1 0 0,-35-4-25 0 0,1-1 0 0 0,0-1 0 0 0,0 0 1 0 0,0-2-1 0 0,-1 0 0 0 0,1 0 0 0 0,-1-2 1 0 0,0 0-1 0 0,18-8 0 0 0,-22 7 6 0 0,0 0 1 0 0,-1 0-1 0 0,0-1 0 0 0,-1 0 1 0 0,1-1-1 0 0,-2 0 0 0 0,1-1 1 0 0,-1 0-1 0 0,0 0 0 0 0,-1-1 1 0 0,0 0-1 0 0,11-17 0 0 0,0-35 114 0 0,-19 62-94 0 0,1-1-22 0 0,0-3-4 0 0,-1 3 0 0 0,11 56 66 0 0,16 51-8 0 0,-17-85-13 0 0,2-31 2 0 0,1-4-17 0 0,-9 10-29 0 0,5-6 0 0 0,-1 1-1 0 0,1 1 0 0 0,0-1 1 0 0,0 2-1 0 0,1-1 1 0 0,1 1-1 0 0,-1 1 1 0 0,1 0-1 0 0,15-7 1 0 0,-23 13-2 0 0,1 0 0 0 0,-1 0 1 0 0,1 0-1 0 0,-1 1 0 0 0,0-1 1 0 0,1 1-1 0 0,-1 0 0 0 0,0 0 0 0 0,0 0 1 0 0,1 0-1 0 0,-1 0 0 0 0,0 1 1 0 0,0-1-1 0 0,3 3 0 0 0,44 31-36 0 0,-32-21 9 0 0,30 12-1847 0 0,-13-16-3332 0 0,-24-9 2965 0 0</inkml:trace>
</inkml:ink>
</file>

<file path=ppt/ink/ink9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12:24.4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122 0 16 0 0,'0'0'3938'0'0,"-46"30"-327"0"0,36-23-3336 0 0,3-2-114 0 0,0-1-1 0 0,0 1 1 0 0,1 1-1 0 0,0-1 1 0 0,0 1-1 0 0,1 0 1 0 0,-1 0-1 0 0,1 0 1 0 0,-4 8 0 0 0,9-13-146 0 0,0-1 1 0 0,-1 0-1 0 0,1 1 1 0 0,0-1-1 0 0,0 0 1 0 0,0 1-1 0 0,0-1 1 0 0,0 1-1 0 0,0-1 1 0 0,-1 0-1 0 0,1 1 1 0 0,0-1-1 0 0,0 1 1 0 0,0-1-1 0 0,0 0 1 0 0,0 1-1 0 0,1-1 1 0 0,-1 1-1 0 0,0-1 1 0 0,0 0-1 0 0,0 1 1 0 0,0-1-1 0 0,0 0 1 0 0,0 1-1 0 0,1-1 1 0 0,-1 1-1 0 0,0-1 1 0 0,0 0-1 0 0,1 0 1 0 0,-1 1-1 0 0,0-1 1 0 0,0 0-1 0 0,1 1 1 0 0,-1-1-1 0 0,1 0 1 0 0,18 5 250 0 0,34-8-111 0 0,-41 2-68 0 0,103 1 116 0 0,-38 7-6430 0 0,-65-5 3703 0 0</inkml:trace>
</inkml:ink>
</file>

<file path=ppt/ink/ink9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12:27.5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0 474 424 0 0,'84'-71'4225'0'0,"-58"53"-3759"0"0,-2-2-1 0 0,0 0 1 0 0,-1-2-1 0 0,-1 0 1 0 0,-2-2-1 0 0,0 0 1 0 0,-1-1-1 0 0,-2-1 1 0 0,0-1-1 0 0,15-35 1 0 0,-25 49-247 0 0,-1 0 0 0 0,-1-1 1 0 0,0 0-1 0 0,-1 0 0 0 0,-1 0 1 0 0,2-15-1 0 0,-5 28-90 0 0,-4 1-125 0 0,1 1 0 0 0,-1-1 0 0 0,0 1 0 0 0,1 0 0 0 0,-1 0 0 0 0,0 0 0 0 0,1 0 0 0 0,0 1 0 0 0,-1-1 0 0 0,1 1 0 0 0,0 0 0 0 0,0 0 0 0 0,0 0 0 0 0,0 1 0 0 0,0-1 0 0 0,0 1 0 0 0,1-1 0 0 0,-1 1 0 0 0,1 0-1 0 0,0 0 1 0 0,0 0 0 0 0,0 0 0 0 0,0 1 0 0 0,0-1 0 0 0,1 0 0 0 0,-1 1 0 0 0,1-1 0 0 0,0 1 0 0 0,0 0 0 0 0,0-1 0 0 0,1 1 0 0 0,-1 0 0 0 0,1-1 0 0 0,0 1 0 0 0,0 0 0 0 0,0 0 0 0 0,1-1 0 0 0,-1 1 0 0 0,1 0 0 0 0,0-1 0 0 0,0 1 0 0 0,0-1-1 0 0,0 1 1 0 0,4 5 0 0 0,8 7-1 0 0,2-1-1 0 0,0-1 0 0 0,0 0 0 0 0,2 0 1 0 0,33 20-1 0 0,-1 0 0 0 0,-36-24-17 0 0,0-1 1 0 0,1-1 0 0 0,0 0-1 0 0,1 0 1 0 0,0-2 0 0 0,0 0-1 0 0,17 5 1 0 0,-23-9 5 0 0,-1 0-1 0 0,1-1 1 0 0,0 0 0 0 0,0 0-1 0 0,0-1 1 0 0,0 0 0 0 0,0-1-1 0 0,0 0 1 0 0,0 0 0 0 0,-1-1-1 0 0,1 0 1 0 0,0-1 0 0 0,-1 1-1 0 0,9-5 1 0 0,8-5-2 0 0,0-1-1 0 0,-1-1 1 0 0,-1-1-1 0 0,-1-1 1 0 0,0-1 0 0 0,-1-1-1 0 0,0-1 1 0 0,-2 0-1 0 0,30-39 1 0 0,-48 57 10 0 0,1-1 0 0 0,-1 0-1 0 0,1 0 0 0 0,-1 0 1 0 0,1 0-1 0 0,-1 0 0 0 0,0 0 1 0 0,0 0-1 0 0,0 0 1 0 0,0 0-1 0 0,1-4 0 0 0,-3 0-8 0 0,0 4 4 0 0,-4 4 10 0 0,-11 3 2 0 0,1 1 1 0 0,-1 0-1 0 0,1 1 0 0 0,1 1 0 0 0,-21 14 0 0 0,31-20-5 0 0,0 1 1 0 0,0 0-1 0 0,0 0 0 0 0,0 0 1 0 0,0 0-1 0 0,1 1 1 0 0,-1-1-1 0 0,1 1 0 0 0,0 0 1 0 0,0 0-1 0 0,1 0 1 0 0,-1 1-1 0 0,1-1 0 0 0,0 1 1 0 0,0-1-1 0 0,0 1 1 0 0,0-1-1 0 0,1 1 0 0 0,0 0 1 0 0,0 0-1 0 0,1 0 1 0 0,-1 0-1 0 0,1 9 0 0 0,1-11 0 0 0,1 1 0 0 0,-1-1-1 0 0,1 0 1 0 0,-1-1 0 0 0,1 1-1 0 0,0 0 1 0 0,0 0 0 0 0,1-1-1 0 0,-1 1 1 0 0,0-1 0 0 0,1 0-1 0 0,0 1 1 0 0,-1-1 0 0 0,1 0-1 0 0,0-1 1 0 0,0 1 0 0 0,0 0-1 0 0,0-1 1 0 0,0 0 0 0 0,4 1-1 0 0,9 4 5 0 0,-1-1 0 0 0,29 4-1 0 0,0-3-18 0 0,1-2 0 0 0,0-2-1 0 0,0-2 1 0 0,0-2 0 0 0,0-2-1 0 0,-1-2 1 0 0,1-2 0 0 0,-1-2-1 0 0,50-18 1 0 0,-74 21 6 0 0,-1 0-1 0 0,1-1 1 0 0,-1-1-1 0 0,-1-1 1 0 0,0 0-1 0 0,0-2 1 0 0,-1 0-1 0 0,23-21 1 0 0,-38 30 21 0 0,1 0-1 0 0,-1 1 1 0 0,0-1-1 0 0,0 0 1 0 0,0 0 0 0 0,-1 0-1 0 0,1 0 1 0 0,-1-1-1 0 0,0 1 1 0 0,1 0-1 0 0,-1-1 1 0 0,-1 1 0 0 0,1-1-1 0 0,0 1 1 0 0,-1-4-1 0 0,0 5 8 0 0,-13-4 54 0 0,-5 13-53 0 0,1 2 0 0 0,0 0 0 0 0,1 0 0 0 0,0 2 0 0 0,1 0 0 0 0,-28 25 0 0 0,43-36-21 0 0,0 0 1 0 0,0 0-1 0 0,0 0 0 0 0,0 0 1 0 0,0 0-1 0 0,-1 0 0 0 0,1 0 0 0 0,0 0 1 0 0,0 0-1 0 0,0 0 0 0 0,0 0 1 0 0,0 1-1 0 0,0-1 0 0 0,0 0 1 0 0,0 0-1 0 0,0 0 0 0 0,0 0 1 0 0,-1 0-1 0 0,1 0 0 0 0,0 0 0 0 0,0 1 1 0 0,0-1-1 0 0,0 0 0 0 0,0 0 1 0 0,0 0-1 0 0,0 0 0 0 0,0 0 1 0 0,0 0-1 0 0,0 1 0 0 0,0-1 0 0 0,0 0 1 0 0,0 0-1 0 0,0 0 0 0 0,0 0 1 0 0,0 0-1 0 0,0 0 0 0 0,0 1 1 0 0,0-1-1 0 0,0 0 0 0 0,1 0 0 0 0,-1 0 1 0 0,0 0-1 0 0,0 0 0 0 0,0 0 1 0 0,0 0-1 0 0,0 0 0 0 0,0 1 1 0 0,0-1-1 0 0,0 0 0 0 0,0 0 0 0 0,0 0 1 0 0,1 0-1 0 0,-1 0 0 0 0,0 0 1 0 0,0 0-1 0 0,0 0 0 0 0,0 0 1 0 0,0 0-1 0 0,0 0 0 0 0,1 0 0 0 0,13 2 42 0 0,27-4 47 0 0,-30 1-74 0 0,3 0-612 0 0,0 1-1 0 0,1 1 1 0 0,-1 0-1 0 0,0 1 1 0 0,0 0-1 0 0,0 1 1 0 0,18 6-1 0 0,-21-6-2027 0 0,4-1 201 0 0</inkml:trace>
</inkml:ink>
</file>

<file path=ppt/ink/ink9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12:28.3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91 398 696 0 0,'-16'0'2198'0'0,"10"1"-1855"0"0,1-1 0 0 0,0 1 0 0 0,0 1 0 0 0,1-1 1 0 0,-1 0-1 0 0,0 1 0 0 0,0 0 0 0 0,1 0 0 0 0,-8 5 1 0 0,10-6-268 0 0,1 0 1 0 0,0 1 0 0 0,-1-1 0 0 0,1 0-1 0 0,0 0 1 0 0,0 1 0 0 0,0-1 0 0 0,0 0-1 0 0,0 1 1 0 0,0-1 0 0 0,0 1 0 0 0,0 0 0 0 0,0-1-1 0 0,1 1 1 0 0,-1 0 0 0 0,1-1 0 0 0,-1 1-1 0 0,1 0 1 0 0,0-1 0 0 0,0 1 0 0 0,0 0 0 0 0,0 0-1 0 0,0 0 1 0 0,0-1 0 0 0,0 1 0 0 0,0 0-1 0 0,1 0 1 0 0,-1-1 0 0 0,1 1 0 0 0,0 2-1 0 0,0-3-58 0 0,-1-1 0 0 0,1 1-1 0 0,0 0 1 0 0,0-1-1 0 0,-1 1 1 0 0,1 0 0 0 0,0-1-1 0 0,0 1 1 0 0,0-1-1 0 0,0 0 1 0 0,0 1 0 0 0,0-1-1 0 0,0 1 1 0 0,0-1-1 0 0,0 0 1 0 0,0 0 0 0 0,0 0-1 0 0,0 0 1 0 0,0 0-1 0 0,0 0 1 0 0,0 0-1 0 0,0 0 1 0 0,0 0 0 0 0,0 0-1 0 0,1-1 1 0 0,24-5 181 0 0,-20 2-165 0 0,0 0 1 0 0,-1 0 0 0 0,1-1-1 0 0,-1 0 1 0 0,0 0 0 0 0,-1 0-1 0 0,1 0 1 0 0,-1-1 0 0 0,0 1-1 0 0,0-1 1 0 0,2-7 0 0 0,32-71 146 0 0,-33 70-142 0 0,8-20 126 0 0,-2 0-1 0 0,12-56 0 0 0,-17 57-22 0 0,-1 6 323 0 0,-2-1 0 0 0,1-29 0 0 0,-29 79-405 0 0,16-9-44 0 0,1 1 1 0 0,0 0-1 0 0,1 0 0 0 0,0 0 1 0 0,1 1-1 0 0,1 0 1 0 0,1 0-1 0 0,0 1 1 0 0,-3 23-1 0 0,4-14-2 0 0,1 0 0 0 0,1 0 1 0 0,1 0-1 0 0,1 0 0 0 0,7 33 0 0 0,-8-56-12 0 0,0 1-1 0 0,1 0 1 0 0,-1-1 0 0 0,1 1-1 0 0,0-1 1 0 0,0 0-1 0 0,0 1 1 0 0,0-1 0 0 0,0 0-1 0 0,0 1 1 0 0,1-1-1 0 0,-1 0 1 0 0,1 0 0 0 0,0 0-1 0 0,-1 0 1 0 0,1 0-1 0 0,0-1 1 0 0,0 1 0 0 0,0 0-1 0 0,0-1 1 0 0,1 0 0 0 0,-1 1-1 0 0,0-1 1 0 0,1 0-1 0 0,-1 0 1 0 0,0 0 0 0 0,1-1-1 0 0,-1 1 1 0 0,1 0-1 0 0,0-1 1 0 0,-1 0 0 0 0,1 1-1 0 0,-1-1 1 0 0,1 0-1 0 0,-1-1 1 0 0,5 0 0 0 0,9-1-10 0 0,0-2 0 0 0,0 0-1 0 0,0-1 1 0 0,27-12 0 0 0,-8 3 0 0 0,-17 8 0 0 0,1-1-4 0 0,1 1 1 0 0,0 0-1 0 0,30-3 0 0 0,-45 9 11 0 0,0-1-1 0 0,0 1 1 0 0,1 0-1 0 0,-1 0 0 0 0,0 1 1 0 0,0-1-1 0 0,0 1 0 0 0,0 1 1 0 0,0-1-1 0 0,0 0 0 0 0,-1 1 1 0 0,1 0-1 0 0,0 0 0 0 0,-1 1 1 0 0,1-1-1 0 0,-1 1 0 0 0,0 0 1 0 0,0 0-1 0 0,4 5 0 0 0,-7-7 3 0 0,0 0-1 0 0,0 0 1 0 0,0 0 0 0 0,-1 0-1 0 0,1 0 1 0 0,0 0-1 0 0,-1 0 1 0 0,1 1-1 0 0,-1-1 1 0 0,1 0-1 0 0,-1 0 1 0 0,0 1-1 0 0,1-1 1 0 0,-1 0-1 0 0,0 0 1 0 0,0 1-1 0 0,0-1 1 0 0,0 0-1 0 0,0 1 1 0 0,0-1-1 0 0,0 0 1 0 0,-1 1-1 0 0,1 1 1 0 0,-2 0-1 0 0,1 1 1 0 0,-1 0 0 0 0,0 0-1 0 0,0-1 1 0 0,0 1-1 0 0,0-1 1 0 0,-6 6 0 0 0,1-1-9 0 0,0-1 1 0 0,-1 0-1 0 0,0 0 1 0 0,-1-1 0 0 0,-12 8-1 0 0,17-12-271 0 0,-35 16-390 0 0,12-12-5914 0 0,19-6 3937 0 0</inkml:trace>
</inkml:ink>
</file>

<file path=ppt/ink/ink9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12:28.7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192 5 732 0 0,'0'0'2354'0'0,"0"0"-2275"0"0,0 0 0 0 0,0-1 0 0 0,0 1 0 0 0,0 0 0 0 0,0 0 0 0 0,0 0 0 0 0,0 0 0 0 0,0-1 0 0 0,0 1 0 0 0,0 0 0 0 0,0 0 0 0 0,0 0 0 0 0,0-1 0 0 0,-1 1 0 0 0,1 0 0 0 0,0 0 0 0 0,0 0 0 0 0,0 0 0 0 0,0 0 0 0 0,0-1 0 0 0,-1 1 0 0 0,1 0-1 0 0,0 0 1 0 0,0 0 0 0 0,0 0 0 0 0,0 0 0 0 0,-1 0 0 0 0,1 0 0 0 0,0 0 0 0 0,0 0 0 0 0,0 0 0 0 0,-1 0 0 0 0,1 0 0 0 0,0 0 0 0 0,0 0 0 0 0,0 0 0 0 0,-1 0 0 0 0,1 0 0 0 0,0 0 0 0 0,0 0 0 0 0,0 0 0 0 0,-1 0 0 0 0,1 0 0 0 0,0 0 0 0 0,0 0 0 0 0,0 0 0 0 0,-1 0 0 0 0,-21 10 468 0 0,1 1 0 0 0,0 0 0 0 0,0 2 0 0 0,1 0 0 0 0,1 1 0 0 0,0 1 1 0 0,-18 20-1 0 0,37-35-536 0 0,-1 0 0 0 0,1 0 0 0 0,0 1 0 0 0,-1-1 0 0 0,1 0 0 0 0,0 1 0 0 0,-1-1 0 0 0,1 1 0 0 0,0-1 0 0 0,0 0 0 0 0,-1 1 0 0 0,1-1 0 0 0,0 1 0 0 0,0-1 0 0 0,0 1 0 0 0,0-1 0 0 0,0 1 0 0 0,0-1 0 0 0,-1 1 0 0 0,1-1 0 0 0,0 0 0 0 0,0 1 0 0 0,0-1 0 0 0,1 1 0 0 0,-1-1 1 0 0,0 1-1 0 0,0-1 0 0 0,0 1 0 0 0,0-1 0 0 0,0 1 0 0 0,0-1 0 0 0,1 1 0 0 0,-1-1 0 0 0,0 0 0 0 0,1 1 0 0 0,18 6 196 0 0,23-6-39 0 0,6-4-105 0 0,-31 0-174 0 0,0 2 0 0 0,0 0 0 0 0,-1 1 0 0 0,1 1 0 0 0,0 0 0 0 0,0 1 1 0 0,28 8-1 0 0,0 2-5928 0 0,-31-9 3136 0 0</inkml:trace>
</inkml:ink>
</file>

<file path=ppt/ink/ink9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12:29.2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1 116 9121 0 0,'9'-116'2033'0'0,"-15"460"1182"0"0,6-342-3207 0 0,0 0 0 0 0,0 0-1 0 0,0 0 1 0 0,0 0 0 0 0,0 0-1 0 0,0 0 1 0 0,1 0 0 0 0,-1 0-1 0 0,1 0 1 0 0,-1 0-1 0 0,1 0 1 0 0,0 0 0 0 0,-1 0-1 0 0,1 0 1 0 0,0-1 0 0 0,0 1-1 0 0,0 0 1 0 0,1-1 0 0 0,-1 1-1 0 0,0-1 1 0 0,1 1 0 0 0,-1-1-1 0 0,1 0 1 0 0,2 2 0 0 0,1-1 0 0 0,1 0 1 0 0,-1 0 0 0 0,1-1 0 0 0,0 0 0 0 0,0 0 0 0 0,-1-1-1 0 0,11 0 1 0 0,43 0 34 0 0,42 2 5 0 0,-92-1-44 0 0,0 0-1 0 0,0 0 1 0 0,0 1-1 0 0,0 0 0 0 0,-1 1 1 0 0,1 0-1 0 0,-1 1 1 0 0,12 6-1 0 0,-18-10-2 0 0,0 1 1 0 0,0 0-1 0 0,0 1 0 0 0,0-1 0 0 0,0 0 0 0 0,0 1 0 0 0,-1-1 0 0 0,1 1 0 0 0,-1-1 0 0 0,1 1 1 0 0,-1 0-1 0 0,1-1 0 0 0,-1 1 0 0 0,0 0 0 0 0,0 0 0 0 0,0 0 0 0 0,0 0 0 0 0,0 0 0 0 0,0 0 0 0 0,-1 0 1 0 0,1 3-1 0 0,-1-3-1 0 0,0 0 0 0 0,-1 0 1 0 0,1-1-1 0 0,-1 1 0 0 0,0 0 1 0 0,0-1-1 0 0,1 1 1 0 0,-1-1-1 0 0,0 1 0 0 0,0-1 1 0 0,-1 1-1 0 0,1-1 0 0 0,0 0 1 0 0,0 0-1 0 0,-1 1 1 0 0,1-1-1 0 0,0 0 0 0 0,-1 0 1 0 0,1 0-1 0 0,-3 0 0 0 0,-7 5 7 0 0,-1 0 0 0 0,0-2 0 0 0,0 1 0 0 0,-1-1 0 0 0,-21 3 0 0 0,15-4-121 0 0,-64 8 354 0 0,77-10-394 0 0,0-1 1 0 0,0 0-1 0 0,0 0 1 0 0,0-1-1 0 0,0 1 1 0 0,0-1-1 0 0,0-1 1 0 0,0 1-1 0 0,1-1 1 0 0,-11-4 0 0 0,15 6-33 0 0,1-1 0 0 0,-1 1 0 0 0,1 0 0 0 0,-1-1 0 0 0,1 1 0 0 0,-1 0 1 0 0,1-1-1 0 0,-1 1 0 0 0,1-1 0 0 0,-1 1 0 0 0,1-1 0 0 0,0 1 1 0 0,-1-1-1 0 0,1 1 0 0 0,0-1 0 0 0,-1 1 0 0 0,1-1 0 0 0,0 0 0 0 0,0 1 1 0 0,-1-1-1 0 0,1 1 0 0 0,0-1 0 0 0,0 0 0 0 0,0 1 0 0 0,0-1 1 0 0,0 1-1 0 0,0-1 0 0 0,0 0 0 0 0,0 1 0 0 0,0-1 0 0 0,0 0 0 0 0,0 1 1 0 0,1-1-1 0 0,-1 1 0 0 0,0-1 0 0 0,0 0 0 0 0,1 1 0 0 0,-1-1 1 0 0,0 1-1 0 0,1-1 0 0 0,-1 1 0 0 0,1-2 0 0 0,5-4-2783 0 0</inkml:trace>
</inkml:ink>
</file>

<file path=ppt/ink/ink9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12:29.6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 54 584 0 0,'-3'4'401'0'0,"-1"0"0"0"0,1 0-1 0 0,0 0 1 0 0,0 0 0 0 0,0 1 0 0 0,1-1-1 0 0,0 1 1 0 0,0-1 0 0 0,0 1 0 0 0,-2 6 0 0 0,4-10-336 0 0,0 0 0 0 0,-1 0 0 0 0,1 0 1 0 0,0 1-1 0 0,-1-1 0 0 0,1 0 1 0 0,0 0-1 0 0,0 0 0 0 0,0 1 1 0 0,0-1-1 0 0,0 0 0 0 0,1 0 1 0 0,-1 0-1 0 0,0 1 0 0 0,0-1 1 0 0,1 0-1 0 0,-1 0 0 0 0,1 0 0 0 0,-1 0 1 0 0,1 0-1 0 0,-1 0 0 0 0,1 0 1 0 0,0 0-1 0 0,0 0 0 0 0,-1 0 1 0 0,1 0-1 0 0,0 0 0 0 0,0 0 1 0 0,0 0-1 0 0,0-1 0 0 0,0 1 0 0 0,0 0 1 0 0,0-1-1 0 0,0 1 0 0 0,0-1 1 0 0,0 1-1 0 0,0-1 0 0 0,1 1 1 0 0,-1-1-1 0 0,0 0 0 0 0,0 0 1 0 0,0 0-1 0 0,1 0 0 0 0,-1 1 0 0 0,0-1 1 0 0,0-1-1 0 0,0 1 0 0 0,2 0 1 0 0,-2 0 258 0 0,5-1 172 0 0,20-8 594 0 0,-24 4-1035 0 0,0 1 0 0 0,0-1 0 0 0,0 0 0 0 0,-1 0 0 0 0,1 1 0 0 0,-1-1 0 0 0,-1 0 0 0 0,1 0 0 0 0,-1 0 0 0 0,1 0 0 0 0,-2 0 0 0 0,1 0 0 0 0,0 0 0 0 0,-1 0 0 0 0,0 0 0 0 0,0 0 0 0 0,0 0 0 0 0,-1 1 0 0 0,0-1 1 0 0,0 0-1 0 0,0 1 0 0 0,0 0 0 0 0,-1-1 0 0 0,0 1 0 0 0,0 0 0 0 0,0 0 0 0 0,-4-4 0 0 0,7 8-507 0 0,-3 3-1921 0 0,-2 3 1959 0 0,13 4-6175 0 0</inkml:trace>
</inkml:ink>
</file>

<file path=ppt/ink/ink9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12:29.9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78 30 636 0 0,'-4'1'776'0'0,"-3"1"-345"0"0,0 1 0 0 0,0 0 1 0 0,1 0-1 0 0,0 1 0 0 0,0 0 0 0 0,-9 6 0 0 0,14-9-348 0 0,-1 0 0 0 0,1 1 0 0 0,-1-1-1 0 0,1 0 1 0 0,0 0 0 0 0,0 1 0 0 0,-1-1 0 0 0,1 1 0 0 0,0-1-1 0 0,0 1 1 0 0,0 0 0 0 0,1-1 0 0 0,-1 1 0 0 0,0 0 0 0 0,1 0-1 0 0,-1-1 1 0 0,1 1 0 0 0,-1 0 0 0 0,1 0 0 0 0,0 0 0 0 0,0 0-1 0 0,0-1 1 0 0,0 1 0 0 0,0 0 0 0 0,0 0 0 0 0,0 0 0 0 0,1 0-1 0 0,-1 0 1 0 0,1-1 0 0 0,-1 1 0 0 0,1 0 0 0 0,0 0 0 0 0,0-1 0 0 0,1 3-1 0 0,0-2-29 0 0,0 0 0 0 0,0 1-1 0 0,1-1 1 0 0,-1 0-1 0 0,1 0 1 0 0,-1 0-1 0 0,1-1 1 0 0,0 1 0 0 0,0-1-1 0 0,0 1 1 0 0,0-1-1 0 0,0 0 1 0 0,0 0 0 0 0,0 0-1 0 0,0-1 1 0 0,0 1-1 0 0,0-1 1 0 0,1 0 0 0 0,-1 0-1 0 0,0 0 1 0 0,0 0-1 0 0,0 0 1 0 0,1-1-1 0 0,-1 1 1 0 0,5-3 0 0 0,-4 3 7 0 0,-1-1 1 0 0,0 0-1 0 0,0 1 1 0 0,0-2-1 0 0,0 1 1 0 0,0 0 0 0 0,0-1-1 0 0,0 1 1 0 0,0-1-1 0 0,0 0 1 0 0,-1 0 0 0 0,1 0-1 0 0,-1 0 1 0 0,0 0-1 0 0,1-1 1 0 0,-1 1-1 0 0,0-1 1 0 0,0 1 0 0 0,0-1-1 0 0,-1 0 1 0 0,1 0-1 0 0,-1 0 1 0 0,0 0-1 0 0,1 0 1 0 0,0-3 0 0 0,-2 3-19 0 0,0 0 0 0 0,0-1 0 0 0,0 1 0 0 0,0 0 0 0 0,-1 0 0 0 0,1 0 0 0 0,-1 1 0 0 0,0-1 0 0 0,0 0 0 0 0,0 0 0 0 0,0 0 1 0 0,0 0-1 0 0,-1 1 0 0 0,1-1 0 0 0,-1 1 0 0 0,1-1 0 0 0,-1 1 0 0 0,0-1 0 0 0,0 1 0 0 0,0 0 0 0 0,-1 0 0 0 0,-2-2 0 0 0,1 1-275 0 0,0 0-1 0 0,0 1 1 0 0,0 0-1 0 0,0-1 0 0 0,-1 1 1 0 0,1 1-1 0 0,-1-1 1 0 0,1 1-1 0 0,-1 0 1 0 0,0 0-1 0 0,0 0 0 0 0,-7 0 1 0 0,-2 5-6158 0 0</inkml:trace>
</inkml:ink>
</file>

<file path=ppt/ink/ink9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12:30.5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 0 864 0 0,'0'13'8610'0'0,"-6"48"-6198"0"0,-1 19-2183 0 0,3 75 564 0 0,3-155-786 0 0,1 0 0 0 0,0 1 0 0 0,0-1 1 0 0,1 1-1 0 0,-1-1 0 0 0,0 1 0 0 0,0-1 0 0 0,0 1 0 0 0,0-1 1 0 0,0 0-1 0 0,0 1 0 0 0,0-1 0 0 0,1 1 0 0 0,-1-1 0 0 0,0 0 1 0 0,0 1-1 0 0,1-1 0 0 0,-1 1 0 0 0,0-1 0 0 0,1 0 0 0 0,-1 1 1 0 0,0-1-1 0 0,1 0 0 0 0,-1 0 0 0 0,0 1 0 0 0,1-1 0 0 0,-1 0 1 0 0,1 0-1 0 0,-1 0 0 0 0,0 1 0 0 0,1-1 0 0 0,-1 0 0 0 0,1 0 1 0 0,-1 0-1 0 0,1 0 0 0 0,-1 0 0 0 0,1 0 0 0 0,25-5 101 0 0,41-29-113 0 0,-39 20 38 0 0,75-37-27 0 0,-56 26 6 0 0,1 3 0 0 0,55-19-1 0 0,-86 36 114 0 0,-17 5-57 0 0,-24 19 240 0 0,8-1-154 0 0,-9 14 60 0 0,24-30-204 0 0,0 0 0 0 0,0-1-1 0 0,1 1 1 0 0,-1 0-1 0 0,1 0 1 0 0,0 0 0 0 0,0 0-1 0 0,-1 0 1 0 0,1-1 0 0 0,0 1-1 0 0,0 0 1 0 0,1 0-1 0 0,-1 0 1 0 0,0 0 0 0 0,1 0-1 0 0,-1-1 1 0 0,1 1-1 0 0,0 0 1 0 0,-1 0 0 0 0,1-1-1 0 0,1 3 1 0 0,5 8 9 0 0,0 0-1 0 0,1-1 1 0 0,1 0 0 0 0,0 0-1 0 0,0-1 1 0 0,12 10 0 0 0,8 3-2362 0 0,6-2-3532 0 0,-20-13 2304 0 0</inkml:trace>
</inkml:ink>
</file>

<file path=ppt/ink/ink9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12:32.6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 61 896 0 0,'-2'-4'1205'0'0,"0"0"0"0"0,0 0-1 0 0,1 1 1 0 0,0-1 0 0 0,-1 0 0 0 0,1 0 0 0 0,0-7-1 0 0,-4-11 3407 0 0,4 21-4103 0 0,7 3-3553 0 0,2 2 2228 0 0,6 1-534 0 0,1-1-2722 0 0,-4-2 490 0 0</inkml:trace>
</inkml:ink>
</file>

<file path=ppt/ink/ink9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12:40.1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1 647 492 0 0,'13'-13'927'0'0,"18"-12"194"0"0,-2-2-1 0 0,-2-1 1 0 0,0-2 0 0 0,38-54 0 0 0,-45 52-736 0 0,72-127 1214 0 0,-78 132-1345 0 0,2-3 215 0 0,21-59-1 0 0,-28 66-252 0 0,-7 18-142 0 0,0 1 0 0 0,0-1 0 0 0,0 0 0 0 0,0 0-1 0 0,-1 0 1 0 0,1 0 0 0 0,-2 0 0 0 0,1 0 0 0 0,0 0 0 0 0,-1 0 0 0 0,0-1 0 0 0,0 1 0 0 0,-2-9-1 0 0,2 14-31 0 0,-3-1-33 0 0,1 1 0 0 0,-1 1 0 0 0,1-1 0 0 0,-1 0 0 0 0,0 1 0 0 0,1-1-1 0 0,-1 1 1 0 0,1 0 0 0 0,-1-1 0 0 0,1 1 0 0 0,0 1 0 0 0,-1-1 0 0 0,1 0 0 0 0,0 0 0 0 0,0 1 0 0 0,0 0 0 0 0,0-1 0 0 0,0 1 0 0 0,0 0 0 0 0,0 0 0 0 0,0 0 0 0 0,1 0 0 0 0,-1 0 0 0 0,1 0 0 0 0,-2 3 0 0 0,2-1-5 0 0,-1-1 1 0 0,1 1-1 0 0,1-1 0 0 0,-1 0 1 0 0,0 1-1 0 0,1-1 1 0 0,0 1-1 0 0,0 0 0 0 0,0-1 1 0 0,0 1-1 0 0,0-1 0 0 0,1 1 1 0 0,-1-1-1 0 0,1 1 1 0 0,0-1-1 0 0,0 0 0 0 0,3 7 1 0 0,6 5 3 0 0,0-1 1 0 0,1 0 0 0 0,0 0-1 0 0,1-1 1 0 0,0 0-1 0 0,1-1 1 0 0,1-1 0 0 0,17 12-1 0 0,20 19 24 0 0,-49-40-31 0 0,11 10 11 0 0,0-1 0 0 0,0 0 0 0 0,26 15 0 0 0,-33-24-11 0 0,-1 1 0 0 0,1-1 0 0 0,1 0 0 0 0,-1 0 0 0 0,0 0 0 0 0,0-1 0 0 0,1 0 0 0 0,-1 0 0 0 0,1-1-1 0 0,-1 0 1 0 0,1 0 0 0 0,-1 0 0 0 0,9-2 0 0 0,11-2-4 0 0,0-2 0 0 0,-1 0 1 0 0,48-20-1 0 0,-60 20 1 0 0,-1 0 1 0 0,1-1 0 0 0,-2 0-1 0 0,1-1 1 0 0,-1 0-1 0 0,0-1 1 0 0,-1 0 0 0 0,0-1-1 0 0,11-14 1 0 0,-19 22 3 0 0,0 0 0 0 0,0 1 0 0 0,-1-1 0 0 0,1 0 0 0 0,-1 1 0 0 0,1-1 0 0 0,-1 0-1 0 0,0 0 1 0 0,0 0 0 0 0,0 0 0 0 0,0 0 0 0 0,0 0 0 0 0,0-1 0 0 0,-1 1 0 0 0,1 0 0 0 0,-1 0 0 0 0,1-1 0 0 0,-1 1 0 0 0,0 0-1 0 0,0-1 1 0 0,0 1 0 0 0,0 0 0 0 0,0 0 0 0 0,-1-1 0 0 0,1 1 0 0 0,-1 0 0 0 0,-1-4 0 0 0,1 5-1 0 0,0 0 0 0 0,-1 1 0 0 0,1-1 0 0 0,-1 1 1 0 0,1 0-1 0 0,0-1 0 0 0,-1 1 0 0 0,1 0 0 0 0,-1 0 0 0 0,1 0 1 0 0,-1 0-1 0 0,1 0 0 0 0,-1 0 0 0 0,1 0 0 0 0,0 1 0 0 0,-1-1 0 0 0,1 1 1 0 0,-1-1-1 0 0,1 1 0 0 0,0-1 0 0 0,-1 1 0 0 0,-1 1 0 0 0,-5 1 1 0 0,0 0-1 0 0,1 1 0 0 0,-1 0 0 0 0,1 0 0 0 0,0 0 0 0 0,0 1 0 0 0,0 0 1 0 0,1 1-1 0 0,0-1 0 0 0,0 1 0 0 0,-10 13 0 0 0,14-17 0 0 0,1 0 0 0 0,-1 0 0 0 0,1 1 0 0 0,0-1 0 0 0,0 0 0 0 0,0 1 0 0 0,0-1 0 0 0,0 1 0 0 0,0-1 0 0 0,1 1-1 0 0,-1 0 1 0 0,1-1 0 0 0,-1 1 0 0 0,1 0 0 0 0,0-1 0 0 0,0 1 0 0 0,1-1 0 0 0,-1 1 0 0 0,0 0 0 0 0,1-1 0 0 0,-1 1 0 0 0,1-1 0 0 0,0 1 0 0 0,0-1 0 0 0,0 1-1 0 0,0-1 1 0 0,1 0 0 0 0,-1 1 0 0 0,1-1 0 0 0,-1 0 0 0 0,1 0 0 0 0,0 0 0 0 0,-1 0 0 0 0,1 0 0 0 0,0 0 0 0 0,1-1 0 0 0,-1 1 0 0 0,0-1 0 0 0,0 0-1 0 0,4 3 1 0 0,6 1 3 0 0,-1 1-1 0 0,1-2 0 0 0,1 1 0 0 0,-1-2 0 0 0,0 1 0 0 0,1-2 0 0 0,0 0 0 0 0,-1 0 0 0 0,18-1 0 0 0,5 0-26 0 0,0-3-1 0 0,39-5 0 0 0,-64 5 13 0 0,28-3-58 0 0,45-13 1 0 0,-74 16 56 0 0,1-1-1 0 0,-1-1 1 0 0,0 0 0 0 0,0 0 0 0 0,0 0 0 0 0,0-1-1 0 0,-1-1 1 0 0,0 1 0 0 0,15-14 0 0 0,-16 13 11 0 0,-5 5 1 0 0,-1 0 0 0 0,1-1-1 0 0,-1 1 1 0 0,1 0 0 0 0,-1 0-1 0 0,1-1 1 0 0,-1 1 0 0 0,0-1-1 0 0,0 1 1 0 0,0-1 0 0 0,0 0-1 0 0,0 1 1 0 0,0-1 0 0 0,0 0-1 0 0,0 0 1 0 0,-1 1 0 0 0,1-1-1 0 0,-1 0 1 0 0,1 0 0 0 0,-1-2-1 0 0,0 3-3 0 0,-2-2-7 0 0,0-4 10 0 0,-20 8-9 0 0,13 0 8 0 0,1 1 1 0 0,0 0-1 0 0,0 0 1 0 0,0 1-1 0 0,-11 5 1 0 0,16-6 5 0 0,0-1 0 0 0,1 1 0 0 0,-1-1 1 0 0,1 1-1 0 0,-1 0 0 0 0,1 0 1 0 0,0 0-1 0 0,0 0 0 0 0,0 1 0 0 0,0-1 1 0 0,0 0-1 0 0,0 1 0 0 0,0 0 1 0 0,1-1-1 0 0,0 1 0 0 0,-1 0 0 0 0,1 0 1 0 0,0 0-1 0 0,0-1 0 0 0,0 5 0 0 0,1-5 1 0 0,1 0 0 0 0,-1-1 0 0 0,1 1-1 0 0,0 0 1 0 0,0-1 0 0 0,0 1 0 0 0,-1-1-1 0 0,1 1 1 0 0,1-1 0 0 0,-1 1 0 0 0,0-1 0 0 0,0 1-1 0 0,1-1 1 0 0,-1 0 0 0 0,0 0 0 0 0,1 0-1 0 0,-1 0 1 0 0,1 0 0 0 0,0 0 0 0 0,-1 0-1 0 0,1-1 1 0 0,0 1 0 0 0,-1 0 0 0 0,1-1-1 0 0,0 1 1 0 0,0-1 0 0 0,-1 0 0 0 0,4 0-1 0 0,54 10-530 0 0,-23-7-438 0 0,37 0-4984 0 0,-55-5 3404 0 0</inkml:trace>
</inkml:ink>
</file>

<file path=ppt/ink/ink9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12:40.8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75 332 716 0 0,'0'0'717'0'0,"-12"-10"3335"0"0,8 11-3875 0 0,0-1 0 0 0,1 1 0 0 0,-1 0-1 0 0,1 0 1 0 0,-1 0 0 0 0,1 0 0 0 0,-1 0 0 0 0,1 1-1 0 0,0 0 1 0 0,-1 0 0 0 0,-4 3 0 0 0,7-3-123 0 0,-1-1 0 0 0,1 1 1 0 0,0-1-1 0 0,-1 1 0 0 0,1-1 0 0 0,0 1 0 0 0,0 0 1 0 0,0-1-1 0 0,1 1 0 0 0,-1 0 0 0 0,0 0 1 0 0,0 0-1 0 0,1-1 0 0 0,0 1 0 0 0,-1 0 1 0 0,1 0-1 0 0,0 0 0 0 0,0 0 0 0 0,0 0 0 0 0,0 0 1 0 0,0 0-1 0 0,0 0 0 0 0,0 0 0 0 0,1 0 1 0 0,0 2-1 0 0,-1-3-37 0 0,1 0 0 0 0,-1 0 1 0 0,0 0-1 0 0,0 0 0 0 0,1 0 0 0 0,-1 0 1 0 0,1 0-1 0 0,-1 0 0 0 0,1 0 0 0 0,-1 0 1 0 0,1 0-1 0 0,0-1 0 0 0,-1 1 0 0 0,1 0 1 0 0,0 0-1 0 0,0-1 0 0 0,-1 1 0 0 0,1 0 1 0 0,0-1-1 0 0,0 1 0 0 0,0-1 1 0 0,0 1-1 0 0,0-1 0 0 0,0 0 0 0 0,0 1 1 0 0,2-1-1 0 0,-1 0 0 0 0,0 0 1 0 0,1 0-1 0 0,-1 0 0 0 0,0 0 1 0 0,1-1-1 0 0,-1 1 0 0 0,0-1 1 0 0,0 0-1 0 0,0 0 0 0 0,0 0 1 0 0,4-2-1 0 0,3-3 16 0 0,1 0 1 0 0,-1-1-1 0 0,15-14 1 0 0,-16 12-21 0 0,0 0-1 0 0,-1-1 1 0 0,0 0-1 0 0,-1-1 1 0 0,0 1 0 0 0,0-1-1 0 0,-1 0 1 0 0,-1-1-1 0 0,0 1 1 0 0,0-1 0 0 0,2-17-1 0 0,0-6 211 0 0,-2 0 0 0 0,0-60-1 0 0,-11 45 921 0 0,7 49-923 0 0,-3 4-180 0 0,-2 2-20 0 0,0 1-1 0 0,0 0 1 0 0,1 0-1 0 0,0 1 1 0 0,0-1-1 0 0,0 1 1 0 0,1 0-1 0 0,0 0 1 0 0,1 0-1 0 0,0 0 1 0 0,-3 12-1 0 0,-14 92 104 0 0,18-106-115 0 0,0 16 12 0 0,0 0 1 0 0,1 1-1 0 0,1-1 1 0 0,6 28-1 0 0,-7-48-17 0 0,0 0 0 0 0,1 0 0 0 0,-1 0 0 0 0,0 0 0 0 0,1 0-1 0 0,0 0 1 0 0,-1 0 0 0 0,1 0 0 0 0,-1 0 0 0 0,1 0 0 0 0,0 0-1 0 0,0 0 1 0 0,0 0 0 0 0,-1-1 0 0 0,1 1 0 0 0,0 0 0 0 0,0 0-1 0 0,0-1 1 0 0,0 1 0 0 0,0-1 0 0 0,0 1 0 0 0,0-1 0 0 0,0 0-1 0 0,0 1 1 0 0,1-1 0 0 0,-1 0 0 0 0,0 1 0 0 0,0-1 0 0 0,0 0-1 0 0,0 0 1 0 0,0 0 0 0 0,1 0 0 0 0,-1 0 0 0 0,1-1 0 0 0,48-8 45 0 0,-40 6-43 0 0,38-11 9 0 0,-33 9-13 0 0,0 0 0 0 0,0 1 0 0 0,1 0 0 0 0,-1 1 0 0 0,1 1 0 0 0,0 0 0 0 0,0 1 0 0 0,0 1 0 0 0,20 3 0 0 0,-34-3 0 0 0,-1 0-1 0 0,1 0 0 0 0,-1 1 1 0 0,1-1-1 0 0,-1 1 0 0 0,1-1 1 0 0,-1 1-1 0 0,1-1 0 0 0,-1 1 1 0 0,0 0-1 0 0,1 0 0 0 0,-1 0 1 0 0,0 0-1 0 0,0 0 1 0 0,1 0-1 0 0,-1 0 0 0 0,0 0 1 0 0,0 1-1 0 0,0-1 0 0 0,0 0 1 0 0,-1 1-1 0 0,1-1 0 0 0,0 0 1 0 0,0 4-1 0 0,0-3 4 0 0,-1 1-1 0 0,0-1 1 0 0,0 1-1 0 0,-1-1 1 0 0,1 1-1 0 0,0-1 1 0 0,-1 1-1 0 0,0-1 1 0 0,1 1-1 0 0,-1-1 1 0 0,0 0-1 0 0,0 1 1 0 0,-3 3-1 0 0,-4 6 22 0 0,-1 0 0 0 0,0 0 0 0 0,-20 19 0 0 0,29-30-25 0 0,-48 45-2927 0 0</inkml:trace>
</inkml:ink>
</file>

<file path=ppt/ink/ink9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12:41.3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177 25 88 0 0,'5'-14'2848'0'0,"-5"14"-2719"0"0,0 0 0 0 0,0 0-1 0 0,0 0 1 0 0,1 0-1 0 0,-1-1 1 0 0,0 1 0 0 0,0 0-1 0 0,0 0 1 0 0,0 0-1 0 0,0-1 1 0 0,1 1 0 0 0,-1 0-1 0 0,0 0 1 0 0,0-1-1 0 0,0 1 1 0 0,0 0 0 0 0,0 0-1 0 0,0-1 1 0 0,0 1-1 0 0,0 0 1 0 0,0 0 0 0 0,0-1-1 0 0,0 1 1 0 0,0 0-1 0 0,0 0 1 0 0,0-1 0 0 0,0 1-1 0 0,0 0 1 0 0,0 0-1 0 0,0-1 1 0 0,0 1 0 0 0,0 0-1 0 0,-1 0 1 0 0,1-1-1 0 0,0 1 1 0 0,0 0 0 0 0,0 0-1 0 0,0 0 1 0 0,-1-1-1 0 0,1 1 1 0 0,0 0 0 0 0,0 0-1 0 0,0 0 1 0 0,-1-1-1 0 0,1 1 1 0 0,0 0 0 0 0,0 0-1 0 0,0 0 1 0 0,-1 0-1 0 0,1 0 1 0 0,-1 0 0 0 0,-21 8 411 0 0,-1 2 1 0 0,-36 22-1 0 0,53-30-444 0 0,1 2-1 0 0,0-1 1 0 0,-1 1 0 0 0,1 0-1 0 0,1 0 1 0 0,-1 0 0 0 0,0 0 0 0 0,1 1-1 0 0,0 0 1 0 0,0 0 0 0 0,1 0-1 0 0,-1 1 1 0 0,1-1 0 0 0,0 1-1 0 0,0-1 1 0 0,-3 12 0 0 0,6-16-79 0 0,0 1 1 0 0,1-1-1 0 0,-1 1 1 0 0,0-1-1 0 0,0 0 1 0 0,1 1-1 0 0,-1-1 1 0 0,1 1-1 0 0,-1-1 1 0 0,1 0-1 0 0,0 0 1 0 0,-1 1-1 0 0,1-1 1 0 0,0 0-1 0 0,0 0 1 0 0,0 0-1 0 0,0 0 0 0 0,0 0 1 0 0,0 0-1 0 0,0 0 1 0 0,0 0-1 0 0,1 0 1 0 0,-1 0-1 0 0,0-1 1 0 0,0 1-1 0 0,1-1 1 0 0,-1 1-1 0 0,1-1 1 0 0,-1 1-1 0 0,0-1 1 0 0,1 0-1 0 0,-1 1 1 0 0,1-1-1 0 0,-1 0 1 0 0,1 0-1 0 0,-1 0 1 0 0,2 0-1 0 0,65-1 148 0 0,-57 0-124 0 0,98 2 31 0 0,-73 1-2449 0 0,-1 0-3552 0 0,-23-2 2833 0 0</inkml:trace>
</inkml:ink>
</file>

<file path=ppt/ink/ink9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12:41.8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35 376 396 0 0,'-2'0'270'0'0,"0"0"-1"0"0,1 0 1 0 0,-1 0 0 0 0,1-1 0 0 0,-1 1-1 0 0,1-1 1 0 0,-1 1 0 0 0,1-1 0 0 0,0 0-1 0 0,-1 1 1 0 0,1-1 0 0 0,0 0 0 0 0,-1 0-1 0 0,1 0 1 0 0,0 0 0 0 0,0 0-1 0 0,0 0 1 0 0,0-1 0 0 0,0 1 0 0 0,0 0-1 0 0,0 0 1 0 0,0-1 0 0 0,0 1 0 0 0,0-3-1 0 0,0 1-3 0 0,0 0-1 0 0,1 0 0 0 0,0 0 0 0 0,-1-1 1 0 0,1 1-1 0 0,0 0 0 0 0,1 0 1 0 0,-1 0-1 0 0,0-1 0 0 0,1 1 0 0 0,1-4 1 0 0,2-6 81 0 0,1 0 1 0 0,1 1-1 0 0,0-1 0 0 0,10-15 1 0 0,1 7-202 0 0,1 2 1 0 0,1 0-1 0 0,0 2 0 0 0,1 0 1 0 0,1 1-1 0 0,34-20 1 0 0,-32 21-60 0 0,1 2 1 0 0,0 0 0 0 0,27-9-1 0 0,-38 17-19 0 0,0 1-1 0 0,1 0 1 0 0,-1 1-1 0 0,1 0 1 0 0,0 1-1 0 0,-1 0 1 0 0,26 1-1 0 0,-35 1-51 0 0,1 1 0 0 0,0-1 0 0 0,0 1 0 0 0,0 0 0 0 0,0 0 0 0 0,-1 0 0 0 0,1 1 0 0 0,-1 0 0 0 0,1-1 0 0 0,-1 2 0 0 0,1-1 0 0 0,-1 0 0 0 0,0 1 0 0 0,0 0 0 0 0,0 0 0 0 0,-1 0 0 0 0,1 1 1 0 0,-1-1-1 0 0,0 1 0 0 0,0-1 0 0 0,0 1 0 0 0,0 0 0 0 0,0 1 0 0 0,-1-1 0 0 0,0 0 0 0 0,0 1 0 0 0,0-1 0 0 0,0 1 0 0 0,-1-1 0 0 0,0 1 0 0 0,0 0 0 0 0,0 0 0 0 0,-1 0 0 0 0,1-1 0 0 0,-1 1 0 0 0,-1 6 0 0 0,1-3-5 0 0,-1 1 1 0 0,0-1 0 0 0,0 1-1 0 0,-1-1 1 0 0,-1 1 0 0 0,1-1 0 0 0,-1 0-1 0 0,0 0 1 0 0,-1-1 0 0 0,0 1-1 0 0,0-1 1 0 0,-1 1 0 0 0,0-1-1 0 0,0-1 1 0 0,-1 1 0 0 0,0-1-1 0 0,0 0 1 0 0,0 0 0 0 0,-13 9-1 0 0,-16 0 41 0 0,22-14 3 0 0,21-12-48 0 0,-1 8-120 0 0,-1 0 0 0 0,0 1 1 0 0,1-1-1 0 0,0 1 0 0 0,0 1 0 0 0,0-1 1 0 0,0 1-1 0 0,0 0 0 0 0,14 1 1 0 0,-2-2-294 0 0,52 0-1623 0 0,7-2-4959 0 0,-66 2 4531 0 0</inkml:trace>
</inkml:ink>
</file>

<file path=ppt/ink/ink9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12:42.1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114 19 872 0 0,'5'-19'4294'0'0,"-12"25"-624"0"0,-15 31-1638 0 0,14-13-1557 0 0,0 1 1 0 0,2 0 0 0 0,-5 43 0 0 0,-2 11 56 0 0,8-50-416 0 0,-6 24-835 0 0,10-51 365 0 0,0 1 1 0 0,0 0-1 0 0,-1 0 1 0 0,1-1-1 0 0,-1 1 1 0 0,0 0-1 0 0,0-1 1 0 0,0 0-1 0 0,-2 3 1 0 0,-6-1-4187 0 0</inkml:trace>
</inkml:ink>
</file>

<file path=ppt/ink/ink9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12:42.6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90 608 0 0,'327'-64'9784'0'0,"-319"64"-7586"0"0,-12 6-1392 0 0,3-5-793 0 0,-1 0 0 0 0,1 0 0 0 0,0 0 0 0 0,0 1 0 0 0,-1-1 0 0 0,1 0 0 0 0,0 1 0 0 0,0-1 0 0 0,1 1 0 0 0,-1-1 0 0 0,0 1 1 0 0,0 0-1 0 0,1-1 0 0 0,-1 1 0 0 0,1-1 0 0 0,-1 1 0 0 0,1 0 0 0 0,0 0 0 0 0,0-1 0 0 0,0 1 0 0 0,0 0 0 0 0,0 0 0 0 0,0-1 0 0 0,0 1 0 0 0,0 0 1 0 0,2 2-1 0 0,-1-1-3 0 0,0-1 1 0 0,1 1 0 0 0,0-1 0 0 0,-1 0-1 0 0,1 0 1 0 0,0 0 0 0 0,0 0 0 0 0,0 0-1 0 0,0 0 1 0 0,1 0 0 0 0,-1 0 0 0 0,0-1-1 0 0,1 0 1 0 0,-1 1 0 0 0,1-1 0 0 0,0 0-1 0 0,-1 0 1 0 0,1 0 0 0 0,0 0 0 0 0,0-1-1 0 0,-1 1 1 0 0,1-1 0 0 0,0 0-1 0 0,0 0 1 0 0,0 0 0 0 0,0 0 0 0 0,-1 0-1 0 0,1 0 1 0 0,0-1 0 0 0,0 0 0 0 0,-1 1-1 0 0,1-1 1 0 0,0 0 0 0 0,-1 0 0 0 0,4-2-1 0 0,-4 2-5 0 0,0 0-1 0 0,0 0 1 0 0,0 0-1 0 0,0 0 0 0 0,0 0 1 0 0,-1-1-1 0 0,1 1 1 0 0,0-1-1 0 0,-1 1 0 0 0,1-1 1 0 0,-1 1-1 0 0,1-1 1 0 0,-1 0-1 0 0,0 0 0 0 0,0 1 1 0 0,0-1-1 0 0,0 0 1 0 0,0 0-1 0 0,0 0 1 0 0,-1 0-1 0 0,1-1 0 0 0,-1 1 1 0 0,1 0-1 0 0,-1 0 1 0 0,0 0-1 0 0,0 0 0 0 0,0 0 1 0 0,0-1-1 0 0,0 1 1 0 0,0 0-1 0 0,0 0 0 0 0,-1 0 1 0 0,1 0-1 0 0,-1 0 1 0 0,0 0-1 0 0,0-1 0 0 0,0 2 1 0 0,0-1-1 0 0,0 0 1 0 0,0 0-1 0 0,0 0 0 0 0,0 0 1 0 0,-1 1-1 0 0,1-1 1 0 0,-3-2-1 0 0,2 2-78 0 0,-1 1 0 0 0,1-1 1 0 0,0 0-1 0 0,-1 1 0 0 0,0-1 1 0 0,1 1-1 0 0,-1 0 0 0 0,0 0 0 0 0,1 0 1 0 0,-1 0-1 0 0,0 1 0 0 0,-4-1 0 0 0,4 0-537 0 0,0 0 0 0 0,0 1 0 0 0,-1 0 0 0 0,1 0 0 0 0,0 0 0 0 0,-1 0 0 0 0,1 1 0 0 0,0-1 0 0 0,-7 3 0 0 0</inkml:trace>
</inkml:ink>
</file>

<file path=ppt/ink/ink9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12:42.9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0 640 0 0,'6'3'508'0'0,"-1"0"0"0"0,1 0-1 0 0,-1 0 1 0 0,0 1 0 0 0,0 0-1 0 0,-1 0 1 0 0,1 0 0 0 0,-1 1 0 0 0,0-1-1 0 0,0 1 1 0 0,0 0 0 0 0,-1 1 0 0 0,1-1-1 0 0,-1 0 1 0 0,-1 1 0 0 0,1 0-1 0 0,-1-1 1 0 0,0 1 0 0 0,0 0 0 0 0,0 0-1 0 0,-1 0 1 0 0,1 13 0 0 0,2-24-678 0 0,0-1 0 0 0,0 2 1 0 0,0-1-1 0 0,1 1 0 0 0,-1-1 0 0 0,1 1 1 0 0,1 0-1 0 0,-1 1 0 0 0,6-4 0 0 0,59-34-6694 0 0,-58 35 4748 0 0</inkml:trace>
</inkml:ink>
</file>

<file path=ppt/ink/ink9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12:43.3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46 31 1852 0 0,'12'-4'232'0'0,"-8"5"2851"0"0,-3 1-2978 0 0,1 0 1 0 0,-1 1-1 0 0,1-1 0 0 0,0 0 0 0 0,-1 0 1 0 0,1 0-1 0 0,0 0 0 0 0,0-1 0 0 0,0 1 0 0 0,0 0 1 0 0,1-1-1 0 0,-1 1 0 0 0,0-1 0 0 0,1 0 1 0 0,-1 0-1 0 0,0 0 0 0 0,1 0 0 0 0,0 0 0 0 0,-1-1 1 0 0,1 1-1 0 0,-1-1 0 0 0,1 1 0 0 0,0-1 1 0 0,-1 0-1 0 0,1 0 0 0 0,0 0 0 0 0,-1-1 1 0 0,5 0-1 0 0,-1-1-27 0 0,0-1 0 0 0,0 1 0 0 0,0-1 0 0 0,0 0 0 0 0,0-1 0 0 0,0 0 0 0 0,-1 0 0 0 0,0 0 0 0 0,0 0 0 0 0,0-1 0 0 0,0 0 0 0 0,5-8 1 0 0,-9 12-35 0 0,9 0 194 0 0,-9 20-60 0 0,-1 1 0 0 0,-1-1 0 0 0,-1 1 1 0 0,0-1-1 0 0,-1 1 0 0 0,-12 35 0 0 0,-7 47 306 0 0,13-47-181 0 0,-23 79-1 0 0,9-46-68 0 0,21-79-214 0 0,-3 16 83 0 0,-2 0-1 0 0,0 0 1 0 0,-2-1-1 0 0,-21 44 1 0 0,30-68-90 0 0,0 1 0 0 0,-1 0-1 0 0,1 0 1 0 0,-1 0 0 0 0,0 0-1 0 0,1 0 1 0 0,-1-1 0 0 0,1 1 0 0 0,-1 0-1 0 0,0-1 1 0 0,0 1 0 0 0,1 0-1 0 0,-1-1 1 0 0,0 1 0 0 0,0-1-1 0 0,0 1 1 0 0,0-1 0 0 0,0 0 0 0 0,0 1-1 0 0,0-1 1 0 0,0 0 0 0 0,0 1-1 0 0,1-1 1 0 0,-1 0 0 0 0,0 0 0 0 0,0 0-1 0 0,0 0 1 0 0,0 0 0 0 0,0 0-1 0 0,0 0 1 0 0,0 0 0 0 0,0-1 0 0 0,0 1-1 0 0,0 0 1 0 0,0-1 0 0 0,0 1-1 0 0,0 0 1 0 0,0-1 0 0 0,-1 0 0 0 0,0-1 5 0 0,1 1-1 0 0,-1 0 1 0 0,1 0 0 0 0,0-1 0 0 0,0 1 0 0 0,0 0 0 0 0,0-1 0 0 0,0 1 0 0 0,0-1 0 0 0,0 0 0 0 0,0 1 0 0 0,1-1 0 0 0,-1 0 0 0 0,1 1 0 0 0,-1-1 0 0 0,1 0 0 0 0,0 0 0 0 0,-1 1 0 0 0,1-1 0 0 0,0 0 0 0 0,0-3 0 0 0,2-13-17 0 0,1 0 0 0 0,1 0-1 0 0,0 1 1 0 0,1-1 0 0 0,1 1-1 0 0,0 0 1 0 0,2 0 0 0 0,12-21-1 0 0,64-87-2481 0 0,-19 48-3295 0 0,-38 48 2808 0 0</inkml:trace>
</inkml:ink>
</file>

<file path=ppt/ink/ink9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12:43.9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156 72 248 0 0,'-3'-10'1452'0'0,"1"0"0"0"0,0 0 0 0 0,1 0 0 0 0,0 0 0 0 0,0-11 1524 0 0,-3 25-2815 0 0,0 0 1 0 0,1 0-1 0 0,-1 0 1 0 0,1 1-1 0 0,0 0 1 0 0,0-1-1 0 0,1 1 1 0 0,0 0-1 0 0,-1 1 1 0 0,-2 9-1 0 0,-6 10 111 0 0,-2 5 11 0 0,0 0-1 0 0,-12 44 0 0 0,1 0 124 0 0,23-70-336 0 0,-1 0-1 0 0,0 0 1 0 0,0 0-1 0 0,0 0 1 0 0,-1 0-1 0 0,1 0 1 0 0,-1 0-1 0 0,-3 3 1 0 0,5-7 242 0 0,2-2-297 0 0,0 0 0 0 0,0 0 0 0 0,0 0 0 0 0,0 0-1 0 0,0 0 1 0 0,1 1 0 0 0,-1-1 0 0 0,0 0-1 0 0,1 1 1 0 0,0-1 0 0 0,-1 1 0 0 0,1-1 0 0 0,0 1-1 0 0,0 0 1 0 0,0-1 0 0 0,2 0 0 0 0,32-17 73 0 0,-29 15-87 0 0,1 2 0 0 0,-1-1 0 0 0,0 1 1 0 0,1 0-1 0 0,-1 1 0 0 0,16-2 0 0 0,-20 3-8 0 0,-1 1 1 0 0,0-1-1 0 0,1 0 1 0 0,-1 0-1 0 0,1 1 0 0 0,-1 0 1 0 0,0-1-1 0 0,0 1 0 0 0,1 0 1 0 0,-1 0-1 0 0,0 0 0 0 0,0 0 1 0 0,0 1-1 0 0,0-1 0 0 0,0 0 1 0 0,0 1-1 0 0,0-1 0 0 0,-1 1 1 0 0,1 0-1 0 0,-1 0 0 0 0,1 0 1 0 0,-1 0-1 0 0,1 0 0 0 0,-1 0 1 0 0,0 0-1 0 0,1 4 0 0 0,-1-5 1 0 0,0 1 1 0 0,-1-1-1 0 0,0 1 0 0 0,1-1 0 0 0,-1 1 0 0 0,0-1 0 0 0,0 0 0 0 0,0 1 0 0 0,0-1 0 0 0,0 1 0 0 0,0-1 0 0 0,0 1 0 0 0,0-1 1 0 0,-1 1-1 0 0,1-1 0 0 0,0 1 0 0 0,-1-1 0 0 0,1 0 0 0 0,-1 1 0 0 0,0-1 0 0 0,0 0 0 0 0,-1 3 0 0 0,0-2 4 0 0,-1 1-1 0 0,1 0 1 0 0,-1-1 0 0 0,0 1-1 0 0,0-1 1 0 0,0 0 0 0 0,0 0-1 0 0,0 0 1 0 0,-5 1-1 0 0,4 0-25 0 0,-1-1-1 0 0,0-1 0 0 0,1 1 0 0 0,-1-1 0 0 0,0 0 0 0 0,0 0 0 0 0,0 0 1 0 0,0 0-1 0 0,0-1 0 0 0,0 0 0 0 0,0 0 0 0 0,1 0 0 0 0,-1-1 0 0 0,-7-1 1 0 0,-1-6-1026 0 0,13 8 825 0 0,-1 0 1 0 0,1-1-1 0 0,-1 1 1 0 0,1-1-1 0 0,-1 1 1 0 0,1-1 0 0 0,-1 1-1 0 0,1-1 1 0 0,0 1-1 0 0,-1-1 1 0 0,1 1-1 0 0,0-1 1 0 0,-1 1-1 0 0,1-1 1 0 0,0 0 0 0 0,0 1-1 0 0,0-1 1 0 0,0 1-1 0 0,-1-1 1 0 0,1 0-1 0 0,0 1 1 0 0,0-1-1 0 0,0 0 1 0 0,0 1 0 0 0,0-1-1 0 0,1 0 1 0 0,-1 1-1 0 0,0-1 1 0 0,0 1-1 0 0,0-1 1 0 0,0 0-1 0 0,1 1 1 0 0,-1-1 0 0 0,1 0-1 0 0,3-7-2724 0 0</inkml:trace>
</inkml:ink>
</file>

<file path=ppt/ink/ink9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12:45.6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19 140 8 0 0,'-17'51'4687'0'0,"16"-48"-4579"0"0,1 0 1 0 0,0 0-1 0 0,0 0 0 0 0,0 0 1 0 0,0 0-1 0 0,1 0 1 0 0,-1 0-1 0 0,1 0 0 0 0,-1 0 1 0 0,1 0-1 0 0,0 0 0 0 0,0 0 1 0 0,1-1-1 0 0,-1 1 0 0 0,0 0 1 0 0,1-1-1 0 0,0 1 0 0 0,0-1 1 0 0,-1 1-1 0 0,2-1 0 0 0,-1 0 1 0 0,0 0-1 0 0,0 0 1 0 0,1 0-1 0 0,-1 0 0 0 0,1 0 1 0 0,-1-1-1 0 0,1 1 0 0 0,0-1 1 0 0,-1 0-1 0 0,1 0 0 0 0,0 0 1 0 0,0 0-1 0 0,0 0 0 0 0,0-1 1 0 0,0 1-1 0 0,0-1 0 0 0,0 0 1 0 0,0 0-1 0 0,0 0 0 0 0,0 0 1 0 0,0 0-1 0 0,0-1 1 0 0,3 0-1 0 0,-4 0-69 0 0,0-1 0 0 0,0 1 0 0 0,0 0 0 0 0,0-1 0 0 0,0 0 0 0 0,-1 1 0 0 0,1-1 0 0 0,-1 0 0 0 0,1 0 0 0 0,-1 0 0 0 0,1 0 0 0 0,-1 0 1 0 0,0 0-1 0 0,0 0 0 0 0,0 0 0 0 0,-1 0 0 0 0,1-1 0 0 0,0 1 0 0 0,-1 0 0 0 0,1-1 0 0 0,-1 1 0 0 0,0 0 0 0 0,0-5 0 0 0,1 5-22 0 0,-1-1-1 0 0,0 1 1 0 0,0-1 0 0 0,0 0-1 0 0,0 1 1 0 0,-1-1 0 0 0,1 1-1 0 0,-1-1 1 0 0,1 1 0 0 0,-1-1-1 0 0,0 1 1 0 0,0-1-1 0 0,0 1 1 0 0,0 0 0 0 0,-1-1-1 0 0,1 1 1 0 0,0 0 0 0 0,-1 0-1 0 0,0 0 1 0 0,-2-3 0 0 0,3 3-1 0 0,0 0 0 0 0,0 0 0 0 0,1 0-1 0 0,-1 0 1 0 0,1 0 0 0 0,0 0 0 0 0,0 0 0 0 0,0 0 0 0 0,0 0 0 0 0,0 0 0 0 0,0-3 0 0 0,58 11 18 0 0,87 1 1 0 0,-144-7-35 0 0,0 0 0 0 0,0 0 0 0 0,0 0 0 0 0,0 0 1 0 0,0 0-1 0 0,0 0 0 0 0,0 0 0 0 0,0 1 0 0 0,0-1 1 0 0,0 0-1 0 0,0 1 0 0 0,0-1 0 0 0,0 1 0 0 0,-1-1 1 0 0,1 1-1 0 0,0-1 0 0 0,0 1 0 0 0,0 0 0 0 0,0-1 1 0 0,-1 1-1 0 0,1 0 0 0 0,0 0 0 0 0,-1 0 0 0 0,1-1 1 0 0,-1 1-1 0 0,1 0 0 0 0,-1 0 0 0 0,1 0 0 0 0,-1 0 1 0 0,1 0-1 0 0,-1 1 0 0 0,2 38-4 0 0,-2-35 6 0 0,-1 0 1 0 0,1-1 0 0 0,1 1-1 0 0,-1 0 1 0 0,0 0 0 0 0,3 8-1 0 0,-2-11-2 0 0,0 1-1 0 0,0-1 1 0 0,1 1-1 0 0,-1-1 0 0 0,1 0 1 0 0,-1 0-1 0 0,1 0 1 0 0,0 0-1 0 0,-1 0 1 0 0,1 0-1 0 0,0 0 0 0 0,0 0 1 0 0,1-1-1 0 0,-1 1 1 0 0,0-1-1 0 0,0 0 1 0 0,1 1-1 0 0,-1-1 0 0 0,1 0 1 0 0,-1 0-1 0 0,1-1 1 0 0,-1 1-1 0 0,1-1 0 0 0,0 1 1 0 0,-1-1-1 0 0,1 0 1 0 0,0 0-1 0 0,-1 0 1 0 0,5 0-1 0 0,13-14-23 0 0,-19 11-4 0 0,0-1 0 0 0,0 1 1 0 0,0-1-1 0 0,-1 1 0 0 0,1-1 0 0 0,-1 1 0 0 0,0-1 1 0 0,0 1-1 0 0,0-1 0 0 0,0 1 0 0 0,-1-1 1 0 0,1 1-1 0 0,-1 0 0 0 0,0-1 0 0 0,0 1 0 0 0,0 0 1 0 0,-3-6-1 0 0,2 4 15 0 0,2 4-7 0 0,-1 1 9 0 0,0 0-1 0 0,1-1 1 0 0,-1 1 0 0 0,0 0-1 0 0,1-1 1 0 0,-1 1-1 0 0,1-1 1 0 0,-1 1-1 0 0,1-1 1 0 0,-1 1-1 0 0,1-1 1 0 0,-1 1-1 0 0,1-1 1 0 0,0 0 0 0 0,-1 1-1 0 0,1-1 1 0 0,0 0-1 0 0,0 1 1 0 0,-1-1-1 0 0,1 0 1 0 0,0 1-1 0 0,0-2 1 0 0,3 2 9 0 0,4 1-1 0 0,0-1 1 0 0,-1 1-1 0 0,1-2 0 0 0,0 1 1 0 0,0-1-1 0 0,0 0 0 0 0,0 0 1 0 0,-1 0-1 0 0,1-1 0 0 0,0-1 1 0 0,-1 1-1 0 0,0-1 0 0 0,12-6 1 0 0,10-7 14 0 0,25-18 337 0 0,-50 31-269 0 0,1 1 1 0 0,-1 0-1 0 0,0 0 1 0 0,0 1-1 0 0,1-1 1 0 0,-1 1-1 0 0,1-1 1 0 0,3 0-1 0 0,25-13 1037 0 0,-32 15-971 0 0,1 0-83 0 0,0-1 1 0 0,0 1-1 0 0,0 0 1 0 0,0-1-1 0 0,0 1 1 0 0,0-1-1 0 0,0 1 1 0 0,-1-1-1 0 0,1 1 1 0 0,0-1-1 0 0,0 0 1 0 0,-1 1-1 0 0,1-1 1 0 0,0 0-1 0 0,-1 0 1 0 0,1 1-1 0 0,0-1 1 0 0,-1 0-1 0 0,1 0 1 0 0,-1 0-1 0 0,0 0 1 0 0,1 0-1 0 0,-1 0 1 0 0,0 1-1 0 0,1-1 1 0 0,-1 0-1 0 0,0 0 1 0 0,0 0-1 0 0,0 0 0 0 0,0 0 1 0 0,0 0-1 0 0,0 0 1 0 0,0-2-1 0 0,1-6 458 0 0,0 9-351 0 0,-1-37 703 0 0,0 36-832 0 0,-2-12 553 0 0,-1 13-249 0 0,-7 26-163 0 0,-6 45-154 0 0,-1 39-5 0 0,7-62-15 0 0,7-40 15 0 0,0 1 1 0 0,1-1 0 0 0,1 1 0 0 0,-2 13 0 0 0,3-22-22 0 0,45-38-7 0 0,-32 26-46 0 0,30-28-94 0 0,1 2 0 0 0,2 2 1 0 0,88-53-1 0 0,-111 81 110 0 0,-16 11 42 0 0,-12 8-7 0 0,-21 19 6 0 0,21-26 3 0 0,1 0-1 0 0,-1 0 1 0 0,1 1-1 0 0,0 0 1 0 0,0 0-1 0 0,0 0 1 0 0,1 0-1 0 0,0 0 1 0 0,0 1-1 0 0,0-1 1 0 0,1 1-1 0 0,0 0 1 0 0,0 0-1 0 0,-2 10 1 0 0,4-13 18 0 0,1 0-1 0 0,-1-1 1 0 0,1 1-1 0 0,0-1 1 0 0,0 1 0 0 0,0-1-1 0 0,0 1 1 0 0,0-1 0 0 0,1 0-1 0 0,-1 1 1 0 0,1-1-1 0 0,-1 0 1 0 0,1 0 0 0 0,0 0-1 0 0,0 0 1 0 0,0-1 0 0 0,0 1-1 0 0,3 2 1 0 0,50 29 149 0 0,-32-20-86 0 0,119 58-1540 0 0,-106-54-326 0 0,22 3-5242 0 0,-26-13 2701 0 0</inkml:trace>
</inkml:ink>
</file>

<file path=ppt/ink/ink9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12:46.7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77 1112 0 0,'4'-5'1511'0'0,"0"0"0"0"0,-1-1 0 0 0,1 0-1 0 0,-1 0 1 0 0,0 0 0 0 0,0 0 0 0 0,-1-1 0 0 0,3-7-1 0 0,-3 6-517 0 0,0 0-1268 0 0,-8 10-2611 0 0,-13 6-2570 0 0,9-4 1471 0 0</inkml:trace>
</inkml:ink>
</file>

<file path=ppt/ink/ink9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12:49.1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260 71 164 0 0,'-3'-12'1623'0'0,"-1"1"-1"0"0,-1 0 1 0 0,0-1 0 0 0,-8-12-1 0 0,12 23-1113 0 0,-1 3-412 0 0,-1 0 0 0 0,1 1 0 0 0,-1-1 0 0 0,1 1 0 0 0,0-1 0 0 0,0 1 0 0 0,0 0 0 0 0,0 0 0 0 0,0 0 0 0 0,1 0 0 0 0,-3 4 0 0 0,2-3 74 0 0,-14 28 309 0 0,1 1 1 0 0,1 1-1 0 0,-14 58 0 0 0,-15 112 543 0 0,32-146-733 0 0,-19 102 295 0 0,30-156-858 0 0,-1 0 0 0 0,0 0 0 0 0,0 0 0 0 0,0 0 0 0 0,-1-1 0 0 0,1 1 1 0 0,-1-1-1 0 0,-3 6 0 0 0,-16-31-6399 0 0,14 9 3964 0 0</inkml:trace>
</inkml:ink>
</file>

<file path=ppt/ink/ink9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12:50.3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1 477 256 0 0,'607'-96'3526'0'0,"-351"47"-2740"0"0,-243 47-742 0 0,176-36 541 0 0,-159 30-419 0 0,0-1 0 0 0,-1-1 0 0 0,55-29 0 0 0,-81 38-127 0 0,1-1 0 0 0,0 0 1 0 0,-1-1-1 0 0,1 1 0 0 0,-1-1 0 0 0,0 1 1 0 0,0-1-1 0 0,0 0 0 0 0,0 0 1 0 0,0 0-1 0 0,-1-1 0 0 0,1 1 1 0 0,-1-1-1 0 0,0 1 0 0 0,0-1 1 0 0,0 0-1 0 0,-1 0 0 0 0,1 0 1 0 0,-1 0-1 0 0,0 0 0 0 0,0 0 1 0 0,0 0-1 0 0,-1 0 0 0 0,1-1 1 0 0,-1 1-1 0 0,0 0 0 0 0,0 0 1 0 0,-1 0-1 0 0,1 0 0 0 0,-1-1 1 0 0,0 1-1 0 0,0 0 0 0 0,0 0 1 0 0,-1 0-1 0 0,1 0 0 0 0,-1 1 0 0 0,0-1 1 0 0,0 0-1 0 0,0 1 0 0 0,-1-1 1 0 0,1 1-1 0 0,-1 0 0 0 0,0 0 1 0 0,0 0-1 0 0,0 0 0 0 0,-6-4 1 0 0,5 3-3 0 0,-7-5 197 0 0,0 0 1 0 0,0 1-1 0 0,-22-12 0 0 0,31 19-194 0 0,-1 0 0 0 0,1-1 0 0 0,-1 1 0 0 0,1 0 0 0 0,-1 1-1 0 0,1-1 1 0 0,-1 0 0 0 0,0 1 0 0 0,1-1 0 0 0,-1 1 0 0 0,0 0 0 0 0,1 0-1 0 0,-1 0 1 0 0,0 0 0 0 0,1 1 0 0 0,-1-1 0 0 0,0 1 0 0 0,1-1 0 0 0,-1 1 0 0 0,1 0-1 0 0,-1 0 1 0 0,1 0 0 0 0,-1 0 0 0 0,1 1 0 0 0,0-1 0 0 0,-4 3 0 0 0,-5 8 92 0 0,0 0 1 0 0,0 1-1 0 0,1 1 1 0 0,0 0 0 0 0,1 0-1 0 0,1 1 1 0 0,1 0-1 0 0,0 0 1 0 0,0 0 0 0 0,-3 18-1 0 0,-7 28 314 0 0,-11 83 1 0 0,19-88-254 0 0,-10 110 289 0 0,17-120-265 0 0,-3 0 0 0 0,-2 0 1 0 0,-19 70-1 0 0,13-63 363 0 0,12-52-524 0 0,1 4-45 0 0,10-16 259 0 0,1-13-240 0 0,-9 19-26 0 0,0 0-1 0 0,1 0 0 0 0,-1 0 0 0 0,1 0 0 0 0,0 0 0 0 0,7-8 1 0 0,4 0-13 0 0,-6 3 15 0 0,0 1 0 0 0,1-1 0 0 0,0 2 0 0 0,1 0 1 0 0,0 0-1 0 0,0 0 0 0 0,1 1 0 0 0,-1 1 0 0 0,2 0 0 0 0,18-7 0 0 0,-28 12-9 0 0,0 1-1 0 0,1 0 0 0 0,-1 0 0 0 0,0 0 1 0 0,1 1-1 0 0,-1-1 0 0 0,0 1 1 0 0,0-1-1 0 0,1 1 0 0 0,-1 0 0 0 0,0-1 1 0 0,0 1-1 0 0,0 0 0 0 0,0 0 0 0 0,0 1 1 0 0,0-1-1 0 0,0 0 0 0 0,0 1 1 0 0,-1-1-1 0 0,3 3 0 0 0,33 40 24 0 0,-21-24-5 0 0,-11-14-15 0 0,1 0 1 0 0,-1-1-1 0 0,1 0 0 0 0,0 0 1 0 0,0 0-1 0 0,1-1 0 0 0,-1 1 1 0 0,1-2-1 0 0,0 1 0 0 0,0-1 1 0 0,0 0-1 0 0,1 0 0 0 0,-1-1 1 0 0,1 0-1 0 0,-1 0 0 0 0,1-1 0 0 0,0 0 1 0 0,-1 0-1 0 0,1-1 0 0 0,0 0 1 0 0,0 0-1 0 0,0-1 0 0 0,-1 0 1 0 0,1 0-1 0 0,0-1 0 0 0,-1 0 1 0 0,0-1-1 0 0,1 1 0 0 0,-1-1 1 0 0,0-1-1 0 0,0 1 0 0 0,11-9 1 0 0,-6 5-2 0 0,-1-1 0 0 0,0 0 0 0 0,0-1 0 0 0,-1 0 0 0 0,0 0 0 0 0,-1-2-1 0 0,0 1 1 0 0,-1-1 0 0 0,0 0 0 0 0,0-1 0 0 0,-1 1 0 0 0,9-23 0 0 0,-15 34 1 0 0,-1-1 0 0 0,0 1 0 0 0,1 0-1 0 0,-1-1 1 0 0,0 1 0 0 0,0 0-1 0 0,1-1 1 0 0,-1 1 0 0 0,0-1 0 0 0,0 1-1 0 0,0 0 1 0 0,0-1 0 0 0,0 1-1 0 0,0 0 1 0 0,1-1 0 0 0,-1 1 0 0 0,0-1-1 0 0,0 1 1 0 0,0-1 0 0 0,0 1 0 0 0,0 0-1 0 0,0-1 1 0 0,-1 1 0 0 0,1-1-1 0 0,0 1 1 0 0,0 0 0 0 0,0-1 0 0 0,0 1-1 0 0,0-1 1 0 0,0 1 0 0 0,-1 0-1 0 0,1-1 1 0 0,0 1 0 0 0,-1-1 0 0 0,-13 6-5 0 0,-19 25 5 0 0,31-26 1 0 0,-1 1 1 0 0,1 0-1 0 0,0-1 0 0 0,0 1 0 0 0,0 0 0 0 0,1 0 0 0 0,0 0 0 0 0,-1 0 0 0 0,2 0 1 0 0,-1 0-1 0 0,1 0 0 0 0,0 0 0 0 0,0 0 0 0 0,0 0 0 0 0,0 0 0 0 0,2 7 0 0 0,-1-9-1 0 0,0 0-1 0 0,1-1 1 0 0,-1 1-1 0 0,0-1 1 0 0,1 1-1 0 0,-1-1 1 0 0,1 1-1 0 0,0-1 1 0 0,0 0-1 0 0,0 1 0 0 0,0-1 1 0 0,0 0-1 0 0,0-1 1 0 0,1 1-1 0 0,-1 0 1 0 0,1-1-1 0 0,-1 1 1 0 0,1-1-1 0 0,0 0 0 0 0,-1 1 1 0 0,1-1-1 0 0,0-1 1 0 0,0 1-1 0 0,0 0 1 0 0,-1-1-1 0 0,1 1 1 0 0,0-1-1 0 0,0 0 1 0 0,6-1-1 0 0,-3 1-2 0 0,0-1 1 0 0,0 1-1 0 0,0-2 0 0 0,0 1 0 0 0,-1-1 1 0 0,1 0-1 0 0,0 0 0 0 0,-1 0 0 0 0,1-1 1 0 0,-1 0-1 0 0,0 0 0 0 0,0 0 0 0 0,0-1 1 0 0,0 0-1 0 0,-1 0 0 0 0,1 0 1 0 0,-1 0-1 0 0,0-1 0 0 0,0 1 0 0 0,4-9 1 0 0,-5 10 2 0 0,-1-1-1 0 0,-1 1 1 0 0,1-1 0 0 0,0 1 0 0 0,-1-1 0 0 0,0 0 0 0 0,1 0 0 0 0,-2 0 0 0 0,1 1-1 0 0,0-1 1 0 0,-1 0 0 0 0,0 0 0 0 0,0 0 0 0 0,0 0 0 0 0,0 0 0 0 0,0 0 0 0 0,-1 0-1 0 0,0 0 1 0 0,0 0 0 0 0,0 0 0 0 0,0 0 0 0 0,-1 1 0 0 0,1-1 0 0 0,-1 0 0 0 0,0 1 0 0 0,0 0-1 0 0,0-1 1 0 0,-1 1 0 0 0,1 0 0 0 0,-1 0 0 0 0,0 0 0 0 0,-3-2 0 0 0,1 1-2 0 0,0 0 0 0 0,0 1 0 0 0,0 0-1 0 0,-1 0 1 0 0,1 0 0 0 0,-1 1 0 0 0,0 0 0 0 0,-10-3 0 0 0,14 5-104 0 0,0-1 0 0 0,0 1 0 0 0,0-1-1 0 0,0 1 1 0 0,0-1 0 0 0,0 1 0 0 0,0 0-1 0 0,0 0 1 0 0,0 0 0 0 0,0 1 0 0 0,0-1 0 0 0,0 0-1 0 0,0 1 1 0 0,0-1 0 0 0,0 1 0 0 0,0-1 0 0 0,0 1-1 0 0,0 0 1 0 0,0 0 0 0 0,0 0 0 0 0,1 0-1 0 0,-1 0 1 0 0,0 1 0 0 0,1-1 0 0 0,-1 0 0 0 0,1 1-1 0 0,0-1 1 0 0,-1 1 0 0 0,-1 3 0 0 0,3 8-1872 0 0,4-6-2656 0 0,1 2 1962 0 0</inkml:trace>
</inkml:ink>
</file>

<file path=ppt/ink/ink9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12:51.0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124 20 36 0 0,'-1'-1'327'0'0,"0"-1"1"0"0,-1 1-1 0 0,1-1 1 0 0,0 1-1 0 0,-1 0 1 0 0,1-1-1 0 0,0 1 1 0 0,-1 0-1 0 0,0 0 1 0 0,1 0-1 0 0,-1 0 0 0 0,0 0 1 0 0,1 1-1 0 0,-1-1 1 0 0,0 0-1 0 0,0 1 1 0 0,1-1-1 0 0,-1 1 1 0 0,0 0-1 0 0,-2-1 1 0 0,2 2-153 0 0,-1-1 1 0 0,1 0-1 0 0,-1 1 1 0 0,1-1-1 0 0,0 1 1 0 0,-1 0-1 0 0,1 0 1 0 0,0-1-1 0 0,0 2 1 0 0,-1-1 0 0 0,1 0-1 0 0,0 0 1 0 0,-3 4-1 0 0,2-3-113 0 0,1 0 0 0 0,-1 0 0 0 0,1 0 0 0 0,0 1-1 0 0,0-1 1 0 0,0 1 0 0 0,0 0 0 0 0,1-1 0 0 0,-1 1 0 0 0,1 0-1 0 0,0 0 1 0 0,-1 0 0 0 0,1 0 0 0 0,1 0 0 0 0,-1 0 0 0 0,0 0-1 0 0,1 1 1 0 0,-1-1 0 0 0,1 0 0 0 0,0 0 0 0 0,0 0 0 0 0,0 1-1 0 0,2 5 1 0 0,2-1 4 0 0,0 0 0 0 0,0-1-1 0 0,1 1 1 0 0,0-1 0 0 0,0 0-1 0 0,1 0 1 0 0,0-1 0 0 0,10 9-1 0 0,-10-10-40 0 0,0 0 0 0 0,-1 1 0 0 0,1 0 0 0 0,-1 0 0 0 0,-1 0 0 0 0,1 0 0 0 0,-1 1 0 0 0,0 0 0 0 0,0 0 0 0 0,-1 0 0 0 0,0 0 0 0 0,3 11 0 0 0,-6-15-22 0 0,0-1-1 0 0,0 0 1 0 0,-1 1 0 0 0,1-1 0 0 0,-1 0-1 0 0,1 0 1 0 0,-1 0 0 0 0,0 1 0 0 0,0-1-1 0 0,0 0 1 0 0,0 0 0 0 0,0 0 0 0 0,-1-1-1 0 0,1 1 1 0 0,-1 0 0 0 0,1 0 0 0 0,-1-1 0 0 0,0 1-1 0 0,1-1 1 0 0,-1 1 0 0 0,0-1 0 0 0,0 0-1 0 0,0 1 1 0 0,0-1 0 0 0,0 0 0 0 0,0 0-1 0 0,-3 0 1 0 0,-68 25 1 0 0,60-23-7 0 0,-5 3 43 0 0,41-13-45 0 0,49-15-32 0 0,-2 1-100 0 0,79-35-1 0 0,-116 41 105 0 0,-1-1 1 0 0,0-2-1 0 0,-1-1 1 0 0,40-34-1 0 0,-69 52 36 0 0,35-34-15 0 0,-34 33 23 0 0,-1 0 0 0 0,0-1 0 0 0,0 1 1 0 0,-1-1-1 0 0,1 1 0 0 0,0-1 0 0 0,-1 0 0 0 0,0 0 0 0 0,1 0 0 0 0,-1 0 1 0 0,0 1-1 0 0,-1-1 0 0 0,2-5 0 0 0,-2 7-6 0 0,0 1 1 0 0,0 0-1 0 0,0-1 1 0 0,0 1-1 0 0,0 0 0 0 0,-1-1 1 0 0,1 1-1 0 0,0 0 1 0 0,0-1-1 0 0,0 1 1 0 0,0 0-1 0 0,0 0 0 0 0,-1-1 1 0 0,1 1-1 0 0,0 0 1 0 0,0 0-1 0 0,-1-1 0 0 0,1 1 1 0 0,0 0-1 0 0,0 0 1 0 0,-1 0-1 0 0,1-1 0 0 0,0 1 1 0 0,0 0-1 0 0,-1 0 1 0 0,1 0-1 0 0,0 0 0 0 0,-1 0 1 0 0,1 0-1 0 0,0 0 1 0 0,-1-1-1 0 0,1 1 0 0 0,0 0 1 0 0,-1 0-1 0 0,1 0 1 0 0,-1 1-1 0 0,-19 2 138 0 0,-15 11 107 0 0,31-12-215 0 0,-1 1-1 0 0,1 0 1 0 0,0 0-1 0 0,0 1 0 0 0,0-1 1 0 0,0 1-1 0 0,0 0 0 0 0,1 0 1 0 0,0 0-1 0 0,0 1 1 0 0,0-1-1 0 0,0 1 0 0 0,1-1 1 0 0,0 1-1 0 0,0 0 0 0 0,0 0 1 0 0,-1 5-1 0 0,2-5-101 0 0,1-1-1 0 0,0 0 1 0 0,0 1-1 0 0,0-1 0 0 0,1 0 1 0 0,-1 1-1 0 0,1-1 1 0 0,0 0-1 0 0,0 0 1 0 0,1 0-1 0 0,-1 0 1 0 0,1 0-1 0 0,0 0 0 0 0,0 0 1 0 0,0 0-1 0 0,0-1 1 0 0,1 1-1 0 0,0-1 1 0 0,-1 1-1 0 0,1-1 1 0 0,6 4-1 0 0,2 3-864 0 0,2-1 0 0 0,-1-1-1 0 0,1 0 1 0 0,0-1 0 0 0,1 0 0 0 0,24 8 0 0 0,2-2-1744 0 0</inkml:trace>
</inkml:ink>
</file>

<file path=ppt/ink/ink9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12:52.0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282 115 172 0 0,'-17'-40'3726'0'0,"-2"-4"-195"0"0,17 42-3429 0 0,0 0 0 0 0,1-1 0 0 0,-1 1 0 0 0,0 0 0 0 0,0 0 0 0 0,0 0 0 0 0,-1 0 0 0 0,1 1 1 0 0,0-1-1 0 0,-1 0 0 0 0,1 1 0 0 0,-1 0 0 0 0,1 0 0 0 0,-1-1 0 0 0,0 1 0 0 0,1 1 0 0 0,-1-1 0 0 0,0 0 1 0 0,0 1-1 0 0,0 0 0 0 0,1-1 0 0 0,-1 1 0 0 0,0 0 0 0 0,0 0 0 0 0,0 1 0 0 0,0-1 0 0 0,0 1 0 0 0,1-1 1 0 0,-1 1-1 0 0,0 0 0 0 0,1 0 0 0 0,-4 1 0 0 0,-12 5 32 0 0,0 1 0 0 0,1 1-1 0 0,-27 17 1 0 0,37-22-3 0 0,2 0-95 0 0,0 0 0 0 0,1 1 0 0 0,-1-1 0 0 0,1 1 0 0 0,0 0 0 0 0,0 0 0 0 0,0 0 0 0 0,-5 11 0 0 0,7-14-23 0 0,1 1-1 0 0,-1-1 1 0 0,1 1 0 0 0,0 0 0 0 0,0-1-1 0 0,0 1 1 0 0,0 0 0 0 0,1 0 0 0 0,-1 0 0 0 0,1-1-1 0 0,-1 1 1 0 0,1 0 0 0 0,0 0 0 0 0,0 0 0 0 0,1 0-1 0 0,-1 0 1 0 0,0 0 0 0 0,1-1 0 0 0,0 1 0 0 0,-1 0-1 0 0,3 4 1 0 0,-1-6-9 0 0,-1 0 0 0 0,1 0 0 0 0,0 0-1 0 0,0 0 1 0 0,-1 0 0 0 0,1 0 0 0 0,0 0 0 0 0,0-1 0 0 0,0 1-1 0 0,0-1 1 0 0,0 0 0 0 0,0 1 0 0 0,0-1 0 0 0,0 0 0 0 0,0 0-1 0 0,0 0 1 0 0,0 0 0 0 0,0-1 0 0 0,0 1 0 0 0,0 0 0 0 0,-1-1-1 0 0,1 1 1 0 0,0-1 0 0 0,0 0 0 0 0,0 0 0 0 0,0 0 0 0 0,-1 0 0 0 0,4-2-1 0 0,51-30 59 0 0,-38 20-42 0 0,-11 9-13 0 0,-1 0 0 0 0,1-1-1 0 0,-1 0 1 0 0,0 0 0 0 0,-1 0-1 0 0,11-12 1 0 0,-16 16 12 0 0,18 31 32 0 0,6 37 86 0 0,-4 1 1 0 0,-2 1-1 0 0,13 112 1 0 0,-15-60 77 0 0,1 178 0 0 0,-17-293-204 0 0,0 0 0 0 0,0-1 0 0 0,-1 1 0 0 0,1 0 0 0 0,-2-1 0 0 0,1 1 0 0 0,0-1 0 0 0,-1 1 0 0 0,0-1 0 0 0,0 0 0 0 0,-1 0 0 0 0,0 0 0 0 0,1 0 0 0 0,-2 0 0 0 0,1 0 0 0 0,-7 6 0 0 0,8-9-7 0 0,-1 0 0 0 0,1-1 1 0 0,-1 1-1 0 0,0-1 1 0 0,0 1-1 0 0,0-1 1 0 0,0 0-1 0 0,0 0 0 0 0,0 0 1 0 0,0-1-1 0 0,0 1 1 0 0,0-1-1 0 0,0 1 1 0 0,0-1-1 0 0,0 0 0 0 0,-1 0 1 0 0,1-1-1 0 0,0 1 1 0 0,0-1-1 0 0,0 1 1 0 0,0-1-1 0 0,0 0 0 0 0,0 0 1 0 0,0 0-1 0 0,0-1 1 0 0,1 1-1 0 0,-1-1 1 0 0,0 0-1 0 0,1 1 0 0 0,-1-1 1 0 0,-2-3-1 0 0,-1 1-2 0 0,1 0 0 0 0,-1-1 0 0 0,1 1 0 0 0,0-1 0 0 0,1 0 0 0 0,-1-1 0 0 0,1 1 0 0 0,0-1 0 0 0,0 0 0 0 0,1 0 0 0 0,-1 0 0 0 0,2-1 0 0 0,-1 1 0 0 0,1-1 0 0 0,-4-11-1 0 0,5 7-17 0 0,0 0 0 0 0,0 0 0 0 0,1 0 0 0 0,0-1 0 0 0,1 1 0 0 0,0 0 0 0 0,1 0 0 0 0,0 0 0 0 0,4-11 0 0 0,6-11-47 0 0,1 1-1 0 0,1 1 1 0 0,2 0-1 0 0,1 1 1 0 0,28-37-1 0 0,1 6 76 0 0,3 1 0 0 0,2 3-1 0 0,3 3 1 0 0,81-65 0 0 0,-134 117 12 0 0,0 1-1 0 0,0 0 1 0 0,0 0 0 0 0,0 0 0 0 0,0 0-1 0 0,1 0 1 0 0,-1 0 0 0 0,0 0 0 0 0,1 0-1 0 0,-1 1 1 0 0,1-1 0 0 0,-1 0 0 0 0,1 1-1 0 0,-1-1 1 0 0,1 1 0 0 0,-1 0 0 0 0,1-1-1 0 0,0 1 1 0 0,-1 0 0 0 0,1 0 0 0 0,-1 0 0 0 0,1 0-1 0 0,0 0 1 0 0,-1 1 0 0 0,1-1 0 0 0,-1 0-1 0 0,1 1 1 0 0,0-1 0 0 0,-1 1 0 0 0,1-1-1 0 0,1 2 1 0 0,0 2 42 0 0,1 0 0 0 0,-1 0 0 0 0,-1 0 0 0 0,1 0-1 0 0,-1 0 1 0 0,1 1 0 0 0,-1-1 0 0 0,0 1 0 0 0,2 8 0 0 0,2 10 93 0 0,-2 0 0 0 0,0 0 0 0 0,-1 1-1 0 0,-1 41 1 0 0,-2-64-422 0 0,0-39-6692 0 0,0 24 3838 0 0,0-3 239 0 0</inkml:trace>
</inkml:ink>
</file>

<file path=ppt/ink/ink9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12:52.3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87 168 0 0,'0'-70'6043'0'0,"0"53"-4304"0"0,-3 34-4986 0 0,3-13 2449 0 0,-1 5-1399 0 0</inkml:trace>
</inkml:ink>
</file>

<file path=ppt/ink/ink9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12:52.7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59 776 0 0,'40'26'6246'0'0,"-34"-21"-5921"0"0,1 0 1 0 0,-2 0-1 0 0,1 0 1 0 0,-1 1 0 0 0,0 0-1 0 0,0 0 1 0 0,6 9-1 0 0,7 13 525 0 0,12 24 1867 0 0,-45-90-2125 0 0,15 31-611 0 0,1-1 0 0 0,-1 1-1 0 0,1 0 1 0 0,1 0 0 0 0,-1 0 0 0 0,1 0-1 0 0,0 0 1 0 0,1 0 0 0 0,0 0-1 0 0,0 1 1 0 0,0-1 0 0 0,1 1-1 0 0,0 0 1 0 0,0 0 0 0 0,0 0 0 0 0,11-9-1 0 0,-8 8-793 0 0,0 1 0 0 0,1 0 0 0 0,0 1 0 0 0,0 0 0 0 0,0 0 0 0 0,1 1 0 0 0,15-6 0 0 0,-14 6-1820 0 0,-2-1 201 0 0</inkml:trace>
</inkml:ink>
</file>

<file path=ppt/ink/ink9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12:53.0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56 444 0 0,'45'-56'6656'0'0,"-45"56"-6620"0"0,1 0-1 0 0,-1 0 1 0 0,0 0-1 0 0,1 1 1 0 0,-1-1-1 0 0,1 0 1 0 0,-1 0-1 0 0,1 0 1 0 0,-1 0-1 0 0,1 0 1 0 0,-1 1-1 0 0,1-1 1 0 0,-1 0-1 0 0,0 0 1 0 0,1 0-1 0 0,-1 1 1 0 0,0-1-1 0 0,1 0 1 0 0,-1 1-1 0 0,1-1 1 0 0,-1 0-1 0 0,0 1 1 0 0,0-1-1 0 0,1 1 1 0 0,-1-1 0 0 0,0 0-1 0 0,0 1 1 0 0,1-1-1 0 0,-1 1 1 0 0,0-1-1 0 0,0 1 1 0 0,0-1-1 0 0,0 1 1 0 0,7 18 834 0 0,-8 151 2189 0 0,-2-117-2085 0 0,8 93 1 0 0,23 58-333 0 0,-13-117-6401 0 0,-12-77 2329 0 0,-1-2 259 0 0</inkml:trace>
</inkml:ink>
</file>

<file path=ppt/ink/ink9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12:55.5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337 50 564 0 0,'-14'-8'431'0'0,"-1"1"0"0"0,-1 0 0 0 0,0 1 0 0 0,1 1 0 0 0,-2 0 0 0 0,1 1 0 0 0,0 1 0 0 0,-1 1 0 0 0,0 0 0 0 0,1 1 0 0 0,-1 1 0 0 0,0 1-1 0 0,0 0 1 0 0,1 1 0 0 0,-33 8 0 0 0,47-10-381 0 0,0 1-1 0 0,-1-1 1 0 0,1 1-1 0 0,0-1 0 0 0,-1 1 1 0 0,1 0-1 0 0,0 0 1 0 0,0 0-1 0 0,0 0 0 0 0,0 0 1 0 0,0 0-1 0 0,0 1 1 0 0,0-1-1 0 0,0 1 0 0 0,0 0 1 0 0,1-1-1 0 0,-1 1 1 0 0,1 0-1 0 0,-1 0 0 0 0,-1 3 1 0 0,2-2-14 0 0,1-1 0 0 0,-1 0 1 0 0,1 1-1 0 0,0-1 0 0 0,0 0 1 0 0,0 1-1 0 0,0-1 0 0 0,0 0 1 0 0,1 1-1 0 0,-1-1 0 0 0,1 0 1 0 0,-1 0-1 0 0,1 1 0 0 0,0-1 1 0 0,0 0-1 0 0,0 0 0 0 0,1 2 1 0 0,5 7 53 0 0,1 0 1 0 0,0 0 0 0 0,0-1-1 0 0,1 0 1 0 0,18 15 0 0 0,14 7 71 0 0,-30-25-115 0 0,-1 0 0 0 0,0 1-1 0 0,0 1 1 0 0,0 0 0 0 0,-1 0 0 0 0,12 18-1 0 0,-20-27-41 0 0,-1 1-1 0 0,1 0 1 0 0,-1 0-1 0 0,1 0 1 0 0,-1 0 0 0 0,1 0-1 0 0,-1 0 1 0 0,0 0-1 0 0,1 0 1 0 0,-1 0-1 0 0,0 0 1 0 0,0 0-1 0 0,0 1 1 0 0,0-1 0 0 0,0 0-1 0 0,0 0 1 0 0,0 0-1 0 0,0 0 1 0 0,-1 0-1 0 0,1 0 1 0 0,0 0-1 0 0,-1 0 1 0 0,1 0 0 0 0,0 0-1 0 0,-1 0 1 0 0,1 0-1 0 0,-1 0 1 0 0,-1 1-1 0 0,0 0 3 0 0,0 1 0 0 0,-1-1 0 0 0,0 0 0 0 0,0 0-1 0 0,0 0 1 0 0,0 0 0 0 0,0 0 0 0 0,0 0 0 0 0,-3 0-1 0 0,-9 4 1 0 0,1-2-1 0 0,-1 0 0 0 0,-15 2 1 0 0,17-2 119 0 0,1-1-1168 0 0,4-2-4288 0 0</inkml:trace>
</inkml:ink>
</file>

<file path=ppt/ink/ink9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12:56.7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8 515 8593 0 0,'0'1'35'0'0,"-1"-1"1"0"0,0 1 0 0 0,1 0-1 0 0,-1-1 1 0 0,1 1-1 0 0,-1 0 1 0 0,1-1 0 0 0,-1 1-1 0 0,1 0 1 0 0,-1 0-1 0 0,1-1 1 0 0,0 1 0 0 0,-1 0-1 0 0,1 0 1 0 0,0 0-1 0 0,0-1 1 0 0,0 1 0 0 0,-1 0-1 0 0,1 0 1 0 0,0 0 0 0 0,0 0-1 0 0,0-1 1 0 0,0 1-1 0 0,1 2 1 0 0,0-3 17 0 0,-1 0 0 0 0,1 0 0 0 0,0 0 1 0 0,-1 0-1 0 0,1 0 0 0 0,0-1 0 0 0,-1 1 0 0 0,1 0 0 0 0,0 0 0 0 0,-1 0 1 0 0,1-1-1 0 0,0 1 0 0 0,-1 0 0 0 0,1-1 0 0 0,-1 1 0 0 0,1 0 0 0 0,0-1 1 0 0,-1 1-1 0 0,1-1 0 0 0,-1 1 0 0 0,1-1 0 0 0,-1 1 0 0 0,0-1 1 0 0,1 0-1 0 0,85-76 1208 0 0,-66 61-1054 0 0,0-1 0 0 0,-1-1-1 0 0,32-39 1 0 0,-35 37-112 0 0,0-1 0 0 0,-2 0 0 0 0,-1-1-1 0 0,0-1 1 0 0,-2 0 0 0 0,-1 0 0 0 0,0-1 0 0 0,10-45 0 0 0,-18 60-72 0 0,4-37 105 0 0,-6 44-123 0 0,0 0 0 0 0,0-1 0 0 0,0 1 0 0 0,0 0 0 0 0,-1 0 0 0 0,1 0 0 0 0,0 0 0 0 0,-1-1 0 0 0,0 1 0 0 0,0 0 0 0 0,1 0 0 0 0,-1 0 0 0 0,0 0 0 0 0,-1 0 0 0 0,1 1 0 0 0,0-1 0 0 0,-2-2 0 0 0,0 3-13 0 0,-5 0 6 0 0,5 1 3 0 0,1 0 0 0 0,-1 0 0 0 0,0 0 1 0 0,0 1-1 0 0,0 0 0 0 0,0-1 0 0 0,0 1 1 0 0,1 0-1 0 0,-1 0 0 0 0,0 0 0 0 0,1 1 0 0 0,-1-1 1 0 0,1 1-1 0 0,-1-1 0 0 0,1 1 0 0 0,0 0 1 0 0,0 0-1 0 0,-1 0 0 0 0,1 0 0 0 0,1 0 1 0 0,-1 1-1 0 0,0-1 0 0 0,1 1 0 0 0,-3 2 1 0 0,-1 3 1 0 0,1 1 1 0 0,-1-1 0 0 0,1 1 0 0 0,1 0 0 0 0,-5 16 0 0 0,8-20-5 0 0,-1 0 0 0 0,1 0 0 0 0,0 0 0 0 0,1 1 0 0 0,-1-1 0 0 0,1 0 0 0 0,0 0 0 0 0,0-1 0 0 0,1 1 0 0 0,-1 0 0 0 0,1 0 0 0 0,0-1 0 0 0,1 1 1 0 0,-1-1-1 0 0,1 1 0 0 0,0-1 0 0 0,0 0 0 0 0,0 0 0 0 0,7 6 0 0 0,1 2-7 0 0,0-1 1 0 0,1-1-1 0 0,1 0 0 0 0,0-1 1 0 0,14 8-1 0 0,-11-7-14 0 0,1-1 1 0 0,0-1-1 0 0,0-1 1 0 0,1 0-1 0 0,0-1 1 0 0,0-1-1 0 0,33 4 1 0 0,-40-8 12 0 0,1-1 0 0 0,0 0 1 0 0,-1 0-1 0 0,1-2 0 0 0,-1 1 0 0 0,1-2 1 0 0,-1 1-1 0 0,0-1 0 0 0,0-1 1 0 0,0 0-1 0 0,0-1 0 0 0,-1 0 1 0 0,18-11-1 0 0,-18 9 6 0 0,0 0-1 0 0,-1-1 1 0 0,0 0 0 0 0,0-1-1 0 0,13-16 1 0 0,-18 20 5 0 0,0 0-1 0 0,-1-1 1 0 0,1 1 0 0 0,-1-1 0 0 0,0 0 0 0 0,-1 0-1 0 0,1 0 1 0 0,-1 0 0 0 0,0 0 0 0 0,-1 0 0 0 0,0-1-1 0 0,1-10 1 0 0,-1 16-2 0 0,-1 0 0 0 0,0-1 0 0 0,0 1 0 0 0,0-1 0 0 0,0 1 0 0 0,0 0 0 0 0,-1-1 0 0 0,1 1 0 0 0,0 0 0 0 0,-1-1 0 0 0,1 1 0 0 0,0 0 0 0 0,-1-1 0 0 0,0 1 0 0 0,1 0 0 0 0,-1 0 0 0 0,0-1 0 0 0,0 1 0 0 0,1 0 0 0 0,-1 0 0 0 0,0 0 0 0 0,0 0 0 0 0,0 0 0 0 0,0 0 0 0 0,0 0 0 0 0,-1 1 0 0 0,0-2 0 0 0,-1 2 0 0 0,1-1 0 0 0,0 1 0 0 0,-1 0 0 0 0,1 0 0 0 0,0 0-1 0 0,-1 0 1 0 0,1 0 0 0 0,-1 0 0 0 0,1 1 0 0 0,0-1 0 0 0,0 1 0 0 0,-1 0 0 0 0,1-1 0 0 0,-3 3-1 0 0,-4 1 1 0 0,1 0 0 0 0,0 1-1 0 0,0 0 1 0 0,1 0 0 0 0,-1 1-1 0 0,1 0 1 0 0,-8 8 0 0 0,11-9 0 0 0,0 1 0 0 0,0 0 0 0 0,0-1 0 0 0,1 1 0 0 0,-1 0 0 0 0,2 1 0 0 0,-1-1 0 0 0,1 0 0 0 0,0 1 1 0 0,0 0-1 0 0,0-1 0 0 0,1 1 0 0 0,0 0 0 0 0,1 0 0 0 0,0 0 0 0 0,0-1 0 0 0,0 1 0 0 0,1 0 0 0 0,1 10 1 0 0,0-12-2 0 0,0 1 1 0 0,1 0 0 0 0,-1-1 0 0 0,1 0-1 0 0,0 1 1 0 0,0-1 0 0 0,1 0-1 0 0,-1 0 1 0 0,1-1 0 0 0,0 1 0 0 0,1-1-1 0 0,-1 0 1 0 0,1 0 0 0 0,0 0 0 0 0,0-1-1 0 0,0 0 1 0 0,0 0 0 0 0,1 0 0 0 0,-1 0-1 0 0,1-1 1 0 0,-1 0 0 0 0,7 1 0 0 0,10 3-70 0 0,0-2 1 0 0,1 0-1 0 0,0-2 0 0 0,-1 0 1 0 0,1-1-1 0 0,0-2 1 0 0,0 0-1 0 0,40-9 1 0 0,-35 5-11 0 0,-1-3 1 0 0,1 0-1 0 0,-1-1 0 0 0,-1-2 0 0 0,0-1 1 0 0,39-23-1 0 0,-58 30 84 0 0,0 1 0 0 0,0-1 1 0 0,-1 0-1 0 0,1-1 0 0 0,-1 1 0 0 0,0-1 0 0 0,-1-1 0 0 0,0 1 1 0 0,0-1-1 0 0,0 0 0 0 0,-1 0 0 0 0,5-9 0 0 0,-5 6 36 0 0,-3 8-12 0 0,-1 0 0 0 0,1 1 1 0 0,0-1-1 0 0,-1 0 0 0 0,1 0 1 0 0,-1 0-1 0 0,0 0 0 0 0,1 0 0 0 0,-1 1 1 0 0,0-1-1 0 0,0 0 0 0 0,0 0 1 0 0,0 0-1 0 0,-1-2 0 0 0,0 2 10 0 0,-24 1 139 0 0,15 3-145 0 0,-1 1 0 0 0,1-1-1 0 0,-1 2 1 0 0,1 0 0 0 0,1 0 0 0 0,-18 11 0 0 0,21-12-20 0 0,0 0 1 0 0,1 1 0 0 0,-1 0-1 0 0,1 0 1 0 0,0 1 0 0 0,0-1-1 0 0,1 1 1 0 0,-1 0 0 0 0,1 0-1 0 0,0 1 1 0 0,1-1 0 0 0,-6 10-1 0 0,9-14 15 0 0,4 7 136 0 0,8 0-33 0 0,-3-6-78 0 0,1-1 0 0 0,0 0 1 0 0,0 0-1 0 0,0-1 1 0 0,0 0-1 0 0,14-2 1 0 0,-12 1-279 0 0,-1 0 0 0 0,1 1 0 0 0,-1 0 0 0 0,14 3 0 0 0,55 7-3008 0 0,-25-7-2327 0 0,-37-1 3100 0 0</inkml:trace>
</inkml:ink>
</file>

<file path=ppt/ink/ink9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12:57.1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86 368 92 0 0,'1'-1'127'0'0,"-1"1"0"0"0,0-1 0 0 0,0 1 0 0 0,1-1 0 0 0,-1 1 0 0 0,0-1 0 0 0,0 0-1 0 0,0 1 1 0 0,1-1 0 0 0,-1 1 0 0 0,0-1 0 0 0,0 1 0 0 0,0-1 0 0 0,0 1 0 0 0,0-1 0 0 0,0 0 0 0 0,0 1 0 0 0,0-1 0 0 0,0 1 0 0 0,-1-1 0 0 0,1 1 0 0 0,0-1-1 0 0,0 1 1 0 0,0-1 0 0 0,-1 1 0 0 0,1-1 0 0 0,0 1 0 0 0,-1-1 0 0 0,1 1 0 0 0,0-1 0 0 0,-1 1 0 0 0,0-1 0 0 0,-18 1 2014 0 0,-21 18-550 0 0,38-18-1543 0 0,0 1-1 0 0,1 1 1 0 0,-1-1 0 0 0,1 0 0 0 0,-1 0 0 0 0,1 1 0 0 0,-1-1-1 0 0,1 1 1 0 0,0-1 0 0 0,-1 1 0 0 0,1-1 0 0 0,0 1 0 0 0,0 0-1 0 0,0 0 1 0 0,1-1 0 0 0,-1 1 0 0 0,0 0 0 0 0,1 0 0 0 0,-1 0 0 0 0,1 0-1 0 0,-1 0 1 0 0,1 0 0 0 0,0 0 0 0 0,0 0 0 0 0,0 0 0 0 0,0 0-1 0 0,0 0 1 0 0,1 0 0 0 0,-1 0 0 0 0,0 0 0 0 0,1 0 0 0 0,0-1-1 0 0,0 4 1 0 0,0-4-37 0 0,1 0-1 0 0,-1 0 1 0 0,0 1-1 0 0,0-1 0 0 0,1 0 1 0 0,-1 0-1 0 0,0 0 1 0 0,1 0-1 0 0,-1 0 0 0 0,1-1 1 0 0,-1 1-1 0 0,1 0 1 0 0,0-1-1 0 0,-1 1 0 0 0,1-1 1 0 0,0 1-1 0 0,-1-1 1 0 0,1 0-1 0 0,0 0 0 0 0,-1 0 1 0 0,1 0-1 0 0,0 0 1 0 0,-1 0-1 0 0,1 0 0 0 0,0-1 1 0 0,0 1-1 0 0,-1-1 1 0 0,1 1-1 0 0,-1-1 1 0 0,1 1-1 0 0,0-1 0 0 0,-1 0 1 0 0,0 0-1 0 0,1 0 1 0 0,-1 0-1 0 0,1 0 0 0 0,-1 0 1 0 0,0 0-1 0 0,2-2 1 0 0,12-10 27 0 0,-1-1 1 0 0,0-1 0 0 0,0 0 0 0 0,-2-1-1 0 0,0 0 1 0 0,-1-1 0 0 0,0 0 0 0 0,-2-1-1 0 0,0 0 1 0 0,-1 0 0 0 0,0-1 0 0 0,-2 0-1 0 0,0-1 1 0 0,-1 1 0 0 0,-2-1-1 0 0,0 0 1 0 0,1-34 0 0 0,2-22 1977 0 0,-6 75-2007 0 0,0 1 0 0 0,0 0 0 0 0,0 0 0 0 0,0 0 0 0 0,0 0 0 0 0,0-1 1 0 0,0 1-1 0 0,0 0 0 0 0,0 0 0 0 0,0 0 0 0 0,0 0 0 0 0,-1-1 0 0 0,1 1 1 0 0,0 0-1 0 0,0 0 0 0 0,0 0 0 0 0,0 0 0 0 0,0 0 0 0 0,0-1 0 0 0,-1 1 1 0 0,1 0-1 0 0,0 0 0 0 0,0 0 0 0 0,0 0 0 0 0,0 0 0 0 0,0 0 0 0 0,-1 0 1 0 0,1 0-1 0 0,0-1 0 0 0,0 1 0 0 0,0 0 0 0 0,-1 0 0 0 0,1 0 0 0 0,0 0 1 0 0,0 0-1 0 0,0 0 0 0 0,0 0 0 0 0,-1 0 0 0 0,1 0 0 0 0,0 0 0 0 0,0 0 1 0 0,0 0-1 0 0,-1 1 0 0 0,1-1 0 0 0,0 0 0 0 0,0 0 0 0 0,0 0 0 0 0,0 0 1 0 0,-1 0-1 0 0,1 0 0 0 0,0 0 0 0 0,0 0 0 0 0,0 0 0 0 0,0 1 0 0 0,0-1 1 0 0,0 0-1 0 0,-1 0 0 0 0,1 0 0 0 0,0 1 0 0 0,-7 11 62 0 0,1 0 0 0 0,0 0-1 0 0,1 1 1 0 0,0 0 0 0 0,1 0-1 0 0,0 0 1 0 0,1 0 0 0 0,1 1-1 0 0,0 0 1 0 0,0-1 0 0 0,2 23-1 0 0,0-13-338 0 0,2 1-1 0 0,0-1 1 0 0,2 1-1 0 0,0-1 1 0 0,2 0-1 0 0,10 26 1 0 0,6-5-1746 0 0,0-17-2965 0 0,-9-16 2002 0 0</inkml:trace>
</inkml:ink>
</file>

<file path=ppt/ink/ink9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12:57.6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141 40 8 0 0,'1'-6'1119'0'0,"0"5"-717"0"0,-1-1-1 0 0,1 1 0 0 0,-1-1 0 0 0,1 1 0 0 0,-1-1 0 0 0,0 0 1 0 0,1 1-1 0 0,-1-1 0 0 0,0 0 0 0 0,0 1 0 0 0,0-1 0 0 0,-1 0 1 0 0,1 1-1 0 0,0-1 0 0 0,-1 1 0 0 0,1-1 0 0 0,-1 0 0 0 0,1 1 1 0 0,-2-3 353 0 0,-1 6-423 0 0,-74 39 1401 0 0,72-38-1630 0 0,0 0 0 0 0,0 1 1 0 0,0 0-1 0 0,0 0 0 0 0,1 0 1 0 0,-1 0-1 0 0,1 1 0 0 0,0-1 0 0 0,1 1 1 0 0,-1 0-1 0 0,1 1 0 0 0,-4 7 1 0 0,6-12-82 0 0,1 1 0 0 0,0-1 1 0 0,0 0-1 0 0,0 0 1 0 0,0 0-1 0 0,0 1 1 0 0,0-1-1 0 0,0 0 1 0 0,0 0-1 0 0,0 1 1 0 0,1-1-1 0 0,-1 0 1 0 0,0 0-1 0 0,1 0 1 0 0,-1 0-1 0 0,1 0 1 0 0,0 1-1 0 0,-1-1 1 0 0,1 0-1 0 0,0 0 1 0 0,-1 0-1 0 0,1 0 1 0 0,0-1-1 0 0,0 1 1 0 0,0 0-1 0 0,0 0 1 0 0,0 0-1 0 0,0-1 1 0 0,0 1-1 0 0,0-1 1 0 0,0 1-1 0 0,0-1 1 0 0,0 1-1 0 0,1-1 1 0 0,-1 1-1 0 0,0-1 0 0 0,0 0 1 0 0,0 0-1 0 0,1 0 1 0 0,0 1-1 0 0,59 4 224 0 0,-51-4-191 0 0,56 3-352 0 0,0 1-2087 0 0,-23-4-3275 0 0,-25-2 2400 0 0</inkml:trace>
</inkml:ink>
</file>

<file path=ppt/ink/ink9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13:00.0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227 124 636 0 0,'-44'-123'6447'0'0,"44"123"-6416"0"0,0 0 1 0 0,0 0-1 0 0,-1 0 0 0 0,1-1 0 0 0,0 1 0 0 0,0 0 0 0 0,-1 0 0 0 0,1 1 0 0 0,0-1 1 0 0,-1 0-1 0 0,1 0 0 0 0,0 0 0 0 0,0 0 0 0 0,-1 0 0 0 0,1 0 0 0 0,0 0 0 0 0,0 0 1 0 0,-1 0-1 0 0,1 1 0 0 0,0-1 0 0 0,0 0 0 0 0,0 0 0 0 0,-1 0 0 0 0,1 0 0 0 0,0 1 1 0 0,0-1-1 0 0,0 0 0 0 0,-1 0 0 0 0,1 1 0 0 0,0-1 0 0 0,0 0 0 0 0,0 0 0 0 0,0 1 1 0 0,0-1-1 0 0,0 0 0 0 0,0 0 0 0 0,0 1 0 0 0,-1-1 0 0 0,1 0 0 0 0,0 0 0 0 0,0 1 1 0 0,0-1-1 0 0,0 0 0 0 0,0 1 0 0 0,1-1 0 0 0,-14 30 386 0 0,-8 36-217 0 0,-52 187 778 0 0,52-157-679 0 0,11-49-35 0 0,-22 68 0 0 0,27-92 307 0 0,19-38 328 0 0,12-15-760 0 0,-14 20-111 0 0,1 1 1 0 0,0 1 0 0 0,0 0 0 0 0,1 1-1 0 0,0 1 1 0 0,1 0 0 0 0,-1 0-1 0 0,1 2 1 0 0,17-4 0 0 0,-24 7-28 0 0,0 0 1 0 0,0 0-1 0 0,0 0 1 0 0,0 1-1 0 0,0 1 0 0 0,0-1 1 0 0,0 1-1 0 0,0 1 1 0 0,0-1-1 0 0,0 1 1 0 0,-1 1-1 0 0,1-1 1 0 0,-1 2-1 0 0,1-1 1 0 0,-1 1-1 0 0,0 0 0 0 0,0 0 1 0 0,-1 0-1 0 0,8 8 1 0 0,-11-10-6 0 0,0 0 0 0 0,-1 1 0 0 0,1-1-1 0 0,-1 1 1 0 0,0-1 0 0 0,0 1 0 0 0,0 0 0 0 0,0 0 0 0 0,0 0 0 0 0,-1 0 0 0 0,1 0 0 0 0,-1 1 0 0 0,0-1 0 0 0,0 0-1 0 0,0 1 1 0 0,0-1 0 0 0,0 1 0 0 0,-1-1 0 0 0,0 1 0 0 0,0-1 0 0 0,0 1 0 0 0,0-1 0 0 0,0 1 0 0 0,-2 5-1 0 0,0-5 2 0 0,1 0 0 0 0,-1 0 0 0 0,0 0 0 0 0,-1-1 0 0 0,1 1 0 0 0,-1-1 0 0 0,1 1 0 0 0,-1-1 0 0 0,0 0 0 0 0,0 0 0 0 0,-1 0 0 0 0,1-1 0 0 0,-1 1 0 0 0,1-1 0 0 0,-1 1 0 0 0,0-1 0 0 0,0-1 0 0 0,0 1 1 0 0,0 0-1 0 0,-5 1-1 0 0,-7 1 13 0 0,-1 1-1 0 0,1-2 0 0 0,0 0 1 0 0,-1-1-1 0 0,0-1 0 0 0,-24-1 0 0 0,32-1-55 0 0,0 0 1 0 0,0 0-1 0 0,0-1 0 0 0,0 0 0 0 0,0 0 0 0 0,0-1 0 0 0,0-1 1 0 0,1 1-1 0 0,0-1 0 0 0,0-1 0 0 0,0 0 0 0 0,0 0 0 0 0,-9-8 0 0 0,17 13-1 0 0,-1 0 0 0 0,1 0-1 0 0,0-1 1 0 0,-1 1-1 0 0,1 0 1 0 0,0 0-1 0 0,-1-1 1 0 0,1 1-1 0 0,0 0 1 0 0,0 0-1 0 0,0-1 1 0 0,-1 1-1 0 0,1 0 1 0 0,0-1 0 0 0,0 1-1 0 0,0 0 1 0 0,0-1-1 0 0,-1 1 1 0 0,1 0-1 0 0,0-1 1 0 0,0 1-1 0 0,0 0 1 0 0,0-1-1 0 0,0 1 1 0 0,0-1-1 0 0,0 1 1 0 0,0 0 0 0 0,0-1-1 0 0,0 1 1 0 0,0 0-1 0 0,0-1 1 0 0,0 1-1 0 0,1 0 1 0 0,-1-1-1 0 0,0 1 1 0 0,0 0-1 0 0,0-1 1 0 0,0 1-1 0 0,1 0 1 0 0,-1-1 0 0 0,0 1-1 0 0,0 0 1 0 0,1-1-1 0 0,-1 1 1 0 0,0 0-1 0 0,0 0 1 0 0,1 0-1 0 0,-1-1 1 0 0,0 1-1 0 0,1 0 1 0 0,-1 0-1 0 0,0 0 1 0 0,1-1 0 0 0,21-5-3315 0 0,-19 5 1694 0 0,7-2-837 0 0</inkml:trace>
</inkml:ink>
</file>

<file path=ppt/ink/ink9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13:00.4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65 38 588 0 0,'-31'12'3424'0'0,"27"-7"-3212"0"0,0 1 1 0 0,1-1-1 0 0,0 1 0 0 0,-1 0 0 0 0,2 0 0 0 0,-1 0 0 0 0,1 0 0 0 0,0 0 0 0 0,0 0 1 0 0,1 1-1 0 0,-1-1 0 0 0,1 1 0 0 0,1-1 0 0 0,-1 12 0 0 0,2-16-177 0 0,-1 1-1 0 0,0 0 1 0 0,1-1-1 0 0,-1 1 1 0 0,1-1 0 0 0,-1 1-1 0 0,1 0 1 0 0,0-1-1 0 0,0 0 1 0 0,1 1 0 0 0,-1-1-1 0 0,0 0 1 0 0,1 0-1 0 0,-1 1 1 0 0,1-1-1 0 0,0 0 1 0 0,0-1 0 0 0,0 1-1 0 0,0 0 1 0 0,0 0-1 0 0,0-1 1 0 0,0 1 0 0 0,0-1-1 0 0,1 0 1 0 0,-1 0-1 0 0,0 0 1 0 0,1 0-1 0 0,-1 0 1 0 0,1 0 0 0 0,-1-1-1 0 0,1 1 1 0 0,0-1-1 0 0,-1 1 1 0 0,1-1-1 0 0,0 0 1 0 0,-1 0 0 0 0,1-1-1 0 0,4 0 1 0 0,-3 1 9 0 0,0-1-1 0 0,0 0 1 0 0,0 1 0 0 0,-1-2 0 0 0,1 1-1 0 0,0 0 1 0 0,-1-1 0 0 0,1 1 0 0 0,-1-1-1 0 0,0 0 1 0 0,1-1 0 0 0,-1 1 0 0 0,0 0-1 0 0,0-1 1 0 0,-1 1 0 0 0,1-1 0 0 0,0 0-1 0 0,-1 0 1 0 0,0 0 0 0 0,0-1 0 0 0,0 1-1 0 0,0 0 1 0 0,0-1 0 0 0,0 1 0 0 0,-1-1-1 0 0,0 0 1 0 0,0 1 0 0 0,0-1-1 0 0,0 0 1 0 0,0 0 0 0 0,-1-5 0 0 0,1 4 3 0 0,-1 0 0 0 0,0 0 0 0 0,0 1 0 0 0,0-1 0 0 0,0 0 0 0 0,-1 0 0 0 0,0 0 0 0 0,0 1 0 0 0,0-1 0 0 0,-1 0 0 0 0,1 1 0 0 0,-1-1 0 0 0,0 1 0 0 0,-1 0 0 0 0,1 0 0 0 0,-1 0 0 0 0,0 0 0 0 0,0 0 0 0 0,0 0 0 0 0,0 1 0 0 0,0-1 0 0 0,-1 1 0 0 0,0 0 0 0 0,-7-5 0 0 0,6 6-23 0 0,0 0-1 0 0,0 0 0 0 0,1 0 0 0 0,-1 1 1 0 0,-1 0-1 0 0,-7-1 0 0 0,12 2-68 0 0,1-1 0 0 0,-1 1 0 0 0,0 0 0 0 0,0 0 0 0 0,0 0 0 0 0,1 0 0 0 0,-1 0 0 0 0,0 0 0 0 0,0 1 0 0 0,0-1 0 0 0,1 0 0 0 0,-1 0-1 0 0,0 0 1 0 0,0 1 0 0 0,0-1 0 0 0,1 1 0 0 0,-1-1 0 0 0,0 0 0 0 0,1 1 0 0 0,-1-1 0 0 0,0 1 0 0 0,1-1 0 0 0,-1 1 0 0 0,1 0 0 0 0,-1-1 0 0 0,1 1 0 0 0,-1 0-1 0 0,1-1 1 0 0,-1 1 0 0 0,1 0 0 0 0,-1-1 0 0 0,1 1 0 0 0,0 0 0 0 0,0 0 0 0 0,-1 0 0 0 0,1-1 0 0 0,0 1 0 0 0,0 0 0 0 0,0 0 0 0 0,0 0 0 0 0,0-1 0 0 0,0 1-1 0 0,0 0 1 0 0,0 0 0 0 0,0 0 0 0 0,0-1 0 0 0,1 1 0 0 0,-1 0 0 0 0,0 0 0 0 0,0 0 0 0 0,1-1 0 0 0,0 2 0 0 0,14 27-5145 0 0,-9-23 3107 0 0</inkml:trace>
</inkml:ink>
</file>

<file path=ppt/ink/ink9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13:00.8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45 75 320 0 0,'-10'-1'3168'0'0,"8"2"-3068"0"0,0 0 0 0 0,0 0-1 0 0,0 0 1 0 0,0 0 0 0 0,0 1-1 0 0,1-1 1 0 0,-1 1 0 0 0,0-1-1 0 0,1 1 1 0 0,-1 0 0 0 0,1-1-1 0 0,0 1 1 0 0,-1 0 0 0 0,1 0-1 0 0,0 0 1 0 0,0 0 0 0 0,0 0-1 0 0,1 0 1 0 0,-1 1 0 0 0,0-1-1 0 0,1 0 1 0 0,0 0 0 0 0,-1 0-1 0 0,1 1 1 0 0,0-1 0 0 0,0 0-1 0 0,0 1 1 0 0,0-1 0 0 0,1 0-1 0 0,-1 0 1 0 0,1 0 0 0 0,-1 1-1 0 0,1-1 1 0 0,0 0 0 0 0,-1 0-1 0 0,3 3 1 0 0,-1-1-46 0 0,1-1 0 0 0,-1 0-1 0 0,1 0 1 0 0,-1 0 0 0 0,1 0 0 0 0,0 0 0 0 0,0-1 0 0 0,0 1 0 0 0,0-1-1 0 0,1 0 1 0 0,-1 0 0 0 0,1 0 0 0 0,-1-1 0 0 0,1 1 0 0 0,0-1 0 0 0,0 0-1 0 0,-1 0 1 0 0,1 0 0 0 0,0 0 0 0 0,0 0 0 0 0,7-1 0 0 0,-9 0-10 0 0,1 0-1 0 0,0 0 1 0 0,0 0 0 0 0,-1 0 0 0 0,1-1-1 0 0,0 1 1 0 0,-1-1 0 0 0,1 0 0 0 0,0 0-1 0 0,-1 0 1 0 0,1 0 0 0 0,-1 0 0 0 0,1 0-1 0 0,-1-1 1 0 0,0 1 0 0 0,1-1 0 0 0,-1 0 0 0 0,0 0-1 0 0,0 0 1 0 0,0 0 0 0 0,-1 0 0 0 0,1 0-1 0 0,0 0 1 0 0,-1 0 0 0 0,1-1 0 0 0,-1 1-1 0 0,2-6 1 0 0,-2 5 6 0 0,0 0-1 0 0,-1-1 1 0 0,1 1-1 0 0,-1-1 1 0 0,0 1 0 0 0,0-1-1 0 0,0 1 1 0 0,0-1-1 0 0,0 1 1 0 0,-1-1 0 0 0,0 1-1 0 0,0-1 1 0 0,0 1-1 0 0,0 0 1 0 0,0-1-1 0 0,-1 1 1 0 0,1 0 0 0 0,-1 0-1 0 0,0 0 1 0 0,0 0-1 0 0,-4-4 1 0 0,-7-10 110 0 0,11 14-131 0 0,0 0 1 0 0,-1 0-1 0 0,1 0 1 0 0,-1 0-1 0 0,0 1 0 0 0,0-1 1 0 0,0 1-1 0 0,0-1 1 0 0,-4-1-1 0 0,-1-1 28 0 0,0 1-1 0 0,-1 1 1 0 0,1-1 0 0 0,-14-2 0 0 0,21 6-116 0 0,1-1 0 0 0,-1 1 0 0 0,0-1 0 0 0,0 1 0 0 0,0 0 0 0 0,-1-1 0 0 0,1 1 1 0 0,0 0-1 0 0,0 0 0 0 0,0 0 0 0 0,0 0 0 0 0,0 0 0 0 0,0 0 0 0 0,0 0 0 0 0,0 0 1 0 0,0 0-1 0 0,0 1 0 0 0,0-1 0 0 0,0 0 0 0 0,0 1 0 0 0,0-1 0 0 0,0 1 0 0 0,0-1 1 0 0,0 1-1 0 0,0-1 0 0 0,0 1 0 0 0,0-1 0 0 0,1 1 0 0 0,-1 0 0 0 0,0 0 0 0 0,0 0 0 0 0,1-1 1 0 0,-1 1-1 0 0,0 0 0 0 0,1 0 0 0 0,-1 0 0 0 0,1 0 0 0 0,-1 0 0 0 0,1 0 0 0 0,0 0 1 0 0,-1 0-1 0 0,1 0 0 0 0,0 0 0 0 0,0 0 0 0 0,0 0 0 0 0,0 0 0 0 0,0 0 0 0 0,0 0 1 0 0,0 0-1 0 0,0 0 0 0 0,0 1 0 0 0,1 0 0 0 0,4 10-4042 0 0,-1-7 1744 0 0</inkml:trace>
</inkml:ink>
</file>

<file path=ppt/ink/ink9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13:01.4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46 30 820 0 0,'2'-29'8722'0'0,"0"53"-8461"0"0,-1 0 1 0 0,-1 0 0 0 0,-2 0 0 0 0,0 0 0 0 0,-9 38 0 0 0,-4 37 72 0 0,-6 43 107 0 0,22-141-430 0 0,0-1 1 0 0,-1 0-1 0 0,1 0 1 0 0,0 0-1 0 0,-1 1 1 0 0,1-1-1 0 0,0 0 0 0 0,0 0 1 0 0,-1 0-1 0 0,1 0 1 0 0,0 0-1 0 0,-1 0 1 0 0,1 0-1 0 0,0-1 1 0 0,0 1-1 0 0,-1 0 1 0 0,1 0-1 0 0,0 0 0 0 0,-1-1 1 0 0,1 1-1 0 0,0 0 1 0 0,-1-1-1 0 0,1 1 1 0 0,0-1-1 0 0,-1 1 1 0 0,1-1-1 0 0,-1 1 1 0 0,2-2-1 0 0,25-14 27 0 0,49-47 22 0 0,-46 37-46 0 0,38-26 0 0 0,-49 36-7 0 0,-16 14 0 0 0,-1-1-1 0 0,1 1 0 0 0,-1 0 0 0 0,1 0 1 0 0,0 0-1 0 0,0 0 0 0 0,0 1 1 0 0,5-3-1 0 0,-7 3 28 0 0,-1 7-18 0 0,-1 0 0 0 0,0 0 0 0 0,0 0 0 0 0,-1 0 0 0 0,-4 10 1 0 0,4-10-6 0 0,0 0 1 0 0,0 1 0 0 0,0-1 0 0 0,1 0 0 0 0,0 1-1 0 0,-1 6 1 0 0,3-8-1 0 0,-1-1-1 0 0,0 0 1 0 0,1 1 0 0 0,0-1-1 0 0,0 0 1 0 0,0 0 0 0 0,1 0-1 0 0,0 0 1 0 0,-1 0 0 0 0,1 0-1 0 0,0 0 1 0 0,1-1 0 0 0,-1 1-1 0 0,1-1 1 0 0,0 1 0 0 0,-1-1-1 0 0,1 0 1 0 0,6 4 0 0 0,29 18-1804 0 0,5-7-4345 0 0,-28-14 3383 0 0</inkml:trace>
</inkml:ink>
</file>

<file path=ppt/ink/ink9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13:01.8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18 488 0 0,'22'-11'10306'0'0,"-9"5"-8442"0"0,-27 19-11974 0 0</inkml:trace>
</inkml:ink>
</file>

<file path=ppt/ink/ink9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13:03.7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586 85 432 0 0,'-6'-7'353'0'0,"0"0"0"0"0,0 0-1 0 0,-1 1 1 0 0,0 0 0 0 0,0 0 0 0 0,0 0 0 0 0,-1 1-1 0 0,0 0 1 0 0,0 1 0 0 0,0 0 0 0 0,0 0 0 0 0,-1 0-1 0 0,1 1 1 0 0,-1 1 0 0 0,0-1 0 0 0,0 2-1 0 0,0-1 1 0 0,0 1 0 0 0,-1 0 0 0 0,-10 1 0 0 0,15 0-302 0 0,0 0-1 0 0,0 0 1 0 0,-1 0 0 0 0,1 1 0 0 0,0 0 0 0 0,0 0 0 0 0,0 0 0 0 0,0 1 0 0 0,0 0 0 0 0,1-1-1 0 0,-1 2 1 0 0,0-1 0 0 0,1 0 0 0 0,-1 1 0 0 0,1 0 0 0 0,0 0 0 0 0,0 0 0 0 0,0 1 0 0 0,1 0-1 0 0,-1-1 1 0 0,1 1 0 0 0,0 0 0 0 0,0 0 0 0 0,0 1 0 0 0,0-1 0 0 0,1 1 0 0 0,-1-1 0 0 0,1 1-1 0 0,1 0 1 0 0,-1 0 0 0 0,1 0 0 0 0,0 0 0 0 0,0 0 0 0 0,0 0 0 0 0,0 0 0 0 0,1 10 0 0 0,2 1 0 0 0,1 0 1 0 0,0-1 0 0 0,1 1-1 0 0,1-1 1 0 0,0 0 0 0 0,1 0-1 0 0,0 0 1 0 0,2-1 0 0 0,0 0-1 0 0,15 21 1 0 0,-9-13-8 0 0,-1-1-1 0 0,-2 2 1 0 0,10 24-1 0 0,-16-35-28 0 0,-2 1 0 0 0,0-1 0 0 0,0 1 0 0 0,-1-1-1 0 0,0 1 1 0 0,-1 0 0 0 0,-1 0 0 0 0,0 0 0 0 0,-1-1 0 0 0,0 1-1 0 0,-4 17 1 0 0,3-23 0 0 0,-1 1 0 0 0,0-1 0 0 0,0 0 0 0 0,0 0 0 0 0,-1 0 0 0 0,0-1 0 0 0,0 1 0 0 0,-1-1 0 0 0,0 0 0 0 0,0 0 0 0 0,0-1 0 0 0,0 0 0 0 0,-1 1 0 0 0,0-2 0 0 0,0 1 0 0 0,-1-1 0 0 0,1 0 0 0 0,-1 0 0 0 0,0-1 0 0 0,-10 4 0 0 0,5-3 67 0 0,0-1 0 0 0,0 0-1 0 0,-1-1 1 0 0,1 0 0 0 0,-1-1 0 0 0,1 0-1 0 0,-1-1 1 0 0,1 0 0 0 0,-1-1 0 0 0,1-1 0 0 0,-1 0-1 0 0,-19-6 1 0 0,24 6-43 0 0,1 0 0 0 0,0-1-1 0 0,0 0 1 0 0,0 0 0 0 0,1 0 0 0 0,-1-1 0 0 0,1 0-1 0 0,0 0 1 0 0,0-1 0 0 0,0 1 0 0 0,0-1-1 0 0,1-1 1 0 0,0 1 0 0 0,0-1 0 0 0,0 0-1 0 0,1 0 1 0 0,0 0 0 0 0,0-1 0 0 0,1 1 0 0 0,-1-1-1 0 0,1 0 1 0 0,-3-11 0 0 0,6 16-64 0 0,-1-1 0 0 0,0 0 0 0 0,1 1 0 0 0,-1-1 0 0 0,1 0 0 0 0,0 1 0 0 0,0-1 0 0 0,0 0 0 0 0,0 1 0 0 0,1-1 1 0 0,-1 1-1 0 0,1-1 0 0 0,-1 0 0 0 0,1 1 0 0 0,0-1 0 0 0,0 1 0 0 0,0-1 0 0 0,0 1 0 0 0,0 0 0 0 0,1-1 0 0 0,2-3 0 0 0,0 4-160 0 0,-1-1 0 0 0,0 1-1 0 0,1 0 1 0 0,-1 0 0 0 0,1 0-1 0 0,0 1 1 0 0,0-1 0 0 0,0 1-1 0 0,0 0 1 0 0,0 0 0 0 0,0 0 0 0 0,0 0-1 0 0,7 1 1 0 0,42 0-5127 0 0,-35 1 2805 0 0</inkml:trace>
</inkml:ink>
</file>

<file path=ppt/ink/ink9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13:04.5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67 26 428 0 0,'6'-11'1164'0'0,"4"-3"3721"0"0,-9 41-2325 0 0,-1-20-2687 0 0,-3 42 1359 0 0,-12 74 1 0 0,-3 33-7 0 0,6-21-524 0 0,-9 52 62 0 0,17-163-449 0 0,0-19 71 0 0,0-17-253 0 0,3 2-124 0 0,0 1 1 0 0,1-1-1 0 0,0 1 0 0 0,1-1 1 0 0,0 1-1 0 0,0-1 1 0 0,1 1-1 0 0,0 0 1 0 0,1 0-1 0 0,0 0 0 0 0,0 0 1 0 0,1 0-1 0 0,0 0 1 0 0,0 1-1 0 0,1 0 1 0 0,0 0-1 0 0,1 0 1 0 0,0 1-1 0 0,7-7 0 0 0,-5 4-32 0 0,-6 8 20 0 0,0-1 0 0 0,0 1 0 0 0,0 0 0 0 0,0-1 1 0 0,0 1-1 0 0,1 0 0 0 0,-1 1 0 0 0,1-1 0 0 0,-1 0 1 0 0,1 1-1 0 0,0-1 0 0 0,0 1 0 0 0,-1 0 1 0 0,1 0-1 0 0,0 0 0 0 0,0 0 0 0 0,3 0 0 0 0,-4 1 1 0 0,0 0-1 0 0,-1 1 1 0 0,1-1 0 0 0,-1 0-1 0 0,1 1 1 0 0,-1-1-1 0 0,1 1 1 0 0,-1 0-1 0 0,1-1 1 0 0,-1 1-1 0 0,0 0 1 0 0,1 0-1 0 0,-1 0 1 0 0,0 0-1 0 0,1 0 1 0 0,-1 0-1 0 0,0 0 1 0 0,0 0-1 0 0,0 1 1 0 0,1 0 0 0 0,20 31-18 0 0,-18-26 2 0 0,2 2 20 0 0,0 0 0 0 0,1-1 1 0 0,0 0-1 0 0,1 0 0 0 0,0-1 0 0 0,0 0 1 0 0,0 0-1 0 0,1 0 0 0 0,0-1 0 0 0,0-1 0 0 0,1 0 1 0 0,0 0-1 0 0,12 4 0 0 0,-15-7-3 0 0,-1 0 1 0 0,1 0-1 0 0,0 0 0 0 0,0-1 1 0 0,0-1-1 0 0,0 1 0 0 0,0-1 1 0 0,0 0-1 0 0,0 0 0 0 0,0-1 1 0 0,-1 0-1 0 0,1-1 0 0 0,0 1 0 0 0,0-1 1 0 0,-1 0-1 0 0,1-1 0 0 0,-1 0 1 0 0,1 0-1 0 0,-1 0 0 0 0,0-1 1 0 0,10-7-1 0 0,-8 3 4 0 0,0 1-1 0 0,-1-1 1 0 0,0 0-1 0 0,0-1 1 0 0,9-15-1 0 0,-14 20-2 0 0,1 0-1 0 0,-1 0 1 0 0,0 0-1 0 0,0-1 1 0 0,0 1-1 0 0,-1-1 1 0 0,0 1 0 0 0,0-1-1 0 0,0 0 1 0 0,0 1-1 0 0,0-1 1 0 0,-1 0-1 0 0,0 1 1 0 0,0-1-1 0 0,-1-7 1 0 0,0 12 0 0 0,1-1 1 0 0,-1 0-1 0 0,1 0 0 0 0,-1 0 0 0 0,1 1 1 0 0,-1-1-1 0 0,0 0 0 0 0,1 1 1 0 0,-1-1-1 0 0,0 0 0 0 0,0 1 1 0 0,1-1-1 0 0,-1 1 0 0 0,0-1 0 0 0,0 1 1 0 0,0 0-1 0 0,0-1 0 0 0,0 1 1 0 0,1 0-1 0 0,-1 0 0 0 0,0-1 0 0 0,0 1 1 0 0,0 0-1 0 0,0 0 0 0 0,0 0 1 0 0,0 0-1 0 0,0 0 0 0 0,0 0 0 0 0,0 1 1 0 0,0-1-1 0 0,0 0 0 0 0,0 0 1 0 0,1 1-1 0 0,-3 0 0 0 0,-24 10-36 0 0,24-9 16 0 0,1 0 0 0 0,0 0 0 0 0,-1 1-1 0 0,1-1 1 0 0,0 1 0 0 0,0-1 0 0 0,1 1 0 0 0,-1 0 0 0 0,0-1-1 0 0,1 1 1 0 0,0 0 0 0 0,0 0 0 0 0,0 0 0 0 0,0 0 0 0 0,0 1-1 0 0,0-1 1 0 0,1 0 0 0 0,0 0 0 0 0,-1 0 0 0 0,1 1 0 0 0,0-1-1 0 0,1 0 1 0 0,-1 0 0 0 0,0 0 0 0 0,1 1 0 0 0,0-1 0 0 0,0 0-1 0 0,0 0 1 0 0,0 0 0 0 0,0 0 0 0 0,1 0 0 0 0,-1 0 0 0 0,1-1-1 0 0,0 1 1 0 0,0 0 0 0 0,0-1 0 0 0,0 0 0 0 0,4 5 0 0 0,5 3-539 0 0,0 1 1 0 0,1-1-1 0 0,0-1 1 0 0,0 0-1 0 0,1-1 1 0 0,26 13-1 0 0,27 6-4515 0 0,-26-16 2172 0 0</inkml:trace>
</inkml:ink>
</file>

<file path=ppt/ink/ink9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13:05.7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0 491 248 0 0,'0'0'1594'0'0,"6"0"1158"0"0,11-3-1462 0 0,1-8-625 0 0,0-1 1 0 0,-1-1 0 0 0,0-1-1 0 0,-1 0 1 0 0,14-17 0 0 0,-14 14-484 0 0,0 0 1 0 0,-1-1-1 0 0,-1-1 1 0 0,0 0 0 0 0,-2-1-1 0 0,0-1 1 0 0,-1 1 0 0 0,-2-2-1 0 0,0 0 1 0 0,-1 0 0 0 0,-1 0-1 0 0,-1-1 1 0 0,4-28-1 0 0,-9 47-169 0 0,-1 1 0 0 0,1 0 0 0 0,-1-1-1 0 0,0 1 1 0 0,0-1 0 0 0,0 0 0 0 0,0 1-1 0 0,0 0 1 0 0,-1-1 0 0 0,0 1 0 0 0,0-1-1 0 0,0 1 1 0 0,0 0 0 0 0,0-1-1 0 0,-1 1 1 0 0,1 0 0 0 0,-4-4 0 0 0,3 5-8 0 0,0 0 1 0 0,0 1-1 0 0,0-1 1 0 0,-1 1-1 0 0,1 0 1 0 0,-1 0-1 0 0,1 0 1 0 0,-1 0-1 0 0,1 0 0 0 0,-1 1 1 0 0,0-1-1 0 0,1 1 1 0 0,-1 0-1 0 0,0-1 1 0 0,0 1-1 0 0,1 0 1 0 0,-1 1-1 0 0,0-1 1 0 0,1 0-1 0 0,-1 1 1 0 0,0 0-1 0 0,1-1 1 0 0,-5 3-1 0 0,1-2-1 0 0,1 1-1 0 0,0 0 0 0 0,0 0 1 0 0,0 0-1 0 0,0 0 1 0 0,0 1-1 0 0,0 0 0 0 0,1 0 1 0 0,-1 0-1 0 0,1 0 1 0 0,0 1-1 0 0,0 0 0 0 0,0 0 1 0 0,1 0-1 0 0,-7 9 1 0 0,8-10-5 0 0,1 1 1 0 0,0 0 0 0 0,-1-1 0 0 0,1 1-1 0 0,0 0 1 0 0,1-1 0 0 0,-1 1-1 0 0,1 0 1 0 0,0 0 0 0 0,-1 0 0 0 0,2 0-1 0 0,-1 0 1 0 0,0-1 0 0 0,1 1 0 0 0,0 0-1 0 0,0 0 1 0 0,0-1 0 0 0,0 1 0 0 0,1 0-1 0 0,-1-1 1 0 0,1 1 0 0 0,0-1-1 0 0,3 5 1 0 0,12 18-40 0 0,0-2 0 0 0,1 0 0 0 0,2-1-1 0 0,0-1 1 0 0,2 0 0 0 0,34 25 0 0 0,-48-41 24 0 0,1-1 1 0 0,0-1 0 0 0,0 0-1 0 0,1 0 1 0 0,0 0 0 0 0,-1-2-1 0 0,1 1 1 0 0,0-1 0 0 0,0 0-1 0 0,0-1 1 0 0,0 0 0 0 0,1-1-1 0 0,-1 0 1 0 0,0-1 0 0 0,0 0-1 0 0,18-4 1 0 0,-13 2 13 0 0,1-1-1 0 0,-1-1 1 0 0,1 0-1 0 0,-1-1 1 0 0,-1 0-1 0 0,1-2 1 0 0,-1 1-1 0 0,-1-2 1 0 0,25-19-1 0 0,0-14-11 0 0,-37 40 17 0 0,1 0 0 0 0,-1 0 0 0 0,0 0 0 0 0,0 0-1 0 0,0 0 1 0 0,0 0 0 0 0,0 0 0 0 0,0-1 0 0 0,-1 1-1 0 0,1 0 1 0 0,-1-1 0 0 0,1 1 0 0 0,-1-1 0 0 0,0 1-1 0 0,0 0 1 0 0,0-1 0 0 0,-1 1 0 0 0,1 0 0 0 0,0-1 0 0 0,-1 1-1 0 0,1 0 1 0 0,-1-1 0 0 0,-1-2 0 0 0,1 3 0 0 0,-16-3 6 0 0,13 4-9 0 0,1 2 0 0 0,-1-1 1 0 0,0 0-1 0 0,1 1 0 0 0,-1 0 0 0 0,1-1 1 0 0,-1 1-1 0 0,1 1 0 0 0,-1-1 0 0 0,1 1 1 0 0,0-1-1 0 0,0 1 0 0 0,0 0 0 0 0,-5 4 1 0 0,-36 33 5 0 0,42-37-5 0 0,0 0 0 0 0,-1 0 0 0 0,1 1-1 0 0,1-1 1 0 0,-1 1 0 0 0,0-1 0 0 0,0 1-1 0 0,1 0 1 0 0,0 0 0 0 0,-1-1 0 0 0,1 1-1 0 0,0 0 1 0 0,0 0 0 0 0,1 0 0 0 0,-1 0-1 0 0,1 0 1 0 0,-1 1 0 0 0,1-1 0 0 0,0 0-1 0 0,0 0 1 0 0,1 0 0 0 0,-1 0 0 0 0,0 0-1 0 0,1 0 1 0 0,0 0 0 0 0,0 0 0 0 0,0 0-1 0 0,0 0 1 0 0,3 5 0 0 0,0-3-1 0 0,0 0 0 0 0,0-1 1 0 0,0 1-1 0 0,1-1 0 0 0,0 0 0 0 0,0 0 0 0 0,0 0 1 0 0,0-1-1 0 0,1 0 0 0 0,0 0 0 0 0,-1 0 0 0 0,1 0 1 0 0,10 2-1 0 0,8 1-61 0 0,-1-1 1 0 0,1-2-1 0 0,-1 0 1 0 0,1-1-1 0 0,0-1 1 0 0,0-2 0 0 0,0 0-1 0 0,0-2 1 0 0,-1 0-1 0 0,1-2 1 0 0,-1 0-1 0 0,0-2 1 0 0,0 0-1 0 0,-1-2 1 0 0,24-12-1 0 0,-36 16 77 0 0,1-2-1 0 0,-1 1 0 0 0,0-1 0 0 0,-1-1 0 0 0,0 0 0 0 0,0 0 0 0 0,0-1 0 0 0,-1 0 1 0 0,-1 0-1 0 0,1-1 0 0 0,-1 0 0 0 0,6-14 0 0 0,-12 24 10 0 0,0-1-1 0 0,-1 1 1 0 0,1-1-1 0 0,-1 1 1 0 0,0-1-1 0 0,1 0 1 0 0,-1 1-1 0 0,1-1 1 0 0,-1 1-1 0 0,0-1 1 0 0,0 0-1 0 0,1 1 1 0 0,-1-1-1 0 0,0 0 1 0 0,0 0 0 0 0,0 1-1 0 0,0-1 1 0 0,0 0-1 0 0,0 1 1 0 0,0-1-1 0 0,0 0 1 0 0,0 0-1 0 0,0 1 1 0 0,0-1-1 0 0,0 0 1 0 0,0 1-1 0 0,-1-1 1 0 0,1 0-1 0 0,0 1 1 0 0,-1-1-1 0 0,1 0 1 0 0,0 1 0 0 0,-1-1-1 0 0,1 1 1 0 0,-1-1-1 0 0,1 0 1 0 0,-1 1-1 0 0,0-1 1 0 0,-1 0 3 0 0,-1 1 0 0 0,1-1 0 0 0,-1 1 0 0 0,1-1 0 0 0,0 1 0 0 0,-1 0 0 0 0,1 0 0 0 0,-1 0 0 0 0,1 1 0 0 0,-1-1-1 0 0,-3 2 1 0 0,-64 21 145 0 0,60-19-141 0 0,-34 21 35 0 0,43-24-60 0 0,0 0 1 0 0,0 0-1 0 0,-1 0 0 0 0,1 0 1 0 0,0 0-1 0 0,0 1 0 0 0,0-1 1 0 0,0 0-1 0 0,0 0 1 0 0,1 1-1 0 0,-1-1 0 0 0,0 0 1 0 0,1 1-1 0 0,-1-1 0 0 0,1 1 1 0 0,-1-1-1 0 0,1 0 1 0 0,-1 1-1 0 0,1 0 0 0 0,0-1 1 0 0,0 1-1 0 0,0-1 0 0 0,0 1 1 0 0,0-1-1 0 0,0 1 0 0 0,0-1 1 0 0,1 1-1 0 0,0 1 1 0 0,0-1 10 0 0,0 0 1 0 0,0-1 0 0 0,0 1 0 0 0,1-1 0 0 0,-1 1 0 0 0,1-1-1 0 0,-1 0 1 0 0,1 1 0 0 0,-1-1 0 0 0,1 0 0 0 0,0 0 0 0 0,-1 0-1 0 0,1 0 1 0 0,0-1 0 0 0,0 1 0 0 0,0 0 0 0 0,0-1 0 0 0,0 1-1 0 0,3 0 1 0 0,47 4-1 0 0,-37-4-114 0 0,13 2-573 0 0,55 4-1927 0 0,-27-9-3157 0 0,-40 0 3128 0 0</inkml:trace>
</inkml:ink>
</file>

<file path=ppt/ink/ink9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13:06.1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84 371 72 0 0,'0'0'787'0'0,"2"-5"439"0"0,-6 4 1799 0 0,-2 1-2726 0 0,0 1 1 0 0,0 1-1 0 0,0-1 0 0 0,1 1 1 0 0,-1 0-1 0 0,0 1 0 0 0,1-1 1 0 0,0 1-1 0 0,-5 3 0 0 0,8-5-250 0 0,1-1 0 0 0,0 1 0 0 0,0 0 0 0 0,0-1-1 0 0,-1 1 1 0 0,1 0 0 0 0,0 0 0 0 0,0 0 0 0 0,0-1-1 0 0,0 1 1 0 0,0 1 0 0 0,1-1 0 0 0,-1 0 0 0 0,0 0 0 0 0,0 0-1 0 0,1 0 1 0 0,-1 0 0 0 0,0 1 0 0 0,1-1 0 0 0,0 0-1 0 0,-1 0 1 0 0,1 1 0 0 0,0-1 0 0 0,-1 1 0 0 0,1-1-1 0 0,0 0 1 0 0,0 1 0 0 0,0-1 0 0 0,0 0 0 0 0,0 1 0 0 0,1-1-1 0 0,-1 0 1 0 0,0 1 0 0 0,0-1 0 0 0,1 0 0 0 0,-1 1-1 0 0,1-1 1 0 0,0 0 0 0 0,-1 0 0 0 0,1 0 0 0 0,0 1-1 0 0,-1-1 1 0 0,1 0 0 0 0,0 0 0 0 0,0 0 0 0 0,0 0-1 0 0,2 1 1 0 0,0 0-25 0 0,-1-1 0 0 0,1 1 1 0 0,-1-1-1 0 0,1 0 0 0 0,0 0 0 0 0,-1 0 0 0 0,1 0 0 0 0,0 0 0 0 0,0-1 0 0 0,0 1 0 0 0,0-1 0 0 0,0 0 1 0 0,0 0-1 0 0,0 0 0 0 0,-1 0 0 0 0,1 0 0 0 0,0-1 0 0 0,0 1 0 0 0,0-1 0 0 0,0 0 0 0 0,0 0 1 0 0,-1 0-1 0 0,1 0 0 0 0,0-1 0 0 0,2-1 0 0 0,2 0-6 0 0,-1-1-1 0 0,1 0 1 0 0,-1 0 0 0 0,0 0-1 0 0,0-1 1 0 0,-1 0 0 0 0,0 0 0 0 0,9-11-1 0 0,-5 2-11 0 0,0-1 0 0 0,-1-1-1 0 0,-1 0 1 0 0,-1 0 0 0 0,0 0-1 0 0,-1 0 1 0 0,-1-1-1 0 0,4-25 1 0 0,-3-11 502 0 0,-2-74-1 0 0,-3 103-102 0 0,0 24-365 0 0,1-1 0 0 0,-1 0 0 0 0,0 0 0 0 0,0 0 0 0 0,0 1 0 0 0,0-1 0 0 0,0 0 0 0 0,0 0 0 0 0,0 0 0 0 0,0 1 0 0 0,0-1 0 0 0,0 0 0 0 0,-1 0 0 0 0,1 1 0 0 0,0-1 0 0 0,0 0 0 0 0,-1 0 0 0 0,1 1 0 0 0,0-1 0 0 0,-1 0 0 0 0,1 1 0 0 0,-1-1 0 0 0,1 0 0 0 0,-1 1 0 0 0,1-1 0 0 0,-1 1 0 0 0,-1-2 0 0 0,-14 14 456 0 0,-11 37-48 0 0,20-23-334 0 0,0 0 1 0 0,2 0 0 0 0,1 0 0 0 0,2 0-1 0 0,0 1 1 0 0,3 29 0 0 0,2 2-1461 0 0,21 99 1 0 0,-16-109-970 0 0,-5-15-2820 0 0,-1-19 2082 0 0</inkml:trace>
</inkml:ink>
</file>

<file path=ppt/ink/ink9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13:08.3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275 19 564 0 0,'-8'-4'472'0'0,"0"1"0"0"0,0 1 1 0 0,0-1-1 0 0,0 1 0 0 0,-1 1 0 0 0,1-1 0 0 0,0 1 1 0 0,-1 1-1 0 0,1 0 0 0 0,-12 1 0 0 0,9-1-232 0 0,1 1 0 0 0,-1 1-1 0 0,1 0 1 0 0,-1 0 0 0 0,1 1-1 0 0,0 0 1 0 0,0 1 0 0 0,0 0-1 0 0,1 1 1 0 0,-1 0 0 0 0,1 0-1 0 0,0 1 1 0 0,-8 7 0 0 0,14-11-200 0 0,1 0 1 0 0,0 0 0 0 0,0 0-1 0 0,1 0 1 0 0,-1 0 0 0 0,0 0-1 0 0,1 1 1 0 0,-1-1 0 0 0,1 1-1 0 0,0-1 1 0 0,0 1 0 0 0,0-1 0 0 0,0 1-1 0 0,0 0 1 0 0,0-1 0 0 0,1 1-1 0 0,-1 0 1 0 0,1 0 0 0 0,0 0-1 0 0,0-1 1 0 0,0 1 0 0 0,0 0 0 0 0,1 0-1 0 0,-1-1 1 0 0,1 1 0 0 0,-1 0-1 0 0,1 0 1 0 0,0-1 0 0 0,0 1-1 0 0,0-1 1 0 0,0 1 0 0 0,1-1 0 0 0,-1 1-1 0 0,1-1 1 0 0,0 0 0 0 0,-1 1-1 0 0,1-1 1 0 0,0 0 0 0 0,4 3-1 0 0,10 8 53 0 0,0 0 0 0 0,0-1-1 0 0,1-1 1 0 0,30 14 0 0 0,-14-7 55 0 0,-21-11-97 0 0,-8-5-32 0 0,1 0 0 0 0,-1 1 0 0 0,0-1 0 0 0,0 1 1 0 0,0 0-1 0 0,0 0 0 0 0,0 0 0 0 0,-1 1 0 0 0,0-1 0 0 0,1 1 1 0 0,-1 0-1 0 0,3 6 0 0 0,-5-9-15 0 0,-2 0 0 0 0,1 1-1 0 0,0-1 1 0 0,0 0 0 0 0,0 0 0 0 0,-1 1-1 0 0,1-1 1 0 0,0 0 0 0 0,-1 0 0 0 0,0 1 0 0 0,1-1-1 0 0,-1 0 1 0 0,1 0 0 0 0,-1 0 0 0 0,0 0-1 0 0,0 0 1 0 0,0 0 0 0 0,0 0 0 0 0,0 0 0 0 0,0 0-1 0 0,0 0 1 0 0,0-1 0 0 0,0 1 0 0 0,0 0-1 0 0,0-1 1 0 0,0 1 0 0 0,-1 0 0 0 0,1-1-1 0 0,0 0 1 0 0,-2 1 0 0 0,-40 14 36 0 0,42-15-36 0 0,-11 3-213 0 0,0-1 1 0 0,0 0 0 0 0,-1-1-1 0 0,1 0 1 0 0,0-1-1 0 0,-1 0 1 0 0,1-1 0 0 0,-19-3-1 0 0,29 3-709 0 0,7-6-3544 0 0</inkml:trace>
</inkml:ink>
</file>

<file path=ppt/ink/ink9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13:08.8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215 51 416 0 0,'0'-1'176'0'0,"0"-1"0"0"0,0 0 0 0 0,0 0 0 0 0,0 0 0 0 0,0 0-1 0 0,0 0 1 0 0,0 0 0 0 0,-1 1 0 0 0,1-1 0 0 0,0 0 0 0 0,-1 0 0 0 0,0 0 0 0 0,1 1 0 0 0,-1-1-1 0 0,0 0 1 0 0,0 1 0 0 0,0-1 0 0 0,0 0 0 0 0,0 1 0 0 0,-1 0 0 0 0,1-1 0 0 0,0 1 0 0 0,-1 0 0 0 0,1-1-1 0 0,-1 1 1 0 0,1 0 0 0 0,-1 0 0 0 0,0 0 0 0 0,1 0 0 0 0,-1 1 0 0 0,0-1 0 0 0,0 0 0 0 0,1 1 0 0 0,-1-1-1 0 0,0 1 1 0 0,0 0 0 0 0,0-1 0 0 0,0 1 0 0 0,0 0 0 0 0,1 0 0 0 0,-1 0 0 0 0,0 1 0 0 0,-4 0-1 0 0,-8 1 91 0 0,0 2 0 0 0,0 0 0 0 0,0 0 0 0 0,-23 12 0 0 0,21-9 187 0 0,-22 18 298 0 0,37-24-725 0 0,0-1 1 0 0,1 1 0 0 0,-1-1-1 0 0,0 1 1 0 0,0-1-1 0 0,0 1 1 0 0,0 0-1 0 0,1 0 1 0 0,-1-1 0 0 0,0 1-1 0 0,1 0 1 0 0,-1 0-1 0 0,1 0 1 0 0,-1 0-1 0 0,1-1 1 0 0,-1 1 0 0 0,1 0-1 0 0,0 0 1 0 0,-1 0-1 0 0,1 0 1 0 0,0 0-1 0 0,0 0 1 0 0,0 0 0 0 0,-1 0-1 0 0,1 0 1 0 0,0 0-1 0 0,0 0 1 0 0,1 0-1 0 0,-1 0 1 0 0,0 1 0 0 0,0-1-1 0 0,0 0 1 0 0,1-1-1 0 0,-1 1 1 0 0,1 0-1 0 0,-1 0 1 0 0,0 0-1 0 0,2 1 1 0 0,3 1 32 0 0,-1-1-1 0 0,1 0 1 0 0,0 0-1 0 0,0-1 1 0 0,1 1-1 0 0,-1-1 1 0 0,0 0-1 0 0,8 0 1 0 0,7 2 27 0 0,95 30-331 0 0,-40-7-6970 0 0,-63-23 4469 0 0</inkml:trace>
</inkml:ink>
</file>

<file path=ppt/ink/ink9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13:09.6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438 87 236 0 0,'2'-23'2936'0'0,"-2"19"-2422"0"0,1-1 1 0 0,-1 1-1 0 0,0 0 1 0 0,0 0-1 0 0,0 0 0 0 0,-1-1 1 0 0,1 1-1 0 0,-3-6 0 0 0,3 9-440 0 0,-1 0-1 0 0,0-1 0 0 0,0 1 1 0 0,0 0-1 0 0,0-1 0 0 0,0 1 1 0 0,-1 0-1 0 0,1 0 0 0 0,0 0 1 0 0,0 0-1 0 0,-1 0 0 0 0,1 0 1 0 0,-1 1-1 0 0,1-1 1 0 0,-1 0-1 0 0,1 1 0 0 0,-1-1 1 0 0,1 1-1 0 0,-1-1 0 0 0,0 1 1 0 0,1 0-1 0 0,-1 0 0 0 0,0 0 1 0 0,1 0-1 0 0,-1 0 0 0 0,-3 0 1 0 0,-20 3 176 0 0,0 0 1 0 0,0 2 0 0 0,1 1 0 0 0,0 1 0 0 0,0 1 0 0 0,0 1-1 0 0,1 1 1 0 0,0 1 0 0 0,-35 24 0 0 0,45-28-141 0 0,1 2 1 0 0,1-1 0 0 0,0 1-1 0 0,0 1 1 0 0,0 0-1 0 0,1 1 1 0 0,-16 22 0 0 0,24-29-94 0 0,0-1 1 0 0,0 0-1 0 0,1 1 1 0 0,-1-1-1 0 0,1 1 1 0 0,-1-1-1 0 0,1 1 1 0 0,0 0-1 0 0,0-1 1 0 0,1 1 0 0 0,-1 0-1 0 0,1 0 1 0 0,0 0-1 0 0,0-1 1 0 0,0 1-1 0 0,1 0 1 0 0,-1 0-1 0 0,1 0 1 0 0,0-1-1 0 0,0 1 1 0 0,0 0 0 0 0,0-1-1 0 0,1 1 1 0 0,-1-1-1 0 0,1 1 1 0 0,0-1-1 0 0,0 0 1 0 0,1 0-1 0 0,-1 0 1 0 0,0 0-1 0 0,1 0 1 0 0,0-1 0 0 0,0 1-1 0 0,4 3 1 0 0,6 3-4 0 0,1 0 1 0 0,0 0 0 0 0,0-2 0 0 0,1 1 0 0 0,0-2-1 0 0,0 0 1 0 0,0-1 0 0 0,1 0 0 0 0,0-1 0 0 0,0-1-1 0 0,0-1 1 0 0,1 0 0 0 0,17-1 0 0 0,9-1-104 0 0,-1-2 0 0 0,1-1 0 0 0,74-17 0 0 0,-94 15 33 0 0,-1-1 0 0 0,1 0 1 0 0,-1-2-1 0 0,0-1 0 0 0,-1-1 0 0 0,0 0 1 0 0,25-18-1 0 0,-45 27 49 0 0,1 0 1 0 0,-1 1 0 0 0,0-1-1 0 0,0 0 1 0 0,0 0-1 0 0,0 0 1 0 0,0 1-1 0 0,0-1 1 0 0,0 0-1 0 0,0-1 1 0 0,0 1 0 0 0,0 0-1 0 0,-1 0 1 0 0,1 0-1 0 0,0 0 1 0 0,-1-1-1 0 0,1 1 1 0 0,0-3-1 0 0,-2 4 5 0 0,1 0 0 0 0,-1 0-1 0 0,0-1 1 0 0,1 1 0 0 0,-1 0 0 0 0,0 0-1 0 0,1 0 1 0 0,-1 0 0 0 0,0 0-1 0 0,0 0 1 0 0,1 0 0 0 0,-1 0-1 0 0,0 0 1 0 0,1 0 0 0 0,-1 0-1 0 0,0 0 1 0 0,1 1 0 0 0,-1-1-1 0 0,0 0 1 0 0,1 0 0 0 0,-1 1-1 0 0,0-1 1 0 0,0 1 0 0 0,-1-1-1 0 0,1 1-1 0 0,-1-1 1 0 0,1 1 0 0 0,-1-1 0 0 0,1 1 0 0 0,-1 0 0 0 0,1 0 0 0 0,0 0 0 0 0,-1 0 0 0 0,1 0 0 0 0,0 0 0 0 0,0 0 0 0 0,-1 0 0 0 0,1 0 0 0 0,0 0-1 0 0,0 1 1 0 0,0-1 0 0 0,0 1 0 0 0,1-1 0 0 0,-1 0 0 0 0,0 1 0 0 0,1-1 0 0 0,-1 1 0 0 0,1 0 0 0 0,-1-1 0 0 0,1 1 0 0 0,0-1 0 0 0,-1 1 0 0 0,1 0-1 0 0,0-1 1 0 0,0 1 0 0 0,0-1 0 0 0,1 4 0 0 0,2 0-8 0 0,1-1-1 0 0,-1 1 0 0 0,1-1 1 0 0,0 0-1 0 0,0 0 1 0 0,1 0-1 0 0,-1-1 1 0 0,1 1-1 0 0,0-1 0 0 0,0 0 1 0 0,0-1-1 0 0,0 1 1 0 0,0-1-1 0 0,1 0 1 0 0,9 2-1 0 0,-11-2 3 0 0,1-1-1 0 0,0 1 1 0 0,0-1-1 0 0,0-1 1 0 0,0 1 0 0 0,0-1-1 0 0,0 0 1 0 0,0 0 0 0 0,0 0-1 0 0,0-1 1 0 0,0 1-1 0 0,0-1 1 0 0,0 0 0 0 0,0-1-1 0 0,0 1 1 0 0,-1-1 0 0 0,1 0-1 0 0,5-4 1 0 0,-8 5 9 0 0,-1 0 0 0 0,1-1 1 0 0,-1 1-1 0 0,0-1 0 0 0,1 1 1 0 0,-1-1-1 0 0,0 1 0 0 0,0-1 1 0 0,0 0-1 0 0,0 0 0 0 0,-1 1 1 0 0,1-1-1 0 0,0 0 0 0 0,-1 0 0 0 0,1 0 1 0 0,-1 0-1 0 0,1 0 0 0 0,-1 0 1 0 0,0 0-1 0 0,0 0 0 0 0,0 0 1 0 0,0 0-1 0 0,0 0 0 0 0,-1 0 1 0 0,1 0-1 0 0,-1 0 0 0 0,1 0 0 0 0,-1 1 1 0 0,0-1-1 0 0,1 0 0 0 0,-1 0 1 0 0,0 0-1 0 0,0 1 0 0 0,0-1 1 0 0,-1 0-1 0 0,1 1 0 0 0,0-1 1 0 0,-1 1-1 0 0,1-1 0 0 0,-2 0 0 0 0,-2-3 1 0 0,1 0-1 0 0,-1 1 1 0 0,0 0-1 0 0,0 0 0 0 0,0 0 1 0 0,-1 1-1 0 0,1-1 1 0 0,-1 1-1 0 0,0 0 0 0 0,0 1 1 0 0,-8-3-1 0 0,-4 2-236 0 0,-1 1 0 0 0,1 0-1 0 0,-28 3 1 0 0,-20 8-6621 0 0,56-5 4174 0 0</inkml:trace>
</inkml:ink>
</file>

<file path=ppt/ink/ink9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13:10.5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109 29 304 0 0,'33'10'4318'0'0,"-32"-9"-4231"0"0,0 0 0 0 0,0 0 0 0 0,0 1 0 0 0,1-1 0 0 0,-1 1 0 0 0,-1-1 0 0 0,1 1 0 0 0,0-1 0 0 0,0 1 0 0 0,0-1 0 0 0,-1 1 0 0 0,1 0 0 0 0,-1-1 0 0 0,0 1 0 0 0,1 0 0 0 0,-1 0 0 0 0,0-1 0 0 0,0 1 0 0 0,0 0 0 0 0,0 0 0 0 0,0-1 0 0 0,0 1 0 0 0,-1 0 0 0 0,1 0 0 0 0,0-1 0 0 0,-1 1 0 0 0,0 0 0 0 0,1-1 0 0 0,-1 1 0 0 0,0-1 0 0 0,0 1 0 0 0,0-1 0 0 0,0 1 0 0 0,0-1 0 0 0,0 1 1 0 0,0-1-1 0 0,0 0 0 0 0,-1 0 0 0 0,1 0 0 0 0,-2 2 0 0 0,-2 1 13 0 0,0 1 1 0 0,0-1-1 0 0,-1 0 0 0 0,1-1 1 0 0,-1 1-1 0 0,0-1 1 0 0,0 0-1 0 0,0 0 1 0 0,-8 2-1 0 0,7-4-42 0 0,0 0-1 0 0,0-1 0 0 0,0 0 1 0 0,-1 0-1 0 0,1 0 1 0 0,-7-2-1 0 0,13 2-55 0 0,0 0-1 0 0,0 0 0 0 0,1 0 1 0 0,-1 0-1 0 0,0-1 1 0 0,1 1-1 0 0,-1 0 1 0 0,1 0-1 0 0,-1-1 0 0 0,0 1 1 0 0,1 0-1 0 0,-1-1 1 0 0,1 1-1 0 0,-1-1 0 0 0,1 1 1 0 0,-1-1-1 0 0,1 1 1 0 0,-1-1-1 0 0,1 1 1 0 0,-1-1-1 0 0,1 1 0 0 0,0-1 1 0 0,-1 1-1 0 0,1-1 1 0 0,0 0-1 0 0,-1 1 0 0 0,1-1 1 0 0,0 0-1 0 0,0 1 1 0 0,0-1-1 0 0,0 0 0 0 0,0 1 1 0 0,0-1-1 0 0,0 0 1 0 0,0 1-1 0 0,0-1 1 0 0,0 0-1 0 0,0 0 0 0 0,0 1 1 0 0,0-1-1 0 0,0 0 1 0 0,1 1-1 0 0,-1-1 0 0 0,0 1 1 0 0,0-1-1 0 0,1 0 1 0 0,-1 1-1 0 0,1-1 1 0 0,-1 1-1 0 0,0-1 0 0 0,1 1 1 0 0,-1-1-1 0 0,1 1 1 0 0,0-2-1 0 0,25-28-53 0 0,-13 21 42 0 0,-1-1 1 0 0,1 2 0 0 0,0 0-1 0 0,1 0 1 0 0,0 1 0 0 0,0 1-1 0 0,1 0 1 0 0,0 1 0 0 0,0 1-1 0 0,0 0 1 0 0,25-2 0 0 0,-36 6 12 0 0,0 0 1 0 0,0 1 0 0 0,0-1 0 0 0,0 1 0 0 0,-1 0 0 0 0,1 0 0 0 0,0 0 0 0 0,0 1 0 0 0,-1-1-1 0 0,1 1 1 0 0,-1 0 0 0 0,1 0 0 0 0,-1 0 0 0 0,0 1 0 0 0,0-1 0 0 0,0 1 0 0 0,0-1 0 0 0,4 6-1 0 0,-2-2 25 0 0,-1 1-1 0 0,1 0 0 0 0,-1 0 0 0 0,-1 0 0 0 0,1 0 0 0 0,3 14 0 0 0,-4 3 127 0 0,-1-12 264 0 0,6-21-267 0 0,-4 2-142 0 0,0 1 0 0 0,1-1 0 0 0,0 1 0 0 0,0 0 0 0 0,1 0-1 0 0,-1 1 1 0 0,1 0 0 0 0,1 0 0 0 0,-1 0 0 0 0,13-7 0 0 0,-2 4-2 0 0,0 0 1 0 0,1 1 0 0 0,20-6-1 0 0,-34 14-6 0 0,-1 0-1 0 0,1 0 1 0 0,0 0-1 0 0,0 0 1 0 0,-1 0-1 0 0,1 1 1 0 0,-1 0-1 0 0,1-1 1 0 0,-1 1-1 0 0,0 1 1 0 0,0-1 0 0 0,0 0-1 0 0,0 1 1 0 0,3 3-1 0 0,4 2 8 0 0,1-1-9 0 0,-1-1 0 0 0,1 0 0 0 0,0 0 0 0 0,0-1-1 0 0,1 0 1 0 0,0-1 0 0 0,-1 0 0 0 0,2-1 0 0 0,11 1-1 0 0,-17-3 12 0 0,0 0 1 0 0,-1-1-1 0 0,1 0 0 0 0,0 0 0 0 0,0-1 0 0 0,-1 0 0 0 0,1 0 0 0 0,0 0 0 0 0,-1-1 0 0 0,1 0 0 0 0,-1 0 1 0 0,0-1-1 0 0,0 0 0 0 0,0 0 0 0 0,0 0 0 0 0,0-1 0 0 0,-1 0 0 0 0,6-4 0 0 0,14-10 1326 0 0,-19 20-280 0 0,-14 12-932 0 0,-7 18-1307 0 0,3-5-5956 0 0,8-21 4321 0 0</inkml:trace>
</inkml:ink>
</file>

<file path=ppt/ink/ink9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13:10.8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 76 312 0 0,'-1'-7'1076'0'0,"-1"0"-1"0"0,1 0 1 0 0,0 0-1 0 0,1 0 1 0 0,0 0 0 0 0,0 0-1 0 0,0 0 1 0 0,3-12-1 0 0,-3 18-638 0 0,3 27-2279 0 0,-1-9-2343 0 0,-1-10 1707 0 0</inkml:trace>
</inkml:ink>
</file>

<file path=ppt/ink/ink9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13:11.2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175 19 308 0 0,'0'0'238'0'0,"0"-1"-1"0"0,1 0 1 0 0,-1 1 0 0 0,1-1-1 0 0,-1 0 1 0 0,0 1-1 0 0,0-1 1 0 0,1 0 0 0 0,-1 1-1 0 0,0-1 1 0 0,0 0-1 0 0,0 0 1 0 0,0 1 0 0 0,0-1-1 0 0,0 0 1 0 0,0 0 0 0 0,0 1-1 0 0,0-1 1 0 0,0 0-1 0 0,0 0 1 0 0,0 1 0 0 0,0-1-1 0 0,-1 0 1 0 0,0-1 0 0 0,-9 3 23 0 0,0 0 0 0 0,-1 1 0 0 0,1 0 0 0 0,0 1 1 0 0,0 0-1 0 0,0 0 0 0 0,-13 8 0 0 0,16-8-104 0 0,1 0 1 0 0,-1 0-1 0 0,1 1 0 0 0,0 0 0 0 0,0 0 0 0 0,1 1 1 0 0,-1 0-1 0 0,1 0 0 0 0,0 0 0 0 0,1 0 0 0 0,-1 1 0 0 0,-5 8 1 0 0,10-13-130 0 0,-1 1 1 0 0,0-1-1 0 0,1 0 0 0 0,-1 1 1 0 0,1-1-1 0 0,0 0 1 0 0,-1 1-1 0 0,1-1 1 0 0,0 1-1 0 0,0-1 1 0 0,0 1-1 0 0,0-1 0 0 0,0 0 1 0 0,0 1-1 0 0,1-1 1 0 0,-1 1-1 0 0,0-1 1 0 0,1 0-1 0 0,-1 1 1 0 0,1-1-1 0 0,-1 0 0 0 0,1 1 1 0 0,0-1-1 0 0,-1 0 1 0 0,2 2-1 0 0,1 0 3 0 0,0 0 0 0 0,0-1-1 0 0,0 1 1 0 0,0 0 0 0 0,0-1-1 0 0,1 0 1 0 0,-1 0 0 0 0,1 0-1 0 0,3 1 1 0 0,10 4-279 0 0,-1-1 0 0 0,36 6 0 0 0,22-1-5458 0 0,-46-9 2904 0 0</inkml:trace>
</inkml:ink>
</file>

<file path=ppt/ink/ink9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13:13.7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107 17 112 0 0,'3'-16'6611'0'0,"3"41"-6258"0"0,-1 0 1 0 0,-1 0-1 0 0,-1 1 0 0 0,-1-1 1 0 0,-2 32-1 0 0,-16 131 824 0 0,14-172-1079 0 0,-2 13 96 0 0,-2-1-1 0 0,-1 0 1 0 0,-2 0 0 0 0,0-1 0 0 0,-16 32 0 0 0,25-59-158 0 0,-1 1 0 0 0,1 0 0 0 0,0 0 0 0 0,0 0-1 0 0,-1-1 1 0 0,1 1 0 0 0,0 0 0 0 0,-1-1 0 0 0,1 1 0 0 0,-1 0 0 0 0,1-1 0 0 0,-1 1 0 0 0,1 0-1 0 0,-1-1 1 0 0,1 1 0 0 0,-1-1 0 0 0,0 1 0 0 0,1-1 0 0 0,-1 1 0 0 0,0-1 0 0 0,1 0 0 0 0,-1 1-1 0 0,-1-1 1 0 0,-12-13 558 0 0,14 11-580 0 0,0 1 0 0 0,0-1 0 0 0,-1 0 0 0 0,1 1 0 0 0,1-1 0 0 0,-1 0 0 0 0,0 1 0 0 0,0-1 0 0 0,1 1 0 0 0,-1-1 0 0 0,1 1 0 0 0,-1-1 0 0 0,1 1 0 0 0,-1-1 1 0 0,1 1-1 0 0,0-1 0 0 0,1-1 0 0 0,16-25 78 0 0,-9 19-83 0 0,-1 1 0 0 0,2 0 1 0 0,-1 0-1 0 0,1 1 0 0 0,0 1 1 0 0,0-1-1 0 0,1 2 0 0 0,-1-1 1 0 0,1 1-1 0 0,1 1 0 0 0,-1 0 1 0 0,1 1-1 0 0,-1 0 0 0 0,1 1 1 0 0,0 0-1 0 0,0 1 0 0 0,0 0 1 0 0,0 1-1 0 0,0 0 0 0 0,13 2 1 0 0,-21-1-12 0 0,-1-1 0 0 0,1 1 0 0 0,0 0 0 0 0,-1 0 0 0 0,1 1 0 0 0,0-1 0 0 0,-1 1 1 0 0,0-1-1 0 0,1 1 0 0 0,-1 0 0 0 0,0 0 0 0 0,0 1 0 0 0,0-1 0 0 0,0 1 0 0 0,0 0 0 0 0,-1-1 1 0 0,1 1-1 0 0,-1 0 0 0 0,0 0 0 0 0,1 1 0 0 0,-2-1 0 0 0,1 0 0 0 0,0 1 0 0 0,-1-1 1 0 0,1 1-1 0 0,-1 0 0 0 0,0-1 0 0 0,0 1 0 0 0,-1 0 0 0 0,1 0 0 0 0,-1-1 0 0 0,1 1 1 0 0,-1 0-1 0 0,-1 0 0 0 0,1 0 0 0 0,0-1 0 0 0,-1 1 0 0 0,0 0 0 0 0,0 0 0 0 0,0-1 1 0 0,0 1-1 0 0,-1 0 0 0 0,1-1 0 0 0,-1 0 0 0 0,0 1 0 0 0,0-1 0 0 0,0 0 0 0 0,0 0 0 0 0,-1 0 1 0 0,1 0-1 0 0,-1 0 0 0 0,0-1 0 0 0,0 1 0 0 0,-4 2 0 0 0,-2 0 5 0 0,-1 0-1 0 0,1-1 0 0 0,-1 0 1 0 0,0-1-1 0 0,1 0 1 0 0,-2 0-1 0 0,1-1 0 0 0,0-1 1 0 0,0 0-1 0 0,-1 0 1 0 0,1-1-1 0 0,0 0 0 0 0,-1-1 1 0 0,-11-2-1 0 0,9 1-4 0 0,0 0-1 0 0,1-1 1 0 0,-1-1-1 0 0,1 0 1 0 0,0-1-1 0 0,0 0 1 0 0,0-1 0 0 0,1 0-1 0 0,0-1 1 0 0,0 0-1 0 0,-10-10 1 0 0,20 17-43 0 0,0-1 1 0 0,0 1-1 0 0,0-1 1 0 0,0 0-1 0 0,1 1 1 0 0,-1-1-1 0 0,0 0 1 0 0,0 0-1 0 0,0 0 1 0 0,1 1-1 0 0,-1-1 1 0 0,0 0-1 0 0,1 0 1 0 0,-1 0-1 0 0,1 0 1 0 0,-1 0-1 0 0,1 0 0 0 0,0 0 1 0 0,-1 0-1 0 0,1-1 1 0 0,0 1-1 0 0,0 0 1 0 0,-1 0-1 0 0,1 0 1 0 0,0 0-1 0 0,0 0 1 0 0,0 0-1 0 0,1 0 1 0 0,-1-1-1 0 0,0 1 1 0 0,0 0-1 0 0,1-1 1 0 0,1 0-449 0 0,0 0 1 0 0,0 1-1 0 0,0-1 1 0 0,0 1 0 0 0,0-1-1 0 0,0 1 1 0 0,0 0-1 0 0,0 0 1 0 0,1 0 0 0 0,-1 0-1 0 0,1 0 1 0 0,-1 1-1 0 0,4-1 1 0 0,4-1-2217 0 0</inkml:trace>
</inkml:ink>
</file>

<file path=ppt/ink/ink9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13:14.1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 40 336 0 0,'-2'5'274'0'0,"0"-1"1"0"0,-1 1-1 0 0,2 0 1 0 0,-1-1-1 0 0,0 1 1 0 0,1 0-1 0 0,0 0 0 0 0,0 0 1 0 0,0 0-1 0 0,1 0 1 0 0,0 0-1 0 0,0 0 1 0 0,1 10-1 0 0,0-12-206 0 0,0 0-1 0 0,0-1 1 0 0,0 1 0 0 0,0 0-1 0 0,0-1 1 0 0,0 1 0 0 0,1-1-1 0 0,-1 0 1 0 0,1 1 0 0 0,0-1-1 0 0,0 0 1 0 0,0 0 0 0 0,0 0-1 0 0,0 0 1 0 0,0 0 0 0 0,0 0-1 0 0,1-1 1 0 0,-1 1 0 0 0,1-1 0 0 0,-1 0-1 0 0,1 1 1 0 0,-1-1 0 0 0,1-1-1 0 0,0 1 1 0 0,0 0 0 0 0,4 0-1 0 0,-5 0 6 0 0,0-1 0 0 0,0 1 0 0 0,0-1 0 0 0,1 0 0 0 0,-1 0 0 0 0,0 0 0 0 0,0 0 0 0 0,0 0 0 0 0,1-1 0 0 0,-1 1 0 0 0,0 0 0 0 0,0-1 0 0 0,0 0 0 0 0,0 1 0 0 0,0-1 0 0 0,0 0 0 0 0,0 0 0 0 0,0 0 0 0 0,0-1 0 0 0,0 1 0 0 0,-1 0 0 0 0,3-3 0 0 0,-2 2 21 0 0,1-1 0 0 0,-1 0 0 0 0,-1 0 0 0 0,1 0 0 0 0,0-1 0 0 0,-1 1 0 0 0,1 0 0 0 0,-1-1 0 0 0,0 1 0 0 0,0-1 0 0 0,-1 1 0 0 0,1-7 0 0 0,0 5-2 0 0,0-1 1 0 0,-1 0-1 0 0,0 0 0 0 0,0 1 1 0 0,-1-1-1 0 0,0 0 1 0 0,0 1-1 0 0,0-1 1 0 0,-1 1-1 0 0,1-1 0 0 0,-1 1 1 0 0,-1-1-1 0 0,1 1 1 0 0,-1 0-1 0 0,0 0 1 0 0,-5-7-1 0 0,8 12-118 0 0,-1-1 0 0 0,1 0 0 0 0,-1 1 0 0 0,1-1 0 0 0,-1 1 1 0 0,1-1-1 0 0,-1 1 0 0 0,0 0 0 0 0,1-1 0 0 0,-1 1 0 0 0,1-1 0 0 0,-1 1 0 0 0,0 0 0 0 0,1 0 1 0 0,-1-1-1 0 0,0 1 0 0 0,0 0 0 0 0,1 0 0 0 0,-1 0 0 0 0,0 0 0 0 0,1 0 0 0 0,-1 0 0 0 0,0 0 0 0 0,0 0 1 0 0,1 0-1 0 0,-1 0 0 0 0,0 0 0 0 0,0 0 0 0 0,1 0 0 0 0,-2 1 0 0 0,1 0-185 0 0,1 0 1 0 0,-1 0-1 0 0,0 0 0 0 0,0 1 0 0 0,1-1 1 0 0,-1 0-1 0 0,1 0 0 0 0,-1 1 0 0 0,1-1 1 0 0,0 0-1 0 0,-1 1 0 0 0,1-1 0 0 0,0 0 1 0 0,0 1-1 0 0,0-1 0 0 0,0 1 0 0 0,0 0 1 0 0,1 5-2017 0 0,4-2 169 0 0</inkml:trace>
</inkml:ink>
</file>

<file path=ppt/ink/ink9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13:14.5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106 48 72 0 0,'-5'2'388'0'0,"0"-1"-1"0"0,1 0 1 0 0,-1 1-1 0 0,1 0 1 0 0,0 0-1 0 0,-1 0 1 0 0,1 1-1 0 0,0-1 1 0 0,0 1-1 0 0,1 0 1 0 0,-8 7-1 0 0,10-9-328 0 0,1 0-1 0 0,-1 0 1 0 0,0 1-1 0 0,0-1 0 0 0,0 0 1 0 0,1 1-1 0 0,-1-1 1 0 0,1 0-1 0 0,-1 1 1 0 0,1-1-1 0 0,0 1 1 0 0,-1-1-1 0 0,1 1 1 0 0,0-1-1 0 0,0 1 1 0 0,0-1-1 0 0,0 1 1 0 0,0-1-1 0 0,0 1 1 0 0,1-1-1 0 0,-1 0 1 0 0,0 1-1 0 0,1-1 1 0 0,-1 1-1 0 0,1-1 1 0 0,0 0-1 0 0,-1 1 1 0 0,1-1-1 0 0,0 0 1 0 0,0 1-1 0 0,0-1 1 0 0,0 0-1 0 0,0 0 1 0 0,0 0-1 0 0,0 0 1 0 0,0 0-1 0 0,0 0 1 0 0,0 0-1 0 0,0 0 1 0 0,1-1-1 0 0,1 2 1 0 0,-2-1-2 0 0,1 0 0 0 0,-1 0 1 0 0,0 0-1 0 0,1-1 1 0 0,-1 1-1 0 0,1 0 0 0 0,-1-1 1 0 0,1 1-1 0 0,-1-1 1 0 0,1 1-1 0 0,0-1 0 0 0,-1 0 1 0 0,1 0-1 0 0,-1 0 1 0 0,1 0-1 0 0,0 0 0 0 0,-1 0 1 0 0,1 0-1 0 0,0 0 0 0 0,-1 0 1 0 0,1-1-1 0 0,-1 1 1 0 0,1-1-1 0 0,-1 1 0 0 0,1-1 1 0 0,-1 0-1 0 0,1 0 1 0 0,-1 1-1 0 0,0-1 0 0 0,1 0 1 0 0,-1 0-1 0 0,0 0 1 0 0,0-1-1 0 0,0 1 0 0 0,0 0 1 0 0,0 0-1 0 0,0 0 1 0 0,0-1-1 0 0,0 1 0 0 0,0-1 1 0 0,1-1-1 0 0,-1 0 18 0 0,1 0 1 0 0,-1-1-1 0 0,1 1 1 0 0,-1 0-1 0 0,0-1 0 0 0,0 1 1 0 0,0 0-1 0 0,-1-1 0 0 0,1 1 1 0 0,-1-1-1 0 0,0 1 0 0 0,0-1 1 0 0,0 0-1 0 0,0 1 1 0 0,-1-1-1 0 0,1 1 0 0 0,-1-1 1 0 0,-1-3-1 0 0,-1 3-13 0 0,1 0 1 0 0,-1 0-1 0 0,0 1 0 0 0,-1-1 1 0 0,1 1-1 0 0,0 0 1 0 0,-1 0-1 0 0,0 0 0 0 0,1 0 1 0 0,-1 1-1 0 0,0-1 0 0 0,-1 1 1 0 0,1 0-1 0 0,0 1 0 0 0,-5-2 1 0 0,6 2-180 0 0,0 0 0 0 0,1 1 0 0 0,-1-1 0 0 0,0 1 0 0 0,0-1 0 0 0,0 1-1 0 0,1 0 1 0 0,-1 1 0 0 0,0-1 0 0 0,0 0 0 0 0,-4 2 0 0 0,5-2-199 0 0,0 1 0 0 0,1 0-1 0 0,-1 0 1 0 0,1 0-1 0 0,-1 0 1 0 0,1 0 0 0 0,-1 0-1 0 0,1 0 1 0 0,-1 0 0 0 0,1 0-1 0 0,0 1 1 0 0,0-1 0 0 0,0 1-1 0 0,0-1 1 0 0,0 1-1 0 0,0-1 1 0 0,0 1 0 0 0,0-1-1 0 0,0 3 1 0 0,0 2-2099 0 0</inkml:trace>
</inkml:ink>
</file>

<file path=ppt/ink/ink9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13:15.2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 36 224 0 0,'3'-10'1579'0'0,"-3"8"-1142"0"0,1 1-1 0 0,-1-1 0 0 0,1 0 1 0 0,-1 0-1 0 0,1 1 1 0 0,0-1-1 0 0,0 0 0 0 0,-1 1 1 0 0,1-1-1 0 0,0 1 1 0 0,1-1-1 0 0,-1 1 0 0 0,3-4 1195 0 0,-2 40-774 0 0,-4 32-75 0 0,-21 117 19 0 0,10-97-413 0 0,13-87-317 0 0,3-2-53 0 0,339-217 100 0 0,-307 207 115 0 0,-35 12-229 0 0,0-1 0 0 0,0 1 0 0 0,0 0 0 0 0,1 0-1 0 0,-1 0 1 0 0,0 0 0 0 0,0 0 0 0 0,0 0 0 0 0,0 0 0 0 0,0 0 0 0 0,1 0 0 0 0,-1 0 0 0 0,0 0 0 0 0,0 0 0 0 0,0 0 0 0 0,0 0 0 0 0,0 0-1 0 0,1 0 1 0 0,-1 0 0 0 0,0 0 0 0 0,0 0 0 0 0,0 1 0 0 0,0-1 0 0 0,0 0 0 0 0,1 0 0 0 0,-1 0 0 0 0,0 0 0 0 0,0 0 0 0 0,0 0 0 0 0,0 0-1 0 0,0 0 1 0 0,0 0 0 0 0,0 1 0 0 0,1-1 0 0 0,-1 0 0 0 0,0 0 0 0 0,0 0 0 0 0,0 0 0 0 0,0 0 0 0 0,0 1 0 0 0,0-1 0 0 0,0 0-1 0 0,0 0 1 0 0,0 0 0 0 0,0 0 0 0 0,0 0 0 0 0,0 1 0 0 0,0-1 0 0 0,0 0 0 0 0,0 0 0 0 0,0 0 0 0 0,0 0 0 0 0,0 1 0 0 0,-15 14 63 0 0,8-9-34 0 0,-10 8 45 0 0,0 1 1 0 0,-17 18 0 0 0,30-28-66 0 0,0-1-1 0 0,1 0 1 0 0,0 1 0 0 0,0-1 0 0 0,0 1-1 0 0,0 0 1 0 0,1 0 0 0 0,0 0 0 0 0,0 0-1 0 0,0 0 1 0 0,1 1 0 0 0,0-1-1 0 0,0 0 1 0 0,-1 8 0 0 0,3-10-23 0 0,0 1 0 0 0,0-1 0 0 0,0 0 0 0 0,1 1 0 0 0,-1-1 0 0 0,1 0 0 0 0,0 0 0 0 0,0 0 0 0 0,0 0 0 0 0,0-1 0 0 0,0 1 0 0 0,1 0 0 0 0,-1-1 0 0 0,1 0 0 0 0,-1 1 0 0 0,1-1 1 0 0,0 0-1 0 0,0 0 0 0 0,0-1 0 0 0,6 3 0 0 0,7 5-1535 0 0,1-2 0 0 0,27 10 1 0 0,-27-13-1586 0 0,0-1 237 0 0</inkml:trace>
</inkml:ink>
</file>

<file path=ppt/ink/ink9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13:15.5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0 100 11825 0 0,'0'0'571'0'0,"8"-33"1646"0"0,-8 26-1970 0 0,1 1 0 0 0,0 0 1 0 0,0 0-1 0 0,0 0 0 0 0,1 0 0 0 0,0 0 1 0 0,0 1-1 0 0,0-1 0 0 0,5-7 1 0 0</inkml:trace>
</inkml:ink>
</file>

<file path=ppt/ink/ink9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13:18.8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389 121 244 0 0,'0'-7'825'0'0,"0"0"1"0"0,0 0-1 0 0,-1 0 0 0 0,0-1 0 0 0,0 1 0 0 0,-1 1 1 0 0,-3-10-1 0 0,4 13-648 0 0,-1 0-1 0 0,0 0 1 0 0,0-1-1 0 0,0 1 1 0 0,0 1-1 0 0,-1-1 1 0 0,1 0-1 0 0,-1 0 1 0 0,1 1 0 0 0,-1 0-1 0 0,0-1 1 0 0,0 1-1 0 0,0 0 1 0 0,0 0-1 0 0,-6-2 1 0 0,1 1-107 0 0,0 1 0 0 0,0 0 0 0 0,-1 0 0 0 0,1 1 0 0 0,0 0 0 0 0,-1 0 0 0 0,1 1 0 0 0,0 0 0 0 0,-1 1 0 0 0,1 0-1 0 0,0 0 1 0 0,0 0 0 0 0,-1 1 0 0 0,1 1 0 0 0,0-1 0 0 0,1 1 0 0 0,-1 1 0 0 0,0-1 0 0 0,1 1 0 0 0,0 0 0 0 0,0 1 0 0 0,-11 9 0 0 0,4-3-10 0 0,-1 1 0 0 0,2 1 0 0 0,0 0-1 0 0,0 1 1 0 0,1 0 0 0 0,1 1 0 0 0,0 1 0 0 0,2-1 0 0 0,-11 22-1 0 0,18-33-37 0 0,1 0 0 0 0,0 1 0 0 0,-1-1 0 0 0,1 0 0 0 0,1 1 0 0 0,-1-1 0 0 0,1 1 0 0 0,-1-1-1 0 0,1 1 1 0 0,1-1 0 0 0,-1 1 0 0 0,2 7 0 0 0,-2-10-6 0 0,1 0 1 0 0,-1 0-1 0 0,1 0 0 0 0,0 0 0 0 0,0-1 1 0 0,-1 1-1 0 0,1 0 0 0 0,0-1 0 0 0,1 1 1 0 0,-1 0-1 0 0,0-1 0 0 0,0 0 0 0 0,1 1 1 0 0,-1-1-1 0 0,0 0 0 0 0,1 1 0 0 0,0-1 1 0 0,-1 0-1 0 0,1 0 0 0 0,0 0 1 0 0,-1 0-1 0 0,1-1 0 0 0,0 1 0 0 0,0 0 1 0 0,0-1-1 0 0,-1 1 0 0 0,1-1 0 0 0,0 0 1 0 0,0 0-1 0 0,3 0 0 0 0,4-1 19 0 0,0-1 0 0 0,-1-1 0 0 0,1 1 0 0 0,-1-1 0 0 0,1-1 0 0 0,-1 0 0 0 0,0 0 0 0 0,0-1 0 0 0,-1 0 0 0 0,0 0 0 0 0,10-8 0 0 0,-8 6-7 0 0,56-50 426 0 0,-64 57-438 0 0,0 0 0 0 0,0-1 0 0 0,0 1 0 0 0,1 0 0 0 0,-1 0 0 0 0,0 0 0 0 0,0 0 1 0 0,0 0-1 0 0,0 0 0 0 0,1 0 0 0 0,-1 0 0 0 0,0 0 0 0 0,0 0 0 0 0,0 1 0 0 0,0-1 0 0 0,0 1 0 0 0,0-1 0 0 0,0 1 0 0 0,0-1 0 0 0,0 1 0 0 0,0-1 0 0 0,0 1 0 0 0,0 0 0 0 0,0-1 0 0 0,0 1 0 0 0,0 0 0 0 0,1 1 0 0 0,30 35 203 0 0,-11-12-62 0 0,9 0-452 0 0,1-1 1 0 0,34 21-1 0 0,28 6-7395 0 0,-67-39 4418 0 0</inkml:trace>
</inkml:ink>
</file>

<file path=ppt/ink/ink9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12:35.0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87 17 172 0 0,'-13'-16'3432'0'0,"12"16"-3375"0"0,1 0 0 0 0,0 0 1 0 0,-1 0-1 0 0,1 0 0 0 0,0 0 0 0 0,0 0 0 0 0,-1 0 1 0 0,1 0-1 0 0,0 0 0 0 0,0 0 0 0 0,-1 0 1 0 0,1 0-1 0 0,0 0 0 0 0,-1 0 0 0 0,1 0 1 0 0,0 1-1 0 0,0-1 0 0 0,-1 0 0 0 0,1 0 1 0 0,0 0-1 0 0,0 0 0 0 0,0 1 0 0 0,-1-1 1 0 0,1 0-1 0 0,0 0 0 0 0,0 0 0 0 0,0 1 1 0 0,-1-1-1 0 0,1 0 0 0 0,0 0 0 0 0,0 1 1 0 0,0-1-1 0 0,0 0 0 0 0,0 0 0 0 0,0 1 1 0 0,-8 40 1532 0 0,6-21-1419 0 0,-9 47 929 0 0,-4 130 0 0 0,1 5-222 0 0,10-167-820 0 0,-1 10-963 0 0,-1-18-2559 0 0</inkml:trace>
</inkml:ink>
</file>

<file path=ppt/ink/ink9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12:35.4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74 1 528 0 0,'2'32'7000'0'0,"2"31"-5751"0"0,7 207 2698 0 0,-6-182-3120 0 0,-5-64-575 0 0,-1 1-1 0 0,0-1 1 0 0,-2 0 0 0 0,-8 33-1 0 0,10-55-297 0 0,1-1 0 0 0,0 0 0 0 0,-1 0 1 0 0,1 1-1 0 0,0-1 0 0 0,-1 0 0 0 0,0 0 0 0 0,1 0 0 0 0,-1 0 0 0 0,0 0 0 0 0,1 0 0 0 0,-1 0 0 0 0,0 0 0 0 0,0 0 0 0 0,0 0 0 0 0,0 0 0 0 0,0 0 0 0 0,0 0 0 0 0,0-1 0 0 0,0 1 0 0 0,0 0 0 0 0,0-1 0 0 0,-1 1 0 0 0,1-1 0 0 0,0 0 0 0 0,0 1 0 0 0,-1-1 0 0 0,1 0 0 0 0,0 1 0 0 0,-2-1 1 0 0,1 0-532 0 0,-1-1 0 0 0,0 1 0 0 0,0 0 0 0 0,1-1-1 0 0,-1 0 1 0 0,1 1 0 0 0,-1-1 0 0 0,1 0 0 0 0,-1-1 0 0 0,1 1 0 0 0,-1 0 0 0 0,1-1 0 0 0,-4-2 0 0 0,-5-6-2409 0 0</inkml:trace>
</inkml:ink>
</file>

<file path=ppt/ink/ink9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12:35.7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87 256 0 0,'51'-17'1714'0'0,"1"1"-1"0"0,0 3 1 0 0,85-11-1 0 0,13 11-1661 0 0,1 10-4012 0 0,-126 3 2154 0 0</inkml:trace>
</inkml:ink>
</file>

<file path=ppt/ink/ink9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12:36.0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0 199 400 0 0,'0'0'716'0'0,"20"3"2874"0"0,-2-6-2903 0 0,1-2-1 0 0,-1 0 1 0 0,-1-1-1 0 0,34-15 1 0 0,-40 16-432 0 0,0-1 1 0 0,0-1-1 0 0,-1 1 0 0 0,0-1 1 0 0,0-1-1 0 0,-1 0 1 0 0,0-1-1 0 0,15-16 1 0 0,-23 23-203 0 0,1-1 0 0 0,0 1 0 0 0,-1 0 0 0 0,0-1 0 0 0,1 1 0 0 0,-1-1 0 0 0,0 1 0 0 0,0-1 0 0 0,-1 0-1 0 0,1 1 1 0 0,-1-1 0 0 0,1 0 0 0 0,-1 0 0 0 0,0 1 0 0 0,0-1 0 0 0,0 0 0 0 0,0 0 0 0 0,0 1 0 0 0,-1-1 0 0 0,0-3 0 0 0,0 4-33 0 0,0 0 0 0 0,0 1 1 0 0,0 0-1 0 0,0-1 0 0 0,0 1 0 0 0,0-1 0 0 0,-1 1 0 0 0,1 0 0 0 0,0 0 0 0 0,-1 0 0 0 0,1 0 0 0 0,-1 0 0 0 0,1 0 0 0 0,-1 0 0 0 0,1 0 0 0 0,-1 1 0 0 0,0-1 1 0 0,1 1-1 0 0,-1-1 0 0 0,0 1 0 0 0,0 0 0 0 0,1-1 0 0 0,-1 1 0 0 0,0 0 0 0 0,0 0 0 0 0,1 0 0 0 0,-1 0 0 0 0,0 1 0 0 0,0-1 0 0 0,1 0 0 0 0,-4 2 0 0 0,-2 0 3 0 0,0 0 0 0 0,0 0 0 0 0,0 1 0 0 0,0 0-1 0 0,1 0 1 0 0,-1 1 0 0 0,1 0 0 0 0,0 0 0 0 0,0 0-1 0 0,0 1 1 0 0,0 0 0 0 0,1 0 0 0 0,0 0-1 0 0,-9 12 1 0 0,11-13-13 0 0,0 1 0 0 0,1-1 0 0 0,-1 0 0 0 0,1 1 0 0 0,-1 0 0 0 0,1-1 0 0 0,1 1 0 0 0,-1 0 0 0 0,1 0 0 0 0,0 0 0 0 0,0 0 0 0 0,0 1 0 0 0,1-1 0 0 0,-1 0 0 0 0,2 0 0 0 0,-1 0 0 0 0,0 0 0 0 0,1 0 0 0 0,0 1 0 0 0,0-1 0 0 0,3 8 1 0 0,-1-8-10 0 0,0 1 1 0 0,1-1 0 0 0,0 0 0 0 0,0 0 0 0 0,0-1 0 0 0,1 1 0 0 0,-1-1 0 0 0,1 0 0 0 0,0 0 0 0 0,0 0 0 0 0,0-1 0 0 0,1 1-1 0 0,-1-2 1 0 0,1 1 0 0 0,0 0 0 0 0,0-1 0 0 0,0 0 0 0 0,0-1 0 0 0,0 1 0 0 0,8 0 0 0 0,4 1-422 0 0,0-1 1 0 0,0 0-1 0 0,0-2 1 0 0,1 0-1 0 0,29-4 1 0 0,12-12-5169 0 0,-41 9 2950 0 0</inkml:trace>
</inkml:ink>
</file>

<file path=ppt/ink/ink9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12:36.8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24 404 0 0,'1'1'6925'0'0,"11"7"-6755"0"0,-5-2 34 0 0,0 0-1 0 0,0 1 1 0 0,-1 0-1 0 0,0 0 1 0 0,0 0-1 0 0,0 1 1 0 0,-1 0-1 0 0,0 0 1 0 0,-1 1-1 0 0,0-1 1 0 0,0 1-1 0 0,-1 0 1 0 0,0 0-1 0 0,3 14 1 0 0,-4-11 261 0 0,-3-15 47 0 0,1 1-488 0 0,0 0 0 0 0,0-1 0 0 0,0 1 0 0 0,0 0-1 0 0,0 0 1 0 0,1-1 0 0 0,-1 1 0 0 0,1 0 0 0 0,0 0 0 0 0,-1 0 0 0 0,2-3 0 0 0,4-6 3 0 0,1 1 0 0 0,-1-1 1 0 0,2 1-1 0 0,-1 1 0 0 0,1-1 0 0 0,1 1 1 0 0,16-13-1 0 0,-24 21-24 0 0,1 1-1 0 0,0-1 1 0 0,-1 1 0 0 0,1 0 0 0 0,0-1 0 0 0,-1 1-1 0 0,1 0 1 0 0,0 0 0 0 0,0 0 0 0 0,-1 0-1 0 0,1 0 1 0 0,0 1 0 0 0,0-1 0 0 0,-1 0 0 0 0,1 1-1 0 0,0-1 1 0 0,-1 1 0 0 0,1 0 0 0 0,-1 0 0 0 0,1-1-1 0 0,2 3 1 0 0,38 28 18 0 0,-23-16-11 0 0,-6-7-8 0 0,-1-1 1 0 0,1-1 0 0 0,1 0-1 0 0,-1-1 1 0 0,1 0 0 0 0,0-1-1 0 0,0-1 1 0 0,0 0 0 0 0,0-1-1 0 0,1 0 1 0 0,-1-1 0 0 0,24-1-1 0 0,-16-3-13 0 0,0 0 0 0 0,0-1 1 0 0,-1-1-1 0 0,1-1 0 0 0,-1 0 0 0 0,-1-2 0 0 0,31-16 0 0 0,-45 21 14 0 0,57-32-17 0 0,-60 33 19 0 0,1-1 0 0 0,0 1 0 0 0,-1-1 0 0 0,1 0 0 0 0,-1 0 0 0 0,0 0 1 0 0,0 0-1 0 0,0-1 0 0 0,-1 1 0 0 0,1-1 0 0 0,-1 1 0 0 0,4-8 0 0 0,-6 10 17 0 0,0 1-20 0 0,0-1 1 0 0,0 1 0 0 0,0 0-1 0 0,0-1 1 0 0,0 1 0 0 0,0-1-1 0 0,0 1 1 0 0,0 0 0 0 0,0-1-1 0 0,0 1 1 0 0,-1 0-1 0 0,1-1 1 0 0,0 1 0 0 0,0 0-1 0 0,0-1 1 0 0,0 1 0 0 0,-1 0-1 0 0,1-1 1 0 0,0 1 0 0 0,0 0-1 0 0,-1-1 1 0 0,1 1-1 0 0,0 0 1 0 0,0 0 0 0 0,-1 0-1 0 0,1-1 1 0 0,0 1 0 0 0,-1 0-1 0 0,1 0 1 0 0,0 0 0 0 0,-1-1-1 0 0,1 1 1 0 0,-1 0-1 0 0,1 0 1 0 0,0 0 0 0 0,-1 0-1 0 0,-18 4 56 0 0,-14 14 73 0 0,32-17-123 0 0,0 0 1 0 0,-1 0 0 0 0,1-1 0 0 0,0 1-1 0 0,0 0 1 0 0,0 0 0 0 0,-1 0-1 0 0,1 1 1 0 0,0-1 0 0 0,0 0-1 0 0,0 0 1 0 0,1 0 0 0 0,-1 1 0 0 0,0-1-1 0 0,0 0 1 0 0,1 1 0 0 0,-1-1-1 0 0,1 1 1 0 0,-1-1 0 0 0,1 1-1 0 0,0-1 1 0 0,-1 1 0 0 0,1-1 0 0 0,0 1-1 0 0,0-1 1 0 0,0 1 0 0 0,0-1-1 0 0,0 1 1 0 0,1-1 0 0 0,-1 1-1 0 0,1 2 1 0 0,0-3 3 0 0,1 1 1 0 0,-1 0-1 0 0,0-1 1 0 0,1 1-1 0 0,0-1 0 0 0,-1 0 1 0 0,1 1-1 0 0,0-1 0 0 0,0 0 1 0 0,-1 0-1 0 0,1 0 0 0 0,0 0 1 0 0,0-1-1 0 0,0 1 1 0 0,0 0-1 0 0,0-1 0 0 0,0 1 1 0 0,1-1-1 0 0,-1 0 0 0 0,0 0 1 0 0,0 0-1 0 0,3 0 1 0 0,106 6-125 0 0,-66 3-3922 0 0,-41-8 684 0 0,7-1 251 0 0</inkml:trace>
</inkml:ink>
</file>

<file path=ppt/ink/ink9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13:43.452"/>
    </inkml:context>
    <inkml:brush xml:id="br0">
      <inkml:brushProperty name="width" value="0.1" units="cm"/>
      <inkml:brushProperty name="height" value="0.2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103 55 88 0 0,'0'0'397'0'0,"-33"-23"3136"0"0,31 22-3461 0 0,0 0 0 0 0,0 0 0 0 0,0 0 0 0 0,0 1 0 0 0,0-1 0 0 0,-1 1 1 0 0,1 0-1 0 0,0-1 0 0 0,0 1 0 0 0,0 0 0 0 0,0 0 0 0 0,-1 1 0 0 0,1-1 0 0 0,0 0 0 0 0,0 1 1 0 0,0-1-1 0 0,0 1 0 0 0,0 0 0 0 0,0 0 0 0 0,0-1 0 0 0,0 1 0 0 0,0 1 0 0 0,-3 1 1 0 0,1-1-2 0 0,2-2-24 0 0,2 0-43 0 0,0 0 1 0 0,-1 0-1 0 0,1 0 1 0 0,-1 0-1 0 0,1 0 1 0 0,-1 0-1 0 0,1 1 1 0 0,0-1-1 0 0,-1 0 1 0 0,1 0 0 0 0,-1 0-1 0 0,1 0 1 0 0,0 0-1 0 0,-1 1 1 0 0,1-1-1 0 0,0 0 1 0 0,-1 0-1 0 0,1 1 1 0 0,0-1 0 0 0,-1 0-1 0 0,1 0 1 0 0,0 1-1 0 0,0-1 1 0 0,-1 0-1 0 0,1 1 1 0 0,0-1-1 0 0,0 0 1 0 0,0 1-1 0 0,-1-1 1 0 0,1 1 0 0 0,0-1-1 0 0,0 0 1 0 0,0 1-1 0 0,0-1 1 0 0,0 1-1 0 0,0-1 1 0 0,0 0-1 0 0,0 1 1 0 0,0-1-1 0 0,0 1 1 0 0,0-1 0 0 0,0 1-1 0 0,0-1 1 0 0,0 0-1 0 0,0 1 1 0 0,0-1-1 0 0,0 0 1 0 0,1 1-1 0 0,-1-1 1 0 0,0 1 0 0 0,0-1-1 0 0,0 0 1 0 0,1 1-1 0 0,-1-1 1 0 0,11 22 138 0 0,-7-19-129 0 0,0 0 0 0 0,0 0-1 0 0,1 0 1 0 0,-1 0 0 0 0,1-1 0 0 0,-1 1 0 0 0,1-1 0 0 0,0 0-1 0 0,0-1 1 0 0,0 1 0 0 0,0-1 0 0 0,0 0 0 0 0,9 0-1 0 0,77 3 76 0 0,-84-4-84 0 0,878-52 393 0 0,-211 3 94 0 0,-642 48-467 0 0,653-8 452 0 0,-563 17-452 0 0,47 1 1664 0 0,-167-9-1489 0 0,8-1 644 0 0,-4 3-259 0 0,-92 40-7309 0 0,60-32 4158 0 0</inkml:trace>
</inkml:ink>
</file>

<file path=ppt/ink/ink9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13:46.644"/>
    </inkml:context>
    <inkml:brush xml:id="br0">
      <inkml:brushProperty name="width" value="0.1" units="cm"/>
      <inkml:brushProperty name="height" value="0.2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49 83 296 0 0,'0'0'578'0'0,"-11"-5"729"0"0,-9-4 3075 0 0,3-1-4150 0 0,16 7 305 0 0,31 6 840 0 0,8 2-618 0 0,169 6-741 0 0,48-1 8 0 0,94-7-79 0 0,3 12 82 0 0,140-21-54 0 0,36-7 39 0 0,-505 12-11 0 0,1281-23 5 0 0,-755 15 16 0 0,-8 5-38 0 0,-235-2 106 0 0,-219 3-28 0 0,246-13 606 0 0,-262 9-266 0 0,123-7 4 0 0,-178 14-244 0 0,-3 0-261 0 0,-29 5-441 0 0,-52 15-5734 0 0,44-15 3799 0 0</inkml:trace>
</inkml:ink>
</file>

<file path=ppt/ink/ink9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13:47.793"/>
    </inkml:context>
    <inkml:brush xml:id="br0">
      <inkml:brushProperty name="width" value="0.1" units="cm"/>
      <inkml:brushProperty name="height" value="0.2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21 133 156 0 0,'-19'-14'5537'0'0,"18"14"-5501"0"0,1 0 0 0 0,0-1 0 0 0,0 1 0 0 0,0 0 0 0 0,0 0 0 0 0,0 0 1 0 0,0 0-1 0 0,0 0 0 0 0,0 0 0 0 0,0-1 0 0 0,0 1 0 0 0,0 0 0 0 0,0 0 0 0 0,0 0 0 0 0,0 0 0 0 0,0 0 0 0 0,0 0 0 0 0,0-1 0 0 0,0 1 0 0 0,0 0 0 0 0,0 0 0 0 0,0 0 0 0 0,0 0 0 0 0,0 0 0 0 0,0-1 0 0 0,0 1 0 0 0,0 0 0 0 0,0 0 0 0 0,0 0 0 0 0,0 0 0 0 0,0 0 0 0 0,0 0 0 0 0,0 0 0 0 0,1-1 0 0 0,-1 1 0 0 0,0 0 1 0 0,0 0-1 0 0,0 0 0 0 0,0 0 0 0 0,0 0 0 0 0,0 0 0 0 0,0 0 0 0 0,0 0 0 0 0,1 0 0 0 0,-1 0 0 0 0,0 0 0 0 0,0 0 0 0 0,0-1 0 0 0,0 1 0 0 0,0 0 0 0 0,1 0 0 0 0,-1 0 0 0 0,0 0 0 0 0,0 0 0 0 0,0 0 0 0 0,0 0 0 0 0,0 0 0 0 0,0 0 0 0 0,1 1 0 0 0,-1-1 0 0 0,43 4-457 0 0,-10 1 794 0 0,196-8-53 0 0,236-34 0 0 0,-181 11-143 0 0,-135 17-78 0 0,106-10 121 0 0,-190 13 2708 0 0,-63 5-2548 0 0,-3-13 1191 0 0,-4 7-3857 0 0,4 7 1973 0 0,1 0 0 0 0,-1 0 1 0 0,0 0-1 0 0,0 0 1 0 0,0 0-1 0 0,0 0 0 0 0,0 0 1 0 0,0 0-1 0 0,0 1 0 0 0,0-1 1 0 0,0 0-1 0 0,0 0 1 0 0,1 1-1 0 0,-1-1 0 0 0,0 1 1 0 0,0-1-1 0 0,0 1 0 0 0,0-1 1 0 0,1 1-1 0 0,-2 0 0 0 0,-6 4-2505 0 0</inkml:trace>
</inkml:ink>
</file>

<file path=ppt/ink/ink9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14:05.283"/>
    </inkml:context>
    <inkml:brush xml:id="br0">
      <inkml:brushProperty name="width" value="0.1" units="cm"/>
      <inkml:brushProperty name="height" value="0.2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118 0 84 0 0,'-41'2'1485'0'0,"40"-2"-1349"0"0,-5 0 20 0 0,-1 0-1 0 0,1 1 0 0 0,0 0 1 0 0,0 0-1 0 0,0 0 0 0 0,-9 4 0 0 0,10-4-103 0 0,4-1-20 0 0,-16 33 1287 0 0,17-32-1294 0 0,0 0-1 0 0,0 0 1 0 0,1 0 0 0 0,-1 0-1 0 0,0 0 1 0 0,0 0 0 0 0,1 0-1 0 0,-1-1 1 0 0,1 1 0 0 0,-1 0-1 0 0,1 0 1 0 0,-1 0 0 0 0,1 0-1 0 0,0-1 1 0 0,-1 1 0 0 0,1 0-1 0 0,0 0 1 0 0,-1-1 0 0 0,1 1-1 0 0,0-1 1 0 0,0 1-1 0 0,0-1 1 0 0,0 1 0 0 0,32 10 290 0 0,45-5-109 0 0,-64-5-166 0 0,219-2 213 0 0,58 5-214 0 0,-216-1 8 0 0,148-13 0 0 0,-24 0 45 0 0,318 0-110 0 0,-224-4 51 0 0,-82 13-7 0 0,-39 1-16 0 0,43 4-36 0 0,-51 1-7 0 0,290-1 1030 0 0,-166-4 146 0 0,-286 0-1048 0 0,4-3 178 0 0,6-2 209 0 0,-12 4-481 0 0,0 1-1 0 0,0 0 1 0 0,0-1-1 0 0,0 1 1 0 0,0 0 0 0 0,0-1-1 0 0,0 1 1 0 0,0 0-1 0 0,0-1 1 0 0,0 1-1 0 0,0-1 1 0 0,0 1-1 0 0,0 0 1 0 0,-1-1-1 0 0,1 1 1 0 0,0 0 0 0 0,0 0-1 0 0,0-1 1 0 0,-1 1-1 0 0,1 0 1 0 0,0-1-1 0 0,0 1 1 0 0,-1 0-1 0 0,1 0 1 0 0,0-1 0 0 0,0 1-1 0 0,-1 0 1 0 0,1 0-1 0 0,0 0 1 0 0,-1-1-1 0 0,1 1 1 0 0,0 0-1 0 0,-1 0 1 0 0,1 0 0 0 0,0 0-1 0 0,-1 0 1 0 0,1 0-1 0 0,0 0 1 0 0,-1 0-1 0 0,0 0 1 0 0,-10-4-248 0 0,-1 1 0 0 0,0 0 0 0 0,1 1 0 0 0,-1 0 1 0 0,0 1-1 0 0,-1 0 0 0 0,-15 1 0 0 0,-23-2-1133 0 0,0-3-693 0 0,0 1 158 0 0</inkml:trace>
</inkml:ink>
</file>

<file path=ppt/ink/ink9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14:07.681"/>
    </inkml:context>
    <inkml:brush xml:id="br0">
      <inkml:brushProperty name="width" value="0.1" units="cm"/>
      <inkml:brushProperty name="height" value="0.2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58 1 100 0 0,'-17'13'570'0'0,"11"-9"-429"0"0,2-1-1 0 0,-1 1 0 0 0,0 0 1 0 0,1 0-1 0 0,-8 10 0 0 0,12-14-105 0 0,-4 18 171 0 0,4-17-168 0 0,2 1-7 0 0,1-1 0 0 0,0 0 0 0 0,0 0-1 0 0,-1 0 1 0 0,1 0 0 0 0,0 0 0 0 0,0-1 0 0 0,0 1 0 0 0,0-1 0 0 0,0 0 0 0 0,0 0 0 0 0,0 0 0 0 0,3 0 0 0 0,-5 0-30 0 0,309 12 488 0 0,-113-1-284 0 0,344-11 111 0 0,101-7 151 0 0,-620 7-445 0 0,434 7 113 0 0,-293 1-98 0 0,259 4-11 0 0,394-7 58 0 0,-496 12 41 0 0,118 3 80 0 0,-72-3 2 0 0,-219-7-154 0 0,281 14 137 0 0,-13-1-66 0 0,-354-20 242 0 0,65-3-1 0 0,-95-3 106 0 0,-3 0 54 0 0,-11 2 91 0 0,-15 1-474 0 0,-38 10-934 0 0,-50 6-3037 0 0,54-14 2267 0 0</inkml:trace>
</inkml:ink>
</file>

<file path=ppt/ink/ink9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14:10.041"/>
    </inkml:context>
    <inkml:brush xml:id="br0">
      <inkml:brushProperty name="width" value="0.1" units="cm"/>
      <inkml:brushProperty name="height" value="0.2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1 25 236 0 0,'0'0'1170'0'0,"0"-1"-1058"0"0,0 1-1 0 0,0-1 1 0 0,0 1-1 0 0,0-1 1 0 0,0 1-1 0 0,0-1 1 0 0,0 1-1 0 0,0-1 1 0 0,0 1-1 0 0,0-1 1 0 0,1 1-1 0 0,-1-1 1 0 0,0 1-1 0 0,0-1 1 0 0,1 1-1 0 0,-1-1 1 0 0,0 1-1 0 0,0-1 1 0 0,1 1-1 0 0,-1-1 1 0 0,0 1-1 0 0,1 0 1 0 0,0-1-1 0 0,417-8 1587 0 0,263 5-1053 0 0,-472 14-600 0 0,141 8 37 0 0,-6-7-68 0 0,-125-6-9 0 0,-27 0 8 0 0,149 8 29 0 0,159 7-14 0 0,-249-14-55 0 0,2 1 10 0 0,201 9 36 0 0,-71-1 407 0 0,-113-6-123 0 0,413 21 542 0 0,-50-19-527 0 0,-613-12-293 0 0,23 0 417 0 0,1-2 1 0 0,-1-1-1 0 0,0-2 0 0 0,67-19 0 0 0,-105 23-245 0 0,-1 0 1 0 0,1 0-1 0 0,0 0 1 0 0,-1-1-1 0 0,0 0 1 0 0,1 1-1 0 0,-1-1 1 0 0,0-1-1 0 0,-1 1 1 0 0,1-1-1 0 0,0 1 1 0 0,-1-1-1 0 0,0 0 1 0 0,0 0-1 0 0,0 0 1 0 0,-1-1-1 0 0,4-6 1 0 0,-6 10-240 0 0,1 1 1 0 0,-1-1-1 0 0,1 0 0 0 0,-1 0 1 0 0,1 0-1 0 0,-1 0 0 0 0,0 1 1 0 0,1-1-1 0 0,-1 0 0 0 0,0 0 1 0 0,0 0-1 0 0,0 0 0 0 0,0 0 1 0 0,0 0-1 0 0,0 0 0 0 0,0 0 1 0 0,0 1-1 0 0,0-1 0 0 0,0 0 0 0 0,-1 0 1 0 0,1 0-1 0 0,0 0 0 0 0,0 0 1 0 0,-1 0-1 0 0,1 1 0 0 0,-1-1 1 0 0,1 0-1 0 0,-1 0 0 0 0,1 1 1 0 0,-1-1-1 0 0,1 0 0 0 0,-1 0 1 0 0,0 1-1 0 0,1-1 0 0 0,-1 1 1 0 0,0-1-1 0 0,0 1 0 0 0,1-1 1 0 0,-2 0-1 0 0,-39-12-5343 0 0,28 10 3640 0 0,-17-5-1358 0 0</inkml:trace>
</inkml:ink>
</file>

<file path=ppt/ink/ink9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16:01.8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43 105 8 0 0,'-42'-9'8909'0'0,"48"9"-8604"0"0,710-49 2197 0 0,-715 49-2494 0 0,1 0 1 0 0,0 0-1 0 0,-1 0 1 0 0,1 0 0 0 0,0 0-1 0 0,-1-1 1 0 0,1 1-1 0 0,0-1 1 0 0,-1 1 0 0 0,1-1-1 0 0,0 1 1 0 0,-1-1-1 0 0,1 0 1 0 0,1-2-1 0 0,-3 3-5 0 0,0-1-1 0 0,0 1 1 0 0,0-1-1 0 0,-1 1 0 0 0,1-1 1 0 0,0 0-1 0 0,-1 1 1 0 0,1-1-1 0 0,-1 1 0 0 0,1 0 1 0 0,0-1-1 0 0,-1 1 1 0 0,1-1-1 0 0,-1 1 0 0 0,1 0 1 0 0,-1-1-1 0 0,1 1 1 0 0,-1 0-1 0 0,0-1 0 0 0,1 1 1 0 0,-1 0-1 0 0,1 0 1 0 0,-1 0-1 0 0,1-1 1 0 0,-2 1-1 0 0,-62-18 35 0 0,54 16-26 0 0,4 0-4 0 0,0 0-1 0 0,-1 1 1 0 0,1 0 0 0 0,0 0-1 0 0,-1 0 1 0 0,1 1-1 0 0,-1 0 1 0 0,1 0 0 0 0,0 1-1 0 0,-1-1 1 0 0,-8 4-1 0 0,12-1-3 0 0,1 1-1 0 0,0-1 0 0 0,0 1 1 0 0,1 0-1 0 0,-1 0 0 0 0,1 0 0 0 0,0 0 1 0 0,0 0-1 0 0,0 0 0 0 0,1 0 0 0 0,-1 0 1 0 0,1 6-1 0 0,-2 4 9 0 0,-18 34-133 0 0,5-18-1403 0 0,8 0-4345 0 0,7-23 3300 0 0</inkml:trace>
</inkml:ink>
</file>

<file path=ppt/ink/ink9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16:02.5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0 161 332 0 0,'0'0'117'0'0,"0"0"0"0"0,0-1-1 0 0,0 1 1 0 0,0 0 0 0 0,0 0-1 0 0,1-1 1 0 0,-1 1 0 0 0,0 0 0 0 0,0-1-1 0 0,0 1 1 0 0,0 0 0 0 0,0 0 0 0 0,0 0-1 0 0,1-1 1 0 0,-1 1 0 0 0,0 0 0 0 0,0 0-1 0 0,1-1 1 0 0,-1 1 0 0 0,0 0 0 0 0,0 0-1 0 0,0 0 1 0 0,1 0 0 0 0,-1 0-1 0 0,0-1 1 0 0,1 1 0 0 0,-1 0 0 0 0,0 0-1 0 0,0 0 1 0 0,1 0 0 0 0,-1 0 0 0 0,0 0-1 0 0,1 0 1 0 0,-1 0 0 0 0,0 0 0 0 0,0 0-1 0 0,1 0 1 0 0,-1 0 0 0 0,0 0 0 0 0,1 0-1 0 0,-1 0 1 0 0,0 0 0 0 0,0 0-1 0 0,1 1 1 0 0,-1-1 0 0 0,0 0 0 0 0,0 0-1 0 0,1 0 1 0 0,-1 0 0 0 0,0 0 0 0 0,0 1-1 0 0,1-1 1 0 0,-1 0 0 0 0,0 0 0 0 0,0 1-1 0 0,0-1 1 0 0,0 0 0 0 0,1 0 0 0 0,-1 1-1 0 0,0-1 1 0 0,0 0 0 0 0,0 0 0 0 0,0 1-1 0 0,0-1 1 0 0,0 0 0 0 0,0 0-1 0 0,0 1 1 0 0,10 37 1984 0 0,0 50-1410 0 0,-4-2 490 0 0,-6-85-1056 0 0,-10-10 639 0 0,5-4-698 0 0,1-1 0 0 0,0 0 0 0 0,1 1 1 0 0,1-1-1 0 0,0 0 0 0 0,1 0 0 0 0,1 0 1 0 0,1-16-1 0 0,-2-8 31 0 0,3-45-17 0 0,-1 75-66 0 0,-1 1 0 0 0,1 0-1 0 0,1 0 1 0 0,0 0 0 0 0,0 0 0 0 0,0 0 0 0 0,1 0-1 0 0,6-13 1 0 0,-8 20-14 0 0,0 0 0 0 0,0-1 0 0 0,0 1 0 0 0,0 0 0 0 0,0-1 0 0 0,0 1 0 0 0,0 0 0 0 0,0 0-1 0 0,0 0 1 0 0,0 0 0 0 0,0 0 0 0 0,0 0 0 0 0,0 0 0 0 0,0 0 0 0 0,0 0 0 0 0,0 1 0 0 0,0-1 0 0 0,0 0 0 0 0,0 1-1 0 0,0-1 1 0 0,0 1 0 0 0,0-1 0 0 0,0 1 0 0 0,0-1 0 0 0,1 2 0 0 0,26 16 11 0 0,-25-16-9 0 0,27 21 5 0 0,0 2-1 0 0,-2 1 1 0 0,28 33 0 0 0,43 39 9 0 0,-94-93-13 0 0,6 4 24 0 0,0 1-1 0 0,0-2 1 0 0,0 1-1 0 0,1-1 0 0 0,1-1 1 0 0,21 10-1 0 0,-33-17-3 0 0,1 0 0 0 0,-1 0 0 0 0,0 0 0 0 0,1-1 0 0 0,-1 1 0 0 0,1 0 0 0 0,-1 0 0 0 0,0-1 0 0 0,1 1 0 0 0,-1-1 0 0 0,0 1 0 0 0,0-1 0 0 0,1 0 0 0 0,-1 1 0 0 0,0-1 0 0 0,0 0 0 0 0,0 0 0 0 0,0 0 0 0 0,0 0 0 0 0,0 0 0 0 0,0 0 0 0 0,0 0 0 0 0,0 0 0 0 0,0 0 0 0 0,0 0 0 0 0,0-3 0 0 0,20-35 472 0 0,-20 35-431 0 0,5-16 113 0 0,-1 0 0 0 0,0 0 0 0 0,-2 0-1 0 0,2-32 1 0 0,-4 37-106 0 0,1-7-75 0 0,-2 11-168 0 0,1-1 0 0 0,1 0 0 0 0,-1 0 0 0 0,2 1 0 0 0,0-1 0 0 0,0 1-1 0 0,7-17 1 0 0,9 14-2505 0 0</inkml:trace>
</inkml:ink>
</file>

<file path=ppt/ink/ink9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16:05.7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246 239 524 0 0,'-26'-12'4793'0'0,"15"9"-3029"0"0,10 2-1054 0 0,-19 10 520 0 0,12-3-948 0 0,-1 1 0 0 0,1 0 1 0 0,1 0-1 0 0,-1 0 0 0 0,1 1 1 0 0,0 0-1 0 0,1 1 0 0 0,-10 16 1 0 0,-33 77 881 0 0,47-98-1106 0 0,-56 169 1578 0 0,56-201-804 0 0,8-26-783 0 0,8-36 25 0 0,-12 69-62 0 0,1 0 1 0 0,1 0 0 0 0,1 0-1 0 0,0 1 1 0 0,15-34 0 0 0,-8 26 17 0 0,-7 16-30 0 0,1 1 1 0 0,-1-1 0 0 0,2 1 0 0 0,-1 0 0 0 0,17-19-1 0 0,-21 28-1 0 0,0 0-1 0 0,1 0 1 0 0,0 0-1 0 0,-1 0 1 0 0,1 0-1 0 0,0 1 1 0 0,0-1-1 0 0,0 1 1 0 0,0-1-1 0 0,0 1 1 0 0,0 0 0 0 0,0 0-1 0 0,0 1 1 0 0,0-1-1 0 0,0 1 1 0 0,1-1-1 0 0,-1 1 1 0 0,0 0-1 0 0,0 0 1 0 0,1 1-1 0 0,-1-1 1 0 0,0 1-1 0 0,0-1 1 0 0,0 1-1 0 0,0 0 1 0 0,1 0-1 0 0,-1 0 1 0 0,4 3-1 0 0,12 7 2 0 0,-1 1 1 0 0,0 0-1 0 0,-1 1 0 0 0,-1 1 1 0 0,0 0-1 0 0,0 2 0 0 0,21 28 1 0 0,25 22-7 0 0,5 4-2 0 0,-67-69 36 0 0,6-10-19 0 0,0 1 1 0 0,0-1 0 0 0,-1-1-1 0 0,-1 1 1 0 0,0-1 0 0 0,0 1-1 0 0,-1-1 1 0 0,0 0 0 0 0,0-1-1 0 0,1-16 1 0 0,4-8 28 0 0,9-42-18 0 0,-10 39-81 0 0,3 0 0 0 0,18-49 1 0 0,-28 86 0 0 0,0 1 0 0 0,0-1 0 0 0,0 1 0 0 0,0-1 0 0 0,0 1 0 0 0,0-1 0 0 0,1 0 0 0 0,-1 1 1 0 0,0-1-1 0 0,0 1 0 0 0,1-1 0 0 0,-1 1 0 0 0,0 0 0 0 0,1-1 0 0 0,-1 1 0 0 0,0-1 0 0 0,1 1 0 0 0,-1-1 0 0 0,1 1 0 0 0,-1 0 1 0 0,1-1-1 0 0,-1 1 0 0 0,1 0 0 0 0,-1 0 0 0 0,1-1 0 0 0,-1 1 0 0 0,1 0 0 0 0,-1 0 0 0 0,1 0 0 0 0,-1-1 0 0 0,1 1 0 0 0,-1 0 1 0 0,1 0-1 0 0,0 0 0 0 0,-1 0 0 0 0,1 0 0 0 0,-1 0 0 0 0,1 0 0 0 0,-1 0 0 0 0,1 1 0 0 0,-1-1 0 0 0,1 0 0 0 0,0 0 0 0 0,-1 0 1 0 0,1 1-1 0 0,-1-1 0 0 0,1 0 0 0 0,0 1 0 0 0,22 26-6933 0 0,-23-27 6923 0 0,7 10-2992 0 0</inkml:trace>
</inkml:ink>
</file>

<file path=ppt/ink/ink9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16:06.1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0 313 608 0 0,'2'37'4121'0'0,"-2"-22"-3553"0"0,0 0-1 0 0,1 0 1 0 0,0 0 0 0 0,2 1-1 0 0,-1-2 1 0 0,8 21 0 0 0,-3 3 1099 0 0,-8-35-911 0 0,0-5-104 0 0,-1-21-136 0 0,-2-43-81 0 0,8-88 1 0 0,-1 122-340 0 0,1-1 1 0 0,2 0 0 0 0,1 1 0 0 0,19-51 0 0 0,-25 78-78 0 0,1 0 1 0 0,0 0 0 0 0,0 0-1 0 0,1 1 1 0 0,-1-1 0 0 0,1 1 0 0 0,0 0-1 0 0,0 0 1 0 0,1 0 0 0 0,-1 0 0 0 0,6-4-1 0 0,-8 7-7 0 0,20 17 20 0 0,-18-10-21 0 0,-1 0 1 0 0,0 0 0 0 0,0 1-1 0 0,0-1 1 0 0,-1 1 0 0 0,0-1-1 0 0,0 1 1 0 0,-1-1 0 0 0,0 1-1 0 0,0 0 1 0 0,0-1 0 0 0,-1 1-1 0 0,-2 10 1 0 0,-2-1-157 0 0,-1 0 1 0 0,0 1-1 0 0,-15 24 1 0 0,-4 9-1843 0 0,19-30-584 0 0,6-10-1121 0 0,0-3 732 0 0</inkml:trace>
</inkml:ink>
</file>

<file path=ppt/ink/ink9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16:06.5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0 105 1008 0 0,'0'0'5806'0'0,"28"0"-4514"0"0,597-48 1828 0 0,-571 46-2974 0 0,-40 3-64 0 0,1-1 0 0 0,-1-1 0 0 0,0 0 0 0 0,0-1 1 0 0,0-1-1 0 0,16-5 0 0 0,-29 8-71 0 0,-1 0-1 0 0,0 0 1 0 0,1 0 0 0 0,-1 0-1 0 0,0 0 1 0 0,0 0 0 0 0,1 0-1 0 0,-1 0 1 0 0,0 0 0 0 0,0-1-1 0 0,1 1 1 0 0,-1 0-1 0 0,0 0 1 0 0,0 0 0 0 0,1 0-1 0 0,-1-1 1 0 0,0 1 0 0 0,0 0-1 0 0,0 0 1 0 0,1-1 0 0 0,-1 1-1 0 0,0 0 1 0 0,0 0-1 0 0,0-1 1 0 0,0 1 0 0 0,0 0-1 0 0,0 0 1 0 0,1-1 0 0 0,-1 1-1 0 0,0 0 1 0 0,0-1 0 0 0,0 1-1 0 0,0 0 1 0 0,0 0 0 0 0,0-1-1 0 0,0 1 1 0 0,0 0-1 0 0,0-1 1 0 0,0 1 0 0 0,0 0-1 0 0,-1-1 1 0 0,-10-10 148 0 0,-18-3-42 0 0,24 12-98 0 0,1 1-1 0 0,-1 0 1 0 0,0 0-1 0 0,0 1 1 0 0,1-1-1 0 0,-1 1 0 0 0,0 0 1 0 0,0 0-1 0 0,1 1 1 0 0,-1-1-1 0 0,0 1 0 0 0,-6 2 1 0 0,8-2-14 0 0,1 1 0 0 0,-1 0 0 0 0,0 0 1 0 0,0 0-1 0 0,1 0 0 0 0,-1 0 0 0 0,1 1 0 0 0,0-1 1 0 0,0 1-1 0 0,0 0 0 0 0,0-1 0 0 0,0 1 0 0 0,1 0 1 0 0,-1 0-1 0 0,1 0 0 0 0,0 0 0 0 0,-1 0 0 0 0,1 4 1 0 0,-12 40-345 0 0,5-15-1392 0 0,-2-2-4284 0 0,9-24 3243 0 0</inkml:trace>
</inkml:ink>
</file>

<file path=ppt/ink/ink9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16:07.1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84 307 12805 0 0,'3'-3'48'0'0,"1"1"1"0"0,0-1-1 0 0,0 0 0 0 0,0 1 0 0 0,0 0 0 0 0,0 0 1 0 0,0 0-1 0 0,0 1 0 0 0,1-1 0 0 0,-1 1 0 0 0,6-1 1 0 0,-9 2-55 0 0,0 0 1 0 0,0 1-1 0 0,0-1 1 0 0,0 0 0 0 0,0 0-1 0 0,0 1 1 0 0,0-1-1 0 0,0 0 1 0 0,0 1-1 0 0,0-1 1 0 0,0 1 0 0 0,0-1-1 0 0,0 1 1 0 0,0 0-1 0 0,0-1 1 0 0,0 1 0 0 0,-1 0-1 0 0,1 0 1 0 0,1 0-1 0 0,-1 2 12 0 0,1 0 0 0 0,0 0 0 0 0,-1-1 0 0 0,0 1 0 0 0,0 0-1 0 0,0 0 1 0 0,0 0 0 0 0,0 1 0 0 0,0 3 0 0 0,1 4-6 0 0,6 47 18 0 0,-8-56-16 0 0,0 1-1 0 0,0-1 1 0 0,0 1 0 0 0,0-1 0 0 0,0 1 0 0 0,0-1 0 0 0,-1 1 0 0 0,0-1 0 0 0,1 1-1 0 0,-1-1 1 0 0,0 0 0 0 0,0 1 0 0 0,0-1 0 0 0,0 0 0 0 0,-1 0 0 0 0,1 0-1 0 0,0 0 1 0 0,-4 4 0 0 0,3-5-1 0 0,1-1 0 0 0,-1 0-1 0 0,1 1 1 0 0,-1-1 0 0 0,0 0-1 0 0,1 0 1 0 0,-1 1 0 0 0,0-1-1 0 0,1-1 1 0 0,-1 1 0 0 0,0 0-1 0 0,1 0 1 0 0,-1-1 0 0 0,0 1 0 0 0,1 0-1 0 0,-1-1 1 0 0,1 0 0 0 0,-1 1-1 0 0,-1-2 1 0 0,-29-17 22 0 0,22 9-24 0 0,1 1-1 0 0,1-1 1 0 0,-1-1 0 0 0,2 0 0 0 0,-1 0-1 0 0,2 0 1 0 0,0-1 0 0 0,0 0-1 0 0,1 0 1 0 0,0-1 0 0 0,1 0 0 0 0,0 1-1 0 0,1-1 1 0 0,1 0 0 0 0,-1-14 0 0 0,2 17 4 0 0,0 1 0 0 0,0-1 1 0 0,1 0-1 0 0,0 1 1 0 0,1-1-1 0 0,0 0 1 0 0,1 1-1 0 0,0 0 1 0 0,0-1-1 0 0,1 1 0 0 0,0 0 1 0 0,1 0-1 0 0,0 0 1 0 0,0 0-1 0 0,1 1 1 0 0,0 0-1 0 0,0 0 0 0 0,1 0 1 0 0,0 1-1 0 0,1 0 1 0 0,9-9-1 0 0,-13 13 2 0 0,0 1-1 0 0,1 0 1 0 0,-1 1 0 0 0,0-1-1 0 0,1 0 1 0 0,-1 1-1 0 0,1 0 1 0 0,0 0-1 0 0,-1 0 1 0 0,1 0 0 0 0,0 1-1 0 0,0-1 1 0 0,-1 1-1 0 0,1 0 1 0 0,0 0-1 0 0,5 1 1 0 0,-2 1 15 0 0,1-1 1 0 0,0 2-1 0 0,-1-1 1 0 0,0 1-1 0 0,1 0 1 0 0,-1 0-1 0 0,10 7 0 0 0,2 3 52 0 0,-1 1 0 0 0,0 1 0 0 0,-1 0 0 0 0,22 26-1 0 0,-30-31-41 0 0,22 24 70 0 0,-2 1 0 0 0,-1 1 1 0 0,37 65-1 0 0,-63-98-142 0 0,0-1 0 0 0,-1 1 0 0 0,0-1 0 0 0,1 1 0 0 0,-1-1 0 0 0,0 1 0 0 0,0 0 0 0 0,-1 0 0 0 0,1 0 0 0 0,-1-1-1 0 0,1 1 1 0 0,-1 0 0 0 0,0 0 0 0 0,0 0 0 0 0,0 0 0 0 0,0 0 0 0 0,-1 0 0 0 0,1 0 0 0 0,-1-1 0 0 0,0 1 0 0 0,0 0 0 0 0,0 0 0 0 0,0-1 0 0 0,-1 4 0 0 0,-1-4-238 0 0,1 0 0 0 0,0 0 0 0 0,-1-1 0 0 0,1 1 0 0 0,-1-1 0 0 0,1 1 0 0 0,-1-1 0 0 0,0 0-1 0 0,0 0 1 0 0,1 0 0 0 0,-1 0 0 0 0,0 0 0 0 0,0-1 0 0 0,0 1 0 0 0,0-1 0 0 0,0 0 0 0 0,0 0 0 0 0,0 0 0 0 0,0 0 0 0 0,0-1 0 0 0,0 1 0 0 0,-5-2 0 0 0,-6-1-2377 0 0,-1-1 204 0 0</inkml:trace>
</inkml:ink>
</file>

<file path=ppt/ink/ink9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16:07.4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73 244 0 0,'4'-16'2743'0'0,"0"4"-1738"0"0,19-6 728 0 0,28 1-338 0 0,34 7-1064 0 0,-17 11-4469 0 0,-51 0 2273 0 0</inkml:trace>
</inkml:ink>
</file>

<file path=ppt/ink/ink9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16:07.8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100 277 828 0 0,'-1'-1'216'0'0,"0"0"1"0"0,0 0-1 0 0,-1 0 1 0 0,1 0-1 0 0,0 1 0 0 0,0-1 1 0 0,-1 0-1 0 0,1 1 1 0 0,0-1-1 0 0,-1 1 0 0 0,1-1 1 0 0,0 1-1 0 0,-1 0 1 0 0,1 0-1 0 0,-1 0 0 0 0,1 0 1 0 0,0 0-1 0 0,-1 0 1 0 0,1 0-1 0 0,-1 0 0 0 0,1 0 1 0 0,-1 0-1 0 0,1 1 1 0 0,-3 0-1 0 0,1 1-8 0 0,-1 0 0 0 0,1 0 0 0 0,0 0-1 0 0,0 0 1 0 0,0 1 0 0 0,0-1 0 0 0,0 1 0 0 0,0-1 0 0 0,-4 7-1 0 0,4-6-118 0 0,0 1-1 0 0,0 0 0 0 0,0 1 0 0 0,1-1 0 0 0,0 0 0 0 0,-1 1 0 0 0,2-1 0 0 0,-1 1 0 0 0,0 0 1 0 0,1-1-1 0 0,0 1 0 0 0,0 0 0 0 0,0 0 0 0 0,1 0 0 0 0,0 0 0 0 0,0 7 0 0 0,0-11-65 0 0,0 1 0 0 0,0-1 0 0 0,1 1 0 0 0,-1-1 0 0 0,1 1 0 0 0,-1-1 0 0 0,1 1 0 0 0,0-1-1 0 0,-1 1 1 0 0,1-1 0 0 0,0 0 0 0 0,0 1 0 0 0,0-1 0 0 0,0 0 0 0 0,0 0 0 0 0,0 0 0 0 0,1 0 0 0 0,-1 0 0 0 0,0 0 0 0 0,0 0-1 0 0,1 0 1 0 0,-1 0 0 0 0,1-1 0 0 0,-1 1 0 0 0,3 0 0 0 0,-1-1-8 0 0,-1 0-1 0 0,0 0 1 0 0,1 0-1 0 0,-1-1 1 0 0,0 1-1 0 0,0-1 1 0 0,1 0-1 0 0,-1 0 1 0 0,0 0-1 0 0,0 0 1 0 0,0 0-1 0 0,0 0 1 0 0,0 0-1 0 0,0-1 1 0 0,2-1-1 0 0,5-5 12 0 0,-1 0-1 0 0,0-1 0 0 0,0 0 1 0 0,-1 0-1 0 0,12-20 0 0 0,-11 15 142 0 0,-1 0 0 0 0,-1-1 0 0 0,0 1 0 0 0,-1-1 0 0 0,-1-1 0 0 0,0 1 0 0 0,-1 0-1 0 0,-1-1 1 0 0,0 0 0 0 0,-1 0 0 0 0,-1 0 0 0 0,0 1 0 0 0,-1-1 0 0 0,-1 0 0 0 0,0 0 0 0 0,-1 1-1 0 0,-1-1 1 0 0,-9-21 0 0 0,13 36-132 0 0,0 0-1 0 0,0 1 0 0 0,0-1 0 0 0,0 0 0 0 0,0 1 1 0 0,-1-1-1 0 0,1 1 0 0 0,0-1 0 0 0,0 0 1 0 0,-1 1-1 0 0,1-1 0 0 0,0 1 0 0 0,-1-1 0 0 0,1 1 1 0 0,-1-1-1 0 0,1 1 0 0 0,-1-1 0 0 0,1 1 1 0 0,-1-1-1 0 0,1 1 0 0 0,-1 0 0 0 0,1-1 0 0 0,-1 1 1 0 0,1 0-1 0 0,-1 0 0 0 0,1-1 0 0 0,-1 1 1 0 0,0 0-1 0 0,1 0 0 0 0,-1 0 0 0 0,0 0 1 0 0,1 0-1 0 0,-1 0 0 0 0,0 0 0 0 0,-14 18 413 0 0,-3 38-133 0 0,16-40-314 0 0,1 0-1 0 0,0 1 0 0 0,2-1 1 0 0,0 0-1 0 0,0 0 1 0 0,2 0-1 0 0,0 0 0 0 0,7 21 1 0 0,10 17-2876 0 0,5-6-4089 0 0,-18-38 3543 0 0</inkml:trace>
</inkml:ink>
</file>

<file path=ppt/ink/ink9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16:08.1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214 1 392 0 0,'0'0'2510'0'0,"15"20"-371"0"0,-6 11-1412 0 0,-1 1 1 0 0,-2 1-1 0 0,-1 0 0 0 0,-1-1 1 0 0,-1 40-1 0 0,-17 167 959 0 0,11-211-1438 0 0,-1-1 1 0 0,-16 52-1 0 0,16-66-162 0 0,-1-1-1 0 0,0-1 0 0 0,0 1 0 0 0,-1-1 0 0 0,-1 0 1 0 0,0 0-1 0 0,0 0 0 0 0,-15 15 0 0 0,20-23-32 0 0,-1-1 0 0 0,1 1 0 0 0,0-1 0 0 0,0 0 0 0 0,-1 0-1 0 0,0 0 1 0 0,1-1 0 0 0,-1 1 0 0 0,0-1 0 0 0,0 1 0 0 0,1-1 0 0 0,-1 0 0 0 0,0 0-1 0 0,-1 0 1 0 0,1 0 0 0 0,0-1 0 0 0,0 1 0 0 0,0-1 0 0 0,0 0 0 0 0,0 0 0 0 0,0 0-1 0 0,-1 0 1 0 0,1 0 0 0 0,0-1 0 0 0,0 0 0 0 0,0 1 0 0 0,0-1 0 0 0,0 0-1 0 0,0-1 1 0 0,0 1 0 0 0,0 0 0 0 0,0-1 0 0 0,1 0 0 0 0,-5-2 0 0 0,3-1 23 0 0,-1 1 0 0 0,1-1 1 0 0,0 0-1 0 0,0 0 0 0 0,0 0 0 0 0,1-1 1 0 0,-1 1-1 0 0,1-1 0 0 0,1 0 0 0 0,-1 0 1 0 0,1 0-1 0 0,0 0 0 0 0,1 0 0 0 0,-1 0 1 0 0,1 0-1 0 0,0-9 0 0 0,0 5-24 0 0,1 0 0 0 0,0-1 0 0 0,0 1 0 0 0,1 0 0 0 0,1 0 1 0 0,0 0-1 0 0,0 0 0 0 0,1 0 0 0 0,0 0 0 0 0,8-17 0 0 0,-6 19-546 0 0,1 0 0 0 0,-1 0 0 0 0,1 0 1 0 0,0 1-1 0 0,1 0 0 0 0,0 0 0 0 0,10-7 0 0 0,7-7-6239 0 0,-19 12 3562 0 0</inkml:trace>
</inkml:ink>
</file>

<file path=ppt/ink/ink9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16:08.9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41 54 1168 0 0,'-5'-22'6858'0'0,"4"15"-1009"0"0,-1-4 505 0 0,-4-1-8014 0 0,-1 11-3695 0 0,1 14 2488 0 0,-1 0-1132 0 0,3-9 1954 0 0,1 0-378 0 0</inkml:trace>
</inkml:ink>
</file>

<file path=ppt/ink/ink9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16:10.6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126 113 404 0 0,'7'-31'7521'0'0,"-9"22"-3778"0"0,-5 21-3274 0 0,-20 59 139 0 0,4 2 0 0 0,2 1 0 0 0,-14 105 0 0 0,27-127-30 0 0,-2-100-332 0 0,11 8-207 0 0,1 0-1 0 0,2 1 1 0 0,2 0 0 0 0,11-40 0 0 0,-13 57-31 0 0,8-22 55 0 0,2 2-1 0 0,34-75 0 0 0,-46 111-50 0 0,-2 6-9 0 0,1-1 0 0 0,-1 0 0 0 0,0 0 0 0 0,0 0 0 0 0,1 0 0 0 0,-1 0 0 0 0,1 1 0 0 0,-1-1 0 0 0,1 0 0 0 0,-1 0-1 0 0,1 1 1 0 0,-1-1 0 0 0,1 0 0 0 0,-1 1 0 0 0,1-1 0 0 0,0 0 0 0 0,0 1 0 0 0,-1-1 0 0 0,1 1 0 0 0,0-1 0 0 0,0 1 0 0 0,-1 0 0 0 0,1-1 0 0 0,0 1 0 0 0,0 0 0 0 0,0 0 0 0 0,0-1 0 0 0,0 1-1 0 0,0 0 1 0 0,1 0 0 0 0,0 1-3 0 0,-1-1 0 0 0,1 1 0 0 0,0 0 0 0 0,-1 0 0 0 0,1 0 0 0 0,-1 0 0 0 0,0 1 0 0 0,1-1 0 0 0,-1 0 0 0 0,0 0 0 0 0,0 1 0 0 0,1-1 0 0 0,-1 1 0 0 0,1 1 0 0 0,29 62-21 0 0,-30-63 27 0 0,10 26-6 0 0,1-1-1 0 0,1-1 1 0 0,1 0-1 0 0,2 0 1 0 0,0-1-1 0 0,2-2 1 0 0,1 1-1 0 0,0-2 1 0 0,39 33-1 0 0,-56-52 2 0 0,0-1 0 0 0,0 0 0 0 0,0 0 0 0 0,0-1 0 0 0,1 1 0 0 0,-1 0 0 0 0,0-1 0 0 0,1 0-1 0 0,-1 1 1 0 0,1-1 0 0 0,0 0 0 0 0,-1 0 0 0 0,1 0 0 0 0,0-1 0 0 0,0 1 0 0 0,0-1 0 0 0,-1 1-1 0 0,1-1 1 0 0,0 0 0 0 0,0 0 0 0 0,0 0 0 0 0,0-1 0 0 0,-1 1 0 0 0,1-1 0 0 0,0 1 0 0 0,0-1-1 0 0,-1 0 1 0 0,1 0 0 0 0,0 0 0 0 0,-1-1 0 0 0,1 1 0 0 0,-1-1 0 0 0,1 1 0 0 0,-1-1 0 0 0,0 0-1 0 0,0 1 1 0 0,0-1 0 0 0,0-1 0 0 0,0 1 0 0 0,0 0 0 0 0,0 0 0 0 0,-1-1 0 0 0,1 1 0 0 0,1-5-1 0 0,5-8 27 0 0,-1 1 0 0 0,-1-1 0 0 0,0-1 0 0 0,-1 1 0 0 0,-1-1 0 0 0,4-25 0 0 0,13-109 182 0 0,-18 138-5 0 0,0-1-1399 0 0,2 28-11537 0 0</inkml:trace>
</inkml:ink>
</file>

<file path=ppt/ink/ink9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16:11.1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167 81 300 0 0,'1'-7'9482'0'0,"-13"10"-9286"0"0,1 2 0 0 0,0-1 0 0 0,1 1 0 0 0,-1 1 0 0 0,1 0 0 0 0,0 1-1 0 0,0 0 1 0 0,1 0 0 0 0,0 1 0 0 0,1 0 0 0 0,-1 0 0 0 0,1 1 0 0 0,1 0 0 0 0,0 1 0 0 0,-7 11 0 0 0,12-18-171 0 0,1 0 1 0 0,-1-1 0 0 0,1 1 0 0 0,0 0 0 0 0,0 0-1 0 0,0 0 1 0 0,0 0 0 0 0,0 0 0 0 0,1 0 0 0 0,-1 0 0 0 0,1 0-1 0 0,0 0 1 0 0,0 1 0 0 0,0-1 0 0 0,1 0 0 0 0,-1 0 0 0 0,0 0-1 0 0,1 0 1 0 0,0 0 0 0 0,0 0 0 0 0,0 0 0 0 0,0 0-1 0 0,1 0 1 0 0,-1-1 0 0 0,1 1 0 0 0,-1 0 0 0 0,1-1 0 0 0,3 5-1 0 0,-2-5-14 0 0,0 0 0 0 0,0 0-1 0 0,0 0 1 0 0,0 0 0 0 0,1-1 0 0 0,-1 1-1 0 0,0-1 1 0 0,1 0 0 0 0,-1 0-1 0 0,1 0 1 0 0,-1 0 0 0 0,1-1-1 0 0,-1 1 1 0 0,1-1 0 0 0,-1 0-1 0 0,1 0 1 0 0,-1 0 0 0 0,1-1-1 0 0,0 1 1 0 0,-1-1 0 0 0,1 0 0 0 0,-1 0-1 0 0,0 0 1 0 0,6-3 0 0 0,-1 0 13 0 0,-1 0 1 0 0,0 0-1 0 0,0-1 1 0 0,0-1 0 0 0,-1 1-1 0 0,0-1 1 0 0,0 0-1 0 0,0 0 1 0 0,-1-1-1 0 0,1 1 1 0 0,-2-1 0 0 0,1 0-1 0 0,-1-1 1 0 0,0 1-1 0 0,4-13 1 0 0,-3 7 61 0 0,0 0-1 0 0,-1-1 1 0 0,-1 1-1 0 0,0-1 1 0 0,-1 0-1 0 0,0 0 1 0 0,-1 0-1 0 0,-1-24 1 0 0,0 37-92 0 0,0-1 0 0 0,0 1 0 0 0,0-1 0 0 0,-1 0 0 0 0,1 1 0 0 0,0-1 0 0 0,0 0 0 0 0,-1 1 0 0 0,1-1 0 0 0,-1 1 0 0 0,0-1 0 0 0,1 1 0 0 0,-1-1 0 0 0,0 1 0 0 0,0 0 0 0 0,0-1 0 0 0,0 1 0 0 0,0 0 0 0 0,0-1 0 0 0,0 1 0 0 0,-1 0 0 0 0,1 0 0 0 0,0 0 0 0 0,-1 0 0 0 0,1 0 0 0 0,0 1 0 0 0,-1-1 0 0 0,1 0 0 0 0,-1 1 0 0 0,1-1 0 0 0,-1 1 0 0 0,0-1 0 0 0,1 1-1 0 0,-1 0 1 0 0,0 0 0 0 0,1-1 0 0 0,-1 1 0 0 0,1 0 0 0 0,-1 0 0 0 0,0 1 0 0 0,1-1 0 0 0,-1 0 0 0 0,0 1 0 0 0,1-1 0 0 0,-1 1 0 0 0,1-1 0 0 0,-1 1 0 0 0,-2 1 0 0 0,-1 0-495 0 0,-1 1 0 0 0,1-1-1 0 0,-1 1 1 0 0,1 1-1 0 0,0-1 1 0 0,0 1 0 0 0,1 0-1 0 0,-1 0 1 0 0,1 0 0 0 0,-1 0-1 0 0,1 1 1 0 0,-3 5-1 0 0,3-1-2632 0 0,1-2 237 0 0</inkml:trace>
</inkml:ink>
</file>

<file path=ppt/ink/ink9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16:11.5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 3 640 0 0,'0'0'4043'0'0,"-1"4"-3570"0"0,0 6-242 0 0,0-1 0 0 0,0 1 0 0 0,1 0 0 0 0,0 0 0 0 0,1-1 1 0 0,0 1-1 0 0,1 0 0 0 0,-1-1 0 0 0,2 1 0 0 0,0-1 0 0 0,4 10 0 0 0,-5-14-166 0 0,0-1 1 0 0,0 1 0 0 0,1 0 0 0 0,0 0 0 0 0,0-1 0 0 0,0 0 0 0 0,0 0 0 0 0,1 0 0 0 0,8 7-1 0 0,-10-9-39 0 0,1 0 0 0 0,-1-1 0 0 0,1 1 0 0 0,-1-1-1 0 0,1 0 1 0 0,0 0 0 0 0,0 0 0 0 0,-1 0 0 0 0,1 0-1 0 0,0-1 1 0 0,0 1 0 0 0,0-1 0 0 0,0 0 0 0 0,0 0-1 0 0,0 0 1 0 0,0 0 0 0 0,0 0 0 0 0,0-1 0 0 0,3 0-1 0 0,-3-1 69 0 0,0 1-1 0 0,1 0 0 0 0,-1-1 1 0 0,0 0-1 0 0,0 0 1 0 0,0 0-1 0 0,0 0 0 0 0,-1 0 1 0 0,1-1-1 0 0,-1 1 0 0 0,1-1 1 0 0,-1 1-1 0 0,0-1 0 0 0,0 0 1 0 0,0 0-1 0 0,0 0 0 0 0,0 0 1 0 0,-1-1-1 0 0,1 1 0 0 0,-1 0 1 0 0,0-1-1 0 0,0 1 0 0 0,0-1 1 0 0,-1 1-1 0 0,1-8 0 0 0,0 1 199 0 0,0 0 1 0 0,-1 0-1 0 0,0 0 0 0 0,0-1 0 0 0,-1 1 0 0 0,-1 0 1 0 0,-4-16-1 0 0,-3 6-957 0 0,9 20 544 0 0,0 0 0 0 0,-1 0 0 0 0,1 0 0 0 0,0-1 1 0 0,-1 1-1 0 0,1 0 0 0 0,-1 0 0 0 0,1 0 1 0 0,0 0-1 0 0,-1 0 0 0 0,1 0 0 0 0,-1 0 1 0 0,1 0-1 0 0,0 0 0 0 0,-1 0 0 0 0,1 0 0 0 0,-1 0 1 0 0,1 0-1 0 0,-1 0 0 0 0,1 0 0 0 0,0 0 1 0 0,-1 0-1 0 0,1 1 0 0 0,-1-1 0 0 0,1 0 1 0 0,0 0-1 0 0,-1 0 0 0 0,1 1 0 0 0,0-1 1 0 0,-1 0-1 0 0,1 1 0 0 0,0-1 0 0 0,0 0 0 0 0,-1 0 1 0 0,1 1-1 0 0,-1 0 0 0 0,-1 4-3184 0 0</inkml:trace>
</inkml:ink>
</file>

<file path=ppt/ink/ink9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16:12.0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0 460 0 0,'0'0'867'0'0,"15"5"3096"0"0,-10 6-3468 0 0,0-1 0 0 0,-1 1 0 0 0,0-1 0 0 0,0 1 0 0 0,-1 1 0 0 0,-1-1-1 0 0,0 0 1 0 0,0 1 0 0 0,-1 21 0 0 0,-1-33-464 0 0,0 1 0 0 0,0 0 1 0 0,0-1-1 0 0,0 1 0 0 0,0 0 0 0 0,0-1 0 0 0,1 1 1 0 0,-1 0-1 0 0,0-1 0 0 0,0 1 0 0 0,0 0 1 0 0,1-1-1 0 0,-1 1 0 0 0,0-1 0 0 0,1 1 0 0 0,-1 0 1 0 0,0-1-1 0 0,1 1 0 0 0,-1-1 0 0 0,1 1 1 0 0,-1-1-1 0 0,1 1 0 0 0,-1-1 0 0 0,1 1 0 0 0,-1-1 1 0 0,1 0-1 0 0,-1 1 0 0 0,1-1 0 0 0,0 0 1 0 0,0 1-1 0 0,26-4 514 0 0,35-26 7 0 0,-49 21-333 0 0,7-1 104 0 0,0 1-1 0 0,0 1 0 0 0,1 1 1 0 0,24-5-1 0 0,-43 11-273 0 0,0 0 0 0 0,0 0 0 0 0,0 0-1 0 0,0 0 1 0 0,0 1 0 0 0,0-1 0 0 0,0 0-1 0 0,0 1 1 0 0,-1-1 0 0 0,1 1 0 0 0,0 0-1 0 0,0 0 1 0 0,-1 0 0 0 0,1 0 0 0 0,0 0-1 0 0,-1 0 1 0 0,1 0 0 0 0,-1 0 0 0 0,0 0 0 0 0,1 1-1 0 0,-1-1 1 0 0,0 1 0 0 0,0-1 0 0 0,1 1-1 0 0,-1-1 1 0 0,-1 1 0 0 0,2 2 0 0 0,0-2-104 0 0,-1 1 1 0 0,1 0 0 0 0,-1 0 0 0 0,0 0-1 0 0,0 0 1 0 0,0 0 0 0 0,-1 0 0 0 0,1 0-1 0 0,-1 0 1 0 0,0 0 0 0 0,1 0 0 0 0,-1 0-1 0 0,-1 0 1 0 0,1 0 0 0 0,-1 4 0 0 0,-1 1-902 0 0,-1 2-1753 0 0,-2-3-2052 0 0,0-3 1270 0 0</inkml:trace>
</inkml:ink>
</file>

<file path=ppt/ink/ink9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16:14.6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 55 904 0 0,'-7'-8'2334'0'0,"1"4"2193"0"0,5 69-3430 0 0,3 0 0 0 0,21 126 0 0 0,-18-170-680 0 0,-1 0 0 0 0,1 25 1 0 0,-5-45 274 0 0,-4-48-245 0 0,16-91-9 0 0,-12 112-403 0 0,1 1 0 0 0,1 0 0 0 0,1 0 0 0 0,1 1 0 0 0,1-1 0 0 0,2 1 0 0 0,0 0 1 0 0,14-28-1 0 0,-21 51-34 0 0,1 0 0 0 0,-1 0 0 0 0,1 0 0 0 0,0 0 0 0 0,-1 0 0 0 0,1 0 1 0 0,0 0-1 0 0,0 0 0 0 0,0 0 0 0 0,0 0 0 0 0,0 0 0 0 0,0 1 0 0 0,0-1 1 0 0,0 0-1 0 0,0 1 0 0 0,0-1 0 0 0,0 1 0 0 0,1-1 0 0 0,-1 1 0 0 0,0 0 1 0 0,0-1-1 0 0,0 1 0 0 0,1 0 0 0 0,-1 0 0 0 0,0 0 0 0 0,0 0 0 0 0,1 0 1 0 0,-1 0-1 0 0,0 0 0 0 0,0 0 0 0 0,1 1 0 0 0,-1-1 0 0 0,0 0 0 0 0,0 1 1 0 0,0-1-1 0 0,1 1 0 0 0,-1-1 0 0 0,0 1 0 0 0,0 0 0 0 0,0-1 0 0 0,0 1 0 0 0,0 0 1 0 0,0 0-1 0 0,0 0 0 0 0,-1 0 0 0 0,1-1 0 0 0,0 1 0 0 0,0 0 0 0 0,-1 1 1 0 0,1-1-1 0 0,0 0 0 0 0,-1 0 0 0 0,1 0 0 0 0,0 2 0 0 0,22 44 9 0 0,21 59 0 0 0,-29-65-7 0 0,2-1-1 0 0,37 63 1 0 0,-41-82-1 0 0,1-1 1 0 0,1 0 0 0 0,1-1-1 0 0,0-1 1 0 0,2-1 0 0 0,0 0-1 0 0,1-1 1 0 0,23 14 0 0 0,6-2 26 0 0,-46-28-19 0 0,-1-1-107 0 0,0 0 1 0 0,0 0-1 0 0,-1 0 1 0 0,1 0-1 0 0,0 0 1 0 0,0 0-1 0 0,-1 0 1 0 0,1 0-1 0 0,0-1 1 0 0,-1 1-1 0 0,1 0 1 0 0,-1 0-1 0 0,0-1 1 0 0,1 1-1 0 0,-1 0 1 0 0,0-1-1 0 0,0-2 1 0 0,-3-14-3800 0 0,1 7 663 0 0,1-2 145 0 0</inkml:trace>
</inkml:ink>
</file>

<file path=ppt/ink/ink9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16:15.0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131 15 172 0 0,'-7'-14'5655'0'0,"8"29"-2826"0"0,1 14-2258 0 0,-8 31-164 0 0,-4-1 0 0 0,-2 0 0 0 0,-2-1 0 0 0,-29 74 0 0 0,18-55-1985 0 0,12-48-3728 0 0,9-22 2844 0 0</inkml:trace>
</inkml:ink>
</file>

<file path=ppt/ink/ink9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16:15.4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66 249 832 0 0,'-3'18'1878'0'0,"-8"13"-460"0"0,0-1-453 0 0,-1 22 61 0 0,3 1-1 0 0,2-1 1 0 0,2 1 0 0 0,2 0-1 0 0,8 83 1 0 0,-3-105-143 0 0,-5-46 368 0 0,-4-55-465 0 0,5 34-713 0 0,2 0 1 0 0,2 0-1 0 0,1 0 0 0 0,2 0 0 0 0,15-57 0 0 0,3 12 18 0 0,43-100-1 0 0,-60 169-86 0 0,0 0 1 0 0,0 1 0 0 0,1 0 0 0 0,1 0 0 0 0,0 1 0 0 0,0 0-1 0 0,1 0 1 0 0,0 1 0 0 0,11-8 0 0 0,-16 14-4 0 0,0 0 0 0 0,0 0 0 0 0,0 1 1 0 0,0 0-1 0 0,0 0 0 0 0,0 0 0 0 0,1 0 1 0 0,-1 1-1 0 0,1 0 0 0 0,-1 0 0 0 0,1 0 1 0 0,6-1-1 0 0,-8 3 0 0 0,0-1-1 0 0,0 0 1 0 0,0 1 0 0 0,0 0 0 0 0,0-1-1 0 0,0 1 1 0 0,0 0 0 0 0,0 1-1 0 0,0-1 1 0 0,0 0 0 0 0,0 1 0 0 0,-1 0-1 0 0,1 0 1 0 0,-1 0 0 0 0,1 0-1 0 0,-1 0 1 0 0,0 0 0 0 0,1 0 0 0 0,-1 1-1 0 0,1 2 1 0 0,0-1-4 0 0,0 0 0 0 0,0 0 0 0 0,-1 0-1 0 0,0 0 1 0 0,0 1 0 0 0,0-1 0 0 0,0 1 0 0 0,-1-1-1 0 0,0 1 1 0 0,0 0 0 0 0,0-1 0 0 0,0 1 0 0 0,-1 0 0 0 0,0 0-1 0 0,0 0 1 0 0,-1 7 0 0 0,-1-3 1 0 0,0-1 1 0 0,0 0-1 0 0,-1 0 0 0 0,0 1 1 0 0,0-2-1 0 0,-1 1 0 0 0,0 0 0 0 0,-9 12 1 0 0,0-4-7 0 0,0 0-1 0 0,-1-1 1 0 0,0-1 0 0 0,-1 0 0 0 0,-1-1 0 0 0,0-1 0 0 0,-20 12-1 0 0,-4-5-193 0 0,31-15-637 0 0,-1 1 1 0 0,1 0-1 0 0,-1 0 0 0 0,-12 10 1 0 0</inkml:trace>
</inkml:ink>
</file>

<file path=ppt/ink/ink9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16:16.0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11 108 676 0 0,'0'0'6341'0'0,"-11"1"201"0"0,25-7-6442 0 0,0 0-1 0 0,0 1 0 0 0,1 0 1 0 0,0 1-1 0 0,0 1 0 0 0,0 0 1 0 0,0 1-1 0 0,30 0 0 0 0,19-5-16 0 0,52-5-5 0 0,1 5 0 0 0,-1 4 0 0 0,132 15-1 0 0,-239-10-71 0 0,-8-2-5 0 0,0 1 0 0 0,0-1-1 0 0,1 0 1 0 0,-1 0 0 0 0,0 0-1 0 0,0 0 1 0 0,0 0 0 0 0,1 0-1 0 0,-1 0 1 0 0,0 0 0 0 0,0 0-1 0 0,0 0 1 0 0,1-1 0 0 0,-1 1-1 0 0,0 0 1 0 0,0-1 0 0 0,0 1-1 0 0,0-1 1 0 0,0 1 0 0 0,0-1-1 0 0,1 0 1 0 0,-1 0 2 0 0,-4-1-9 0 0,-91-48 292 0 0,93 50-243 0 0,-1 3-40 0 0,-1 0 0 0 0,1 0 0 0 0,-1 0 0 0 0,1 1 0 0 0,0-1 0 0 0,0 1 0 0 0,0-1 0 0 0,1 1 0 0 0,-1 0 0 0 0,-1 7 0 0 0,0-3 17 0 0,-1 0-150 0 0,-1 0 0 0 0,0-1 0 0 0,0 1 1 0 0,0-1-1 0 0,-1 0 0 0 0,0-1 0 0 0,-1 1 0 0 0,-12 9 1 0 0,-63 39-5659 0 0,69-47 3770 0 0,-10 6-1511 0 0</inkml:trace>
</inkml:ink>
</file>

<file path=ppt/ink/ink9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16:19.0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68 201 180 0 0,'-4'-8'596'0'0,"-15"-19"5584"0"0,11 29-3248 0 0,0 18-2185 0 0,-3 35-11 0 0,3-1 0 0 0,3 1 0 0 0,2 1 0 0 0,6 91 0 0 0,3-92-349 0 0,-4-50-448 0 0,-5-35-250 0 0,-4-44-365 0 0,4 1 0 0 0,4-1 0 0 0,2 1 0 0 0,19-108 0 0 0,-21 174 640 0 0,0 1 0 0 0,1 0 0 0 0,-1-1-1 0 0,1 1 1 0 0,0 0 0 0 0,1 0 0 0 0,0 1 0 0 0,-1-1-1 0 0,2 0 1 0 0,-1 1 0 0 0,1 0 0 0 0,0 0-1 0 0,6-7 1 0 0,-7 9 29 0 0,1 1 1 0 0,-1 0-1 0 0,1 0 0 0 0,0 0 1 0 0,-1 0-1 0 0,1 0 0 0 0,0 1 1 0 0,0 0-1 0 0,0 0 0 0 0,0 0 1 0 0,0 0-1 0 0,0 0 0 0 0,1 1 1 0 0,-1 0-1 0 0,0 0 0 0 0,0 0 1 0 0,0 0-1 0 0,0 1 0 0 0,0 0 1 0 0,1 0-1 0 0,4 1 0 0 0,6 4 38 0 0,0-1 0 0 0,-1 2-1 0 0,0 0 1 0 0,-1 1 0 0 0,0 0 0 0 0,0 1-1 0 0,0 0 1 0 0,-1 1 0 0 0,-1 0 0 0 0,1 1-1 0 0,-2 0 1 0 0,0 1 0 0 0,0 0-1 0 0,14 25 1 0 0,-10-13 28 0 0,0 0 1 0 0,-2 1-1 0 0,-1 0 0 0 0,-1 1 1 0 0,-1 0-1 0 0,-1 0 0 0 0,6 44 1 0 0,-13-61-16 0 0,0 0 0 0 0,-1 1 0 0 0,0-1 0 0 0,0 0 0 0 0,-1 0 0 0 0,0 1 0 0 0,-1-1 0 0 0,0 0 0 0 0,-1 0 0 0 0,0 0 0 0 0,0-1 0 0 0,0 1 0 0 0,-1-1 0 0 0,-1 1 0 0 0,0-1 0 0 0,0 0 0 0 0,0-1 0 0 0,-1 1 0 0 0,0-1 0 0 0,-12 11 0 0 0,7-9 43 0 0,-1 0 1 0 0,0 0-1 0 0,0-1 1 0 0,-1-1 0 0 0,0 0-1 0 0,-1 0 1 0 0,1-2-1 0 0,-1 0 1 0 0,0 0 0 0 0,0-1-1 0 0,-1-1 1 0 0,-22 3 0 0 0,20-5 47 0 0,1 0 1 0 0,-1-1 0 0 0,-18-2 0 0 0,29 1-184 0 0,-1 0-1 0 0,1 0 1 0 0,0 0 0 0 0,0-1 0 0 0,0 0-1 0 0,1 0 1 0 0,-1-1 0 0 0,0 0-1 0 0,1 1 1 0 0,0-2 0 0 0,-9-6 0 0 0,13 10-25 0 0,1-1 0 0 0,-1 1 0 0 0,1-1 0 0 0,-1 0 1 0 0,1 1-1 0 0,-1-1 0 0 0,1 0 0 0 0,0 1 0 0 0,-1-1 1 0 0,1 0-1 0 0,0 1 0 0 0,0-1 0 0 0,0 0 0 0 0,-1 0 0 0 0,1 1 1 0 0,0-1-1 0 0,0 0 0 0 0,0 0 0 0 0,0 0 0 0 0,0 1 1 0 0,0-1-1 0 0,0 0 0 0 0,1 0 0 0 0,-1 1 0 0 0,0-1 1 0 0,0 0-1 0 0,1 0 0 0 0,-1 1 0 0 0,0-1 0 0 0,1 0 1 0 0,-1 1-1 0 0,0-1 0 0 0,1 0 0 0 0,-1 1 0 0 0,1-1 1 0 0,-1 1-1 0 0,1-1 0 0 0,0 1 0 0 0,-1-1 0 0 0,1 1 1 0 0,0-1-1 0 0,31-21-5225 0 0,-32 22 5154 0 0,17-8-2535 0 0</inkml:trace>
</inkml:ink>
</file>

<file path=ppt/ink/ink9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16:19.6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1 459 720 0 0,'0'0'2342'0'0,"36"-19"535"0"0,-33 18-2688 0 0,5-3 145 0 0,1-1 0 0 0,-2 0 0 0 0,1 0 1 0 0,0 0-1 0 0,-1-1 0 0 0,0 0 0 0 0,0-1 0 0 0,6-7 1 0 0,-13 14-147 0 0,-3 1-107 0 0,0 1-1 0 0,0-1 0 0 0,0 1 1 0 0,0 0-1 0 0,1 0 0 0 0,-1 0 1 0 0,0 0-1 0 0,1 1 1 0 0,0-1-1 0 0,-1 1 0 0 0,1-1 1 0 0,0 1-1 0 0,0 0 0 0 0,0 0 1 0 0,1 0-1 0 0,-1 0 0 0 0,1 0 1 0 0,0 0-1 0 0,0 0 1 0 0,0 0-1 0 0,0 1 0 0 0,0-1 1 0 0,0 4-1 0 0,1-5-73 0 0,-1 0 0 0 0,0 0 0 0 0,1 0 0 0 0,-1 0 0 0 0,1 1 0 0 0,0-1 1 0 0,0 0-1 0 0,0 0 0 0 0,0 0 0 0 0,0 1 0 0 0,0-1 0 0 0,1 0 0 0 0,-1 0 0 0 0,1 0 0 0 0,-1 0 0 0 0,1 0 0 0 0,0 1 0 0 0,0-1 0 0 0,0-1 0 0 0,0 1 1 0 0,0 0-1 0 0,0 0 0 0 0,1 0 0 0 0,-1 0 0 0 0,0-1 0 0 0,1 1 0 0 0,0-1 0 0 0,-1 1 0 0 0,1-1 0 0 0,0 0 0 0 0,0 1 0 0 0,-1-1 0 0 0,1 0 0 0 0,0 0 1 0 0,0 0-1 0 0,0-1 0 0 0,1 1 0 0 0,-1 0 0 0 0,0-1 0 0 0,0 0 0 0 0,0 1 0 0 0,4-1 0 0 0,8 0-1 0 0,0-1 1 0 0,0-1-1 0 0,-1 0 0 0 0,1 0 1 0 0,0-2-1 0 0,-1 0 0 0 0,0 0 1 0 0,0-1-1 0 0,0-1 0 0 0,-1 0 1 0 0,0-1-1 0 0,0 0 0 0 0,0 0 1 0 0,-1-2-1 0 0,0 1 0 0 0,-1-2 0 0 0,0 1 1 0 0,13-17-1 0 0,-8 10-1 0 0,-2-1 1 0 0,0 0-1 0 0,-2-1 0 0 0,1 0 1 0 0,-2-1-1 0 0,-1 0 0 0 0,0-1 1 0 0,-1 0-1 0 0,-2 0 0 0 0,0-1 1 0 0,5-31-1 0 0,-9 31 544 0 0,0-1 0 0 0,-2 1-1 0 0,-1 0 1 0 0,-5-34 0 0 0,5 55-494 0 0,0 1 1 0 0,0-1 0 0 0,0 0-1 0 0,0 0 1 0 0,0 1 0 0 0,0-1-1 0 0,0 1 1 0 0,0-1 0 0 0,1 1-1 0 0,-1 0 1 0 0,0-1 0 0 0,0 1-1 0 0,0 0 1 0 0,1-1 0 0 0,-1 1-1 0 0,0 0 1 0 0,1 0 0 0 0,-1 0 0 0 0,1-1-1 0 0,-1 1 1 0 0,1 0 0 0 0,-1 0-1 0 0,1 0 1 0 0,0 0 0 0 0,-1 1-1 0 0,-21 34 345 0 0,12 1-32 0 0,1 1 1 0 0,2 0-1 0 0,1 0 0 0 0,2 0 0 0 0,1 42 1 0 0,1-44-193 0 0,2-4 221 0 0,5 44-1 0 0,1 9-5902 0 0</inkml:trace>
</inkml:ink>
</file>

<file path=ppt/ink/ink9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16:20.0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93 628 0 0,'2'-5'352'0'0,"0"1"0"0"0,0-1 0 0 0,1 1 1 0 0,-1 0-1 0 0,1 0 0 0 0,0 0 0 0 0,1 0 0 0 0,-1 0 0 0 0,1 1 0 0 0,0 0 0 0 0,-1-1 0 0 0,2 1 1 0 0,-1 1-1 0 0,0-1 0 0 0,0 1 0 0 0,1-1 0 0 0,-1 1 0 0 0,10-2 0 0 0,6-2-321 0 0,0 1 0 0 0,1 1-1 0 0,26-1 1 0 0,-7 0-775 0 0,-3 4-2567 0 0,-17 4 1405 0 0</inkml:trace>
</inkml:ink>
</file>

<file path=ppt/ink/ink9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16:20.3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117 330 912 0 0,'0'0'1926'0'0,"20"35"2651"0"0,-19-30-4259 0 0,1 0-1 0 0,-1 1 1 0 0,0-1 0 0 0,-1 1 0 0 0,1-1 0 0 0,-1 1 0 0 0,-1 9 0 0 0,1-13-246 0 0,0 0 1 0 0,-1 0 0 0 0,1 0 0 0 0,0 0 0 0 0,-1-1-1 0 0,1 1 1 0 0,-1 0 0 0 0,0 0 0 0 0,0-1-1 0 0,1 1 1 0 0,-1 0 0 0 0,0-1 0 0 0,0 1 0 0 0,0-1-1 0 0,-1 1 1 0 0,1-1 0 0 0,0 1 0 0 0,-1-1-1 0 0,1 0 1 0 0,0 0 0 0 0,-1 0 0 0 0,0 0 0 0 0,1 0-1 0 0,-4 1 1 0 0,2-2-22 0 0,0 0 0 0 0,0-1 0 0 0,0 1-1 0 0,1-1 1 0 0,-1 0 0 0 0,0 0 0 0 0,0 0 0 0 0,0 0 0 0 0,1 0 0 0 0,-1-1-1 0 0,0 1 1 0 0,1-1 0 0 0,-3-2 0 0 0,4 3-42 0 0,-5-3 23 0 0,1 0 1 0 0,0 0-1 0 0,0-1 1 0 0,0 0-1 0 0,0 0 1 0 0,1 0-1 0 0,0 0 1 0 0,0-1-1 0 0,0 0 1 0 0,1 0-1 0 0,0 0 1 0 0,0 0-1 0 0,0 0 1 0 0,-2-8-1 0 0,3 2-6 0 0,-1 1-1 0 0,2 0 1 0 0,-1-1-1 0 0,2 1 1 0 0,-1-1-1 0 0,2 1 1 0 0,2-23-1 0 0,1 13-8 0 0,1 0-1 0 0,1 0 0 0 0,1 0 1 0 0,0 1-1 0 0,2 1 0 0 0,0-1 0 0 0,1 1 1 0 0,24-32-1 0 0,-33 49-14 0 0,0 1 0 0 0,0-1 1 0 0,1 0-1 0 0,-1 0 0 0 0,1 1 0 0 0,-1-1 1 0 0,1 1-1 0 0,0-1 0 0 0,-1 1 0 0 0,1 0 0 0 0,0-1 1 0 0,0 1-1 0 0,0 0 0 0 0,0 0 0 0 0,0 1 1 0 0,0-1-1 0 0,0 0 0 0 0,1 1 0 0 0,-1-1 1 0 0,0 1-1 0 0,0 0 0 0 0,0-1 0 0 0,1 1 1 0 0,-1 0-1 0 0,0 0 0 0 0,0 1 0 0 0,0-1 0 0 0,1 0 1 0 0,-1 1-1 0 0,0-1 0 0 0,0 1 0 0 0,0 0 1 0 0,0 0-1 0 0,0 0 0 0 0,0 0 0 0 0,0 0 1 0 0,0 0-1 0 0,0 1 0 0 0,2 1 0 0 0,7 7 28 0 0,0 1 0 0 0,0 0 1 0 0,-1 0-1 0 0,16 25 0 0 0,-3-6 70 0 0,-9-14-27 0 0,69 87 239 0 0,-73-90-264 0 0,-1 1 0 0 0,-1 0 0 0 0,0 0-1 0 0,0 1 1 0 0,8 27 0 0 0,-15-38-103 0 0,0 0-1 0 0,0 0 1 0 0,-1 0-1 0 0,1 0 1 0 0,-1 0-1 0 0,0 1 1 0 0,0-1-1 0 0,-1 0 1 0 0,1 0-1 0 0,-1 0 1 0 0,-1 5-1 0 0,1-8-129 0 0,0 1-1 0 0,1-1 0 0 0,-1 1 0 0 0,0-1 0 0 0,0 1 0 0 0,0-1 0 0 0,0 0 1 0 0,0 0-1 0 0,0 1 0 0 0,0-1 0 0 0,0 0 0 0 0,0 0 0 0 0,-3 2 1 0 0,2-2-261 0 0,0-1 1 0 0,1 1 0 0 0,-1 0 0 0 0,0-1-1 0 0,0 1 1 0 0,0-1 0 0 0,0 0 0 0 0,0 1-1 0 0,1-1 1 0 0,-1 0 0 0 0,0 0 0 0 0,0 0-1 0 0,0-1 1 0 0,-3 0 0 0 0,-11-1-2033 0 0</inkml:trace>
</inkml:ink>
</file>

<file path=ppt/ink/ink9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16:20.7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58 528 0 0,'0'-1'130'0'0,"0"-1"0"0"0,0 1 0 0 0,-1 0 0 0 0,1 0 0 0 0,0 0 0 0 0,0 0 0 0 0,0-1-1 0 0,0 1 1 0 0,0 0 0 0 0,1 0 0 0 0,-1 0 0 0 0,0 0 0 0 0,0 0 0 0 0,1-1 0 0 0,-1 1 0 0 0,1 0 0 0 0,-1 0 0 0 0,1 0 0 0 0,-1 0 0 0 0,1 0 0 0 0,0 0 0 0 0,-1 0-1 0 0,1 1 1 0 0,0-1 0 0 0,0 0 0 0 0,1-1 0 0 0,2-1 76 0 0,0 1 0 0 0,-1 0 1 0 0,1 0-1 0 0,0 0 0 0 0,0 1 0 0 0,0-1 0 0 0,8-1 0 0 0,9-1 81 0 0,0 1 0 0 0,28 0 0 0 0,-43 3-182 0 0,129-1-4187 0 0,-124 2 2637 0 0</inkml:trace>
</inkml:ink>
</file>

<file path=ppt/ink/ink9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16:21.0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89 385 136 0 0,'-4'1'791'0'0,"-4"3"-75"0"0,-1 0 1 0 0,1 0 0 0 0,1 0 0 0 0,-1 1-1 0 0,1 0 1 0 0,-1 0 0 0 0,1 1 0 0 0,-9 10-1 0 0,15-15-668 0 0,1-1 0 0 0,-1 1 0 0 0,1-1 0 0 0,-1 1 0 0 0,1-1 0 0 0,0 1 0 0 0,-1-1 0 0 0,1 1 0 0 0,-1-1 0 0 0,1 1 0 0 0,0 0 0 0 0,0-1 0 0 0,-1 1 0 0 0,1 0 0 0 0,0-1 0 0 0,0 1 0 0 0,0 0 0 0 0,0-1 0 0 0,0 1 0 0 0,0 0 0 0 0,0-1 0 0 0,0 1-1 0 0,0 0 1 0 0,0 0 0 0 0,0-1 0 0 0,0 1 0 0 0,0 0 0 0 0,0-1 0 0 0,1 1 0 0 0,0 1 0 0 0,19 7 829 0 0,-16-8-802 0 0,0 0-1 0 0,1-1 1 0 0,-1 0 0 0 0,1 0-1 0 0,-1 0 1 0 0,1 0 0 0 0,-1-1-1 0 0,7-1 1 0 0,-5-2-42 0 0,-1 0-1 0 0,0 0 1 0 0,0 0-1 0 0,-1-1 1 0 0,1 0-1 0 0,-1 1 1 0 0,0-2-1 0 0,0 1 1 0 0,-1 0-1 0 0,0-1 1 0 0,0 0 0 0 0,4-10-1 0 0,3-9 23 0 0,10-45 0 0 0,-14 46-31 0 0,5-17 356 0 0,-1 1-1 0 0,-3-1 0 0 0,-1-1 1 0 0,0-43-1 0 0,-6 84-317 0 0,1 0 0 0 0,-1 0 0 0 0,0 0 0 0 0,0-1 0 0 0,0 1 0 0 0,0 0 1 0 0,0 0-1 0 0,0 0 0 0 0,0 0 0 0 0,0 0 0 0 0,-1 0 0 0 0,1 0 0 0 0,0-1 0 0 0,-1 1 0 0 0,1 0 0 0 0,-1 0 0 0 0,1 0 0 0 0,-1 0 0 0 0,1 1 0 0 0,-1-1 0 0 0,0 0 0 0 0,1 0 0 0 0,-2-1 0 0 0,1 2-23 0 0,0 0 0 0 0,0 1 0 0 0,0-1 0 0 0,0 0-1 0 0,0 0 1 0 0,0 1 0 0 0,0-1 0 0 0,1 1-1 0 0,-1-1 1 0 0,0 1 0 0 0,0-1 0 0 0,1 1 0 0 0,-1 0-1 0 0,0-1 1 0 0,0 1 0 0 0,1 0 0 0 0,-1-1 0 0 0,1 1-1 0 0,-1 0 1 0 0,0 1 0 0 0,-28 50 581 0 0,23-29-801 0 0,0 0 1 0 0,2 0 0 0 0,0 0-1 0 0,2 1 1 0 0,1-1-1 0 0,0 1 1 0 0,2-1 0 0 0,5 31-1 0 0,6-13-2377 0 0,3-17-3404 0 0,-10-18 2783 0 0</inkml:trace>
</inkml:ink>
</file>

<file path=ppt/ink/ink10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16:21.3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154 0 520 0 0,'23'15'6095'0'0,"-16"2"-5268"0"0,0 1 0 0 0,-1 0 0 0 0,-1 0 0 0 0,0 0 0 0 0,3 34 0 0 0,-1 98 836 0 0,-7-108-1032 0 0,2 10-35 0 0,-3 1 1 0 0,-9 57 0 0 0,8-94-473 0 0,-1-1 0 0 0,0 0 0 0 0,-1 0 0 0 0,-1 0 0 0 0,0 0-1 0 0,-1-1 1 0 0,-1 0 0 0 0,0 0 0 0 0,-1-1 0 0 0,0 0 0 0 0,-18 21 0 0 0,24-31-91 0 0,0-1 1 0 0,0 0 0 0 0,0 0 0 0 0,0 0 0 0 0,0 0 0 0 0,-1 0 0 0 0,1 0 0 0 0,0-1-1 0 0,-1 1 1 0 0,0-1 0 0 0,1 0 0 0 0,-1 0 0 0 0,0 0 0 0 0,1 0 0 0 0,-1 0 0 0 0,0 0-1 0 0,0-1 1 0 0,0 1 0 0 0,0-1 0 0 0,0 0 0 0 0,0 0 0 0 0,1 0 0 0 0,-1 0 0 0 0,0-1-1 0 0,0 1 1 0 0,0-1 0 0 0,-3-1 0 0 0,2 0-4 0 0,1 0 0 0 0,0 0 0 0 0,0 0-1 0 0,0-1 1 0 0,0 0 0 0 0,0 1 0 0 0,0-1 0 0 0,1 0 0 0 0,0 0 0 0 0,-1 0-1 0 0,1-1 1 0 0,0 1 0 0 0,0-1 0 0 0,1 1 0 0 0,-1-1 0 0 0,1 1 0 0 0,0-1-1 0 0,0 0 1 0 0,0 0 0 0 0,0-4 0 0 0,-2-13-85 0 0,0-1-1 0 0,2 0 1 0 0,1-21 0 0 0,6-31-3989 0 0,-4 63 2850 0 0,-3-16-5943 0 0,0 13 3690 0 0</inkml:trace>
</inkml:ink>
</file>

<file path=ppt/ink/ink10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16:21.7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76 856 0 0,'2'-23'6212'0'0,"-1"17"-4783"0"0,0 0-1 0 0,-1 0 1 0 0,1 0-1 0 0,-1 0 0 0 0,-2-13 1 0 0,4 15-401 0 0,-1 18-11338 0 0</inkml:trace>
</inkml:ink>
</file>

<file path=ppt/ink/ink10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16:23.5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194 59 616 0 0,'-2'-2'778'0'0,"-9"-4"4095"0"0,-1 22-3186 0 0,10-12-1838 0 0,-13 25 796 0 0,2 1 0 0 0,1 0 0 0 0,1 1-1 0 0,-7 34 1 0 0,-23 64 1153 0 0,41-129-1735 0 0,0 1 0 0 0,0-1 0 0 0,0 1 0 0 0,0-1 0 0 0,0 1 0 0 0,0-1 0 0 0,0 1 0 0 0,-1-1 0 0 0,1 1 0 0 0,0-1-1 0 0,0 1 1 0 0,-1-1 0 0 0,1 1 0 0 0,0-1 0 0 0,0 0 0 0 0,-1 1 0 0 0,1-1 0 0 0,-1 1 0 0 0,1-1 0 0 0,0 0 0 0 0,-1 1 0 0 0,1-1 0 0 0,-1 0 0 0 0,1 0 0 0 0,-1 1-1 0 0,1-1 1 0 0,-1 0 0 0 0,1 0 0 0 0,-1 0 0 0 0,1 0 0 0 0,-1 1 0 0 0,1-1 0 0 0,-1 0 0 0 0,1 0 0 0 0,-1 0 0 0 0,1 0 0 0 0,-1 0 0 0 0,1 0 0 0 0,-1-1 0 0 0,-14-19 678 0 0,-2-34-364 0 0,12 14-218 0 0,1-1-1 0 0,3 1 1 0 0,1-1 0 0 0,5-40-1 0 0,-4 74-145 0 0,-1 1 0 0 0,2-1 0 0 0,-1 0 0 0 0,1 1 0 0 0,0-1 0 0 0,3-7 0 0 0,-3 14-14 0 0,0 0 0 0 0,0 1 0 0 0,0-1 0 0 0,0 1 0 0 0,0 0 0 0 0,0-1 0 0 0,0 1 0 0 0,0 0 0 0 0,0 0 0 0 0,-1 1 0 0 0,1-1 0 0 0,0 0 1 0 0,-1 0-1 0 0,1 1 0 0 0,-1-1 0 0 0,0 1 0 0 0,1 0 0 0 0,-1-1 0 0 0,0 1 0 0 0,0 0 0 0 0,1 1 0 0 0,1 2 6 0 0,59 65-23 0 0,-29-29-80 0 0,3-2 0 0 0,0-2 0 0 0,76 59 0 0 0,-110-95 94 0 0,0 1-1 0 0,-1-1 1 0 0,1 0 0 0 0,0 0-1 0 0,0 0 1 0 0,0 0 0 0 0,0-1 0 0 0,0 1-1 0 0,0 0 1 0 0,0-1 0 0 0,0 0-1 0 0,0 1 1 0 0,0-1 0 0 0,0 0 0 0 0,0 0-1 0 0,0 0 1 0 0,0 0 0 0 0,0 0-1 0 0,1 0 1 0 0,-1-1 0 0 0,0 1 0 0 0,0-1-1 0 0,0 0 1 0 0,3-1 0 0 0,-1 0-2 0 0,-1-1 0 0 0,1 0 0 0 0,0 0 1 0 0,-1 0-1 0 0,0 0 0 0 0,0-1 0 0 0,0 1 0 0 0,0-1 1 0 0,0 0-1 0 0,3-7 0 0 0,2-3 4 0 0,-1-1 0 0 0,-1 0-1 0 0,-1-1 1 0 0,0 1 0 0 0,3-24 0 0 0,-1-14-107 0 0,-1-75-1 0 0,-6 127 31 0 0,0 1 0 0 0,0 0 0 0 0,0 0-1 0 0,0-1 1 0 0,0 1 0 0 0,0 0 0 0 0,0 0 0 0 0,0-1 0 0 0,0 1-1 0 0,1 0 1 0 0,-1 0 0 0 0,0-1 0 0 0,0 1 0 0 0,0 0 0 0 0,0 0-1 0 0,0-1 1 0 0,1 1 0 0 0,-1 0 0 0 0,0 0 0 0 0,0 0 0 0 0,0 0-1 0 0,1-1 1 0 0,-1 1 0 0 0,0 0 0 0 0,0 0 0 0 0,1 0-1 0 0,-1 0 1 0 0,0 0 0 0 0,0 0 0 0 0,1 0 0 0 0,-1-1 0 0 0,0 1-1 0 0,0 0 1 0 0,1 0 0 0 0,-1 0 0 0 0,0 0 0 0 0,0 0 0 0 0,1 0-1 0 0,-1 0 1 0 0,0 0 0 0 0,0 1 0 0 0,1-1 0 0 0,-1 0 0 0 0,0 0-1 0 0,0 0 1 0 0,1 0 0 0 0,-1 0 0 0 0,0 0 0 0 0,0 0 0 0 0,1 0-1 0 0,-1 1 1 0 0,0-1 0 0 0,0 0 0 0 0,0 0 0 0 0,1 0-1 0 0,-1 1 1 0 0,0-1 0 0 0,0 0 0 0 0,0 0 0 0 0,0 0 0 0 0,0 1-1 0 0,1-1 1 0 0,19 18-2633 0 0,-13-12-1242 0 0,2-2 1216 0 0</inkml:trace>
</inkml:ink>
</file>

<file path=ppt/ink/ink10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16:23.9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76 91 416 0 0,'-5'7'344'0'0,"0"0"-1"0"0,0 0 1 0 0,1 0-1 0 0,0 0 0 0 0,0 0 1 0 0,1 1-1 0 0,0 0 1 0 0,0 0-1 0 0,1-1 1 0 0,0 2-1 0 0,1-1 1 0 0,0 0-1 0 0,0 0 1 0 0,0 0-1 0 0,1 1 1 0 0,0-1-1 0 0,1 0 1 0 0,0 0-1 0 0,0 1 1 0 0,4 9-1 0 0,-5-16-261 0 0,1 0 1 0 0,0-1-1 0 0,0 1 0 0 0,0-1 0 0 0,0 1 0 0 0,0-1 0 0 0,0 1 0 0 0,0-1 0 0 0,0 1 0 0 0,1-1 0 0 0,-1 0 1 0 0,0 0-1 0 0,1 0 0 0 0,-1 0 0 0 0,1 0 0 0 0,-1 0 0 0 0,1 0 0 0 0,0 0 0 0 0,-1-1 0 0 0,4 2 1 0 0,-4-2 281 0 0,29-17 999 0 0,-27 14-1265 0 0,-1-1 1 0 0,0 1-1 0 0,0 0 0 0 0,0-1 1 0 0,0 0-1 0 0,0 1 1 0 0,-1-1-1 0 0,0 0 0 0 0,0 0 1 0 0,0 0-1 0 0,0 0 0 0 0,0-6 1 0 0,1-50 782 0 0,-2 46-743 0 0,-2 0 1 0 0,0 0 0 0 0,0 1 0 0 0,-1-1 0 0 0,-1 1-1 0 0,0-1 1 0 0,-1 1 0 0 0,-1 1 0 0 0,-10-19 0 0 0,15 30-173 0 0,1 0 1 0 0,-1 1-1 0 0,0-1 1 0 0,0 0-1 0 0,0 1 1 0 0,0-1-1 0 0,0 1 0 0 0,0-1 1 0 0,0 1-1 0 0,0-1 1 0 0,0 1-1 0 0,0 0 1 0 0,0-1-1 0 0,0 1 1 0 0,0 0-1 0 0,0 0 1 0 0,0 0-1 0 0,0 0 1 0 0,0 0-1 0 0,-1 0 1 0 0,1 0-1 0 0,0 0 1 0 0,0 1-1 0 0,0-1 0 0 0,0 0 1 0 0,0 1-1 0 0,0-1 1 0 0,0 1-1 0 0,0-1 1 0 0,0 1-1 0 0,0-1 1 0 0,0 1-1 0 0,0-1 1 0 0,1 1-1 0 0,-1 0 1 0 0,0 0-1 0 0,0-1 1 0 0,1 1-1 0 0,-2 2 1 0 0,-2 1-368 0 0,0-1 1 0 0,0 1 0 0 0,0 0 0 0 0,1 1 0 0 0,0-1 0 0 0,-5 8 0 0 0,-1 22-5767 0 0,9-26 3735 0 0</inkml:trace>
</inkml:ink>
</file>

<file path=ppt/ink/ink10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16:24.3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 39 384 0 0,'0'0'3008'0'0,"-4"2"-2420"0"0,2-2-508 0 0,1 1 1 0 0,-1 0 0 0 0,0 0 0 0 0,1 0-1 0 0,-1 0 1 0 0,1 1 0 0 0,-1-1 0 0 0,1 0-1 0 0,0 1 1 0 0,-1-1 0 0 0,1 1 0 0 0,0-1 0 0 0,0 1-1 0 0,0 0 1 0 0,0-1 0 0 0,0 1 0 0 0,1 0-1 0 0,-1 0 1 0 0,0-1 0 0 0,1 1 0 0 0,-1 0-1 0 0,1 0 1 0 0,0 0 0 0 0,0 0 0 0 0,0 0-1 0 0,0 0 1 0 0,0-1 0 0 0,0 1 0 0 0,0 0-1 0 0,0 0 1 0 0,1 0 0 0 0,-1 0 0 0 0,1 0-1 0 0,-1 0 1 0 0,1-1 0 0 0,0 1 0 0 0,0 0-1 0 0,0-1 1 0 0,0 1 0 0 0,2 2 0 0 0,0 1 33 0 0,0 0-1 0 0,0 0 1 0 0,1 0 0 0 0,0-1 0 0 0,0 0 0 0 0,0 1 0 0 0,0-1 0 0 0,1-1-1 0 0,-1 1 1 0 0,1-1 0 0 0,0 1 0 0 0,0-1 0 0 0,8 3 0 0 0,-6-4-22 0 0,-1 0-1 0 0,2 0 1 0 0,-1 0 0 0 0,0-1-1 0 0,0 0 1 0 0,0-1 0 0 0,1 0 0 0 0,-1 0-1 0 0,0 0 1 0 0,12-3 0 0 0,-15 3-24 0 0,-1-1 1 0 0,0 0-1 0 0,0 0 1 0 0,0-1-1 0 0,0 1 1 0 0,0-1-1 0 0,0 1 0 0 0,-1-1 1 0 0,1 0-1 0 0,-1 0 1 0 0,1 0-1 0 0,-1 0 1 0 0,1-1-1 0 0,-1 1 1 0 0,0-1-1 0 0,0 1 1 0 0,0-1-1 0 0,-1 0 1 0 0,1 0-1 0 0,-1 0 0 0 0,1 0 1 0 0,-1 0-1 0 0,0 0 1 0 0,0 0-1 0 0,1-5 1 0 0,-1 2 47 0 0,-1 0 1 0 0,0 0 0 0 0,0-1-1 0 0,0 1 1 0 0,-1 0 0 0 0,0 0 0 0 0,0 0-1 0 0,0 0 1 0 0,-1 0 0 0 0,0 0-1 0 0,-3-6 1 0 0,4 9-138 0 0,1 1 0 0 0,-1 0 0 0 0,0 0 0 0 0,0 1 0 0 0,0-1 1 0 0,0 0-1 0 0,-1 0 0 0 0,1 0 0 0 0,0 1 0 0 0,-1-1 0 0 0,0 1 0 0 0,1-1 0 0 0,-1 1 0 0 0,0-1 0 0 0,1 1 0 0 0,-1 0 1 0 0,0 0-1 0 0,0 0 0 0 0,0 0 0 0 0,0 0 0 0 0,0 1 0 0 0,0-1 0 0 0,0 0 0 0 0,0 1 0 0 0,-1 0 0 0 0,1-1 0 0 0,0 1 0 0 0,0 0 1 0 0,0 0-1 0 0,0 0 0 0 0,-1 0 0 0 0,1 1 0 0 0,0-1 0 0 0,0 1 0 0 0,-3 0 0 0 0,4 0-141 0 0,0 0-1 0 0,-1-1 1 0 0,1 1-1 0 0,0 0 1 0 0,0 0 0 0 0,0 0-1 0 0,0 0 1 0 0,0 0-1 0 0,0 0 1 0 0,0 0 0 0 0,0 0-1 0 0,0 1 1 0 0,0-1-1 0 0,0 2 1 0 0,-3 10-5033 0 0</inkml:trace>
</inkml:ink>
</file>

<file path=ppt/ink/ink10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16:24.7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1 672 0 0,'0'0'3586'0'0,"27"20"-802"0"0,-11 6-1522 0 0,-1-1 0 0 0,-2 2-1 0 0,14 34 1 0 0,-27-60-1239 0 0,0-1-1 0 0,1 1 1 0 0,-1-1-1 0 0,0 1 1 0 0,1-1 0 0 0,-1 1-1 0 0,0-1 1 0 0,1 1-1 0 0,-1-1 1 0 0,1 0 0 0 0,-1 1-1 0 0,1-1 1 0 0,-1 0-1 0 0,1 1 1 0 0,-1-1-1 0 0,1 0 1 0 0,-1 0 0 0 0,1 1-1 0 0,-1-1 1 0 0,1 0-1 0 0,0 0 1 0 0,-1 0 0 0 0,1 0-1 0 0,-1 0 1 0 0,1 0-1 0 0,-1 0 1 0 0,1 0 0 0 0,0 0-1 0 0,-1 0 1 0 0,1 0-1 0 0,-1 0 1 0 0,1 0-1 0 0,-1-1 1 0 0,1 1 0 0 0,0 0-1 0 0,-1 0 1 0 0,1-1-1 0 0,21-11 166 0 0,9-9 412 0 0,0 2 1 0 0,53-23-1 0 0,-82 41-554 0 0,0 0 0 0 0,1 1 0 0 0,-1-1 0 0 0,0 0 0 0 0,1 1 0 0 0,-1 0 1 0 0,0-1-1 0 0,1 1 0 0 0,-1 0 0 0 0,0 0 0 0 0,1 1 0 0 0,-1-1 0 0 0,0 0 0 0 0,1 1 0 0 0,-1-1 0 0 0,0 1 0 0 0,1 0 0 0 0,-1 0 0 0 0,0 0 0 0 0,0 0 1 0 0,0 0-1 0 0,0 0 0 0 0,0 1 0 0 0,0-1 0 0 0,0 1 0 0 0,-1-1 0 0 0,1 1 0 0 0,0 0 0 0 0,-1-1 0 0 0,3 5 0 0 0,16 29-1613 0 0,-10-2-6729 0 0,-9-26 4639 0 0</inkml:trace>
</inkml:ink>
</file>

<file path=ppt/ink/ink10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16:00.9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112 113 216 0 0,'-13'-12'1954'0'0,"-4"-1"2672"0"0,16 13-4557 0 0,0 1 1 0 0,0 0 0 0 0,0 0 0 0 0,0-1-1 0 0,0 1 1 0 0,0 0 0 0 0,0 0 0 0 0,0 0-1 0 0,1 0 1 0 0,-1 0 0 0 0,0 0 0 0 0,1 0-1 0 0,-1 0 1 0 0,1 1 0 0 0,-1-1 0 0 0,1 0-1 0 0,-1 0 1 0 0,1 0 0 0 0,0 1 0 0 0,0-1-1 0 0,-1 2 1 0 0,-15 62 518 0 0,2 2 0 0 0,-7 99 0 0 0,16-119-386 0 0,2-26-410 0 0,-2 23 1548 0 0,2-83-146 0 0,15-92-818 0 0,-2 18-234 0 0,-8 84-103 0 0,0-1 0 0 0,2 1 0 0 0,0 0 0 0 0,18-56 0 0 0,-21 84-39 0 0,-1 1 0 0 0,0-1 0 0 0,0 1 0 0 0,1-1 0 0 0,-1 1 0 0 0,1-1 0 0 0,-1 0 0 0 0,0 1 0 0 0,1-1 0 0 0,-1 1 0 0 0,1 0 0 0 0,-1-1 0 0 0,1 1 0 0 0,-1-1 0 0 0,1 1 0 0 0,-1 0 0 0 0,1-1 0 0 0,0 1 0 0 0,-1 0 0 0 0,1 0 0 0 0,0-1 0 0 0,-1 1 0 0 0,1 0 0 0 0,-1 0 0 0 0,1 0 0 0 0,0 0 0 0 0,-1 0 0 0 0,1 0 0 0 0,0 0 0 0 0,-1 0 0 0 0,1 0 0 0 0,0 0 0 0 0,-1 0 0 0 0,1 1 0 0 0,0-1 0 0 0,-1 0 0 0 0,1 0 0 0 0,-1 0 0 0 0,1 1 0 0 0,0-1 0 0 0,-1 0 0 0 0,1 1 0 0 0,-1-1 0 0 0,1 1 0 0 0,-1-1 0 0 0,1 1 1 0 0,-1-1-1 0 0,1 1 0 0 0,-1 0 0 0 0,32 31 10 0 0,-25-24-15 0 0,80 88 39 0 0,-32-35 12 0 0,74 66 0 0 0,-117-116-40 0 0,-6-6-2 0 0,0 1-1 0 0,0-1 1 0 0,0 0-1 0 0,1-1 1 0 0,0 0-1 0 0,0 0 1 0 0,13 5-1 0 0,-19-9-3 0 0,-1 0 0 0 0,1 0 0 0 0,0 0 0 0 0,0 0 0 0 0,-1 0 0 0 0,1 0 0 0 0,0 0 0 0 0,0-1 0 0 0,-1 1 0 0 0,1 0 0 0 0,0 0 0 0 0,-1-1 0 0 0,1 1 0 0 0,0-1 0 0 0,-1 1 1 0 0,1 0-1 0 0,-1-1 0 0 0,1 1 0 0 0,0-1 0 0 0,-1 0 0 0 0,1 1 0 0 0,-1-1 0 0 0,0 1 0 0 0,1-1 0 0 0,-1 0 0 0 0,1 1 0 0 0,-1-1 0 0 0,0 0 0 0 0,0 0 0 0 0,1 1 0 0 0,-1-1 0 0 0,0 0 0 0 0,0 0 0 0 0,0 1 0 0 0,0-1 0 0 0,0 0 0 0 0,0 0 0 0 0,0-1 0 0 0,1-31 5 0 0,-67-306 474 0 0,66 339-531 0 0,0-1-1 0 0,-1 1 1 0 0,1 0 0 0 0,0-1-1 0 0,0 1 1 0 0,-1-1 0 0 0,1 1 0 0 0,0-1-1 0 0,0 1 1 0 0,0-1 0 0 0,0 1-1 0 0,-1-1 1 0 0,1 1 0 0 0,0-1 0 0 0,0 1-1 0 0,0-1 1 0 0,0 0 0 0 0,0 1-1 0 0,0-1 1 0 0,0 1 0 0 0,1-1 0 0 0,-1 1-1 0 0,0-1 1 0 0,0 1 0 0 0,0-1-1 0 0,0 1 1 0 0,1-1 0 0 0,-1 1-1 0 0,0 0 1 0 0,0-1 0 0 0,1 1 0 0 0,-1-1-1 0 0,0 1 1 0 0,1-1 0 0 0,-1 1-1 0 0,1 0 1 0 0,-1-1 0 0 0,0 1 0 0 0,1 0-1 0 0,0-1 1 0 0,20 13-1178 0 0,24 33-4504 0 0,-45-44 5602 0 0,12 12-2538 0 0</inkml:trace>
</inkml:ink>
</file>

<file path=ppt/ink/ink10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16:01.3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24 340 76 0 0,'-3'44'3783'0'0,"10"14"-1725"0"0,-6-44-1638 0 0,0 1 0 0 0,1-1 0 0 0,1 0 1 0 0,0 0-1 0 0,9 25 0 0 0,-5-24 790 0 0,-9-17 44 0 0,-11-31-350 0 0,7 1-664 0 0,-27-178 570 0 0,32 187-756 0 0,0 0 0 0 0,1 0 0 0 0,1 0 0 0 0,2 0 0 0 0,0 1 0 0 0,1-1 0 0 0,9-25 0 0 0,-12 42-42 0 0,1 1-1 0 0,0 0 1 0 0,1 0 0 0 0,-1-1 0 0 0,1 1 0 0 0,0 1 0 0 0,0-1-1 0 0,1 0 1 0 0,-1 1 0 0 0,1 0 0 0 0,0 0 0 0 0,0 0-1 0 0,9-6 1 0 0,-10 9-7 0 0,0-1-1 0 0,-1 1 0 0 0,1 0 1 0 0,0 0-1 0 0,0 0 1 0 0,0 0-1 0 0,1 1 0 0 0,-1-1 1 0 0,0 1-1 0 0,0 0 1 0 0,0-1-1 0 0,0 2 1 0 0,0-1-1 0 0,1 0 0 0 0,-1 1 1 0 0,0-1-1 0 0,0 1 1 0 0,0 0-1 0 0,0 0 0 0 0,0 0 1 0 0,0 0-1 0 0,0 1 1 0 0,-1-1-1 0 0,1 1 1 0 0,3 2-1 0 0,-1-1 1 0 0,1 1 1 0 0,-1-1-1 0 0,-1 1 0 0 0,1 0 1 0 0,0 1-1 0 0,-1-1 1 0 0,0 1-1 0 0,0 0 0 0 0,0 0 1 0 0,-1 0-1 0 0,0 0 0 0 0,0 1 1 0 0,0-1-1 0 0,-1 1 1 0 0,1 0-1 0 0,-1 0 0 0 0,-1 0 1 0 0,1 0-1 0 0,-1 0 1 0 0,1 8-1 0 0,-2-9-4 0 0,-1 1 1 0 0,0-1 0 0 0,1 0-1 0 0,-2 0 1 0 0,1 1-1 0 0,-1-1 1 0 0,1 0 0 0 0,-1 0-1 0 0,-1 0 1 0 0,1-1-1 0 0,-1 1 1 0 0,0 0 0 0 0,0-1-1 0 0,0 0 1 0 0,0 0-1 0 0,-1 0 1 0 0,0 0 0 0 0,0 0-1 0 0,0-1 1 0 0,0 0-1 0 0,-1 0 1 0 0,1 0 0 0 0,-8 4-1 0 0,-78 35-2794 0 0,88-38 1105 0 0</inkml:trace>
</inkml:ink>
</file>

<file path=ppt/ink/ink10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16:39.1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35 177 96 0 0,'0'0'937'0'0,"-3"-2"-545"0"0,-13-6 5476 0 0,8 56-5172 0 0,6-17-448 0 0,-2 5 470 0 0,3-32 12 0 0,0-17 354 0 0,2-1-930 0 0,1 1 1 0 0,0-1-1 0 0,1 1 0 0 0,0 0 0 0 0,1 0 1 0 0,11-23-1 0 0,-15 34-141 0 0,1-1 0 0 0,0 1-1 0 0,0 0 1 0 0,0-1 0 0 0,1 1 0 0 0,-1 0 0 0 0,0 0-1 0 0,1 0 1 0 0,-1 0 0 0 0,1 0 0 0 0,0 0 0 0 0,0 1-1 0 0,0-1 1 0 0,0 1 0 0 0,0-1 0 0 0,0 1 0 0 0,0 0-1 0 0,0-1 1 0 0,4 0 0 0 0,-2 1-9 0 0,0 1 0 0 0,0 0 0 0 0,0-1 0 0 0,-1 2 0 0 0,1-1 0 0 0,0 0 0 0 0,0 1 0 0 0,0 0 0 0 0,0-1 0 0 0,-1 2 0 0 0,7 1 0 0 0,33 14 7 0 0,43 24 0 0 0,42 17 7 0 0,-120-55-5 0 0,-5-1 19 0 0,0-1 0 0 0,0 0 0 0 0,0 0 0 0 0,0 0 0 0 0,0 0 0 0 0,1-1-1 0 0,-1 1 1 0 0,0-1 0 0 0,5 0 0 0 0,-7 0-22 0 0,0-1 0 0 0,0 1 0 0 0,0-1-1 0 0,0 0 1 0 0,0 1 0 0 0,-1-1 0 0 0,1 0 0 0 0,0 0-1 0 0,0 0 1 0 0,0 1 0 0 0,-1-1 0 0 0,1 0 0 0 0,0 0-1 0 0,-1 0 1 0 0,1 0 0 0 0,-1 0 0 0 0,1-1 0 0 0,-1 1 0 0 0,0 0-1 0 0,1 0 1 0 0,-1 0 0 0 0,0 0 0 0 0,0 0 0 0 0,0 0-1 0 0,1-1 1 0 0,-1 1 0 0 0,-1 0 0 0 0,1 0 0 0 0,0 0 0 0 0,0 0-1 0 0,-1-2 1 0 0,-16-200 1023 0 0,19 187-1528 0 0,4 30-1703 0 0,7 18-666 0 0,-4-14-1258 0 0,-2-8 1765 0 0</inkml:trace>
</inkml:ink>
</file>

<file path=ppt/ink/ink10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16:39.6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51 172 392 0 0,'0'0'1824'0'0,"10"37"1218"0"0,-11 50-244 0 0,-1-72-266 0 0,-3-13-964 0 0,-11-24-432 0 0,-12-47-638 0 0,26 58-437 0 0,-1 1 0 0 0,2-1-1 0 0,0 1 1 0 0,0-1 0 0 0,1 0 0 0 0,0 0 0 0 0,1 1-1 0 0,0-1 1 0 0,1 0 0 0 0,0 1 0 0 0,6-19-1 0 0,-6 25-52 0 0,0-1 0 0 0,0 1-1 0 0,1-1 1 0 0,-1 1-1 0 0,1 0 1 0 0,0 0-1 0 0,0 0 1 0 0,0 0-1 0 0,1 0 1 0 0,-1 1-1 0 0,1 0 1 0 0,0-1 0 0 0,0 1-1 0 0,0 1 1 0 0,1-1-1 0 0,-1 1 1 0 0,1-1-1 0 0,-1 1 1 0 0,1 0-1 0 0,0 1 1 0 0,-1-1-1 0 0,1 1 1 0 0,0 0 0 0 0,0 0-1 0 0,0 1 1 0 0,0 0-1 0 0,6 0 1 0 0,-6 0-17 0 0,0 0 1 0 0,0 1-1 0 0,0-1 1 0 0,-1 1-1 0 0,1 0 1 0 0,0 1-1 0 0,-1-1 1 0 0,1 1-1 0 0,-1 0 1 0 0,0 0 0 0 0,1 0-1 0 0,-1 1 1 0 0,0 0-1 0 0,0-1 1 0 0,0 1-1 0 0,3 4 1 0 0,-6-5-2 0 0,0-1 0 0 0,0 0 0 0 0,0 1 0 0 0,0-1 0 0 0,0 1 0 0 0,0-1 1 0 0,0 1-1 0 0,-1-1 0 0 0,1 1 0 0 0,0 0 0 0 0,-1-1 0 0 0,0 1 0 0 0,1 0 1 0 0,-1 0-1 0 0,0-1 0 0 0,0 1 0 0 0,0 0 0 0 0,0 2 0 0 0,-1-1 2 0 0,0 0-1 0 0,0-1 0 0 0,0 1 1 0 0,0-1-1 0 0,0 0 1 0 0,0 1-1 0 0,-1-1 1 0 0,0 0-1 0 0,1 0 0 0 0,-1 0 1 0 0,0 0-1 0 0,0 0 1 0 0,0 0-1 0 0,0 0 1 0 0,-4 2-1 0 0,-62 39-114 0 0,35-24-1898 0 0,0 2-4967 0 0,29-17 4102 0 0</inkml:trace>
</inkml:ink>
</file>

<file path=ppt/ink/ink10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16:40.2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54 70 180 0 0,'-42'-23'8244'0'0,"30"18"-5108"0"0,153 11-2054 0 0,478-22 253 0 0,-572 11-947 0 0,-47 5-382 0 0,0 0-1 0 0,0 0 1 0 0,0 0 0 0 0,0 0 0 0 0,0 0-1 0 0,0 0 1 0 0,0 0 0 0 0,-1 0-1 0 0,1 0 1 0 0,0-1 0 0 0,0 1 0 0 0,0 0-1 0 0,0 0 1 0 0,0 0 0 0 0,0 0 0 0 0,0 0-1 0 0,0 0 1 0 0,0 0 0 0 0,0 0 0 0 0,0-1-1 0 0,0 1 1 0 0,0 0 0 0 0,0 0 0 0 0,0 0-1 0 0,0 0 1 0 0,0 0 0 0 0,0 0 0 0 0,0 0-1 0 0,0-1 1 0 0,0 1 0 0 0,0 0-1 0 0,0 0 1 0 0,0 0 0 0 0,0 0 0 0 0,0 0-1 0 0,0 0 1 0 0,0 0 0 0 0,0-1 0 0 0,0 1-1 0 0,0 0 1 0 0,1 0 0 0 0,-1 0 0 0 0,0 0-1 0 0,0 0 1 0 0,0 0 0 0 0,0 0 0 0 0,0 0-1 0 0,0 0 1 0 0,0 0 0 0 0,0 0 0 0 0,0 0-1 0 0,1-1 1 0 0,-1 1 0 0 0,0 0-1 0 0,0 0 1 0 0,0 0 0 0 0,0 0 0 0 0,0 0-1 0 0,0 0 1 0 0,0 0 0 0 0,1 0 0 0 0,-1 0-1 0 0,0 0 1 0 0,0 0 0 0 0,-27-6 137 0 0,-62-9 65 0 0,88 15-206 0 0,0 1-1 0 0,-1-1 0 0 0,1 1 0 0 0,0-1 0 0 0,-1 1 0 0 0,1 0 1 0 0,0-1-1 0 0,0 1 0 0 0,0 0 0 0 0,0 0 0 0 0,-1 0 1 0 0,1 0-1 0 0,1 0 0 0 0,-1 0 0 0 0,0 0 0 0 0,0 0 0 0 0,0 0 1 0 0,0 0-1 0 0,1 1 0 0 0,-2 1 0 0 0,-18 37-101 0 0,12-25-353 0 0,-20 18-1722 0 0,1 0-4616 0 0,22-24 3644 0 0</inkml:trace>
</inkml:ink>
</file>

<file path=ppt/ink/ink10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16:41.9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 43 180 0 0,'0'0'13975'0'0,"2"-7"-13072"0"0,-1 4-256 0 0,0 5 324 0 0,-9 72-903 0 0,4-54-53 0 0,2-1 0 0 0,0 1 0 0 0,1 25 0 0 0,-3 55 61 0 0,4-99-48 0 0,2 6 2188 0 0,-2-45-2094 0 0,3 0 0 0 0,1 0 0 0 0,1 0 0 0 0,13-45 0 0 0,-16 77-153 0 0,0 1 0 0 0,0-1 0 0 0,0 0 0 0 0,0 1 0 0 0,1-1 0 0 0,0 1 0 0 0,0 0 0 0 0,1 0 0 0 0,-1 0 0 0 0,1 0 0 0 0,0 0 0 0 0,6-4 0 0 0,-7 7 14 0 0,0 1 1 0 0,0-1 0 0 0,0 1-1 0 0,0-1 1 0 0,0 1-1 0 0,0 0 1 0 0,0 0-1 0 0,0 1 1 0 0,1-1-1 0 0,-1 1 1 0 0,0-1 0 0 0,0 1-1 0 0,1 0 1 0 0,-1 0-1 0 0,0 1 1 0 0,1-1-1 0 0,-1 1 1 0 0,0-1-1 0 0,0 1 1 0 0,0 0 0 0 0,0 0-1 0 0,1 1 1 0 0,-1-1-1 0 0,4 3 1 0 0,0 0 3 0 0,0 0-1 0 0,-1 0 1 0 0,0 1 0 0 0,1-1 0 0 0,-2 1 0 0 0,1 1 0 0 0,0-1-1 0 0,-1 1 1 0 0,0 0 0 0 0,-1 0 0 0 0,1 1 0 0 0,-1 0-1 0 0,0-1 1 0 0,-1 1 0 0 0,1 0 0 0 0,-1 1 0 0 0,-1-1 0 0 0,0 0-1 0 0,0 1 1 0 0,0 0 0 0 0,-1-1 0 0 0,0 1 0 0 0,0 0 0 0 0,-1 8-1 0 0,-1-12 16 0 0,-1 0-1 0 0,1 0 1 0 0,-1 0-1 0 0,0 0 0 0 0,0 0 1 0 0,0 0-1 0 0,-1-1 1 0 0,1 0-1 0 0,-1 1 0 0 0,0-1 1 0 0,0 0-1 0 0,0 0 1 0 0,0 0-1 0 0,-1-1 0 0 0,1 1 1 0 0,-1-1-1 0 0,1 1 1 0 0,-1-1-1 0 0,0-1 0 0 0,0 1 1 0 0,-6 1-1 0 0,-1 2 4 0 0,-1-1-1 0 0,0 0 1 0 0,0-1-1 0 0,0-1 1 0 0,-1 1 0 0 0,-18-1-1 0 0,-17-10-229 0 0,46 8-76 0 0,0-1 0 0 0,0 0 0 0 0,-1 0 0 0 0,1 0 0 0 0,0-1 0 0 0,0 1 0 0 0,0 0 0 0 0,0-1 0 0 0,0 1 1 0 0,1-1-1 0 0,-3-2 0 0 0,30-8-5252 0 0,-16 8 1295 0 0,0 0 1440 0 0</inkml:trace>
</inkml:ink>
</file>

<file path=ppt/ink/ink10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16:43.8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11 347 532 0 0,'-10'-11'9816'0'0,"10"12"-9786"0"0,0-1 0 0 0,-1 1 0 0 0,1 0 0 0 0,0 0 0 0 0,0 0 0 0 0,0 0 0 0 0,1 0 0 0 0,-1-1 0 0 0,0 1 0 0 0,0 0 0 0 0,0 0 0 0 0,1 0 0 0 0,-1 0 0 0 0,0-1 0 0 0,1 1 0 0 0,-1 0 0 0 0,0 0 0 0 0,1-1 0 0 0,-1 1 0 0 0,1 0 0 0 0,-1-1 0 0 0,1 1 0 0 0,0 0 0 0 0,-1-1 0 0 0,1 1 0 0 0,0-1 0 0 0,-1 1 0 0 0,1-1 0 0 0,0 1 0 0 0,0-1 0 0 0,1 1 0 0 0,1 0 34 0 0,1 0-1 0 0,-1-1 0 0 0,1 1 1 0 0,-1-1-1 0 0,1 1 1 0 0,-1-1-1 0 0,1 0 0 0 0,5-1 1 0 0,1-1 53 0 0,1 0 1 0 0,-1 0 0 0 0,0-1-1 0 0,0 0 1 0 0,13-7-1 0 0,-19 8-58 0 0,5-3 94 0 0,1-1-1 0 0,-1 0 1 0 0,14-12 0 0 0,-21 17-134 0 0,-1-1 0 0 0,1 1-1 0 0,-1-1 1 0 0,1 1 0 0 0,-1-1 0 0 0,1 0 0 0 0,-1 1-1 0 0,0-1 1 0 0,0 0 0 0 0,0 0 0 0 0,0 0 0 0 0,-1 0 0 0 0,1 0-1 0 0,0 0 1 0 0,-1 0 0 0 0,1 0 0 0 0,-1 0 0 0 0,0 0-1 0 0,1 0 1 0 0,-1 0 0 0 0,0-1 0 0 0,-1 1 0 0 0,1 0-1 0 0,0 0 1 0 0,0 0 0 0 0,-2-2 0 0 0,1 3-13 0 0,0 0 0 0 0,0 0 0 0 0,0 0 0 0 0,0 0 0 0 0,0 0 0 0 0,0 1 0 0 0,0-1 0 0 0,0 0 0 0 0,-1 1 0 0 0,1-1 0 0 0,0 1 0 0 0,0-1 1 0 0,-1 1-1 0 0,1 0 0 0 0,0-1 0 0 0,-1 1 0 0 0,1 0 0 0 0,-1 0 0 0 0,-1 0 0 0 0,-24 0 35 0 0,24 0-37 0 0,-1 1 0 0 0,1-1 0 0 0,0 1 0 0 0,0 0 0 0 0,0-1-1 0 0,0 1 1 0 0,0 1 0 0 0,0-1 0 0 0,1 0 0 0 0,-1 1 0 0 0,0 0 0 0 0,1-1 0 0 0,-1 1 0 0 0,1 0 0 0 0,-1 0 0 0 0,1 1 0 0 0,0-1 0 0 0,0 0-1 0 0,0 1 1 0 0,0-1 0 0 0,0 1 0 0 0,1 0 0 0 0,-2 3 0 0 0,2-4-4 0 0,1-1 0 0 0,-1 1 0 0 0,1 0 0 0 0,0 0 0 0 0,-1 0 1 0 0,1 0-1 0 0,0 0 0 0 0,0 0 0 0 0,1 0 0 0 0,-1 0 0 0 0,0 0 0 0 0,1 0 0 0 0,-1 0 0 0 0,1 0 0 0 0,0 0 0 0 0,-1 0 0 0 0,1 0 0 0 0,0-1 0 0 0,0 1 1 0 0,0 0-1 0 0,0-1 0 0 0,1 1 0 0 0,-1-1 0 0 0,0 1 0 0 0,1-1 0 0 0,-1 1 0 0 0,1-1 0 0 0,-1 0 0 0 0,1 0 0 0 0,0 0 0 0 0,-1 0 0 0 0,1 0 0 0 0,0 0 0 0 0,0 0 1 0 0,2 0-1 0 0,8 4-34 0 0,1-1 1 0 0,-1-1 0 0 0,1 0 0 0 0,0 0-1 0 0,1-2 1 0 0,-1 1 0 0 0,0-2 0 0 0,0 0-1 0 0,1 0 1 0 0,-1-1 0 0 0,0-1 0 0 0,0 0-1 0 0,0-1 1 0 0,0 0 0 0 0,24-10 0 0 0,-26 9 25 0 0,0-1 0 0 0,-1 0-1 0 0,1-1 1 0 0,-1 0 0 0 0,0-1 0 0 0,-1 1 0 0 0,1-2 0 0 0,-1 0 0 0 0,-1 0 0 0 0,0 0 0 0 0,0-1 0 0 0,0 0 0 0 0,-1-1 0 0 0,0 1 0 0 0,-1-2 0 0 0,0 1 0 0 0,8-22 0 0 0,-10 20 181 0 0,0 0 0 0 0,0 0 0 0 0,-2 0 0 0 0,1 0 0 0 0,-2 0 0 0 0,1-1 0 0 0,-2 1 0 0 0,0-1 0 0 0,0 1-1 0 0,-1-1 1 0 0,-4-19 0 0 0,3 28 61 0 0,2 5-218 0 0,0-1 0 0 0,0 0 0 0 0,0 0 0 0 0,0 1 1 0 0,-1-1-1 0 0,1 0 0 0 0,0 0 0 0 0,0 0 0 0 0,0 0 0 0 0,-1 1 0 0 0,1-1 1 0 0,0 0-1 0 0,0 0 0 0 0,0 0 0 0 0,-1 0 0 0 0,1 0 0 0 0,0 0 1 0 0,0 0-1 0 0,-1 0 0 0 0,1 0 0 0 0,0 0 0 0 0,0 1 0 0 0,-1-1 0 0 0,1 0 1 0 0,0 0-1 0 0,0-1 0 0 0,-1 1 0 0 0,1 0 0 0 0,0 0 0 0 0,-1 0 0 0 0,1 0 1 0 0,0 0-1 0 0,0 0 0 0 0,0 0 0 0 0,-1 0 0 0 0,1 0 0 0 0,0-1 0 0 0,0 1 1 0 0,-1 0-1 0 0,1 0 0 0 0,0 0 0 0 0,0 0 0 0 0,0-1 0 0 0,0 1 0 0 0,-1 0 1 0 0,1 0-1 0 0,0 0 0 0 0,0-1 0 0 0,0 1 0 0 0,0 0 0 0 0,0 0 0 0 0,0-1 1 0 0,-1 1-1 0 0,1 0 0 0 0,0 0 0 0 0,0-1 0 0 0,0 1 0 0 0,0 0 0 0 0,0 0 1 0 0,0-1-1 0 0,0 1 0 0 0,0 0 0 0 0,0 0 0 0 0,0-1 0 0 0,0 1 0 0 0,0 0 1 0 0,1-1-1 0 0,-6 5-71 0 0,0 1 105 0 0,0 1-1 0 0,0-1 1 0 0,1 1-1 0 0,0 0 1 0 0,0 0-1 0 0,0 0 1 0 0,1 0-1 0 0,-3 8 1 0 0,-6 10 90 0 0,2-2-19 0 0,1 1 1 0 0,1-1-1 0 0,1 2 0 0 0,1-1 0 0 0,1 1 0 0 0,1-1 0 0 0,-1 44 1 0 0,4-53-202 0 0,1-1 1 0 0,0 0-1 0 0,1 1 0 0 0,1-1 1 0 0,3 16-1 0 0,-5-28-281 0 0,7-20-11391 0 0,-6 7 8567 0 0</inkml:trace>
</inkml:ink>
</file>

<file path=ppt/ink/ink10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16:44.1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47 720 0 0,'13'-7'923'0'0,"1"0"0"0"0,-1 1-1 0 0,2 1 1 0 0,-1 0 0 0 0,0 1-1 0 0,1 0 1 0 0,0 1 0 0 0,0 1 0 0 0,23-1-1 0 0,48 6-1208 0 0,0 12-4974 0 0,-71-12 2783 0 0</inkml:trace>
</inkml:ink>
</file>

<file path=ppt/ink/ink10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16:44.7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25 122 752 0 0,'0'0'4157'0'0,"9"18"-1789"0"0,-5 11-1211 0 0,-1 0 1 0 0,-2 0-1 0 0,-5 56 0 0 0,4-85-1116 0 0,0 1 0 0 0,0-1 1 0 0,0 0-1 0 0,0 0 1 0 0,0 1-1 0 0,1-1 0 0 0,-1 0 1 0 0,0 1-1 0 0,0-1 0 0 0,0 0 1 0 0,0 0-1 0 0,0 1 0 0 0,0-1 1 0 0,0 0-1 0 0,0 1 1 0 0,0-1-1 0 0,0 0 0 0 0,0 1 1 0 0,-1-1-1 0 0,1 0 0 0 0,0 0 1 0 0,0 1-1 0 0,0-1 0 0 0,0 0 1 0 0,0 0-1 0 0,0 1 1 0 0,-1-1-1 0 0,1 0 0 0 0,0 0 1 0 0,0 1-1 0 0,0-1 0 0 0,-1 0 1 0 0,1 0-1 0 0,0 0 0 0 0,0 1 1 0 0,-1-1-1 0 0,1 0 1 0 0,0 0-1 0 0,0 0 0 0 0,-1 0 1 0 0,1 0-1 0 0,0 0 0 0 0,-1 0 1 0 0,1 1-1 0 0,0-1 0 0 0,0 0 1 0 0,-1 0-1 0 0,1 0 1 0 0,0 0-1 0 0,-1 0 0 0 0,1 0 1 0 0,0 0-1 0 0,0-1 0 0 0,-1 1 1 0 0,-10-20 825 0 0,-5-34-296 0 0,15 41-518 0 0,0-1 0 0 0,1 1-1 0 0,0 0 1 0 0,1-1 0 0 0,1 1-1 0 0,0 0 1 0 0,0 0-1 0 0,2 0 1 0 0,-1 0 0 0 0,2 1-1 0 0,0-1 1 0 0,0 1 0 0 0,1 0-1 0 0,0 1 1 0 0,1-1 0 0 0,13-16-1 0 0,-19 27-51 0 0,0 0 0 0 0,0 0 0 0 0,0-1 0 0 0,0 1-1 0 0,1 0 1 0 0,-1 0 0 0 0,0 0 0 0 0,0 0 0 0 0,1 0 0 0 0,-1 1 0 0 0,1-1-1 0 0,-1 0 1 0 0,0 1 0 0 0,1-1 0 0 0,-1 1 0 0 0,1-1 0 0 0,0 1 0 0 0,-1 0 0 0 0,1-1-1 0 0,-1 1 1 0 0,1 0 0 0 0,-1 0 0 0 0,1 0 0 0 0,0 0 0 0 0,-1 1 0 0 0,1-1-1 0 0,1 1 1 0 0,1 0-1 0 0,0 1 0 0 0,0 0-1 0 0,0 1 1 0 0,-1-1 0 0 0,1 0 0 0 0,-1 1-1 0 0,0 0 1 0 0,0 0 0 0 0,0 0-1 0 0,3 4 1 0 0,6 9 0 0 0,-1 0-1 0 0,0 0 1 0 0,11 26 0 0 0,-11-19-34 0 0,0 0 0 0 0,2-1 0 0 0,0 0 0 0 0,2-1 0 0 0,0 0-1 0 0,29 28 1 0 0,-43-48 37 0 0,0-1-1 0 0,0 0 0 0 0,0 1 0 0 0,0-1 0 0 0,-1 0 0 0 0,1 0 0 0 0,0 0 0 0 0,0 0 0 0 0,0 0 0 0 0,0 0 0 0 0,0 0 1 0 0,0 0-1 0 0,0 0 0 0 0,0 0 0 0 0,0-1 0 0 0,-1 1 0 0 0,1 0 0 0 0,0 0 0 0 0,0-1 0 0 0,0 1 0 0 0,0-1 0 0 0,-1 1 0 0 0,1-1 1 0 0,0 1-1 0 0,0-1 0 0 0,-1 1 0 0 0,1-1 0 0 0,0 0 0 0 0,-1 1 0 0 0,1-1 0 0 0,-1 0 0 0 0,1 0 0 0 0,-1 1 0 0 0,1-1 0 0 0,-1 0 1 0 0,1 0-1 0 0,-1 0 0 0 0,0 0 0 0 0,1-1 0 0 0,16-34 191 0 0,22-116 511 0 0,-32 121-497 0 0,-5 23-2985 0 0</inkml:trace>
</inkml:ink>
</file>

<file path=ppt/ink/ink10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16:58.4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101 191 316 0 0,'-2'-10'7686'0'0,"-13"46"-6886"0"0,1 0 1 0 0,1 1-1 0 0,3 0 0 0 0,-8 43 1 0 0,19-78-679 0 0,-1 0 0 0 0,-1 1 0 0 0,1-1 0 0 0,0 0 0 0 0,-1 1 0 0 0,1-1 0 0 0,-1 0 0 0 0,1 0 0 0 0,-1 1 0 0 0,0-1 0 0 0,0 0 0 0 0,-2 2 0 0 0,3-4-70 0 0,-1 0 0 0 0,0-1 0 0 0,1 1 0 0 0,-1 0 0 0 0,1-1-1 0 0,-1 1 1 0 0,1-1 0 0 0,-1 1 0 0 0,1-1 0 0 0,-1 1 0 0 0,1-1-1 0 0,0 1 1 0 0,-1-1 0 0 0,1 0 0 0 0,0 1 0 0 0,-1-1 0 0 0,1 1-1 0 0,0-1 1 0 0,0 0 0 0 0,0 1 0 0 0,-1-1 0 0 0,1 0-1 0 0,0 1 1 0 0,0-1 0 0 0,0-1 0 0 0,-11-66 797 0 0,11 35-756 0 0,1 1 0 0 0,1 0 0 0 0,1-1 0 0 0,2 1 0 0 0,2 1 0 0 0,1-1 0 0 0,20-52 0 0 0,-28 82-92 0 0,1 0 1 0 0,0 0-1 0 0,-1 0 1 0 0,1 0-1 0 0,0 1 1 0 0,0-1-1 0 0,0 0 1 0 0,1 0-1 0 0,-1 1 1 0 0,0-1-1 0 0,1 0 1 0 0,-1 1-1 0 0,1-1 1 0 0,-1 1-1 0 0,1 0 1 0 0,0-1-1 0 0,-1 1 1 0 0,1 0-1 0 0,0 0 1 0 0,0 0-1 0 0,0 0 1 0 0,0 1-1 0 0,0-1 1 0 0,0 0-1 0 0,0 1 1 0 0,0 0-1 0 0,0-1 1 0 0,0 1-1 0 0,0 0 1 0 0,0 0-1 0 0,0 0 1 0 0,1 0-1 0 0,-1 0 1 0 0,0 1-1 0 0,0-1 1 0 0,3 2 0 0 0,3 1-8 0 0,-1 1 1 0 0,0 0-1 0 0,1 0 1 0 0,-2 1-1 0 0,1 0 1 0 0,0 0-1 0 0,-1 1 1 0 0,6 7 0 0 0,2 1 17 0 0,65 60 11 0 0,-72-68-18 0 0,-1-1 0 0 0,1 0 0 0 0,0-1 0 0 0,0 0 0 0 0,1 0 0 0 0,-1-1 1 0 0,1 1-1 0 0,0-2 0 0 0,0 1 0 0 0,12 1 0 0 0,-19-4-2 0 0,1 0 0 0 0,0 0-1 0 0,0 0 1 0 0,-1 0 0 0 0,1-1 0 0 0,0 1 0 0 0,-1 0 0 0 0,1-1 0 0 0,0 0-1 0 0,-1 1 1 0 0,1-1 0 0 0,0 0 0 0 0,-1 0 0 0 0,1 0 0 0 0,-1 0-1 0 0,0 0 1 0 0,1 0 0 0 0,-1 0 0 0 0,0 0 0 0 0,0-1 0 0 0,0 1 0 0 0,0-1-1 0 0,1-1 1 0 0,17-33 70 0 0,-17 31-79 0 0,0-3 19 0 0,1-1-1 0 0,-1 1 1 0 0,-1-1 0 0 0,0 0-1 0 0,0-17 1 0 0,-1 17-37 0 0,1 0 0 0 0,0 1 0 0 0,0-1 0 0 0,0 0 0 0 0,4-10 0 0 0,3 35-10861 0 0,-4-8 7614 0 0</inkml:trace>
</inkml:ink>
</file>

<file path=ppt/ink/ink10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16:58.8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27 279 788 0 0,'0'0'1793'0'0,"8"32"2166"0"0,-7-21-3458 0 0,0 1 1 0 0,-1 0 0 0 0,0-1-1 0 0,-1 1 1 0 0,-2 13-1 0 0,-1 41 892 0 0,2 34 353 0 0,2-100-1688 0 0,0 0 1 0 0,0 0 0 0 0,0 0 0 0 0,0 0-1 0 0,0 0 1 0 0,0 0 0 0 0,0 0-1 0 0,0 0 1 0 0,0 0 0 0 0,0 0-1 0 0,-1 0 1 0 0,1 0 0 0 0,0 0-1 0 0,0 0 1 0 0,0 0 0 0 0,0 0-1 0 0,0 0 1 0 0,0 0 0 0 0,0 0-1 0 0,0 0 1 0 0,0 0 0 0 0,0 0-1 0 0,0 0 1 0 0,-1 0 0 0 0,1 0 58 0 0,0 0-58 0 0,-8-19 430 0 0,-5-30-264 0 0,10 14-140 0 0,2 0 0 0 0,2-1 1 0 0,1 0-1 0 0,2 1 1 0 0,9-41-1 0 0,-9 60-72 0 0,0 1-1 0 0,1-1 1 0 0,0 1 0 0 0,1 1-1 0 0,1-1 1 0 0,1 1-1 0 0,0 0 1 0 0,0 1 0 0 0,2 0-1 0 0,-1 0 1 0 0,2 1 0 0 0,0 0-1 0 0,23-19 1 0 0,-29 27-13 0 0,0 1 0 0 0,1 0 0 0 0,-1 0 0 0 0,1 1 0 0 0,0 0 0 0 0,-1 0 0 0 0,1 0 0 0 0,0 1 0 0 0,0 0 0 0 0,0 0 1 0 0,1 0-1 0 0,-1 1 0 0 0,0-1 0 0 0,0 2 0 0 0,0-1 0 0 0,0 1 0 0 0,10 2 0 0 0,-13-3 1 0 0,-1 1-1 0 0,1 0 1 0 0,-1 0 0 0 0,1 0 0 0 0,-1 0 0 0 0,1 1-1 0 0,-1-1 1 0 0,0 1 0 0 0,0-1 0 0 0,0 1 0 0 0,0 0 0 0 0,0 0-1 0 0,0 0 1 0 0,0 0 0 0 0,0 0 0 0 0,-1 0 0 0 0,1 0-1 0 0,-1 1 1 0 0,1-1 0 0 0,-1 0 0 0 0,0 1 0 0 0,0-1-1 0 0,0 1 1 0 0,-1 0 0 0 0,1-1 0 0 0,0 1 0 0 0,-1 0-1 0 0,0-1 1 0 0,0 1 0 0 0,1 0 0 0 0,-2 0 0 0 0,1-1-1 0 0,0 1 1 0 0,0 0 0 0 0,-1-1 0 0 0,0 1 0 0 0,1 0 0 0 0,-1-1-1 0 0,0 1 1 0 0,0-1 0 0 0,-2 3 0 0 0,-1 4-26 0 0,0 0-1 0 0,-1-1 1 0 0,1 0 0 0 0,-2 0 0 0 0,1 0 0 0 0,-1 0 0 0 0,0-1-1 0 0,-10 9 1 0 0,-64 48-1230 0 0,31-27-348 0 0,-16 5-5261 0 0,47-31 3592 0 0</inkml:trace>
</inkml:ink>
</file>

<file path=ppt/ink/ink10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16:59.8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 67 212 0 0,'0'0'804'0'0,"-25"-19"11966"0"0,60 26-12598 0 0,0-2 0 0 0,0-1 0 0 0,0-2 0 0 0,0-1 0 0 0,36-4 1 0 0,-29 1-94 0 0,306 0 342 0 0,-147 8-70 0 0,-201-6-345 0 0,0 0-1 0 0,1 0 1 0 0,-1 0-1 0 0,0 0 1 0 0,0 0 0 0 0,0 0-1 0 0,1 0 1 0 0,-1 0-1 0 0,0 0 1 0 0,0 0-1 0 0,1 0 1 0 0,-1 0 0 0 0,0 0-1 0 0,0 0 1 0 0,0 0-1 0 0,1 0 1 0 0,-1 0 0 0 0,0 0-1 0 0,0 0 1 0 0,1 0-1 0 0,-1 0 1 0 0,0 0-1 0 0,0 0 1 0 0,0 0 0 0 0,1 0-1 0 0,-1-1 1 0 0,0 1-1 0 0,0 0 1 0 0,0 0-1 0 0,1 0 1 0 0,-1 0 0 0 0,0 0-1 0 0,0-1 1 0 0,0 1-1 0 0,0 0 1 0 0,0 0-1 0 0,1 0 1 0 0,-1-1 0 0 0,0 1-1 0 0,0 0 1 0 0,0 0-1 0 0,0 0 1 0 0,0-1 0 0 0,0 1-1 0 0,0 0 1 0 0,0 0-1 0 0,0-1 1 0 0,0 1-1 0 0,0 0 1 0 0,0 0 0 0 0,0-1-1 0 0,0 1 1 0 0,0 0-1 0 0,0 0 1 0 0,0 0-1 0 0,0-1 1 0 0,0 1 0 0 0,0 0-1 0 0,0 0 1 0 0,-1-1-1 0 0,-15-15 113 0 0,-30-12-73 0 0,26 20 25 0 0,4 3-149 0 0,16 6 76 0 0,0-1 0 0 0,-1 1 0 0 0,1 0-1 0 0,0-1 1 0 0,0 1 0 0 0,-1 0 0 0 0,1-1 0 0 0,0 1 0 0 0,0 0 0 0 0,0 0 0 0 0,0-1 0 0 0,0 1-1 0 0,0 0 1 0 0,0-1 0 0 0,0 1 0 0 0,0 0 0 0 0,0 0 0 0 0,1-1 0 0 0,-1 1 0 0 0,0 0-1 0 0,0-1 1 0 0,1 1 0 0 0,-1 0 0 0 0,0-1 0 0 0,2 2 0 0 0,-2 1-17 0 0,1 0 1 0 0,-1 0-1 0 0,0 0 0 0 0,1 0 1 0 0,-1 1-1 0 0,-1-1 0 0 0,1 0 1 0 0,0 0-1 0 0,-1 0 1 0 0,1 0-1 0 0,-1 0 0 0 0,0 0 1 0 0,0 0-1 0 0,-1 0 1 0 0,1 0-1 0 0,0-1 0 0 0,-1 1 1 0 0,0 0-1 0 0,1-1 0 0 0,-1 1 1 0 0,0-1-1 0 0,0 0 1 0 0,-1 0-1 0 0,1 0 0 0 0,0 0 1 0 0,-4 3-1 0 0,-9 6-720 0 0,-1 0 0 0 0,0-1-1 0 0,-21 10 1 0 0,16-9-890 0 0,-11 2-3795 0 0,16-5 2308 0 0</inkml:trace>
</inkml:ink>
</file>

<file path=ppt/ink/ink10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17:03.8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116 352 596 0 0,'-6'-128'9713'0'0,"-9"165"-7260"0"0,-5 34-2216 0 0,-19 124 463 0 0,39-193-659 0 0,0 0 0 0 0,-1 0-1 0 0,1 0 1 0 0,-1 0 0 0 0,1 0 0 0 0,-1 0-1 0 0,0 0 1 0 0,0 0 0 0 0,0 0-1 0 0,0 0 1 0 0,0 0 0 0 0,-1-1-1 0 0,-1 3 1 0 0,-4-10 277 0 0,-1-19-308 0 0,5 4 26 0 0,1-1 0 0 0,0 1 0 0 0,2 0 0 0 0,0-1 0 0 0,2 1 0 0 0,6-34 0 0 0,37-125-6 0 0,-40 166-38 0 0,0 1 0 0 0,1 0 0 0 0,0 0 0 0 0,1 1 0 0 0,0-1 0 0 0,1 1 0 0 0,17-20 0 0 0,-21 28 1 0 0,0 0 1 0 0,0 1-1 0 0,0-1 0 0 0,1 1 1 0 0,-1 0-1 0 0,1 0 1 0 0,0 0-1 0 0,0 0 0 0 0,0 1 1 0 0,6-2-1 0 0,-8 3 2 0 0,1 0-1 0 0,-1 1 1 0 0,1-1 0 0 0,-1 1 0 0 0,0 0 0 0 0,1 0-1 0 0,-1 0 1 0 0,0 1 0 0 0,1-1 0 0 0,-1 1 0 0 0,0-1-1 0 0,1 1 1 0 0,-1 0 0 0 0,0 1 0 0 0,0-1-1 0 0,0 0 1 0 0,6 4 0 0 0,-6-2 4 0 0,0-1 0 0 0,0 1-1 0 0,0 0 1 0 0,0 0 0 0 0,0 0 0 0 0,0 0 0 0 0,-1 0-1 0 0,0 1 1 0 0,1-1 0 0 0,-1 1 0 0 0,0 0 0 0 0,-1-1-1 0 0,1 1 1 0 0,-1 0 0 0 0,0 0 0 0 0,0 0 0 0 0,0 0-1 0 0,0 0 1 0 0,0 0 0 0 0,-1 0 0 0 0,0 0-1 0 0,0 1 1 0 0,0-1 0 0 0,-1 0 0 0 0,1 0 0 0 0,-1 0-1 0 0,0 0 1 0 0,0 0 0 0 0,0 0 0 0 0,-1 0 0 0 0,-2 5-1 0 0,0 0 4 0 0,0 0-1 0 0,0 0 0 0 0,-1 0 0 0 0,0 0 0 0 0,-1-1 1 0 0,0 0-1 0 0,0 0 0 0 0,-1 0 0 0 0,0-1 1 0 0,0 0-1 0 0,-16 11 0 0 0,7-10-191 0 0,-1 0 0 0 0,0-1 0 0 0,0-1 0 0 0,-27 6 0 0 0,11-3-2647 0 0,20-9-3100 0 0</inkml:trace>
</inkml:ink>
</file>

<file path=ppt/ink/ink10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17:04.6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53 30 520 0 0,'9'12'1407'0'0,"-1"0"-1"0"0,0 1 1 0 0,7 15 0 0 0,-13-24-1284 0 0,-1-1 1 0 0,1 1 0 0 0,-1-1 0 0 0,0 1-1 0 0,0 0 1 0 0,0-1 0 0 0,-1 1-1 0 0,1 0 1 0 0,-1 0 0 0 0,0 0 0 0 0,0 0-1 0 0,0-1 1 0 0,0 1 0 0 0,-1 0 0 0 0,0 0-1 0 0,0 0 1 0 0,0-1 0 0 0,-1 5-1 0 0,0-4-38 0 0,0 0 0 0 0,0 0 0 0 0,-1 0-1 0 0,1 0 1 0 0,-1 0 0 0 0,0-1-1 0 0,0 1 1 0 0,0-1 0 0 0,-1 0 0 0 0,1 0-1 0 0,-1 0 1 0 0,1 0 0 0 0,-1-1-1 0 0,0 1 1 0 0,0-1 0 0 0,0 0-1 0 0,-1 0 1 0 0,1-1 0 0 0,-8 3 0 0 0,9-4-20 0 0,2 0-53 0 0,0 0 0 0 0,0 0-1 0 0,0 0 1 0 0,0-1 0 0 0,0 1 0 0 0,0 0 0 0 0,0 0 0 0 0,0-1 0 0 0,1 1-1 0 0,-1-1 1 0 0,0 1 0 0 0,0-1 0 0 0,0 0 0 0 0,0 1 0 0 0,0-1-1 0 0,1 0 1 0 0,-1 1 0 0 0,0-1 0 0 0,1 0 0 0 0,-2-1 0 0 0,2-1-3 0 0,0 1 1 0 0,0 0-1 0 0,0 0 1 0 0,0-1-1 0 0,1 1 1 0 0,-1 0-1 0 0,1 0 1 0 0,0 0-1 0 0,-1-1 1 0 0,1 1-1 0 0,0 0 1 0 0,0 0-1 0 0,0 0 1 0 0,0 0-1 0 0,1 1 1 0 0,-1-1-1 0 0,1 0 1 0 0,-1 0-1 0 0,3-2 1 0 0,39-35 12 0 0,-30 28-10 0 0,1-2-13 0 0,0 1-1 0 0,1 1 1 0 0,0 0 0 0 0,1 1 0 0 0,0 1 0 0 0,1 0 0 0 0,0 1 0 0 0,30-9 0 0 0,-46 16 1 0 0,1 1 1 0 0,-1 0-1 0 0,1-1 1 0 0,-1 1 0 0 0,1 0-1 0 0,0 0 1 0 0,-1 0-1 0 0,1 0 1 0 0,-1 0-1 0 0,1 0 1 0 0,-1 0 0 0 0,1 1-1 0 0,0-1 1 0 0,-1 1-1 0 0,3 0 1 0 0,-3 0 2 0 0,-1-1 0 0 0,1 1 0 0 0,0-1 0 0 0,-1 1 0 0 0,1 0 0 0 0,-1-1 0 0 0,0 1 0 0 0,1-1 0 0 0,-1 1 0 0 0,1 0 0 0 0,-1 0 0 0 0,0-1 0 0 0,0 1 0 0 0,1 0 0 0 0,-1 0 0 0 0,0-1 0 0 0,0 1 0 0 0,0 0 0 0 0,0 0 0 0 0,0-1-1 0 0,0 1 1 0 0,0 1 0 0 0,-1 5 17 0 0,-1-1-1 0 0,1 0 0 0 0,-1 1 0 0 0,-1-1 0 0 0,1 0 0 0 0,-5 6 1 0 0,5-8-12 0 0,0 0 1 0 0,1 0 0 0 0,-1 0 0 0 0,1 0 0 0 0,0 0-1 0 0,0 0 1 0 0,0 0 0 0 0,0 0 0 0 0,1 0-1 0 0,-1 0 1 0 0,1 1 0 0 0,0-1 0 0 0,0 0 0 0 0,1 0-1 0 0,-1 0 1 0 0,1 0 0 0 0,0 1 0 0 0,0-1-1 0 0,2 4 1 0 0,-1-6-4 0 0,-1 0-1 0 0,1 0 0 0 0,0 0 1 0 0,0 0-1 0 0,0 0 1 0 0,0 0-1 0 0,0-1 0 0 0,0 1 1 0 0,0-1-1 0 0,1 1 0 0 0,-1-1 1 0 0,1 0-1 0 0,-1 0 1 0 0,1 0-1 0 0,-1 0 0 0 0,1 0 1 0 0,-1-1-1 0 0,1 1 0 0 0,0-1 1 0 0,-1 0-1 0 0,1 0 1 0 0,0 0-1 0 0,-1 0 0 0 0,1 0 1 0 0,0 0-1 0 0,-1-1 1 0 0,1 1-1 0 0,0-1 0 0 0,-1 0 1 0 0,5-1-1 0 0,-3 0 9 0 0,-1 1 1 0 0,1-1-1 0 0,0 1 0 0 0,-1-1 1 0 0,0 0-1 0 0,1 0 0 0 0,-1-1 1 0 0,0 1-1 0 0,0-1 0 0 0,0 1 1 0 0,-1-1-1 0 0,1 0 0 0 0,-1 0 1 0 0,1 0-1 0 0,-1-1 0 0 0,0 1 1 0 0,0 0-1 0 0,-1-1 0 0 0,1 0 1 0 0,-1 1-1 0 0,1-1 0 0 0,-1 0 1 0 0,0 1-1 0 0,-1-1 0 0 0,1 0 1 0 0,0 0-1 0 0,-1 0 0 0 0,0 0 1 0 0,-1-6-1 0 0,1 6-2 0 0,0-1 0 0 0,0 0 0 0 0,-1 0 0 0 0,0 1 0 0 0,0-1 0 0 0,0 1-1 0 0,0-1 1 0 0,-1 1 0 0 0,0-1 0 0 0,0 1 0 0 0,0 0 0 0 0,-1 0 0 0 0,1 0 0 0 0,-1 0 0 0 0,0 0 0 0 0,0 1 0 0 0,0-1-1 0 0,0 1 1 0 0,-1 0 0 0 0,1 0 0 0 0,-1 0 0 0 0,0 0 0 0 0,0 0 0 0 0,-6-2 0 0 0,-25-2-712 0 0,17 12-1091 0 0,18-5 1555 0 0,-1 1 0 0 0,0-1 0 0 0,1 1-1 0 0,-1 0 1 0 0,1-1 0 0 0,-1 1 0 0 0,1-1 0 0 0,0 1-1 0 0,-1 0 1 0 0,1 0 0 0 0,-1-1 0 0 0,1 1-1 0 0,0 0 1 0 0,0-1 0 0 0,-1 1 0 0 0,1 0 0 0 0,0 0-1 0 0,0 0 1 0 0,0-1 0 0 0,0 1 0 0 0,0 1-1 0 0,0 4-2130 0 0</inkml:trace>
</inkml:ink>
</file>

<file path=ppt/ink/ink10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17:05.0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149 170 460 0 0,'-12'-3'2088'0'0,"5"4"-1884"0"0,0 0 0 0 0,0 0 0 0 0,1 1 1 0 0,-1 0-1 0 0,1 0 0 0 0,-1 1 1 0 0,1 0-1 0 0,0 0 0 0 0,0 0 0 0 0,0 1 1 0 0,0 0-1 0 0,1 0 0 0 0,-1 0 1 0 0,1 1-1 0 0,0 0 0 0 0,0 0 0 0 0,1 0 1 0 0,0 0-1 0 0,0 1 0 0 0,0 0 1 0 0,0 0-1 0 0,1 0 0 0 0,0 0 0 0 0,-2 7 1 0 0,4-13-190 0 0,1 1 0 0 0,0-1 0 0 0,0 1 0 0 0,-1-1 0 0 0,1 1 0 0 0,0 0 0 0 0,0-1 0 0 0,0 1 0 0 0,0-1 0 0 0,0 1 0 0 0,0-1 0 0 0,0 1 0 0 0,0 0 0 0 0,0-1 1 0 0,0 1-1 0 0,0-1 0 0 0,0 1 0 0 0,0-1 0 0 0,0 1 0 0 0,0-1 0 0 0,0 1 0 0 0,1 0 0 0 0,-1-1 0 0 0,0 1 0 0 0,0-1 0 0 0,1 1 0 0 0,-1-1 0 0 0,0 0 0 0 0,1 1 0 0 0,-1-1 0 0 0,1 1 0 0 0,-1-1 0 0 0,0 0 1 0 0,1 1-1 0 0,-1-1 0 0 0,1 0 0 0 0,0 1 0 0 0,25-3 596 0 0,-19 0-398 0 0,0-1 0 0 0,0 0 0 0 0,0 0 0 0 0,0 0 0 0 0,8-7 0 0 0,-8 3-29 0 0,0 0 1 0 0,-1-1-1 0 0,-1 0 0 0 0,1 0 0 0 0,-1 0 0 0 0,0-1 0 0 0,-1 1 1 0 0,0-1-1 0 0,-1 0 0 0 0,1 0 0 0 0,-2-1 0 0 0,3-13 0 0 0,-3 17-129 0 0,-1 0 0 0 0,0 0-1 0 0,-1 0 1 0 0,0 0 0 0 0,0 0-1 0 0,0 0 1 0 0,0 0 0 0 0,-1 0 0 0 0,0 0-1 0 0,0 1 1 0 0,-1-1 0 0 0,0 0-1 0 0,0 0 1 0 0,0 1 0 0 0,0-1-1 0 0,-1 1 1 0 0,0 0 0 0 0,0 0-1 0 0,-1 0 1 0 0,1 0 0 0 0,-6-5-1 0 0,7 9-137 0 0,0-1 0 0 0,0 1 0 0 0,0 0 0 0 0,0-1 0 0 0,-1 1 0 0 0,1 0 0 0 0,0 1 0 0 0,-1-1 0 0 0,1 0 0 0 0,0 1 0 0 0,-1-1 0 0 0,1 1 0 0 0,-1-1 0 0 0,1 1 0 0 0,-1 0 0 0 0,1 0 0 0 0,-1 1 0 0 0,1-1 0 0 0,-1 0 0 0 0,1 1 0 0 0,-4 0 0 0 0,3 0-704 0 0,-1 1 0 0 0,1-1 0 0 0,-1 1 0 0 0,1-1 0 0 0,0 1 0 0 0,0 0 0 0 0,0 0 0 0 0,-4 4 0 0 0,1-1-1917 0 0</inkml:trace>
</inkml:ink>
</file>

<file path=ppt/ink/ink10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17:06.3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49 44 444 0 0,'20'-23'9048'0'0,"-19"35"-8707"0"0,0 0 0 0 0,-1 1 0 0 0,-1 0 0 0 0,0-1 1 0 0,0 0-1 0 0,-1 1 0 0 0,-1-1 0 0 0,-7 23 0 0 0,5-16-116 0 0,4-13-126 0 0,-1 1 0 0 0,0 0 1 0 0,0-1-1 0 0,0 1 0 0 0,-1-1 1 0 0,0 0-1 0 0,0 0 0 0 0,-1 0 1 0 0,1 0-1 0 0,-1-1 0 0 0,-1 1 1 0 0,-7 8-1 0 0,11-14-11 0 0,1-4 101 0 0,0-1-1 0 0,1 1 1 0 0,0-1 0 0 0,0 1-1 0 0,0 0 1 0 0,0 0 0 0 0,1-1-1 0 0,3-5 1 0 0,17-25-113 0 0,-15 22-91 0 0,-1 2 0 0 0,2-1 1 0 0,0 1-1 0 0,0 1 1 0 0,1-1-1 0 0,0 1 1 0 0,1 1-1 0 0,0 0 1 0 0,0 0-1 0 0,15-9 0 0 0,-1 6-49 0 0,1 0 0 0 0,0 1-1 0 0,43-11 1 0 0,-67 21 62 0 0,0 1 0 0 0,0 0 0 0 0,1 0 0 0 0,-1 0 0 0 0,0 0 0 0 0,0 0-1 0 0,1 0 1 0 0,-1 0 0 0 0,0 0 0 0 0,1 1 0 0 0,-1-1 0 0 0,0 0 0 0 0,0 1 0 0 0,0-1 0 0 0,1 1 0 0 0,-1-1 0 0 0,0 1-1 0 0,0-1 1 0 0,0 1 0 0 0,0 0 0 0 0,0 0 0 0 0,0 0 0 0 0,0-1 0 0 0,0 1 0 0 0,0 0 0 0 0,-1 0 0 0 0,1 0 0 0 0,0 0-1 0 0,0 1 1 0 0,-1-1 0 0 0,1 0 0 0 0,-1 0 0 0 0,1 0 0 0 0,-1 0 0 0 0,1 2 0 0 0,8 47-23 0 0,-7-39 26 0 0,-1 1 15 0 0,-1 1 1 0 0,0-1-1 0 0,0 1 1 0 0,-5 23-1 0 0,0 18-316 0 0,0-44-382 0 0,2-6-1826 0 0</inkml:trace>
</inkml:ink>
</file>

<file path=ppt/ink/ink10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17:06.7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122 8 536 0 0,'0'0'2896'0'0,"-4"1"-2237"0"0,-5 2-316 0 0,1 0 0 0 0,1 1 0 0 0,-1 0-1 0 0,0 0 1 0 0,1 1 0 0 0,0-1 0 0 0,0 2 0 0 0,1-1 0 0 0,-8 8-1 0 0,11-10-225 0 0,0 0 0 0 0,0 0-1 0 0,0 0 1 0 0,0 0 0 0 0,0 0-1 0 0,1 1 1 0 0,0-1-1 0 0,0 1 1 0 0,0 0 0 0 0,0 0-1 0 0,0 0 1 0 0,1 0-1 0 0,-1 0 1 0 0,1 0 0 0 0,0 0-1 0 0,1 0 1 0 0,-1 0-1 0 0,1 1 1 0 0,0-1 0 0 0,0 0-1 0 0,0 7 1 0 0,1-8-76 0 0,0-1 1 0 0,0 0-1 0 0,0 1 1 0 0,0-1-1 0 0,1 0 1 0 0,-1 0-1 0 0,1 0 1 0 0,-1 0-1 0 0,1 0 1 0 0,0 0-1 0 0,0 0 1 0 0,-1 0-1 0 0,1-1 1 0 0,0 1-1 0 0,1-1 1 0 0,-1 1-1 0 0,0-1 1 0 0,0 0-1 0 0,1 0 1 0 0,-1 0-1 0 0,1 0 0 0 0,-1 0 1 0 0,0-1-1 0 0,1 1 1 0 0,0-1-1 0 0,-1 1 1 0 0,1-1-1 0 0,-1 0 1 0 0,1 0-1 0 0,-1 0 1 0 0,1 0-1 0 0,-1-1 1 0 0,1 1-1 0 0,0-1 1 0 0,3-1-1 0 0,-1 1 65 0 0,1 0 0 0 0,0-1 1 0 0,-1 0-1 0 0,1 0 0 0 0,-1-1 0 0 0,0 1 0 0 0,0-1 0 0 0,0 0 0 0 0,0-1 0 0 0,0 1 0 0 0,-1-1 0 0 0,0 0 1 0 0,1 0-1 0 0,-2 0 0 0 0,5-5 0 0 0,-5 4-29 0 0,0 1 0 0 0,0-1 0 0 0,0 0 0 0 0,0 1 0 0 0,-1-1 0 0 0,0 0 0 0 0,0 0 0 0 0,-1-1 0 0 0,1 1 0 0 0,-1 0 0 0 0,0 0 1 0 0,-1-1-1 0 0,1 1 0 0 0,-1-1 0 0 0,0 1 0 0 0,0 0 0 0 0,-1-1 0 0 0,1 1 0 0 0,-1-1 0 0 0,-2-5 0 0 0,2 9-129 0 0,0 1-1 0 0,1 0 1 0 0,-1-1 0 0 0,0 1-1 0 0,1 0 1 0 0,-1 0 0 0 0,0 0-1 0 0,0 0 1 0 0,0 0 0 0 0,0 0-1 0 0,0 0 1 0 0,0 0-1 0 0,-1 0 1 0 0,1 0 0 0 0,0 1-1 0 0,0-1 1 0 0,-1 0 0 0 0,1 1-1 0 0,0-1 1 0 0,-1 1 0 0 0,1-1-1 0 0,0 1 1 0 0,-1 0 0 0 0,1 0-1 0 0,0-1 1 0 0,-1 1 0 0 0,1 0-1 0 0,-1 0 1 0 0,1 1-1 0 0,-1-1 1 0 0,1 0 0 0 0,0 0-1 0 0,-2 1 1 0 0,-41 19-5367 0 0,42-19 4966 0 0,-6 1-4821 0 0</inkml:trace>
</inkml:ink>
</file>

<file path=ppt/ink/ink10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17:07.1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28 224 0 0,'0'0'4120'0'0,"4"38"-1744"0"0,-4-35-2262 0 0,-1 1 0 0 0,1-1 0 0 0,0 0 0 0 0,0 1 0 0 0,0-1 0 0 0,1 1 0 0 0,-1-1 0 0 0,1 0 0 0 0,0 1 0 0 0,0-1 0 0 0,0 0-1 0 0,0 0 1 0 0,1 0 0 0 0,-1 1 0 0 0,1-2 0 0 0,0 1 0 0 0,-1 0 0 0 0,1 0 0 0 0,1 0 0 0 0,-1-1 0 0 0,0 1 0 0 0,5 3 0 0 0,-5-5-25 0 0,1 0 0 0 0,-1 0 0 0 0,0-1 0 0 0,1 1 0 0 0,-1 0 0 0 0,0-1 1 0 0,1 1-1 0 0,-1-1 0 0 0,1 0 0 0 0,-1 0 0 0 0,1 0 0 0 0,-1 0 0 0 0,1 0 0 0 0,-1 0 0 0 0,1-1 0 0 0,-1 1 0 0 0,0-1 0 0 0,1 0 0 0 0,-1 0 0 0 0,0 0 1 0 0,1 0-1 0 0,-1 0 0 0 0,0 0 0 0 0,0-1 0 0 0,0 1 0 0 0,0-1 0 0 0,0 1 0 0 0,0-1 0 0 0,-1 0 0 0 0,1 1 0 0 0,0-1 0 0 0,1-3 0 0 0,2-2-73 0 0,0-1-1 0 0,-1 0 1 0 0,0-1-1 0 0,0 1 0 0 0,-1-1 1 0 0,0 1-1 0 0,0-1 1 0 0,-1 0-1 0 0,0 0 0 0 0,-1-1 1 0 0,1-16-1 0 0,-2 26-720 0 0</inkml:trace>
</inkml:ink>
</file>

<file path=ppt/ink/ink10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17:07.5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1 852 0 0,'2'0'225'0'0,"-1"0"1"0"0,0 0-1 0 0,1 0 0 0 0,-1 1 0 0 0,0-1 1 0 0,0 0-1 0 0,0 1 0 0 0,1-1 0 0 0,-1 1 1 0 0,0-1-1 0 0,0 1 0 0 0,0 0 0 0 0,0-1 1 0 0,0 1-1 0 0,0 0 0 0 0,0 0 0 0 0,0 0 1 0 0,0 0-1 0 0,0 0 0 0 0,0 0 0 0 0,-1 0 1 0 0,1 0-1 0 0,0 0 0 0 0,-1 0 0 0 0,1 0 1 0 0,-1 0-1 0 0,1 1 0 0 0,-1-1 0 0 0,1 0 1 0 0,-1 0-1 0 0,0 1 0 0 0,1 1 0 0 0,1 52 1499 0 0,-1-17-673 0 0,0-37-1040 0 0,-1 0 1 0 0,1-1-1 0 0,0 1 0 0 0,0-1 0 0 0,0 1 0 0 0,0-1 0 0 0,0 1 0 0 0,0-1 0 0 0,0 0 0 0 0,0 1 1 0 0,0-1-1 0 0,0 0 0 0 0,0 0 0 0 0,0 0 0 0 0,0 0 0 0 0,0 0 0 0 0,0 0 0 0 0,0 0 0 0 0,0 0 1 0 0,0 0-1 0 0,0 0 0 0 0,0-1 0 0 0,0 1 0 0 0,1-1 0 0 0,33-8 81 0 0,-31 8-54 0 0,2 0-68 0 0,7-4 348 0 0,0 1-1 0 0,0 1 1 0 0,1 0-1 0 0,-1 1 1 0 0,1 0-1 0 0,-1 1 1 0 0,1 1-1 0 0,0 0 1 0 0,19 3-1 0 0,-30-2-381 0 0,-1 0 0 0 0,0 0 0 0 0,1 0 0 0 0,-1 1 0 0 0,0-1 0 0 0,0 0 0 0 0,0 1 0 0 0,0 0-1 0 0,0-1 1 0 0,2 4 0 0 0,7 11-7757 0 0</inkml:trace>
</inkml:ink>
</file>

<file path=ppt/ink/ink10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17:09.1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259 50 528 0 0,'-6'-24'4488'0'0,"3"21"-4282"0"0,-1 0 0 0 0,0 1 1 0 0,0-1-1 0 0,-1 1 0 0 0,1 0 1 0 0,0 0-1 0 0,-1 0 0 0 0,1 1 1 0 0,-1-1-1 0 0,0 1 0 0 0,1 0 0 0 0,-1 1 1 0 0,0-1-1 0 0,0 1 0 0 0,-8 0 1 0 0,-74 9 1084 0 0,84-9-1213 0 0,-3 1 22 0 0,-1 0 1 0 0,1 0 0 0 0,-1 1 0 0 0,1 0-1 0 0,0 0 1 0 0,0 1 0 0 0,0-1 0 0 0,0 1-1 0 0,-7 5 1 0 0,12-6-81 0 0,-1-1 0 0 0,1 0 0 0 0,0 1 0 0 0,0-1 0 0 0,0 1 0 0 0,0-1 0 0 0,0 1 0 0 0,0-1 0 0 0,0 1 0 0 0,1 0 0 0 0,-1-1 0 0 0,0 1 0 0 0,1 0 0 0 0,-1 0 0 0 0,1 0 0 0 0,0-1 0 0 0,0 1 0 0 0,0 0 0 0 0,0 0 0 0 0,0 0 0 0 0,0 0 0 0 0,0-1 0 0 0,1 1 0 0 0,-1 0 0 0 0,0 0 0 0 0,1-1 0 0 0,0 1 0 0 0,-1 0 0 0 0,1 0 0 0 0,0-1-1 0 0,0 1 1 0 0,0-1 0 0 0,0 1 0 0 0,0-1 0 0 0,0 1 0 0 0,0-1 0 0 0,3 2 0 0 0,7 10 38 0 0,1 0 0 0 0,0-1 0 0 0,1-1 0 0 0,0 0 0 0 0,1-1 0 0 0,18 10 0 0 0,-17-11-36 0 0,0 1 0 0 0,0 1-1 0 0,-1 0 1 0 0,-1 1 0 0 0,19 21 0 0 0,-29-29-21 0 0,0-1-1 0 0,0 1 1 0 0,-1 0-1 0 0,0 0 1 0 0,0 0-1 0 0,0 0 1 0 0,0 0-1 0 0,0 1 1 0 0,-1-1-1 0 0,0 0 1 0 0,0 1-1 0 0,0-1 1 0 0,0 1-1 0 0,-1 5 1 0 0,0-7 0 0 0,-1-1 0 0 0,1 1 0 0 0,-1 0 0 0 0,0-1 0 0 0,1 1 0 0 0,-1-1 0 0 0,0 1 0 0 0,-1-1 0 0 0,1 0 0 0 0,0 1 0 0 0,-1-1 0 0 0,1 0 0 0 0,-1 0 0 0 0,0 0 0 0 0,0 0 0 0 0,0 0 0 0 0,0-1 0 0 0,0 1 1 0 0,0 0-1 0 0,0-1 0 0 0,0 1 0 0 0,-1-1 0 0 0,1 0 0 0 0,0 0 0 0 0,-5 1 0 0 0,-8 5 4 0 0,-1-1 1 0 0,1-1 0 0 0,-2-1-1 0 0,1 0 1 0 0,0-1-1 0 0,-1 0 1 0 0,-26-1-1 0 0,37-2-275 0 0,-25-2 103 0 0,30 2-48 0 0,1 0 1 0 0,-1 0-1 0 0,0 0 0 0 0,0-1 1 0 0,1 1-1 0 0,-1 0 0 0 0,0-1 0 0 0,1 1 1 0 0,-1 0-1 0 0,0-1 0 0 0,1 1 0 0 0,-1-1 1 0 0,1 1-1 0 0,-1-1 0 0 0,1 1 1 0 0,-1-1-1 0 0,1 1 0 0 0,-1-1 0 0 0,1 0 1 0 0,-1 1-1 0 0,1-1 0 0 0,0 0 0 0 0,-1 1 1 0 0,1-1-1 0 0,0 0 0 0 0,0 1 0 0 0,-1-1 1 0 0,1 0-1 0 0,0 0 0 0 0,0 1 1 0 0,0-2-1 0 0</inkml:trace>
</inkml:ink>
</file>

<file path=ppt/ink/ink10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17:09.7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13 116 952 0 0,'-10'-11'2966'0'0,"7"0"5558"0"0,750 13-7395 0 0,-602-6-1029 0 0,39-5 4 0 0,-182 9-103 0 0,0 0 0 0 0,0 0 0 0 0,0 0 0 0 0,-1 0 0 0 0,1 0 0 0 0,0-1 0 0 0,0 1 0 0 0,0-1 0 0 0,0 0 0 0 0,-1 1 0 0 0,1-1 1 0 0,0 0-1 0 0,-1 0 0 0 0,4-2 0 0 0,-5 3 0 0 0,0-1-1 0 0,0 1 1 0 0,1-1 0 0 0,-1 1 0 0 0,0-1-1 0 0,0 1 1 0 0,0-1 0 0 0,0 1 0 0 0,0-1-1 0 0,0 1 1 0 0,0-1 0 0 0,0 1 0 0 0,0-1-1 0 0,0 1 1 0 0,0-1 0 0 0,0 1 0 0 0,-1-1-1 0 0,1 1 1 0 0,0-1 0 0 0,0 1 0 0 0,0-1 0 0 0,-1 1-1 0 0,1-1 1 0 0,0 1 0 0 0,0-1 0 0 0,-1 1-1 0 0,1 0 1 0 0,-1-1 0 0 0,1 1 0 0 0,0 0-1 0 0,-1-1 1 0 0,0 1 0 0 0,-3-4 3 0 0,-1 0 0 0 0,0 1 0 0 0,0 0 1 0 0,0 0-1 0 0,0 0 0 0 0,-1 1 0 0 0,-8-4 0 0 0,-13-4-10 0 0,-30-8-21 0 0,54 18 25 0 0,0-1-1 0 0,0 0 0 0 0,0 1 1 0 0,0 0-1 0 0,0 0 0 0 0,0 0 1 0 0,0 0-1 0 0,0 0 0 0 0,0 1 0 0 0,0-1 1 0 0,0 1-1 0 0,1 0 0 0 0,-1 0 1 0 0,0 0-1 0 0,-4 2 0 0 0,1 3-35 0 0,-1 0-1 0 0,1 0 0 0 0,0 1 0 0 0,1 0 0 0 0,0 0 1 0 0,0 1-1 0 0,0-1 0 0 0,1 1 0 0 0,-6 14 1 0 0,4-9-584 0 0,0-1 1 0 0,-1-1-1 0 0,-12 18 1 0 0,-8 1-5343 0 0,21-22 3188 0 0</inkml:trace>
</inkml:ink>
</file>

<file path=ppt/ink/ink10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17:10.3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132 160 13037 0 0,'1'-14'2'0'0,"0"1"-1"0"0,-1-1 1 0 0,-1 1-1 0 0,-3-21 1 0 0,-1-22 2107 0 0,5 55-1571 0 0,0 5-381 0 0,1 53 98 0 0,-2-1 0 0 0,-3 1 0 0 0,-3-1-1 0 0,-19 80 1 0 0,26-134-253 0 0,0-1-1 0 0,0 0 1 0 0,-1 1 0 0 0,1-1 0 0 0,-1 0 0 0 0,1 1-1 0 0,-1-1 1 0 0,1 0 0 0 0,-1 0 0 0 0,0 1-1 0 0,0-1 1 0 0,1 0 0 0 0,-1 0 0 0 0,0 0-1 0 0,0 0 1 0 0,0 0 0 0 0,0 0 0 0 0,-1 0-1 0 0,1 0 1 0 0,-2 1 0 0 0,2-2-1 0 0,0 0 1 0 0,0-1-1 0 0,0 1 0 0 0,0 0 0 0 0,0 0 1 0 0,0 0-1 0 0,0 0 0 0 0,0-1 0 0 0,1 1 1 0 0,-1-1-1 0 0,0 1 0 0 0,0 0 0 0 0,0-1 1 0 0,0 1-1 0 0,1-1 0 0 0,-1 0 1 0 0,0 1-1 0 0,1-1 0 0 0,-1 0 0 0 0,0 1 1 0 0,1-1-1 0 0,-2-1 0 0 0,-2-4 0 0 0,0 0 0 0 0,0 0 0 0 0,1-1 1 0 0,-1 1-1 0 0,2-1 0 0 0,-4-10 0 0 0,-1-9-14 0 0,2 0 1 0 0,1-1-1 0 0,1 1 1 0 0,0-28-1 0 0,3 37-3 0 0,1 0 1 0 0,0 0-1 0 0,1 0 1 0 0,1 0-1 0 0,1 0 1 0 0,0 1-1 0 0,9-23 1 0 0,-12 38 7 0 0,-1 0 0 0 0,0-1 0 0 0,0 1 0 0 0,1 0 0 0 0,-1 0 0 0 0,1 0 0 0 0,-1 0 0 0 0,1 0 0 0 0,-1-1 0 0 0,1 1 0 0 0,0 0 0 0 0,0 0 0 0 0,-1 0 0 0 0,1 1 0 0 0,0-1 0 0 0,0 0 0 0 0,0 0 0 0 0,0 0 0 0 0,0 1 0 0 0,0-1 0 0 0,0 0 0 0 0,0 1 0 0 0,0-1 0 0 0,1 1 0 0 0,-1-1 0 0 0,0 1 0 0 0,0 0 0 0 0,0 0 0 0 0,1-1 0 0 0,-1 1 0 0 0,0 0 0 0 0,0 0 0 0 0,1 0 0 0 0,-1 0 0 0 0,0 0 0 0 0,0 0 0 0 0,1 1 0 0 0,-1-1 0 0 0,0 0 0 0 0,0 1 0 0 0,0-1 0 0 0,0 1 0 0 0,1-1 0 0 0,-1 1 0 0 0,0-1 0 0 0,0 1 0 0 0,0 0 0 0 0,0 0 0 0 0,1 1 0 0 0,18 13-88 0 0,-1 2 0 0 0,0 0 0 0 0,-2 2 1 0 0,0-1-1 0 0,18 27 0 0 0,-18-21-54 0 0,2-1-1 0 0,1-1 0 0 0,36 31 1 0 0,-44-44 95 0 0,1 0 1 0 0,0 0-1 0 0,0-1 1 0 0,1-1-1 0 0,0-1 1 0 0,0 0-1 0 0,0 0 1 0 0,19 4-1 0 0,-29-9 73 0 0,0 0 1 0 0,1-1-1 0 0,-1 1 0 0 0,0-1 0 0 0,0 0 0 0 0,0 0 0 0 0,0 0 0 0 0,1 0 0 0 0,-1-1 0 0 0,0 0 0 0 0,0 0 0 0 0,0 0 0 0 0,0 0 0 0 0,0 0 0 0 0,0-1 0 0 0,0 0 1 0 0,-1 0-1 0 0,1 0 0 0 0,-1 0 0 0 0,1-1 0 0 0,-1 1 0 0 0,0-1 0 0 0,0 0 0 0 0,0 0 0 0 0,0 0 0 0 0,0 0 0 0 0,-1 0 0 0 0,1-1 0 0 0,-1 1 0 0 0,0-1 0 0 0,0 0 1 0 0,0 1-1 0 0,-1-1 0 0 0,3-7 0 0 0,1-12 142 0 0,0 0 1 0 0,-2-1-1 0 0,0 0 1 0 0,-2 1-1 0 0,-2-43 1 0 0,1 25 31 0 0,-2 22-81 0 0,20 28-11213 0 0,-6-4 7875 0 0</inkml:trace>
</inkml:ink>
</file>

<file path=ppt/ink/ink10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17:10.8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58 239 640 0 0,'2'4'367'0'0,"-1"-1"-1"0"0,0 0 1 0 0,0 0-1 0 0,0 1 1 0 0,0-1 0 0 0,-1 1-1 0 0,1-1 1 0 0,-1 0-1 0 0,0 1 1 0 0,0-1 0 0 0,0 1-1 0 0,-1-1 1 0 0,1 1-1 0 0,-2 3 1 0 0,1 16 657 0 0,3 3 10 0 0,0-3 39 0 0,0 1 0 0 0,9 33 0 0 0,-24-64 821 0 0,-5-14-1769 0 0,13 11-72 0 0,-1-1 1 0 0,2 0-1 0 0,-1 0 0 0 0,2 0 0 0 0,0-1 0 0 0,0 1 0 0 0,1-1 1 0 0,0 0-1 0 0,1 1 0 0 0,0-1 0 0 0,1-15 0 0 0,2 17-45 0 0,0-1 1 0 0,0 1-1 0 0,1 0 0 0 0,0 0 0 0 0,1 0 0 0 0,0 1 1 0 0,0-1-1 0 0,1 1 0 0 0,0 0 0 0 0,1 0 1 0 0,0 1-1 0 0,14-16 0 0 0,-3 5 0 0 0,0 2-1 0 0,1 0 1 0 0,33-24-1 0 0,-45 37-5 0 0,0 0-1 0 0,1 0 1 0 0,-1 1-1 0 0,1-1 0 0 0,-1 2 1 0 0,1-1-1 0 0,0 1 1 0 0,0 0-1 0 0,0 0 1 0 0,0 0-1 0 0,0 1 0 0 0,1 0 1 0 0,-1 1-1 0 0,0 0 1 0 0,0 0-1 0 0,15 2 1 0 0,-20-2-1 0 0,0 1 0 0 0,0-1 1 0 0,0 0-1 0 0,0 1 1 0 0,-1-1-1 0 0,1 1 0 0 0,0-1 1 0 0,0 1-1 0 0,-1 0 1 0 0,1 0-1 0 0,0 0 0 0 0,-1 0 1 0 0,1 0-1 0 0,-1 0 0 0 0,1 0 1 0 0,-1 1-1 0 0,1-1 1 0 0,-1 1-1 0 0,0-1 0 0 0,0 1 1 0 0,0-1-1 0 0,0 1 1 0 0,0-1-1 0 0,0 1 0 0 0,0 0 1 0 0,0 0-1 0 0,-1-1 0 0 0,1 1 1 0 0,-1 0-1 0 0,1 0 1 0 0,-1 0-1 0 0,0 0 0 0 0,0 0 1 0 0,0-1-1 0 0,0 1 1 0 0,0 4-1 0 0,-1-2 0 0 0,-1 0-1 0 0,1 0 1 0 0,-1 1 0 0 0,0-1 0 0 0,0 0 0 0 0,-1 0-1 0 0,1-1 1 0 0,-1 1 0 0 0,1 0 0 0 0,-1-1-1 0 0,-1 0 1 0 0,1 1 0 0 0,0-1 0 0 0,-7 4-1 0 0,-12 8-382 0 0,-1-2 0 0 0,-1 0 0 0 0,0-2 0 0 0,-37 13 0 0 0,-50 10-5855 0 0,64-22 2779 0 0</inkml:trace>
</inkml:ink>
</file>

<file path=ppt/ink/ink10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17:11.9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26 924 0 0,'1'-25'5930'0'0,"1"38"-3103"0"0,1 44-1804 0 0,18 234 425 0 0,-21-287-1418 0 0,0 0 1 0 0,0 0 0 0 0,0-1-1 0 0,0 1 1 0 0,1 0 0 0 0,0 0-1 0 0,0 0 1 0 0,0-1-1 0 0,0 1 1 0 0,1-1 0 0 0,-1 1-1 0 0,1-1 1 0 0,0 1 0 0 0,4 5-1 0 0,-5-8 30 0 0,27-20 124 0 0,-10 3-105 0 0,-1-1 0 0 0,0 0 1 0 0,-1-2-1 0 0,25-37 1 0 0,41-90 203 0 0,-34 65-1629 0 0,-44 83-2161 0 0,-3-1 3162 0 0,0 0 1 0 0,0 0-1 0 0,0 0 0 0 0,-1 0 1 0 0,1 0-1 0 0,0 1 0 0 0,-1-1 1 0 0,1 0-1 0 0,0 0 1 0 0,-1 0-1 0 0,1 3 0 0 0,-1 3-2213 0 0</inkml:trace>
</inkml:ink>
</file>

<file path=ppt/ink/ink10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17:12.4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95 459 784 0 0,'-20'68'4760'0'0,"16"-47"-3902"0"0,1 1 1 0 0,0 40-1 0 0,8-26 638 0 0,-3-32 212 0 0,-3-21-1179 0 0,-1-27-113 0 0,2 0 0 0 0,11-78 1 0 0,-6 78-294 0 0,2 1 1 0 0,3 0 0 0 0,18-54 0 0 0,-22 80-93 0 0,1 0 1 0 0,0 0-1 0 0,2 1 1 0 0,-1 0-1 0 0,2 1 1 0 0,0 0 0 0 0,1 1-1 0 0,1 0 1 0 0,0 0-1 0 0,25-20 1 0 0,-32 30-28 0 0,1 1 0 0 0,0-1 0 0 0,0 1 0 0 0,1 0 0 0 0,-1 1 1 0 0,1 0-1 0 0,-1 0 0 0 0,1 0 0 0 0,0 1 0 0 0,0 0 0 0 0,-1 0 1 0 0,1 0-1 0 0,0 1 0 0 0,0 0 0 0 0,0 1 0 0 0,0 0 0 0 0,0 0 0 0 0,-1 0 1 0 0,1 0-1 0 0,0 1 0 0 0,-1 1 0 0 0,1-1 0 0 0,10 6 0 0 0,-9-4 3 0 0,-1 0 0 0 0,1 0 0 0 0,-1 1-1 0 0,0 0 1 0 0,0 0 0 0 0,-1 1-1 0 0,1 0 1 0 0,-1 0 0 0 0,-1 0 0 0 0,1 1-1 0 0,-1 0 1 0 0,0 0 0 0 0,-1 0-1 0 0,1 1 1 0 0,-1-1 0 0 0,-1 1 0 0 0,0 0-1 0 0,5 15 1 0 0,-8-19-2 0 0,0 0 0 0 0,0 0 0 0 0,0 0 0 0 0,-1 0 0 0 0,1 1 0 0 0,-1-1 0 0 0,0 0 0 0 0,0 0 0 0 0,-1 0 0 0 0,1 0 0 0 0,-1-1 0 0 0,0 1 0 0 0,0 0 0 0 0,0-1 0 0 0,0 1 0 0 0,0-1 0 0 0,-1 0 0 0 0,0 1 0 0 0,0-1 0 0 0,0 0 1 0 0,0-1-1 0 0,0 1 0 0 0,0-1 0 0 0,-1 1 0 0 0,1-1 0 0 0,-5 2 0 0 0,-11 7-45 0 0,0-2 0 0 0,0 1 1 0 0,-32 8-1 0 0,-139 39-2365 0 0,64-28-3176 0 0,68-18 2112 0 0</inkml:trace>
</inkml:ink>
</file>

<file path=ppt/ink/ink10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17:29.1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37 75 536 0 0,'-3'-4'456'0'0,"0"0"0"0"0,0 0-1 0 0,1 0 1 0 0,-1 0 0 0 0,1-1 0 0 0,0 1 0 0 0,0-1-1 0 0,0 1 1 0 0,0-1 0 0 0,0-5 0 0 0,-4-7 1197 0 0,6 16-1282 0 0,0 1-347 0 0,0 0 1 0 0,0 0-1 0 0,-1 0 1 0 0,1 0-1 0 0,0 0 0 0 0,0 0 1 0 0,0 0-1 0 0,0 0 1 0 0,0 0-1 0 0,0 0 0 0 0,0 0 1 0 0,-1 0-1 0 0,1 0 1 0 0,0 0-1 0 0,0 0 0 0 0,0 0 1 0 0,0 0-1 0 0,0 0 1 0 0,0 0-1 0 0,0 0 0 0 0,0 0 1 0 0,-1 0-1 0 0,1 0 0 0 0,0 0 1 0 0,0 0-1 0 0,0 0 1 0 0,0 0-1 0 0,0 0 0 0 0,0 0 1 0 0,0 0-1 0 0,0 0 1 0 0,-1 0-1 0 0,1 0 0 0 0,0 0 1 0 0,0 0-1 0 0,0-1 1 0 0,0 1-1 0 0,0 0 0 0 0,0 0 1 0 0,0 0-1 0 0,0 0 1 0 0,0 0-1 0 0,0 0 0 0 0,0 0 1 0 0,0 0-1 0 0,0-1 1 0 0,0 1-1 0 0,0 0 0 0 0,0 0 1 0 0,0 0-1 0 0,0 0 1 0 0,0 0-1 0 0,0 0 0 0 0,0 0 1 0 0,0-1-1 0 0,0 1 0 0 0,0 0 1 0 0,0 0-1 0 0,0 0 1 0 0,0 0-1 0 0,0 0 0 0 0,0 0 1 0 0,1 32 132 0 0,2 0 0 0 0,1-1 0 0 0,2 1 0 0 0,1-1 0 0 0,1 0 0 0 0,2 0 0 0 0,23 50 0 0 0,15 14 30 0 0,60 88 0 0 0,-91-155-132 0 0,-16-27-23 0 0,-1 0 1 0 0,1 0 0 0 0,-1 0-1 0 0,1 0 1 0 0,0 0 0 0 0,-1 0 0 0 0,1 0-1 0 0,0 0 1 0 0,0 0 0 0 0,-1 0-1 0 0,1 0 1 0 0,0-1 0 0 0,0 1-1 0 0,0 0 1 0 0,0-1 0 0 0,0 1 0 0 0,0-1-1 0 0,0 1 1 0 0,0-1 0 0 0,0 1-1 0 0,1-1 1 0 0,-1 0 0 0 0,0 0 0 0 0,0 1-1 0 0,2-1 1 0 0,-1-1-8 0 0,-1 1 1 0 0,1-1 0 0 0,-1 0-1 0 0,1 0 1 0 0,-1 1-1 0 0,0-1 1 0 0,1 0-1 0 0,-1 0 1 0 0,0-1-1 0 0,0 1 1 0 0,1 0 0 0 0,-1 0-1 0 0,0 0 1 0 0,0-1-1 0 0,-1 1 1 0 0,2-2-1 0 0,4-8 64 0 0,0-1 0 0 0,-1 0 0 0 0,6-19 0 0 0,-11 30-81 0 0,53-176 391 0 0,20-64-119 0 0,-57 207-215 0 0,-12 28-119 0 0,-1 0 0 0 0,1-1 0 0 0,-2 1 0 0 0,1-1 0 0 0,-1 0 0 0 0,0 0 0 0 0,2-8 0 0 0,-4 15 31 0 0,0 0 0 0 0,1-1 0 0 0,-1 1 0 0 0,0 0 0 0 0,1 0 0 0 0,-1 0 0 0 0,0-1 0 0 0,1 1 0 0 0,-1 0 0 0 0,0 0-1 0 0,1 0 1 0 0,-1 0 0 0 0,1 0 0 0 0,-1 0 0 0 0,0 0 0 0 0,1 0 0 0 0,-1 0 0 0 0,0 0 0 0 0,1 0 0 0 0,-1 0 0 0 0,1 0 0 0 0,-1 0 0 0 0,0 0 0 0 0,1 0 0 0 0,-1 1 0 0 0,0-1 0 0 0,1 0 0 0 0,-1 0 0 0 0,0 0 0 0 0,1 1 0 0 0,-1-1 0 0 0,0 0 0 0 0,1 0 0 0 0,-1 1 0 0 0,0-1 0 0 0,0 0 0 0 0,1 0 0 0 0,-1 1 0 0 0,0-1 0 0 0,1 1 0 0 0,14 11-755 0 0,32 74-6150 0 0,-39-70 4614 0 0</inkml:trace>
</inkml:ink>
</file>

<file path=ppt/ink/ink10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17:29.7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79 496 488 0 0,'0'17'7229'0'0,"10"92"-4651"0"0,-9-109-2508 0 0,-1 1 1 0 0,0-1-1 0 0,1 1 1 0 0,-1-1-1 0 0,0 1 1 0 0,0-1-1 0 0,1 1 1 0 0,-1-1-1 0 0,0 1 1 0 0,0 0-1 0 0,0-1 1 0 0,0 1-1 0 0,0-1 1 0 0,0 1-1 0 0,0 0 1 0 0,0-1-1 0 0,0 1 1 0 0,0-1-1 0 0,0 1 1 0 0,0-1-1 0 0,0 1 1 0 0,-1-1-1 0 0,1 1 1 0 0,0 0-1 0 0,0-1 1 0 0,-1 1-1 0 0,1-1 1 0 0,0 1 0 0 0,0-1-1 0 0,-1 1 1 0 0,1-1-1 0 0,-1 0 1 0 0,1 1-1 0 0,-1 0 1 0 0,-15-15 588 0 0,-17-37-342 0 0,26 35-269 0 0,0-1 1 0 0,2 0-1 0 0,0-1 1 0 0,1 1-1 0 0,0-1 1 0 0,2 0 0 0 0,0 0-1 0 0,1 1 1 0 0,1-1-1 0 0,0 0 1 0 0,2 0 0 0 0,0 0-1 0 0,1 0 1 0 0,6-23-1 0 0,-3 21-28 0 0,1 0 0 0 0,1 0 0 0 0,0 0 0 0 0,2 1 0 0 0,0 0 0 0 0,1 1 0 0 0,1 0 0 0 0,0 1 0 0 0,2 0 0 0 0,0 1 0 0 0,29-25 0 0 0,-36 35-18 0 0,0 1 0 0 0,1 1 0 0 0,-1-1 0 0 0,1 1 0 0 0,0 1 0 0 0,1-1 0 0 0,-1 1 0 0 0,0 1 0 0 0,1 0 0 0 0,0 0 0 0 0,-1 0 0 0 0,1 1 0 0 0,0 1 0 0 0,0-1 0 0 0,0 1 0 0 0,0 1 0 0 0,-1 0 0 0 0,1 0 0 0 0,0 1 0 0 0,13 4 0 0 0,-17-5-3 0 0,0 1 0 0 0,1 0 0 0 0,-1 1 1 0 0,0-1-1 0 0,0 1 0 0 0,0 0 0 0 0,0 0 0 0 0,0 1 1 0 0,-1-1-1 0 0,0 1 0 0 0,0 0 0 0 0,0 1 1 0 0,0-1-1 0 0,0 0 0 0 0,-1 1 0 0 0,0 0 0 0 0,0 0 1 0 0,0 0-1 0 0,-1 0 0 0 0,1 0 0 0 0,-1 1 0 0 0,-1-1 1 0 0,1 1-1 0 0,-1-1 0 0 0,0 1 0 0 0,0 0 0 0 0,0-1 1 0 0,-1 1-1 0 0,0 0 0 0 0,0 0 0 0 0,0 0 0 0 0,-2 6 1 0 0,1-6-1 0 0,0 0-1 0 0,-1 0 1 0 0,1 0 0 0 0,-1-1 0 0 0,0 1 0 0 0,-1 0 0 0 0,1-1 0 0 0,-1 0 0 0 0,0 0 0 0 0,-1 0 0 0 0,1 0-1 0 0,-1 0 1 0 0,0 0 0 0 0,0-1 0 0 0,0 0 0 0 0,-1 0 0 0 0,1 0 0 0 0,-9 5 0 0 0,-4 0-4 0 0,-1 0 1 0 0,0-1-1 0 0,-1-1 1 0 0,-23 7-1 0 0,-16 5-174 0 0,39-12-536 0 0,45-6-10854 0 0</inkml:trace>
</inkml:ink>
</file>

<file path=ppt/ink/ink10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17:30.6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116 104 120 0 0,'0'0'4624'0'0,"-15"-5"3212"0"0,36 5-7793 0 0,-16 0-10 0 0,18-3 696 0 0,-171 1-575 0 0,146 2-153 0 0,32 3 6 0 0,52-1 1 0 0,-52-2-9 0 0,702 5 18 0 0,-694-3-20 0 0,-18-1-1 0 0,1 0 0 0 0,0-1 1 0 0,0-1-1 0 0,26-5 0 0 0,-47 6 5 0 0,1 0 0 0 0,-1 0 0 0 0,1 0 0 0 0,-1 0 0 0 0,1 0 0 0 0,-1 0 0 0 0,1 0 0 0 0,-1 0 0 0 0,1-1 1 0 0,-1 1-1 0 0,1 0 0 0 0,-1 0 0 0 0,0 0 0 0 0,1-1 0 0 0,-1 1 0 0 0,1 0 0 0 0,-1 0 0 0 0,0-1 0 0 0,1 1 0 0 0,-1 0 1 0 0,1-1-1 0 0,-1 1 0 0 0,0 0 0 0 0,0-1 0 0 0,1 1 0 0 0,-1-1 0 0 0,0 1 0 0 0,0-1 0 0 0,1 1 0 0 0,-1 0 1 0 0,0-1-1 0 0,0 1 0 0 0,0-1 0 0 0,0 1 0 0 0,0-1 0 0 0,0 1 0 0 0,0-2 0 0 0,-13-15-13 0 0,-25-9-59 0 0,6 6 23 0 0,28 17 37 0 0,0 0 0 0 0,0 0 0 0 0,-1 1 1 0 0,1-1-1 0 0,-1 1 0 0 0,1 0 1 0 0,-1 0-1 0 0,0 1 0 0 0,0-1 0 0 0,-7 0 1 0 0,12 2 5 0 0,1 0-1 0 0,-1-1 1 0 0,1 2 0 0 0,-1-1 0 0 0,1 0 0 0 0,-1 0 0 0 0,0 0 0 0 0,1 0 0 0 0,-1 0 0 0 0,1 0 0 0 0,-1 0 0 0 0,1 1 0 0 0,-1-1 0 0 0,1 0 0 0 0,-1 0 0 0 0,0 1 0 0 0,1-1 0 0 0,-1 0 0 0 0,1 1 0 0 0,-1-1 0 0 0,0 0 0 0 0,1 1 0 0 0,-1-1-1 0 0,0 0 1 0 0,0 1 0 0 0,1-1 0 0 0,-1 1 0 0 0,0-1 0 0 0,0 1 0 0 0,0-1 0 0 0,1 0 0 0 0,-1 1 0 0 0,0-1 0 0 0,0 1 0 0 0,0 0 0 0 0,-4 23-45 0 0,1-17 48 0 0,0-1-1 0 0,0 1 1 0 0,-1-1 0 0 0,1 0-1 0 0,-8 9 1 0 0,-4-2-77 0 0,0 0-1 0 0,-1 0 1 0 0,0-2 0 0 0,-21 12-1 0 0,-27 19-4875 0 0,59-37 2024 0 0,4 1 223 0 0</inkml:trace>
</inkml:ink>
</file>

<file path=ppt/ink/ink10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17:31.1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3 192 808 0 0,'0'0'165'0'0,"0"-1"-1"0"0,-1 1 0 0 0,1 0 1 0 0,0 0-1 0 0,0-1 1 0 0,0 1-1 0 0,-1 0 1 0 0,1 0-1 0 0,0-1 1 0 0,0 1-1 0 0,0 0 1 0 0,0-1-1 0 0,0 1 0 0 0,0 0 1 0 0,0-1-1 0 0,0 1 1 0 0,-1 0-1 0 0,1-1 1 0 0,0 1-1 0 0,0 0 1 0 0,1-1-1 0 0,-1 1 0 0 0,0 0 1 0 0,0-1-1 0 0,0 1 1 0 0,0 0-1 0 0,0-1 1 0 0,0 1-1 0 0,0 0 1 0 0,0-1-1 0 0,1 1 1 0 0,11 11 364 0 0,-1 1 0 0 0,0 0 1 0 0,-1 1-1 0 0,14 21 0 0 0,11 15 118 0 0,118 156 1269 0 0,-152-203-1842 0 0,0-1-1 0 0,-1 0 1 0 0,1 1 0 0 0,0-1-1 0 0,0 0 1 0 0,0 0-1 0 0,0 1 1 0 0,0-1-1 0 0,0 0 1 0 0,0 0-1 0 0,0 0 1 0 0,0 0-1 0 0,1 0 1 0 0,-1-1-1 0 0,0 1 1 0 0,1 0 0 0 0,-1-1-1 0 0,1 1 1 0 0,-1 0-1 0 0,0-1 1 0 0,1 0-1 0 0,-1 1 1 0 0,1-1-1 0 0,-1 0 1 0 0,1 0-1 0 0,0 0 1 0 0,-1 0 0 0 0,1 0-1 0 0,-1 0 1 0 0,3-1-1 0 0,0-1 64 0 0,-1-1-1 0 0,1 1 1 0 0,-1-1-1 0 0,0 0 1 0 0,1-1-1 0 0,-2 1 0 0 0,1 0 1 0 0,0-1-1 0 0,-1 0 1 0 0,4-5-1 0 0,324-448 1877 0 0,-323 447-2002 0 0,-6 8-47 0 0,1-1 0 0 0,-1 1-1 0 0,1-1 1 0 0,-1 1 0 0 0,1 0-1 0 0,0 0 1 0 0,0 0 0 0 0,0 0-1 0 0,0 0 1 0 0,0 0 0 0 0,0 1-1 0 0,0-1 1 0 0,0 1 0 0 0,6-3-1 0 0,-8 4-26 0 0,1 1 0 0 0,0-1-1 0 0,-1 1 1 0 0,1-1 0 0 0,-1 1 0 0 0,1-1-1 0 0,-1 1 1 0 0,1-1 0 0 0,-1 1 0 0 0,1-1-1 0 0,-1 1 1 0 0,1 0 0 0 0,-1-1 0 0 0,0 1-1 0 0,1 0 1 0 0,-1-1 0 0 0,0 1 0 0 0,0 0-1 0 0,1 0 1 0 0,-1-1 0 0 0,0 1 0 0 0,0 0-1 0 0,0 0 1 0 0,0-1 0 0 0,0 1 0 0 0,0 0-1 0 0,0 0 1 0 0,0 0 0 0 0,-1 29-1807 0 0,0-24 1164 0 0,1 23-5288 0 0,-3-14 2542 0 0</inkml:trace>
</inkml:ink>
</file>

<file path=ppt/ink/ink10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17:33.9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67 208 0 0,'0'0'287'0'0,"3"-27"3174"0"0,0 2-654 0 0,-1 11-7 0 0,12 30-2484 0 0,0 11-105 0 0,-1 1 1 0 0,-2 0-1 0 0,0 1 1 0 0,7 36-1 0 0,-6-24-42 0 0,22 53 0 0 0,-28-79-123 0 0,72 144 547 0 0,-78-159-572 0 0,0 0 1 0 0,0 1-1 0 0,0-1 0 0 0,0 0 1 0 0,0 0-1 0 0,0 1 0 0 0,1-1 0 0 0,-1 0 1 0 0,0 0-1 0 0,0 0 0 0 0,0 1 1 0 0,0-1-1 0 0,1 0 0 0 0,-1 0 1 0 0,0 0-1 0 0,0 0 0 0 0,0 1 0 0 0,1-1 1 0 0,-1 0-1 0 0,0 0 0 0 0,0 0 1 0 0,1 0-1 0 0,-1 0 0 0 0,0 0 0 0 0,0 0 1 0 0,1 0-1 0 0,-1 0 0 0 0,0 0 1 0 0,0 0-1 0 0,1 0 0 0 0,-1 0 1 0 0,0 0-1 0 0,0 0 0 0 0,1 0 0 0 0,-1 0 1 0 0,0 0-1 0 0,0 0 0 0 0,1 0 1 0 0,-1 0-1 0 0,0 0 0 0 0,0 0 0 0 0,0-1 1 0 0,1 1-1 0 0,-1 0 0 0 0,0 0 1 0 0,0 0-1 0 0,1-1 0 0 0,10-15 431 0 0,8-33-248 0 0,-16 40-82 0 0,66-225 350 0 0,-45 142-370 0 0,-16 69-59 0 0,4-22-365 0 0,-12 44 122 0 0,4 4-657 0 0,0 0 475 0 0,0 0 0 0 0,0 0 1 0 0,0 1-1 0 0,0-1 0 0 0,-1 1 0 0 0,1 0 1 0 0,-1 0-1 0 0,0 0 0 0 0,-1 1 0 0 0,1-1 1 0 0,3 8-1 0 0,1 0-3298 0 0,-1-4 1042 0 0</inkml:trace>
</inkml:ink>
</file>

<file path=ppt/ink/ink10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17:34.5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1 177 720 0 0,'0'0'1576'0'0,"5"10"2179"0"0,15 33-2246 0 0,-2 11-400 0 0,-10-33-661 0 0,-1 1 0 0 0,7 35 0 0 0,-12-36 1577 0 0,-8-41-1510 0 0,-2-45-329 0 0,11 39-114 0 0,1 1 0 0 0,1-1 0 0 0,1 1 0 0 0,16-39 1 0 0,-17 51-56 0 0,1 0 0 0 0,0 1 1 0 0,1 0-1 0 0,1 0 0 0 0,0 0 1 0 0,0 1-1 0 0,1 0 0 0 0,1 0 1 0 0,-1 1-1 0 0,14-10 1 0 0,-21 18-18 0 0,0 1 1 0 0,0-1 0 0 0,1 0 0 0 0,-1 1-1 0 0,0 0 1 0 0,0 0 0 0 0,1 0 0 0 0,-1 0 0 0 0,1 0-1 0 0,-1 0 1 0 0,1 0 0 0 0,-1 1 0 0 0,1-1-1 0 0,0 1 1 0 0,-1 0 0 0 0,1 0 0 0 0,-1 0 0 0 0,1 0-1 0 0,0 0 1 0 0,-1 1 0 0 0,1-1 0 0 0,-1 1-1 0 0,1 0 1 0 0,-1-1 0 0 0,1 1 0 0 0,-1 0-1 0 0,1 0 1 0 0,-1 1 0 0 0,0-1 0 0 0,0 0 0 0 0,3 3-1 0 0,-2-1 0 0 0,-1 0-1 0 0,1-1 0 0 0,-1 1 0 0 0,0 0 0 0 0,0 0 0 0 0,0 1 0 0 0,-1-1 1 0 0,1 0-1 0 0,-1 0 0 0 0,1 1 0 0 0,-1-1 0 0 0,0 1 0 0 0,-1-1 1 0 0,1 1-1 0 0,-1 0 0 0 0,1-1 0 0 0,-1 1 0 0 0,0 0 0 0 0,0-1 0 0 0,-1 1 1 0 0,1-1-1 0 0,-2 6 0 0 0,1-4 0 0 0,-1 1-1 0 0,0-1 1 0 0,0 0 0 0 0,0 0 0 0 0,-1 0 0 0 0,0 0-1 0 0,0 0 1 0 0,0 0 0 0 0,0-1 0 0 0,-1 0-1 0 0,0 1 1 0 0,1-1 0 0 0,-2-1 0 0 0,1 1 0 0 0,0 0-1 0 0,-1-1 1 0 0,1 0 0 0 0,-1 0 0 0 0,0-1 0 0 0,0 1-1 0 0,0-1 1 0 0,-1 0 0 0 0,1 0 0 0 0,0-1-1 0 0,-1 0 1 0 0,1 0 0 0 0,-1 0 0 0 0,-6 0 0 0 0,-16-2-1226 0 0,14 0-6559 0 0</inkml:trace>
</inkml:ink>
</file>

<file path=ppt/ink/ink10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17:36.7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61 182 104 0 0,'-34'-49'6861'0'0,"33"48"-6640"0"0,-25-25 2759 0 0,52 32-2676 0 0,1-1-1 0 0,0-2 1 0 0,-1 0-1 0 0,54-2 0 0 0,126-17-224 0 0,-153 10 62 0 0,47-2-48 0 0,3 0 105 0 0,116-25 0 0 0,-198 23 10 0 0,-20 10-202 0 0,-1-1 0 0 0,0 1-1 0 0,1 0 1 0 0,-1-1 0 0 0,0 1 0 0 0,0 0 0 0 0,1-1-1 0 0,-1 1 1 0 0,0-1 0 0 0,0 1 0 0 0,0-1 0 0 0,0 1-1 0 0,0 0 1 0 0,1-1 0 0 0,-1 1 0 0 0,0-1 0 0 0,0 1-1 0 0,0-1 1 0 0,0 1 0 0 0,0-1 0 0 0,0 1 0 0 0,-1-1-1 0 0,1 1 1 0 0,0 0 0 0 0,0-1 0 0 0,0 1 0 0 0,-1-1-1 0 0,-1-3 17 0 0,0 1-1 0 0,-1 0 0 0 0,1 1 0 0 0,-1-1 1 0 0,0 0-1 0 0,0 1 0 0 0,0 0 1 0 0,0 0-1 0 0,-7-4 0 0 0,9 6-26 0 0,0 0 4 0 0,0 1 1 0 0,-1 0 0 0 0,1 0-1 0 0,0 0 1 0 0,-1 0 0 0 0,1 0-1 0 0,0 0 1 0 0,0 0 0 0 0,0 1-1 0 0,0-1 1 0 0,0 0-1 0 0,0 1 1 0 0,0-1 0 0 0,1 0-1 0 0,-1 1 1 0 0,0-1 0 0 0,1 1-1 0 0,-2 2 1 0 0,-8 36 24 0 0,6-23-33 0 0,-15 28-40 0 0,-5 17-1419 0 0,23-58 590 0 0,0 0-1 0 0,0 0 0 0 0,1 0 0 0 0,-1 0 0 0 0,1 0 1 0 0,0 0-1 0 0,1 7 0 0 0,1-6-1616 0 0</inkml:trace>
</inkml:ink>
</file>

<file path=ppt/ink/ink10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17:37.5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2 192 112 0 0,'-2'-84'7991'0'0,"2"83"-7658"0"0,15 11 1083 0 0,18 35-1064 0 0,1-1-1 0 0,2-2 0 0 0,74 67 1 0 0,-89-91-276 0 0,-9-7-1 0 0,0 0-1 0 0,1-2 0 0 0,0 1 0 0 0,22 11 1 0 0,-34-21-47 0 0,1 0 0 0 0,-1 0 0 0 0,1 0 0 0 0,-1 0 0 0 0,1 0 0 0 0,-1 0 0 0 0,1-1 0 0 0,-1 1 0 0 0,1 0 0 0 0,-1-1 0 0 0,1 1 0 0 0,-1-1 0 0 0,0 0 0 0 0,1 1 0 0 0,-1-1 0 0 0,0 0-1 0 0,1 0 1 0 0,-1 0 0 0 0,0 0 0 0 0,0 0 0 0 0,0 0 0 0 0,0 0 0 0 0,0 0 0 0 0,0 0 0 0 0,0-1 0 0 0,0 1 0 0 0,-1 0 0 0 0,1-1 0 0 0,0 1 0 0 0,0-3 0 0 0,19-41 406 0 0,-18 40-401 0 0,26-88 682 0 0,62-138 1 0 0,-83 217-621 0 0,7-9 99 0 0,-7 28-567 0 0,1 17-623 0 0,-3 1-621 0 0,-4-18 800 0 0,0 1-1 0 0,0 0 0 0 0,1-1 0 0 0,0 1 1 0 0,0-1-1 0 0,0 0 0 0 0,0 0 0 0 0,5 6 0 0 0,-2-4-1668 0 0</inkml:trace>
</inkml:ink>
</file>

<file path=ppt/ink/ink10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17:38.8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1 229 604 0 0,'0'0'114'0'0,"1"0"0"0"0,0 0 0 0 0,0-1 0 0 0,-1 1 0 0 0,1 0 0 0 0,0 0 0 0 0,0 0 0 0 0,-1 0 0 0 0,1 1 0 0 0,0-1 0 0 0,0 0 0 0 0,-1 0 0 0 0,1 0 0 0 0,0 1 0 0 0,0-1 0 0 0,-1 0 0 0 0,1 1 0 0 0,0-1 0 0 0,-1 0 0 0 0,1 1 0 0 0,0-1 0 0 0,-1 1 0 0 0,1-1 0 0 0,-1 1 0 0 0,1 0 0 0 0,-1-1 0 0 0,1 1 0 0 0,-1-1 0 0 0,1 1 0 0 0,-1 0 0 0 0,0-1 0 0 0,1 1 0 0 0,-1 0 0 0 0,0 0 0 0 0,0-1 0 0 0,1 1 0 0 0,-1 0 0 0 0,0 0 0 0 0,0-1 0 0 0,0 1 0 0 0,0 0 0 0 0,0 1 0 0 0,10 45 1107 0 0,-8-36-722 0 0,-1-4-348 0 0,7 31 897 0 0,17 52 0 0 0,-26-93-698 0 0,-11-33 1003 0 0,-11-44 0 0 0,20 66-1337 0 0,0-1 1 0 0,1 1-1 0 0,0-1 0 0 0,1 0 0 0 0,1 1 0 0 0,0-1 0 0 0,1 1 0 0 0,6-27 0 0 0,-4 30 4 0 0,1 0 0 0 0,0 0-1 0 0,1 1 1 0 0,0-1 0 0 0,1 1-1 0 0,0 1 1 0 0,1-1 0 0 0,0 1-1 0 0,0 0 1 0 0,1 0 0 0 0,14-12-1 0 0,-17 17-14 0 0,0 1 0 0 0,0-1 0 0 0,0 1 0 0 0,0 0 0 0 0,0 0 0 0 0,1 1 1 0 0,-1 0-1 0 0,1 0 0 0 0,0 0 0 0 0,-1 0 0 0 0,1 1 0 0 0,0 0 0 0 0,0 0 0 0 0,0 1 0 0 0,0-1 0 0 0,0 2 0 0 0,0-1 0 0 0,0 0 0 0 0,0 1 0 0 0,0 0 0 0 0,0 1 0 0 0,-1-1 0 0 0,1 1 0 0 0,7 3 1 0 0,-9-3-5 0 0,-1-1 0 0 0,0 1 0 0 0,0-1 0 0 0,0 1 0 0 0,0 0 1 0 0,-1 0-1 0 0,1 0 0 0 0,0 1 0 0 0,-1-1 0 0 0,1 1 0 0 0,-1-1 1 0 0,3 5-1 0 0,-4-5-3 0 0,-1-1 0 0 0,1 1 0 0 0,0 0 0 0 0,-1 0 0 0 0,1 0 0 0 0,-1 0 0 0 0,1-1 0 0 0,-1 1 0 0 0,0 0 0 0 0,0 0 0 0 0,0 0 0 0 0,0 0 0 0 0,0 0 0 0 0,0 0 1 0 0,0 0-1 0 0,-1-1 0 0 0,0 3 0 0 0,-1 1-2 0 0,0-1 1 0 0,0 0 0 0 0,0 0-1 0 0,-1 0 1 0 0,0 0 0 0 0,0 0-1 0 0,0-1 1 0 0,0 1 0 0 0,-1-1-1 0 0,1 0 1 0 0,-1 0 0 0 0,0 0-1 0 0,1-1 1 0 0,-1 1 0 0 0,-1-1-1 0 0,-5 3 1 0 0,-96 33-530 0 0,61-23-1581 0 0,1 1-3460 0 0,36-12 2907 0 0</inkml:trace>
</inkml:ink>
</file>

<file path=ppt/ink/ink10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17:39.9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0 164 460 0 0,'10'-17'2588'0'0,"1"3"1699"0"0,-4 19-1742 0 0,-3 19-2345 0 0,24 228 1439 0 0,-21-178-1559 0 0,-5-43 213 0 0,-2-26 169 0 0,-1-9 307 0 0,-11-48-531 0 0,-17-104 45 0 0,27 135-265 0 0,0 0 0 0 0,1 0 1 0 0,1 0-1 0 0,1 0 1 0 0,5-27-1 0 0,-3 38-16 0 0,-1 1-1 0 0,1-1 1 0 0,0 1 0 0 0,1 0 0 0 0,0 0-1 0 0,1 0 1 0 0,0 0 0 0 0,0 1-1 0 0,1 0 1 0 0,0 0 0 0 0,0 0 0 0 0,14-12-1 0 0,-16 17-1 0 0,1-1 0 0 0,-1 1 0 0 0,1 0-1 0 0,-1 0 1 0 0,1 0 0 0 0,0 1 0 0 0,0 0-1 0 0,0 0 1 0 0,0 0 0 0 0,1 0 0 0 0,-1 1 0 0 0,0 0-1 0 0,1 0 1 0 0,-1 1 0 0 0,1-1 0 0 0,-1 1-1 0 0,1 0 1 0 0,-1 1 0 0 0,1-1 0 0 0,-1 1 0 0 0,0 0-1 0 0,1 0 1 0 0,-1 1 0 0 0,6 2 0 0 0,-7-2-1 0 0,0 0 0 0 0,-1 1 0 0 0,1-1 0 0 0,-1 1 1 0 0,1 0-1 0 0,-1 0 0 0 0,0 0 0 0 0,0 0 1 0 0,-1 0-1 0 0,1 1 0 0 0,-1-1 0 0 0,1 1 0 0 0,-1 0 1 0 0,0 0-1 0 0,0 0 0 0 0,-1 0 0 0 0,1 0 0 0 0,-1 0 1 0 0,0 0-1 0 0,0 0 0 0 0,0 5 0 0 0,0-6 2 0 0,-1 0 1 0 0,1 0-1 0 0,-1 0 0 0 0,0 0 0 0 0,0 0 0 0 0,0-1 0 0 0,0 1 0 0 0,-1 0 1 0 0,1 0-1 0 0,-1 0 0 0 0,0 0 0 0 0,0-1 0 0 0,0 1 0 0 0,0 0 0 0 0,0-1 1 0 0,0 1-1 0 0,-1-1 0 0 0,1 1 0 0 0,-1-1 0 0 0,0 0 0 0 0,0 1 0 0 0,1-1 1 0 0,-2 0-1 0 0,1 0 0 0 0,0 0 0 0 0,0-1 0 0 0,-1 1 0 0 0,1 0 1 0 0,-1-1-1 0 0,1 0 0 0 0,-4 2 0 0 0,-38 9 5 0 0,-5 2-1640 0 0,19-2-5911 0 0</inkml:trace>
</inkml:ink>
</file>

<file path=ppt/ink/ink10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17:40.4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167 238 616 0 0,'0'0'2144'0'0,"14"29"727"0"0,-7 132 862 0 0,-6-149-3566 0 0,-1-10-79 0 0,0 1 0 0 0,1 0 0 0 0,-1 0 0 0 0,0-1 0 0 0,-1 1-1 0 0,1 0 1 0 0,0 0 0 0 0,-1 0 0 0 0,0-1 0 0 0,-1 5 0 0 0,1-6 179 0 0,-1-4-138 0 0,-5-5-63 0 0,1 0-1 0 0,1 0 1 0 0,-1-1-1 0 0,1 0 1 0 0,1 0 0 0 0,-1 0-1 0 0,2-1 1 0 0,-1 1-1 0 0,1-1 1 0 0,1 0-1 0 0,0 0 1 0 0,0 0-1 0 0,1 0 1 0 0,0 0-1 0 0,1 0 1 0 0,0 0-1 0 0,0-1 1 0 0,4-14-1 0 0,-2 8-1 0 0,1 1 0 0 0,1-1-1 0 0,0 1 1 0 0,2-1-1 0 0,-1 2 1 0 0,2-1-1 0 0,0 1 1 0 0,1 0-1 0 0,1 0 1 0 0,15-20 0 0 0,-17 27-17 0 0,0 1 0 0 0,0-1 0 0 0,0 2 0 0 0,1-1 0 0 0,0 1 0 0 0,0 1 1 0 0,1-1-1 0 0,0 1 0 0 0,0 1 0 0 0,0 0 0 0 0,12-5 0 0 0,-14 7-26 0 0,0 1 0 0 0,0-1-1 0 0,0 1 1 0 0,0 1 0 0 0,0-1 0 0 0,1 1-1 0 0,-1 0 1 0 0,0 1 0 0 0,0-1 0 0 0,0 1-1 0 0,0 1 1 0 0,0-1 0 0 0,0 1-1 0 0,-1 1 1 0 0,1-1 0 0 0,8 5 0 0 0,-14-6-18 0 0,0-1 0 0 0,1 1 1 0 0,-1 0-1 0 0,0-1 0 0 0,0 1 1 0 0,0 0-1 0 0,0 0 0 0 0,0-1 1 0 0,0 1-1 0 0,0 0 0 0 0,0 0 0 0 0,0 0 1 0 0,-1 0-1 0 0,1 0 0 0 0,0 0 1 0 0,-1 1-1 0 0,1-1 0 0 0,-1 0 1 0 0,1 0-1 0 0,-1 0 0 0 0,1 1 1 0 0,-1-1-1 0 0,0 0 0 0 0,0 1 1 0 0,1-1-1 0 0,-1 0 0 0 0,0 0 1 0 0,0 1-1 0 0,0-1 0 0 0,0 0 1 0 0,-1 1-1 0 0,1-1 0 0 0,0 0 1 0 0,-1 0-1 0 0,1 1 0 0 0,0-1 1 0 0,-1 0-1 0 0,0 0 0 0 0,1 0 1 0 0,-1 1-1 0 0,0-1 0 0 0,1 0 0 0 0,-1 0 1 0 0,0 0-1 0 0,0 0 0 0 0,-1 1 1 0 0,-3 3 6 0 0,0 0 0 0 0,0 0 1 0 0,-1 0-1 0 0,0 0 0 0 0,0-1 0 0 0,-11 6 1 0 0,-27 11-454 0 0,-1-2 1 0 0,-80 21-1 0 0,-23-6-6748 0 0,106-26 4117 0 0</inkml:trace>
</inkml:ink>
</file>

<file path=ppt/ink/ink10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18:15.6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818 243 484 0 0,'-15'-37'1979'0'0,"10"25"-1558"0"0,1 0 0 0 0,-2 0 0 0 0,1 0 0 0 0,-2 0 0 0 0,1 1 0 0 0,-2 0 0 0 0,1 1 0 0 0,-2 0 0 0 0,-15-16 0 0 0,11 16-210 0 0,0 1 0 0 0,-1 0 1 0 0,0 1-1 0 0,0 1 1 0 0,-1 0-1 0 0,0 1 0 0 0,0 1 1 0 0,-1 0-1 0 0,-21-4 1 0 0,30 8-150 0 0,0 0 0 0 0,1 0 0 0 0,-1 1 0 0 0,0 0 0 0 0,0 0 0 0 0,0 1 0 0 0,0 0 0 0 0,1 0 0 0 0,-1 0 0 0 0,-12 6 0 0 0,15-6-38 0 0,0 1 0 0 0,0 1 1 0 0,1-1-1 0 0,0 0 1 0 0,-1 1-1 0 0,1 0 0 0 0,0 0 1 0 0,0 0-1 0 0,0 0 1 0 0,1 0-1 0 0,-1 0 1 0 0,1 1-1 0 0,-1 0 0 0 0,1-1 1 0 0,0 1-1 0 0,1 0 1 0 0,-1 0-1 0 0,1 0 0 0 0,-2 4 1 0 0,1 7 5 0 0,1 0-1 0 0,0 0 1 0 0,1 1-1 0 0,1-1 1 0 0,0 0 0 0 0,1 0-1 0 0,7 26 1 0 0,-3-11-53 0 0,13 62-17 0 0,-11-61 29 0 0,-1 0 0 0 0,-1 1-1 0 0,-2-1 1 0 0,-1 1-1 0 0,-2 0 1 0 0,-4 52 0 0 0,2-77 8 0 0,0-1 1 0 0,-1 1 0 0 0,0-1-1 0 0,0 1 1 0 0,0-1 0 0 0,-1 0 0 0 0,0 0-1 0 0,0 0 1 0 0,0-1 0 0 0,-1 1 0 0 0,0-1-1 0 0,0 0 1 0 0,0 0 0 0 0,-1 0-1 0 0,-8 7 1 0 0,5-7 4 0 0,1 0 0 0 0,-1 0 0 0 0,0-1 0 0 0,-1 0 1 0 0,1-1-1 0 0,-1 1 0 0 0,0-2 0 0 0,1 1 0 0 0,-1-1 0 0 0,-12 1 0 0 0,1-2 20 0 0,1 0-1 0 0,0-1 1 0 0,-1-1-1 0 0,1-1 1 0 0,0-1-1 0 0,0 0 1 0 0,0-2-1 0 0,1 0 1 0 0,-1-1-1 0 0,-18-9 1 0 0,31 13-4 0 0,-1-1 1 0 0,0-1-1 0 0,1 1 0 0 0,0-1 1 0 0,-1 0-1 0 0,2 0 0 0 0,-1-1 1 0 0,0 0-1 0 0,1 0 1 0 0,0 0-1 0 0,0 0 0 0 0,-7-12 1 0 0,11 16-35 0 0,1 1 0 0 0,0-1 0 0 0,0 1 1 0 0,-1-1-1 0 0,1 1 0 0 0,0-1 1 0 0,0 0-1 0 0,0 1 0 0 0,0-1 0 0 0,0 1 1 0 0,0-1-1 0 0,0 1 0 0 0,0-1 0 0 0,0 0 1 0 0,0 1-1 0 0,0-1 0 0 0,0 1 1 0 0,0-1-1 0 0,0 1 0 0 0,0-1 0 0 0,1 1 1 0 0,-1-1-1 0 0,0 1 0 0 0,0-1 0 0 0,1 1 1 0 0,-1-1-1 0 0,0 1 0 0 0,1-1 1 0 0,-1 1-1 0 0,1-1 0 0 0,-1 1 0 0 0,22-9-691 0 0,26 5-731 0 0,-47 4 1378 0 0,73 7-4215 0 0,-49-4 2285 0 0</inkml:trace>
</inkml:ink>
</file>

<file path=ppt/ink/ink10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18:17.5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1 451 448 0 0,'0'0'653'0'0,"29"-19"1898"0"0,29-9-1091 0 0,-46 24-1295 0 0,-2 0-1 0 0,1-1 1 0 0,0 0-1 0 0,-1-1 1 0 0,0 0 0 0 0,0 0-1 0 0,-1-1 1 0 0,0-1-1 0 0,9-8 1 0 0,-18 15-153 0 0,1 0 1 0 0,0 1-1 0 0,-1-1 0 0 0,1 0 1 0 0,0 0-1 0 0,-1 1 0 0 0,0-1 1 0 0,1 0-1 0 0,-1 0 0 0 0,1 0 1 0 0,-1 0-1 0 0,0 0 0 0 0,1 0 1 0 0,-1 0-1 0 0,0 0 0 0 0,0 0 1 0 0,0 0-1 0 0,0 0 0 0 0,0 0 1 0 0,0 0-1 0 0,0 0 0 0 0,0 0 1 0 0,-1 0-1 0 0,1 0 0 0 0,0 1 1 0 0,0-1-1 0 0,-1 0 0 0 0,1 0 1 0 0,-1 0-1 0 0,1 0 0 0 0,0 0 1 0 0,-1 0-1 0 0,0 1 0 0 0,1-1 1 0 0,-1 0-1 0 0,0 0 0 0 0,1 1 1 0 0,-1-1-1 0 0,0 0 0 0 0,0 1 1 0 0,1-1-1 0 0,-1 1 0 0 0,0-1 1 0 0,0 1-1 0 0,0 0 0 0 0,0-1 1 0 0,0 1-1 0 0,0 0 0 0 0,-1-1 1 0 0,-1 0 7 0 0,0 0 1 0 0,0 1 0 0 0,0-1-1 0 0,0 1 1 0 0,0-1 0 0 0,0 1 0 0 0,0 0-1 0 0,0 0 1 0 0,0 0 0 0 0,0 1-1 0 0,1-1 1 0 0,-1 1 0 0 0,0 0 0 0 0,0-1-1 0 0,0 1 1 0 0,-3 2 0 0 0,1 0 11 0 0,-4 3 10 0 0,1-1 0 0 0,0 1 0 0 0,0 0 0 0 0,1 1 0 0 0,-9 9 0 0 0,14-14-38 0 0,1-1 0 0 0,0 1 0 0 0,0-1 0 0 0,0 1 0 0 0,0-1 0 0 0,0 1-1 0 0,1-1 1 0 0,-1 1 0 0 0,0 0 0 0 0,1 0 0 0 0,-1-1 0 0 0,1 1 0 0 0,0 0 0 0 0,-1 0 0 0 0,1 0 0 0 0,0-1 0 0 0,0 1 0 0 0,0 0 0 0 0,0 0 0 0 0,1 0 0 0 0,-1-1 0 0 0,0 1 0 0 0,1 0 0 0 0,-1 0-1 0 0,1-1 1 0 0,0 1 0 0 0,-1 0 0 0 0,1-1 0 0 0,0 1 0 0 0,0-1 0 0 0,0 1 0 0 0,0-1 0 0 0,1 1 0 0 0,-1-1 0 0 0,0 0 0 0 0,0 1 0 0 0,3 0 0 0 0,5 5 7 0 0,0-1 0 0 0,0 0 0 0 0,1-1 1 0 0,0 0-1 0 0,0 0 0 0 0,0-1 0 0 0,0-1 1 0 0,1 0-1 0 0,-1 0 0 0 0,1-1 0 0 0,0 0 1 0 0,0-1-1 0 0,0 0 0 0 0,-1-1 0 0 0,1 0 0 0 0,20-3 1 0 0,-14 1-7 0 0,1-1 1 0 0,-1 0-1 0 0,0-1 0 0 0,-1-1 1 0 0,1-1-1 0 0,-1-1 1 0 0,0 0-1 0 0,-1 0 1 0 0,30-21-1 0 0,-40 25 2 0 0,0-1 0 0 0,0 0 0 0 0,0 0 0 0 0,0 0 0 0 0,-1-1 0 0 0,1 0 0 0 0,-1 0 0 0 0,0 0 0 0 0,-1 0 0 0 0,1-1 0 0 0,-1 1 0 0 0,0-1 0 0 0,0 0 0 0 0,2-8 0 0 0,0-14 206 0 0,-21 54-170 0 0,14-21-42 0 0,1 0 0 0 0,0 0-1 0 0,0 0 1 0 0,0 1 0 0 0,1-1 0 0 0,-1 0 0 0 0,1 1 0 0 0,0-1 0 0 0,1 1 0 0 0,1 5 0 0 0,-1 15 39 0 0,3 17 61 0 0,-4-42-72 0 0,5-3-22 0 0,0 0 0 0 0,-1 0 0 0 0,1-1 0 0 0,-1 0 0 0 0,0 0 0 0 0,0 0 0 0 0,0-1 1 0 0,0 1-1 0 0,0-1 0 0 0,-1 0 0 0 0,4-5 0 0 0,8-5 20 0 0,-12 10-21 0 0,0 1 0 0 0,0 0 1 0 0,1 0-1 0 0,0 1 0 0 0,0-1 1 0 0,-1 1-1 0 0,2 0 0 0 0,-1 0 1 0 0,0 0-1 0 0,0 0 0 0 0,0 1 1 0 0,6-2-1 0 0,-8 3 0 0 0,44 26 13 0 0,-41-24-18 0 0,-1 0-1 0 0,1 0 1 0 0,0 0-1 0 0,0-1 1 0 0,0 0-1 0 0,0 0 0 0 0,-1 0 1 0 0,1-1-1 0 0,1 0 1 0 0,-1 1-1 0 0,0-2 1 0 0,0 1-1 0 0,0-1 1 0 0,0 1-1 0 0,-1-1 1 0 0,7-2-1 0 0,-2-1 1 0 0,1-1 0 0 0,-1 0 1 0 0,1 0-1 0 0,-1-1 0 0 0,-1 0 0 0 0,1-1 0 0 0,-1 0 0 0 0,0 0 0 0 0,-1-1 0 0 0,0 0 0 0 0,12-16 1 0 0,-4-1-3 0 0,-1-1 0 0 0,-2 0 1 0 0,12-35-1 0 0,-14 37-6 0 0,-5 14 14 0 0,0 0-1 0 0,-1 0 0 0 0,-1 0 0 0 0,1-1 0 0 0,-2 0 0 0 0,1 1 1 0 0,-2-1-1 0 0,1 0 0 0 0,-1-14 0 0 0,-1 25-4 0 0,0-1 0 0 0,0 1-1 0 0,0-1 1 0 0,0 1 0 0 0,0-1 0 0 0,0 1 0 0 0,0-1-1 0 0,0 1 1 0 0,-1-1 0 0 0,1 1 0 0 0,0-1-1 0 0,0 1 1 0 0,0-1 0 0 0,0 1 0 0 0,-1-1-1 0 0,1 1 1 0 0,0-1 0 0 0,-1 1 0 0 0,1 0-1 0 0,0-1 1 0 0,-1 1 0 0 0,1 0 0 0 0,0-1 0 0 0,-1 1-1 0 0,1 0 1 0 0,-1-1 0 0 0,1 1 0 0 0,-1 0-1 0 0,1 0 1 0 0,-1-1 0 0 0,1 1 0 0 0,-1 0-1 0 0,1 0 1 0 0,-1 0 0 0 0,1 0 0 0 0,-1 0-1 0 0,-18 11 4 0 0,-12 27-15 0 0,26-29 13 0 0,1 0-1 0 0,0-1 1 0 0,1 1-1 0 0,0 1 0 0 0,1-1 1 0 0,-1 0-1 0 0,2 1 1 0 0,-1-1-1 0 0,2 1 1 0 0,-1 0-1 0 0,1-1 1 0 0,0 1-1 0 0,1-1 0 0 0,0 1 1 0 0,1-1-1 0 0,4 15 1 0 0,-4-17 1 0 0,0-1-1 0 0,0 0 1 0 0,1 1 0 0 0,0-1 0 0 0,0 0-1 0 0,1-1 1 0 0,-1 1 0 0 0,1 0 0 0 0,1-1 0 0 0,-1 0-1 0 0,1 0 1 0 0,-1-1 0 0 0,1 1 0 0 0,1-1-1 0 0,-1 0 1 0 0,1 0 0 0 0,-1 0 0 0 0,1-1 0 0 0,0 0-1 0 0,0 0 1 0 0,1-1 0 0 0,-1 0 0 0 0,1 0-1 0 0,9 2 1 0 0,-3-2 5 0 0,1 0 6 0 0,0 0 1 0 0,0-1-1 0 0,18 0 0 0 0,-27-1-12 0 0,-1-1 0 0 0,0 0-1 0 0,0 0 1 0 0,1 0 0 0 0,-1 0 0 0 0,0 0 0 0 0,0-1-1 0 0,0 0 1 0 0,0 0 0 0 0,0 0 0 0 0,-1 0 0 0 0,1 0-1 0 0,-1-1 1 0 0,1 0 0 0 0,2-3 0 0 0,2-1-14 0 0,14-20 17 0 0,-21 27-5 0 0,-1-1 0 0 0,0 0-1 0 0,1 0 1 0 0,-1 0 0 0 0,0 0 0 0 0,1 0 0 0 0,-1 0 0 0 0,0 0-1 0 0,0 0 1 0 0,0 1 0 0 0,0-1 0 0 0,0 0 0 0 0,0 0 0 0 0,0 0 0 0 0,0 0-1 0 0,0 0 1 0 0,0 0 0 0 0,-1 0 0 0 0,1 0 0 0 0,0 0 0 0 0,-1 0-1 0 0,1 0 1 0 0,-1 1 0 0 0,1-1 0 0 0,-1 0 0 0 0,1 0 0 0 0,-1 1 0 0 0,1-1-1 0 0,-1 0 1 0 0,0 0 0 0 0,-1 0 0 0 0,2 0-2 0 0,-1 1 1 0 0,0-1 0 0 0,1 1-1 0 0,-1 0 1 0 0,0-1-1 0 0,1 1 1 0 0,-1 0 0 0 0,0 0-1 0 0,0-1 1 0 0,0 1-1 0 0,1 0 1 0 0,-1 0 0 0 0,0 0-1 0 0,0 0 1 0 0,0 0-1 0 0,1 0 1 0 0,-1 0-1 0 0,0 0 1 0 0,0 0 0 0 0,1 1-1 0 0,-1-1 1 0 0,0 0-1 0 0,0 0 1 0 0,1 1 0 0 0,-1-1-1 0 0,0 0 1 0 0,0 1-1 0 0,1-1 1 0 0,-1 1-1 0 0,0-1 1 0 0,1 1 0 0 0,-1-1-1 0 0,1 1 1 0 0,-1 0-1 0 0,1-1 1 0 0,-1 1 0 0 0,1-1-1 0 0,-1 1 1 0 0,1 0-1 0 0,0 0 1 0 0,-1-1 0 0 0,1 1-1 0 0,0 0 1 0 0,0 0-1 0 0,-1 0 1 0 0,-11 36-17 0 0,12-34 17 0 0,0 1-1 0 0,0-1 1 0 0,0 1-1 0 0,0-1 1 0 0,1 1 0 0 0,-1-1-1 0 0,1 1 1 0 0,0-1 0 0 0,0 1-1 0 0,0-1 1 0 0,0 0 0 0 0,1 0-1 0 0,-1 1 1 0 0,1-1-1 0 0,0 0 1 0 0,0 0 0 0 0,0 0-1 0 0,0-1 1 0 0,0 1 0 0 0,1 0-1 0 0,-1-1 1 0 0,1 0 0 0 0,0 0-1 0 0,0 1 1 0 0,0-1-1 0 0,0-1 1 0 0,0 1 0 0 0,0 0-1 0 0,0-1 1 0 0,1 0 0 0 0,-1 0-1 0 0,0 0 1 0 0,1 0 0 0 0,-1 0-1 0 0,1-1 1 0 0,-1 1-1 0 0,1-1 1 0 0,-1 0 0 0 0,1 0-1 0 0,-1 0 1 0 0,1-1 0 0 0,0 1-1 0 0,4-2 1 0 0,74-17 59 0 0,-81 19-48 0 0,50 7 34 0 0,-27-2 41 0 0,-18-3-415 0 0,0 0-1 0 0,0-1 1 0 0,0 0-1 0 0,0 0 1 0 0,0 0-1 0 0,1-1 1 0 0,-1 0-1 0 0,0 0 1 0 0,0-1-1 0 0,1 0 1 0 0,-1 0-1 0 0,8-2 1 0 0,2-2-605 0 0,-8 3 778 0 0,0-1-1 0 0,0 1 1 0 0,0-1 0 0 0,0-1 0 0 0,-1 1-1 0 0,1-1 1 0 0,-1-1 0 0 0,0 1 0 0 0,0-1-1 0 0,7-8 1 0 0,-13 13 231 0 0,-1-1-1 0 0,0 1 1 0 0,1 0 0 0 0,-1-1-1 0 0,0 1 1 0 0,1 0-1 0 0,-1-1 1 0 0,0 1-1 0 0,0-1 1 0 0,0 1 0 0 0,1-1-1 0 0,-1 1 1 0 0,0 0-1 0 0,0-1 1 0 0,0 1 0 0 0,0-1-1 0 0,0 1 1 0 0,0-1-1 0 0,0 1 1 0 0,0-1-1 0 0,0 1 1 0 0,0-1 0 0 0,0 1-1 0 0,0-1 1 0 0,0 1-1 0 0,0-1 1 0 0,-1 1-1 0 0,1 0 1 0 0,0-1 0 0 0,0 1-1 0 0,0-1 1 0 0,-1 1-1 0 0,1 0 1 0 0,0-1-1 0 0,0 1 1 0 0,-1-1 0 0 0,1 1-1 0 0,0 0 1 0 0,-1-1-1 0 0,1 1 1 0 0,-1 0 0 0 0,0-1 997 0 0,-1 1-972 0 0,0 1 0 0 0,1 0 1 0 0,-1 0-1 0 0,1 0 0 0 0,-1 0 1 0 0,1 0-1 0 0,0 0 0 0 0,-1 0 0 0 0,1 0 1 0 0,0 0-1 0 0,0 1 0 0 0,-1 1 1 0 0,5-1-69 0 0,0-1 1 0 0,0 0-1 0 0,0 1 1 0 0,1-1-1 0 0,-1 0 1 0 0,0-1-1 0 0,1 1 1 0 0,-1 0 0 0 0,1-1-1 0 0,-1 0 1 0 0,1 0-1 0 0,-1 0 1 0 0,0 0-1 0 0,6-1 1 0 0,52-15 261 0 0,-23 5 88 0 0,-10 0 949 0 0,3 17-1315 0 0,-8-1-1937 0 0,-4-6-2900 0 0,-8-2 2533 0 0</inkml:trace>
</inkml:ink>
</file>

<file path=ppt/ink/ink10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18:17.8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 28 1000 0 0,'-8'-3'1008'0'0,"2"-4"-100"0"0,-2 4 680 0 0,3-3 705 0 0,16-2-1557 0 0,12 9-568 0 0,-5-1-164 0 0,1 4-196 0 0,0-2-204 0 0,8 1-148 0 0,2 2-556 0 0,-6-1-1181 0 0,5 1 521 0 0</inkml:trace>
</inkml:ink>
</file>

<file path=ppt/ink/ink10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18:18.2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5 343 8085 0 0,'-4'-300'7557'0'0,"4"290"-7349"0"0,1-12 562 0 0,-1 21-801 0 0,0 0 0 0 0,1 1 1 0 0,-1-1-1 0 0,0 1 0 0 0,1-1 0 0 0,-1 1 0 0 0,0-1 0 0 0,1 1 0 0 0,-1-1 1 0 0,1 1-1 0 0,-1-1 0 0 0,1 1 0 0 0,-1-1 0 0 0,1 1 0 0 0,-1 0 0 0 0,1-1 0 0 0,0 1 1 0 0,-1 0-1 0 0,1-1 0 0 0,0 1 0 0 0,-1 0 0 0 0,1 0 0 0 0,-1 0 0 0 0,1 0 0 0 0,0 0 1 0 0,-1-1-1 0 0,1 1 0 0 0,0 0 0 0 0,0 1 0 0 0,2 1-296 0 0,-1 1 0 0 0,1 0 0 0 0,-1 0 1 0 0,0 0-1 0 0,0 1 0 0 0,-1-1 0 0 0,1 0 0 0 0,-1 1 0 0 0,2 6 0 0 0,-2-7-227 0 0,4 27-5332 0 0,-5-13 2521 0 0</inkml:trace>
</inkml:ink>
</file>

<file path=ppt/ink/ink10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18:18.5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 59 380 0 0,'1'2'7844'0'0,"-6"-11"-5397"0"0,-4-27 1303 0 0,9 36-3772 0 0,0 0 0 0 0,0-1 0 0 0,0 1 0 0 0,0 0 0 0 0,0 0-1 0 0,0-1 1 0 0,0 1 0 0 0,0 0 0 0 0,0-1 0 0 0,0 1 0 0 0,0 0 0 0 0,0 0 0 0 0,0-1 0 0 0,0 1 0 0 0,0 0 0 0 0,1-1 0 0 0,-1 1 0 0 0,0 0 0 0 0,0 0 0 0 0,0 0 0 0 0,0-1 0 0 0,1 1 0 0 0,-1 0 0 0 0,0 0 0 0 0,0 0 0 0 0,0-1 0 0 0,1 1 0 0 0,-1 0 0 0 0,0 0 0 0 0,0 0 0 0 0,1 0 0 0 0,-1 0 0 0 0,0 0 0 0 0,1-1 0 0 0,13-7-10964 0 0</inkml:trace>
</inkml:ink>
</file>

<file path=ppt/ink/ink10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18:28.4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300 71 92 0 0,'4'-11'1209'0'0,"-2"-1"0"0"0,1 0-1 0 0,0-23 1 0 0,-3 34-643 0 0,-4 3-484 0 0,0 0 0 0 0,1 0 1 0 0,-1 1-1 0 0,0-1 1 0 0,1 1-1 0 0,0 0 1 0 0,-1 0-1 0 0,1 0 0 0 0,1 0 1 0 0,-1 0-1 0 0,-3 6 1 0 0,-5 3 105 0 0,-19 19 104 0 0,1 1 1 0 0,1 1-1 0 0,2 1 1 0 0,2 2-1 0 0,1 0 0 0 0,2 2 1 0 0,1 0-1 0 0,-16 47 1 0 0,31-68-198 0 0,0-1 1 0 0,1 2 0 0 0,1-1 0 0 0,1 0 0 0 0,1 1 0 0 0,0-1 0 0 0,1 0-1 0 0,1 1 1 0 0,0-1 0 0 0,2 1 0 0 0,4 18 0 0 0,-3-24-50 0 0,0 1 0 0 0,1-1 0 0 0,0 0 0 0 0,1-1 0 0 0,0 1 1 0 0,1-1-1 0 0,0 0 0 0 0,1-1 0 0 0,0 0 0 0 0,1 0 0 0 0,0 0 0 0 0,0-1 0 0 0,1-1 0 0 0,0 0 1 0 0,19 12-1 0 0,3-3-121 0 0,1-1 1 0 0,0-1-1 0 0,1-2 1 0 0,0-2 0 0 0,1-1-1 0 0,1-1 1 0 0,41 4-1 0 0,-25-8-1525 0 0,-17-6-3062 0 0,-20-2 2222 0 0</inkml:trace>
</inkml:ink>
</file>

<file path=ppt/ink/ink10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18:29.0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1 190 224 0 0,'1'12'4721'0'0,"21"161"-903"0"0,-19-153-3463 0 0,-1-13-173 0 0,-1 1 0 0 0,0-1 0 0 0,0 1 0 0 0,-1 0 0 0 0,0-1 0 0 0,0 1 0 0 0,0 0 0 0 0,-2 7 0 0 0,1-14 119 0 0,0-2-284 0 0,0 0 1 0 0,0 0-1 0 0,1 0 0 0 0,-1 0 1 0 0,0 1-1 0 0,0-1 0 0 0,1 0 0 0 0,-1-1 1 0 0,0 1-1 0 0,1 0 0 0 0,-1 0 1 0 0,1 0-1 0 0,-1 0 0 0 0,1 0 1 0 0,0 0-1 0 0,-1-1 0 0 0,1 1 1 0 0,0 0-1 0 0,0-2 0 0 0,-4-25 146 0 0,3-6-94 0 0,2 0-1 0 0,2 1 1 0 0,1-1-1 0 0,2 1 1 0 0,1 0 0 0 0,1 0-1 0 0,2 0 1 0 0,17-37-1 0 0,-27 68-67 0 0,1 0-1 0 0,0 0 1 0 0,0 0 0 0 0,0 0-1 0 0,-1 1 1 0 0,2-1 0 0 0,-1 0 0 0 0,0 1-1 0 0,0-1 1 0 0,0 0 0 0 0,1 1-1 0 0,-1 0 1 0 0,1-1 0 0 0,-1 1-1 0 0,1 0 1 0 0,0 0 0 0 0,-1 0-1 0 0,1 0 1 0 0,0 0 0 0 0,0 0-1 0 0,0 0 1 0 0,-1 1 0 0 0,4-2-1 0 0,-2 2 2 0 0,0 1 0 0 0,-1-1-1 0 0,1 0 1 0 0,0 1-1 0 0,0 0 1 0 0,-1-1 0 0 0,1 1-1 0 0,-1 0 1 0 0,1 0-1 0 0,-1 1 1 0 0,1-1-1 0 0,-1 0 1 0 0,1 1 0 0 0,3 3-1 0 0,6 6 6 0 0,0 0-1 0 0,-1 2 0 0 0,0-1 0 0 0,13 21 0 0 0,-8-9-4 0 0,2 0-1 0 0,1-1 0 0 0,0-1 0 0 0,2-1 0 0 0,0-1 1 0 0,2 0-1 0 0,0-2 0 0 0,42 25 0 0 0,-64-42 0 0 0,1 0 0 0 0,-1 0 0 0 0,0-1 0 0 0,1 1 0 0 0,-1-1 0 0 0,1 1-1 0 0,-1-1 1 0 0,1 0 0 0 0,-1 1 0 0 0,1-1 0 0 0,-1 0 0 0 0,1 0 0 0 0,-1 0 0 0 0,1 0 0 0 0,-1 0-1 0 0,1-1 1 0 0,-1 1 0 0 0,1 0 0 0 0,-1-1 0 0 0,0 1 0 0 0,1-1 0 0 0,-1 1 0 0 0,1-1 0 0 0,-1 0 0 0 0,0 0-1 0 0,2-1 1 0 0,0-1 0 0 0,0 1-1 0 0,-1-1 0 0 0,0 0 0 0 0,0 0 1 0 0,0-1-1 0 0,0 1 0 0 0,0 0 0 0 0,0-1 0 0 0,-1 1 1 0 0,2-6-1 0 0,1-8-1 0 0,0 1 0 0 0,-1-1 0 0 0,1-28 0 0 0,1-165-75 0 0,-5 208-612 0 0,0-10 1389 0 0,8 25-11154 0 0</inkml:trace>
</inkml:ink>
</file>

<file path=ppt/ink/ink10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18:29.6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59 356 172 0 0,'0'0'1497'0'0,"3"38"2301"0"0,12 131 229 0 0,-15-153-3836 0 0,5 20 1452 0 0,-15-63-1297 0 0,-4-12-274 0 0,2-1 0 0 0,1 0 0 0 0,2-1 0 0 0,2 0 0 0 0,-2-48 0 0 0,9 77-55 0 0,0-1 1 0 0,0 1-1 0 0,1-1 0 0 0,1 1 1 0 0,0-1-1 0 0,1 1 1 0 0,0 0-1 0 0,1 0 1 0 0,0 0-1 0 0,1 0 0 0 0,0 1 1 0 0,1-1-1 0 0,0 1 1 0 0,1 1-1 0 0,0-1 1 0 0,1 1-1 0 0,0 1 0 0 0,0-1 1 0 0,1 1-1 0 0,0 1 1 0 0,14-10-1 0 0,-15 12-15 0 0,1 1 0 0 0,0 0 0 0 0,0 0 0 0 0,0 1 0 0 0,1 0 0 0 0,-1 1 0 0 0,1 0 0 0 0,0 0 0 0 0,0 1 0 0 0,0 1 0 0 0,18-1 0 0 0,-24 1-1 0 0,1 2 0 0 0,0-1 0 0 0,0 0 0 0 0,0 1 0 0 0,-1 0 0 0 0,1 0 0 0 0,0 1 0 0 0,-1-1 0 0 0,1 1 0 0 0,-1 0 0 0 0,1 0 0 0 0,-1 0 0 0 0,0 1 0 0 0,0 0 0 0 0,0 0 0 0 0,0 0 0 0 0,-1 0 0 0 0,1 0 0 0 0,-1 1 0 0 0,0-1 0 0 0,0 1 0 0 0,0 0 0 0 0,0 0 0 0 0,0 0 0 0 0,-1 1 0 0 0,2 4 0 0 0,-1-3 1 0 0,-1-1-1 0 0,0 0 1 0 0,-1 1 0 0 0,1-1 0 0 0,-1 0-1 0 0,0 1 1 0 0,-1 0 0 0 0,1-1-1 0 0,-1 1 1 0 0,0-1 0 0 0,-1 1 0 0 0,1 0-1 0 0,-1-1 1 0 0,0 1 0 0 0,0-1 0 0 0,-3 7-1 0 0,1-5 2 0 0,0 0 0 0 0,-1-1-1 0 0,0 0 1 0 0,0 1-1 0 0,-1-1 1 0 0,0-1 0 0 0,0 1-1 0 0,0-1 1 0 0,0 0 0 0 0,-12 9-1 0 0,-1-3 13 0 0,-1 0-1 0 0,1-1 0 0 0,-2-1 1 0 0,1-1-1 0 0,-1-1 0 0 0,0 0 1 0 0,-34 6-1 0 0,47-12-8 0 0,1 1 1 0 0,-1-1-1 0 0,0 1 0 0 0,0-2 0 0 0,1 1 1 0 0,-1-1-1 0 0,0 0 0 0 0,0-1 0 0 0,0 1 1 0 0,1-1-1 0 0,-1-1 0 0 0,0 1 0 0 0,1-1 1 0 0,-1 0-1 0 0,-11-6 0 0 0,18 8-22 0 0,0-1 0 0 0,-1 1 0 0 0,1 0 0 0 0,-1-1 0 0 0,1 1 0 0 0,0 0-1 0 0,-1-1 1 0 0,1 1 0 0 0,0 0 0 0 0,0-1 0 0 0,-1 1 0 0 0,1 0 0 0 0,0-1 0 0 0,0 1 0 0 0,-1-1-1 0 0,1 1 1 0 0,0-1 0 0 0,0 1 0 0 0,0-1 0 0 0,0 1 0 0 0,0-1 0 0 0,0 1 0 0 0,0-1 0 0 0,0 1-1 0 0,0 0 1 0 0,0-1 0 0 0,0 1 0 0 0,0-1 0 0 0,0 1 0 0 0,0-1 0 0 0,0 1 0 0 0,0-1 0 0 0,0 1-1 0 0,1-1 1 0 0,-1 1 0 0 0,0-1 0 0 0,0 1 0 0 0,1 0 0 0 0,-1-1 0 0 0,0 1 0 0 0,1 0 0 0 0,-1-1-1 0 0,0 1 1 0 0,1 0 0 0 0,-1-1 0 0 0,0 1 0 0 0,1 0 0 0 0,-1-1 0 0 0,1 1 0 0 0,-1 0 0 0 0,0 0-1 0 0,1 0 1 0 0,-1 0 0 0 0,1-1 0 0 0,-1 1 0 0 0,1 0 0 0 0,-1 0 0 0 0,1 0 0 0 0,0 0 0 0 0,27-11-2074 0 0,-4 9-3199 0 0,-11 1 2773 0 0</inkml:trace>
</inkml:ink>
</file>

<file path=ppt/ink/ink10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18:31.4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7 308 220 0 0,'0'0'1265'0'0,"-7"-41"5663"0"0,8 41-6580 0 0,7-43 1493 0 0,-6 19-1665 0 0,-2 23-129 0 0,10-18-48 0 0,-11 17 6 0 0,0 1-3 0 0,-2-4 0 0 0,6-1 0 0 0,-6-8-13 0 0,3 13 13 0 0,1-33 6 0 0,1 29 30 0 0,0 1 0 0 0,-1-1-1 0 0,0 0 1 0 0,0 0-1 0 0,0 1 1 0 0,0-9 0 0 0,3-8 568 0 0,-4 20-502 0 0,4-6 703 0 0,-1 2-415 0 0,6 12-323 0 0,1 9-15 0 0,-1-1 0 0 0,0 1 0 0 0,0 1 0 0 0,6 20 0 0 0,9 17 24 0 0,7 9-6 0 0,-18-32-43 0 0,2-1-1 0 0,2 0 1 0 0,0-1 0 0 0,30 36 0 0 0,-45-63 5 0 0,0 1 0 0 0,0-1 0 0 0,0 0 0 0 0,0 0 0 0 0,1 0 0 0 0,-1-1 0 0 0,1 1 0 0 0,-1 0 0 0 0,1-1 0 0 0,-1 0 0 0 0,1 1 0 0 0,0-1 0 0 0,0 0 0 0 0,3 0 0 0 0,-4 0 16 0 0,0-1 0 0 0,0 0 0 0 0,0 0 0 0 0,0-1 0 0 0,-1 1 0 0 0,1 0 0 0 0,0-1 0 0 0,0 1 0 0 0,0-1 0 0 0,0 1 0 0 0,-1-1-1 0 0,1 0 1 0 0,0 0 0 0 0,-1 0 0 0 0,1 0 0 0 0,-1 0 0 0 0,3-2 0 0 0,1-2 48 0 0,-1 0-1 0 0,1 0 1 0 0,-1-1-1 0 0,0 1 1 0 0,-1-1-1 0 0,0 0 1 0 0,1 0-1 0 0,-2-1 1 0 0,1 1-1 0 0,3-13 0 0 0,55-244 759 0 0,-54 229-761 0 0,-5 20-135 0 0,0 1 0 0 0,2 0 0 0 0,-1 0-1 0 0,1 1 1 0 0,7-14 0 0 0,-11 24-271 0 0,2 7-915 0 0,0 0 845 0 0,0 0 0 0 0,-1 1 1 0 0,0-1-1 0 0,0 0 1 0 0,0 0-1 0 0,-1 0 1 0 0,0 8-1 0 0,0 37-6710 0 0,2-39 4189 0 0</inkml:trace>
</inkml:ink>
</file>

<file path=ppt/ink/ink10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18:31.9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19 175 32 0 0,'1'5'5084'0'0,"-1"30"-3357"0"0,-9 27-17 0 0,2 1 0 0 0,3 93-1 0 0,7-126-1007 0 0,4-42 422 0 0,6-52-351 0 0,-7 19-636 0 0,0-2-12 0 0,2 1 0 0 0,22-75 0 0 0,-26 107-116 0 0,2 1 0 0 0,-1 0 0 0 0,2 0 0 0 0,0 1 0 0 0,0-1 0 0 0,1 1 0 0 0,0 1 0 0 0,1 0 1 0 0,1 0-1 0 0,0 0 0 0 0,0 2 0 0 0,1-1 0 0 0,14-9 0 0 0,-21 16-9 0 0,-1 1 0 0 0,1 0 1 0 0,0 0-1 0 0,0 0 0 0 0,0 0 0 0 0,1 1 0 0 0,-1 0 1 0 0,0 0-1 0 0,0 0 0 0 0,1 0 0 0 0,-1 1 0 0 0,0-1 1 0 0,1 1-1 0 0,-1 0 0 0 0,1 0 0 0 0,-1 1 0 0 0,0-1 1 0 0,1 1-1 0 0,-1 0 0 0 0,0 0 0 0 0,0 1 0 0 0,0-1 1 0 0,5 3-1 0 0,-7-2 1 0 0,1 0 0 0 0,-1 0 0 0 0,1 0 0 0 0,-1 0 0 0 0,0 0 0 0 0,0 0 0 0 0,0 0 1 0 0,0 1-1 0 0,0-1 0 0 0,0 1 0 0 0,-1 0 0 0 0,1-1 0 0 0,-1 1 0 0 0,0 0 0 0 0,0 0 0 0 0,0 0 0 0 0,0 0 0 0 0,-1 0 0 0 0,1 0 1 0 0,-1 0-1 0 0,1 0 0 0 0,-1 0 0 0 0,0 0 0 0 0,0 0 0 0 0,-1 1 0 0 0,1-1 0 0 0,-1 0 0 0 0,1 0 0 0 0,-1 0 0 0 0,0 0 1 0 0,0 0-1 0 0,-3 4 0 0 0,-1 4-42 0 0,-1 0 0 0 0,-1 0 1 0 0,0-1-1 0 0,0 0 0 0 0,-1-1 1 0 0,0 0-1 0 0,0 0 0 0 0,-1 0 1 0 0,-1-1-1 0 0,1-1 0 0 0,-17 11 1 0 0,-14 6-2564 0 0,-67 31 1 0 0,76-42-1014 0 0,3-3 278 0 0</inkml:trace>
</inkml:ink>
</file>

<file path=ppt/ink/ink10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18:32.3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82 11 640 0 0,'13'-10'4473'0'0,"-7"11"-1729"0"0,-11 23-695 0 0,-25 38-1111 0 0,12-31-755 0 0,8-16-67 0 0,1 0-1 0 0,-11 27 1 0 0,18-38-550 0 0,1 0 0 0 0,0 0 0 0 0,0 1 0 0 0,0-1 0 0 0,0 1 0 0 0,0-1 0 0 0,1 1 0 0 0,0-1 1 0 0,0 1-1 0 0,0-1 0 0 0,1 1 0 0 0,-1-1 0 0 0,1 1 0 0 0,0-1 0 0 0,2 6 0 0 0,2 0-2061 0 0</inkml:trace>
</inkml:ink>
</file>

<file path=ppt/ink/ink10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18:32.8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148 0 688 0 0,'-11'27'7680'0'0,"-17"13"-5379"0"0,-44 45-5520 0 0,56-67 2196 0 0,5-5-1412 0 0,2-2 187 0 0</inkml:trace>
</inkml:ink>
</file>

<file path=ppt/ink/ink10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18:33.5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81 593 732 0 0,'0'0'5633'0'0,"-11"-33"-3377"0"0,-3 0-1632 0 0,1-1-1 0 0,2 0 1 0 0,1-1 0 0 0,2 0 0 0 0,-5-46 0 0 0,13 69-579 0 0,0 0 1 0 0,1 0-1 0 0,0 0 0 0 0,1 0 1 0 0,0 1-1 0 0,1-1 0 0 0,0 0 1 0 0,1 1-1 0 0,0 0 0 0 0,1 0 1 0 0,0 0-1 0 0,1 0 0 0 0,8-11 1 0 0,-5 9-32 0 0,1 0-1 0 0,0 0 1 0 0,1 1 0 0 0,0 1 0 0 0,1 0 0 0 0,0 0 0 0 0,1 1 0 0 0,0 1-1 0 0,22-12 1 0 0,-33 20-25 0 0,0-1 0 0 0,1 1 0 0 0,-1 0 0 0 0,1 0 0 0 0,0 0-1 0 0,-1 0 1 0 0,1 0 0 0 0,0 0 0 0 0,0 1 0 0 0,-1-1 0 0 0,1 1 0 0 0,0 0 0 0 0,0 0-1 0 0,0 0 1 0 0,-1 0 0 0 0,1 0 0 0 0,0 1 0 0 0,0-1 0 0 0,-1 1 0 0 0,1 0 0 0 0,4 2 0 0 0,-5-2 4 0 0,-1 1 0 0 0,1-1 0 0 0,-1 1 0 0 0,0 0 0 0 0,0 0 0 0 0,0-1 0 0 0,0 1 0 0 0,0 0 1 0 0,0 0-1 0 0,-1 0 0 0 0,1 0 0 0 0,0 0 0 0 0,-1 0 0 0 0,0 0 0 0 0,1 0 0 0 0,-1 0 0 0 0,0 1 1 0 0,0-1-1 0 0,0 0 0 0 0,-1 0 0 0 0,1 0 0 0 0,0 0 0 0 0,-1 0 0 0 0,1 0 0 0 0,-1 0 0 0 0,0 0 1 0 0,0 0-1 0 0,0 0 0 0 0,-1 2 0 0 0,-10 22-15 0 0,-2-1 1 0 0,0-1 0 0 0,-2 0-1 0 0,-1-1 1 0 0,-37 40-1 0 0,-25 35-40 0 0,78-97 67 0 0,1-1-1 0 0,-1 1 1 0 0,1 0-1 0 0,-1 0 1 0 0,1 0 0 0 0,0 0-1 0 0,-1-1 1 0 0,1 1-1 0 0,0 0 1 0 0,0 0-1 0 0,0 0 1 0 0,0 0 0 0 0,-1 0-1 0 0,1 0 1 0 0,0 0-1 0 0,1 0 1 0 0,-1 0-1 0 0,0 0 1 0 0,0 0 0 0 0,0 0-1 0 0,0 0 1 0 0,1-1-1 0 0,-1 1 1 0 0,1 0-1 0 0,-1 0 1 0 0,0 0 0 0 0,1 0-1 0 0,-1-1 1 0 0,1 1-1 0 0,0 0 1 0 0,-1 0-1 0 0,1-1 1 0 0,0 1 0 0 0,-1 0-1 0 0,1-1 1 0 0,0 1-1 0 0,0-1 1 0 0,-1 1-1 0 0,1-1 1 0 0,0 1 0 0 0,0-1-1 0 0,0 0 1 0 0,0 1-1 0 0,0-1 1 0 0,0 0 0 0 0,-1 0-1 0 0,3 1 1 0 0,53 11-56 0 0,-46-11-15 0 0,35 6-1237 0 0,76 1-1 0 0,-6-11-3709 0 0,-35 0 2211 0 0</inkml:trace>
</inkml:ink>
</file>

<file path=ppt/ink/ink10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18:35.8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165 341 168 0 0,'1'-1'190'0'0,"-1"0"0"0"0,0 0 0 0 0,0 0 1 0 0,1 0-1 0 0,-1 0 0 0 0,0 0 0 0 0,0 1 0 0 0,0-1 0 0 0,0 0 1 0 0,0 0-1 0 0,-1 0 0 0 0,1 0 0 0 0,0 0 0 0 0,0 0 0 0 0,0 0 0 0 0,-1 0 1 0 0,1 0-1 0 0,-1 0 0 0 0,1 1 0 0 0,0-1 0 0 0,-1 0 0 0 0,0 0 0 0 0,1 1 1 0 0,-1-1-1 0 0,1 0 0 0 0,-1 0 0 0 0,-1 0 0 0 0,1 2-65 0 0,0-1 0 0 0,0 1 0 0 0,0 0-1 0 0,-1 0 1 0 0,1 0 0 0 0,0 0 0 0 0,0 0-1 0 0,0 0 1 0 0,0 0 0 0 0,1 0 0 0 0,-1 0-1 0 0,0 1 1 0 0,0-1 0 0 0,0 2 0 0 0,-27 57 890 0 0,13-15-146 0 0,-12 60-1 0 0,6-21-259 0 0,19-73-493 0 0,1-9-44 0 0,1 0 0 0 0,0 1 0 0 0,-1-1 1 0 0,1 0-1 0 0,-1 0 0 0 0,0 0 0 0 0,1 0 0 0 0,-1 0 0 0 0,0 0 1 0 0,0 0-1 0 0,-1 0 0 0 0,1 0 0 0 0,0 0 0 0 0,-1 0 1 0 0,-1 1-1 0 0,2-2 86 0 0,-18-42 378 0 0,14 11-482 0 0,1-1 0 0 0,1 0 0 0 0,2-1 0 0 0,1 1 0 0 0,1 0 0 0 0,2 0 0 0 0,1 0 0 0 0,1 0 0 0 0,2 1 0 0 0,1-1 0 0 0,2 2 0 0 0,0-1 0 0 0,2 1 0 0 0,29-50 0 0 0,-32 67-43 0 0,-1-1 0 0 0,2 1 0 0 0,-1 1 0 0 0,2 0 0 0 0,20-17 0 0 0,-26 24-10 0 0,0 0-1 0 0,0 0 0 0 0,0 0 1 0 0,1 1-1 0 0,-1 0 1 0 0,1 0-1 0 0,0 1 1 0 0,0 0-1 0 0,0 0 1 0 0,0 0-1 0 0,0 0 0 0 0,1 1 1 0 0,-1 0-1 0 0,0 1 1 0 0,14 0-1 0 0,-18 0 1 0 0,0 0 0 0 0,0 0-1 0 0,0 1 1 0 0,0-1 0 0 0,0 1-1 0 0,0 0 1 0 0,0-1 0 0 0,0 1-1 0 0,0 0 1 0 0,-1 0 0 0 0,1 0-1 0 0,0 1 1 0 0,-1-1 0 0 0,1 0-1 0 0,0 1 1 0 0,-1-1 0 0 0,1 1-1 0 0,-1-1 1 0 0,0 1 0 0 0,0-1-1 0 0,0 1 1 0 0,1 0 0 0 0,-1 0 0 0 0,-1 0-1 0 0,1 0 1 0 0,0 0 0 0 0,0 0-1 0 0,-1 0 1 0 0,1 0 0 0 0,-1 0-1 0 0,0 0 1 0 0,0 0 0 0 0,1 0-1 0 0,-1 0 1 0 0,-1 0 0 0 0,1 0-1 0 0,0 0 1 0 0,0 0 0 0 0,-1 0-1 0 0,1 0 1 0 0,-2 2 0 0 0,1 3-2 0 0,-1 0 1 0 0,0 0 0 0 0,-1-1-1 0 0,1 1 1 0 0,-1-1 0 0 0,-1 0-1 0 0,1 0 1 0 0,-1 0 0 0 0,0 0 0 0 0,-1-1-1 0 0,-4 6 1 0 0,-9 4-191 0 0,-1-2 0 0 0,0-1 0 0 0,-38 19 1 0 0,49-27-144 0 0,-3 6-2595 0 0,19-2-2085 0 0,4-5 2448 0 0</inkml:trace>
</inkml:ink>
</file>

<file path=ppt/ink/ink10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18:36.3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37 224 8 0 0,'5'15'822'0'0,"0"0"1"0"0,-2 0-1 0 0,0 0 0 0 0,0 1 1 0 0,-1-1-1 0 0,-1 22 0 0 0,0-15-117 0 0,1 0-1 0 0,6 27 0 0 0,-8-47-637 0 0,1 0 1 0 0,-1-1-1 0 0,1 1 0 0 0,-1-1 0 0 0,1 1 0 0 0,-1 0 0 0 0,0-1 0 0 0,0 1 0 0 0,0 0 0 0 0,0-1 0 0 0,0 1 0 0 0,0 0 0 0 0,-1-1 0 0 0,0 4 0 0 0,1-5-35 0 0,-1 0-1 0 0,1 0 1 0 0,-1 0-1 0 0,1 0 1 0 0,-1 0-1 0 0,1 0 1 0 0,-1 0-1 0 0,1 0 1 0 0,-1 0-1 0 0,1 0 1 0 0,-1 0-1 0 0,1-1 1 0 0,-1 1-1 0 0,1 0 1 0 0,-1 0 0 0 0,1-1-1 0 0,-1 1 1 0 0,1 0-1 0 0,0 0 1 0 0,-1-1-1 0 0,1 1 1 0 0,-1 0-1 0 0,1-1 1 0 0,0 1-1 0 0,-1-1 1 0 0,1 1-1 0 0,0 0 1 0 0,-1-2-1 0 0,-32-46 558 0 0,28 34-561 0 0,0 0 0 0 0,1-1 0 0 0,1 0 1 0 0,0 0-1 0 0,1 0 0 0 0,0 0 1 0 0,2 0-1 0 0,-1 0 0 0 0,2-1 0 0 0,0 1 1 0 0,1 0-1 0 0,1 0 0 0 0,0 0 1 0 0,1 1-1 0 0,6-18 0 0 0,-5 20-19 0 0,0 0 0 0 0,0 1-1 0 0,1 0 1 0 0,0 1 0 0 0,1-1-1 0 0,0 1 1 0 0,1 0 0 0 0,14-14 0 0 0,-16 19-6 0 0,0 0-1 0 0,0 0 1 0 0,1 0 0 0 0,-1 1 0 0 0,1 0 0 0 0,1 0 0 0 0,-1 1 0 0 0,0 0 0 0 0,1 0-1 0 0,0 0 1 0 0,-1 1 0 0 0,1 1 0 0 0,15-3 0 0 0,-20 4-3 0 0,-1 0 1 0 0,0 0-1 0 0,0 0 0 0 0,0 0 0 0 0,0 0 1 0 0,0 0-1 0 0,1 0 0 0 0,-1 1 0 0 0,0-1 1 0 0,0 1-1 0 0,0-1 0 0 0,0 1 1 0 0,0 0-1 0 0,0 0 0 0 0,0 0 0 0 0,-1 0 1 0 0,1 0-1 0 0,0 0 0 0 0,0 1 0 0 0,-1-1 1 0 0,1 1-1 0 0,-1-1 0 0 0,1 1 1 0 0,-1-1-1 0 0,0 1 0 0 0,1 0 0 0 0,-1 0 1 0 0,0 0-1 0 0,0 0 0 0 0,0-1 0 0 0,-1 1 1 0 0,1 1-1 0 0,0-1 0 0 0,-1 0 0 0 0,1 0 1 0 0,-1 0-1 0 0,0 0 0 0 0,0 4 1 0 0,1 1 1 0 0,-1 0 1 0 0,-1 0 0 0 0,1 1 0 0 0,-1-1 0 0 0,-1-1 0 0 0,1 1-1 0 0,-1 0 1 0 0,-5 12 0 0 0,2-10-23 0 0,-1 0-1 0 0,-1-1 1 0 0,1 0 0 0 0,-1 1 0 0 0,-1-2-1 0 0,0 1 1 0 0,0-1 0 0 0,0-1-1 0 0,-1 1 1 0 0,0-1 0 0 0,0-1 0 0 0,0 0-1 0 0,-1 0 1 0 0,-11 3 0 0 0,-32 20-3255 0 0,45-26-399 0 0</inkml:trace>
</inkml:ink>
</file>

<file path=ppt/ink/ink10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18:36.6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1504 1 144 0 0,'10'3'238'0'0,"-1"0"-1"0"0,0 1 1 0 0,0 0-1 0 0,0 1 1 0 0,0 0 0 0 0,-1 0-1 0 0,0 1 1 0 0,0 0-1 0 0,0 1 1 0 0,-1 0 0 0 0,0 0-1 0 0,0 0 1 0 0,-1 1-1 0 0,0 0 1 0 0,0 0-1 0 0,-1 0 1 0 0,0 1 0 0 0,0 0-1 0 0,-1 0 1 0 0,0 0-1 0 0,-1 1 1 0 0,0-1 0 0 0,0 1-1 0 0,-1 0 1 0 0,0-1-1 0 0,-1 1 1 0 0,0 0 0 0 0,-1 0-1 0 0,0 0 1 0 0,-2 19-1 0 0,-3 1 94 0 0,0-1 0 0 0,-2 0 0 0 0,-1 0 0 0 0,-1 0 0 0 0,-1-1 0 0 0,-2-1 1 0 0,-1 0-1 0 0,-30 47 0 0 0,2-14 245 0 0,-3 0 0 0 0,-80 82 1 0 0,63-81-161 0 0,-3-3 1 0 0,-95 66-1 0 0,67-58-158 0 0,19-13-191 0 0,-89 49 0 0 0,-213 81-2240 0 0,114-90-3787 0 0,164-68 2738 0 0</inkml:trace>
</inkml:ink>
</file>

<file path=ppt/ink/ink10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18:38.8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466 699 188 0 0,'0'0'879'0'0,"0"1"-707"0"0,-1-1-1 0 0,1 1 1 0 0,0-1 0 0 0,0 1 0 0 0,0 0 0 0 0,0-1 0 0 0,-1 1-1 0 0,1-1 1 0 0,0 1 0 0 0,-1-1 0 0 0,1 1 0 0 0,0-1-1 0 0,-1 1 1 0 0,1-1 0 0 0,0 1 0 0 0,-1-1 0 0 0,1 0 0 0 0,-1 1-1 0 0,1-1 1 0 0,-1 1 0 0 0,1-1 0 0 0,-1 0 0 0 0,0 1-1 0 0,-11-5 108 0 0,0 0 0 0 0,1 0 0 0 0,0-1 0 0 0,0 0 0 0 0,0-1 0 0 0,0 0 0 0 0,1-1 0 0 0,0 0 0 0 0,0-1 0 0 0,1 0 0 0 0,0 0 0 0 0,0-1 0 0 0,1 0 0 0 0,-11-17 0 0 0,8 12-187 0 0,2-1-1 0 0,-1 0 1 0 0,2-1-1 0 0,0 0 1 0 0,1 0 0 0 0,1-1-1 0 0,1 0 1 0 0,0 0-1 0 0,-4-30 1 0 0,5 16-4 0 0,2-1 0 0 0,1 0 0 0 0,1 0-1 0 0,9-58 1 0 0,-7 79-77 0 0,0 0-1 0 0,1 0 0 0 0,0 1 0 0 0,1-1 0 0 0,0 1 0 0 0,1 0 0 0 0,0 0 1 0 0,0 0-1 0 0,1 1 0 0 0,0 0 0 0 0,1 0 0 0 0,0 0 0 0 0,1 1 0 0 0,0 0 1 0 0,0 0-1 0 0,0 1 0 0 0,12-8 0 0 0,-18 14-9 0 0,0-1 0 0 0,0 1-1 0 0,0 0 1 0 0,1 0 0 0 0,-1 0 0 0 0,0 0 0 0 0,1 0 0 0 0,-1 0-1 0 0,0 1 1 0 0,1-1 0 0 0,-1 1 0 0 0,1 0 0 0 0,-1-1-1 0 0,0 1 1 0 0,1 0 0 0 0,-1 0 0 0 0,1 1 0 0 0,-1-1-1 0 0,1 1 1 0 0,-1-1 0 0 0,0 1 0 0 0,1-1 0 0 0,-1 1 0 0 0,0 0-1 0 0,0 0 1 0 0,1 1 0 0 0,-1-1 0 0 0,0 0 0 0 0,0 1-1 0 0,0-1 1 0 0,0 1 0 0 0,-1-1 0 0 0,1 1 0 0 0,0 0 0 0 0,-1 0-1 0 0,1 0 1 0 0,-1 0 0 0 0,0 0 0 0 0,1 0 0 0 0,-1 0-1 0 0,0 0 1 0 0,0 1 0 0 0,-1-1 0 0 0,2 5 0 0 0,1 8-2 0 0,0 1 0 0 0,-1 0 0 0 0,-1 0 0 0 0,-1 0 1 0 0,0 0-1 0 0,-1-1 0 0 0,0 1 0 0 0,-2 0 0 0 0,0 0 0 0 0,0-1 1 0 0,-2 0-1 0 0,0 1 0 0 0,0-2 0 0 0,-13 23 0 0 0,5-15 6 0 0,0-1 0 0 0,-2-1 0 0 0,0 0 0 0 0,-2-1 0 0 0,0-1 0 0 0,-1 0 0 0 0,0-1 0 0 0,-34 23 0 0 0,18-16 24 0 0,-7 6 128 0 0,-66 36-1 0 0,106-65-146 0 0,-1-1 0 0 0,0 1 1 0 0,1 0-1 0 0,-1 0 0 0 0,1 0 0 0 0,-1-1 0 0 0,1 1 0 0 0,-1 1 0 0 0,1-1 0 0 0,0 0 0 0 0,-1 0 0 0 0,1 1 0 0 0,0-1 0 0 0,0 0 0 0 0,-1 3 0 0 0,2-4 5 0 0,0 1 0 0 0,1-1-1 0 0,-1 1 1 0 0,0-1 0 0 0,1 1-1 0 0,-1-1 1 0 0,1 0 0 0 0,-1 1-1 0 0,1-1 1 0 0,-1 0 0 0 0,1 1 0 0 0,-1-1-1 0 0,1 0 1 0 0,-1 1 0 0 0,1-1-1 0 0,-1 0 1 0 0,1 0 0 0 0,-1 0-1 0 0,1 0 1 0 0,0 1 0 0 0,-1-1 0 0 0,1 0-1 0 0,-1 0 1 0 0,1 0 0 0 0,0 0-1 0 0,-1 0 1 0 0,2-1 0 0 0,60-3 392 0 0,39-13-154 0 0,113-6 0 0 0,-36 18-116 0 0,-172 6-3530 0 0,-17 2-2168 0 0,8-3 6105 0 0,0 1-3097 0 0</inkml:trace>
</inkml:ink>
</file>

<file path=ppt/ink/ink10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18:39.6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462 739 404 0 0,'-37'-14'2820'0'0,"32"12"-2625"0"0,0-1 0 0 0,0 0 0 0 0,0 0 0 0 0,0 0 0 0 0,0-1 0 0 0,1 0 0 0 0,0 0 0 0 0,-1 0 0 0 0,2 0 0 0 0,-1-1 0 0 0,0 1 0 0 0,1-1 0 0 0,0 0 0 0 0,0 0 0 0 0,-2-6 0 0 0,-1 0-41 0 0,1-1 0 0 0,1 0-1 0 0,0 0 1 0 0,0 0 0 0 0,2 0-1 0 0,-3-14 1 0 0,-6-84 312 0 0,-30-130 1 0 0,22 184-419 0 0,14 44-31 0 0,1 0 1 0 0,0 0 0 0 0,0 0-1 0 0,1-1 1 0 0,-2-22 0 0 0,6 32-18 0 0,-1 1 0 0 0,1 0 0 0 0,-1 0 0 0 0,1 0 0 0 0,0 0 0 0 0,0 0 0 0 0,0 0 0 0 0,0 0-1 0 0,0 0 1 0 0,1 0 0 0 0,-1 0 0 0 0,0 0 0 0 0,1 1 0 0 0,-1-1 0 0 0,1 1 0 0 0,0-1 0 0 0,0 1 0 0 0,-1 0 0 0 0,1-1 0 0 0,0 1 0 0 0,0 0 0 0 0,0 0 0 0 0,0 0 0 0 0,1 1 0 0 0,-1-1 0 0 0,0 0 0 0 0,4 0 0 0 0,65-10-8 0 0,-66 11 13 0 0,7-1-3 0 0,1 0 0 0 0,-1 1 0 0 0,1 1 1 0 0,-1 0-1 0 0,1 1 0 0 0,21 5 0 0 0,-33-7-3 0 0,0 1 1 0 0,0-1-1 0 0,0 1 0 0 0,0 0 0 0 0,0-1 0 0 0,0 1 0 0 0,0 0 1 0 0,0 0-1 0 0,0-1 0 0 0,0 1 0 0 0,0 0 0 0 0,0 0 1 0 0,0 0-1 0 0,-1 0 0 0 0,1 0 0 0 0,0 0 0 0 0,-1 0 1 0 0,1 1-1 0 0,-1-1 0 0 0,1 0 0 0 0,-1 0 0 0 0,0 0 1 0 0,1 1-1 0 0,-1-1 0 0 0,0 0 0 0 0,0 0 0 0 0,0 1 1 0 0,0-1-1 0 0,0 0 0 0 0,0 0 0 0 0,0 1 0 0 0,0-1 1 0 0,0 0-1 0 0,-1 0 0 0 0,1 0 0 0 0,-1 1 0 0 0,1-1 1 0 0,-1 2-1 0 0,-26 53 20 0 0,19-43-11 0 0,-9 18 8 0 0,-2-1-1 0 0,-1-1 1 0 0,-41 45-1 0 0,-81 69 206 0 0,83-91 8 0 0,30-27 36 0 0,1 0 1 0 0,-32 38-1 0 0,59-62-244 0 0,1-1-1 0 0,-1 0 1 0 0,1 1-1 0 0,-1-1 1 0 0,1 1-1 0 0,0-1 1 0 0,-1 0-1 0 0,1 1 1 0 0,0-1-1 0 0,-1 1 1 0 0,1-1-1 0 0,0 1 0 0 0,-1-1 1 0 0,1 1-1 0 0,0 0 1 0 0,0-1-1 0 0,0 1 1 0 0,-1-1-1 0 0,1 1 1 0 0,0-1-1 0 0,0 1 1 0 0,0 0-1 0 0,0-1 1 0 0,0 1-1 0 0,0-1 1 0 0,0 1-1 0 0,0 0 1 0 0,0-1-1 0 0,1 1 1 0 0,-1-1-1 0 0,0 1 1 0 0,0-1-1 0 0,0 1 1 0 0,1-1-1 0 0,-1 1 1 0 0,0 0-1 0 0,0-1 1 0 0,1 1-1 0 0,26 3 391 0 0,41-16-75 0 0,-64 11-294 0 0,47-12 53 0 0,17-3-966 0 0,78-9 1 0 0,-104 25-4413 0 0,-34 2 2762 0 0</inkml:trace>
</inkml:ink>
</file>

<file path=ppt/ink/ink10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18:40.9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1 390 8169 0 0,'7'-28'415'0'0,"-1"-1"1"0"0,-1 0-1 0 0,-1 0 1 0 0,-2 0-1 0 0,-1-1 1 0 0,-5-57-1 0 0,3 72-336 0 0,-10-99 1407 0 0,29 154-3450 0 0,-17-33 1426 0 0,0 0 0 0 0,0-1 0 0 0,-1 1 0 0 0,0 0 0 0 0,-2 12-1 0 0,1 4-2039 0 0,1 6-161 0 0</inkml:trace>
</inkml:ink>
</file>

<file path=ppt/ink/ink10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18:41.3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62 32 7305 0 0,'0'1'84'0'0,"0"0"0"0"0,0 0 1 0 0,0 0-1 0 0,0 0 1 0 0,0 0-1 0 0,-1 0 0 0 0,1 0 1 0 0,0 0-1 0 0,0 0 1 0 0,-1 0-1 0 0,1 0 0 0 0,-1 0 1 0 0,1 0-1 0 0,-1 0 1 0 0,1 0-1 0 0,-1 0 0 0 0,1-1 1 0 0,-1 1-1 0 0,0 0 1 0 0,1 0-1 0 0,-1-1 0 0 0,0 1 1 0 0,0 0-1 0 0,0-1 0 0 0,0 1 1 0 0,1-1-1 0 0,-1 1 1 0 0,0-1-1 0 0,0 0 0 0 0,0 1 1 0 0,0-1-1 0 0,0 0 1 0 0,0 1-1 0 0,0-1 0 0 0,0 0 1 0 0,-1 0-1 0 0,0-1 87 0 0,-1 0 0 0 0,1 1 1 0 0,0-1-1 0 0,0 0 0 0 0,0-1 0 0 0,0 1 0 0 0,0 0 0 0 0,1-1 0 0 0,-1 1 0 0 0,0-1 0 0 0,1 1 0 0 0,-1-1 0 0 0,1 0 1 0 0,-1 0-1 0 0,1 0 0 0 0,-2-2 0 0 0,-4-16 840 0 0,15 10-1091 0 0,31 9-6755 0 0,-33 1 4911 0 0,3 2-1172 0 0</inkml:trace>
</inkml:ink>
</file>

<file path=ppt/ink/ink10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18:50.3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91 120 6889 0 0,'-1'-5'95'0'0,"0"-2"68"0"0,0-1 1 0 0,0 1-1 0 0,-1-1 1 0 0,0 1-1 0 0,-1 0 0 0 0,1 0 1 0 0,-2 0-1 0 0,1 0 1 0 0,-1 0-1 0 0,0 1 1 0 0,0-1-1 0 0,0 1 1 0 0,-1 0-1 0 0,-11-10 1 0 0,16 16-149 0 0,-1 0 0 0 0,0-1 0 0 0,1 1 0 0 0,-1 0 0 0 0,0 0 0 0 0,1 0 0 0 0,-1 0 0 0 0,0 0 0 0 0,1 0 0 0 0,-1 0 0 0 0,0 0 0 0 0,0 0 0 0 0,1 0 0 0 0,-1 0 0 0 0,0 1 0 0 0,1-1 0 0 0,-1 0 0 0 0,0 0 0 0 0,1 1 0 0 0,-1-1 0 0 0,1 0 0 0 0,-1 1 0 0 0,0-1 0 0 0,1 1 0 0 0,-1-1 0 0 0,1 1 0 0 0,-1-1 0 0 0,1 1 0 0 0,-1-1 0 0 0,1 1 0 0 0,0-1 0 0 0,-1 1 0 0 0,1-1 0 0 0,0 1 0 0 0,-1 0 0 0 0,1-1 0 0 0,0 1 0 0 0,0 0 0 0 0,-1-1 0 0 0,1 1 0 0 0,0 0 0 0 0,0-1 0 0 0,0 1 0 0 0,0 0 0 0 0,0 0 0 0 0,0 0 0 0 0,-8 41 311 0 0,7-39-277 0 0,-1 31 166 0 0,1 0 0 0 0,2 1-1 0 0,1-1 1 0 0,12 62 0 0 0,-12-82-166 0 0,6 60-399 0 0,-1 114-1 0 0,-11-178-1871 0 0</inkml:trace>
</inkml:ink>
</file>

<file path=ppt/ink/ink10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18:51.2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1 369 44 0 0,'296'-57'971'0'0,"75"-11"-126"0"0,-215 40-534 0 0,-137 23-251 0 0,0-1 0 0 0,0-1 0 0 0,0 0 1 0 0,-1-1-1 0 0,32-21 0 0 0,-48 28-33 0 0,-1 0-1 0 0,1 0 0 0 0,-1 0 1 0 0,1-1-1 0 0,-1 1 0 0 0,1 0 1 0 0,-1-1-1 0 0,0 1 0 0 0,0-1 1 0 0,0 0-1 0 0,0 1 0 0 0,0-1 1 0 0,0 0-1 0 0,0 0 0 0 0,-1 1 1 0 0,1-1-1 0 0,0 0 0 0 0,-1 0 1 0 0,0 0-1 0 0,1 0 0 0 0,-1 0 1 0 0,0 0-1 0 0,0-3 1 0 0,-1 0 64 0 0,0 1 0 0 0,0 0 0 0 0,0 0 0 0 0,-1 0 0 0 0,1 0 0 0 0,-1 1 0 0 0,0-1 1 0 0,0 0-1 0 0,-1 1 0 0 0,-4-7 0 0 0,2 4 105 0 0,0 0 1 0 0,-1 0 0 0 0,1 1-1 0 0,-1-1 1 0 0,0 1-1 0 0,-1 1 1 0 0,1-1 0 0 0,-1 1-1 0 0,0 0 1 0 0,0 1-1 0 0,-13-5 1 0 0,18 8-166 0 0,0 0 1 0 0,1 0-1 0 0,-1 0 0 0 0,1 0 1 0 0,-1 1-1 0 0,1-1 1 0 0,-1 1-1 0 0,0-1 0 0 0,1 1 1 0 0,-1-1-1 0 0,1 1 0 0 0,0 0 1 0 0,-1 0-1 0 0,1 0 0 0 0,0 0 1 0 0,-1 0-1 0 0,1 0 1 0 0,0 0-1 0 0,0 0 0 0 0,0 0 1 0 0,0 0-1 0 0,0 1 0 0 0,0-1 1 0 0,0 0-1 0 0,0 1 1 0 0,1-1-1 0 0,-1 1 0 0 0,0-1 1 0 0,0 3-1 0 0,-13 45 531 0 0,8 4-96 0 0,2 1 0 0 0,3 0-1 0 0,2-1 1 0 0,12 86-1 0 0,-2-20 173 0 0,-4-47-320 0 0,2 50 237 0 0,-7-78-260 0 0,1-35-111 0 0,3-26-136 0 0,-3 7-44 0 0,1 0-1 0 0,0 1 1 0 0,0-1 0 0 0,1 1-1 0 0,0 0 1 0 0,1 0 0 0 0,0 1-1 0 0,0 0 1 0 0,1 0 0 0 0,0 0-1 0 0,11-9 1 0 0,-15 16-2 0 0,2 1-4 0 0,1-1 0 0 0,0 2-1 0 0,0-1 1 0 0,0 1 0 0 0,0 0-1 0 0,-1 0 1 0 0,1 1 0 0 0,0-1 0 0 0,-1 1-1 0 0,1 0 1 0 0,-1 1 0 0 0,0 0-1 0 0,1-1 1 0 0,-1 2 0 0 0,-1-1 0 0 0,6 5-1 0 0,19 9-11 0 0,-11-9-4 0 0,-1-1-1 0 0,2-1 0 0 0,-1 0 1 0 0,1-2-1 0 0,0 0 0 0 0,0-1 0 0 0,0-1 1 0 0,0-1-1 0 0,0 0 0 0 0,1-2 0 0 0,21-2 1 0 0,-39 3 19 0 0,0-1 0 0 0,0 1 1 0 0,1 0-1 0 0,-1-1 0 0 0,0 0 0 0 0,0 1 1 0 0,0-1-1 0 0,-1 0 0 0 0,1 0 1 0 0,0 0-1 0 0,0 0 0 0 0,0 0 0 0 0,-1 0 1 0 0,1-1-1 0 0,-1 1 0 0 0,1-1 0 0 0,-1 1 1 0 0,1-1-1 0 0,-1 1 0 0 0,0-1 1 0 0,0 0-1 0 0,1 0 0 0 0,-1 1 0 0 0,-1-1 1 0 0,1 0-1 0 0,0 0 0 0 0,0 0 0 0 0,-1 0 1 0 0,1 0-1 0 0,-1 0 0 0 0,0 0 1 0 0,1 0-1 0 0,-1-1 0 0 0,0 1 0 0 0,0 0 1 0 0,0 0-1 0 0,-1 0 0 0 0,1 0 1 0 0,0 0-1 0 0,-1 0 0 0 0,0 0 0 0 0,1 0 1 0 0,-1 0-1 0 0,0 0 0 0 0,0 0 0 0 0,0 0 1 0 0,0 1-1 0 0,0-1 0 0 0,0 0 1 0 0,-1 1-1 0 0,1-1 0 0 0,-1 1 0 0 0,1-1 1 0 0,-1 1-1 0 0,1-1 0 0 0,-4-1 0 0 0,-16-6 151 0 0,21 9-154 0 0,-1 0 0 0 0,1 1 1 0 0,0-1-1 0 0,0 0 0 0 0,-1 0 0 0 0,1 0 1 0 0,0 1-1 0 0,-1-1 0 0 0,1 0 0 0 0,0 0 1 0 0,0 1-1 0 0,-1-1 0 0 0,1 0 0 0 0,0 1 0 0 0,0-1 1 0 0,0 0-1 0 0,-1 1 0 0 0,1-1 0 0 0,0 0 1 0 0,0 1-1 0 0,0-1 0 0 0,0 0 0 0 0,0 1 1 0 0,0-1-1 0 0,0 0 0 0 0,0 1 0 0 0,0-1 1 0 0,0 1-1 0 0,0-1 0 0 0,0 0 0 0 0,0 1 0 0 0,0 0 1 0 0,0 1-73 0 0,1 1 0 0 0,0-1 0 0 0,-1 1 0 0 0,1 0 1 0 0,0-1-1 0 0,0 1 0 0 0,1-1 0 0 0,-1 0 0 0 0,0 1 1 0 0,1-1-1 0 0,0 0 0 0 0,-1 0 0 0 0,5 3 0 0 0,58 39-6344 0 0,-42-32 3672 0 0</inkml:trace>
</inkml:ink>
</file>

<file path=ppt/ink/ink10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18:52.0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236 93 248 0 0,'-9'-28'2957'0'0,"7"21"-2459"0"0,1 1-1 0 0,-1-1 0 0 0,-1 1 0 0 0,1 0 0 0 0,-6-9 0 0 0,8 14-415 0 0,-1-1-1 0 0,0 1 1 0 0,0 0-1 0 0,0 0 1 0 0,-1 0-1 0 0,1 0 1 0 0,0 0-1 0 0,0 0 1 0 0,0 0-1 0 0,-1 0 1 0 0,1 0-1 0 0,0 0 1 0 0,-1 1-1 0 0,1-1 1 0 0,-1 1-1 0 0,1-1 1 0 0,-1 1-1 0 0,1 0 1 0 0,-1-1-1 0 0,1 1 1 0 0,-1 0 0 0 0,0 0-1 0 0,1 0 1 0 0,-1 0-1 0 0,1 0 1 0 0,-1 0-1 0 0,1 1 1 0 0,-4 0-1 0 0,-7 2 90 0 0,-1 1-1 0 0,1 0 1 0 0,-1 1 0 0 0,1 0-1 0 0,1 1 1 0 0,-22 14 0 0 0,28-16-126 0 0,0-1 0 0 0,1 1 1 0 0,-1 1-1 0 0,1-1 0 0 0,0 1 0 0 0,0-1 1 0 0,0 1-1 0 0,0 1 0 0 0,1-1 1 0 0,0 0-1 0 0,0 1 0 0 0,1-1 1 0 0,0 1-1 0 0,-1 0 0 0 0,2 0 1 0 0,-1 0-1 0 0,-1 10 0 0 0,3-14-36 0 0,0-1-1 0 0,0 1 1 0 0,1 0-1 0 0,-1-1 1 0 0,0 1-1 0 0,1 0 1 0 0,-1 0-1 0 0,1-1 1 0 0,-1 1-1 0 0,1-1 0 0 0,0 1 1 0 0,0-1-1 0 0,0 1 1 0 0,0-1-1 0 0,0 1 1 0 0,0-1-1 0 0,0 0 1 0 0,0 1-1 0 0,0-1 1 0 0,1 0-1 0 0,-1 0 1 0 0,0 0-1 0 0,1 0 1 0 0,-1 0-1 0 0,1 0 0 0 0,-1 0 1 0 0,1-1-1 0 0,0 1 1 0 0,-1 0-1 0 0,4 0 1 0 0,8 2 12 0 0,0 1 1 0 0,0-2 0 0 0,17 2-1 0 0,7 2 22 0 0,-26-2-29 0 0,-1 1-1 0 0,0 0 1 0 0,1 0 0 0 0,-2 1 0 0 0,1 1 0 0 0,-1-1 0 0 0,0 2 0 0 0,0-1-1 0 0,-1 1 1 0 0,0 0 0 0 0,0 1 0 0 0,-1 0 0 0 0,0 0 0 0 0,-1 1 0 0 0,0 0 0 0 0,-1 0-1 0 0,6 12 1 0 0,3 10 25 0 0,-1 0-1 0 0,-2 1 0 0 0,-1 1 1 0 0,8 49-1 0 0,-11-40-62 0 0,1 58-1 0 0,-7-83 21 0 0,-2 1 0 0 0,0-1 0 0 0,0 1 0 0 0,-2-1 0 0 0,-9 33 0 0 0,11-47 13 0 0,0 0 0 0 0,-1 0 0 0 0,0 0 0 0 0,1 0 0 0 0,-1 0 0 0 0,0-1 0 0 0,-1 1 0 0 0,1 0 0 0 0,-1-1 0 0 0,1 0 0 0 0,-1 1 0 0 0,0-1 0 0 0,0-1 0 0 0,-1 1 0 0 0,1 0 0 0 0,0-1 0 0 0,-1 1 0 0 0,0-1 0 0 0,0 0 1 0 0,1 0-1 0 0,-1-1 0 0 0,0 1 0 0 0,0-1 0 0 0,-1 0 0 0 0,1 0 0 0 0,0 0 0 0 0,0 0 0 0 0,0-1 0 0 0,-1 0 0 0 0,-4 0 0 0 0,3-1 5 0 0,-1 0 0 0 0,1 0 1 0 0,-1-1-1 0 0,1 0 0 0 0,-1 0 1 0 0,1-1-1 0 0,0 1 0 0 0,0-1 1 0 0,0-1-1 0 0,1 1 1 0 0,-1-1-1 0 0,1 0 0 0 0,0 0 1 0 0,0-1-1 0 0,0 0 0 0 0,0 1 1 0 0,1-2-1 0 0,-6-7 0 0 0,5 5-10 0 0,0-1-1 0 0,1 0 0 0 0,0 0 1 0 0,0 0-1 0 0,0 0 0 0 0,1-1 1 0 0,1 1-1 0 0,0-1 0 0 0,0 0 1 0 0,1 1-1 0 0,0-14 0 0 0,1 6-21 0 0,1 1 0 0 0,1 0-1 0 0,0-1 1 0 0,2 1 0 0 0,0 0-1 0 0,6-18 1 0 0,11-13-62 0 0,1 0-1 0 0,2 1 1 0 0,37-52 0 0 0,-52 84 67 0 0,0 0-1 0 0,1 1 1 0 0,1 1-1 0 0,0 0 1 0 0,1 0 0 0 0,0 1-1 0 0,1 1 1 0 0,0 0-1 0 0,19-11 1 0 0,-27 18 39 0 0,1 0 1 0 0,0 0-1 0 0,0 1 1 0 0,0-1-1 0 0,0 2 1 0 0,1-1-1 0 0,-1 1 0 0 0,1-1 1 0 0,-1 2-1 0 0,1-1 1 0 0,-1 1-1 0 0,1 0 1 0 0,-1 0-1 0 0,1 1 1 0 0,-1 0-1 0 0,0 0 1 0 0,1 1-1 0 0,-1-1 0 0 0,0 1 1 0 0,0 1-1 0 0,0-1 1 0 0,0 1-1 0 0,0 0 1 0 0,0 0-1 0 0,-1 1 1 0 0,6 4-1 0 0,-3-1 45 0 0,0 0-1 0 0,-1 1 1 0 0,0 0 0 0 0,0 0-1 0 0,-1 1 1 0 0,0-1 0 0 0,0 2-1 0 0,-1-1 1 0 0,6 15-1 0 0,-9-20-42 0 0,0 0-1 0 0,-1 0 0 0 0,1 0 0 0 0,-1 0 1 0 0,0 0-1 0 0,0 0 0 0 0,0 0 0 0 0,-1 0 0 0 0,0 1 1 0 0,0-1-1 0 0,0 0 0 0 0,0 0 0 0 0,0 0 1 0 0,-1 0-1 0 0,0 1 0 0 0,0-1 0 0 0,0 0 1 0 0,0 0-1 0 0,-1 0 0 0 0,1-1 0 0 0,-1 1 0 0 0,0 0 1 0 0,0-1-1 0 0,-1 1 0 0 0,1-1 0 0 0,-6 6 1 0 0,-12 3-2166 0 0,19-12 1891 0 0,0 0 0 0 0,0 0-1 0 0,0 0 1 0 0,0 0-1 0 0,1 0 1 0 0,-1 0-1 0 0,0-1 1 0 0,0 1 0 0 0,0 0-1 0 0,1-1 1 0 0,-1 1-1 0 0,0-1 1 0 0,0 1 0 0 0,1 0-1 0 0,-1-1 1 0 0,0 0-1 0 0,1 1 1 0 0,-1-1-1 0 0,1 1 1 0 0,-1-1 0 0 0,0 0-1 0 0,1 1 1 0 0,0-1-1 0 0,-1 0 1 0 0,1 0 0 0 0,-1-1-1 0 0,-2-5-2377 0 0</inkml:trace>
</inkml:ink>
</file>

<file path=ppt/ink/ink10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18:52.4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56 236 0 0,'0'-9'672'0'0,"4"3"-52"0"0,-4-3-68 0 0,2 2-44 0 0,0 0-64 0 0,-1 2 328 0 0,1 0-220 0 0,4-2-620 0 0,8 15-1088 0 0,-9-1-1156 0 0</inkml:trace>
</inkml:ink>
</file>

<file path=ppt/ink/ink10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18:52.7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19 116 432 0 0,'0'5'403'0'0,"0"0"1"0"0,-1-1-1 0 0,1 1 1 0 0,-1-1-1 0 0,0 1 0 0 0,-1-1 1 0 0,1 1-1 0 0,-1-1 0 0 0,-3 6 1 0 0,5-10-367 0 0,0 0 1 0 0,0 0-1 0 0,0 0 1 0 0,0 0-1 0 0,0-1 1 0 0,0 1-1 0 0,0 0 1 0 0,0 0-1 0 0,0 0 0 0 0,0 0 1 0 0,0 0-1 0 0,0 0 1 0 0,-1 0-1 0 0,1 0 1 0 0,0 0-1 0 0,0-1 1 0 0,0 1-1 0 0,0 0 1 0 0,0 0-1 0 0,0 0 1 0 0,0 0-1 0 0,-1 0 1 0 0,1 0-1 0 0,0 0 1 0 0,0 0-1 0 0,0 0 0 0 0,0 0 1 0 0,0 0-1 0 0,0 0 1 0 0,0 0-1 0 0,-1 0 1 0 0,1 0-1 0 0,0 0 1 0 0,0 0-1 0 0,0 0 1 0 0,0 0-1 0 0,0 0 1 0 0,0 0-1 0 0,-1 0 1 0 0,1 0-1 0 0,0 0 0 0 0,0 1 1 0 0,0-1-1 0 0,0 0 1 0 0,0 0-1 0 0,0 0 1 0 0,0 0-1 0 0,0 0 1 0 0,0 0-1 0 0,-1 0 1 0 0,1 0-1 0 0,0 0 1 0 0,0 0-1 0 0,0 1 1 0 0,0-1-1 0 0,0 0 1 0 0,0 0-1 0 0,0 0 0 0 0,0 0 1 0 0,0 0-1 0 0,0 0 1 0 0,0 1-1 0 0,0-1 1 0 0,4-29 749 0 0,-1 20-715 0 0,0 0 0 0 0,0 1 0 0 0,0-1 0 0 0,1 1 0 0 0,0 0 0 0 0,1 0 1 0 0,0 0-1 0 0,0 0 0 0 0,1 1 0 0 0,0 0 0 0 0,0 0 0 0 0,11-9 0 0 0,-13 13-637 0 0,1-1 0 0 0,0 1 0 0 0,0 1 0 0 0,0-1 0 0 0,0 1 0 0 0,0-1 0 0 0,0 2 0 0 0,7-3 0 0 0,-2 3-1406 0 0</inkml:trace>
</inkml:ink>
</file>

<file path=ppt/ink/ink10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18:53.1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 15 56 0 0,'8'-15'3974'0'0,"-4"25"-1054"0"0,-2 29-1150 0 0,-17 62-214 0 0,4 1 0 0 0,4 169 1 0 0,7-219-2084 0 0,0-5-1641 0 0,2-17-3475 0 0,0-21 2800 0 0</inkml:trace>
</inkml:ink>
</file>

<file path=ppt/ink/ink10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19:01.6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35 620 184 0 0,'5'-21'2757'0'0,"10"10"-2235"0"0,1 0 1 0 0,0 1-1 0 0,1 1 1 0 0,0 0-1 0 0,22-8 1 0 0,41-22 254 0 0,-68 32-695 0 0,-1 0 0 0 0,0-1 1 0 0,0 0-1 0 0,-1-1 1 0 0,0 0-1 0 0,0-1 1 0 0,-1 0-1 0 0,-1 0 0 0 0,0-1 1 0 0,0 0-1 0 0,10-21 1 0 0,-14 22-53 0 0,0-1 0 0 0,0 0 1 0 0,-1 0-1 0 0,0 0 0 0 0,-1 0 0 0 0,-1-1 1 0 0,0 1-1 0 0,0 0 0 0 0,-1-1 1 0 0,0 1-1 0 0,-1-1 0 0 0,-1 1 1 0 0,1 0-1 0 0,-5-13 0 0 0,0 3 55 0 0,0-1-1 0 0,-2 2 1 0 0,-10-22-1 0 0,15 36-22 0 0,1 1 0 0 0,-1 0-1 0 0,0 0 1 0 0,-1 0-1 0 0,1 0 1 0 0,-1 0 0 0 0,0 1-1 0 0,0 0 1 0 0,0 0-1 0 0,-1 0 1 0 0,1 0 0 0 0,-1 0-1 0 0,0 1 1 0 0,0 0-1 0 0,-1 0 1 0 0,-7-3 0 0 0,11 6-41 0 0,0 0 0 0 0,0 0 1 0 0,0 0-1 0 0,-1 0 0 0 0,1 1 1 0 0,0-1-1 0 0,0 1 0 0 0,0-1 1 0 0,0 1-1 0 0,0 0 0 0 0,0 0 1 0 0,0 0-1 0 0,0 0 0 0 0,0 0 1 0 0,1 0-1 0 0,-1 1 0 0 0,0-1 1 0 0,1 0-1 0 0,-1 1 0 0 0,1-1 1 0 0,-1 1-1 0 0,1 0 0 0 0,0-1 1 0 0,0 1-1 0 0,-1 0 0 0 0,0 3 1 0 0,-27 55 321 0 0,28-59-334 0 0,-19 63 366 0 0,2 1 0 0 0,4 1-1 0 0,-12 125 1 0 0,20-141-242 0 0,-41 512 1148 0 0,33-372-1365 0 0,14-188-90 0 0,0 0 1 0 0,0 0 0 0 0,0 0 0 0 0,-1 0 0 0 0,1 0 0 0 0,-1 0-1 0 0,1 0 1 0 0,-1 0 0 0 0,0 0 0 0 0,0 0 0 0 0,0-1 0 0 0,0 1-1 0 0,0 0 1 0 0,0 0 0 0 0,0-1 0 0 0,-1 1 0 0 0,-2 2 0 0 0,0-5-2606 0 0,-9-6-75 0 0,6-2 217 0 0</inkml:trace>
</inkml:ink>
</file>

<file path=ppt/ink/ink10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19:02.3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1050 252 0 0,'16'-10'307'0'0,"1"0"0"0"0,0 2 1 0 0,0 0-1 0 0,1 1 0 0 0,0 1 0 0 0,25-6 0 0 0,34-13 143 0 0,-26 5-167 0 0,-1-3 0 0 0,-1-2 0 0 0,49-34 0 0 0,-70 40-174 0 0,-2-2 1 0 0,0 0 0 0 0,-1-2-1 0 0,-1-1 1 0 0,-2-1-1 0 0,26-35 1 0 0,-26 28 37 0 0,-1-1 1 0 0,-2 0-1 0 0,-2-2 0 0 0,0 0 1 0 0,-3-1-1 0 0,-1 0 1 0 0,-2-1-1 0 0,-1 0 0 0 0,-2-1 1 0 0,-1 0-1 0 0,-2-1 0 0 0,-2 1 1 0 0,-2-48-1 0 0,-2 61 267 0 0,1 16-117 0 0,0 1 0 0 0,0-1 0 0 0,-1 1 0 0 0,0-1 0 0 0,-4-12 0 0 0,5 20-39 0 0,-31 48 258 0 0,15-7-247 0 0,2-6-12 0 0,1 1 0 0 0,1 1 0 0 0,-13 71-1 0 0,13-23 140 0 0,5-44-187 0 0,2 0-1 0 0,0 64 0 0 0,5-66-110 0 0,4 53 193 0 0,-3-85-264 0 0,0 0 1 0 0,0 0-1 0 0,1 0 0 0 0,0 0 1 0 0,0 0-1 0 0,0-1 0 0 0,1 1 1 0 0,0 0-1 0 0,0-1 0 0 0,0 0 1 0 0,8 10-1 0 0,-10-14-20 0 0,1 1 0 0 0,0-1 0 0 0,0 0-1 0 0,0 1 1 0 0,0-1 0 0 0,0 0 0 0 0,0 0 0 0 0,0 0 0 0 0,0 0 0 0 0,1-1 0 0 0,-1 1 0 0 0,0 0 0 0 0,0-1 0 0 0,1 0-1 0 0,-1 1 1 0 0,0-1 0 0 0,1 0 0 0 0,-1 0 0 0 0,0-1 0 0 0,0 1 0 0 0,1 0 0 0 0,-1-1 0 0 0,0 1 0 0 0,0-1 0 0 0,1 0-1 0 0,-1 0 1 0 0,0 0 0 0 0,0 0 0 0 0,0 0 0 0 0,0 0 0 0 0,0 0 0 0 0,0-1 0 0 0,0 1 0 0 0,-1-1 0 0 0,3-1 0 0 0,8-8 6 0 0,0-1 1 0 0,0 0-1 0 0,16-23 0 0 0,-20 25 0 0 0,36-58-7 0 0,-43 67-6 0 0,21 48 21 0 0,-18-39-21 0 0,1-1 0 0 0,0 0-1 0 0,1-1 1 0 0,0 1 0 0 0,0-1 0 0 0,0 0 0 0 0,1 0 0 0 0,0-1-1 0 0,0 0 1 0 0,0 0 0 0 0,0-1 0 0 0,1 0 0 0 0,0 0 0 0 0,0-1-1 0 0,14 5 1 0 0,-22-8 0 0 0,1 0 0 0 0,0 1-1 0 0,0-1 1 0 0,-1 0-1 0 0,1 0 1 0 0,0 0 0 0 0,0 1-1 0 0,-1-1 1 0 0,1 0 0 0 0,0 0-1 0 0,0 0 1 0 0,-1 0 0 0 0,1 0-1 0 0,0-1 1 0 0,0 1 0 0 0,-1 0-1 0 0,1 0 1 0 0,0 0 0 0 0,0-1-1 0 0,-1 1 1 0 0,1 0 0 0 0,0-1-1 0 0,-1 1 1 0 0,1-1 0 0 0,-1 1-1 0 0,1 0 1 0 0,0-1 0 0 0,-1 1-1 0 0,1-1 1 0 0,-1 0 0 0 0,1 1-1 0 0,-1-1 1 0 0,1 1 0 0 0,-1-1-1 0 0,0 0 1 0 0,1 1-1 0 0,-1-1 1 0 0,0 0 0 0 0,0 0-1 0 0,1 1 1 0 0,-1-1 0 0 0,0 0-1 0 0,0 0 1 0 0,0 1 0 0 0,0-1-1 0 0,0 0 1 0 0,0 0 0 0 0,0 1-1 0 0,0-1 1 0 0,0 0 0 0 0,0 0-1 0 0,0 1 1 0 0,-1-1 0 0 0,1 0-1 0 0,0 1 1 0 0,-1-2 0 0 0,-14-42 3 0 0,14 42-21 0 0,-23-35 100 0 0,22 36-108 0 0,1-1-1 0 0,0 0 0 0 0,-1 0 0 0 0,1 1 1 0 0,-1-1-1 0 0,1 1 0 0 0,-1-1 1 0 0,0 1-1 0 0,0 0 0 0 0,0-1 0 0 0,0 1 1 0 0,0 0-1 0 0,0 0 0 0 0,0 0 1 0 0,0 1-1 0 0,-2-2 0 0 0,3 3-21 0 0,0-1-1 0 0,1 0 0 0 0,-1 0 1 0 0,0 0-1 0 0,0 0 0 0 0,1 1 1 0 0,-1-1-1 0 0,0 0 0 0 0,1 0 1 0 0,-1 1-1 0 0,0-1 0 0 0,1 1 1 0 0,-1-1-1 0 0,1 1 0 0 0,-1-1 1 0 0,1 1-1 0 0,-1-1 0 0 0,1 1 1 0 0,-1-1-1 0 0,1 1 0 0 0,-1-1 1 0 0,1 1-1 0 0,0 0 0 0 0,-1-1 1 0 0,1 1-1 0 0,0 0 0 0 0,0-1 1 0 0,-1 1-1 0 0,1 0 0 0 0,0 0 1 0 0,0-1-1 0 0,0 1 1 0 0,0 0-1 0 0,0 0 0 0 0,0-1 1 0 0,0 1-1 0 0,0 0 0 0 0,0 0 1 0 0,0-1-1 0 0,0 1 0 0 0,1 0 1 0 0,-1-1-1 0 0,0 1 0 0 0,0 0 1 0 0,1-1-1 0 0,-1 1 0 0 0,1 0 1 0 0,0 0-1 0 0,17 34-6213 0 0,-11-28 3949 0 0</inkml:trace>
</inkml:ink>
</file>

<file path=ppt/ink/ink10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19:02.9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 93 472 0 0,'-1'5'6003'0'0,"-2"17"-4289"0"0,1 32-725 0 0,2-51-921 0 0,1-1 0 0 0,-1 1 0 0 0,0-1 1 0 0,1 1-1 0 0,0-1 0 0 0,-1 1 0 0 0,1-1 1 0 0,0 1-1 0 0,0-1 0 0 0,0 1 1 0 0,1-1-1 0 0,-1 0 0 0 0,1 0 0 0 0,1 3 1 0 0,-2-4-7 0 0,33-20 169 0 0,-18 10-135 0 0,31-14 16 0 0,-45 22-110 0 0,1 0-1 0 0,0 1 0 0 0,-1-1 0 0 0,1 0 0 0 0,0 1 1 0 0,0 0-1 0 0,0 0 0 0 0,0 0 0 0 0,-1 0 0 0 0,1 0 0 0 0,0 0 1 0 0,0 1-1 0 0,0-1 0 0 0,0 1 0 0 0,3 1 0 0 0,0-1 0 0 0,1 0 0 0 0,0 0-1 0 0,0-1 1 0 0,-1 1 0 0 0,1-2-1 0 0,0 1 1 0 0,0-1 0 0 0,0 0-1 0 0,11-3 1 0 0,-16 3-1 0 0,-1 1 0 0 0,1-1 1 0 0,0 0-1 0 0,0 0 0 0 0,-1 0 0 0 0,1 0 0 0 0,0 0 0 0 0,-1 0 1 0 0,1-1-1 0 0,-1 1 0 0 0,0-1 0 0 0,1 1 0 0 0,-1 0 1 0 0,0-1-1 0 0,0 0 0 0 0,0 1 0 0 0,0-1 0 0 0,0 0 0 0 0,0 0 1 0 0,0 1-1 0 0,-1-1 0 0 0,1 0 0 0 0,-1 0 0 0 0,1 0 1 0 0,-1 0-1 0 0,0 0 0 0 0,0 0 0 0 0,1 0 0 0 0,-1 0 1 0 0,-1 0-1 0 0,1 0 0 0 0,0 0 0 0 0,0 0 0 0 0,-2-2 0 0 0,0-9 3 0 0,-2 0 0 0 0,0 1 0 0 0,-11-25 0 0 0,8 19 7 0 0,3 8-1811 0 0,8 17-2287 0 0,1 3 2878 0 0,1 0-848 0 0</inkml:trace>
</inkml:ink>
</file>

<file path=ppt/ink/ink10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19:03.5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13 157 84 0 0,'0'0'3073'0'0,"14"-8"-1304"0"0,-7 6-1416 0 0,-1 0 0 0 0,1 0 0 0 0,-1-1 0 0 0,1 0 0 0 0,-1-1 0 0 0,0 1-1 0 0,0-1 1 0 0,-1-1 0 0 0,1 1 0 0 0,7-8 0 0 0,-11 10-263 0 0,0-1 0 0 0,1 1 1 0 0,-1-1-1 0 0,-1 0 0 0 0,1 0 0 0 0,0 1 0 0 0,-1-1 0 0 0,1 0 0 0 0,-1 0 0 0 0,0-1 0 0 0,0 1 0 0 0,0 0 1 0 0,0 0-1 0 0,-1 0 0 0 0,1-1 0 0 0,-1 1 0 0 0,0 0 0 0 0,0-1 0 0 0,0 1 0 0 0,-1 0 0 0 0,1 0 1 0 0,-1-1-1 0 0,1 1 0 0 0,-1 0 0 0 0,0 0 0 0 0,-2-4 0 0 0,3 6-74 0 0,-1 0-1 0 0,1 0 1 0 0,-1 0 0 0 0,1 0-1 0 0,-1 0 1 0 0,1 0 0 0 0,-1 0-1 0 0,0 0 1 0 0,1 0 0 0 0,-1 0-1 0 0,0 1 1 0 0,0-1 0 0 0,0 0-1 0 0,0 0 1 0 0,0 1 0 0 0,0-1-1 0 0,0 1 1 0 0,0-1-1 0 0,0 1 1 0 0,0-1 0 0 0,0 1-1 0 0,0-1 1 0 0,0 1 0 0 0,0 0-1 0 0,0 0 1 0 0,0 0 0 0 0,-2 0-1 0 0,1 0 4 0 0,-1 0-1 0 0,1 1 1 0 0,-1 0-1 0 0,1-1 1 0 0,-1 1-1 0 0,1 0 1 0 0,0 0-1 0 0,-1 1 1 0 0,1-1 0 0 0,0 0-1 0 0,-3 3 1 0 0,-2 2 19 0 0,0 0 1 0 0,1 0 0 0 0,-1 0-1 0 0,1 1 1 0 0,1 0 0 0 0,-6 9-1 0 0,9-12-30 0 0,0 1-1 0 0,0-1 0 0 0,1 0 1 0 0,-1 1-1 0 0,1-1 0 0 0,0 1 1 0 0,1-1-1 0 0,-1 1 1 0 0,1-1-1 0 0,0 1 0 0 0,0-1 1 0 0,0 1-1 0 0,1 0 0 0 0,-1-1 1 0 0,1 1-1 0 0,0-1 0 0 0,0 0 1 0 0,1 1-1 0 0,0-1 0 0 0,2 5 1 0 0,-3-6-6 0 0,1-1-1 0 0,0 1 1 0 0,0-1 0 0 0,0 0 0 0 0,0 0 0 0 0,0 1 0 0 0,1-2 0 0 0,-1 1 0 0 0,0 0 0 0 0,1 0 0 0 0,0-1 0 0 0,-1 1 0 0 0,1-1 0 0 0,0 0 0 0 0,-1 0 0 0 0,1 0 0 0 0,0 0 0 0 0,0-1-1 0 0,0 1 1 0 0,0-1 0 0 0,0 1 0 0 0,0-1 0 0 0,0 0 0 0 0,0 0 0 0 0,0-1 0 0 0,0 1 0 0 0,0 0 0 0 0,0-1 0 0 0,0 0 0 0 0,0 0 0 0 0,0 0 0 0 0,-1 0 0 0 0,1 0 0 0 0,0-1 0 0 0,2-1-1 0 0,23-11-6 0 0,-2-2-1 0 0,0-1 0 0 0,28-23 1 0 0,38-25-5 0 0,-92 64 9 0 0,1 1 0 0 0,-1-1 0 0 0,1 1 0 0 0,-1-1 0 0 0,1 1 0 0 0,-1-1 0 0 0,1 1 0 0 0,-1-1 0 0 0,1 1 0 0 0,0 0 0 0 0,-1-1 0 0 0,1 1 0 0 0,0 0 0 0 0,-1 0 0 0 0,1-1 0 0 0,0 1 0 0 0,0 0 0 0 0,-1 0 0 0 0,1 0 0 0 0,0 0 0 0 0,-1 0 0 0 0,1 0 0 0 0,0 0 0 0 0,0 0 0 0 0,-1 0 0 0 0,1 0 0 0 0,0 0 0 0 0,0 1 0 0 0,-1-1 0 0 0,1 0 0 0 0,0 0 0 0 0,-1 1 0 0 0,1-1 0 0 0,-1 0 0 0 0,2 2 0 0 0,-1 28 55 0 0,-2-27-51 0 0,1 0 0 0 0,-1 0 0 0 0,1-1-1 0 0,0 1 1 0 0,0 0 0 0 0,0 0 0 0 0,0 0 0 0 0,0 0 0 0 0,1 0 0 0 0,0 0 0 0 0,-1-1 0 0 0,1 1 0 0 0,0 0 0 0 0,0 0 0 0 0,0-1 0 0 0,1 1-1 0 0,-1-1 1 0 0,1 1 0 0 0,-1-1 0 0 0,1 1 0 0 0,0-1 0 0 0,0 0 0 0 0,0 0 0 0 0,0 0 0 0 0,4 3 0 0 0,2-2-66 0 0,0 0 0 0 0,0 0 0 0 0,0-1 0 0 0,0 0 0 0 0,0 0 0 0 0,1-1 0 0 0,14 1 0 0 0,58 4-1989 0 0,-26-4-3170 0 0,-29-2 2586 0 0</inkml:trace>
</inkml:ink>
</file>

<file path=ppt/ink/ink10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19:09.0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78 50 284 0 0,'6'-48'8291'0'0,"-6"46"-7732"0"0,-30 32-197 0 0,24-21-305 0 0,0 1-1 0 0,0 0 0 0 0,1 0 1 0 0,1 0-1 0 0,0 0 1 0 0,0 1-1 0 0,1 0 1 0 0,0 0-1 0 0,1 0 1 0 0,0 0-1 0 0,0 12 0 0 0,-3 13 51 0 0,4-33-101 0 0,1 0 0 0 0,0 0 0 0 0,0 0 0 0 0,0 0 0 0 0,0-1 0 0 0,0 1 0 0 0,1 0 0 0 0,-1 0 0 0 0,1 0 0 0 0,0-1 0 0 0,-1 1 0 0 0,1 0 0 0 0,1-1 1 0 0,-1 1-1 0 0,0-1 0 0 0,1 1 0 0 0,-1-1 0 0 0,1 0 0 0 0,0 1 0 0 0,0-1 0 0 0,-1 0 0 0 0,2 0 0 0 0,-1 0 0 0 0,0-1 0 0 0,0 1 0 0 0,0 0 0 0 0,1-1 0 0 0,-1 1 1 0 0,1-1-1 0 0,0 0 0 0 0,-1 0 0 0 0,1 0 0 0 0,0 0 0 0 0,-1-1 0 0 0,1 1 0 0 0,0-1 0 0 0,0 1 0 0 0,0-1 0 0 0,3 0 0 0 0,1-1-3 0 0,1-1 0 0 0,-1 0 0 0 0,1-1 0 0 0,-1 0 0 0 0,0 0 0 0 0,0 0 0 0 0,-1-1 0 0 0,1 0 0 0 0,6-5 0 0 0,29-16 6 0 0,-39 24-10 0 0,1 0 0 0 0,-1 1 1 0 0,1 0-1 0 0,0-1 0 0 0,-1 1 0 0 0,1 1 1 0 0,0-1-1 0 0,-1 0 0 0 0,1 1 0 0 0,0 0 1 0 0,-1 0-1 0 0,1 0 0 0 0,-1 0 0 0 0,0 1 1 0 0,1-1-1 0 0,-1 1 0 0 0,0 0 0 0 0,4 2 1 0 0,-4-2-1 0 0,8 4 3 0 0,1 0-1 0 0,0-1 1 0 0,1-1-1 0 0,-1 0 0 0 0,1 0 1 0 0,0-2-1 0 0,0 1 1 0 0,0-2-1 0 0,0 0 1 0 0,17 0-1 0 0,-25-1-1 0 0,1-1 1 0 0,-1 1-1 0 0,1-1 1 0 0,-1 0 0 0 0,1-1-1 0 0,-1 1 1 0 0,0-1-1 0 0,0 0 1 0 0,0 0-1 0 0,0-1 1 0 0,0 1-1 0 0,0-1 1 0 0,0 0-1 0 0,-1-1 1 0 0,0 1-1 0 0,0-1 1 0 0,0 0-1 0 0,0 0 1 0 0,0 0-1 0 0,-1 0 1 0 0,1-1-1 0 0,-1 1 1 0 0,-1-1-1 0 0,1 0 1 0 0,0 0-1 0 0,2-9 1 0 0,-3 9 0 0 0,-1 0-1 0 0,0 0 1 0 0,0 0 0 0 0,-1 0 0 0 0,1-1 0 0 0,-1 1 0 0 0,0 0 0 0 0,0 0 0 0 0,-1-1 0 0 0,0 1-1 0 0,1 0 1 0 0,-2 0 0 0 0,1 0 0 0 0,-1 0 0 0 0,-3-8 0 0 0,0 3 3 0 0,-1 1 0 0 0,1-1 0 0 0,-2 1 0 0 0,1 1 0 0 0,-1-1 0 0 0,-1 1 0 0 0,-10-9 0 0 0,9 10 0 0 0,8 6-5 0 0,14 8 9 0 0,10 4-4 0 0,0 0 0 0 0,1-2 0 0 0,1-1 0 0 0,-1-1 0 0 0,1 0 0 0 0,45 4-1 0 0,-66-11 1 0 0,6 2-6 0 0,-4-1 5 0 0,0 0 0 0 0,-1 0 0 0 0,1-1-1 0 0,0 0 1 0 0,0 0 0 0 0,-1-1 0 0 0,1 0 0 0 0,0 1 0 0 0,-1-2 0 0 0,1 1-1 0 0,10-5 1 0 0,-15 6 10 0 0,-1 5-5 0 0,1 1-1 0 0,-1-1 1 0 0,0 1-1 0 0,-1-1 1 0 0,1 1-1 0 0,-3 8 1 0 0,3-13-3 0 0,-6 29-22 0 0,-4 23 102 0 0,9-50-310 0 0,1 0 0 0 0,0 0-1 0 0,-1 0 1 0 0,1 0 0 0 0,1 0-1 0 0,-1 0 1 0 0,0 0 0 0 0,1 0-1 0 0,-1 0 1 0 0,1-1 0 0 0,0 1-1 0 0,2 5 1 0 0,-1-5-430 0 0</inkml:trace>
</inkml:ink>
</file>

<file path=ppt/ink/ink10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19:09.3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 21 580 0 0,'-2'-9'1252'0'0,"0"4"152"0"0,4-2-676 0 0</inkml:trace>
</inkml:ink>
</file>

<file path=ppt/ink/ink10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19:09.6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101 1 664 0 0,'0'0'4088'0'0,"-2"3"-3373"0"0,-6 12-49 0 0,-1 1 0 0 0,2 0 0 0 0,0 0 0 0 0,1 1 0 0 0,1 0 0 0 0,-6 31 0 0 0,-10 115 1089 0 0,19-138-1477 0 0,-1 8-43 0 0,1-6 17 0 0,-1 1-1 0 0,-10 36 0 0 0,11-37-1924 0 0,3-28 1358 0 0,0 0 0 0 0,-1 1 1 0 0,1-1-1 0 0,0 0 0 0 0,-1 1 0 0 0,1-1 1 0 0,-1 0-1 0 0,1 0 0 0 0,-1 1 1 0 0,1-1-1 0 0,-1 0 0 0 0,1 0 1 0 0,-1 0-1 0 0,0 0 0 0 0,1 0 1 0 0,-1 1-1 0 0,0-1 0 0 0,0 0 0 0 0,0 0 1 0 0,0 0-1 0 0,0 0 0 0 0,0 0 1 0 0,0-1-1 0 0,2-8-1894 0 0</inkml:trace>
</inkml:ink>
</file>

<file path=ppt/ink/ink10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19:10.0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0 351 380 0 0,'16'-4'405'0'0,"-1"-1"-1"0"0,0-1 1 0 0,0 0-1 0 0,0-1 1 0 0,-1 0-1 0 0,0-1 1 0 0,0-1-1 0 0,-1 0 1 0 0,0-1-1 0 0,-1 0 1 0 0,0-1-1 0 0,-1 0 1 0 0,0-1-1 0 0,0 0 1 0 0,-2-1-1 0 0,13-20 1 0 0,-14 19-217 0 0,0 1 33 0 0,0-1-1 0 0,-1 0 1 0 0,-1 0-1 0 0,0-1 1 0 0,-1 1-1 0 0,0-1 1 0 0,2-16 0 0 0,-4 22 55 0 0,-3 8-236 0 0,1 0 1 0 0,-1 1 0 0 0,0-1-1 0 0,1 0 1 0 0,-1 0-1 0 0,0 1 1 0 0,1-1-1 0 0,-1 0 1 0 0,0 0 0 0 0,0 0-1 0 0,0 1 1 0 0,0-1-1 0 0,0 0 1 0 0,0 0-1 0 0,0 0 1 0 0,0 0 0 0 0,0 1-1 0 0,0-1 1 0 0,0 0-1 0 0,-1 0 1 0 0,1 1-1 0 0,0-1 1 0 0,0 0 0 0 0,-1 0-1 0 0,1 1 1 0 0,-1-1-1 0 0,1 0 1 0 0,-1 0 0 0 0,1 1-1 0 0,-1-1 1 0 0,0 0 61 0 0,-26 37 320 0 0,17-12-325 0 0,1 0 0 0 0,1 0 0 0 0,1 1 0 0 0,1 0 0 0 0,1 0 0 0 0,2 0 0 0 0,0 1 0 0 0,2-1 0 0 0,1 1 0 0 0,1 0 0 0 0,4 27 0 0 0,-5-51-85 0 0,1 0 0 0 0,-1 0 1 0 0,1 0-1 0 0,-1 0 0 0 0,1 0 0 0 0,0 0 1 0 0,0 0-1 0 0,0-1 0 0 0,0 1 0 0 0,0 0 1 0 0,0 0-1 0 0,0-1 0 0 0,0 1 0 0 0,1-1 1 0 0,-1 1-1 0 0,1-1 0 0 0,-1 0 0 0 0,1 1 1 0 0,-1-1-1 0 0,1 0 0 0 0,0 0 1 0 0,0 0-1 0 0,-1 0 0 0 0,1 0 0 0 0,0-1 1 0 0,0 1-1 0 0,0-1 0 0 0,0 1 0 0 0,0-1 1 0 0,0 1-1 0 0,0-1 0 0 0,0 0 0 0 0,0 0 1 0 0,0 0-1 0 0,4-1 0 0 0,10 0 86 0 0,1-1 0 0 0,-1 0 0 0 0,27-8 0 0 0,-10 2 358 0 0,-21 7-505 0 0,-4-1 250 0 0,-1 1 1 0 0,1 0 0 0 0,0 0-1 0 0,15 2 1 0 0,-21-1-286 0 0,-1 0 0 0 0,1 1 0 0 0,0-1 0 0 0,-1 0-1 0 0,1 1 1 0 0,-1-1 0 0 0,1 1 0 0 0,-1 0 0 0 0,1 0 0 0 0,-1-1 0 0 0,1 1 0 0 0,-1 0 0 0 0,0 0 0 0 0,0 0 0 0 0,1 0-1 0 0,-1 1 1 0 0,0-1 0 0 0,0 0 0 0 0,0 0 0 0 0,0 1 0 0 0,0-1 0 0 0,-1 1 0 0 0,1-1 0 0 0,0 1 0 0 0,-1-1-1 0 0,1 1 1 0 0,-1-1 0 0 0,1 1 0 0 0,0 2 0 0 0,-5 12-6965 0 0</inkml:trace>
</inkml:ink>
</file>

<file path=ppt/ink/ink10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19:12.0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208 25 364 0 0,'0'-1'138'0'0,"0"0"0"0"0,0 0 0 0 0,0 0 0 0 0,0 0 0 0 0,0 0 0 0 0,0 1 0 0 0,-1-1 0 0 0,1 0 0 0 0,0 0 0 0 0,0 0 0 0 0,-1 0 0 0 0,1 0 0 0 0,0 1 0 0 0,-1-1 0 0 0,1 0 0 0 0,-1 0 0 0 0,1 1 0 0 0,-1-1 0 0 0,1 0 0 0 0,-1 0 0 0 0,0 1 0 0 0,1-1 0 0 0,-1 1 0 0 0,0-1 0 0 0,0 1 0 0 0,1-1 0 0 0,-1 1 0 0 0,0-1 0 0 0,-1 1 0 0 0,-1-1 21 0 0,1 1 0 0 0,-1-1 0 0 0,1 1 0 0 0,-1 0 0 0 0,1 0 0 0 0,-1 0 0 0 0,1 0 1 0 0,-1 1-1 0 0,1-1 0 0 0,-5 2 0 0 0,-3 1 131 0 0,-1 1 1 0 0,1 0-1 0 0,-19 11 1 0 0,21-10-155 0 0,-1 0 1 0 0,0 1-1 0 0,1 0 0 0 0,0 0 1 0 0,1 1-1 0 0,-1 0 0 0 0,1 0 1 0 0,0 0-1 0 0,1 1 0 0 0,0 0 1 0 0,0 1-1 0 0,-6 12 0 0 0,12-20-126 0 0,0-1 0 0 0,0 1 0 0 0,-1 0 0 0 0,1-1 0 0 0,0 1 0 0 0,0 0 0 0 0,0-1 0 0 0,0 1 0 0 0,0 0 0 0 0,0-1 0 0 0,0 1 0 0 0,1 0-1 0 0,-1-1 1 0 0,0 1 0 0 0,0-1 0 0 0,0 1 0 0 0,1 0 0 0 0,-1-1 0 0 0,0 1 0 0 0,1-1 0 0 0,-1 1 0 0 0,1 0 0 0 0,-1-1 0 0 0,0 1 0 0 0,1-1 0 0 0,-1 0 0 0 0,1 1 0 0 0,-1-1 0 0 0,1 1 0 0 0,-1-1 0 0 0,1 0-1 0 0,0 1 1 0 0,-1-1 0 0 0,1 0 0 0 0,-1 0 0 0 0,1 1 0 0 0,0-1 0 0 0,-1 0 0 0 0,1 0 0 0 0,0 0 0 0 0,-1 0 0 0 0,1 0 0 0 0,0 0 0 0 0,-1 0 0 0 0,2 0 0 0 0,45 1 150 0 0,-21-1-98 0 0,-21 1-117 0 0,0 1-1 0 0,0 0 1 0 0,0 0-1 0 0,-1 0 1 0 0,1 0-1 0 0,-1 1 1 0 0,1 0 0 0 0,-1 0-1 0 0,0 0 1 0 0,5 5-1 0 0,23 22-3804 0 0,-27-25 2460 0 0,4 3-850 0 0</inkml:trace>
</inkml:ink>
</file>

<file path=ppt/ink/ink10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19:12.8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1 648 444 0 0,'6'-1'338'0'0,"1"0"0"0"0,0-1 0 0 0,-1 0 0 0 0,1-1 0 0 0,-1 1 0 0 0,0-1 0 0 0,0-1 0 0 0,10-5 0 0 0,13-7 278 0 0,-18 11-485 0 0,0-1-1 0 0,-1-1 1 0 0,1 1-1 0 0,-1-1 1 0 0,-1-1-1 0 0,1 0 0 0 0,-1 0 1 0 0,-1-1-1 0 0,1 0 1 0 0,9-16-1 0 0,-7 9-5 0 0,-2 0 0 0 0,0-2 0 0 0,0 1-1 0 0,-2-1 1 0 0,0 0 0 0 0,4-20 0 0 0,0-14 179 0 0,-3-1-1 0 0,-2 0 1 0 0,-1-98 0 0 0,-5 96 481 0 0,0 53-591 0 0,-11 17-49 0 0,-5 13-39 0 0,1 0-1 0 0,2 0 0 0 0,1 1 1 0 0,1 1-1 0 0,1 0 1 0 0,2 0-1 0 0,1 1 0 0 0,1 0 1 0 0,2 0-1 0 0,0 61 1 0 0,4-62-28 0 0,7 50 0 0 0,-5-70-65 0 0,-1 0 0 0 0,2-1 0 0 0,-1 1-1 0 0,1-1 1 0 0,1 0 0 0 0,0 0-1 0 0,0 0 1 0 0,0-1 0 0 0,8 11 0 0 0,-11-18-10 0 0,0 0 0 0 0,0 0 0 0 0,0 0-1 0 0,0 0 1 0 0,0 0 0 0 0,0 0 0 0 0,1-1 0 0 0,-1 1 0 0 0,0 0 0 0 0,0-1 0 0 0,1 1 0 0 0,-1-1 0 0 0,0 1 0 0 0,1-1 0 0 0,-1 0 0 0 0,0 1 0 0 0,1-1 0 0 0,-1 0 0 0 0,0 0 0 0 0,1 0 0 0 0,-1 0 0 0 0,1 0 0 0 0,-1-1 0 0 0,0 1 0 0 0,3-1 0 0 0,34-15-10 0 0,-24 9 13 0 0,-13 7 0 0 0,18 1 12 0 0,9 17-26 0 0,-25-16 7 0 0,-1 1 1 0 0,1-1-1 0 0,0 0 1 0 0,1 1-1 0 0,-1-2 0 0 0,0 1 1 0 0,0 0-1 0 0,1-1 1 0 0,-1 1-1 0 0,1-1 0 0 0,0 0 1 0 0,6 1-1 0 0,-9-2 8 0 0,0 1 0 0 0,0-1 0 0 0,0 0-1 0 0,0 0 1 0 0,0 0 0 0 0,0 0 0 0 0,0 0-1 0 0,0 0 1 0 0,0 0 0 0 0,0-1 0 0 0,0 1-1 0 0,0 0 1 0 0,0 0 0 0 0,0-1 0 0 0,0 1-1 0 0,0-1 1 0 0,0 1 0 0 0,0-1 0 0 0,0 1-1 0 0,0-1 1 0 0,0 0 0 0 0,-1 1 0 0 0,1-1 0 0 0,0 0-1 0 0,0 0 1 0 0,-1 1 0 0 0,1-1 0 0 0,-1 0-1 0 0,1 0 1 0 0,0 0 0 0 0,-1 0 0 0 0,0 0-1 0 0,1 0 1 0 0,-1 0 0 0 0,1-1 0 0 0,2-34 422 0 0,-3 32-391 0 0,-6-25 427 0 0,-1 21-1935 0 0,-2 14-4412 0 0</inkml:trace>
</inkml:ink>
</file>

<file path=ppt/ink/ink10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19:13.7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 39 504 0 0,'-25'39'4775'0'0,"18"-26"-2815"0"0,25-3-88 0 0,-9-12-1740 0 0,1-1-1 0 0,-1 0 1 0 0,0 0 0 0 0,0-1-1 0 0,14-8 1 0 0,-18 12-115 0 0,0 0 0 0 0,0 0 1 0 0,0 1-1 0 0,0-1 0 0 0,0 1 1 0 0,0 0-1 0 0,0 1 0 0 0,0-1 0 0 0,-1 1 1 0 0,7 3-1 0 0,0-1 6 0 0,10 1-4 0 0,0 0 0 0 0,0-2 0 0 0,0 0 0 0 0,0-1 0 0 0,30-2 0 0 0,-43 0-20 0 0,0-1 0 0 0,1 0 0 0 0,-1 0 0 0 0,0-1 0 0 0,0 0 0 0 0,-1 0 0 0 0,1-1 0 0 0,0 0 0 0 0,-1 0 0 0 0,1-1 0 0 0,-1 0 0 0 0,0 0 1 0 0,-1-1-1 0 0,1 0 0 0 0,-1 0 0 0 0,11-11 0 0 0,-15 13 1 0 0,1 1 0 0 0,-1-1 0 0 0,0 0 0 0 0,0 0 0 0 0,-1 0 1 0 0,1 0-1 0 0,-1 0 0 0 0,1 0 0 0 0,-1-1 0 0 0,0 1 0 0 0,1-6 1 0 0,-3 8 2 0 0,0 0 0 0 0,-1 1 0 0 0,1-1 0 0 0,0 1 0 0 0,0-1 0 0 0,-1 1 0 0 0,1-1 0 0 0,0 1 1 0 0,-1 0-1 0 0,1 0 0 0 0,-1-1 0 0 0,1 1 0 0 0,0 0 0 0 0,-1 0 0 0 0,1 1 0 0 0,-1-1 0 0 0,1 0 0 0 0,0 0 1 0 0,-3 1-1 0 0,-5 4-6 0 0,5-3 2 0 0,1 0-1 0 0,-1 0 0 0 0,1 0 0 0 0,0 0 1 0 0,0 1-1 0 0,0-1 0 0 0,0 1 0 0 0,-3 3 1 0 0,6-5 1 0 0,-1-1 0 0 0,1 1 0 0 0,0 0 0 0 0,0 0 0 0 0,0-1 0 0 0,0 1 0 0 0,0 0 0 0 0,0-1 0 0 0,0 1 0 0 0,0 0 0 0 0,0-1 1 0 0,0 1-1 0 0,0 0 0 0 0,0 0 0 0 0,1-1 0 0 0,-1 1 0 0 0,0 0 0 0 0,0-1 0 0 0,1 1 0 0 0,-1 0 0 0 0,0-1 0 0 0,1 1 0 0 0,-1-1 0 0 0,1 1 1 0 0,-1-1-1 0 0,1 1 0 0 0,-1-1 0 0 0,1 1 0 0 0,-1-1 0 0 0,1 1 0 0 0,-1-1 0 0 0,1 1 0 0 0,0-1 0 0 0,-1 0 0 0 0,1 0 0 0 0,1 1 0 0 0,21 11-24 0 0,-20-12 15 0 0,-1 0 8 0 0,1 0 0 0 0,-1-1 0 0 0,1 1 0 0 0,-1-1 0 0 0,0 0-1 0 0,0 0 1 0 0,1 0 0 0 0,-1 0 0 0 0,0 0 0 0 0,0 0 0 0 0,0 0 0 0 0,0-1 0 0 0,0 1 0 0 0,0-1 0 0 0,-1 1 0 0 0,1-1 0 0 0,0 0-1 0 0,-1 0 1 0 0,1 0 0 0 0,1-2 0 0 0,10-10-15 0 0,-4 1 169 0 0,-9 13-84 0 0,-3 13-24 0 0,-35 105 627 0 0,-30 212 1072 0 0,-3 11-638 0 0,70-340-1099 0 0,-13 41 166 0 0,13-40-157 0 0,0 0-1 0 0,1 0 1 0 0,-1 0 0 0 0,-1-1 0 0 0,1 1 0 0 0,0 0 0 0 0,0-1 0 0 0,0 1 0 0 0,-1-1 0 0 0,1 0 0 0 0,-1 1-1 0 0,1-1 1 0 0,-1 0 0 0 0,0 0 0 0 0,1 0 0 0 0,-1 0 0 0 0,0 0 0 0 0,-3 1 0 0 0,4-2-12 0 0,1 0 1 0 0,-1-1-1 0 0,0 1 1 0 0,0 0-1 0 0,0 0 1 0 0,0-1-1 0 0,0 1 1 0 0,1 0-1 0 0,-1-1 1 0 0,0 1-1 0 0,0-1 1 0 0,1 1-1 0 0,-1-1 1 0 0,0 0-1 0 0,0 1 1 0 0,1-1-1 0 0,-1 1 1 0 0,1-1-1 0 0,-1 0 1 0 0,1 0-1 0 0,-1 1 1 0 0,1-1 0 0 0,-1 0-1 0 0,1 0 1 0 0,0 0-1 0 0,-1 0 1 0 0,1 1-1 0 0,0-1 1 0 0,-1-2-1 0 0,-6-26 50 0 0,6 13-39 0 0,1 0 0 0 0,0 0 0 0 0,1 0 0 0 0,0 0 0 0 0,2 0 0 0 0,0 0 0 0 0,0 0 0 0 0,2 1 0 0 0,11-29 0 0 0,0 8-38 0 0,2 0 1 0 0,43-61-1 0 0,-48 79-225 0 0,0 1-1 0 0,2 0 1 0 0,0 1 0 0 0,1 1 0 0 0,1 0-1 0 0,31-21 1 0 0,-33 27-1047 0 0,-1 0-1 0 0,1 2 1 0 0,1-1 0 0 0,-1 2-1 0 0,28-8 1 0 0,-15 7-1641 0 0</inkml:trace>
</inkml:ink>
</file>

<file path=ppt/ink/ink10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19:14.4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307 46 336 0 0,'-5'-5'450'0'0,"-1"0"0"0"0,1 1 0 0 0,-1-1 0 0 0,-1 1 0 0 0,1 0 0 0 0,0 1 0 0 0,-1 0 0 0 0,0 0 0 0 0,0 0 0 0 0,0 1 0 0 0,-8-2 0 0 0,12 4-380 0 0,0-1 1 0 0,0 1-1 0 0,0 0 1 0 0,0 1-1 0 0,1-1 0 0 0,-1 0 1 0 0,0 1-1 0 0,0 0 1 0 0,0 0-1 0 0,1 0 1 0 0,-1 0-1 0 0,1 0 1 0 0,-1 0-1 0 0,0 1 0 0 0,1-1 1 0 0,0 1-1 0 0,-1-1 1 0 0,1 1-1 0 0,0 0 1 0 0,0 0-1 0 0,0 0 1 0 0,0 0-1 0 0,0 1 0 0 0,1-1 1 0 0,-1 0-1 0 0,1 1 1 0 0,-1-1-1 0 0,1 1 1 0 0,0 0-1 0 0,0-1 1 0 0,-1 4-1 0 0,-5 18 72 0 0,0 1 1 0 0,1 0-1 0 0,2 0 0 0 0,1 1 1 0 0,0-1-1 0 0,3 49 0 0 0,1-45-57 0 0,-2-1-1 0 0,-1 1 1 0 0,-1-1-1 0 0,-1 0 1 0 0,-9 32 0 0 0,12-56-50 0 0,0-1 0 0 0,0 1 1 0 0,0-1-1 0 0,0 1 1 0 0,-1-1-1 0 0,1 0 1 0 0,-1 1-1 0 0,0-1 0 0 0,0 0 1 0 0,0 0-1 0 0,-1 0 1 0 0,1-1-1 0 0,0 1 1 0 0,-1 0-1 0 0,0-1 0 0 0,0 0 1 0 0,0 1-1 0 0,0-1 1 0 0,0 0-1 0 0,0-1 1 0 0,-5 3-1 0 0,7-4 112 0 0,-28-16 344 0 0,27 13-445 0 0,-1-1 0 0 0,1 0 1 0 0,1 0-1 0 0,-1 0 0 0 0,1-1 0 0 0,-1 1 1 0 0,1 0-1 0 0,0-1 0 0 0,1 1 0 0 0,-1 0 0 0 0,1-1 1 0 0,0 1-1 0 0,0-1 0 0 0,1-6 0 0 0,-1 10-59 0 0,1-1-1 0 0,-1 1 0 0 0,0 0 0 0 0,1 0 1 0 0,-1 0-1 0 0,1 0 0 0 0,-1 0 1 0 0,1-1-1 0 0,0 1 0 0 0,0 0 0 0 0,-1 0 1 0 0,1 1-1 0 0,0-1 0 0 0,0 0 1 0 0,0 0-1 0 0,0 0 0 0 0,0 0 0 0 0,0 1 1 0 0,0-1-1 0 0,0 1 0 0 0,2-2 0 0 0,-1 2-97 0 0,1-1-1 0 0,0 1 0 0 0,-1 0 1 0 0,1 0-1 0 0,-1 0 0 0 0,1 0 1 0 0,0 0-1 0 0,-1 0 0 0 0,1 1 0 0 0,-1-1 1 0 0,1 1-1 0 0,-1 0 0 0 0,1 0 1 0 0,3 1-1 0 0,31 21-5400 0 0,-30-17 3197 0 0</inkml:trace>
</inkml:ink>
</file>

<file path=ppt/ink/ink10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19:14.8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264 13 432 0 0,'0'-1'178'0'0,"0"0"0"0"0,0 1 0 0 0,0-1 0 0 0,0 1 0 0 0,0-1 0 0 0,-1 1 0 0 0,1-1 0 0 0,0 1 0 0 0,0-1 0 0 0,0 1 0 0 0,0 0 0 0 0,-1-1 0 0 0,1 1 0 0 0,0-1 0 0 0,-1 1 0 0 0,1-1 0 0 0,0 1 0 0 0,-1 0 0 0 0,1-1 0 0 0,0 1 0 0 0,-1 0 0 0 0,1-1 0 0 0,-1 1 0 0 0,1 0 0 0 0,0-1 0 0 0,-1 1 0 0 0,1 0 0 0 0,-1 0 1 0 0,0-1-1 0 0,-9 7 165 0 0,1 1 1 0 0,0-1 0 0 0,0 1 0 0 0,1 1 0 0 0,0 0-1 0 0,0 0 1 0 0,1 0 0 0 0,0 1 0 0 0,0 0 0 0 0,1 0-1 0 0,-5 11 1 0 0,-8 17 635 0 0,-22 67 0 0 0,18-45-399 0 0,-39 97 124 0 0,57-147-1731 0 0,0-26-9118 0 0</inkml:trace>
</inkml:ink>
</file>

<file path=ppt/ink/ink10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19:15.2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31 260 0 0,'52'-3'2706'0'0,"123"-21"1137"0"0,-174 24-3603 0 0,-1-1-212 0 0,1 1 0 0 0,-1 0 0 0 0,0 0-1 0 0,1-1 1 0 0,-1 1 0 0 0,0 0 0 0 0,1 0-1 0 0,-1 0 1 0 0,0 0 0 0 0,1-1 0 0 0,-1 1-1 0 0,0 0 1 0 0,1 0 0 0 0,-1 0-1 0 0,0 0 1 0 0,1 0 0 0 0,-1 0 0 0 0,1 0-1 0 0,-1 0 1 0 0,0 0 0 0 0,1 0 0 0 0,-1 0-1 0 0,0 0 1 0 0,1 0 0 0 0,-1 0 0 0 0,0 1-1 0 0,1-1 1 0 0,-1 0 0 0 0,1 0 0 0 0,-1 0-1 0 0,0 0 1 0 0,0 1 0 0 0,1-1 0 0 0,-1 0-1 0 0,0 0 1 0 0,1 1 0 0 0,-1-1 0 0 0,0 0-1 0 0,0 0 1 0 0,1 1 0 0 0,-1-1 0 0 0,0 0-1 0 0,0 1 1 0 0,0-1 0 0 0,0 0 0 0 0,1 1-1 0 0,-1-1 1 0 0,0 0 0 0 0,0 1 0 0 0,0-1-1 0 0,0 1 1 0 0,0-1 0 0 0,0 0 0 0 0,0 1-1 0 0,0-1 1 0 0,0 1 0 0 0,-14 40 836 0 0,-19 42 1 0 0,23-59-1952 0 0,6-11-4442 0 0</inkml:trace>
</inkml:ink>
</file>

<file path=ppt/ink/ink10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19:15.5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13 540 0 0,'0'-7'1308'0'0,"2"1"1192"0"0,5 20-3668 0 0,-7-7-1184 0 0</inkml:trace>
</inkml:ink>
</file>

<file path=ppt/ink/ink10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19:16.2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112 91 516 0 0,'-20'-2'2877'0'0,"16"2"-2702"0"0,-1 1 0 0 0,1-1 0 0 0,0 1-1 0 0,0 0 1 0 0,0 0 0 0 0,0 0 0 0 0,0 1 0 0 0,0-1 0 0 0,0 1-1 0 0,1 0 1 0 0,-1 0 0 0 0,0 0 0 0 0,1 1 0 0 0,0-1 0 0 0,-1 1 0 0 0,1 0-1 0 0,0 0 1 0 0,0 0 0 0 0,1 0 0 0 0,-1 1 0 0 0,1-1 0 0 0,-3 5-1 0 0,4-6-130 0 0,-1 1 0 0 0,1 0 0 0 0,0 0 0 0 0,0-1-1 0 0,0 1 1 0 0,1 0 0 0 0,-1 0 0 0 0,1 0-1 0 0,-1 0 1 0 0,1 0 0 0 0,0 0 0 0 0,0 0 0 0 0,0 0-1 0 0,1 0 1 0 0,-1 0 0 0 0,1 0 0 0 0,-1 0 0 0 0,1 0-1 0 0,0 0 1 0 0,0 0 0 0 0,1-1 0 0 0,-1 1-1 0 0,0 0 1 0 0,1-1 0 0 0,0 1 0 0 0,-1-1 0 0 0,1 1-1 0 0,0-1 1 0 0,0 0 0 0 0,1 0 0 0 0,3 4-1 0 0,-1-3-54 0 0,-1 0 0 0 0,0 0 0 0 0,1 0 0 0 0,0 0 0 0 0,0-1 0 0 0,0 0-1 0 0,0 0 1 0 0,0 0 0 0 0,0 0 0 0 0,0-1 0 0 0,0 0 0 0 0,1 0 0 0 0,-1-1-1 0 0,0 1 1 0 0,1-1 0 0 0,-1 0 0 0 0,1-1 0 0 0,-1 1 0 0 0,0-1-1 0 0,1 0 1 0 0,-1 0 0 0 0,0-1 0 0 0,0 1 0 0 0,0-1 0 0 0,0-1 0 0 0,0 1-1 0 0,0 0 1 0 0,-1-1 0 0 0,1 0 0 0 0,-1 0 0 0 0,7-7 0 0 0,-3 3-8 0 0,0 0 0 0 0,0-1 1 0 0,-1-1-1 0 0,0 1 0 0 0,-1-1 1 0 0,1 0-1 0 0,-2-1 0 0 0,1 1 1 0 0,-2-1-1 0 0,1 0 0 0 0,-1 0 1 0 0,-1-1-1 0 0,0 1 0 0 0,0-1 1 0 0,1-11-1 0 0,3-34 746 0 0,-7 55-716 0 0,1 1 0 0 0,-1 0-1 0 0,0 0 1 0 0,0 0-1 0 0,0 0 1 0 0,0-1-1 0 0,0 1 1 0 0,0 0-1 0 0,0 0 1 0 0,0 0-1 0 0,0-1 1 0 0,0 1-1 0 0,0 0 1 0 0,0 0-1 0 0,0 0 1 0 0,0-1-1 0 0,0 1 1 0 0,0 0-1 0 0,0 0 1 0 0,0 0-1 0 0,0-1 1 0 0,0 1-1 0 0,0 0 1 0 0,0 0-1 0 0,0 0 1 0 0,0-1-1 0 0,0 1 1 0 0,0 0-1 0 0,-1 0 1 0 0,1 0-1 0 0,0 0 1 0 0,0-1-1 0 0,0 1 1 0 0,0 0-1 0 0,0 0 1 0 0,-1 0-1 0 0,1 0 1 0 0,0 0-1 0 0,0 0 1 0 0,0-1-1 0 0,0 1 1 0 0,-1 0-1 0 0,1 0 1 0 0,0 0-1 0 0,0 0 1 0 0,0 0 0 0 0,-1 0-1 0 0,1 0 1 0 0,0 0-1 0 0,0 0 1 0 0,0 0-1 0 0,-1 0 1 0 0,1 0-1 0 0,0 0 1 0 0,0 0-1 0 0,0 0 1 0 0,-1 0-1 0 0,1 0 1 0 0,0 0-1 0 0,0 0 1 0 0,0 0-1 0 0,-1 0 1 0 0,1 1-1 0 0,-14 15 141 0 0,-12 31-132 0 0,-25 105 101 0 0,50-152-120 0 0,1 1-1 0 0,0 0 0 0 0,-1 0 1 0 0,1 0-1 0 0,-1 0 0 0 0,1-1 1 0 0,0 1-1 0 0,0 0 1 0 0,-1 0-1 0 0,1 0 0 0 0,0 0 1 0 0,0 0-1 0 0,0 0 0 0 0,0 0 1 0 0,0 0-1 0 0,0 0 1 0 0,0 0-1 0 0,0 0 0 0 0,1-1 1 0 0,-1 1-1 0 0,0 0 0 0 0,1 0 1 0 0,-1 0-1 0 0,0 0 1 0 0,1 0-1 0 0,-1-1 0 0 0,1 1 1 0 0,-1 0-1 0 0,1 0 0 0 0,-1-1 1 0 0,2 2-1 0 0,0-2 1 0 0,-1 1-1 0 0,1-1 1 0 0,0 0 0 0 0,0 0-1 0 0,0 0 1 0 0,-1 0-1 0 0,1 0 1 0 0,0-1 0 0 0,0 1-1 0 0,-1 0 1 0 0,1-1-1 0 0,0 0 1 0 0,-1 1 0 0 0,4-2-1 0 0,56-35 3 0 0,-40 26-2 0 0,-17 9 1 0 0,1-1-1 0 0,-1 1 0 0 0,0-1 0 0 0,0 0 0 0 0,0 0 0 0 0,0 0 0 0 0,0 0 0 0 0,5-7 0 0 0,-8 9 64 0 0,-3 1-48 0 0,0 1 1 0 0,1 0-1 0 0,-1 0 0 0 0,0 0 1 0 0,1 0-1 0 0,-1 0 0 0 0,1 0 1 0 0,-1 0-1 0 0,1 0 1 0 0,0 1-1 0 0,0-1 0 0 0,-1 1 1 0 0,1-1-1 0 0,0 1 0 0 0,0-1 1 0 0,0 1-1 0 0,0-1 0 0 0,1 1 1 0 0,-1 0-1 0 0,0 0 0 0 0,1-1 1 0 0,-1 4-1 0 0,-10 42 550 0 0,11-34-621 0 0,1 0 0 0 0,0 0-1 0 0,4 16 1 0 0,4 1-6492 0 0,-5-23 4258 0 0</inkml:trace>
</inkml:ink>
</file>

<file path=ppt/ink/ink10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19:16.5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 1 908 0 0,'0'0'4176'0'0,"-6"9"-4476"0"0,-4-6-2160 0 0,-1-3 1180 0 0</inkml:trace>
</inkml:ink>
</file>

<file path=ppt/ink/ink10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19:54.3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87 156 72 0 0,'0'0'1872'0'0,"4"40"685"0"0,-16-5-1250 0 0,9-20-894 0 0,-1-2 0 0 0,-1 1 0 0 0,-1-1 1 0 0,0 1-1 0 0,-13 20 0 0 0,-4-8 647 0 0,14-28-259 0 0,6-18-489 0 0,5 0-203 0 0,0-1-1 0 0,2 1 1 0 0,1 0 0 0 0,13-38-1 0 0,-6 21-45 0 0,15-18 2 0 0,-27 55-65 0 0,1-1-1 0 0,-1 1 1 0 0,0 0 0 0 0,0 0-1 0 0,1 0 1 0 0,-1 0 0 0 0,0-1-1 0 0,1 1 1 0 0,-1 0 0 0 0,0 0-1 0 0,0 0 1 0 0,1 0 0 0 0,-1 0-1 0 0,0 0 1 0 0,1 0 0 0 0,-1 0-1 0 0,0 0 1 0 0,1 0-1 0 0,-1 0 1 0 0,0 0 0 0 0,1 0-1 0 0,-1 0 1 0 0,0 0 0 0 0,1 0-1 0 0,-1 0 1 0 0,0 0 0 0 0,1 1-1 0 0,-1-1 1 0 0,0 0 0 0 0,1 0-1 0 0,-1 0 1 0 0,0 1 0 0 0,0-1-1 0 0,1 0 1 0 0,-1 0 0 0 0,0 0-1 0 0,0 1 1 0 0,0-1 0 0 0,1 0-1 0 0,-1 0 1 0 0,0 1 0 0 0,0-1-1 0 0,0 0 1 0 0,0 1 0 0 0,0-1-1 0 0,1 0 1 0 0,-1 1-1 0 0,0-1 1 0 0,0 0 0 0 0,0 1-1 0 0,0-1 1 0 0,0 0 0 0 0,0 1-1 0 0,0-1 1 0 0,8 19-6 0 0,-3 4 15 0 0,2 0-1 0 0,1-1 0 0 0,0 0 0 0 0,2-1 1 0 0,0 1-1 0 0,1-2 0 0 0,2 0 0 0 0,0 0 1 0 0,20 23-1 0 0,-32-42 0 0 0,0 1 0 0 0,1 0 0 0 0,-1-1-1 0 0,1 1 1 0 0,-1-1 0 0 0,1 0 0 0 0,0 1 0 0 0,-1-1-1 0 0,1 0 1 0 0,0 0 0 0 0,0 0 0 0 0,0 0 0 0 0,0-1 0 0 0,0 1-1 0 0,0 0 1 0 0,0-1 0 0 0,0 1 0 0 0,0-1 0 0 0,0 0 0 0 0,0 0-1 0 0,1 0 1 0 0,-1 0 0 0 0,0 0 0 0 0,0 0 0 0 0,0 0-1 0 0,0-1 1 0 0,0 1 0 0 0,0-1 0 0 0,0 1 0 0 0,0-1 0 0 0,0 0-1 0 0,0 0 1 0 0,0 0 0 0 0,0 0 0 0 0,-1 0 0 0 0,1 0 0 0 0,0-1-1 0 0,-1 1 1 0 0,1-1 0 0 0,-1 1 0 0 0,2-3 0 0 0,2-1 31 0 0,-1-1 1 0 0,0 0 0 0 0,0 0-1 0 0,-1 0 1 0 0,0-1 0 0 0,0 1-1 0 0,0-1 1 0 0,-1 0 0 0 0,0 0-1 0 0,-1 1 1 0 0,2-11 0 0 0,27-195 392 0 0,-29 212-433 0 0,-1-6-53 0 0,1 0-1 0 0,0 0 1 0 0,1 1 0 0 0,-1-1-1 0 0,1 0 1 0 0,0 1 0 0 0,1-1-1 0 0,-1 1 1 0 0,1 0-1 0 0,6-9 1 0 0,-8 13-307 0 0,0 1 189 0 0,1 1 0 0 0,-1-1 0 0 0,0 0 0 0 0,1 1 1 0 0,-1-1-1 0 0,1 1 0 0 0,-1-1 0 0 0,0 1 0 0 0,0 0 0 0 0,1-1 1 0 0,-1 1-1 0 0,0 0 0 0 0,0 0 0 0 0,0 0 0 0 0,0 0 0 0 0,0 0 1 0 0,0 0-1 0 0,0 0 0 0 0,0 0 0 0 0,0 0 0 0 0,1 2 0 0 0,5 7-3185 0 0,-1-5 921 0 0</inkml:trace>
</inkml:ink>
</file>

<file path=ppt/ink/ink10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20:02.1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124 65 48 0 0,'-12'-19'7481'0'0,"2"38"-7028"0"0,2 0 0 0 0,1 0 0 0 0,0 1 0 0 0,1 0 0 0 0,-3 23 0 0 0,-4 10-41 0 0,-7 47 143 0 0,16-72-311 0 0,-1 0-1 0 0,-14 42 1 0 0,17-68 437 0 0,1-9-262 0 0,2-25-129 0 0,6-43-226 0 0,44-171 81 0 0,-50 242-146 0 0,0 1 0 0 0,0-1 0 0 0,1 1 0 0 0,-1-1 0 0 0,1 1 0 0 0,0 0-1 0 0,0-1 1 0 0,0 1 0 0 0,0 0 0 0 0,0 0 0 0 0,1 1 0 0 0,4-5 0 0 0,-6 6 0 0 0,1 0 1 0 0,-1 0-1 0 0,1 0 1 0 0,-1 1-1 0 0,0-1 0 0 0,1 1 1 0 0,-1-1-1 0 0,1 1 1 0 0,-1-1-1 0 0,1 1 1 0 0,0 0-1 0 0,-1 0 0 0 0,1 0 1 0 0,-1 0-1 0 0,1 0 1 0 0,-1 0-1 0 0,1 0 0 0 0,0 0 1 0 0,-1 1-1 0 0,1-1 1 0 0,-1 1-1 0 0,1-1 0 0 0,-1 1 1 0 0,0 0-1 0 0,1-1 1 0 0,-1 1-1 0 0,1 0 0 0 0,-1 0 1 0 0,0 0-1 0 0,0 0 1 0 0,0 0-1 0 0,0 0 0 0 0,1 0 1 0 0,0 2-1 0 0,12 14 2 0 0,-1 1-1 0 0,0 1 1 0 0,-1 0-1 0 0,-1 1 1 0 0,-1 0-1 0 0,11 32 1 0 0,26 48 11 0 0,48 53-11 0 0,-89-145-8 0 0,-2-1 11 0 0,0-1 0 0 0,0 0-1 0 0,1-1 1 0 0,0 1 0 0 0,0-1-1 0 0,7 6 1 0 0,-12-10-3 0 0,1-1 0 0 0,0 0 0 0 0,-1 1 0 0 0,1-1 0 0 0,0 0-1 0 0,-1 1 1 0 0,1-1 0 0 0,0 0 0 0 0,0 0 0 0 0,-1 1 0 0 0,1-1 0 0 0,0 0 0 0 0,0 0 0 0 0,0 0 0 0 0,-1 0-1 0 0,1 0 1 0 0,0 0 0 0 0,0 0 0 0 0,-1-1 0 0 0,1 1 0 0 0,0 0 0 0 0,0 0 0 0 0,-1 0 0 0 0,1-1-1 0 0,1 0 1 0 0,-1 0 0 0 0,1-1-1 0 0,-1 1 0 0 0,1-1 1 0 0,-1 0-1 0 0,1 0 0 0 0,-1 0 1 0 0,0 0-1 0 0,0 0 0 0 0,0 0 1 0 0,0 0-1 0 0,0 0 1 0 0,-1 0-1 0 0,2-3 0 0 0,5-29 24 0 0,-1 0 0 0 0,-2 0 0 0 0,-1-1 0 0 0,-1 0 0 0 0,-4-34 0 0 0,0 36-31 0 0,2 1-1 0 0,1-1 1 0 0,2 1-1 0 0,0-1 1 0 0,16-56-1 0 0,-19 88-41 0 0,0 0 0 0 0,0 0 0 0 0,1 0-1 0 0,-1 0 1 0 0,0 1 0 0 0,1-1 0 0 0,-1 0 0 0 0,0 0 0 0 0,1 0 0 0 0,-1 0-1 0 0,1 1 1 0 0,-1-1 0 0 0,1 0 0 0 0,0 0 0 0 0,-1 1 0 0 0,1-1 0 0 0,0 0-1 0 0,-1 1 1 0 0,1-1 0 0 0,0 1 0 0 0,0-1 0 0 0,0 1 0 0 0,-1-1 0 0 0,1 1 0 0 0,0 0-1 0 0,0-1 1 0 0,0 1 0 0 0,0 0 0 0 0,0 0 0 0 0,0 0 0 0 0,0 0 0 0 0,0-1-1 0 0,-1 1 1 0 0,1 0 0 0 0,2 1 0 0 0,0 0-661 0 0,0 0 0 0 0,0 0 0 0 0,0 1 1 0 0,0-1-1 0 0,-1 1 0 0 0,1 0 0 0 0,0 0 0 0 0,-1 0 0 0 0,4 3 0 0 0,3 2-1994 0 0</inkml:trace>
</inkml:ink>
</file>

<file path=ppt/ink/ink10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20:11.4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143 0 656 0 0,'7'0'11828'0'0,"-15"11"-11586"0"0,1 0 0 0 0,0 1-1 0 0,1-1 1 0 0,0 1 0 0 0,0 0-1 0 0,2 1 1 0 0,-1-1 0 0 0,2 1-1 0 0,0 0 1 0 0,-3 26 0 0 0,5-36-234 0 0,1-1 1 0 0,0 1 0 0 0,0-1-1 0 0,0 1 1 0 0,0-1-1 0 0,1 0 1 0 0,-1 1 0 0 0,1-1-1 0 0,0 1 1 0 0,-1-1 0 0 0,1 0-1 0 0,0 1 1 0 0,0-1 0 0 0,0 0-1 0 0,1 0 1 0 0,-1 0-1 0 0,1 0 1 0 0,-1 0 0 0 0,1 0-1 0 0,-1 0 1 0 0,1 0 0 0 0,0 0-1 0 0,0-1 1 0 0,0 1-1 0 0,0-1 1 0 0,0 0 0 0 0,0 1-1 0 0,1-1 1 0 0,-1 0 0 0 0,0 0-1 0 0,1-1 1 0 0,-1 1-1 0 0,0 0 1 0 0,1-1 0 0 0,-1 1-1 0 0,1-1 1 0 0,-1 0 0 0 0,1 0-1 0 0,-1 0 1 0 0,1 0 0 0 0,-1 0-1 0 0,1-1 1 0 0,-1 1-1 0 0,1-1 1 0 0,-1 1 0 0 0,0-1-1 0 0,1 0 1 0 0,-1 0 0 0 0,0 0-1 0 0,1 0 1 0 0,-1-1-1 0 0,4-2 1 0 0,-2 1-25 0 0,0-1-1 0 0,0 1 1 0 0,-1-1-1 0 0,1 0 1 0 0,-1 0-1 0 0,1 0 1 0 0,-1-1 0 0 0,-1 1-1 0 0,1-1 1 0 0,0 1-1 0 0,-1-1 1 0 0,0 0-1 0 0,0 0 1 0 0,-1 0-1 0 0,0 0 1 0 0,1-1 0 0 0,-2 1-1 0 0,1 0 1 0 0,0 0-1 0 0,-1-1 1 0 0,0 1-1 0 0,-1 0 1 0 0,0-7-1 0 0,1 11 19 0 0,-1-1-1 0 0,1 1 1 0 0,-1 0-1 0 0,1-1 0 0 0,-1 1 1 0 0,0 0-1 0 0,1-1 1 0 0,-1 1-1 0 0,0 0 1 0 0,0 0-1 0 0,0 0 0 0 0,0 0 1 0 0,0 0-1 0 0,0 0 1 0 0,0 0-1 0 0,0 0 0 0 0,-1 0 1 0 0,1 0-1 0 0,0 0 1 0 0,-1 1-1 0 0,1-1 0 0 0,0 1 1 0 0,-1-1-1 0 0,1 1 1 0 0,0-1-1 0 0,-1 1 0 0 0,1 0 1 0 0,-1 0-1 0 0,1 0 1 0 0,-1 0-1 0 0,1 0 1 0 0,-1 0-1 0 0,1 0 0 0 0,-1 0 1 0 0,1 0-1 0 0,0 1 1 0 0,-4 0-1 0 0,-1 0 27 0 0,0 1 1 0 0,0-1-1 0 0,0 1 1 0 0,0 0-1 0 0,0 1 0 0 0,1-1 1 0 0,-11 7-1 0 0,10-3-6 0 0,0-1 1 0 0,1 1-1 0 0,-1 0 0 0 0,1 1 0 0 0,0-1 1 0 0,1 1-1 0 0,-1 0 0 0 0,1 0 1 0 0,1 0-1 0 0,-1 1 0 0 0,1-1 0 0 0,1 1 1 0 0,-1 0-1 0 0,1 0 0 0 0,1 0 1 0 0,-2 13-1 0 0,3-19-38 0 0,1 0 0 0 0,-1 0 0 0 0,1 0 0 0 0,0-1 0 0 0,-1 1 1 0 0,1 0-1 0 0,0 0 0 0 0,0 0 0 0 0,0-1 0 0 0,0 1 0 0 0,0-1 0 0 0,1 1 0 0 0,-1-1 1 0 0,0 1-1 0 0,1-1 0 0 0,-1 0 0 0 0,1 0 0 0 0,0 1 0 0 0,-1-1 0 0 0,1 0 0 0 0,0 0 1 0 0,0-1-1 0 0,-1 1 0 0 0,1 0 0 0 0,0-1 0 0 0,0 1 0 0 0,0-1 0 0 0,4 1 0 0 0,-4 0-20 0 0,0-1 0 0 0,0 1 0 0 0,0-1 0 0 0,0 0 0 0 0,0 0 0 0 0,0 0-1 0 0,1 0 1 0 0,-1 0 0 0 0,0 0 0 0 0,0 0 0 0 0,0-1 0 0 0,0 1 0 0 0,0-1 0 0 0,0 0-1 0 0,0 1 1 0 0,0-1 0 0 0,0 0 0 0 0,0 0 0 0 0,0 0 0 0 0,-1-1 0 0 0,1 1-1 0 0,0 0 1 0 0,-1-1 0 0 0,1 1 0 0 0,-1-1 0 0 0,1 1 0 0 0,1-3 0 0 0,0-2-16 0 0,-1 0 0 0 0,1-1 0 0 0,-1 1 0 0 0,0 0 0 0 0,-1-1 0 0 0,1 0 0 0 0,-1 1 0 0 0,-1-1 0 0 0,1 0 0 0 0,-1 1 0 0 0,0-1 1 0 0,-2-12-1 0 0,1 15 68 0 0,0 1 0 0 0,0-1 0 0 0,0 1 0 0 0,-1-1 0 0 0,1 1 0 0 0,-1 0 0 0 0,0-1 0 0 0,0 1 0 0 0,0 0 1 0 0,0 0-1 0 0,0 0 0 0 0,-1 1 0 0 0,1-1 0 0 0,-1 0 0 0 0,0 1 0 0 0,0 0 0 0 0,0 0 0 0 0,0 0 0 0 0,0 0 0 0 0,0 0 1 0 0,0 0-1 0 0,-1 1 0 0 0,1 0 0 0 0,-7-2 0 0 0,4 4 24 0 0,-1 0 1 0 0,0 0-1 0 0,0 1 1 0 0,1 0-1 0 0,-1 0 1 0 0,1 0-1 0 0,-1 1 1 0 0,1 0-1 0 0,0 1 1 0 0,0-1 0 0 0,-9 8-1 0 0,14-9-162 0 0,-1 0-1 0 0,0 0 1 0 0,1 0-1 0 0,0 0 1 0 0,-1 0 0 0 0,1 1-1 0 0,0-1 1 0 0,0 0 0 0 0,0 1-1 0 0,0-1 1 0 0,1 1-1 0 0,-1-1 1 0 0,0 4 0 0 0,-1 20-4531 0 0,1-20 2656 0 0,1 6-1518 0 0</inkml:trace>
</inkml:ink>
</file>

<file path=ppt/ink/ink10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20:12.1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 21 988 0 0,'-12'-3'7053'0'0,"11"4"-6840"0"0,-1 1 0 0 0,1-1 0 0 0,0 0 0 0 0,0 1 0 0 0,-1 0 0 0 0,1-1 0 0 0,0 1 0 0 0,1-1 0 0 0,-1 1 0 0 0,0 0 0 0 0,0 0 0 0 0,1 0 0 0 0,-1-1 0 0 0,1 1 0 0 0,-1 4 0 0 0,1-5 259 0 0,2-2 0 0 0,16-8 224 0 0,-17 8-663 0 0,-1 0 1 0 0,1-1 0 0 0,0 1-1 0 0,-1 0 1 0 0,0-1 0 0 0,1 1-1 0 0,-1-1 1 0 0,0 1 0 0 0,1 0-1 0 0,-1-1 1 0 0,0 1 0 0 0,0-1-1 0 0,0 1 1 0 0,0-1 0 0 0,-1 1-1 0 0,1-2 1 0 0,-1-10-8537 0 0</inkml:trace>
</inkml:ink>
</file>

<file path=ppt/ink/ink10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20:31.3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106 235 516 0 0,'-1'0'193'0'0,"0"-1"0"0"0,1 0 1 0 0,-1 1-1 0 0,0-1 0 0 0,1 1 0 0 0,-1-1 0 0 0,0 1 1 0 0,0-1-1 0 0,1 1 0 0 0,-1-1 0 0 0,0 1 0 0 0,0 0 1 0 0,0-1-1 0 0,0 1 0 0 0,0 0 0 0 0,1 0 0 0 0,-1 0 1 0 0,0 0-1 0 0,0 0 0 0 0,0 0 0 0 0,0 0 0 0 0,0 0 1 0 0,0 0-1 0 0,0 0 0 0 0,0 0 0 0 0,0 0 0 0 0,1 1 1 0 0,-1-1-1 0 0,0 0 0 0 0,-1 1 0 0 0,0 1 12 0 0,0 0-1 0 0,0 0 0 0 0,0 0 1 0 0,0 0-1 0 0,1 0 1 0 0,-1 0-1 0 0,1 0 0 0 0,-1 0 1 0 0,1 1-1 0 0,-2 4 1 0 0,-2 8 226 0 0,0 0 0 0 0,-5 27 0 0 0,10-39-234 0 0,-18 142 1751 0 0,0 7-323 0 0,15-126-908 0 0,3-23-48 0 0,0-16-483 0 0,3-34-95 0 0,1-1-1 0 0,3 2 1 0 0,2-1 0 0 0,1 1 0 0 0,3 0 0 0 0,2 1 0 0 0,37-78-1 0 0,-51 121-90 0 0,14-34-22 0 0,23-34 1 0 0,-33 60 11 0 0,2 1 0 0 0,0-1 0 0 0,0 1 0 0 0,0 1 0 0 0,1-1 0 0 0,0 1 0 0 0,1 1 0 0 0,12-9-1 0 0,-21 16 10 0 0,0-1 0 0 0,1 1 0 0 0,-1 0 0 0 0,1-1 0 0 0,-1 1 0 0 0,1 0 0 0 0,-1-1 0 0 0,1 1-1 0 0,-1 0 1 0 0,1 0 0 0 0,-1 0 0 0 0,1-1 0 0 0,-1 1 0 0 0,1 0 0 0 0,-1 0 0 0 0,1 0 0 0 0,0 0-1 0 0,-1 0 1 0 0,1 0 0 0 0,-1 0 0 0 0,1 0 0 0 0,-1 0 0 0 0,1 0 0 0 0,0 0 0 0 0,-1 1 0 0 0,1-1-1 0 0,-1 0 1 0 0,1 0 0 0 0,-1 1 0 0 0,1-1 0 0 0,-1 0 0 0 0,1 0 0 0 0,-1 1 0 0 0,1-1 0 0 0,5 22-13 0 0,-13 26 3 0 0,-17-7-81 0 0,-22 9 328 0 0,33-38-802 0 0,2 0 0 0 0,-19 25 1 0 0,29-37 491 0 0,1 0 0 0 0,0 0 0 0 0,0 1 0 0 0,0-1 0 0 0,-1 0 0 0 0,1 0 0 0 0,0 0 0 0 0,0 1 0 0 0,0-1 0 0 0,0 0 0 0 0,-1 0 0 0 0,1 1 1 0 0,0-1-1 0 0,0 0 0 0 0,0 1 0 0 0,0-1 0 0 0,0 0 0 0 0,0 0 0 0 0,0 1 0 0 0,0-1 0 0 0,0 0 0 0 0,0 1 0 0 0,0-1 0 0 0,0 0 0 0 0,0 0 0 0 0,0 1 1 0 0,0-1-1 0 0,0 0 0 0 0,0 0 0 0 0,0 1 0 0 0,0-1 0 0 0,1 0 0 0 0,-1 1 0 0 0,0-1 0 0 0,0 0 0 0 0,0 0 0 0 0,0 0 0 0 0,1 1 0 0 0,-1-1 0 0 0,0 0 0 0 0,0 0 1 0 0,0 0-1 0 0,1 1 0 0 0,-1-1 0 0 0,0 0 0 0 0,0 0 0 0 0,1 0 0 0 0,-1 0 0 0 0,0 0 0 0 0,0 1 0 0 0,1-1 0 0 0,-1 0 0 0 0,0 0 0 0 0,1 0 0 0 0,-1 0 1 0 0,0 0-1 0 0,0 0 0 0 0,1 0 0 0 0,-1 0 0 0 0,1 0 0 0 0,19-2-4296 0 0,-19 2 4035 0 0,15-3-2563 0 0</inkml:trace>
</inkml:ink>
</file>

<file path=ppt/ink/ink10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20:31.8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37 180 584 0 0,'3'20'1276'0'0,"-1"0"0"0"0,-1 0 0 0 0,-1 0 0 0 0,-3 27-1 0 0,1 44 719 0 0,0-20-531 0 0,0-27-206 0 0,1-45-1231 0 0,1 1 1 0 0,0 0-1 0 0,0 0 1 0 0,-1 0-1 0 0,1-1 0 0 0,0 1 1 0 0,0 0-1 0 0,-1 0 0 0 0,1 0 1 0 0,0 0-1 0 0,0 0 0 0 0,-1-1 1 0 0,1 1-1 0 0,0 0 0 0 0,-1 0 1 0 0,1 0-1 0 0,0 0 1 0 0,-1 0-1 0 0,1 0 0 0 0,0 0 1 0 0,-1 0-1 0 0,1 0 0 0 0,0 0 1 0 0,0 0-1 0 0,-1 0 0 0 0,1 1 1 0 0,0-1-1 0 0,-1 0 1 0 0,1 0-1 0 0,0 0 0 0 0,0 0 1 0 0,-1 0-1 0 0,1 1 0 0 0,0-1 1 0 0,0 0-1 0 0,-1 0 0 0 0,1 0 1 0 0,0 1-1 0 0,0-1 1 0 0,-1 0-1 0 0,1 0 0 0 0,0 1 1 0 0,0-1-1 0 0,0 0 0 0 0,0 0 1 0 0,0 1-1 0 0,-1-1 0 0 0,1 0 1 0 0,0 1-1 0 0,0-1 1 0 0,0 0-1 0 0,0 1 0 0 0,-13-25 314 0 0,10 3-271 0 0,0-1 0 0 0,2 1 0 0 0,1 0 0 0 0,0 0 0 0 0,2-1 0 0 0,0 1 0 0 0,2 0 0 0 0,11-40 0 0 0,-7 35-50 0 0,1 0-1 0 0,2 0 1 0 0,0 1-1 0 0,2 1 1 0 0,0 0 0 0 0,26-33-1 0 0,-35 52-17 0 0,0 0 0 0 0,0 0-1 0 0,1 1 1 0 0,0 0 0 0 0,0-1-1 0 0,0 2 1 0 0,0-1 0 0 0,1 0-1 0 0,0 1 1 0 0,-1 0 0 0 0,1 1-1 0 0,11-4 1 0 0,-17 6 0 0 0,1 0 0 0 0,0 0 1 0 0,0 0-1 0 0,0 0 0 0 0,0 1 0 0 0,0-1 0 0 0,-1 0 1 0 0,1 1-1 0 0,0-1 0 0 0,0 0 0 0 0,-1 1 0 0 0,1-1 1 0 0,0 1-1 0 0,0-1 0 0 0,-1 1 0 0 0,1 0 0 0 0,0-1 1 0 0,-1 1-1 0 0,1-1 0 0 0,-1 1 0 0 0,1 0 0 0 0,-1 0 1 0 0,1-1-1 0 0,-1 1 0 0 0,0 0 0 0 0,1 0 0 0 0,-1 0 1 0 0,0-1-1 0 0,0 1 0 0 0,1 0 0 0 0,-1 0 0 0 0,0 0 1 0 0,0 0-1 0 0,0 1 0 0 0,4 30 23 0 0,-6-22-21 0 0,1 0 1 0 0,-2 0-1 0 0,1 0 0 0 0,-2 0 0 0 0,1-1 1 0 0,-1 1-1 0 0,0-1 0 0 0,-1 0 0 0 0,0 0 1 0 0,-1-1-1 0 0,0 1 0 0 0,0-1 0 0 0,-1-1 1 0 0,0 1-1 0 0,-10 8 0 0 0,-19 24-552 0 0,23-19-868 0 0,13-20 1195 0 0,0-1 1 0 0,0 1-1 0 0,0 0 0 0 0,0-1 1 0 0,0 1-1 0 0,0 0 1 0 0,0-1-1 0 0,0 1 1 0 0,0 0-1 0 0,0 0 1 0 0,0-1-1 0 0,0 1 1 0 0,1 0-1 0 0,-1-1 0 0 0,0 1 1 0 0,0 0-1 0 0,1-1 1 0 0,-1 1-1 0 0,0 0 1 0 0,1-1-1 0 0,-1 1 1 0 0,1-1-1 0 0,-1 1 0 0 0,1-1 1 0 0,-1 1-1 0 0,1-1 1 0 0,-1 1-1 0 0,1-1 1 0 0,0 0-1 0 0,-1 1 1 0 0,1-1-1 0 0,1 1 0 0 0,4 1-2596 0 0</inkml:trace>
</inkml:ink>
</file>

<file path=ppt/ink/ink10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20:32.2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29 232 0 0,'0'0'3414'0'0,"33"-1"2402"0"0,24-8-5265 0 0,1 2 0 0 0,59 1 0 0 0,-46 3-349 0 0,105 0 209 0 0,259 29-1 0 0,-393-23-264 0 0,-36-5 13 0 0,-22-5-82 0 0,7 4 28 0 0,-1 0-1 0 0,0 0 1 0 0,0 1-1 0 0,0 1 1 0 0,0 0-1 0 0,0 0 0 0 0,-1 1 1 0 0,1 0-1 0 0,-17 3 1 0 0,24-3-115 0 0,1 1 1 0 0,0 0 0 0 0,0 0 0 0 0,0 0-1 0 0,0 0 1 0 0,0 1 0 0 0,0-1 0 0 0,0 1 0 0 0,0-1-1 0 0,1 1 1 0 0,-1-1 0 0 0,0 1 0 0 0,1 0 0 0 0,-1 0-1 0 0,1 0 1 0 0,0 0 0 0 0,0 0 0 0 0,0 0-1 0 0,0 0 1 0 0,0 0 0 0 0,0 1 0 0 0,0-1 0 0 0,1 0-1 0 0,-1 5 1 0 0,-2 26-2206 0 0,7-5-3869 0 0,0-18 3253 0 0</inkml:trace>
</inkml:ink>
</file>

<file path=ppt/ink/ink10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0-16T13:20:32.6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 42 9449,'14'-15'415,"-13"12"-279,0 1-1,0 0 0,1 1 0,-1-1 0,1 0 1,0 0-1,0 1 0,-1-1 0,1 1 0,0-1 1,0 1-1,0 0 0,0 0 0,5-2 0,-11 54 1652,4-34-1444,1 0 0,0 1 0,8 30 0,-6-28-124,1 0 0,-1 25-1,-2-20-93,0-19-310,-1 0-1,1 0 1,-2 0 0,1 0 0,-1 0-1,1 0 1,-4 11 0,3-16 68,0-1 1,1 1-1,-1-1 1,0 1-1,0-1 1,1 0-1,-1 1 1,0-1-1,0 0 1,1 0-1,-1 1 1,0-1-1,0 0 1,0 0-1,0 0 1,1 0-1,-1 0 1,0 0-1,0 0 1,0-1-1,0 1 1,1 0-1,-1 0 0,0-1 1,0 1-1,1 0 1,-1-1-1,0 1 1,0 0-1,1-1 1,-1 1-1,1-1 1,-1 0-1,0 1 1,1-1-1,-1 1 1,0-2-1,-26-21-5025,19 11 2450</inkml:trace>
</inkml:ink>
</file>

<file path=ppt/ink/ink10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0-16T13:20:32.9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31 616,'6'-4'389,"1"1"-1,-1 0 1,1 1-1,0 0 1,0 0-1,0 0 1,0 1-1,0-1 1,1 2-1,7-1 1,7-1 220,6-1-369,-1 1-1,1 1 1,0 1-1,0 2 1,51 9-1,-76-10-551,-1 0 1,1-1-1,-1 1 1,1 1-1,-1-1 1,0 0-1,1 0 1,-1 1-1,0-1 1,0 1-1,4 4 1,-3-1-1491</inkml:trace>
  <inkml:trace contextRef="#ctx0" brushRef="#br0" timeOffset="1">72 376 368,'0'0'820,"16"9"3382,12-12-3423,108-13 659,-106 11-2967,0-2 1,45-16-1,-48 13-172</inkml:trace>
</inkml:ink>
</file>

<file path=ppt/ink/ink10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20:33.4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110 71 180 0 0,'0'0'817'0'0,"-16"1"2368"0"0,10 1-2830 0 0,1 1 0 0 0,0 1-1 0 0,0-1 1 0 0,1 1 0 0 0,-1-1 0 0 0,1 1 0 0 0,-1 1 0 0 0,1-1 0 0 0,1 1 0 0 0,-1-1 0 0 0,1 1 0 0 0,-1 0 0 0 0,1 0 0 0 0,1 1-1 0 0,-3 5 1 0 0,0 0 104 0 0,1-1-1 0 0,0 1 1 0 0,0 0-1 0 0,1 0 1 0 0,1 0 0 0 0,0 0-1 0 0,-1 17 1 0 0,6-34-413 0 0,0 1 0 0 0,0 0 0 0 0,0 0 1 0 0,1 0-1 0 0,-1 0 0 0 0,1 0 0 0 0,9-7 0 0 0,-7 5-14 0 0,30-42 70 0 0,-31 40-93 0 0,0 0 1 0 0,1 1-1 0 0,0 0 0 0 0,0 0 0 0 0,1 0 0 0 0,0 1 1 0 0,1 0-1 0 0,-1 0 0 0 0,1 1 0 0 0,10-7 0 0 0,-18 13 2 0 0,2 0-10 0 0,0 1 0 0 0,-1-1 0 0 0,1 1-1 0 0,-1-1 1 0 0,1 1 0 0 0,-1 0 0 0 0,1 0 0 0 0,-1 0 0 0 0,0-1 0 0 0,1 1 0 0 0,-1 0 0 0 0,0 1-1 0 0,0-1 1 0 0,1 0 0 0 0,-1 0 0 0 0,0 0 0 0 0,1 3 0 0 0,20 30-7 0 0,-12-17-4 0 0,-3-8 2 0 0,0 0-1 0 0,0-1 1 0 0,1 0 0 0 0,1-1-1 0 0,-1 0 1 0 0,1 0 0 0 0,0-1-1 0 0,1 0 1 0 0,-1 0 0 0 0,13 4-1 0 0,-17-7 5 0 0,1-1 0 0 0,-1 0 1 0 0,0 0-1 0 0,1-1 0 0 0,-1 0 0 0 0,1 0 0 0 0,-1 0 0 0 0,1 0 0 0 0,-1-1 0 0 0,1 0 0 0 0,0 0 1 0 0,-1-1-1 0 0,1 1 0 0 0,-1-1 0 0 0,1-1 0 0 0,-1 1 0 0 0,1-1 0 0 0,-1 0 0 0 0,0 0 0 0 0,0 0 1 0 0,9-6-1 0 0,-10 5 23 0 0,0-1 0 0 0,-1 0 0 0 0,0 0 0 0 0,1 0 0 0 0,-2 0 0 0 0,1 0 1 0 0,0-1-1 0 0,-1 1 0 0 0,1-1 0 0 0,-1 0 0 0 0,-1 1 0 0 0,1-1 0 0 0,-1 0 0 0 0,0 0 1 0 0,1-8-1 0 0,1-11-102 0 0,-1 1 0 0 0,-1-25 0 0 0,-2 35-169 0 0,-2-1-1802 0 0</inkml:trace>
</inkml:ink>
</file>

<file path=ppt/ink/ink10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20:34.2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 77 212 0 0,'-6'-68'8189'0'0,"7"60"-4360"0"0,1 17-2933 0 0,-1 24-356 0 0,-9 5-23 0 0,2 0-1 0 0,1 0 1 0 0,2 1 0 0 0,3 61-1 0 0,29 35 1465 0 0,-33-159-1927 0 0,1-1 0 0 0,2 0 0 0 0,0 0-1 0 0,2 0 1 0 0,1 0 0 0 0,0 0 0 0 0,2 0-1 0 0,1 1 1 0 0,10-31 0 0 0,-9 38-46 0 0,12-28-35 0 0,-16 43 18 0 0,-1-1 0 0 0,1 1 0 0 0,-1 0 1 0 0,1 1-1 0 0,0-1 0 0 0,-1 0 0 0 0,1 0 1 0 0,0 1-1 0 0,0-1 0 0 0,1 1 0 0 0,-1-1 1 0 0,0 1-1 0 0,0 0 0 0 0,1 0 0 0 0,-1 0 0 0 0,5-1 1 0 0,-4 2-3 0 0,-1 0 0 0 0,1 0 0 0 0,0 0 0 0 0,-1 0 0 0 0,1 0 0 0 0,-1 1 1 0 0,1-1-1 0 0,-1 1 0 0 0,1 0 0 0 0,-1 0 0 0 0,1 0 0 0 0,-1 0 0 0 0,0 0 1 0 0,1 0-1 0 0,-1 0 0 0 0,0 1 0 0 0,0-1 0 0 0,4 4 0 0 0,34 39-168 0 0,-28-31 93 0 0,13 15-155 0 0,40 35 0 0 0,-56-56 192 0 0,0 0 1 0 0,0-1-1 0 0,1 0 1 0 0,0 0 0 0 0,0-1-1 0 0,0 0 1 0 0,1-1-1 0 0,-1 0 1 0 0,15 3 0 0 0,-24-6 46 0 0,1-1 1 0 0,0 1 0 0 0,0-1 0 0 0,0 0-1 0 0,0 1 1 0 0,0-1 0 0 0,0 0-1 0 0,0 0 1 0 0,0-1 0 0 0,0 1 0 0 0,0 0-1 0 0,0-1 1 0 0,0 1 0 0 0,0-1 0 0 0,0 1-1 0 0,0-1 1 0 0,0 0 0 0 0,-1 0-1 0 0,1 0 1 0 0,0 0 0 0 0,-1 0 0 0 0,1 0-1 0 0,0 0 1 0 0,-1-1 0 0 0,1 1 0 0 0,-1-1-1 0 0,0 1 1 0 0,0-1 0 0 0,1 1 0 0 0,-1-1-1 0 0,0 0 1 0 0,0 0 0 0 0,-1 1-1 0 0,1-1 1 0 0,1-3 0 0 0,0-5 60 0 0,1-1 0 0 0,-2 0 0 0 0,1 0 0 0 0,-2-1 0 0 0,0-14-1 0 0,2-17 165 0 0,0-14 11 0 0,-3 31-626 0 0,1 26 313 0 0,0 0 1 0 0,0-1-1 0 0,0 1 1 0 0,0 0 0 0 0,0 0-1 0 0,0-1 1 0 0,0 1 0 0 0,0 0-1 0 0,-1 0 1 0 0,1-1-1 0 0,0 1 1 0 0,1 0 0 0 0,-1-1-1 0 0,0 1 1 0 0,0 0 0 0 0,0 0-1 0 0,0-1 1 0 0,0 1-1 0 0,0 0 1 0 0,0 0 0 0 0,0-1-1 0 0,0 1 1 0 0,0 0 0 0 0,1 0-1 0 0,-1-1 1 0 0,0 1-1 0 0,0 0 1 0 0,0 0 0 0 0,1-1-1 0 0,-1 1 1 0 0,0 0-1 0 0,0 0 1 0 0,0 0 0 0 0,1 0-1 0 0,-1 0 1 0 0,0-1 0 0 0,0 1-1 0 0,1 0 1 0 0,-1 0-1 0 0,0 0 1 0 0,0 0 0 0 0,1 0-1 0 0,-1 0 1 0 0,0 0 0 0 0,1 0-1 0 0,-1 0 1 0 0,1 0-1 0 0,12 8-5201 0 0,-5-2 2696 0 0,-1-2-739 0 0</inkml:trace>
</inkml:ink>
</file>

<file path=ppt/ink/ink10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20:34.6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152 214 128 0 0,'12'81'7311'0'0,"-10"-62"-6502"0"0,0 0-1 0 0,1-1 1 0 0,1 1-1 0 0,1-1 1 0 0,13 34-1 0 0,-17-50-720 0 0,0 0-1 0 0,0 0 1 0 0,0-1 0 0 0,0 1-1 0 0,0 0 1 0 0,0 0-1 0 0,0-1 1 0 0,1 1-1 0 0,-1 0 1 0 0,1-1-1 0 0,-1 0 1 0 0,3 2-1 0 0,-4-3-60 0 0,1 0 1 0 0,-1 1-1 0 0,1-1 0 0 0,-1 0 0 0 0,0 0 1 0 0,1 0-1 0 0,-1 0 0 0 0,1-1 0 0 0,-1 1 0 0 0,0 0 1 0 0,1 0-1 0 0,-1 0 0 0 0,1 0 0 0 0,-1 0 1 0 0,0 0-1 0 0,1-1 0 0 0,-1 1 0 0 0,0 0 0 0 0,1 0 1 0 0,-1 0-1 0 0,0-1 0 0 0,1 1 0 0 0,-1 0 1 0 0,0 0-1 0 0,0-1 0 0 0,1 1 0 0 0,-1 0 0 0 0,0-1 1 0 0,0 1-1 0 0,0 0 0 0 0,1-1 0 0 0,-1 1 1 0 0,0-1-1 0 0,0 1 0 0 0,0 0 0 0 0,0-1 0 0 0,2-7 96 0 0,0 1-1 0 0,0-1 0 0 0,-1 1 0 0 0,-1-1 1 0 0,1-12-1 0 0,-6-65 220 0 0,2 64-298 0 0,1 0 0 0 0,1 0 0 0 0,1 0-1 0 0,1 1 1 0 0,1-1 0 0 0,5-27 0 0 0,-4 38-19 0 0,0 0-1 0 0,1 0 0 0 0,0 0 1 0 0,0 0-1 0 0,1 1 1 0 0,0 0-1 0 0,1 0 0 0 0,0 0 1 0 0,13-14-1 0 0,-15 20-9 0 0,-1 0 0 0 0,1 0-1 0 0,0 0 1 0 0,-1 1 0 0 0,1-1 0 0 0,0 1-1 0 0,0 0 1 0 0,1 0 0 0 0,-1 0 0 0 0,0 1-1 0 0,1 0 1 0 0,-1 0 0 0 0,1 0 0 0 0,-1 0-1 0 0,1 1 1 0 0,-1-1 0 0 0,1 1 0 0 0,0 0-1 0 0,-1 1 1 0 0,1-1 0 0 0,-1 1 0 0 0,1 0-1 0 0,-1 0 1 0 0,1 0 0 0 0,4 3 0 0 0,-5-3-3 0 0,0 0 0 0 0,0 1 0 0 0,0 0 0 0 0,0 0 0 0 0,0 0 1 0 0,-1 1-1 0 0,1-1 0 0 0,-1 1 0 0 0,1 0 0 0 0,-1 0 0 0 0,0 0 1 0 0,3 3-1 0 0,-6-5-10 0 0,1 0 0 0 0,-1 0 0 0 0,1 0 0 0 0,-1 0 1 0 0,1 0-1 0 0,-1 0 0 0 0,0 0 0 0 0,1 0 1 0 0,-1 0-1 0 0,0 0 0 0 0,0 1 0 0 0,0-1 0 0 0,0 0 1 0 0,0 0-1 0 0,0 0 0 0 0,0 0 0 0 0,0 0 0 0 0,-1 0 1 0 0,1 0-1 0 0,-1 1 0 0 0,0 1-12 0 0,0-1 0 0 0,0 0 0 0 0,-1 0 0 0 0,1 0 1 0 0,-1-1-1 0 0,0 1 0 0 0,1 0 0 0 0,-1 0 0 0 0,0-1 0 0 0,0 0 0 0 0,0 1 0 0 0,-4 1 1 0 0,-26 12-601 0 0,-1-1 0 0 0,0-2 0 0 0,-1-1 0 0 0,-63 11 0 0 0,62-15-141 0 0,-82 14-5553 0 0,63-13 2695 0 0</inkml:trace>
</inkml:ink>
</file>

<file path=ppt/ink/ink10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15:45.6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54 69 312 0 0,'-6'-5'496'0'0,"-1"-1"1"0"0,1 0-1 0 0,1-1 0 0 0,-1 1 1 0 0,1-1-1 0 0,0 0 0 0 0,0-1 1 0 0,-3-8-1 0 0,8 15 343 0 0,7 4-773 0 0,0-1 1 0 0,0 2 0 0 0,-1-1-1 0 0,1 1 1 0 0,9 7-1 0 0,10 4 39 0 0,50 16 16 0 0,2-3-1 0 0,0-4 1 0 0,129 23 0 0 0,250 11 11 0 0,-335-45-81 0 0,201 18-7 0 0,541 81-55 0 0,-610-37 48 0 0,-166-45-8 0 0,97 19 0 0 0,696 71 210 0 0,-293-35 62 0 0,-142-18-27 0 0,727 128 598 0 0,-1085-178-763 0 0,76 20 777 0 0,-205-10-1038 0 0,1-4-5109 0 0,30-14 2905 0 0</inkml:trace>
</inkml:ink>
</file>

<file path=ppt/ink/ink10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15:46.3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105 183 576 0 0,'1'-20'1589'0'0,"-2"-7"4423"0"0,-10 56-3527 0 0,5-5-2230 0 0,-10 29 110 0 0,2 2 0 0 0,3 0 0 0 0,2 1 0 0 0,-3 108 0 0 0,13-124-253 0 0,6 58 201 0 0,-26-349 745 0 0,4 84-1005 0 0,15 142-44 0 0,1 1 0 0 0,1 0 0 0 0,1-1 0 0 0,11-44 0 0 0,-11 61-10 0 0,0 1 0 0 0,1-1 1 0 0,0 1-1 0 0,0 0 0 0 0,1 0 1 0 0,0 1-1 0 0,0 0 1 0 0,0-1-1 0 0,1 2 0 0 0,0-1 1 0 0,0 1-1 0 0,1 0 0 0 0,-1 0 1 0 0,1 0-1 0 0,0 1 0 0 0,0 0 1 0 0,1 1-1 0 0,-1 0 0 0 0,13-4 1 0 0,-15 5-1 0 0,0 0 0 0 0,0 1-1 0 0,0-1 1 0 0,0 1 0 0 0,0 1 0 0 0,1-1 0 0 0,-1 1 0 0 0,0-1 0 0 0,0 2 0 0 0,1-1 0 0 0,-1 0-1 0 0,0 1 1 0 0,0 0 0 0 0,0 0 0 0 0,0 1 0 0 0,0 0 0 0 0,0-1 0 0 0,0 2 0 0 0,0-1 0 0 0,-1 0-1 0 0,1 1 1 0 0,-1 0 0 0 0,1 0 0 0 0,-1 0 0 0 0,0 1 0 0 0,-1-1 0 0 0,1 1 0 0 0,0 0 0 0 0,-1 0-1 0 0,5 8 1 0 0,-7-10 1 0 0,0 0-1 0 0,0 0 0 0 0,0 1 0 0 0,0-1 1 0 0,0 0-1 0 0,0 0 0 0 0,-1 1 1 0 0,1-1-1 0 0,-1 0 0 0 0,0 1 0 0 0,0-1 1 0 0,0 0-1 0 0,0 1 0 0 0,0-1 1 0 0,0 0-1 0 0,0 1 0 0 0,-1-1 1 0 0,1 0-1 0 0,-1 1 0 0 0,0-1 0 0 0,0 0 1 0 0,-1 3-1 0 0,-1-1 10 0 0,0 0 0 0 0,0 0 0 0 0,0 0-1 0 0,-1 0 1 0 0,1 0 0 0 0,-1-1 0 0 0,0 1 0 0 0,0-1 0 0 0,-9 5 0 0 0,-4 1-308 0 0,-1 0 0 0 0,-1-1 0 0 0,1-1 0 0 0,-25 6 0 0 0,-3 3-1892 0 0,17-3-3675 0 0,21-11 3166 0 0</inkml:trace>
</inkml:ink>
</file>

<file path=ppt/ink/ink10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15:46.9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127 286 668 0 0,'4'6'420'0'0,"-1"0"1"0"0,0 0-1 0 0,0 0 0 0 0,-1 0 1 0 0,1 0-1 0 0,-1 1 0 0 0,-1-1 1 0 0,1 1-1 0 0,-1-1 0 0 0,0 1 1 0 0,-1-1-1 0 0,0 1 0 0 0,0 9 1 0 0,4 28 789 0 0,32 174 1825 0 0,-35-202-2017 0 0,-7-27-764 0 0,-5-32-127 0 0,8-118 151 0 0,6 99-195 0 0,22-116 1 0 0,-22 163-45 0 0,1 1 1 0 0,1-1 0 0 0,1 1-1 0 0,0 0 1 0 0,1 0 0 0 0,0 1-1 0 0,1 0 1 0 0,16-21-1 0 0,-20 29-25 0 0,-1 1 0 0 0,1-1-1 0 0,0 1 1 0 0,1-1 0 0 0,-1 1 0 0 0,1 0-1 0 0,0 1 1 0 0,0-1 0 0 0,0 1-1 0 0,1 0 1 0 0,-1 0 0 0 0,1 1-1 0 0,-1 0 1 0 0,1 0 0 0 0,0 0-1 0 0,0 1 1 0 0,0-1 0 0 0,0 1-1 0 0,0 1 1 0 0,0-1 0 0 0,0 1-1 0 0,0 0 1 0 0,0 0 0 0 0,9 2 0 0 0,-10 1-3 0 0,0 0 1 0 0,1 0-1 0 0,-1 0 1 0 0,-1 1-1 0 0,1-1 1 0 0,0 1-1 0 0,-1 1 1 0 0,0-1-1 0 0,0 0 1 0 0,0 1-1 0 0,0 0 1 0 0,-1 0 0 0 0,0 0-1 0 0,0 0 1 0 0,0 1-1 0 0,-1-1 1 0 0,1 1-1 0 0,-2-1 1 0 0,4 12-1 0 0,-5-14-8 0 0,-1 0 1 0 0,1 1-1 0 0,0-1 0 0 0,-1 0 0 0 0,0 0 1 0 0,0 0-1 0 0,0 0 0 0 0,0 0 0 0 0,0 0 1 0 0,-1 0-1 0 0,1 0 0 0 0,-1 0 0 0 0,0 0 0 0 0,0-1 1 0 0,0 1-1 0 0,0-1 0 0 0,0 0 0 0 0,0 1 1 0 0,-1-1-1 0 0,1 0 0 0 0,-6 3 0 0 0,-5 3 19 0 0,0 0-1 0 0,-27 12 1 0 0,39-19-22 0 0,-46 19-1601 0 0,-2-2 1 0 0,0-2 0 0 0,-1-3-1 0 0,-86 13 1 0 0,82-21-1609 0 0</inkml:trace>
</inkml:ink>
</file>

<file path=ppt/ink/ink1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20:18.0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663 1 116 0 0,'-17'15'5768'0'0,"-34"48"-4741"0"0,39-47-375 0 0,-99 117 1330 0 0,-131 180 1040 0 0,131-161-1780 0 0,25-36 35 0 0,54-78-822 0 0,32-37-591 0 0,8-29-9564 0 0,-3 19 6491 0 0</inkml:trace>
</inkml:ink>
</file>

<file path=ppt/ink/ink1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20:18.5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1 464 0 0,'0'0'2890'0'0,"27"22"-1124"0"0,10 3-1181 0 0,0-2 1 0 0,2-2-1 0 0,0-1 1 0 0,1-3-1 0 0,68 21 1 0 0,-6 0-79 0 0,-16-5-180 0 0,226 94 487 0 0,-215-83-454 0 0,106 66-1 0 0,-127-65 905 0 0,-75-45-1120 0 0,-62 13-4763 0 0,48-13 1671 0 0,-1-1 223 0 0</inkml:trace>
</inkml:ink>
</file>

<file path=ppt/ink/ink1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20:19.2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63 144 0 0,'17'-62'7737'0'0,"-15"88"-6218"0"0,-2 19-313 0 0,-3-20-639 0 0,1 1 0 0 0,2 43 0 0 0,1-48-491 0 0,-1 0-1 0 0,-1 0 0 0 0,-1 0 1 0 0,-7 33-1 0 0,6-45-2535 0 0,3-17-957 0 0,-1-9 510 0 0,0 6 711 0 0</inkml:trace>
</inkml:ink>
</file>

<file path=ppt/ink/ink1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20:19.6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48 560 0 0,'2'-2'216'0'0,"0"0"0"0"0,1-1 0 0 0,-1 1 0 0 0,1 0-1 0 0,-1 0 1 0 0,1 0 0 0 0,-1 1 0 0 0,1-1 0 0 0,0 1 0 0 0,0-1 0 0 0,0 1-1 0 0,0 0 1 0 0,0 0 0 0 0,6-1 0 0 0,48-7 920 0 0,-55 8-1094 0 0,18-1 162 0 0,89-7 939 0 0,-98 8-1187 0 0,-1 2-1 0 0,0-1 0 0 0,0 1 1 0 0,0 1-1 0 0,0 0 1 0 0,0 0-1 0 0,-1 1 0 0 0,15 5 1 0 0,-23-7-112 0 0,0-1 0 0 0,0 1-1 0 0,1 0 1 0 0,-1-1 0 0 0,0 1 0 0 0,0 0 0 0 0,0 0 0 0 0,0 0 0 0 0,0 0 0 0 0,0 0-1 0 0,0 0 1 0 0,0 0 0 0 0,0 0 0 0 0,0 1 0 0 0,0-1 0 0 0,-1 0 0 0 0,1 0-1 0 0,-1 1 1 0 0,1-1 0 0 0,-1 0 0 0 0,1 2 0 0 0,-2 6-1243 0 0</inkml:trace>
</inkml:ink>
</file>

<file path=ppt/ink/ink1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20:19.9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30 212 0 0,'0'0'72'0'0,"0"0"-1"0"0,0 0 1 0 0,0 0-1 0 0,0 0 1 0 0,0 0 0 0 0,0 0-1 0 0,0 1 1 0 0,0-1 0 0 0,0 0-1 0 0,0 0 1 0 0,0 0-1 0 0,-1 0 1 0 0,1 0 0 0 0,0 1-1 0 0,0-1 1 0 0,0 0 0 0 0,0 0-1 0 0,0 0 1 0 0,0 0-1 0 0,0 0 1 0 0,0 1 0 0 0,0-1-1 0 0,1 0 1 0 0,-1 0 0 0 0,0 0-1 0 0,0 0 1 0 0,0 0-1 0 0,0 1 1 0 0,0-1 0 0 0,0 0-1 0 0,0 0 1 0 0,0 0-1 0 0,0 0 1 0 0,0 0 0 0 0,0 0-1 0 0,1 0 1 0 0,-1 1 0 0 0,0-1-1 0 0,0 0 1 0 0,0 0-1 0 0,0 0 1 0 0,0 0 0 0 0,0 0-1 0 0,0 0 1 0 0,1 0 0 0 0,-1 0-1 0 0,0 0 1 0 0,0 0-1 0 0,0 0 1 0 0,0 0 0 0 0,0 0-1 0 0,1 0 1 0 0,-1 0-1 0 0,0 0 1 0 0,0 0 0 0 0,0 0-1 0 0,0 0 1 0 0,1 0 0 0 0,-1 0-1 0 0,0 0 1 0 0,0 0-1 0 0,0 0 1 0 0,0 0 0 0 0,0 0-1 0 0,0 0 1 0 0,1 0 0 0 0,-1 0-1 0 0,24 0 1337 0 0,30-5-974 0 0,-51 5-234 0 0,72-8 167 0 0,17-1-1500 0 0,-30 0-2369 0 0,-44 5 1894 0 0</inkml:trace>
</inkml:ink>
</file>

<file path=ppt/ink/ink1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20:20.3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62 51 796 0 0,'0'-1'158'0'0,"0"0"-1"0"0,0 1 1 0 0,0-1 0 0 0,0 1-1 0 0,-1-1 1 0 0,1 0 0 0 0,0 1-1 0 0,0-1 1 0 0,0 1 0 0 0,-1-1-1 0 0,1 1 1 0 0,0-1-1 0 0,-1 1 1 0 0,1-1 0 0 0,0 1-1 0 0,-1-1 1 0 0,1 1 0 0 0,-1-1-1 0 0,1 1 1 0 0,0 0 0 0 0,-1-1-1 0 0,1 1 1 0 0,-1 0 0 0 0,1-1-1 0 0,-1 1 1 0 0,1 0 0 0 0,-1 0-1 0 0,0 0 1 0 0,1-1-1 0 0,-1 1 1 0 0,1 0 0 0 0,-1 0-1 0 0,1 0 1 0 0,-2 0 0 0 0,-3 20 2666 0 0,2 2-2446 0 0,-30 160 2676 0 0,27-161-2693 0 0,8-30-57 0 0,11-35-156 0 0,-3 21-128 0 0,1 0 0 0 0,1 1 0 0 0,1 1 0 0 0,25-32 0 0 0,-38 53-21 0 0,1-1 1 0 0,0 0 0 0 0,-1 0-1 0 0,1 0 1 0 0,0 1 0 0 0,0-1-1 0 0,0 0 1 0 0,0 1 0 0 0,0-1 0 0 0,0 1-1 0 0,0-1 1 0 0,0 1 0 0 0,0-1-1 0 0,0 1 1 0 0,0 0 0 0 0,0-1-1 0 0,0 1 1 0 0,0 0 0 0 0,0 0-1 0 0,1 0 1 0 0,-1 0 0 0 0,0 0 0 0 0,0 0-1 0 0,0 0 1 0 0,0 0 0 0 0,0 1-1 0 0,0-1 1 0 0,0 0 0 0 0,0 1-1 0 0,0-1 1 0 0,0 1 0 0 0,0-1 0 0 0,1 1-1 0 0,26 20-21 0 0,-7 1 147 0 0,-10-9-67 0 0,0-1 1 0 0,1-1-1 0 0,0 0 1 0 0,1 0-1 0 0,0-2 1 0 0,0 1-1 0 0,1-2 1 0 0,30 15-1 0 0,-42-23-53 0 0,0 0-1 0 0,0 0 0 0 0,0 0 1 0 0,0 0-1 0 0,0 0 1 0 0,0 0-1 0 0,1 0 0 0 0,-1-1 1 0 0,0 1-1 0 0,0-1 1 0 0,0 1-1 0 0,0-1 0 0 0,0 0 1 0 0,0 0-1 0 0,-1 0 1 0 0,1 0-1 0 0,0 0 0 0 0,0 0 1 0 0,-1-1-1 0 0,1 1 0 0 0,-1 0 1 0 0,1-1-1 0 0,-1 0 1 0 0,1 1-1 0 0,-1-1 0 0 0,0 0 1 0 0,0 1-1 0 0,0-1 1 0 0,0 0-1 0 0,0 0 0 0 0,1-3 1 0 0,3-5 6 0 0,-1-1 0 0 0,0 0 0 0 0,0 0 0 0 0,1-12 0 0 0,2-30 56 0 0,-6 39-329 0 0,1 0 0 0 0,1-1 0 0 0,5-20 1 0 0,-7 34-150 0 0</inkml:trace>
</inkml:ink>
</file>

<file path=ppt/ink/ink1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0-16T13:20:39.2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49 3 616,'-1'-1'200,"1"1"1,-1 0-1,1-1 0,-1 1 0,0 0 1,1 0-1,-1 0 0,1 0 0,-1 0 1,0 0-1,1 0 0,-1 0 1,0 0-1,1 0 0,-1 0 0,1 0 1,-1 0-1,0 0 0,1 0 0,-1 1 1,1-1-1,-1 0 0,1 0 0,-1 1 1,0-1-1,1 0 0,-1 1 1,1-1-1,0 1 0,-1-1 0,1 1 1,-1-1-1,1 1 0,0-1 0,-1 1 1,1-1-1,0 1 0,-1-1 0,1 1 1,0-1-1,0 1 0,0 0 1,0-1-1,-1 1 0,1 0 0,0-1 1,0 1-1,0-1 0,0 2 0,-3 10-658,-4 16 1088,2 1 0,-3 37 1,5-39-386,3-20-288,-1 0-1,1 0 1,1 1-1,-1-1 1,3 8 0,10 17-7121,-10-27 4417</inkml:trace>
</inkml:ink>
</file>

<file path=ppt/ink/ink1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0-16T13:20:40.0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 90 804,'-4'-30'6381,"0"29"-3701,0 18-2009,-7 37 722,8-44-1191,0 0 1,1 0-1,1 0 1,-1 1 0,2-1-1,-1 0 1,3 21-1,-2-31-194,0 1 0,1-1 0,-1 1 0,0-1 0,1 0 0,-1 1 1,0-1-1,1 0 0,-1 1 0,1-1 0,-1 0 0,0 1 0,1-1 0,-1 0 0,1 0 0,-1 0 0,1 1 0,-1-1 0,1 0 0,-1 0 0,1 0 0,-1 0 0,1 0 0,-1 0 0,1 0 0,0 0 0,-1 0 0,1 0 0,-1 0 0,1 0 0,-1 0 0,1-1 0,-1 1 1,1 0-1,-1 0 0,0 0 0,1-1 0,-1 1 0,1 0 0,-1-1 0,1 1 0,-1-1 0,21-12 59,36-52 95,-56 65-162,0-1 0,0 1 0,0 0 0,0-1 0,0 1 0,0 0 0,0 0 0,0 0 0,0 0 0,0 0 0,0 0 0,0 0 0,0 0 0,-1 0 0,1 0 0,0 1 0,0-1 0,0 0 0,0 1 0,0-1 0,0 1 0,0-1 0,-1 1 0,1-1 0,0 1 0,1 1 0,25 20 0,-20-16 1,-2-3-2,0 0 0,0 0 0,0-1 0,1 0 0,-1 0 0,0-1 0,1 1 0,-1-1 0,1 0 0,0-1 0,-1 1 0,1-1 0,-1 0 0,1-1 0,0 1 0,-1-1 0,1 0 0,9-4 0,-5 3 4,-1-1 1,0-1-1,-1 1 0,1-2 1,0 1-1,-1-1 1,0 0-1,0-1 0,-1 0 1,8-8-1,-11 10 8,-1 0-1,1-1 0,-1 1 1,0-1-1,-1 0 0,1 0 1,-1 0-1,0 0 0,0-1 1,-1 1-1,0 0 0,0-1 1,1-7-1,-2 10 4,0 1-1,0-1 1,0 0-1,0 0 1,-1 0 0,1 1-1,-1-1 1,0 0-1,1 0 1,-1 1 0,-1-1-1,1 1 1,0-1-1,-1 1 1,1-1 0,-1 1-1,1 0 1,-1-1-1,0 1 1,0 0 0,0 1-1,-1-1 1,1 0 0,0 0-1,-1 1 1,-4-3-1,6 4-73,0-1-1,0 1 0,-1 0 1,1 0-1,0-1 0,-1 1 1,1 0-1,0 0 0,-1 0 0,1 0 1,0 0-1,0 1 0,-1-1 1,1 0-1,0 1 0,-1-1 1,1 1-1,0-1 0,0 1 1,0-1-1,0 1 0,0 0 1,0 0-1,0 0 0,-2 1 0,2-1-163,1-1-1,-1 1 1,0 0-1,1-1 1,-1 1-1,1 0 1,-1-1-1,1 1 1,0 0-1,-1-1 1,1 1-1,0 0 0,-1 0 1,1 0-1,0-1 1,0 1-1,0 0 1,0 0-1,0 0 1,0 0-1,0-1 1,0 1-1,0 0 1,0 0-1,0 0 1,0 0-1,1-1 0,-1 1 1,0 0-1,1 0 1,-1-1-1,1 1 1,-1 0-1,0 0 1,1-1-1,0 1 1,0 0-1</inkml:trace>
</inkml:ink>
</file>

<file path=ppt/ink/ink1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0-16T13:20:40.3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0 324,'0'0'1047,"8"27"4285,-12 69 267,1-78-5727</inkml:trace>
</inkml:ink>
</file>

<file path=ppt/ink/ink1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20:41.0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31 32 0 0,'38'-30'3839'0'0,"-38"30"-3680"0"0,1 0 0 0 0,-1 0 0 0 0,0 0 0 0 0,1 0 0 0 0,-1 0 0 0 0,1 0 0 0 0,-1 0 0 0 0,1 0 0 0 0,-1 0 0 0 0,1 0 0 0 0,-1 0 0 0 0,0 1 0 0 0,1-1 0 0 0,-1 0 0 0 0,1 0 0 0 0,-1 0 0 0 0,0 0 0 0 0,1 1 0 0 0,-1-1 0 0 0,1 0 0 0 0,-1 1 0 0 0,0-1 0 0 0,1 0 0 0 0,-1 1 0 0 0,0-1 0 0 0,0 0 0 0 0,1 1 0 0 0,-1-1 0 0 0,0 0 0 0 0,1 2 0 0 0,6 20 2415 0 0,0 39-820 0 0,-5-42-858 0 0,11 169 2082 0 0,-10-174-6323 0 0,-3-26 1375 0 0,-1 3 1430 0 0,1-1 1 0 0,0 1 0 0 0,0 0-1 0 0,1-1 1 0 0,3-15-1 0 0,-1 22 495 0 0,-1 1-1 0 0,1-1 0 0 0,0 0 1 0 0,0 1-1 0 0,0-1 1 0 0,0 1-1 0 0,0 0 1 0 0,1 0-1 0 0,-1 0 0 0 0,1 1 1 0 0,-1-1-1 0 0,1 1 1 0 0,6-2-1 0 0,19-9 131 0 0,-11 0 23 0 0,-5 4 235 0 0,0-1 0 0 0,-1 0 0 0 0,19-19 0 0 0,-28 25-184 0 0,0-1 0 0 0,0 0 0 0 0,0 0 0 0 0,0 0 0 0 0,-1 0 0 0 0,1-1 0 0 0,-1 1 1 0 0,0-1-1 0 0,-1 1 0 0 0,1-1 0 0 0,-1 0 0 0 0,0 0 0 0 0,0 1 0 0 0,0-1 0 0 0,-1-9 0 0 0,1 2 183 0 0,3-3 1546 0 0,-4 12-334 0 0,-4 16-1257 0 0,3-8-218 0 0,0 1-1 0 0,0-1 1 0 0,0 1-1 0 0,1-1 1 0 0,-1 1-1 0 0,1 0 0 0 0,1-1 1 0 0,-1 1-1 0 0,1-1 1 0 0,0 1-1 0 0,0-1 0 0 0,0 1 1 0 0,1-1-1 0 0,0 0 1 0 0,0 0-1 0 0,1 0 1 0 0,3 7-1 0 0,-5-10-91 0 0,1 1 0 0 0,-1-1-1 0 0,1 1 1 0 0,0-1 0 0 0,0 0 0 0 0,0 0-1 0 0,0 0 1 0 0,1 0 0 0 0,-1 0 0 0 0,1 0 0 0 0,-1 0-1 0 0,1-1 1 0 0,-1 1 0 0 0,1-1 0 0 0,0 0 0 0 0,0 0-1 0 0,-1 0 1 0 0,1 0 0 0 0,0 0 0 0 0,0-1-1 0 0,0 1 1 0 0,0-1 0 0 0,0 0 0 0 0,0 0 0 0 0,0 0-1 0 0,0 0 1 0 0,0-1 0 0 0,0 1 0 0 0,0-1 0 0 0,0 1-1 0 0,0-1 1 0 0,3-1 0 0 0,13-5-1310 0 0,9-4-1761 0 0,-11 0-3574 0 0,-12 6 3328 0 0</inkml:trace>
</inkml:ink>
</file>

<file path=ppt/ink/ink1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15:24.9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617 174 172 0 0,'6'-13'838'0'0,"0"0"-1"0"0,0 0 1 0 0,-2-1-1 0 0,0 1 1 0 0,0-1-1 0 0,-1 0 1 0 0,-1-1-1 0 0,1-24 1 0 0,-3 38-805 0 0,0 0 0 0 0,-1-1-1 0 0,1 1 1 0 0,-1 0 0 0 0,1-1 0 0 0,-1 1 0 0 0,1 0 0 0 0,-1 0-1 0 0,0 0 1 0 0,0-1 0 0 0,0 1 0 0 0,0 0 0 0 0,0 0 0 0 0,0 0-1 0 0,0 0 1 0 0,0 1 0 0 0,0-1 0 0 0,0 0 0 0 0,0 0-1 0 0,0 1 1 0 0,-1-1 0 0 0,1 1 0 0 0,0-1 0 0 0,-1 1 0 0 0,1-1-1 0 0,0 1 1 0 0,-1 0 0 0 0,1-1 0 0 0,0 1 0 0 0,-1 0-1 0 0,-2 0 1 0 0,-50 6 176 0 0,43-4-142 0 0,-46 10 67 0 0,0 2 1 0 0,0 3-1 0 0,-102 46 0 0 0,44-4-24 0 0,102-52-93 0 0,0 1-1 0 0,1 1 1 0 0,1 0-1 0 0,0 1 1 0 0,0 0-1 0 0,-16 21 1 0 0,25-30-14 0 0,1 1-1 0 0,0-1 1 0 0,0 1-1 0 0,0-1 1 0 0,0 1 0 0 0,0 0-1 0 0,0-1 1 0 0,0 1 0 0 0,1 0-1 0 0,-1 0 1 0 0,1-1-1 0 0,-1 1 1 0 0,1 0 0 0 0,0 0-1 0 0,0 0 1 0 0,0 0 0 0 0,0 0-1 0 0,0 0 1 0 0,0 0-1 0 0,0 0 1 0 0,0-1 0 0 0,1 1-1 0 0,-1 0 1 0 0,1 0 0 0 0,0 2-1 0 0,2-1 1 0 0,-1 0 0 0 0,0 0 0 0 0,1 0 0 0 0,-1-1 0 0 0,1 1 0 0 0,0-1 0 0 0,-1 1 0 0 0,1-1 0 0 0,1 0 0 0 0,-1 0 0 0 0,0 0 0 0 0,4 1 0 0 0,10 4 3 0 0,0-1 0 0 0,0 0 0 0 0,0-2 0 0 0,22 4 0 0 0,81 9 33 0 0,158 32-4 0 0,-245-40-30 0 0,0 2 0 0 0,57 27-1 0 0,-69-27 3 0 0,0 2 0 0 0,30 23-1 0 0,-48-35-6 0 0,-1 1-1 0 0,1 0 1 0 0,-1 0-1 0 0,1 0 1 0 0,-1 1-1 0 0,0-1 1 0 0,1 0 0 0 0,-1 1-1 0 0,-1-1 1 0 0,1 1-1 0 0,0 0 1 0 0,-1 0-1 0 0,1 0 1 0 0,-1 0-1 0 0,0 0 1 0 0,0 0-1 0 0,0 0 1 0 0,0 0-1 0 0,0 0 1 0 0,-1 0-1 0 0,0 1 1 0 0,1-1 0 0 0,-1 0-1 0 0,0 0 1 0 0,-1 1-1 0 0,1-1 1 0 0,-1 4-1 0 0,-1-2 1 0 0,-1-1 1 0 0,1 1-1 0 0,-1-1 0 0 0,0 1 0 0 0,0-1 1 0 0,0 0-1 0 0,-1-1 0 0 0,0 1 0 0 0,1 0 0 0 0,-1-1 1 0 0,0 0-1 0 0,-1 0 0 0 0,1 0 0 0 0,0 0 0 0 0,-1-1 1 0 0,-6 3-1 0 0,-27 11 157 0 0,-1-2-1 0 0,-1-2 1 0 0,0-1 0 0 0,-1-3-1 0 0,0 0 1 0 0,0-3 0 0 0,-1-2-1 0 0,1-1 1 0 0,-1-2 0 0 0,1-2-1 0 0,-63-11 1 0 0,69 4 630 0 0,33 8-552 0 0,5 1-42 0 0,26 5-58 0 0,-28-5-131 0 0,1 1 0 0 0,-1-1 0 0 0,0 0 0 0 0,0 1-1 0 0,0-1 1 0 0,0 0 0 0 0,0 0 0 0 0,1 0 0 0 0,-1 0-1 0 0,0 0 1 0 0,0 0 0 0 0,0 0 0 0 0,1 0 0 0 0,-1 0 0 0 0,0-1-1 0 0,0 1 1 0 0,0 0 0 0 0,0-1 0 0 0,0 1 0 0 0,0-1 0 0 0,0 1-1 0 0,0-1 1 0 0,0 0 0 0 0,0 1 0 0 0,0-1 0 0 0,0 0 0 0 0,0 0-1 0 0,0 1 1 0 0,0-1 0 0 0,1-2 0 0 0,-2 2-13 0 0,1 0-11 0 0,0 1 20 0 0,-1-1-1 0 0,1 0 0 0 0,-1 0 1 0 0,1 1-1 0 0,-1-1 0 0 0,1 0 1 0 0,-1 0-1 0 0,1 0 0 0 0,-1 0 1 0 0,0 0-1 0 0,1 0 1 0 0,-1 0-1 0 0,0 0 0 0 0,0 0 1 0 0,0 0-1 0 0,0 0 0 0 0,0 0 1 0 0,0 0-1 0 0,0 0 0 0 0,0 0 1 0 0,0 0-1 0 0,0 0 1 0 0,-1-1-1 0 0,41-3-198 0 0,-37 5 182 0 0,-2 1 12 0 0,0-1 0 0 0,0 0 1 0 0,0 0-1 0 0,0 1 0 0 0,0-1 1 0 0,0 0-1 0 0,0 0 0 0 0,0 0 0 0 0,0 0 1 0 0,0-1-1 0 0,0 1 0 0 0,0 0 1 0 0,0 0-1 0 0,0 0 0 0 0,0-1 1 0 0,0 1-1 0 0,1-1 0 0 0,-1 0-16 0 0,6-4-21 0 0,-7 4 38 0 0,1 1 0 0 0,0 0 0 0 0,0 0-1 0 0,0-1 1 0 0,-1 1 0 0 0,1-1 0 0 0,0 1 0 0 0,0-1 0 0 0,-1 1 0 0 0,1-1 0 0 0,0 1 0 0 0,-1-1 0 0 0,1 0 0 0 0,-1 1 0 0 0,1-1-1 0 0,-1 0 1 0 0,1 1 0 0 0,-1-1 0 0 0,1 0 0 0 0,-1 0 0 0 0,0 0 0 0 0,1 1 0 0 0,-1-1 0 0 0,0 0 0 0 0,0 0 0 0 0,0 0 0 0 0,0 0-1 0 0,0 1 1 0 0,1-1 0 0 0,-2-1 0 0 0,1 0 6 0 0,1 2-21 0 0,0-4 10 0 0,-1 3 3 0 0,2-8-193 0 0</inkml:trace>
</inkml:ink>
</file>

<file path=ppt/ink/ink1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15:26.3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1271 0 100 0 0,'-9'2'348'0'0,"0"0"1"0"0,0 1-1 0 0,0 0 0 0 0,0 0 1 0 0,1 1-1 0 0,-1 0 0 0 0,-13 9 1 0 0,-56 46 790 0 0,45-34-705 0 0,-261 226 1942 0 0,88-70-1376 0 0,-280 199 1250 0 0,465-364-2017 0 0,1 1 1 0 0,-28 32-1 0 0,48-49-251 0 0,0 0 1 0 0,-1 1 0 0 0,1-1-1 0 0,0 1 1 0 0,0-1 0 0 0,0 1-1 0 0,0-1 1 0 0,0 0 0 0 0,1 1-1 0 0,-1-1 1 0 0,0 1 0 0 0,0-1-1 0 0,0 1 1 0 0,0-1 0 0 0,0 0-1 0 0,0 1 1 0 0,1-1 0 0 0,-1 0-1 0 0,0 1 1 0 0,0-1 0 0 0,1 1-1 0 0,-1-1 1 0 0,0 0 0 0 0,1 0-1 0 0,-1 1 1 0 0,0-1 0 0 0,1 0-1 0 0,-1 1 1 0 0,0-1 0 0 0,1 0-1 0 0,-1 0 1 0 0,0 0 0 0 0,1 0-1 0 0,-1 1 1 0 0,1-1 0 0 0,-1 0-1 0 0,0 0 1 0 0,1 0 0 0 0,-1 0-1 0 0,1 0 1 0 0,-1 0 0 0 0,1 0-1 0 0,-1 0 1 0 0,1 0 0 0 0,21 4-1128 0 0,34-11-3684 0 0,-31-1 2561 0 0</inkml:trace>
</inkml:ink>
</file>

<file path=ppt/ink/ink1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15:26.9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3 488 0 0,'0'0'59'0'0,"0"0"-1"0"0,1 0 1 0 0,-1 0 0 0 0,0 0-1 0 0,0 1 1 0 0,0-1-1 0 0,0 0 1 0 0,0 0 0 0 0,0 0-1 0 0,0 0 1 0 0,0 0-1 0 0,0 0 1 0 0,0 0 0 0 0,1 0-1 0 0,-1 0 1 0 0,0 0 0 0 0,0 0-1 0 0,0 0 1 0 0,0 0-1 0 0,0 0 1 0 0,0 0 0 0 0,0 0-1 0 0,0 0 1 0 0,1 0-1 0 0,-1 0 1 0 0,0 0 0 0 0,0 0-1 0 0,0 0 1 0 0,0 0 0 0 0,0 0-1 0 0,0 0 1 0 0,0 0-1 0 0,0 0 1 0 0,1 0 0 0 0,-1 0-1 0 0,0-1 1 0 0,0 1 0 0 0,0 0-1 0 0,0 0 1 0 0,0 0-1 0 0,0 0 1 0 0,0 0 0 0 0,0 0-1 0 0,0 0 1 0 0,0 0-1 0 0,0 0 1 0 0,0 0 0 0 0,0-1-1 0 0,0 1 1 0 0,0 0 0 0 0,0 0-1 0 0,0 0 1 0 0,0 0-1 0 0,0 0 1 0 0,0 0 0 0 0,0 0-1 0 0,0 0 1 0 0,0-1-1 0 0,0 1 1 0 0,0 0 0 0 0,0 0-1 0 0,0 0 1 0 0,0 0 0 0 0,18 8 1558 0 0,38 24-1633 0 0,-16-9 418 0 0,395 166 1014 0 0,-299-137-1010 0 0,-3 5 0 0 0,145 87 0 0 0,-181-82-145 0 0,-3 5 1 0 0,102 92-1 0 0,-140-106-139 0 0,-3 1 1 0 0,-1 3-1 0 0,-4 3 1 0 0,53 81-1 0 0,-12-12 161 0 0,-73-110-957 0 0</inkml:trace>
</inkml:ink>
</file>

<file path=ppt/ink/ink1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15:29.4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1 180 8 0 0,'-1'-1'118'0'0,"1"0"-1"0"0,0 0 1 0 0,0 0 0 0 0,0 0 0 0 0,0 0-1 0 0,0 0 1 0 0,0 0 0 0 0,0 0-1 0 0,1 0 1 0 0,-1 1 0 0 0,0-1 0 0 0,0 0-1 0 0,1 0 1 0 0,-1 0 0 0 0,1 0 0 0 0,-1 1-1 0 0,0-1 1 0 0,1 0 0 0 0,-1 0-1 0 0,1 1 1 0 0,0-1 0 0 0,-1 0 0 0 0,1 1-1 0 0,0-1 1 0 0,-1 0 0 0 0,1 1-1 0 0,0-1 1 0 0,0 1 0 0 0,-1-1 0 0 0,1 1-1 0 0,0 0 1 0 0,0-1 0 0 0,0 1-1 0 0,0 0 1 0 0,0 0 0 0 0,-1-1 0 0 0,1 1-1 0 0,0 0 1 0 0,0 0 0 0 0,0 0 0 0 0,0 0-1 0 0,0 0 1 0 0,0 0 0 0 0,0 0-1 0 0,0 1 1 0 0,1-1 0 0 0,1 1 33 0 0,0 0 0 0 0,0 0 0 0 0,0 0 1 0 0,0 0-1 0 0,0 1 0 0 0,0-1 0 0 0,-1 1 1 0 0,1 0-1 0 0,-1 0 0 0 0,1 0 0 0 0,-1 0 0 0 0,3 3 1 0 0,87 134 1942 0 0,-71-103-1811 0 0,2-1 1 0 0,1-1-1 0 0,1-1 1 0 0,49 49-1 0 0,-73-80-265 0 0,0-1-1 0 0,1 1 0 0 0,-1-1 0 0 0,0 1 1 0 0,1-1-1 0 0,0 0 0 0 0,-1 0 0 0 0,1 0 1 0 0,0 1-1 0 0,-1-1 0 0 0,1-1 0 0 0,0 1 1 0 0,0 0-1 0 0,0 0 0 0 0,0-1 0 0 0,0 1 1 0 0,0-1-1 0 0,0 0 0 0 0,0 1 1 0 0,0-1-1 0 0,0 0 0 0 0,0 0 0 0 0,0 0 1 0 0,0-1-1 0 0,0 1 0 0 0,0 0 0 0 0,0-1 1 0 0,0 1-1 0 0,0-1 0 0 0,0 0 0 0 0,1-1 1 0 0,0 0 9 0 0,0-1 1 0 0,0-1-1 0 0,-1 1 1 0 0,0 0-1 0 0,0-1 1 0 0,0 1 0 0 0,0-1-1 0 0,0 0 1 0 0,0 0-1 0 0,-1 1 1 0 0,0-1-1 0 0,0 0 1 0 0,0 0 0 0 0,0 0-1 0 0,-1-7 1 0 0,49-360 479 0 0,-47 347-486 0 0,-1 12-16 0 0,-1 1 0 0 0,2-1-1 0 0,0 1 1 0 0,0-1 0 0 0,1 1-1 0 0,4-12 1 0 0,-7 24-48 0 0,0-1-1 0 0,0 0 0 0 0,0 0 1 0 0,0 0-1 0 0,0 1 0 0 0,0-1 1 0 0,0 0-1 0 0,1 0 0 0 0,-1 1 1 0 0,0-1-1 0 0,0 0 0 0 0,0 0 1 0 0,0 0-1 0 0,0 0 0 0 0,0 1 1 0 0,0-1-1 0 0,0 0 1 0 0,1 0-1 0 0,-1 0 0 0 0,0 0 1 0 0,0 1-1 0 0,0-1 0 0 0,0 0 1 0 0,1 0-1 0 0,-1 0 0 0 0,0 0 1 0 0,0 0-1 0 0,0 0 0 0 0,1 0 1 0 0,-1 0-1 0 0,0 0 0 0 0,0 1 1 0 0,0-1-1 0 0,1 0 1 0 0,-1 0-1 0 0,0 0 0 0 0,0 0 1 0 0,0 0-1 0 0,1 0 0 0 0,-1 0 1 0 0,0 0-1 0 0,0-1 0 0 0,0 1 1 0 0,1 0-1 0 0,-1 0 0 0 0,0 0 1 0 0,0 0-1 0 0,0 0 0 0 0,1 0 1 0 0,-1 0-1 0 0,0 0 1 0 0,0 0-1 0 0,0-1 0 0 0,0 1 1 0 0,1 0-1 0 0,-1 0 0 0 0,0 0 1 0 0,0 0-1 0 0,0-1 0 0 0,0 1 1 0 0,0 0-1 0 0,0 0 0 0 0,1 0 1 0 0,-1-1-1 0 0,5 28-1672 0 0,-3-14-1980 0 0,3-3 1264 0 0</inkml:trace>
</inkml:ink>
</file>

<file path=ppt/ink/ink1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15:29.9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123 248 744 0 0,'-1'4'336'0'0,"0"0"-1"0"0,0 1 1 0 0,0 0-1 0 0,0-1 1 0 0,0 1-1 0 0,1-1 1 0 0,0 1 0 0 0,0 0-1 0 0,0-1 1 0 0,2 8-1 0 0,9 47 1538 0 0,-11-59-1866 0 0,0 2 65 0 0,20 75 1832 0 0,-18-70-1719 0 0,1-1 1 0 0,0 1-1 0 0,-1-1 1 0 0,2 1-1 0 0,-1-1 0 0 0,1 0 1 0 0,0 0-1 0 0,9 10 1 0 0,-8-10 408 0 0,0-1 333 0 0,-5-20-799 0 0,-9-44 157 0 0,-10-101 15 0 0,18 142-293 0 0,1 0 0 0 0,1-1 0 0 0,1 1 0 0 0,0 0 0 0 0,1 0 0 0 0,9-30-1 0 0,-8 40-4 0 0,0 0-1 0 0,0 0 1 0 0,1 0-1 0 0,0 1 1 0 0,1 0-1 0 0,-1 0 1 0 0,1 0-1 0 0,1 0 1 0 0,-1 1-1 0 0,1 0 1 0 0,0 1-1 0 0,0-1 1 0 0,1 1-1 0 0,0 1 1 0 0,0-1-1 0 0,0 1 1 0 0,0 1-1 0 0,17-6 1 0 0,-19 7 0 0 0,1 0 0 0 0,0 0 0 0 0,0 1 1 0 0,0 0-1 0 0,0 0 0 0 0,0 0 0 0 0,0 1 0 0 0,0 0 0 0 0,0 1 1 0 0,0-1-1 0 0,0 2 0 0 0,0-1 0 0 0,0 0 0 0 0,0 1 0 0 0,0 1 1 0 0,-1-1-1 0 0,1 1 0 0 0,-1 0 0 0 0,0 0 0 0 0,1 1 0 0 0,-2 0 1 0 0,1 0-1 0 0,0 1 0 0 0,6 6 0 0 0,-11-10 4 0 0,1 1-1 0 0,-1-1 0 0 0,0 1 1 0 0,0 0-1 0 0,-1-1 1 0 0,1 1-1 0 0,0 0 0 0 0,0 0 1 0 0,-1-1-1 0 0,1 1 1 0 0,-1 0-1 0 0,0 0 1 0 0,1 0-1 0 0,-1 0 0 0 0,0 0 1 0 0,0-1-1 0 0,0 1 1 0 0,0 0-1 0 0,0 0 1 0 0,-1 0-1 0 0,1 0 0 0 0,-1 0 1 0 0,1 0-1 0 0,-1-1 1 0 0,0 1-1 0 0,1 0 0 0 0,-1-1 1 0 0,0 1-1 0 0,0 0 1 0 0,0-1-1 0 0,0 1 1 0 0,-1-1-1 0 0,1 1 0 0 0,0-1 1 0 0,-1 0-1 0 0,1 1 1 0 0,-1-1-1 0 0,1 0 1 0 0,-3 1-1 0 0,-8 7 28 0 0,0 0 0 0 0,-1-1 1 0 0,-24 11-1 0 0,27-14-26 0 0,-57 27-273 0 0,-86 29 0 0 0,2-18-6772 0 0,120-39 4162 0 0</inkml:trace>
</inkml:ink>
</file>

<file path=ppt/ink/ink1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15:39.1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634 16 268 0 0,'0'0'467'0'0,"-6"-16"6391"0"0,-14 47-6376 0 0,-95 164 771 0 0,27-41-662 0 0,-161 267 976 0 0,212-361-1324 0 0,-54 80 720 0 0,64-103-1905 0 0</inkml:trace>
</inkml:ink>
</file>

<file path=ppt/ink/ink1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15:39.8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84 76 0 0,'-2'-70'5290'0'0,"2"69"-4908"0"0,17-11 887 0 0,2 14-1215 0 0,0 1 0 0 0,-1 0 0 0 0,1 1 0 0 0,-1 2 0 0 0,0 0 0 0 0,17 8 0 0 0,-1-1 36 0 0,61 24 512 0 0,121 67 0 0 0,78 66 214 0 0,-30-17-417 0 0,380 135 198 0 0,-367-175-376 0 0,-256-106-200 0 0,-14-5 65 0 0,0 1 0 0 0,-1-1 1 0 0,1 1-1 0 0,0 1 1 0 0,8 5-1 0 0,-14-8 35 0 0,3 0 137 0 0,-1 0-368 0 0,-5-1-1140 0 0,-25-3-134 0 0,2 2-2756 0 0,10 1 1464 0 0</inkml:trace>
</inkml:ink>
</file>

<file path=ppt/ink/ink1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15:40.8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11 207 44 0 0,'-3'-8'696'0'0,"1"1"0"0"0,0-1-1 0 0,1 0 1 0 0,0 0 0 0 0,0 0 0 0 0,1 0-1 0 0,0 0 1 0 0,0-1 0 0 0,1 1 0 0 0,1-8-1 0 0,-2 16-652 0 0,0-1-1 0 0,1 0 0 0 0,-1 1 0 0 0,0-1 0 0 0,1 0 0 0 0,-1 1 0 0 0,0-1 0 0 0,1 1 1 0 0,-1-1-1 0 0,1 0 0 0 0,-1 1 0 0 0,1-1 0 0 0,0 1 0 0 0,-1 0 0 0 0,1-1 0 0 0,-1 1 1 0 0,1-1-1 0 0,0 1 0 0 0,-1 0 0 0 0,1 0 0 0 0,0-1 0 0 0,-1 1 0 0 0,1 0 1 0 0,0 0-1 0 0,-1 0 0 0 0,1 0 0 0 0,0 0 0 0 0,0-1 0 0 0,-1 1 0 0 0,1 1 0 0 0,0-1 1 0 0,0 0-1 0 0,-1 0 0 0 0,1 0 0 0 0,0 0 0 0 0,-1 0 0 0 0,1 1 0 0 0,0-1 1 0 0,-1 0-1 0 0,1 1 0 0 0,0-1 0 0 0,-1 0 0 0 0,1 1 0 0 0,-1-1 0 0 0,1 1 0 0 0,-1-1 1 0 0,1 1-1 0 0,0 0 0 0 0,31 28 343 0 0,-30-28-329 0 0,19 25 141 0 0,-1 0 0 0 0,0 2 0 0 0,21 41 0 0 0,-28-44-108 0 0,2-1 0 0 0,1 0 0 0 0,0-1 0 0 0,2 0 0 0 0,24 23 0 0 0,-41-45-78 0 0,-1-1 1 0 0,0 0-1 0 0,1 1 1 0 0,-1-1-1 0 0,1 1 0 0 0,-1-1 1 0 0,1 0-1 0 0,-1 0 0 0 0,1 1 1 0 0,-1-1-1 0 0,1 0 1 0 0,-1 0-1 0 0,1 0 0 0 0,-1 0 1 0 0,1 1-1 0 0,0-1 1 0 0,-1 0-1 0 0,1 0 0 0 0,-1 0 1 0 0,1 0-1 0 0,-1 0 0 0 0,1 0 1 0 0,0-1-1 0 0,-1 1 1 0 0,1 0-1 0 0,-1 0 0 0 0,1 0 1 0 0,-1 0-1 0 0,1-1 0 0 0,-1 1 1 0 0,1 0-1 0 0,0-1 1 0 0,13-18 191 0 0,4-32-25 0 0,-17 48-154 0 0,9-43 105 0 0,7-69-1 0 0,-13 74-24 0 0,2 0 0 0 0,19-66 0 0 0,-25 106-108 0 0,1-1 1 0 0,-1 0 0 0 0,1 1 0 0 0,-1-1 0 0 0,1 0 0 0 0,-1 1 0 0 0,1-1 0 0 0,0 1 0 0 0,0-1 0 0 0,0 1 0 0 0,0 0 0 0 0,0-1 0 0 0,0 1 0 0 0,0 0 0 0 0,0 0 0 0 0,0 0 0 0 0,1-1 0 0 0,1 0 0 0 0,-1 2-82 0 0,-1 1 1 0 0,1-1-1 0 0,-1 1 1 0 0,0 0 0 0 0,1-1-1 0 0,-1 1 1 0 0,0 0-1 0 0,1 0 1 0 0,-1 0 0 0 0,0 0-1 0 0,0 0 1 0 0,0 0 0 0 0,0 0-1 0 0,0 0 1 0 0,0 0-1 0 0,0 1 1 0 0,-1-1 0 0 0,1 0-1 0 0,0 1 1 0 0,0-1-1 0 0,-1 0 1 0 0,1 3 0 0 0,26 37-6177 0 0,-20-30 3662 0 0</inkml:trace>
</inkml:ink>
</file>

<file path=ppt/ink/ink1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15:42.3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1 274 392 0 0,'1'0'193'0'0,"0"0"0"0"0,1 1 0 0 0,-1-1 0 0 0,0 0 0 0 0,1 1 0 0 0,-1-1 0 0 0,0 1 0 0 0,0-1 0 0 0,1 1 0 0 0,-1 0 0 0 0,0 0 0 0 0,0-1 0 0 0,0 1 0 0 0,0 0 0 0 0,0 0 0 0 0,0 0 0 0 0,0 0 0 0 0,0 0 0 0 0,-1 0 0 0 0,1 1 0 0 0,0-1 0 0 0,0 0 0 0 0,-1 0-1 0 0,1 0 1 0 0,-1 1 0 0 0,1-1 0 0 0,-1 0 0 0 0,0 1 0 0 0,1 0 0 0 0,16 52 1859 0 0,-15-47-1669 0 0,7 28 523 0 0,-3 0-1 0 0,4 43 1 0 0,3 19 855 0 0,-22-168-1071 0 0,4-1 0 0 0,4-76 0 0 0,2 85-499 0 0,3-25-131 0 0,-3 79-52 0 0,0 1 0 0 0,1-1 1 0 0,0 0-1 0 0,0 1 0 0 0,1 0 1 0 0,0-1-1 0 0,8-13 0 0 0,-7 15-7 0 0,0 1 0 0 0,1 0 0 0 0,0 0 0 0 0,1 0-1 0 0,-1 1 1 0 0,1 0 0 0 0,0 0 0 0 0,0 1-1 0 0,1-1 1 0 0,-1 1 0 0 0,1 0 0 0 0,0 1 0 0 0,0 0-1 0 0,0 0 1 0 0,1 0 0 0 0,-1 1 0 0 0,1 0-1 0 0,-1 1 1 0 0,1 0 0 0 0,-1 0 0 0 0,1 0 0 0 0,0 1-1 0 0,0 0 1 0 0,-1 1 0 0 0,1 0 0 0 0,0 0 0 0 0,-1 0-1 0 0,1 1 1 0 0,-1 0 0 0 0,1 1 0 0 0,-1-1-1 0 0,0 1 1 0 0,0 1 0 0 0,0 0 0 0 0,-1 0 0 0 0,1 0-1 0 0,-1 0 1 0 0,0 1 0 0 0,0 0 0 0 0,0 1-1 0 0,-1-1 1 0 0,0 1 0 0 0,0 0 0 0 0,0 0 0 0 0,-1 1-1 0 0,0-1 1 0 0,0 1 0 0 0,-1 0 0 0 0,0 0 0 0 0,0 0-1 0 0,3 13 1 0 0,-5-16-3 0 0,1 0 0 0 0,-1 1 0 0 0,0-1 0 0 0,-1 0 0 0 0,1 1-1 0 0,-1-1 1 0 0,0 1 0 0 0,0-1 0 0 0,0 0 0 0 0,-1 1 0 0 0,0-1 0 0 0,0 1 0 0 0,0-1 0 0 0,0 0 0 0 0,0 0-1 0 0,-1 0 1 0 0,0 0 0 0 0,-3 6 0 0 0,1-5 13 0 0,0 0-1 0 0,0 0 1 0 0,-1 0-1 0 0,0 0 1 0 0,0-1 0 0 0,0 0-1 0 0,-1 0 1 0 0,1 0-1 0 0,-1-1 1 0 0,0 0 0 0 0,-7 3-1 0 0,-7 2-108 0 0,0-2 1 0 0,0 0-1 0 0,0-2 0 0 0,-1 0 0 0 0,0-1 0 0 0,-38 0 1 0 0,28-2-1442 0 0,-8 0-5576 0 0,27-1 3588 0 0</inkml:trace>
</inkml:ink>
</file>

<file path=ppt/ink/ink1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19:33.6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79 49 324 0 0,'-1'-4'570'0'0,"-1"-1"-1"0"0,0 1 1 0 0,1-1-1 0 0,0 1 1 0 0,0-1-1 0 0,0-8 1 0 0,-1 5 2470 0 0,-6 35-1998 0 0,-3 18-231 0 0,3 0 1 0 0,-5 75-1 0 0,-6 60-889 0 0,11-120-6393 0 0,8-52 4065 0 0</inkml:trace>
</inkml:ink>
</file>

<file path=ppt/ink/ink1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19:34.4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91 345 260 0 0,'-5'-12'1313'0'0,"-1"1"1968"0"0,6 18-547 0 0,-1 25-2349 0 0,0 175 1590 0 0,2-100-1331 0 0,0-106-610 0 0,-1 0 1 0 0,0 0-1 0 0,0 0 0 0 0,1 0 0 0 0,-1 0 0 0 0,0-1 0 0 0,0 1 0 0 0,0 0 1 0 0,0 0-1 0 0,0 0 0 0 0,0 0 0 0 0,-1 0 0 0 0,1 0 0 0 0,0 0 0 0 0,0 0 1 0 0,-1-1-1 0 0,1 1 0 0 0,0 0 0 0 0,-1 0 0 0 0,1 0 0 0 0,-1-1 0 0 0,1 1 1 0 0,-1 0-1 0 0,1 0 0 0 0,-1-1 0 0 0,0 1 0 0 0,1 0 0 0 0,-2 0 0 0 0,0-2-6 0 0,1-1 0 0 0,-1 1 0 0 0,1-1 0 0 0,-1 1 0 0 0,1-1 0 0 0,-1 1 0 0 0,1-1 0 0 0,0 0 0 0 0,0 0 0 0 0,0 1 0 0 0,0-1 0 0 0,0 0 0 0 0,0 0 0 0 0,0-4 0 0 0,-8-18 42 0 0,1-1-1 0 0,1 0 0 0 0,2 0 0 0 0,0 0 1 0 0,-2-39-1 0 0,5 20-47 0 0,2 1 0 0 0,8-63 0 0 0,-3 75-21 0 0,0-1 1 0 0,20-57-1 0 0,-22 79-3 0 0,0 0 0 0 0,1 1 1 0 0,1-1-1 0 0,0 1 0 0 0,0 0 0 0 0,0 1 1 0 0,1-1-1 0 0,1 1 0 0 0,-1 0 0 0 0,1 1 0 0 0,1-1 1 0 0,-1 2-1 0 0,10-7 0 0 0,-16 11 1 0 0,1 1-1 0 0,0-1 1 0 0,0 1 0 0 0,0 0-1 0 0,0 0 1 0 0,0 0 0 0 0,0 0-1 0 0,0 0 1 0 0,0 0 0 0 0,1 1-1 0 0,-1-1 1 0 0,0 1 0 0 0,1-1-1 0 0,-1 1 1 0 0,0 0 0 0 0,0 0-1 0 0,1 0 1 0 0,-1 0 0 0 0,0 1-1 0 0,1-1 1 0 0,-1 0 0 0 0,0 1-1 0 0,0 0 1 0 0,1-1 0 0 0,-1 1-1 0 0,0 0 1 0 0,0 0 0 0 0,0 0-1 0 0,0 1 1 0 0,0-1 0 0 0,0 0-1 0 0,-1 1 1 0 0,1-1 0 0 0,0 1-1 0 0,-1 0 1 0 0,1-1 0 0 0,-1 1-1 0 0,1 0 1 0 0,-1 0 0 0 0,0 0-1 0 0,0 0 1 0 0,0 0 0 0 0,0 0-1 0 0,0 0 1 0 0,0 3 0 0 0,2 2 0 0 0,-1 0 0 0 0,0 0 0 0 0,0 1 0 0 0,-1-1 0 0 0,0 0 0 0 0,-1 0 0 0 0,1 1 0 0 0,-1-1 0 0 0,-1 0 0 0 0,1 1 0 0 0,-1-1 0 0 0,-1 0 0 0 0,-2 11 0 0 0,-1-8 18 0 0,1-1-1 0 0,-2 1 1 0 0,1-1 0 0 0,-1 0 0 0 0,-1 0-1 0 0,1 0 1 0 0,-2-1 0 0 0,1 0 0 0 0,-1-1 0 0 0,-11 9-1 0 0,-9 5-1233 0 0,-58 30-1 0 0,65-39-180 0 0,20-12 1061 0 0,-3 2-47 0 0,-1 0-3224 0 0,1-1 1126 0 0</inkml:trace>
</inkml:ink>
</file>

<file path=ppt/ink/ink1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19:36.1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41 31 416 0 0,'6'-30'5755'0'0,"-10"43"-5275"0"0,-7 23 159 0 0,2 1-1 0 0,2 0 1 0 0,-5 62-1 0 0,8 112 356 0 0,5-138-747 0 0,-1-70-229 0 0,0 1 0 0 0,1 0 0 0 0,-1-1 0 0 0,1 1 0 0 0,0 0 0 0 0,0-1 0 0 0,0 1 0 0 0,0-1 0 0 0,1 1 0 0 0,3 5 0 0 0,-4-8-17 0 0,0-1-1 0 0,1 0 1 0 0,-1 0 0 0 0,1 0 0 0 0,-1 1 0 0 0,1-1 0 0 0,-1-1 0 0 0,0 1 0 0 0,1 0-1 0 0,-1 0 1 0 0,1 0 0 0 0,-1-1 0 0 0,0 1 0 0 0,1-1 0 0 0,1 0 0 0 0,1 0 1 0 0,0 0 1 0 0,0-1 0 0 0,-1 0 0 0 0,1 1 0 0 0,0-1 0 0 0,0-1 0 0 0,-1 1 0 0 0,1 0 1 0 0,-1-1-1 0 0,0 0 0 0 0,0 0 0 0 0,0 0 0 0 0,3-3 0 0 0,31-48 16 0 0,-14 17-26 0 0,-9 7 7 0 0,-14 29 5 0 0,0-8-2 0 0,-1 35 0 0 0,2 30 18 0 0,-1-55-21 0 0,-1 0 0 0 0,1-1 0 0 0,0 1 1 0 0,0 0-1 0 0,0 0 0 0 0,0-1 1 0 0,0 1-1 0 0,0 0 1 0 0,0 0-1 0 0,0-1 0 0 0,0 1 1 0 0,0 0-1 0 0,0-1 1 0 0,0 1-1 0 0,0 0 0 0 0,0 0 1 0 0,1-1-1 0 0,-1 1 0 0 0,0 0 1 0 0,1-1-1 0 0,-1 1 1 0 0,0 0-1 0 0,1-1 0 0 0,-1 1 1 0 0,1-1-1 0 0,-1 1 1 0 0,1-1-1 0 0,-1 1 0 0 0,1-1 1 0 0,0 1-1 0 0,-1-1 0 0 0,1 1 1 0 0,-1-1-1 0 0,1 0 1 0 0,0 1-1 0 0,-1-1 0 0 0,1 0 1 0 0,0 0-1 0 0,0 1 1 0 0,-1-1-1 0 0,1 0 0 0 0,0 0 1 0 0,-1 0-1 0 0,1 0 0 0 0,0 0 1 0 0,0 0-1 0 0,-1 0 1 0 0,1 0-1 0 0,0 0 0 0 0,0 0 1 0 0,-1-1-1 0 0,1 1 0 0 0,0 0 1 0 0,-1 0-1 0 0,1-1 1 0 0,0 1-1 0 0,5-3 16 0 0,0 0 0 0 0,-1-1 0 0 0,0 1 0 0 0,0-1 0 0 0,0 0 0 0 0,0 0 0 0 0,0 0 0 0 0,-1-1 0 0 0,0 1 1 0 0,0-1-1 0 0,4-6 0 0 0,-7 10 130 0 0,21 46-1160 0 0,-2-19-1054 0 0,-3-12-2172 0 0,-9-9 2114 0 0</inkml:trace>
</inkml:ink>
</file>

<file path=ppt/ink/ink1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19:37.2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41 226 8 0 0,'-1'-1'296'0'0,"1"0"0"0"0,-1 0 0 0 0,1 1 0 0 0,-1-1 0 0 0,0 0 0 0 0,0 0 0 0 0,1 1 0 0 0,-1-1 0 0 0,0 0 0 0 0,0 1 0 0 0,0-1 0 0 0,0 0 0 0 0,1 1 0 0 0,-1 0 0 0 0,0-1 0 0 0,0 1 0 0 0,-2-1 0 0 0,1 3-217 0 0,0-1 0 0 0,0 1 1 0 0,0 0-1 0 0,0 0 0 0 0,1 0 1 0 0,-1 0-1 0 0,0 0 0 0 0,1 0 0 0 0,0 1 1 0 0,0-1-1 0 0,-1 0 0 0 0,1 1 0 0 0,1-1 1 0 0,-1 1-1 0 0,0-1 0 0 0,1 1 1 0 0,-1 0-1 0 0,1-1 0 0 0,0 1 0 0 0,-1-1 1 0 0,2 1-1 0 0,-1 0 0 0 0,0-1 1 0 0,0 1-1 0 0,1 0 0 0 0,-1-1 0 0 0,1 1 1 0 0,0-1-1 0 0,0 1 0 0 0,0-1 1 0 0,1 3-1 0 0,-1-3-58 0 0,0 1 1 0 0,1-1 0 0 0,-1 0-1 0 0,0 0 1 0 0,1 0-1 0 0,-1-1 1 0 0,1 1 0 0 0,0 0-1 0 0,-1 0 1 0 0,1-1-1 0 0,0 1 1 0 0,0-1 0 0 0,0 0-1 0 0,0 1 1 0 0,1-1-1 0 0,-1 0 1 0 0,0 0-1 0 0,0 0 1 0 0,1-1 0 0 0,-1 1-1 0 0,0 0 1 0 0,1-1-1 0 0,-1 0 1 0 0,1 0 0 0 0,-1 1-1 0 0,0-1 1 0 0,1 0-1 0 0,-1-1 1 0 0,1 1 0 0 0,-1 0-1 0 0,0-1 1 0 0,1 0-1 0 0,-1 1 1 0 0,0-1 0 0 0,4-2-1 0 0,-1 1-12 0 0,-1-1 0 0 0,1 0 1 0 0,-1 0-1 0 0,1 0 0 0 0,-1 0 0 0 0,0-1 0 0 0,0 0 1 0 0,-1 0-1 0 0,1 0 0 0 0,-1 0 0 0 0,0-1 0 0 0,0 1 0 0 0,0-1 1 0 0,-1 1-1 0 0,3-8 0 0 0,3-8 6 0 0,-2-1 0 0 0,7-34-1 0 0,5-15 46 0 0,-13 36-48 0 0,-5 30 44 0 0,0 0-1 0 0,0 0 0 0 0,1 0 0 0 0,-1 0 0 0 0,1 0 0 0 0,0 0 0 0 0,0 0 0 0 0,0 1 1 0 0,1-1-1 0 0,0 0 0 0 0,2-5 0 0 0,-8 16 56 0 0,0-1 0 0 0,0 1 1 0 0,1 0-1 0 0,0 0 0 0 0,1 1 0 0 0,-1-1 1 0 0,1 0-1 0 0,0 1 0 0 0,1 0 0 0 0,0-1 1 0 0,0 14-1 0 0,-4 101 27 0 0,8-54-73 0 0,-3-68-65 0 0,0 1 1 0 0,0-1-1 0 0,0 1 1 0 0,0-1-1 0 0,1 0 0 0 0,-1 1 1 0 0,0-1-1 0 0,0 0 1 0 0,0 1-1 0 0,0-1 0 0 0,1 0 1 0 0,-1 1-1 0 0,0-1 1 0 0,0 0-1 0 0,1 1 1 0 0,-1-1-1 0 0,0 0 0 0 0,0 0 1 0 0,1 1-1 0 0,-1-1 1 0 0,0 0-1 0 0,1 0 0 0 0,-1 1 1 0 0,0-1-1 0 0,1 0 1 0 0,-1 0-1 0 0,0 0 0 0 0,1 0 1 0 0,-1 0-1 0 0,1 0 1 0 0,-1 0-1 0 0,0 1 0 0 0,1-1 1 0 0,-1 0-1 0 0,1 0 1 0 0,-1 0-1 0 0,0-1 0 0 0,1 1 1 0 0,-1 0-1 0 0,0 0 1 0 0,1 0-1 0 0,0 0 1 0 0,17-7 6 0 0,23-22 48 0 0,67-61 0 0 0,-107 89-40 0 0,-17 14 186 0 0,2 2 0 0 0,0 0 0 0 0,-13 17 0 0 0,27-32-197 0 0,-1 1 0 0 0,1-1 0 0 0,0 1 0 0 0,-1 0 0 0 0,1-1 0 0 0,0 1 0 0 0,0-1-1 0 0,-1 1 1 0 0,1-1 0 0 0,0 1 0 0 0,0 0 0 0 0,0-1 0 0 0,0 1 0 0 0,-1 0 0 0 0,1-1 0 0 0,0 1 0 0 0,0-1 0 0 0,0 1 0 0 0,1 0-1 0 0,-1-1 1 0 0,0 1 0 0 0,0 0 0 0 0,0-1 0 0 0,0 1 0 0 0,1-1 0 0 0,-1 1 0 0 0,0 0 0 0 0,0-1 0 0 0,1 2 0 0 0,19 12 91 0 0,23-1-29 0 0,-28-12-150 0 0,1 0-1 0 0,-1-1 0 0 0,0 0 0 0 0,0-1 0 0 0,0-1 0 0 0,0-1 0 0 0,0 0 1 0 0,-1 0-1 0 0,1-2 0 0 0,19-8 0 0 0,1-12-245 0 0,-34 23 321 0 0,0 1 0 0 0,0 0 1 0 0,0 0-1 0 0,0-1 1 0 0,0 1-1 0 0,-1-1 1 0 0,1 1-1 0 0,0-1 0 0 0,-1 1 1 0 0,1-1-1 0 0,-1 1 1 0 0,1-1-1 0 0,-1 1 1 0 0,0-1-1 0 0,0 0 1 0 0,1 1-1 0 0,-1-1 0 0 0,-1 0 1 0 0,1 1-1 0 0,0-1 1 0 0,0 1-1 0 0,-1-4 1 0 0,0 5 14 0 0,0-1 0 0 0,0 0 0 0 0,0 1 1 0 0,0-1-1 0 0,0 0 0 0 0,0 1 0 0 0,0-1 1 0 0,0 1-1 0 0,0 0 0 0 0,0-1 0 0 0,0 1 1 0 0,0 0-1 0 0,0 0 0 0 0,-1-1 0 0 0,1 1 1 0 0,0 0-1 0 0,0 0 0 0 0,0 0 0 0 0,0 1 1 0 0,0-1-1 0 0,-1 0 0 0 0,1 0 0 0 0,0 1 1 0 0,0-1-1 0 0,0 0 0 0 0,0 1 0 0 0,-2 0 0 0 0,1 0 17 0 0,-1 0 0 0 0,1-1 0 0 0,-1 1 0 0 0,1 0 0 0 0,0 0 0 0 0,-1 0 0 0 0,1 1-1 0 0,0-1 1 0 0,0 1 0 0 0,0-1 0 0 0,0 1 0 0 0,-3 3 0 0 0,4-3-24 0 0,0-1-1 0 0,1 1 1 0 0,-1-1 0 0 0,1 1 0 0 0,-1-1 0 0 0,1 1 0 0 0,0 0-1 0 0,0-1 1 0 0,0 1 0 0 0,-1-1 0 0 0,2 1 0 0 0,-1 0-1 0 0,0-1 1 0 0,0 1 0 0 0,0-1 0 0 0,1 1 0 0 0,-1 0 0 0 0,1-1-1 0 0,-1 1 1 0 0,1-1 0 0 0,0 1 0 0 0,0-1 0 0 0,0 0 0 0 0,1 2-1 0 0,0 0-70 0 0,1 0 0 0 0,0 0 0 0 0,1 0 0 0 0,-1 0 0 0 0,1-1 0 0 0,-1 0 0 0 0,1 1 0 0 0,0-1 0 0 0,4 2 0 0 0,5 0-1040 0 0,-1 1 0 0 0,1-2-1 0 0,-1 0 1 0 0,1 0 0 0 0,19 1-1 0 0,-13-4-1101 0 0</inkml:trace>
</inkml:ink>
</file>

<file path=ppt/ink/ink1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19:37.6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69 342 572 0 0,'-41'-5'5183'0'0,"40"5"-5130"0"0,1 0 0 0 0,-1 0 1 0 0,0 0-1 0 0,0 0 0 0 0,0 0 0 0 0,0 0 0 0 0,0 0 0 0 0,0 0 0 0 0,0 0 0 0 0,0 0 1 0 0,0 0-1 0 0,0 1 0 0 0,0-1 0 0 0,0 0 0 0 0,0 1 0 0 0,0-1 0 0 0,0 1 1 0 0,1-1-1 0 0,-1 1 0 0 0,0-1 0 0 0,0 1 0 0 0,0 0 0 0 0,1-1 0 0 0,-1 1 0 0 0,0 0 1 0 0,1 0-1 0 0,-1-1 0 0 0,1 1 0 0 0,-1 0 0 0 0,1 0 0 0 0,-1 0 0 0 0,1 0 0 0 0,0 0 1 0 0,-1 0-1 0 0,1 0 0 0 0,0 0 0 0 0,0-1 0 0 0,-1 1 0 0 0,1 0 0 0 0,0 0 0 0 0,0 0 1 0 0,0 0-1 0 0,0 0 0 0 0,1 0 0 0 0,-1 0 0 0 0,0 0 0 0 0,0 0 0 0 0,0 0 1 0 0,1 0-1 0 0,-1 0 0 0 0,1 0 0 0 0,-1 0 0 0 0,1 0 0 0 0,-1-1 0 0 0,1 1 0 0 0,-1 0 1 0 0,1 0-1 0 0,-1 0 0 0 0,1-1 0 0 0,0 1 0 0 0,0 0 0 0 0,-1-1 0 0 0,1 1 0 0 0,0-1 1 0 0,0 1-1 0 0,1 0 0 0 0,0-1-31 0 0,-1 1 0 0 0,1 0-1 0 0,0-1 1 0 0,-1 0 0 0 0,1 1 0 0 0,0-1 0 0 0,-1 0 0 0 0,1 0-1 0 0,0 0 1 0 0,0 0 0 0 0,-1-1 0 0 0,1 1 0 0 0,0 0 0 0 0,-1-1-1 0 0,1 1 1 0 0,0-1 0 0 0,-1 1 0 0 0,1-1 0 0 0,-1 0 0 0 0,1 0 0 0 0,-1 1-1 0 0,1-1 1 0 0,-1 0 0 0 0,1 0 0 0 0,0-2 0 0 0,31-31 143 0 0,-17 7-97 0 0,-1 0 0 0 0,-2-1 0 0 0,-1 0 0 0 0,-1-1 0 0 0,11-50 0 0 0,-15 56 76 0 0,-4 11 229 0 0,-1-1 0 0 0,-1 1 0 0 0,0-1 0 0 0,0-21 1 0 0,-1 23 219 0 0,0 10-253 0 0,-3 4-186 0 0,-3 5-90 0 0,1 0 1 0 0,0 0 0 0 0,0 0 0 0 0,1 1-1 0 0,0 0 1 0 0,0 0 0 0 0,1 0-1 0 0,1 0 1 0 0,-1 0 0 0 0,1 1 0 0 0,1-1-1 0 0,-1 11 1 0 0,0 21-745 0 0,4 61 0 0 0,-1-83 70 0 0,4 29-1657 0 0,3-17-2954 0 0,-2-16 2445 0 0</inkml:trace>
</inkml:ink>
</file>

<file path=ppt/ink/ink1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20:05.3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486 1 424 0 0,'-9'10'4741'0'0,"-39"51"-2703"0"0,-9 30-414 0 0,-99 118 0 0 0,-8 0-17 0 0,113-144-1005 0 0,51-64-624 0 0,0 0 1 0 0,0 0-1 0 0,-1 0 0 0 0,1 0 1 0 0,0 0-1 0 0,0 0 0 0 0,0 0 1 0 0,0 0-1 0 0,0 0 0 0 0,1 0 1 0 0,-1 0-1 0 0,0 0 0 0 0,0 0 1 0 0,1 0-1 0 0,-1 0 0 0 0,0 0 1 0 0,1 0-1 0 0,-1 0 1 0 0,1 0-1 0 0,0 0 0 0 0,-1 0 1 0 0,1 0-1 0 0,0-1 0 0 0,-1 1 1 0 0,1 0-1 0 0,0 0 0 0 0,0-1 1 0 0,-1 1-1 0 0,1-1 0 0 0,0 1 1 0 0,0-1-1 0 0,2 2 0 0 0,28 15-2595 0 0,-8-9-2511 0 0</inkml:trace>
</inkml:ink>
</file>

<file path=ppt/ink/ink1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20:05.7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55 148 0 0,'1'-3'210'0'0,"1"-1"0"0"0,0 1 0 0 0,0 0 1 0 0,0 0-1 0 0,0-1 0 0 0,0 2 0 0 0,1-1 0 0 0,-1 0 0 0 0,1 0 0 0 0,0 1 1 0 0,-1-1-1 0 0,1 1 0 0 0,1 0 0 0 0,-1 0 0 0 0,0 0 0 0 0,0 1 0 0 0,6-3 1 0 0,-3 2-17 0 0,0 1 0 0 0,1 0 0 0 0,-1 0 0 0 0,0 0 0 0 0,0 1 0 0 0,1 0 0 0 0,-1 0 0 0 0,0 1 0 0 0,11 1 0 0 0,6 4 150 0 0,0 1-1 0 0,-1 1 0 0 0,1 1 1 0 0,30 18-1 0 0,158 103 1039 0 0,-157-92-1155 0 0,1-3 0 0 0,2-2 0 0 0,2-3 1 0 0,65 25-1 0 0,-117-53-214 0 0,26 10 67 0 0,1-2 0 0 0,0-1 0 0 0,45 6 0 0 0,-78-16-129 0 0,0 1 1 0 0,0 0-1 0 0,0 0 0 0 0,0 0 0 0 0,0 0 1 0 0,-1 0-1 0 0,1 1 0 0 0,0-1 1 0 0,0 0-1 0 0,0 0 0 0 0,0 0 1 0 0,-1 1-1 0 0,1-1 0 0 0,0 1 0 0 0,0-1 1 0 0,-1 0-1 0 0,1 1 0 0 0,0-1 1 0 0,-1 1-1 0 0,1 0 0 0 0,0-1 1 0 0,-1 1-1 0 0,1-1 0 0 0,-1 1 0 0 0,1 0 1 0 0,-1-1-1 0 0,1 1 0 0 0,-1 0 1 0 0,1 0-1 0 0,-1 1 0 0 0,0-1-142 0 0,0 0-1 0 0,0 0 1 0 0,-1 0-1 0 0,1 0 0 0 0,-1 0 1 0 0,1-1-1 0 0,-1 1 1 0 0,1 0-1 0 0,-1 0 0 0 0,1-1 1 0 0,-1 1-1 0 0,0 0 1 0 0,0 0-1 0 0,1-1 0 0 0,-1 1 1 0 0,0-1-1 0 0,0 1 1 0 0,1-1-1 0 0,-1 1 0 0 0,0-1 1 0 0,0 1-1 0 0,0-1 1 0 0,0 0-1 0 0,0 0 1 0 0,0 1-1 0 0,-2-1 0 0 0,-6 2-1924 0 0</inkml:trace>
</inkml:ink>
</file>

<file path=ppt/ink/ink1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20:06.2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 76 144 0 0,'-8'2'5449'0'0,"72"6"-4174"0"0,365-41-65 0 0,-138 4-993 0 0,-163 19-142 0 0,-44 2-5 0 0,-1 3-1 0 0,1 4 1 0 0,91 11-1 0 0,-94-5 10 0 0,-79-5-65 0 0,1 5-18 0 0,-3-5 0 0 0,0 0 0 0 0,1 0 0 0 0,-1 1 0 0 0,0-1 0 0 0,0 0 0 0 0,0 0 1 0 0,0 0-1 0 0,0 1 0 0 0,0-1 0 0 0,0 0 0 0 0,1 0 0 0 0,-1 0 0 0 0,0 1 0 0 0,0-1 0 0 0,0 0 1 0 0,0 0-1 0 0,0 0 0 0 0,0 1 0 0 0,0-1 0 0 0,0 0 0 0 0,0 0 0 0 0,0 1 0 0 0,0-1 1 0 0,0 0-1 0 0,0 0 0 0 0,0 0 0 0 0,0 1 0 0 0,0-1 0 0 0,-1 0 0 0 0,1 0 0 0 0,0 0 1 0 0,0 1-1 0 0,0-1 0 0 0,0 0 0 0 0,0 0 0 0 0,0 0 0 0 0,-1 0 0 0 0,1 1 0 0 0,0-1 0 0 0,0 0 1 0 0,0 0-1 0 0,0 0 0 0 0,-1 0 0 0 0,1 0 0 0 0,0 0 0 0 0,0 1 0 0 0,0-1 0 0 0,-1 0 1 0 0,1 0-1 0 0,0 0 0 0 0,0 0 0 0 0,0 0 0 0 0,-1 0 0 0 0,1 0 0 0 0,0 0 0 0 0,-1 0 0 0 0,-30 26-5008 0 0,25-22 3041 0 0</inkml:trace>
</inkml:ink>
</file>

<file path=ppt/ink/ink1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20:06.6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 5 420 0 0,'0'0'1144'0'0,"-3"-5"-152"0"0,-17 14-2384 0 0,13-4 748 0 0</inkml:trace>
</inkml:ink>
</file>

<file path=ppt/ink/ink1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20:07.2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47 68 288 0 0,'-3'-7'1010'0'0,"0"0"1"0"0,1-1-1 0 0,0 0 0 0 0,1 1 0 0 0,0-1 1 0 0,-1-14 1737 0 0,0 24-2657 0 0,1 1 1 0 0,-1 0-1 0 0,1 0 0 0 0,-1 0 0 0 0,1 0 1 0 0,0 0-1 0 0,0 0 0 0 0,1 1 0 0 0,-1-1 1 0 0,1 0-1 0 0,-1 0 0 0 0,1 6 0 0 0,0-6 17 0 0,-8 47 272 0 0,2-1 1 0 0,2 1-1 0 0,3 0 0 0 0,7 77 0 0 0,-6-126-855 0 0,2 18 476 0 0,-4-13-2360 0 0</inkml:trace>
</inkml:ink>
</file>

<file path=ppt/ink/ink1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20:08.1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0 315 56 0 0,'28'-7'1387'0'0,"5"-1"-913"0"0,0-2 0 0 0,0-1 0 0 0,-1-1 0 0 0,-1-2 0 0 0,0-1 0 0 0,-1-2 0 0 0,38-26-1 0 0,-63 39-369 0 0,0 1 0 0 0,-1-1-1 0 0,1 0 1 0 0,-1 0-1 0 0,0-1 1 0 0,0 1-1 0 0,-1-1 1 0 0,1 0-1 0 0,-1 0 1 0 0,0 0-1 0 0,0-1 1 0 0,0 1-1 0 0,-1-1 1 0 0,0 1 0 0 0,0-1-1 0 0,-1 0 1 0 0,1 0-1 0 0,-1 0 1 0 0,0 0-1 0 0,-1 0 1 0 0,0 0-1 0 0,0 0 1 0 0,0 0-1 0 0,0 0 1 0 0,-1 0-1 0 0,0 1 1 0 0,0-1-1 0 0,-1 0 1 0 0,0 0 0 0 0,-3-8-1 0 0,4 14-78 0 0,1-1 0 0 0,0 1 0 0 0,-1 0 1 0 0,1-1-1 0 0,0 1 0 0 0,-1 0 0 0 0,1 0 0 0 0,0-1 0 0 0,-1 1 0 0 0,1 0 0 0 0,-1 0 0 0 0,1-1 1 0 0,-1 1-1 0 0,1 0 0 0 0,-1 0 0 0 0,1 0 0 0 0,-1 0 0 0 0,1 0 0 0 0,-1 0 0 0 0,1 0 0 0 0,0 0 1 0 0,-1 0-1 0 0,1 0 0 0 0,-1 0 0 0 0,1 0 0 0 0,-1 0 0 0 0,1 0 0 0 0,-1 0 0 0 0,1 0 1 0 0,-1 0-1 0 0,1 1 0 0 0,-1-1 0 0 0,1 0 0 0 0,-1 0 0 0 0,1 1 0 0 0,0-1 0 0 0,-1 0 0 0 0,1 1 1 0 0,0-1-1 0 0,-1 0 0 0 0,1 1 0 0 0,0-1 0 0 0,-1 0 0 0 0,1 2 0 0 0,-16 16 322 0 0,12-5-127 0 0,1 0 1 0 0,0 0-1 0 0,1 0 1 0 0,1 0-1 0 0,0 0 0 0 0,0 0 1 0 0,2 17-1 0 0,16 98 704 0 0,-9-81-661 0 0,-3-17-109 0 0,4 42 347 0 0,-9-71-212 0 0,3-43 413 0 0,-2 39-696 0 0,0 1-1 0 0,0-1 1 0 0,0 0-1 0 0,0 0 1 0 0,0 1-1 0 0,0-1 1 0 0,1 0-1 0 0,-1 1 1 0 0,1 0-1 0 0,0-1 1 0 0,0 1-1 0 0,0 0 1 0 0,0 0-1 0 0,0 0 1 0 0,4-3-1 0 0,-3 5-6 0 0,0-1-1 0 0,-1 1 0 0 0,1 0 1 0 0,0 0-1 0 0,0 0 0 0 0,0 0 1 0 0,-1 0-1 0 0,1 1 0 0 0,0-1 1 0 0,0 1-1 0 0,-1 0 1 0 0,1 0-1 0 0,0 0 0 0 0,-1 0 1 0 0,1 0-1 0 0,2 2 0 0 0,5 2-19 0 0,0-1 0 0 0,0 0-1 0 0,0 0 1 0 0,0-1-1 0 0,1-1 1 0 0,-1 0 0 0 0,1 0-1 0 0,0-1 1 0 0,-1-1-1 0 0,1 1 1 0 0,0-2 0 0 0,17-2-1 0 0,-26 3 22 0 0,0-1 0 0 0,0 0-1 0 0,0 1 1 0 0,0-1 0 0 0,0 0 0 0 0,0 0-1 0 0,-1 0 1 0 0,1-1 0 0 0,0 1-1 0 0,-1 0 1 0 0,1-1 0 0 0,-1 1-1 0 0,1-1 1 0 0,-1 1 0 0 0,0-1 0 0 0,0 0-1 0 0,2-2 1 0 0,-3 3 48 0 0,7-2-187 0 0,30 25-1493 0 0,-29-17 84 0 0,0 1 1 0 0,0-2-1 0 0,1 1 1 0 0,9 3 0 0 0,-3-2-1171 0 0</inkml:trace>
</inkml:ink>
</file>

<file path=ppt/ink/ink1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20:09.2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0 311 400 0 0,'0'0'805'0'0,"24"-17"1759"0"0,-22 16-2509 0 0,132-42 2471 0 0,-121 38-2356 0 0,0-1 0 0 0,0 0 1 0 0,-1-1-1 0 0,0 0 0 0 0,0-1 0 0 0,-1-1 1 0 0,19-17-1 0 0,-27 22-110 0 0,0 0 0 0 0,-1 0 0 0 0,0-1 0 0 0,0 0 0 0 0,0 1 0 0 0,0-1 0 0 0,-1 0 0 0 0,1 0 0 0 0,-1 0 0 0 0,-1 0 0 0 0,1 0 0 0 0,-1 0 0 0 0,1 0 0 0 0,-1 0 0 0 0,-1 0 0 0 0,1 0 0 0 0,-1 0 0 0 0,0 0 0 0 0,0 1 0 0 0,0-1 0 0 0,-1 0 1 0 0,0 0-1 0 0,0 1 0 0 0,0-1 0 0 0,0 1 0 0 0,-1-1 0 0 0,0 1 0 0 0,0 0 0 0 0,0 0 0 0 0,0 0 0 0 0,0 1 0 0 0,-1-1 0 0 0,0 1 0 0 0,0-1 0 0 0,0 1 0 0 0,0 1 0 0 0,0-1 0 0 0,-1 0 0 0 0,1 1 0 0 0,-8-3 0 0 0,10 5-18 0 0,1 0 0 0 0,-1 0 0 0 0,0 1 1 0 0,0-1-1 0 0,0 0 0 0 0,0 1 0 0 0,0-1 0 0 0,0 1 0 0 0,0 0 1 0 0,1-1-1 0 0,-1 1 0 0 0,0 0 0 0 0,0 0 0 0 0,1 0 0 0 0,-1 0 0 0 0,1 0 1 0 0,-1 1-1 0 0,1-1 0 0 0,-1 0 0 0 0,1 1 0 0 0,0-1 0 0 0,0 1 1 0 0,0-1-1 0 0,0 1 0 0 0,-2 3 0 0 0,-19 42 513 0 0,9 6-28 0 0,3 0-1 0 0,-8 101 0 0 0,12 110 209 0 0,6-256-718 0 0,0 8-148 0 0,0 1 0 0 0,0-1 0 0 0,-2 0 0 0 0,0 0 0 0 0,-1 0-1 0 0,-10 30 1 0 0,13-45 19 0 0,0 0-1 0 0,0-1 0 0 0,-1 1 1 0 0,1 0-1 0 0,0-1 0 0 0,-1 1 1 0 0,1-1-1 0 0,-1 1 1 0 0,1-1-1 0 0,0 1 0 0 0,-1-1 1 0 0,1 1-1 0 0,-1-1 0 0 0,1 1 1 0 0,-1-1-1 0 0,0 0 0 0 0,1 1 1 0 0,-1-1-1 0 0,1 0 1 0 0,-1 0-1 0 0,0 1 0 0 0,1-1 1 0 0,-1 0-1 0 0,1 0 0 0 0,-1 0 1 0 0,0 0-1 0 0,1 0 0 0 0,-1 0 1 0 0,0 0-1 0 0,1 0 1 0 0,-1 0-1 0 0,0 0 0 0 0,1 0 1 0 0,-1 0-1 0 0,0 0 0 0 0,-1-1 1 0 0,0 0-92 0 0,0-1 0 0 0,0 1 0 0 0,0-1 0 0 0,0 0 0 0 0,0 0 0 0 0,0 0 0 0 0,0 0 0 0 0,1 0 0 0 0,-4-5 0 0 0,1 0-78 0 0,-1-1-1 0 0,2 0 0 0 0,-1 0 1 0 0,1 0-1 0 0,-4-13 0 0 0,7 16 266 0 0,0-1-1 0 0,0 1 1 0 0,1-1-1 0 0,0 1 1 0 0,0-1-1 0 0,0 1 1 0 0,0 0-1 0 0,1 0 1 0 0,0 0-1 0 0,0 0 0 0 0,0 0 1 0 0,1 0-1 0 0,0 0 1 0 0,0 0-1 0 0,0 1 1 0 0,7-8-1 0 0,8-7 96 0 0,0 1 0 0 0,30-22-1 0 0,-13 11 119 0 0,2-6 262 0 0,-2-1 1 0 0,-1-1 0 0 0,-2-2 0 0 0,-1-2 0 0 0,-2 0 0 0 0,-2-2 0 0 0,-2-1 0 0 0,30-74 0 0 0,-38 77 882 0 0,-16 40-961 0 0,-5 5-308 0 0,1-1-1 0 0,0 1 1 0 0,1 0-1 0 0,-1 0 0 0 0,1 0 1 0 0,-1 0-1 0 0,1 0 1 0 0,-3 9-1 0 0,3-8 16 0 0,-6 12 69 0 0,1 2-1 0 0,0-1 1 0 0,2 1-1 0 0,0 0 0 0 0,1 0 1 0 0,-2 30-1 0 0,3-1 177 0 0,7 70-1 0 0,-3-112-302 0 0,0-1-1 0 0,0 1 0 0 0,0 0 1 0 0,1-1-1 0 0,0 1 1 0 0,0-1-1 0 0,1 0 0 0 0,-1 0 1 0 0,1 1-1 0 0,0-2 1 0 0,7 9-1 0 0,-9-12-23 0 0,0-1 0 0 0,0 1 0 0 0,1-1-1 0 0,-1 1 1 0 0,0-1 0 0 0,1 0 0 0 0,-1 1 0 0 0,0-1 0 0 0,1 0 0 0 0,-1 0 0 0 0,0 0 0 0 0,1 0-1 0 0,-1 0 1 0 0,0 0 0 0 0,1-1 0 0 0,-1 1 0 0 0,0 0 0 0 0,1-1 0 0 0,-1 1 0 0 0,0-1-1 0 0,1 1 1 0 0,-1-1 0 0 0,0 0 0 0 0,0 1 0 0 0,0-1 0 0 0,0 0 0 0 0,0 0 0 0 0,0 0 0 0 0,0 0-1 0 0,0 0 1 0 0,1-1 0 0 0,29-32 10 0 0,-16 11 5 0 0,15-17-11 0 0,-29 40-18 0 0,0 3-6 0 0,-1 0 16 0 0,1 0-1 0 0,0 0 1 0 0,0 1-1 0 0,0-1 1 0 0,1 0-1 0 0,-1 0 1 0 0,1-1-1 0 0,-1 1 1 0 0,1 0-1 0 0,0 0 1 0 0,0-1-1 0 0,0 1 1 0 0,0-1-1 0 0,1 0 1 0 0,-1 1-1 0 0,1-1 1 0 0,4 3-1 0 0,-3-2-6 0 0,0 0-1 0 0,0-1 0 0 0,1 1 0 0 0,-1-1 1 0 0,1 0-1 0 0,0 0 0 0 0,0 0 0 0 0,0-1 1 0 0,-1 0-1 0 0,1 0 0 0 0,7 1 1 0 0,-11-2 24 0 0,0 0 0 0 0,0 0 1 0 0,0 0-1 0 0,0-1 0 0 0,-1 1 1 0 0,1 0-1 0 0,0 0 1 0 0,0-1-1 0 0,0 1 0 0 0,0-1 1 0 0,-1 1-1 0 0,1-1 0 0 0,0 1 1 0 0,-1-1-1 0 0,1 1 1 0 0,0-1-1 0 0,-1 0 0 0 0,1 1 1 0 0,0-1-1 0 0,-1 0 0 0 0,1 1 1 0 0,-1-1-1 0 0,1 0 1 0 0,-1 0-1 0 0,0 0 0 0 0,1 1 1 0 0,-1-1-1 0 0,0 0 0 0 0,0 0 1 0 0,1 0-1 0 0,-1 0 0 0 0,0 0 1 0 0,0 1-1 0 0,0-1 1 0 0,0 0-1 0 0,0 0 0 0 0,0 0 1 0 0,0 0-1 0 0,-1 0 0 0 0,1 0 1 0 0,0 0-1 0 0,0 1 1 0 0,-1-1-1 0 0,1 0 0 0 0,-1-1 1 0 0,-11-23-2416 0 0,1 19-5440 0 0</inkml:trace>
</inkml:ink>
</file>

<file path=ppt/ink/ink1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20:09.7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42 712 0 0,'0'0'3885'0'0,"-3"47"-484"0"0,2-5-1113 0 0,1-41-2195 0 0,22-8 290 0 0,-19 5-370 0 0,0 0 0 0 0,0 0 0 0 0,1 1 0 0 0,-1-1 1 0 0,1 1-1 0 0,-1 0 0 0 0,1 0 0 0 0,-1 0 0 0 0,1 0 0 0 0,0 1 1 0 0,-1 0-1 0 0,1 0 0 0 0,0 0 0 0 0,-1 0 0 0 0,1 0 0 0 0,0 1 1 0 0,-1-1-1 0 0,1 1 0 0 0,-1 0 0 0 0,1 0 0 0 0,-1 0 0 0 0,5 3 1 0 0,-2-2-10 0 0,0 0 1 0 0,0 0 0 0 0,0 0 0 0 0,1-1-1 0 0,-1 0 1 0 0,0 0 0 0 0,0-1 0 0 0,1 0 0 0 0,7 0-1 0 0,-14-1 8 0 0,1 1 0 0 0,0-1 0 0 0,-1 1 0 0 0,1-1 1 0 0,0 1-1 0 0,-1-1 0 0 0,1 1 0 0 0,-1-1 0 0 0,1 1 0 0 0,-1-1 0 0 0,1 0 0 0 0,-1 1 0 0 0,1-1 0 0 0,-1 0 0 0 0,0 1 0 0 0,1-1 0 0 0,-1 0 0 0 0,0 0 0 0 0,1 1 0 0 0,-1-1 0 0 0,0 0 0 0 0,0 0 0 0 0,0 0 0 0 0,0 1 0 0 0,0-1 0 0 0,0 0 0 0 0,0 0 0 0 0,0-1 0 0 0,-2-29 470 0 0,2 22-279 0 0,-20-59 79 0 0,20 67-630 0 0</inkml:trace>
</inkml:ink>
</file>

<file path=ppt/ink/ink1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20:10.2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1 102 752 0 0,'33'-26'4096'0'0,"-29"22"-3690"0"0,-1 1 0 0 0,0-1-1 0 0,0 0 1 0 0,0 0-1 0 0,0 0 1 0 0,0 0 0 0 0,-1 0-1 0 0,0-1 1 0 0,0 1 0 0 0,0-1-1 0 0,0 0 1 0 0,-1 1-1 0 0,2-10 1 0 0,-3 13 252 0 0,0 0-632 0 0,0 1 1 0 0,0 0-1 0 0,0 0 1 0 0,0-1-1 0 0,0 1 1 0 0,0 0-1 0 0,0 0 1 0 0,0-1-1 0 0,0 1 0 0 0,0 0 1 0 0,-1 0-1 0 0,1 0 1 0 0,0-1-1 0 0,0 1 1 0 0,0 0-1 0 0,0 0 1 0 0,0 0-1 0 0,0-1 1 0 0,-1 1-1 0 0,1 0 0 0 0,0 0 1 0 0,0 0-1 0 0,0 0 1 0 0,0 0-1 0 0,-1-1 1 0 0,1 1-1 0 0,0 0 1 0 0,0 0-1 0 0,0 0 0 0 0,-1 0 1 0 0,1 0-1 0 0,0 0 1 0 0,0 0-1 0 0,-1 0 1 0 0,1 0-1 0 0,0 0 1 0 0,0 0-1 0 0,-1 0 0 0 0,1 0 1 0 0,0 0-1 0 0,0 0 1 0 0,0 0-1 0 0,-1 0 1 0 0,1 0-1 0 0,-5 4 55 0 0,0 0-1 0 0,0 0 1 0 0,0 1-1 0 0,1 0 1 0 0,0 0-1 0 0,0 0 1 0 0,0 0-1 0 0,1 0 1 0 0,-1 1-1 0 0,1 0 1 0 0,1-1-1 0 0,-1 1 1 0 0,-3 13-1 0 0,5-15-53 0 0,0 0 0 0 0,0 0-1 0 0,0 0 1 0 0,1 0 0 0 0,0 0 0 0 0,-1 0 0 0 0,1 0-1 0 0,1 0 1 0 0,-1 0 0 0 0,2 8 0 0 0,-1-10-22 0 0,-1 0 0 0 0,1 0 0 0 0,0 0 0 0 0,0-1 0 0 0,0 1 0 0 0,0 0 0 0 0,0-1 0 0 0,0 1 0 0 0,0-1 0 0 0,1 1 1 0 0,-1-1-1 0 0,1 0 0 0 0,-1 1 0 0 0,1-1 0 0 0,-1 0 0 0 0,1 0 0 0 0,0 0 0 0 0,-1 0 0 0 0,1 0 0 0 0,0-1 0 0 0,0 1 0 0 0,0 0 1 0 0,3 0-1 0 0,-2-1-21 0 0,0 0 0 0 0,0 0 0 0 0,0 0 0 0 0,0 0 0 0 0,0-1 0 0 0,0 1 0 0 0,0-1 0 0 0,0 0 1 0 0,0 0-1 0 0,0 0 0 0 0,0 0 0 0 0,0 0 0 0 0,4-3 0 0 0,38-26-290 0 0,-30 19 181 0 0,-5 4 71 0 0,-9 6 44 0 0,0-1 0 0 0,1 1 0 0 0,-1 0-1 0 0,1 0 1 0 0,-1-1 0 0 0,1 1-1 0 0,-1 0 1 0 0,1 0 0 0 0,0 1 0 0 0,-1-1-1 0 0,1 0 1 0 0,0 0 0 0 0,0 1 0 0 0,0-1-1 0 0,0 1 1 0 0,-1 0 0 0 0,1 0 0 0 0,0-1-1 0 0,0 1 1 0 0,0 0 0 0 0,0 0 0 0 0,0 1-1 0 0,0-1 1 0 0,0 0 0 0 0,0 1 0 0 0,-1-1-1 0 0,1 1 1 0 0,0 0 0 0 0,0-1 0 0 0,-1 1-1 0 0,1 0 1 0 0,0 0 0 0 0,1 1 0 0 0,25 14-1541 0 0,-8-10-4697 0 0,-13-4 3400 0 0</inkml:trace>
</inkml:ink>
</file>

<file path=ppt/ink/ink1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0-16T13:20:42.0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177 10 832,'3'-2'370,"-1"1"-1,0 0 1,0 0 0,1 0-1,-1 0 1,0 1-1,1-1 1,-1 1 0,1-1-1,-1 1 1,1 0-1,-1 0 1,5 0 0,-5 2-201,0-1 0,0 0 0,0 0 0,0 1 0,0-1 0,0 1 0,0 0 0,-1-1 0,1 1 0,-1 0-1,1 0 1,-1 0 0,0 0 0,2 5 0,4 4 75,-1 1-1,0 1 0,-1-1 1,-1 1-1,0 0 0,0 0 1,-2 0-1,1 0 0,-2 1 0,0-1 1,-1 15-1,-1-8-79,-1-1 0,-1 0 0,-1 1 0,-1-1 0,0-1 0,-17 36 0,7-22-599,-2-1 0,-1-1 1,-25 32-1,9-20-2436,-45 44 1,43-52-15</inkml:trace>
</inkml:ink>
</file>

<file path=ppt/ink/ink1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20:42.8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160 1 336 0 0,'-12'4'351'0'0,"0"0"0"0"0,1 1-1 0 0,-1 1 1 0 0,1 0 0 0 0,1 0-1 0 0,-1 1 1 0 0,1 0 0 0 0,0 1 0 0 0,1 0-1 0 0,-11 12 1 0 0,16-16-252 0 0,1 0 1 0 0,0 0-1 0 0,0 0 1 0 0,1 0-1 0 0,-1 1 0 0 0,1-1 1 0 0,0 1-1 0 0,0-1 0 0 0,0 1 1 0 0,1 0-1 0 0,-1-1 0 0 0,1 1 1 0 0,1 0-1 0 0,-1 0 0 0 0,1 0 1 0 0,-1 0-1 0 0,1 0 0 0 0,1 0 1 0 0,-1 0-1 0 0,1 0 1 0 0,0 0-1 0 0,0 0 0 0 0,0-1 1 0 0,1 1-1 0 0,-1 0 0 0 0,1-1 1 0 0,0 1-1 0 0,4 5 0 0 0,5 6-16 0 0,1-1-1 0 0,0 0 1 0 0,0-1-1 0 0,2-1 1 0 0,-1 0-1 0 0,2-1 0 0 0,0 0 1 0 0,0-1-1 0 0,1-1 1 0 0,17 9-1 0 0,-1-3-970 0 0,0-1-1 0 0,1-1 0 0 0,1-2 1 0 0,48 10-1 0 0,-24-9-1102 0 0</inkml:trace>
</inkml:ink>
</file>

<file path=ppt/ink/ink1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20:43.7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327 0 636 0 0,'-8'68'6007'0'0,"-44"113"-3024"0"0,37-141-2974 0 0,-2-2 0 0 0,-2 0 0 0 0,-1-1-1 0 0,-32 43 1 0 0,-53 55-5019 0 0,67-92 2386 0 0</inkml:trace>
</inkml:ink>
</file>

<file path=ppt/ink/ink1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20:44.2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79 1 932 0 0,'-15'34'897'0'0,"1"1"0"0"0,2 1 0 0 0,2 1 0 0 0,1-1 1 0 0,-7 57-1 0 0,15-70-666 0 0,0 0 0 0 0,1 0 0 0 0,1 0 0 0 0,1 0 0 0 0,1 0 0 0 0,1 0 0 0 0,2 0 0 0 0,0-1 0 0 0,1 0 0 0 0,12 25 0 0 0,-5-18-168 0 0,1-1-1 0 0,1 0 1 0 0,2-2 0 0 0,1 0-1 0 0,1-1 1 0 0,28 28-1 0 0,-26-32-1361 0 0,2-1 0 0 0,0-1 0 0 0,45 28 0 0 0,-30-26-1007 0 0</inkml:trace>
</inkml:ink>
</file>

<file path=ppt/ink/ink1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15:28.0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199 37 740 0 0,'0'0'76'0'0,"0"-1"0"0"0,0 1 0 0 0,-1 0 0 0 0,1-1-1 0 0,0 1 1 0 0,0-1 0 0 0,-1 1 0 0 0,1 0 0 0 0,0 0 0 0 0,-1-1 0 0 0,1 1-1 0 0,0 0 1 0 0,-1-1 0 0 0,1 1 0 0 0,0 0 0 0 0,-1 0 0 0 0,1 0 0 0 0,-1-1 0 0 0,1 1-1 0 0,0 0 1 0 0,-1 0 0 0 0,1 0 0 0 0,-1 0 0 0 0,1 0 0 0 0,-1 0 0 0 0,1 0 0 0 0,0 0-1 0 0,-1 0 1 0 0,1 0 0 0 0,-1 0 0 0 0,1 0 0 0 0,-1 0 0 0 0,1 0 0 0 0,0 0-1 0 0,-1 0 1 0 0,1 1 0 0 0,-1-1 0 0 0,1 0 0 0 0,-1 1 0 0 0,-18 17 986 0 0,-8 29-328 0 0,7-1-126 0 0,3 2 0 0 0,1 0 0 0 0,-15 91 0 0 0,27-112-425 0 0,-8 28 1039 0 0,12-54-704 0 0,-17-49-37 0 0,0-193 66 0 0,14 149-467 0 0,3 88-75 0 0,-1-1 0 0 0,1 1-1 0 0,1-1 1 0 0,-1 1 0 0 0,1-1 0 0 0,-1 1-1 0 0,1-1 1 0 0,0 1 0 0 0,1 0-1 0 0,-1-1 1 0 0,1 1 0 0 0,0 0 0 0 0,0 0-1 0 0,4-5 1 0 0,-5 8-3 0 0,-1 0-1 0 0,1 0 1 0 0,0 0-1 0 0,0 0 1 0 0,1 1-1 0 0,-1-1 1 0 0,0 0-1 0 0,0 0 1 0 0,0 1-1 0 0,0-1 1 0 0,0 1-1 0 0,1-1 1 0 0,-1 1-1 0 0,0 0 1 0 0,1 0-1 0 0,-1-1 1 0 0,0 1-1 0 0,0 0 1 0 0,1 0-1 0 0,0 0 1 0 0,2 1 0 0 0,-1 0 0 0 0,0-1 0 0 0,-1 1 1 0 0,1 0-1 0 0,0 1 0 0 0,0-1 0 0 0,0 0 0 0 0,-1 1 0 0 0,1 0 1 0 0,0 0-1 0 0,3 3 0 0 0,23 23 4 0 0,-1 1 1 0 0,-1 2-1 0 0,36 55 0 0 0,32 36 14 0 0,-71-95-12 0 0,-9-8-2 0 0,0-1-1 0 0,2-1 0 0 0,0-1 1 0 0,1 0-1 0 0,1-2 0 0 0,21 14 1 0 0,-39-27-5 0 0,0-1-1 0 0,0 0 1 0 0,0 0 0 0 0,0 1 0 0 0,0-1 0 0 0,0 0 0 0 0,0 0 0 0 0,1 0-1 0 0,-1 0 1 0 0,0-1 0 0 0,0 1 0 0 0,0 0 0 0 0,0 0 0 0 0,0-1 0 0 0,0 1 0 0 0,0 0-1 0 0,0-1 1 0 0,0 1 0 0 0,0-1 0 0 0,0 1 0 0 0,0-1 0 0 0,0 0 0 0 0,0 1-1 0 0,-1-1 1 0 0,1 0 0 0 0,0 0 0 0 0,0 0 0 0 0,-1 0 0 0 0,1 1 0 0 0,0-1-1 0 0,-1 0 1 0 0,1 0 0 0 0,-1 0 0 0 0,1 0 0 0 0,-1 0 0 0 0,0 0 0 0 0,1 0 0 0 0,-1-1-1 0 0,0 1 1 0 0,0 0 0 0 0,0-2 0 0 0,11-48 4 0 0,-11 50-4 0 0,8-278-45 0 0,-8 198 32 0 0,3 62-254 0 0,3 23-759 0 0,10 30-3089 0 0,-12-24 1954 0 0,0-1 89 0 0</inkml:trace>
</inkml:ink>
</file>

<file path=ppt/ink/ink1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15:28.4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0 148 64 0 0,'10'40'3188'0'0,"25"98"98"0"0,9 45-772 0 0,-44-183-2491 0 0,0 0-1 0 0,0 0 0 0 0,0 1 1 0 0,1-1-1 0 0,-1 0 0 0 0,0 0 1 0 0,0 0-1 0 0,0 0 0 0 0,0 0 1 0 0,0 1-1 0 0,0-1 0 0 0,0 0 1 0 0,0 0-1 0 0,0 0 0 0 0,0 0 1 0 0,0 1-1 0 0,0-1 0 0 0,0 0 1 0 0,0 0-1 0 0,0 0 0 0 0,0 0 1 0 0,0 1-1 0 0,0-1 1 0 0,0 0-1 0 0,0 0 0 0 0,0 0 1 0 0,0 0-1 0 0,0 0 0 0 0,0 1 1 0 0,0-1-1 0 0,0 0 0 0 0,0 0 1 0 0,0 0-1 0 0,-1 0 0 0 0,1 0 1 0 0,0 1-1 0 0,0-1 0 0 0,0 0 1 0 0,0 0-1 0 0,0 0 0 0 0,0 0 1 0 0,-1 0-1 0 0,1 0 0 0 0,0 0 1 0 0,0 0-1 0 0,0 0 1 0 0,0 1-1 0 0,0-1 0 0 0,-1 0 1 0 0,1 0-1 0 0,0 0 0 0 0,0 0 1 0 0,0 0-1 0 0,0 0 0 0 0,-1 0 1 0 0,1 0-1 0 0,0 0 0 0 0,0 0 1 0 0,0 0-1 0 0,0 0 0 0 0,-1 0 1 0 0,1-1-1 0 0,-13-9 333 0 0,-13-26-170 0 0,17 11-108 0 0,0-2 0 0 0,2 1 0 0 0,1-1 1 0 0,1 0-1 0 0,1-1 0 0 0,0-38 1 0 0,4 55-69 0 0,1 0 1 0 0,0 0-1 0 0,0 0 1 0 0,1 0 0 0 0,0 0-1 0 0,1 0 1 0 0,0 1-1 0 0,1-1 1 0 0,0 1 0 0 0,1 0-1 0 0,0 0 1 0 0,0 1-1 0 0,1-1 1 0 0,0 1 0 0 0,1 0-1 0 0,0 1 1 0 0,1 0-1 0 0,15-14 1 0 0,-16 17-7 0 0,0 0 0 0 0,1 1 0 0 0,0 0 0 0 0,-1 0 0 0 0,1 1 0 0 0,1 0 0 0 0,-1 0 0 0 0,0 1 0 0 0,1 0 0 0 0,16-1 0 0 0,-21 2 0 0 0,1 1-1 0 0,0 0 0 0 0,0 0 0 0 0,-1 0 0 0 0,1 1 0 0 0,0-1 0 0 0,-1 1 0 0 0,1 0 0 0 0,0 0 0 0 0,-1 1 0 0 0,1-1 0 0 0,-1 1 0 0 0,0 0 0 0 0,1 1 0 0 0,-1-1 0 0 0,0 1 0 0 0,-1-1 1 0 0,1 1-1 0 0,0 0 0 0 0,-1 0 0 0 0,4 5 0 0 0,-6-7-2 0 0,0 1 0 0 0,-1 0 0 0 0,1-1 0 0 0,-1 1 1 0 0,0 0-1 0 0,1 0 0 0 0,-1-1 0 0 0,0 1 0 0 0,0 0 0 0 0,0 0 1 0 0,0-1-1 0 0,0 1 0 0 0,-1 0 0 0 0,1-1 0 0 0,0 1 0 0 0,-1 0 0 0 0,1 0 1 0 0,-1-1-1 0 0,0 1 0 0 0,1-1 0 0 0,-1 1 0 0 0,0-1 0 0 0,0 1 1 0 0,0-1-1 0 0,0 1 0 0 0,0-1 0 0 0,-1 0 0 0 0,1 0 0 0 0,-3 3 1 0 0,-40 32-150 0 0,5-10-329 0 0,-12 8-1497 0 0,17-14-2697 0 0,18-13 2119 0 0</inkml:trace>
</inkml:ink>
</file>

<file path=ppt/ink/ink1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15:32.6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773 25 224 0 0,'-4'-24'5058'0'0,"-13"35"-2884"0"0,-2 5-2431 0 0,-36 32 765 0 0,2 3 0 0 0,-50 62 0 0 0,42-45-119 0 0,-32 34 594 0 0,5 5 0 0 0,-128 199 0 0 0,175-220-363 0 0,33-78 512 0 0,-2-4-3799 0 0,10-4 2553 0 0,-1 0-1 0 0,1 0 0 0 0,0 0 1 0 0,0-1-1 0 0,-1 1 1 0 0,1 0-1 0 0,0 0 0 0 0,0 0 1 0 0,0-1-1 0 0,-1 1 0 0 0,1 0 1 0 0,0 0-1 0 0,0 0 0 0 0,0-1 1 0 0,-1 1-1 0 0,1 0 0 0 0,0 0 1 0 0,0-1-1 0 0,0 1 1 0 0,0 0-1 0 0,0-1 0 0 0,0 1 1 0 0,0 0-1 0 0,0 0 0 0 0,0-1 1 0 0,0 1-1 0 0,0 0 0 0 0,0-1 1 0 0,0 1-1 0 0,0 0 0 0 0,0 0 1 0 0,0-1-1 0 0,0 1 1 0 0,0 0-1 0 0,0-1 0 0 0,0 1 1 0 0,0 0-1 0 0,0 0 0 0 0,1-1 1 0 0,-1 1-1 0 0,0 0 0 0 0,0 0 1 0 0,0-1-1 0 0,0 1 0 0 0,1 0 1 0 0,-1 0-1 0 0,0 0 1 0 0,0-1-1 0 0,0 1 0 0 0,1 0 1 0 0,-1 0-1 0 0,0 0 0 0 0,0 0 1 0 0,1 0-1 0 0,-1-1 0 0 0,1 1 1 0 0,5-7-2482 0 0</inkml:trace>
</inkml:ink>
</file>

<file path=ppt/ink/ink1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15:33.4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 94 112 0 0,'0'0'565'0'0,"3"-30"2002"0"0,-8 16-1610 0 0,-11-20 887 0 0,15 33-1672 0 0,-3-14 1853 0 0,148 208-714 0 0,-61-60-785 0 0,-44-68-327 0 0,2-1 0 0 0,4-2 0 0 0,57 63 1 0 0,12 12 111 0 0,-6-6 494 0 0,-73-99-255 0 0,-34-31-511 0 0,2 1 461 0 0</inkml:trace>
</inkml:ink>
</file>

<file path=ppt/ink/ink1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15:34.2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32 0 0,'0'0'193'0'0,"47"1"1060"0"0,-46 0-1205 0 0,0-1-24 0 0,1 1 1 0 0,-1-1-1 0 0,0 0 0 0 0,0 1 1 0 0,0-1-1 0 0,0 1 0 0 0,0-1 1 0 0,0 1-1 0 0,0-1 0 0 0,0 1 0 0 0,0 0 1 0 0,0 0-1 0 0,0-1 0 0 0,0 1 1 0 0,0 0-1 0 0,1 2 0 0 0,10 6-1466 0 0</inkml:trace>
</inkml:ink>
</file>

<file path=ppt/ink/ink1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15:35.3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45 152 0 0,'2'0'5564'0'0,"15"0"-5631"0"0,12 0 142 0 0,0-1 1 0 0,35-5-1 0 0,29-2-35 0 0,228 10 7 0 0,-112-17 17 0 0,-2 0-36 0 0,-140 14-19 0 0,79 3 52 0 0,-30 0-87 0 0,31 2 41 0 0,-93-2 7 0 0,-40-3-27 0 0,0 1 0 0 0,0 0 0 0 0,0 1 0 0 0,25 6 0 0 0,-35-5 7 0 0,0-1 0 0 0,0 0 0 0 0,1 0 0 0 0,-1-1 0 0 0,0 1 0 0 0,0-1 0 0 0,0 0 0 0 0,1 0 0 0 0,-1 0 0 0 0,0 0 0 0 0,0-1 0 0 0,0 0 0 0 0,1 0 0 0 0,4-2 0 0 0,-7 3 3 0 0,-2 0 5 0 0,0 0 0 0 0,0 0-1 0 0,0 1 1 0 0,0-1 0 0 0,0 0-1 0 0,0 0 1 0 0,0 0 0 0 0,0 0-1 0 0,0 0 1 0 0,0 1 0 0 0,1-1-1 0 0,-1 0 1 0 0,0 0 0 0 0,0 0-1 0 0,0 0 1 0 0,0 0 0 0 0,0 1-1 0 0,0-1 1 0 0,0 0 0 0 0,1 0-1 0 0,-1 0 1 0 0,0 0 0 0 0,0 0-1 0 0,0 0 1 0 0,0 0 0 0 0,0 0-1 0 0,1 1 1 0 0,-1-1 0 0 0,0 0-1 0 0,0 0 1 0 0,0 0 0 0 0,0 0-1 0 0,1 0 1 0 0,-1 0 0 0 0,0 0-1 0 0,0 0 1 0 0,0 0 0 0 0,0 0-1 0 0,1 0 1 0 0,-1 0 0 0 0,0 0-1 0 0,0 0 1 0 0,0 0 0 0 0,0-1-1 0 0,1 1 1 0 0,-1 0 0 0 0,0 0-1 0 0,0 0 1 0 0,0 0 0 0 0,0 0-1 0 0,0 0 1 0 0,1 0 0 0 0,-1 0-1 0 0,0-1 1 0 0,0 1 0 0 0,0 0-1 0 0,0 0 1 0 0,0 0 0 0 0,0 0-1 0 0,0 0 1 0 0,0 0 0 0 0,1-1-1 0 0,-2 1-2 0 0,1 0-1 0 0,0 0 1 0 0,0 0 0 0 0,0 0-1 0 0,0 0 1 0 0,0 0-1 0 0,-1 0 1 0 0,1 0 0 0 0,0 0-1 0 0,0 0 1 0 0,0 0-1 0 0,0 0 1 0 0,0 0-1 0 0,-1 0 1 0 0,1 0 0 0 0,0 0-1 0 0,0 0 1 0 0,0 0-1 0 0,0-1 1 0 0,0 1 0 0 0,0 0-1 0 0,0 0 1 0 0,-1 0-1 0 0,1 0 1 0 0,0 0 0 0 0,0 0-1 0 0,0 0 1 0 0,0 0-1 0 0,0-1 1 0 0,0 1 0 0 0,0 0-1 0 0,0 0 1 0 0,0 0-1 0 0,0 0 1 0 0,0 0-1 0 0,0-1 1 0 0,0 1 0 0 0,0 0-1 0 0,0 0 1 0 0,0 0-1 0 0,0 0 1 0 0,0 0 0 0 0,0-1-1 0 0,0 1 1 0 0,0 0-1 0 0,0 0 1 0 0,0 0 0 0 0,0 0-1 0 0,0 0 1 0 0,0-1-1 0 0,0 1 1 0 0,0 0 0 0 0,0 0-1 0 0,0 0 1 0 0,0 0-1 0 0,0 0 1 0 0,1 0 0 0 0,-1 0-1 0 0,0-1 1 0 0,0 1-1 0 0,0 0 1 0 0,0 0-1 0 0,0 0 1 0 0,0 0 0 0 0,-5 0-365 0 0,-10 1-2825 0 0</inkml:trace>
</inkml:ink>
</file>

<file path=ppt/ink/ink1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19:22.6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 84 216 0 0,'-32'-83'7165'0'0,"32"128"-5918"0"0,-1-22-938 0 0,33 277 1275 0 0,-19-208-1316 0 0,-10-29-99 0 0,-4-48-285 0 0,2-1 1 0 0,0 1-1 0 0,0-1 0 0 0,2 0 0 0 0,4 19 1 0 0,-7-27-392 0 0,-7-20-7690 0 0</inkml:trace>
</inkml:ink>
</file>

<file path=ppt/ink/ink1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19:23.4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1 442 192 0 0,'111'-16'926'0'0,"-1"-6"0"0"0,185-61 0 0 0,-245 68-797 0 0,69-23 179 0 0,-105 32-242 0 0,0 0 0 0 0,-1-1-1 0 0,0 0 1 0 0,0-1 0 0 0,0 0-1 0 0,10-10 1 0 0,-20 16-28 0 0,-1 0-1 0 0,0 0 1 0 0,1-1-1 0 0,-1 1 1 0 0,0 0-1 0 0,-1-1 1 0 0,1 1 0 0 0,0-1-1 0 0,-1 1 1 0 0,1-1-1 0 0,-1 0 1 0 0,0 0-1 0 0,0 0 1 0 0,0 0 0 0 0,0 0-1 0 0,0 0 1 0 0,-1 0-1 0 0,1 0 1 0 0,-1 0-1 0 0,0 0 1 0 0,0-5-1 0 0,-2 3 40 0 0,1 0 0 0 0,0 1 0 0 0,-1-1 0 0 0,0 1 0 0 0,0 0 0 0 0,-1-1 0 0 0,1 1 0 0 0,-1 0 0 0 0,0 1 0 0 0,0-1 0 0 0,0 0 0 0 0,-6-4 0 0 0,-7-6 362 0 0,0 2 0 0 0,-1 0 0 0 0,0 0 0 0 0,-1 2 0 0 0,-25-11 0 0 0,42 20-409 0 0,0 1 1 0 0,0-1-1 0 0,0 1 0 0 0,0 0 0 0 0,0-1 0 0 0,0 1 1 0 0,0 0-1 0 0,0 0 0 0 0,0 0 0 0 0,0-1 0 0 0,0 1 1 0 0,-1 0-1 0 0,1 0 0 0 0,0 1 0 0 0,0-1 1 0 0,0 0-1 0 0,0 0 0 0 0,0 0 0 0 0,0 1 0 0 0,0-1 1 0 0,0 1-1 0 0,0-1 0 0 0,0 1 0 0 0,0-1 1 0 0,0 1-1 0 0,0-1 0 0 0,-1 2 0 0 0,0 0 4 0 0,1 0-1 0 0,-1 1 1 0 0,0-1-1 0 0,1 0 0 0 0,0 1 1 0 0,-1-1-1 0 0,1 1 1 0 0,0 0-1 0 0,0-1 1 0 0,0 6-1 0 0,-2 5 35 0 0,1 0-1 0 0,1 0 0 0 0,1 22 1 0 0,11 98 521 0 0,37 176 1 0 0,-18-133-248 0 0,-16-118-255 0 0,-9-43-9 0 0,-1 0 0 0 0,-1 0 0 0 0,2 30 0 0 0,7-118-17 0 0,1 25-64 0 0,-12 47 2 0 0,0 0 1 0 0,0 0-1 0 0,0 1 0 0 0,0-1 0 0 0,0 1 0 0 0,0-1 0 0 0,0 0 0 0 0,0 1 0 0 0,0 0 0 0 0,0-1 0 0 0,0 1 0 0 0,0 0 0 0 0,0-1 0 0 0,0 1 0 0 0,0 0 0 0 0,0 0 0 0 0,1 0 0 0 0,-1 0 0 0 0,0 0 0 0 0,0 0 0 0 0,0 0 1 0 0,0 1-1 0 0,0-1 0 0 0,0 0 0 0 0,2 1 0 0 0,65 12-2 0 0,-39-6-18 0 0,0-2-1 0 0,1 0 0 0 0,0-2 1 0 0,0-2-1 0 0,-1 0 1 0 0,46-6-1 0 0,-72 4 18 0 0,0 0-1 0 0,0 0 1 0 0,0 0-1 0 0,0-1 0 0 0,0 1 1 0 0,-1-1-1 0 0,1 0 1 0 0,0 0-1 0 0,-1 0 1 0 0,0 0-1 0 0,1 0 0 0 0,-1 0 1 0 0,2-4-1 0 0,-3 5 6 0 0,0 1 1 0 0,0-1-1 0 0,0 0 0 0 0,-1 0 0 0 0,1 0 1 0 0,0 0-1 0 0,-1 0 0 0 0,1 0 1 0 0,-1 0-1 0 0,1-1 0 0 0,-1 1 0 0 0,1 0 1 0 0,-1 0-1 0 0,0 0 0 0 0,0 0 0 0 0,1-1 1 0 0,-1 1-1 0 0,0 0 0 0 0,0 0 0 0 0,0 0 1 0 0,0-1-1 0 0,-1 1 0 0 0,1 0 0 0 0,0 0 1 0 0,0 0-1 0 0,-1-1 0 0 0,1 1 1 0 0,-1 0-1 0 0,1 0 0 0 0,-1 0 0 0 0,1 0 1 0 0,-1 0-1 0 0,-1-2 0 0 0,-5-10 133 0 0,11 22-114 0 0,-3-5-120 0 0,1 0 0 0 0,0 0 0 0 0,0-1 0 0 0,0 1 0 0 0,0-1 0 0 0,1 1 0 0 0,0-1 0 0 0,-1 0 0 0 0,1 0 0 0 0,0 0 1 0 0,0 0-1 0 0,4 2 0 0 0,43 27-5308 0 0,-49-31 5101 0 0,21 10-2356 0 0</inkml:trace>
</inkml:ink>
</file>

<file path=ppt/ink/ink1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19:24.1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219 53 324 0 0,'-7'-8'733'0'0,"4"3"-185"0"0,-1 0 0 0 0,0 1-1 0 0,0-1 1 0 0,-1 1 0 0 0,1 0-1 0 0,-1 0 1 0 0,-8-5-1 0 0,10 8-447 0 0,0 0 0 0 0,0 0 0 0 0,0 1-1 0 0,0-1 1 0 0,0 1 0 0 0,1 0 0 0 0,-1-1 0 0 0,0 1-1 0 0,0 1 1 0 0,0-1 0 0 0,0 0 0 0 0,0 1-1 0 0,0-1 1 0 0,0 1 0 0 0,0 0 0 0 0,0 0-1 0 0,0 0 1 0 0,-4 3 0 0 0,-2 0 43 0 0,0 1 0 0 0,1-1 1 0 0,-1 2-1 0 0,1-1 0 0 0,1 1 0 0 0,-1 0 1 0 0,1 0-1 0 0,-9 11 0 0 0,12-13-97 0 0,1 0 0 0 0,1 0 0 0 0,-1 0 0 0 0,1 1 0 0 0,-1-1 0 0 0,1 1 0 0 0,0-1 0 0 0,1 1 0 0 0,-1 0 0 0 0,1 0 0 0 0,0-1-1 0 0,0 1 1 0 0,0 0 0 0 0,1 0 0 0 0,0 0 0 0 0,0 0 0 0 0,1 9 0 0 0,0-12-30 0 0,-1 1-1 0 0,1-1 1 0 0,0 0-1 0 0,0 0 1 0 0,0 0-1 0 0,1 0 1 0 0,-1 0-1 0 0,0 0 1 0 0,1 0-1 0 0,-1 0 0 0 0,1-1 1 0 0,-1 1-1 0 0,1 0 1 0 0,0-1-1 0 0,0 0 1 0 0,0 1-1 0 0,0-1 1 0 0,0 0-1 0 0,0 0 1 0 0,0 0-1 0 0,0 0 1 0 0,0 0-1 0 0,1-1 1 0 0,3 2-1 0 0,62 7 105 0 0,-53-8-73 0 0,-3 0-33 0 0,-1 0 0 0 0,-1 1 0 0 0,1 1 0 0 0,0-1 0 0 0,0 1 0 0 0,-1 1 1 0 0,1 0-1 0 0,-1 1 0 0 0,0 0 0 0 0,-1 0 0 0 0,1 1 0 0 0,-1 0 0 0 0,0 1 0 0 0,9 9 0 0 0,-12-9 1 0 0,0 0 0 0 0,0 0 0 0 0,-1 1 0 0 0,0-1 0 0 0,-1 1 0 0 0,0 0 0 0 0,0 1 0 0 0,0-1 0 0 0,-1 1 0 0 0,0 0 0 0 0,-1 0 0 0 0,0 0 0 0 0,-1 0 0 0 0,1 0 0 0 0,-2 0 0 0 0,1 0 0 0 0,-2 15 0 0 0,-1 3 31 0 0,-1 1 1 0 0,-2-1-1 0 0,0 1 1 0 0,-2-1-1 0 0,-1-1 0 0 0,-19 44 1 0 0,23-59-25 0 0,-2-1 0 0 0,1 1 0 0 0,-1-1 0 0 0,-1 0 0 0 0,0-1 0 0 0,0 1-1 0 0,-1-2 1 0 0,0 1 0 0 0,-1-1 0 0 0,1 0 0 0 0,-2 0 0 0 0,1-1 0 0 0,-1-1 0 0 0,0 0 0 0 0,0 0 0 0 0,-1-1 0 0 0,0 0 0 0 0,-15 5 0 0 0,24-9-17 0 0,-1-1 0 0 0,0 1-1 0 0,0 0 1 0 0,1-1 0 0 0,-1 0 0 0 0,0 1-1 0 0,0-1 1 0 0,0 0 0 0 0,1 0 0 0 0,-1-1 0 0 0,0 1-1 0 0,0-1 1 0 0,0 1 0 0 0,1-1 0 0 0,-1 0-1 0 0,0 0 1 0 0,1 0 0 0 0,-1 0 0 0 0,1 0-1 0 0,-1-1 1 0 0,1 1 0 0 0,0-1 0 0 0,0 0 0 0 0,-1 0-1 0 0,1 0 1 0 0,0 0 0 0 0,0 0 0 0 0,1 0-1 0 0,-1 0 1 0 0,0 0 0 0 0,1-1 0 0 0,0 1 0 0 0,-1-1-1 0 0,1 1 1 0 0,0-1 0 0 0,0 0 0 0 0,0 1-1 0 0,1-1 1 0 0,-2-3 0 0 0,1-4-4 0 0,-1 1 1 0 0,1 0-1 0 0,1-1 0 0 0,-1 1 1 0 0,2-1-1 0 0,-1 1 0 0 0,1-1 0 0 0,1 1 1 0 0,0 0-1 0 0,4-15 0 0 0,14-23-27 0 0,2 0 0 0 0,1 2-1 0 0,3 1 1 0 0,2 0 0 0 0,1 2 0 0 0,3 2-1 0 0,1 0 1 0 0,75-67 0 0 0,-104 102 36 0 0,1 1 0 0 0,0 0 0 0 0,0 1 0 0 0,0-1 0 0 0,0 1 0 0 0,1 0 0 0 0,0 0 0 0 0,-1 0 0 0 0,1 1 0 0 0,0 0 0 0 0,0 0 0 0 0,0 1 0 0 0,0 0 0 0 0,10-1 0 0 0,-12 2 9 0 0,-1 0-1 0 0,1 1 1 0 0,0-1-1 0 0,0 1 1 0 0,-1 0-1 0 0,1 1 1 0 0,0-1-1 0 0,-1 0 1 0 0,1 1 0 0 0,-1 0-1 0 0,0 0 1 0 0,0 0-1 0 0,1 0 1 0 0,-1 0-1 0 0,0 1 1 0 0,-1 0-1 0 0,1-1 1 0 0,0 1-1 0 0,-1 0 1 0 0,0 0 0 0 0,0 0-1 0 0,1 1 1 0 0,-2-1-1 0 0,3 6 1 0 0,1-2-21 0 0,-1 1 0 0 0,-1 1 1 0 0,0-1-1 0 0,0 0 1 0 0,0 1-1 0 0,-1-1 0 0 0,0 1 1 0 0,-1 0-1 0 0,0 0 0 0 0,0 0 1 0 0,-1 0-1 0 0,0 0 0 0 0,-1 0 1 0 0,0-1-1 0 0,0 1 1 0 0,-1 0-1 0 0,0 0 0 0 0,-1-1 1 0 0,0 1-1 0 0,0-1 0 0 0,-5 9 1 0 0,8-16-622 0 0,-5 6 367 0 0,-13-13-8587 0 0</inkml:trace>
</inkml:ink>
</file>

<file path=ppt/ink/ink1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19:24.5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73 648 0 0,'7'-68'5021'0'0,"-7"68"-4999"0"0,0 0-1 0 0,0 0 1 0 0,0-1-1 0 0,0 1 1 0 0,0 0-1 0 0,1 0 1 0 0,-1 0-1 0 0,0-1 1 0 0,0 1-1 0 0,0 0 1 0 0,0 0-1 0 0,0-1 1 0 0,0 1-1 0 0,1 0 1 0 0,-1 0-1 0 0,0 0 1 0 0,0 0-1 0 0,0-1 1 0 0,0 1-1 0 0,1 0 1 0 0,-1 0-1 0 0,0 0 1 0 0,0 0-1 0 0,0 0 1 0 0,1 0-1 0 0,-1 0 1 0 0,0-1-1 0 0,0 1 1 0 0,1 0-1 0 0,-1 0 1 0 0,0 0-1 0 0,0 0 1 0 0,1 0-1 0 0,-1 0 1 0 0,0 0-1 0 0,0 0 1 0 0,1 0-1 0 0,-1 0 1 0 0,0 0-1 0 0,0 0 1 0 0,1 0-1 0 0,-1 1 1 0 0,0-1-1 0 0,0 0 1 0 0,0 0-1 0 0,1 0 1 0 0,-1 0-1 0 0,17 20-728 0 0,-12 1-2553 0 0,-3-14 1722 0 0</inkml:trace>
</inkml:ink>
</file>

<file path=ppt/ink/ink1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19:24.8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60 572 0 0,'6'38'3794'0'0,"-5"-25"-1467"0"0,-4-26 333 0 0,3 8-2586 0 0,0 1 1 0 0,1 0-1 0 0,-1-1 1 0 0,1 1-1 0 0,-1 0 0 0 0,1 0 1 0 0,1-1-1 0 0,-1 1 1 0 0,0 0-1 0 0,1 0 1 0 0,0 0-1 0 0,0 1 0 0 0,0-1 1 0 0,1 0-1 0 0,4-5 1 0 0,-5 7-284 0 0,0-1 0 0 0,0 1 0 0 0,0 0 0 0 0,0 0 0 0 0,0 0 0 0 0,0 0 0 0 0,1 0-1 0 0,-1 1 1 0 0,1-1 0 0 0,-1 1 0 0 0,1 0 0 0 0,0-1 0 0 0,3 0 0 0 0,-4 2-593 0 0,8 3-2581 0 0</inkml:trace>
</inkml:ink>
</file>

<file path=ppt/ink/ink1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19:25.1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14 932 0 0,'1'-1'135'0'0,"-1"0"1"0"0,1 0-1 0 0,-1 1 0 0 0,0-1 0 0 0,1 0 1 0 0,0 0-1 0 0,-1 1 0 0 0,1-1 0 0 0,-1 0 1 0 0,1 1-1 0 0,0-1 0 0 0,0 0 0 0 0,-1 1 1 0 0,1-1-1 0 0,0 1 0 0 0,0-1 0 0 0,0 1 1 0 0,-1 0-1 0 0,1-1 0 0 0,0 1 0 0 0,0 0 1 0 0,0 0-1 0 0,0-1 0 0 0,0 1 0 0 0,0 0 1 0 0,0 0-1 0 0,0 0 0 0 0,0 0 0 0 0,-1 0 1 0 0,1 0-1 0 0,1 1 0 0 0,0 1 60 0 0,0 0 0 0 0,0 0 0 0 0,0 1 0 0 0,-1-1 0 0 0,1 1 0 0 0,-1-1 0 0 0,1 1 0 0 0,-1-1 0 0 0,2 6 0 0 0,8 27 381 0 0,-2 0 0 0 0,-1 0 0 0 0,-2 1 0 0 0,-1 0 0 0 0,0 51 0 0 0,10 68 525 0 0,-3-78-778 0 0,17 86 550 0 0,-25-148-1236 0 0,0 0 0 0 0,2-1 1 0 0,-1 1-1 0 0,2-1 0 0 0,0 0 1 0 0,1-1-1 0 0,0 1 1 0 0,12 14-1 0 0,9-1-4433 0 0,-10-19 2037 0 0</inkml:trace>
</inkml:ink>
</file>

<file path=ppt/ink/ink1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20:45.2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319 26 444 0 0,'2'-3'397'0'0,"1"1"0"0"0,-1 0 0 0 0,1-1 0 0 0,0 1 0 0 0,0 1 0 0 0,0-1 0 0 0,0 0 0 0 0,0 1 0 0 0,1-1 0 0 0,-1 1 0 0 0,0 0 0 0 0,1 0 0 0 0,-1 0 0 0 0,0 0 0 0 0,1 1 0 0 0,-1 0-1 0 0,1-1 1 0 0,0 1 0 0 0,5 1 0 0 0,-5 0-134 0 0,1 1 1 0 0,-1-1-1 0 0,0 1 0 0 0,0 0 0 0 0,0 0 0 0 0,0 0 0 0 0,0 1 0 0 0,0-1 0 0 0,-1 1 0 0 0,1 0 0 0 0,-1 0 0 0 0,0 0 0 0 0,4 6 0 0 0,1 1 0 0 0,0 1-1 0 0,-1 0 0 0 0,-1 0 0 0 0,0 0 1 0 0,0 1-1 0 0,-1 0 0 0 0,-1 1 0 0 0,0-1 0 0 0,4 22 1 0 0,-7-17-174 0 0,-1 0 1 0 0,-1 0 0 0 0,0-1 0 0 0,-1 1-1 0 0,0 0 1 0 0,-2-1 0 0 0,0 0 0 0 0,-1 0-1 0 0,0 0 1 0 0,-1 0 0 0 0,-1-1 0 0 0,-1 0-1 0 0,-12 19 1 0 0,-6 5-465 0 0,-1-1 1 0 0,-2-2-1 0 0,-53 53 1 0 0,-54 30-2549 0 0,41-48-2461 0 0,47-39 1928 0 0</inkml:trace>
</inkml:ink>
</file>

<file path=ppt/ink/ink1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20:45.7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174 1 216 0 0,'-16'16'375'0'0,"-1"1"-1"0"0,2 1 1 0 0,0 0 0 0 0,2 1-1 0 0,0 0 1 0 0,0 1 0 0 0,2 1 0 0 0,1 0-1 0 0,0 0 1 0 0,2 1 0 0 0,0 0-1 0 0,2 1 1 0 0,0 0 0 0 0,2-1-1 0 0,0 2 1 0 0,2-1 0 0 0,0 26-1 0 0,1-17-170 0 0,2-1 0 0 0,1 1 0 0 0,1 0 0 0 0,2 0 0 0 0,2-1 0 0 0,0 0 0 0 0,2-1 0 0 0,2 1 0 0 0,0-2 0 0 0,2 0 0 0 0,1 0 0 0 0,20 29 0 0 0,-10-25-110 0 0,2-1 1 0 0,0-1-1 0 0,3-1 0 0 0,0-1 0 0 0,66 47 1 0 0,-43-40-866 0 0,2-3 1 0 0,1-2-1 0 0,71 27 0 0 0,-46-31-1914 0 0,7-8 203 0 0</inkml:trace>
</inkml:ink>
</file>

<file path=ppt/ink/ink1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18:55.4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214 223 628 0 0,'-8'-25'2227'0'0,"8"25"-2196"0"0,0 0-1 0 0,0 0 0 0 0,0 0 1 0 0,0-1-1 0 0,0 1 1 0 0,0 0-1 0 0,0 0 0 0 0,0 0 1 0 0,0 0-1 0 0,0 0 1 0 0,0 0-1 0 0,0-1 0 0 0,-1 1 1 0 0,1 0-1 0 0,0 0 1 0 0,0 0-1 0 0,0 0 1 0 0,0 0-1 0 0,0 0 0 0 0,0 0 1 0 0,0 0-1 0 0,-1 0 1 0 0,1 0-1 0 0,0 0 0 0 0,0 0 1 0 0,0-1-1 0 0,0 1 1 0 0,0 0-1 0 0,0 0 1 0 0,-1 0-1 0 0,1 0 0 0 0,0 0 1 0 0,0 0-1 0 0,0 0 1 0 0,0 0-1 0 0,0 0 0 0 0,-1 0 1 0 0,1 1-1 0 0,0-1 1 0 0,0 0-1 0 0,0 0 0 0 0,0 0 1 0 0,0 0-1 0 0,0 0 1 0 0,-1 0-1 0 0,1 0 1 0 0,0 0-1 0 0,0 0 0 0 0,0 0 1 0 0,0 0-1 0 0,0 0 1 0 0,0 1-1 0 0,0-1 0 0 0,0 0 1 0 0,0 0-1 0 0,-1 0 1 0 0,1 0-1 0 0,0 0 0 0 0,0 0 1 0 0,0 0-1 0 0,0 1 1 0 0,0-1-1 0 0,-9 40 2368 0 0,3-10-2276 0 0,-50 269 2616 0 0,28-129-1414 0 0,25-152-1145 0 0,1-7 23 0 0,1-1 1 0 0,-2 0 0 0 0,1 0-1 0 0,-1 0 1 0 0,-5 11 0 0 0,7-21-178 0 0,1 1 1 0 0,-1-1 0 0 0,1 0-1 0 0,-1 0 1 0 0,1 1 0 0 0,-1-1-1 0 0,1 0 1 0 0,-1 0 0 0 0,1 0-1 0 0,-1 0 1 0 0,1 0 0 0 0,-1 0-1 0 0,1 0 1 0 0,-1 0 0 0 0,0 0-1 0 0,1 0 1 0 0,-1 0-1 0 0,1 0 1 0 0,-1 0 0 0 0,1 0-1 0 0,-1 0 1 0 0,1-1 0 0 0,-1 1-1 0 0,1 0 1 0 0,-1 0 0 0 0,1-1-1 0 0,-1 1 1 0 0,1 0 0 0 0,0-1-1 0 0,-1 1 1 0 0,1 0 0 0 0,-1-1-1 0 0,1 1 1 0 0,0-1-1 0 0,-1 1 1 0 0,1 0 0 0 0,0-1-1 0 0,-1 1 1 0 0,1-1 0 0 0,0 1-1 0 0,0-1 1 0 0,0 1 0 0 0,-1-2-1 0 0,-15-23 143 0 0,8 7-97 0 0,1 0 1 0 0,1-1-1 0 0,0 1 1 0 0,2-1-1 0 0,0-1 0 0 0,-2-29 1 0 0,4 4 23 0 0,6-76-1 0 0,0 83-63 0 0,1 1 0 0 0,1 0 1 0 0,3 0-1 0 0,15-43 0 0 0,-17 60-50 0 0,2 0 1 0 0,0 0-1 0 0,1 1 1 0 0,2 0-1 0 0,0 0 1 0 0,0 2 0 0 0,2-1-1 0 0,24-24 1 0 0,-33 38 5 0 0,-1 0 0 0 0,1 0 1 0 0,0 0-1 0 0,0 0 0 0 0,0 1 1 0 0,0 0-1 0 0,1 0 0 0 0,-1 1 1 0 0,1-1-1 0 0,0 1 0 0 0,-1 0 1 0 0,1 1-1 0 0,0-1 0 0 0,0 1 1 0 0,1 0-1 0 0,-1 1 0 0 0,0-1 1 0 0,0 1-1 0 0,0 1 0 0 0,0-1 1 0 0,0 1-1 0 0,0 0 0 0 0,0 0 1 0 0,0 1-1 0 0,0 0 0 0 0,0 0 1 0 0,0 0-1 0 0,-1 1 0 0 0,1-1 1 0 0,-1 1-1 0 0,0 1 0 0 0,0-1 1 0 0,0 1-1 0 0,0 0 0 0 0,-1 0 1 0 0,1 0-1 0 0,-1 1 0 0 0,0 0 1 0 0,0-1-1 0 0,-1 1 0 0 0,1 1 1 0 0,-1-1-1 0 0,0 0 0 0 0,-1 1 1 0 0,1 0-1 0 0,-1-1 0 0 0,0 1 1 0 0,1 8-1 0 0,-1-6 8 0 0,-1 0-1 0 0,0 0 1 0 0,0 0 0 0 0,-1 1 0 0 0,0-1 0 0 0,0 0-1 0 0,-1 0 1 0 0,0 0 0 0 0,-1 0 0 0 0,1 0-1 0 0,-1-1 1 0 0,-1 1 0 0 0,0 0 0 0 0,0-1-1 0 0,0 1 1 0 0,-1-1 0 0 0,0 0 0 0 0,0 0-1 0 0,-11 11 1 0 0,7-9-3 0 0,-1-1 1 0 0,0-1-1 0 0,0 0 0 0 0,0 0 0 0 0,-1 0 0 0 0,0-1 1 0 0,-1-1-1 0 0,1 0 0 0 0,-1 0 0 0 0,0-1 0 0 0,0-1 1 0 0,0 1-1 0 0,-15 1 0 0 0,18-3-611 0 0,-21 3 335 0 0,14-6-7811 0 0,7-5 5345 0 0</inkml:trace>
</inkml:ink>
</file>

<file path=ppt/ink/ink1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18:56.2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127 10 140 0 0,'-2'-10'6902'0'0,"2"10"-6788"0"0,-26 66 1520 0 0,-27 102 0 0 0,35-106-1113 0 0,11-38-360 0 0,1-1 1 0 0,1 1-1 0 0,1 0 1 0 0,1 1-1 0 0,1-1 1 0 0,2 1-1 0 0,0-1 1 0 0,5 33-1 0 0,-5-55-150 0 0,0 0-1 0 0,1 0 1 0 0,-1 0 0 0 0,1 0-1 0 0,-1 0 1 0 0,1 0-1 0 0,0 0 1 0 0,0 0-1 0 0,0 0 1 0 0,0-1-1 0 0,0 1 1 0 0,0 0-1 0 0,0 0 1 0 0,1-1-1 0 0,-1 1 1 0 0,0-1-1 0 0,1 1 1 0 0,0-1-1 0 0,-1 0 1 0 0,1 0-1 0 0,0 0 1 0 0,-1 0-1 0 0,1 0 1 0 0,0 0-1 0 0,3 1 1 0 0,-1-1-1 0 0,0-1 1 0 0,0 0 0 0 0,0 1-1 0 0,0-1 1 0 0,0-1-1 0 0,0 1 1 0 0,1-1-1 0 0,-1 1 1 0 0,0-1 0 0 0,0 0-1 0 0,0-1 1 0 0,3-1-1 0 0,7-3 1 0 0,-1 0-1 0 0,1-2 1 0 0,-2 1 0 0 0,1-1-1 0 0,-1-1 1 0 0,13-12-1 0 0,-12 9-2 0 0,0-1-1 0 0,-1 0 1 0 0,0-1 0 0 0,-1-1-1 0 0,0 0 1 0 0,12-24 0 0 0,-10 18 111 0 0,-10 21-30 0 0,-3 11-62 0 0,-2 1-18 0 0,0 0 1 0 0,0 0-1 0 0,1 0 1 0 0,1 1-1 0 0,0-1 0 0 0,3 20 1 0 0,-2-29-9 0 0,0 0 1 0 0,0 1-1 0 0,0-1 1 0 0,0 0-1 0 0,0 0 1 0 0,1 1-1 0 0,-1-1 1 0 0,1 0-1 0 0,0 0 0 0 0,0 0 1 0 0,0-1-1 0 0,0 1 1 0 0,0 0-1 0 0,1-1 1 0 0,-1 0-1 0 0,1 1 1 0 0,0-1-1 0 0,-1 0 1 0 0,1 0-1 0 0,0-1 0 0 0,0 1 1 0 0,0-1-1 0 0,1 1 1 0 0,-1-1-1 0 0,0 0 1 0 0,7 1-1 0 0,-5-1-1 0 0,-1-1 0 0 0,1-1 0 0 0,0 1 0 0 0,-1-1 0 0 0,1 1 0 0 0,0-1-1 0 0,-1-1 1 0 0,1 1 0 0 0,-1-1 0 0 0,0 1 0 0 0,1-1 0 0 0,-1-1 0 0 0,0 1 0 0 0,0-1 0 0 0,0 1-1 0 0,-1-1 1 0 0,6-5 0 0 0,3-2 1 0 0,-1-1 1 0 0,0 0-1 0 0,18-26 0 0 0,-11 4 451 0 0,-17 32-199 0 0,-3 40-240 0 0,2-34-231 0 0,1 0 1 0 0,0-1-1 0 0,0 1 0 0 0,1-1 1 0 0,-1 1-1 0 0,1-1 0 0 0,0 1 1 0 0,0-1-1 0 0,0 0 0 0 0,1 0 0 0 0,-1 0 1 0 0,7 7-1 0 0,-6-7-624 0 0,1 0 0 0 0,0-1-1 0 0,-1 1 1 0 0,1-1 0 0 0,1 0-1 0 0,-1 0 1 0 0,5 3 0 0 0,4-1-1652 0 0</inkml:trace>
</inkml:ink>
</file>

<file path=ppt/ink/ink1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18:57.3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101 386 24 0 0,'-3'-2'355'0'0,"0"1"-1"0"0,1-1 1 0 0,-1 1 0 0 0,0 0-1 0 0,0 0 1 0 0,0 0 0 0 0,0 0-1 0 0,0 1 1 0 0,0-1 0 0 0,0 1-1 0 0,0 0 1 0 0,0-1 0 0 0,0 2-1 0 0,0-1 1 0 0,0 0 0 0 0,-3 1-1 0 0,3 0-237 0 0,0 0 0 0 0,1 0 0 0 0,-1 0 0 0 0,1 1 0 0 0,-1-1 0 0 0,1 1 0 0 0,-1-1 0 0 0,1 1 0 0 0,0 0 0 0 0,0 0 0 0 0,0 0 0 0 0,0 0 0 0 0,0 0 0 0 0,1 1 0 0 0,-1-1 0 0 0,0 0 0 0 0,1 1 0 0 0,0-1 0 0 0,-1 1 0 0 0,1 0 0 0 0,0-1 0 0 0,1 1 0 0 0,-1 0 0 0 0,0 0 0 0 0,1-1 0 0 0,-1 7 0 0 0,1-6-76 0 0,-1 1-1 0 0,1-1 1 0 0,0 0-1 0 0,0 0 1 0 0,1 1-1 0 0,-1-1 1 0 0,1 0-1 0 0,-1 0 1 0 0,1 1-1 0 0,0-1 1 0 0,0 0-1 0 0,0 0 1 0 0,1 0-1 0 0,-1 0 1 0 0,1 0-1 0 0,0 0 1 0 0,0-1-1 0 0,0 1 1 0 0,0 0-1 0 0,0-1 1 0 0,0 0-1 0 0,1 1 1 0 0,-1-1-1 0 0,1 0 1 0 0,-1 0-1 0 0,1 0 1 0 0,0-1-1 0 0,0 1 1 0 0,0-1-1 0 0,0 0 1 0 0,6 2-1 0 0,-2-1-11 0 0,1 0 0 0 0,-1 0 0 0 0,1-1 0 0 0,-1-1 0 0 0,1 1-1 0 0,-1-1 1 0 0,1 0 0 0 0,0-1 0 0 0,-1 0 0 0 0,1 0-1 0 0,-1-1 1 0 0,12-3 0 0 0,-7-1-21 0 0,0 0 0 0 0,0-1 0 0 0,0 0 0 0 0,0-1 0 0 0,-1 0 0 0 0,-1-1 0 0 0,0 0 0 0 0,0-1 0 0 0,0 0 0 0 0,-1-1 0 0 0,-1 0 0 0 0,0 0 0 0 0,-1 0 1 0 0,13-26-1 0 0,-7 8-4 0 0,-1 0 1 0 0,-1-1 0 0 0,-1 0-1 0 0,-2-1 1 0 0,6-43 0 0 0,-9 31 464 0 0,-1-49 0 0 0,-4 92-458 0 0,0 0 0 0 0,0 0 0 0 0,0 0 0 0 0,0 0-1 0 0,0 0 1 0 0,0 0 0 0 0,-1 0 0 0 0,1 0 0 0 0,0 0 0 0 0,0 0-1 0 0,0 0 1 0 0,0 0 0 0 0,0 0 0 0 0,0 0 0 0 0,0 0-1 0 0,0 0 1 0 0,0 0 0 0 0,0 0 0 0 0,0 0 0 0 0,-1 0-1 0 0,1 0 1 0 0,0 0 0 0 0,0 0 0 0 0,0 0 0 0 0,0 0 0 0 0,0 0-1 0 0,0 0 1 0 0,0 0 0 0 0,0 0 0 0 0,0 0 0 0 0,0 0-1 0 0,0 0 1 0 0,-1 0 0 0 0,1 0 0 0 0,0 0 0 0 0,0 0-1 0 0,0 0 1 0 0,0 0 0 0 0,0 0 0 0 0,0 0 0 0 0,0 0 0 0 0,0-1-1 0 0,0 1 1 0 0,0 0 0 0 0,0 0 0 0 0,0 0 0 0 0,0 0-1 0 0,0 0 1 0 0,0 0 0 0 0,0 0 0 0 0,0 0 0 0 0,0 0-1 0 0,0 0 1 0 0,0 0 0 0 0,0-1 0 0 0,-8 14 151 0 0,-4 16-101 0 0,2 9 34 0 0,-14 52 77 0 0,-17 122-1 0 0,41-210-170 0 0,-1-1 0 0 0,1 0 0 0 0,0 1-1 0 0,0-1 1 0 0,-1 1 0 0 0,1-1 0 0 0,0 0 0 0 0,0 1 0 0 0,0-1-1 0 0,0 1 1 0 0,1-1 0 0 0,-1 1 0 0 0,0-1 0 0 0,1 0-1 0 0,-1 1 1 0 0,1-1 0 0 0,-1 0 0 0 0,1 1 0 0 0,-1-1-1 0 0,1 0 1 0 0,0 0 0 0 0,0 0 0 0 0,0 1 0 0 0,0-1 0 0 0,0 0-1 0 0,0 0 1 0 0,0 0 0 0 0,0 0 0 0 0,0-1 0 0 0,0 1-1 0 0,0 0 1 0 0,0 0 0 0 0,1-1 0 0 0,-1 1 0 0 0,0-1-1 0 0,1 1 1 0 0,-1-1 0 0 0,0 1 0 0 0,1-1 0 0 0,-1 0 0 0 0,1 0-1 0 0,-1 0 1 0 0,0 1 0 0 0,1-1 0 0 0,-1-1 0 0 0,1 1-1 0 0,-1 0 1 0 0,3-1 0 0 0,9-1-2 0 0,-1-2 0 0 0,0 1 0 0 0,0-1 0 0 0,17-9 0 0 0,-14 6 11 0 0,142-65-33 0 0,-119 59 33 0 0,-33 15 20 0 0,-23 11 4 0 0,0-4-28 0 0,7-3 6 0 0,0 0-1 0 0,0 1 1 0 0,-17 15-1 0 0,24-19-3 0 0,-1 1 1 0 0,0 1 0 0 0,0-1 0 0 0,1 1 0 0 0,-1 0-1 0 0,1 0 1 0 0,-6 11 0 0 0,9-14-6 0 0,1-1-1 0 0,-1 0 0 0 0,1 1 0 0 0,0-1 1 0 0,-1 1-1 0 0,1-1 0 0 0,0 1 0 0 0,0-1 0 0 0,0 1 1 0 0,0-1-1 0 0,0 1 0 0 0,1-1 0 0 0,-1 0 0 0 0,0 1 1 0 0,1-1-1 0 0,-1 1 0 0 0,1-1 0 0 0,-1 0 1 0 0,1 1-1 0 0,-1-1 0 0 0,1 0 0 0 0,0 1 0 0 0,0-1 1 0 0,0 0-1 0 0,0 0 0 0 0,0 0 0 0 0,0 0 1 0 0,0 0-1 0 0,0 0 0 0 0,0 0 0 0 0,0 0 0 0 0,1 0 1 0 0,-1-1-1 0 0,0 1 0 0 0,1-1 0 0 0,-1 1 0 0 0,0 0 1 0 0,4 0-1 0 0,17 7-91 0 0,1 0 1 0 0,0-1-1 0 0,1-2 0 0 0,0 0 1 0 0,0-2-1 0 0,0 0 0 0 0,0-2 1 0 0,0 0-1 0 0,0-2 0 0 0,0 0 0 0 0,0-2 1 0 0,0-1-1 0 0,0-1 0 0 0,34-11 1 0 0,-44 11 20 0 0,0-1 1 0 0,0 0 0 0 0,22-14-1 0 0,-30 16 52 0 0,-1 1-1 0 0,0-1 0 0 0,0 0 0 0 0,0 0 1 0 0,-1-1-1 0 0,1 0 0 0 0,-1 1 1 0 0,0-1-1 0 0,0-1 0 0 0,-1 1 0 0 0,5-9 1 0 0,-7 13 23 0 0,0-1 0 0 0,-1 1 0 0 0,1-1 0 0 0,0 1 0 0 0,-1-1 0 0 0,1 1 0 0 0,-1-1 0 0 0,1 0 0 0 0,-1 1 0 0 0,0-1 0 0 0,1 0 0 0 0,-1 1 0 0 0,0-1 0 0 0,0 0 0 0 0,0 1 0 0 0,0-1 0 0 0,-1 0 0 0 0,1 1 0 0 0,0-1 0 0 0,-1 0 0 0 0,1 1 0 0 0,-1-1 0 0 0,0 1 0 0 0,1-1 0 0 0,-1 1 0 0 0,0-1 0 0 0,0 1 0 0 0,0 0 0 0 0,0-1 0 0 0,0 1 0 0 0,0 0 0 0 0,0 0 0 0 0,-1-1 0 0 0,1 1 0 0 0,0 0 0 0 0,-1 0 0 0 0,1 1 0 0 0,-1-1 0 0 0,1 0 0 0 0,-1 0 0 0 0,1 1 0 0 0,-1-1 0 0 0,1 1 0 0 0,-1-1 0 0 0,0 1 0 0 0,1 0 0 0 0,-1-1 0 0 0,-3 1 0 0 0,0 0 50 0 0,-1-1 0 0 0,1 1-1 0 0,-1 0 1 0 0,1 1-1 0 0,-1 0 1 0 0,1-1-1 0 0,0 2 1 0 0,-1-1-1 0 0,1 1 1 0 0,0-1 0 0 0,0 1-1 0 0,0 1 1 0 0,0-1-1 0 0,-5 4 1 0 0,8-5-38 0 0,0 1 0 0 0,0 0 0 0 0,0-1 0 0 0,0 1 0 0 0,0 0 0 0 0,0 0 1 0 0,1 0-1 0 0,-1 0 0 0 0,1 0 0 0 0,0 1 0 0 0,-1-1 0 0 0,1 0 0 0 0,0 1 0 0 0,0-1 0 0 0,0 0 1 0 0,1 1-1 0 0,-1-1 0 0 0,1 1 0 0 0,-1-1 0 0 0,1 1 0 0 0,0 0 0 0 0,0 4 0 0 0,1-4-28 0 0,0 1 0 0 0,0-1 0 0 0,0 1 0 0 0,1-1 0 0 0,0 1 0 0 0,-1-1 0 0 0,1 0 0 0 0,0 0 0 0 0,0 0 0 0 0,1 0 0 0 0,-1 0 0 0 0,1 0 0 0 0,-1-1 0 0 0,1 1 0 0 0,0-1 0 0 0,3 3 0 0 0,5 2-354 0 0,0 0 1 0 0,0-1-1 0 0,0 0 1 0 0,1 0-1 0 0,0-1 0 0 0,0-1 1 0 0,16 4-1 0 0,-13-5-1154 0 0,0 0 0 0 0,0-2 0 0 0,20 1-1 0 0,-16-2-876 0 0</inkml:trace>
</inkml:ink>
</file>

<file path=ppt/ink/ink1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18:57.7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136 467 40 0 0,'-6'-2'527'0'0,"-1"1"-1"0"0,1 0 1 0 0,-1 0 0 0 0,1 0 0 0 0,-1 1-1 0 0,1-1 1 0 0,-1 2 0 0 0,0-1 0 0 0,1 1-1 0 0,-1 0 1 0 0,1 0 0 0 0,-10 4-1 0 0,14-5-453 0 0,0 0 0 0 0,0 1 0 0 0,0-1-1 0 0,0 1 1 0 0,0-1 0 0 0,0 1 0 0 0,1 0 0 0 0,-1 0-1 0 0,0 0 1 0 0,0 0 0 0 0,0 0 0 0 0,1 1-1 0 0,-1-1 1 0 0,1 0 0 0 0,-1 1 0 0 0,1 0 0 0 0,-1-1-1 0 0,1 1 1 0 0,0-1 0 0 0,0 1 0 0 0,0 0-1 0 0,0 0 1 0 0,0 0 0 0 0,0 0 0 0 0,1 0 0 0 0,-1 0-1 0 0,0 0 1 0 0,1 0 0 0 0,0 0 0 0 0,-1 0-1 0 0,1 0 1 0 0,0 0 0 0 0,0 0 0 0 0,0 0 0 0 0,0 0-1 0 0,1 0 1 0 0,-1 0 0 0 0,0 0 0 0 0,1 0-1 0 0,0 0 1 0 0,-1 0 0 0 0,1 0 0 0 0,1 2 0 0 0,0-1-64 0 0,0 0 0 0 0,0 0 0 0 0,0-1 0 0 0,0 1 0 0 0,1-1 0 0 0,-1 1 0 0 0,1-1 0 0 0,0 0 1 0 0,-1 0-1 0 0,1 0 0 0 0,0-1 0 0 0,0 1 0 0 0,0-1 0 0 0,0 1 0 0 0,0-1 0 0 0,1 0 0 0 0,-1 0 1 0 0,0-1-1 0 0,0 1 0 0 0,1-1 0 0 0,-1 1 0 0 0,0-1 0 0 0,1 0 0 0 0,-1 0 0 0 0,6-1 0 0 0,2 0-111 0 0,1-1 0 0 0,0 0 0 0 0,-1-1 0 0 0,1 0 0 0 0,-1 0 0 0 0,11-6 0 0 0,-10 2 59 0 0,-1 0 0 0 0,0 0 1 0 0,0-1-1 0 0,-1-1 0 0 0,0 1 1 0 0,-1-2-1 0 0,0 1 0 0 0,0-1 1 0 0,-1-1-1 0 0,0 1 0 0 0,-1-2 1 0 0,0 1-1 0 0,5-13 0 0 0,3-6 8 0 0,-3 0-1 0 0,0-1 1 0 0,-2 0-1 0 0,7-38 1 0 0,-12 51 420 0 0,-1-1 0 0 0,-1 1 0 0 0,-1-1 1 0 0,0 1-1 0 0,-2-1 0 0 0,0 0 0 0 0,-1 0 1 0 0,-7-36-1 0 0,8 54-332 0 0,0 1 1 0 0,0-1-1 0 0,0 0 1 0 0,-1 1 0 0 0,1-1-1 0 0,0 0 1 0 0,0 1-1 0 0,-1-1 1 0 0,1 0-1 0 0,0 1 1 0 0,-1-1 0 0 0,1 1-1 0 0,-1-1 1 0 0,1 0-1 0 0,-1 1 1 0 0,1-1-1 0 0,-1 1 1 0 0,1 0 0 0 0,-1-1-1 0 0,1 1 1 0 0,-1-1-1 0 0,0 1 1 0 0,1 0-1 0 0,-1-1 1 0 0,1 1 0 0 0,-1 0-1 0 0,0 0 1 0 0,0-1-1 0 0,1 1 1 0 0,-1 0-1 0 0,0 0 1 0 0,1 0 0 0 0,-2 0-1 0 0,0 1 29 0 0,0-1 0 0 0,0 1 0 0 0,0 0 0 0 0,1 0 0 0 0,-1 0 0 0 0,0 0 0 0 0,0 0 0 0 0,1 1 0 0 0,-1-1 0 0 0,1 0 0 0 0,-3 3 0 0 0,-29 43 814 0 0,25-29-691 0 0,0 1-1 0 0,1-1 0 0 0,2 1 0 0 0,-1 1 0 0 0,-3 34 0 0 0,-1 104-461 0 0,3-37-1739 0 0,0-46-778 0 0,3-25-3098 0 0,2-26 2313 0 0</inkml:trace>
</inkml:ink>
</file>

<file path=ppt/ink/ink1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19:00.2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78 113 120 0 0,'-13'-50'2738'0'0,"10"41"-1772"0"0,1 0-1 0 0,-1-1 0 0 0,1 1 0 0 0,0-16 1287 0 0,0 27-2193 0 0,1-1-1 0 0,-1 1 1 0 0,1 0-1 0 0,-1 0 0 0 0,1 0 1 0 0,0 0-1 0 0,0 0 0 0 0,0 0 1 0 0,0 1-1 0 0,1-1 0 0 0,-1 0 1 0 0,1 0-1 0 0,-1 1 0 0 0,1-1 1 0 0,0 0-1 0 0,0 1 0 0 0,0 2 1 0 0,-1 2 97 0 0,-10 80 330 0 0,4 0 0 0 0,4 1 0 0 0,10 112 1 0 0,-6-183-445 0 0,0 132-527 0 0,-1-146 301 0 0,0-1 1 0 0,0 1-1 0 0,-1-1 1 0 0,1 0 0 0 0,0 1-1 0 0,-1-1 1 0 0,0 0-1 0 0,0 1 1 0 0,0-1-1 0 0,0 0 1 0 0,-2 4-1 0 0,2-5-98 0 0,1 0-1 0 0,-1-1 1 0 0,1 1-1 0 0,-1-1 0 0 0,1 1 1 0 0,-1 0-1 0 0,0-1 1 0 0,1 1-1 0 0,-1-1 0 0 0,0 0 1 0 0,0 1-1 0 0,1-1 1 0 0,-1 1-1 0 0,0-1 0 0 0,0 0 1 0 0,1 0-1 0 0,-1 0 1 0 0,0 1-1 0 0,-2-1 0 0 0</inkml:trace>
</inkml:ink>
</file>

<file path=ppt/ink/ink1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19:01.1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0 439 88 0 0,'155'-28'778'0'0,"-137"24"-648"0"0,-1-1 1 0 0,1-1-1 0 0,-1-1 0 0 0,-1-1 1 0 0,1 0-1 0 0,23-16 0 0 0,-34 19-40 0 0,0 0 0 0 0,-1 0 0 0 0,1-1 0 0 0,-1 0-1 0 0,0 0 1 0 0,-1-1 0 0 0,1 1 0 0 0,-1-1 0 0 0,-1 0 0 0 0,1 0 0 0 0,-1 0-1 0 0,0 0 1 0 0,-1-1 0 0 0,0 1 0 0 0,0-1 0 0 0,0 0 0 0 0,-1 1 0 0 0,0-1 0 0 0,-1 0-1 0 0,0 0 1 0 0,0 0 0 0 0,-3-15 0 0 0,2 11 206 0 0,-2 0-1 0 0,0-1 1 0 0,0 1-1 0 0,-1 0 1 0 0,0 1-1 0 0,-1-1 1 0 0,-1 1-1 0 0,0 0 1 0 0,0 0 0 0 0,-1 1-1 0 0,0-1 1 0 0,-1 2-1 0 0,-16-17 1 0 0,24 26-278 0 0,-1 0 0 0 0,1-1 1 0 0,-1 1-1 0 0,0 0 0 0 0,1 0 1 0 0,-1 0-1 0 0,1 0 0 0 0,-1 0 1 0 0,0 0-1 0 0,1 0 0 0 0,-1 0 1 0 0,0 0-1 0 0,1 0 0 0 0,-1 0 1 0 0,0 0-1 0 0,1 0 1 0 0,-1 0-1 0 0,1 1 0 0 0,-1-1 1 0 0,1 0-1 0 0,-1 0 0 0 0,0 1 1 0 0,1-1-1 0 0,-1 0 0 0 0,1 1 1 0 0,-1-1-1 0 0,1 1 0 0 0,-1-1 1 0 0,1 0-1 0 0,0 1 0 0 0,-1-1 1 0 0,1 1-1 0 0,-1 0 0 0 0,1-1 1 0 0,0 1-1 0 0,0-1 0 0 0,-1 1 1 0 0,1-1-1 0 0,0 1 0 0 0,0 0 1 0 0,0-1-1 0 0,-1 1 0 0 0,-12 31 89 0 0,12-28-29 0 0,-7 25 135 0 0,2 0 0 0 0,1 1 1 0 0,2 0-1 0 0,1 0 0 0 0,3 58 0 0 0,-1-43-14 0 0,10 224 788 0 0,-10-269-974 0 0,0 0 0 0 0,0 0 0 0 0,0 0 1 0 0,0 0-1 0 0,0 0 0 0 0,0 0 0 0 0,0-1 0 0 0,0 1 0 0 0,0 0 1 0 0,0 0-1 0 0,0 0 0 0 0,0 0 0 0 0,0 0 0 0 0,0 0 0 0 0,0-1 0 0 0,0 1 1 0 0,0 0-1 0 0,0 0 0 0 0,0 0 0 0 0,1 0 0 0 0,-1 0 0 0 0,0 0 1 0 0,0 0-1 0 0,0 0 0 0 0,0 0 0 0 0,0-1 0 0 0,0 1 0 0 0,0 0 0 0 0,1 0 1 0 0,-1 0-1 0 0,0 0 0 0 0,0 0 0 0 0,0 0 0 0 0,0 0 0 0 0,0 0 0 0 0,0 0 1 0 0,1 0-1 0 0,-1 0 0 0 0,0 0 0 0 0,0 0 0 0 0,0 0 0 0 0,0 0 1 0 0,0 0-1 0 0,0 0 0 0 0,1 0 0 0 0,-1 0 0 0 0,0 0 0 0 0,0 0 0 0 0,0 0 1 0 0,0 1-1 0 0,0-1 0 0 0,0 0 0 0 0,0 0 0 0 0,1 0 0 0 0,-1 0 0 0 0,0 0 1 0 0,0 0-1 0 0,0 0 0 0 0,0 0 0 0 0,0 1 0 0 0,13-23 232 0 0,9-31-160 0 0,-22 52-85 0 0,0-1-1 0 0,0 1 0 0 0,0-1 1 0 0,1 1-1 0 0,-1-1 1 0 0,1 1-1 0 0,-1-1 0 0 0,1 1 1 0 0,0-1-1 0 0,-1 1 1 0 0,1 0-1 0 0,0-1 0 0 0,0 1 1 0 0,0 0-1 0 0,0 0 0 0 0,0 0 1 0 0,0 0-1 0 0,0 0 1 0 0,0 0-1 0 0,1 0 0 0 0,-1 0 1 0 0,0 0-1 0 0,1 0 1 0 0,-1 1-1 0 0,0-1 0 0 0,1 1 1 0 0,-1-1-1 0 0,1 1 1 0 0,-1-1-1 0 0,1 1 0 0 0,-1 0 1 0 0,1 0-1 0 0,-1 0 1 0 0,1-1-1 0 0,-1 1 0 0 0,3 1 1 0 0,3 0 0 0 0,-1 1 0 0 0,0 0 0 0 0,0 0 0 0 0,0 1-1 0 0,0-1 1 0 0,8 6 0 0 0,-5-3 11 0 0,3 1-11 0 0,0 0 0 0 0,1-1-1 0 0,0-1 1 0 0,0 0 0 0 0,0 0 0 0 0,1-1-1 0 0,-1-1 1 0 0,1-1 0 0 0,-1 1 0 0 0,1-2-1 0 0,-1 0 1 0 0,17-2 0 0 0,-29 1 5 0 0,1 1 1 0 0,-1-1-1 0 0,1 1 1 0 0,-1-1-1 0 0,1 1 1 0 0,-1-1-1 0 0,1 0 1 0 0,-1 0-1 0 0,0 1 1 0 0,1-1-1 0 0,-1 0 1 0 0,0 0-1 0 0,0-1 1 0 0,1 1-1 0 0,-1 0 1 0 0,0 0-1 0 0,1-2 1 0 0,-2 2 4 0 0,0 1 0 0 0,0-1 1 0 0,1 1-1 0 0,-1-1 0 0 0,0 0 1 0 0,0 1-1 0 0,0-1 1 0 0,0 0-1 0 0,0 1 0 0 0,0-1 1 0 0,0 0-1 0 0,0 1 0 0 0,0-1 1 0 0,0 1-1 0 0,0-1 1 0 0,0 0-1 0 0,0 1 0 0 0,0-1 1 0 0,-1 0-1 0 0,1 1 0 0 0,0-1 1 0 0,0 1-1 0 0,-1-1 1 0 0,1 0-1 0 0,0 1 0 0 0,-1-1 1 0 0,1 1-1 0 0,-1-1 0 0 0,1 1 1 0 0,-1-1-1 0 0,1 1 1 0 0,-1 0-1 0 0,1-1 0 0 0,-1 1 1 0 0,1 0-1 0 0,-2-1 1 0 0,1 0 71 0 0,-4 34-62 0 0,6-29-156 0 0,1 1 1 0 0,-1-1-1 0 0,1 0 0 0 0,0 0 0 0 0,0 0 0 0 0,0 0 0 0 0,1-1 1 0 0,0 1-1 0 0,-1-1 0 0 0,1 1 0 0 0,0-1 0 0 0,1 0 0 0 0,-1 0 1 0 0,0 0-1 0 0,8 4 0 0 0,60 34-5228 0 0,-65-39 4452 0 0,12 7-1718 0 0</inkml:trace>
</inkml:ink>
</file>

<file path=ppt/ink/ink1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20:22.6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71 29 708 0 0,'5'-8'5580'0'0,"-5"7"-5507"0"0,4 20 436 0 0,-2-1 0 0 0,0 1 0 0 0,0-1-1 0 0,-2 1 1 0 0,0-1 0 0 0,-5 30 0 0 0,-1-15 455 0 0,0-1 0 0 0,-22 61 1 0 0,28-93-944 0 0,-1 1-1 0 0,1-1 1 0 0,0 0 0 0 0,-1 1 0 0 0,1-1-1 0 0,0 0 1 0 0,-1 0 0 0 0,1 1 0 0 0,-1-1 0 0 0,1 0-1 0 0,0 0 1 0 0,-1 0 0 0 0,1 0 0 0 0,-1 0-1 0 0,1 1 1 0 0,-1-1 0 0 0,1 0 0 0 0,0 0 0 0 0,-1 0-1 0 0,1 0 1 0 0,-1 0 0 0 0,1 0 0 0 0,-1 0-1 0 0,1-1 1 0 0,-1 1 0 0 0,1 0 0 0 0,0 0 0 0 0,-1 0-1 0 0,1 0 1 0 0,-1 0 0 0 0,1-1 0 0 0,0 1-1 0 0,-1 0 1 0 0,1 0 0 0 0,0-1 0 0 0,-1 1-1 0 0,1 0 1 0 0,0-1 0 0 0,-1 1 0 0 0,1 0 0 0 0,0-1-1 0 0,0 1 1 0 0,-1 0 0 0 0,1-1 0 0 0,0 0-1 0 0,-16-18 164 0 0,14 6-149 0 0,0 1 0 0 0,0-1-1 0 0,1 0 1 0 0,1 1 0 0 0,0-1 0 0 0,1 0 0 0 0,0 1 0 0 0,1-1 0 0 0,0 0 0 0 0,1 1 0 0 0,1 0 0 0 0,0 0 0 0 0,7-16 0 0 0,-10 25-36 0 0,1 1 0 0 0,-1-1-1 0 0,0 0 1 0 0,1 1 0 0 0,0 0 0 0 0,0-1 0 0 0,0 1-1 0 0,0 0 1 0 0,0 0 0 0 0,0 0 0 0 0,0 0-1 0 0,1 0 1 0 0,-1 0 0 0 0,1 1 0 0 0,-1-1 0 0 0,1 1-1 0 0,0 0 1 0 0,-1 0 0 0 0,1 0 0 0 0,4-1 0 0 0,-3 2-7 0 0,0 0 0 0 0,0 0 0 0 0,1 0 0 0 0,-1 0 0 0 0,0 1 0 0 0,0 0 0 0 0,0 0 0 0 0,0 0 0 0 0,0 0 0 0 0,0 1 0 0 0,0-1 0 0 0,7 5 0 0 0,8 6-41 0 0,-1 1 1 0 0,1 2-1 0 0,-2-1 0 0 0,20 23 1 0 0,-23-23 22 0 0,-7-8 21 0 0,-3 0-2 0 0,1-1 0 0 0,0 0-1 0 0,0-1 1 0 0,0 1 0 0 0,1-1-1 0 0,0 0 1 0 0,-1 0 0 0 0,2-1-1 0 0,-1 1 1 0 0,0-1 0 0 0,9 2-1 0 0,-14-5 22 0 0,1 0 0 0 0,-1-1 0 0 0,0 1-1 0 0,1-1 1 0 0,-1 0 0 0 0,0 1 0 0 0,0-1 0 0 0,1 0-1 0 0,-1 0 1 0 0,0 1 0 0 0,0-1 0 0 0,0 0 0 0 0,0 0-1 0 0,0 0 1 0 0,0 0 0 0 0,0 0 0 0 0,-1-1 0 0 0,1 1-1 0 0,0 0 1 0 0,0 0 0 0 0,-1-1 0 0 0,1 1 0 0 0,-1 0-1 0 0,1-1 1 0 0,-1 1 0 0 0,0 0 0 0 0,0-1 0 0 0,1 1-1 0 0,-1-1 1 0 0,0 1 0 0 0,0 0 0 0 0,-1-3 0 0 0,0-55 359 0 0,0 50-301 0 0,1-11 123 0 0,1 0 0 0 0,4-26-1 0 0,1-23-1679 0 0,-5 69 1173 0 0,0 0 0 0 0,1 0 1 0 0,-1 0-1 0 0,1 0 1 0 0,-1 0-1 0 0,1 0 0 0 0,-1 1 1 0 0,1-1-1 0 0,-1 1 1 0 0,0-1-1 0 0,1 1 0 0 0,-1-1 1 0 0,0 1-1 0 0,1 0 0 0 0,-1 0 1 0 0,0-1-1 0 0,0 1 1 0 0,1 1-1 0 0,3 4-2730 0 0,0-2 232 0 0</inkml:trace>
</inkml:ink>
</file>

<file path=ppt/ink/ink1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20:23.0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33 165 260 0 0,'1'13'1256'0'0,"0"0"0"0"0,1-1 1 0 0,0 1-1 0 0,8 23 0 0 0,0-7-123 0 0,2 0 0 0 0,22 38 0 0 0,-22-40-337 0 0,-10-24 47 0 0,-3-8-118 0 0,-2-14-445 0 0,-1-6-200 0 0,2 0 0 0 0,1 0-1 0 0,1-1 1 0 0,1 1-1 0 0,2 0 1 0 0,0 0 0 0 0,2 0-1 0 0,0 0 1 0 0,2 1-1 0 0,11-29 1 0 0,-17 51-78 0 0,24-46 56 0 0,-23 46-53 0 0,-1 0 0 0 0,0 0 0 0 0,0 0 0 0 0,1 0 0 0 0,-1 0 0 0 0,1 0 0 0 0,0 1 0 0 0,0-1 0 0 0,-1 1 0 0 0,1-1 0 0 0,0 1-1 0 0,0-1 1 0 0,0 1 0 0 0,1 0 0 0 0,-1 0 0 0 0,0 0 0 0 0,0 1 0 0 0,1-1 0 0 0,2 0 0 0 0,-5 1-4 0 0,1 0-1 0 0,-1 0 1 0 0,1 0 0 0 0,-1 0-1 0 0,1 0 1 0 0,-1 1-1 0 0,1-1 1 0 0,-1 0-1 0 0,1 0 1 0 0,-1 1-1 0 0,1-1 1 0 0,-1 0 0 0 0,0 1-1 0 0,1-1 1 0 0,-1 0-1 0 0,1 1 1 0 0,-1-1-1 0 0,0 1 1 0 0,0-1 0 0 0,1 0-1 0 0,-1 1 1 0 0,0-1-1 0 0,0 1 1 0 0,1-1-1 0 0,-1 1 1 0 0,0-1 0 0 0,0 1-1 0 0,0-1 1 0 0,0 1-1 0 0,0-1 1 0 0,0 1-1 0 0,0 0 1 0 0,0-1 0 0 0,0 1-1 0 0,0-1 1 0 0,0 1-1 0 0,0-1 1 0 0,0 1-1 0 0,0-1 1 0 0,0 1 0 0 0,0-1-1 0 0,-1 1 1 0 0,1-1-1 0 0,0 1 1 0 0,0-1-1 0 0,-1 0 1 0 0,1 1-1 0 0,0-1 1 0 0,-1 1 0 0 0,0 0-1 0 0,-12 23 0 0 0,-3-9-72 0 0,1-1 0 0 0,-2 0 0 0 0,0-1-1 0 0,-24 14 1 0 0,24-17-1641 0 0,-1 0 0 0 0,-26 9-1 0 0,34-17-1369 0 0,-3 1 235 0 0</inkml:trace>
</inkml:ink>
</file>

<file path=ppt/ink/ink1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20:48.8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384 22 256 0 0,'-5'-9'1205'0'0,"-5"-3"2936"0"0,-6 26-2471 0 0,10-7-1986 0 0,-139 168 3204 0 0,-4 3-834 0 0,140-166-1918 0 0,6-8-58 0 0,0 0-1 0 0,0 0 1 0 0,0-1 0 0 0,0 1-1 0 0,-1-1 1 0 0,1 0 0 0 0,-9 5-1 0 0,12-8-97 0 0,-1 0 0 0 0,1 0 0 0 0,0 0-1 0 0,-1 0 1 0 0,1 0 0 0 0,0 0 0 0 0,-1 0-1 0 0,1 1 1 0 0,0-1 0 0 0,-1 0 0 0 0,1 0 0 0 0,0 0-1 0 0,-1 0 1 0 0,1 0 0 0 0,0 1 0 0 0,-1-1 0 0 0,1 0-1 0 0,0 0 1 0 0,0 0 0 0 0,-1 1 0 0 0,1-1 0 0 0,0 0-1 0 0,0 0 1 0 0,-1 1 0 0 0,1-1 0 0 0,0 0-1 0 0,0 1 1 0 0,0-1 0 0 0,-1 0 0 0 0,1 1 0 0 0,0-1-1 0 0,0 0 1 0 0,0 1 0 0 0,0-1 0 0 0,0 0 0 0 0,0 1-1 0 0,0-1 1 0 0,0 0 0 0 0,0 1 0 0 0,0-1 0 0 0,0 0-1 0 0,0 1 1 0 0,0-1 0 0 0,0 1 0 0 0,0-1-1 0 0,0 0 1 0 0,0 1 0 0 0,0-1 0 0 0,1 0 0 0 0,-1 1-1 0 0,1 0-122 0 0,0 0 0 0 0,-1-1 0 0 0,1 1-1 0 0,0-1 1 0 0,0 1 0 0 0,0-1 0 0 0,0 1-1 0 0,0-1 1 0 0,0 1 0 0 0,0-1 0 0 0,0 0-1 0 0,0 0 1 0 0,0 1 0 0 0,0-1 0 0 0,0 0-1 0 0,0 0 1 0 0,0 0 0 0 0,0 0 0 0 0,2-1-1 0 0,0 1-310 0 0,1 0-195 0 0,3-2-2577 0 0,6 0 732 0 0</inkml:trace>
</inkml:ink>
</file>

<file path=ppt/ink/ink1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20:49.2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13 336 0 0,'0'0'166'0'0,"0"-1"0"0"0,0 1 0 0 0,0-1-1 0 0,0 1 1 0 0,0-1 0 0 0,0 1 0 0 0,0-1 0 0 0,0 1 0 0 0,0-1-1 0 0,1 1 1 0 0,-1-1 0 0 0,0 1 0 0 0,0 0 0 0 0,0-1 0 0 0,0 1-1 0 0,1-1 1 0 0,-1 1 0 0 0,0-1 0 0 0,0 1 0 0 0,1 0 0 0 0,-1-1-1 0 0,0 1 1 0 0,1 0 0 0 0,-1-1 0 0 0,0 1 0 0 0,1 0 0 0 0,-1 0-1 0 0,1-1 1 0 0,-1 1 0 0 0,0 0 0 0 0,1 0 0 0 0,0-1 0 0 0,21 10 667 0 0,-1 1 0 0 0,1 1 1 0 0,33 23-1 0 0,19 10 65 0 0,13-2-127 0 0,-20-9-76 0 0,69 44-1 0 0,-112-62-496 0 0,-12-9-29 0 0,-1 2 0 0 0,0-1 0 0 0,20 19 0 0 0,-30-26-186 0 0,-1 0 1 0 0,0 1-1 0 0,0-1 1 0 0,0 0-1 0 0,0 1 1 0 0,0-1-1 0 0,1 0 1 0 0,-1 0-1 0 0,0 1 1 0 0,0-1-1 0 0,0 0 1 0 0,0 1-1 0 0,0-1 1 0 0,0 0-1 0 0,0 0 1 0 0,0 1-1 0 0,0-1 1 0 0,0 0-1 0 0,0 1 1 0 0,0-1-1 0 0,0 0 1 0 0,-1 0-1 0 0,1 1 1 0 0,0-1-1 0 0,0 0 1 0 0,0 0-1 0 0,0 1 1 0 0,0-1-1 0 0,-1 0 1 0 0,1 0-1 0 0,0 1 1 0 0,0-1-1 0 0,0 0 0 0 0,-1 0 1 0 0,1 0-1 0 0,0 1 1 0 0,0-1-1 0 0,-1 0 1 0 0,1 0-1 0 0,-18 10-1563 0 0,-18 2-4852 0 0,36-12 6404 0 0,-8 3-2433 0 0</inkml:trace>
</inkml:ink>
</file>

<file path=ppt/ink/ink1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20:49.6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40 688 0 0,'0'0'3366'0'0,"23"-3"-2006"0"0,51 16-509 0 0,1-3 0 0 0,0-4-1 0 0,124-4 1 0 0,302-53 28 0 0,-479 47-843 0 0,15-2 105 0 0,50-1 1 0 0,-80 12-615 0 0,-13 5-369 0 0,-12 8-3706 0 0,10-13 2212 0 0</inkml:trace>
</inkml:ink>
</file>

<file path=ppt/ink/ink1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20:49.9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44 23 748 0 0,'0'0'864'0'0,"-3"-7"660"0"0,3 0 212 0 0,0-1-943 0 0,-22 18-2086 0 0,11-7-531 0 0,3 1 420 0 0</inkml:trace>
</inkml:ink>
</file>

<file path=ppt/ink/ink1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20:52.5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246 105 788 0 0,'6'-79'6835'0'0,"-6"78"-6733"0"0,0 0-1 0 0,0 0 0 0 0,0 0 1 0 0,0 0-1 0 0,0 0 0 0 0,0 0 0 0 0,0 0 1 0 0,-1 0-1 0 0,1 0 0 0 0,0 0 1 0 0,-1 0-1 0 0,1 0 0 0 0,0 0 1 0 0,-1 0-1 0 0,1 0 0 0 0,-1 1 0 0 0,1-1 1 0 0,-1 0-1 0 0,0 0 0 0 0,1 1 1 0 0,-1-1-1 0 0,0 0 0 0 0,0 1 1 0 0,1-1-1 0 0,-3 0 0 0 0,1 0-6 0 0,0 0 0 0 0,0 1 0 0 0,0 0 0 0 0,0-1 0 0 0,0 1 0 0 0,0 0 0 0 0,0 0 0 0 0,0 0 0 0 0,0 0 0 0 0,0 1 0 0 0,0-1 0 0 0,-2 1 1 0 0,-10 3 90 0 0,0 1 0 0 0,0 1 0 0 0,-13 7 0 0 0,11-5 264 0 0,-58 30 424 0 0,69-35-815 0 0,1 0 1 0 0,0 0-1 0 0,-1 0 0 0 0,1 0 1 0 0,1 1-1 0 0,-1-1 0 0 0,0 1 1 0 0,1 0-1 0 0,0 0 1 0 0,0 0-1 0 0,0 1 0 0 0,1-1 1 0 0,-4 8-1 0 0,6-11-54 0 0,0-1-1 0 0,0 1 1 0 0,0 0 0 0 0,0-1-1 0 0,1 1 1 0 0,-1 0 0 0 0,0 0-1 0 0,0-1 1 0 0,1 1 0 0 0,-1 0-1 0 0,0-1 1 0 0,1 1 0 0 0,-1-1-1 0 0,0 1 1 0 0,1 0 0 0 0,-1-1-1 0 0,1 1 1 0 0,-1-1 0 0 0,1 1-1 0 0,0-1 1 0 0,-1 1 0 0 0,1-1-1 0 0,-1 0 1 0 0,1 1 0 0 0,0-1-1 0 0,-1 0 1 0 0,1 1 0 0 0,0-1-1 0 0,-1 0 1 0 0,1 0 0 0 0,0 0-1 0 0,0 1 1 0 0,-1-1 0 0 0,1 0-1 0 0,0 0 1 0 0,-1 0 0 0 0,1 0-1 0 0,0 0 1 0 0,0-1 0 0 0,-1 1-1 0 0,2 0 1 0 0,28-2 71 0 0,33-12-85 0 0,-46 10 57 0 0,-1 0 1 0 0,0 1 0 0 0,19-1 0 0 0,-30 4-230 0 0,1 0 0 0 0,-1 0 0 0 0,1 1 1 0 0,-1 0-1 0 0,1 0 0 0 0,-1 0 1 0 0,0 0-1 0 0,1 1 0 0 0,-1 0 1 0 0,0 0-1 0 0,0 1 0 0 0,0-1 0 0 0,5 5 1 0 0,21 12-2212 0 0,-9-9-2588 0 0,-10-6 2196 0 0</inkml:trace>
</inkml:ink>
</file>

<file path=ppt/ink/ink1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20:53.2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61 54 876 0 0,'12'-23'2936'0'0,"1"-7"2838"0"0,-27 59-4406 0 0,3-11-906 0 0,1 0 0 0 0,0 1 0 0 0,2 0 0 0 0,0 0 0 0 0,-9 39-1 0 0,15-51-407 0 0,0 0 1 0 0,1-1-1 0 0,0 1 0 0 0,0 0 0 0 0,0 0 0 0 0,1 0 0 0 0,0 0 0 0 0,1 0 0 0 0,-1 0 0 0 0,1 0 0 0 0,1 0 1 0 0,-1 0-1 0 0,1 0 0 0 0,1-1 0 0 0,-1 1 0 0 0,1-1 0 0 0,0 1 0 0 0,0-1 0 0 0,1 0 0 0 0,8 10 0 0 0,-9-13-46 0 0,0-1 0 0 0,0 1 0 0 0,0-1 0 0 0,1 0-1 0 0,-1-1 1 0 0,1 1 0 0 0,-1 0 0 0 0,1-1 0 0 0,0 0-1 0 0,-1 0 1 0 0,1 0 0 0 0,0 0 0 0 0,0 0 0 0 0,0-1-1 0 0,-1 0 1 0 0,1 0 0 0 0,0 0 0 0 0,0 0 0 0 0,0-1-1 0 0,0 1 1 0 0,0-1 0 0 0,-1 0 0 0 0,1 0-1 0 0,0 0 1 0 0,-1-1 0 0 0,1 1 0 0 0,-1-1 0 0 0,1 0-1 0 0,3-3 1 0 0,7-3-39 0 0,-1-1 0 0 0,0 0 0 0 0,0-1-1 0 0,-1-1 1 0 0,18-20 0 0 0,-29 31 27 0 0,0-1 0 0 0,-1 0 0 0 0,1 1 0 0 0,0-1 0 0 0,0 1 0 0 0,-1-1 0 0 0,1 1 0 0 0,0-1 0 0 0,0 1 0 0 0,0-1 0 0 0,0 1 0 0 0,-1 0 0 0 0,1 0 0 0 0,0-1 0 0 0,0 1 0 0 0,0 0 0 0 0,0 0 0 0 0,0 0 0 0 0,0 0 0 0 0,0 0 0 0 0,0 0 0 0 0,0 0 0 0 0,0 0 0 0 0,-1 1 0 0 0,1-1 0 0 0,0 0 0 0 0,0 0 0 0 0,0 1 0 0 0,1 0 0 0 0,26 17-64 0 0,-9-5-97 0 0,-12-11 131 0 0,-1 0-1 0 0,1-1 0 0 0,-1 1 0 0 0,1-2 0 0 0,0 1 0 0 0,8-1 1 0 0,-14 0 31 0 0,0 0 0 0 0,0 0 0 0 0,0 0 1 0 0,0-1-1 0 0,0 1 0 0 0,0 0 1 0 0,-1 0-1 0 0,1-1 0 0 0,0 1 0 0 0,0-1 1 0 0,0 1-1 0 0,0-1 0 0 0,0 1 1 0 0,-1-1-1 0 0,1 1 0 0 0,0-1 0 0 0,0 0 1 0 0,-1 1-1 0 0,1-1 0 0 0,0-1 1 0 0,0 1 1 0 0,-1-1 1 0 0,0 1 0 0 0,1 0-1 0 0,-1-1 1 0 0,0 1 0 0 0,0-1 0 0 0,0 1-1 0 0,0 0 1 0 0,0-1 0 0 0,-1 1 0 0 0,1-1-1 0 0,0 1 1 0 0,0 0 0 0 0,-1-1-1 0 0,1 1 1 0 0,-1 0 0 0 0,0-1 0 0 0,-1-1-1 0 0,0 0-63 0 0,0 0 0 0 0,0 0-1 0 0,-1 1 1 0 0,0-1 0 0 0,1 1-1 0 0,-1 0 1 0 0,0-1 0 0 0,0 1-1 0 0,0 1 1 0 0,0-1 0 0 0,-1 0-1 0 0,1 1 1 0 0,0-1 0 0 0,-1 1-1 0 0,1 0 1 0 0,-1 0 0 0 0,-5 0-1 0 0,7 1-504 0 0,-11 7-1958 0 0</inkml:trace>
</inkml:ink>
</file>

<file path=ppt/ink/ink1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20:54.6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1 116 932 0 0,'0'0'3904'0'0,"19"53"641"0"0,-19-52-4504 0 0,1 0 0 0 0,0-1 0 0 0,-1 1 0 0 0,1 0 0 0 0,0-1 0 0 0,0 1 1 0 0,0-1-1 0 0,0 1 0 0 0,0-1 0 0 0,0 1 0 0 0,0-1 0 0 0,0 0 0 0 0,0 1 0 0 0,0-1 0 0 0,0 0 0 0 0,0 0 1 0 0,0 0-1 0 0,0 0 0 0 0,0 0 0 0 0,0 0 0 0 0,0 0 0 0 0,0 0 0 0 0,0 0 0 0 0,0 0 0 0 0,0-1 1 0 0,0 1-1 0 0,0 0 0 0 0,0-1 0 0 0,0 1 0 0 0,0-1 0 0 0,-1 1 0 0 0,1-1 0 0 0,0 1 0 0 0,0-1 0 0 0,0 0 1 0 0,0 1-1 0 0,-1-1 0 0 0,1 0 0 0 0,0 0 0 0 0,0-1 0 0 0,16-10 141 0 0,-7 8-168 0 0,0 0 1 0 0,0 0 0 0 0,0 1-1 0 0,1 1 1 0 0,-1-1-1 0 0,1 2 1 0 0,-1-1 0 0 0,1 2-1 0 0,0-1 1 0 0,0 1-1 0 0,-1 1 1 0 0,19 3 0 0 0,-11-2 5 0 0,0-1 0 0 0,0-1 0 0 0,28-3 0 0 0,-22 0-24 0 0,-11 2-3 0 0,0-1 0 0 0,-1-1 0 0 0,1 1 0 0 0,-1-2 0 0 0,1 0 0 0 0,-1 0 0 0 0,15-9 0 0 0,-26 13 8 0 0,1-1 0 0 0,-1 0 0 0 0,0 0 0 0 0,1 0 1 0 0,-1 0-1 0 0,0 0 0 0 0,1 0 0 0 0,-1-1 0 0 0,0 1 0 0 0,0 0 1 0 0,0-1-1 0 0,0 1 0 0 0,0-1 0 0 0,-1 1 0 0 0,1-1 0 0 0,0 1 1 0 0,-1-1-1 0 0,1 1 0 0 0,-1-1 0 0 0,1 0 0 0 0,-1 1 0 0 0,0-1 1 0 0,1-2-1 0 0,-1 3 1 0 0,-1-1 11 0 0,0 0 1 0 0,1 0 0 0 0,-1 0 0 0 0,0 0 0 0 0,0 0-1 0 0,0 1 1 0 0,0-1 0 0 0,0 0 0 0 0,-1 0-1 0 0,1 1 1 0 0,-1-1 0 0 0,-1-1 0 0 0,-1-2 1007 0 0,1-5 634 0 0,3 9-1631 0 0,-1 0-28 0 0,0-2 6 0 0,0 1-1 0 0,0 1 0 0 0,1 0 0 0 0,-1-1 0 0 0,0 1 0 0 0,0 0 0 0 0,-1 0 0 0 0,1 0 0 0 0,0 0-1 0 0,0 0 1 0 0,0 0 0 0 0,-1 0 0 0 0,1 1 0 0 0,0-1 0 0 0,-1 0 0 0 0,1 1 0 0 0,-1-1 0 0 0,1 1 0 0 0,0-1-1 0 0,-1 1 1 0 0,1 0 0 0 0,-1 0 0 0 0,1-1 0 0 0,-1 1 0 0 0,0 0 0 0 0,1 0 0 0 0,-1 1 0 0 0,1-1 0 0 0,-1 0-1 0 0,1 0 1 0 0,-1 1 0 0 0,-2 0 0 0 0,-44 16-26 0 0,46-16 25 0 0,1-1 0 0 0,0 1-1 0 0,-1-1 1 0 0,1 1 0 0 0,0-1 0 0 0,0 1 0 0 0,0-1 0 0 0,0 1 0 0 0,0 0 0 0 0,0 0 0 0 0,0-1 0 0 0,0 1 0 0 0,0 0 0 0 0,1 0 0 0 0,-1 0 0 0 0,0 0-1 0 0,0 0 1 0 0,1 0 0 0 0,-1 0 0 0 0,0 0 0 0 0,1 0 0 0 0,-1 0 0 0 0,1 0 0 0 0,0 1 0 0 0,-1-1 0 0 0,1 0 0 0 0,0 0 0 0 0,0 0 0 0 0,0 1-1 0 0,0-1 1 0 0,0 0 0 0 0,0 2 0 0 0,0-2-1 0 0,1 1 0 0 0,0-1 0 0 0,0 1 0 0 0,-1-1 0 0 0,1 0 0 0 0,0 1-1 0 0,0-1 1 0 0,0 0 0 0 0,1 1 0 0 0,-1-1 0 0 0,0 0 0 0 0,0 0 0 0 0,1 0 0 0 0,-1 0 0 0 0,0 0-1 0 0,1-1 1 0 0,-1 1 0 0 0,1 0 0 0 0,-1-1 0 0 0,1 1 0 0 0,-1 0 0 0 0,4-1 0 0 0,2 2-9 0 0,1-1 0 0 0,0-1 1 0 0,0 0-1 0 0,0 0 0 0 0,0 0 0 0 0,0-1 1 0 0,0 0-1 0 0,0-1 0 0 0,0 0 1 0 0,0 0-1 0 0,-1 0 0 0 0,9-5 1 0 0,11-2-12 0 0,-26 9 21 0 0,0 0-1 0 0,0 0 1 0 0,0 0-1 0 0,0 0 1 0 0,0 0-1 0 0,0 0 1 0 0,0 1 0 0 0,0-1-1 0 0,0 0 1 0 0,0 0-1 0 0,0 1 1 0 0,0-1 0 0 0,-1 1-1 0 0,1-1 1 0 0,0 1-1 0 0,0-1 1 0 0,0 1-1 0 0,-1 0 1 0 0,1-1 0 0 0,0 1-1 0 0,-1 0 1 0 0,1-1-1 0 0,-1 1 1 0 0,1 0-1 0 0,-1 0 1 0 0,1 0 0 0 0,-1 0-1 0 0,1-1 1 0 0,-1 1-1 0 0,0 0 1 0 0,1 0 0 0 0,-1 0-1 0 0,0 0 1 0 0,0 0-1 0 0,0 0 1 0 0,0 0-1 0 0,0 0 1 0 0,0 2 0 0 0,5 49 6 0 0,-5-41 1 0 0,0 8-7 0 0,0 0 1 0 0,-2 0 0 0 0,0 0 0 0 0,-1 0-1 0 0,-1 0 1 0 0,-7 22 0 0 0,7-28-3 0 0,-1 0 0 0 0,0 0 0 0 0,-1-1 0 0 0,0 0 0 0 0,-1 0 0 0 0,0-1 0 0 0,-1 0 0 0 0,0 0 0 0 0,-15 15 0 0 0,22-24 4 0 0,-1-1 1 0 0,1 0-1 0 0,0 0 1 0 0,-1 0-1 0 0,1 0 1 0 0,-1 0-1 0 0,1-1 1 0 0,-1 1-1 0 0,0 0 1 0 0,1-1-1 0 0,-1 1 1 0 0,0-1-1 0 0,1 1 1 0 0,-1-1-1 0 0,0 0 1 0 0,0 0-1 0 0,-2 0 1 0 0,3 0-2 0 0,0 0 0 0 0,0 0 0 0 0,1-1 1 0 0,-1 1-1 0 0,0 0 0 0 0,0-1 0 0 0,1 1 1 0 0,-1-1-1 0 0,0 1 0 0 0,1-1 0 0 0,-1 1 1 0 0,1-1-1 0 0,-1 1 0 0 0,0-1 0 0 0,1 0 0 0 0,-1 1 1 0 0,1-1-1 0 0,0 0 0 0 0,-1 0 0 0 0,1 1 1 0 0,0-1-1 0 0,-1 0 0 0 0,1 0 0 0 0,0 1 1 0 0,0-1-1 0 0,-1 0 0 0 0,1 0 0 0 0,0 0 1 0 0,0 1-1 0 0,0-1 0 0 0,0 0 0 0 0,0 0 1 0 0,0 0-1 0 0,0 1 0 0 0,1-3 0 0 0,1-10-494 0 0,2 0-1 0 0,-1 0 0 0 0,1 0 0 0 0,1 0 0 0 0,0 1 1 0 0,1-1-1 0 0,0 1 0 0 0,1 1 0 0 0,1-1 0 0 0,-1 1 1 0 0,2 1-1 0 0,0-1 0 0 0,0 2 0 0 0,0-1 0 0 0,1 1 1 0 0,1 0-1 0 0,0 1 0 0 0,18-11 0 0 0,-16 12-2253 0 0</inkml:trace>
</inkml:ink>
</file>

<file path=ppt/ink/ink1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20:55.4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236 124 324 0 0,'0'-5'355'0'0,"0"0"-1"0"0,-1 0 0 0 0,0 0 1 0 0,0 0-1 0 0,0 1 1 0 0,-1-1-1 0 0,1 0 1 0 0,-1 0-1 0 0,-1 1 1 0 0,1-1-1 0 0,0 1 1 0 0,-1 0-1 0 0,0 0 1 0 0,0 0-1 0 0,0 0 1 0 0,-4-3-1 0 0,2 2-113 0 0,1 1 0 0 0,-1 0 1 0 0,0 0-1 0 0,0 1 0 0 0,-1-1 0 0 0,1 1 0 0 0,-1 1 0 0 0,1-1 0 0 0,-1 1 0 0 0,0-1 0 0 0,0 2 0 0 0,0-1 0 0 0,0 1 0 0 0,0 0 0 0 0,0 0 0 0 0,0 0 0 0 0,-1 1 1 0 0,1 0-1 0 0,-11 2 0 0 0,15-2-204 0 0,1 0 0 0 0,-1 1 1 0 0,1-1-1 0 0,-1 1 0 0 0,1-1 1 0 0,0 1-1 0 0,-1 0 1 0 0,1 0-1 0 0,0-1 0 0 0,0 1 1 0 0,-1 0-1 0 0,1 0 0 0 0,0 0 1 0 0,0 0-1 0 0,0 0 0 0 0,0 1 1 0 0,0-1-1 0 0,0 0 1 0 0,1 0-1 0 0,-1 1 0 0 0,0-1 1 0 0,0 2-1 0 0,0 1 11 0 0,0-1 1 0 0,0 1-1 0 0,1-1 0 0 0,-1 1 1 0 0,1 0-1 0 0,0-1 1 0 0,0 1-1 0 0,0-1 0 0 0,1 5 1 0 0,1 6 67 0 0,1 0 1 0 0,1-1 0 0 0,9 22 0 0 0,34 91 381 0 0,-46-125-493 0 0,-1 1-1 0 0,1-1 1 0 0,0 1 0 0 0,-1 0 0 0 0,0-1 0 0 0,1 1-1 0 0,-1-1 1 0 0,0 1 0 0 0,0 0 0 0 0,0 0 0 0 0,0-1-1 0 0,0 1 1 0 0,-1 0 0 0 0,1-1 0 0 0,0 1-1 0 0,-1-1 1 0 0,1 1 0 0 0,-1 0 0 0 0,1-1 0 0 0,-1 1-1 0 0,0-1 1 0 0,0 1 0 0 0,0-1 0 0 0,0 0-1 0 0,0 1 1 0 0,0-1 0 0 0,0 0 0 0 0,0 0 0 0 0,0 1-1 0 0,-1-1 1 0 0,1 0 0 0 0,-1 0 0 0 0,1-1 0 0 0,0 1-1 0 0,-1 0 1 0 0,1 0 0 0 0,-1-1 0 0 0,0 1-1 0 0,1-1 1 0 0,-1 1 0 0 0,-3 0 0 0 0,1-1 0 0 0,0 1 1 0 0,0 0-1 0 0,0-1 0 0 0,0 0 1 0 0,-1 0-1 0 0,1 0 1 0 0,0 0-1 0 0,0-1 0 0 0,0 0 1 0 0,-1 0-1 0 0,1 0 1 0 0,0 0-1 0 0,0 0 0 0 0,1-1 1 0 0,-8-3-1 0 0,11 4-50 0 0,-1 1 0 0 0,0 0 1 0 0,0-1-1 0 0,0 1 0 0 0,1-1 0 0 0,-1 1 0 0 0,0-1 0 0 0,1 0 0 0 0,-1 1 0 0 0,0-1 0 0 0,1 1 0 0 0,-1-1 0 0 0,1 0 1 0 0,-1 0-1 0 0,1 1 0 0 0,-1-1 0 0 0,1 0 0 0 0,0 0 0 0 0,-1 0 0 0 0,1 1 0 0 0,0-1 0 0 0,0 0 0 0 0,0 0 0 0 0,-1 0 1 0 0,1 0-1 0 0,0 0 0 0 0,0 0 0 0 0,0 1 0 0 0,0-1 0 0 0,1 0 0 0 0,-1 0 0 0 0,0 0 0 0 0,0 0 0 0 0,0 0 0 0 0,1-1 1 0 0,25-21-5043 0 0,-18 17 2754 0 0,4-4-330 0 0</inkml:trace>
</inkml:ink>
</file>

<file path=ppt/ink/ink1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20:55.7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37 8 640 0 0,'5'-7'6273'0'0,"-13"56"-3787"0"0,2 1 0 0 0,1 64 0 0 0,-2 24-790 0 0,6-120-1588 0 0,1-14-198 0 0,0 0 1 0 0,0 0-1 0 0,0 0 1 0 0,0 0-1 0 0,-1 0 1 0 0,1 0-1 0 0,-1 0 1 0 0,0 0-1 0 0,0-1 1 0 0,-1 1-1 0 0,1 0 0 0 0,-1 0 1 0 0,-3 4-1 0 0,4-7-351 0 0,1 3-902 0 0</inkml:trace>
</inkml:ink>
</file>

<file path=ppt/ink/ink1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20:56.3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0 109 496 0 0,'0'0'1740'0'0,"4"-1"-1218"0"0,81-23 2327 0 0,-40 13-1733 0 0,51-21 0 0 0,-75 23-664 0 0,62-22 2769 0 0,-82 31-3201 0 0,-1 0 0 0 0,1 0-1 0 0,-1 0 1 0 0,1 0-1 0 0,-1 0 1 0 0,1 0 0 0 0,-1 0-1 0 0,0 0 1 0 0,1 0-1 0 0,-1 0 1 0 0,1 1 0 0 0,-1-1-1 0 0,0 0 1 0 0,1 0-1 0 0,-1 0 1 0 0,0 1 0 0 0,1-1-1 0 0,-1 0 1 0 0,0 1-1 0 0,1-1 1 0 0,-1 0 0 0 0,0 1-1 0 0,1-1 1 0 0,-1 0-1 0 0,0 1 1 0 0,0-1 0 0 0,1 0-1 0 0,-1 1 1 0 0,0-1-1 0 0,0 1 1 0 0,0-1 0 0 0,0 0-1 0 0,0 1 1 0 0,0-1-1 0 0,0 1 1 0 0,0-1 0 0 0,0 1-1 0 0,0-1 1 0 0,0 1-1 0 0,0-1 1 0 0,0 0 0 0 0,0 1-1 0 0,0-1 1 0 0,0 1-1 0 0,0-1 1 0 0,-1 1 0 0 0,-3 28 666 0 0,3-22-453 0 0,-2 5-54 0 0,1-1 1 0 0,-1 1 0 0 0,-1-1-1 0 0,-8 18 1 0 0,-14 16-3943 0 0,25-40 1740 0 0</inkml:trace>
</inkml:ink>
</file>

<file path=ppt/ink/ink1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20:56.6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64 84 0 0,'7'-26'2584'0'0,"-7"23"-2305"0"0,0 1-1 0 0,1-1 1 0 0,-1 0-1 0 0,1 1 1 0 0,0-1 0 0 0,0 1-1 0 0,0-1 1 0 0,0 1 0 0 0,0-1-1 0 0,1 1 1 0 0,-1 0-1 0 0,0 0 1 0 0,3-3 0 0 0,-3 4 507 0 0,7 38-2182 0 0,-11-21-1562 0 0,6-6 1269 0 0</inkml:trace>
</inkml:ink>
</file>

<file path=ppt/ink/ink1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20:57.4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103 319 132 0 0,'2'-21'4395'0'0,"-2"-6"-1498"0"0,0 26-2564 0 0,-24-30 2972 0 0,21 30-3258 0 0,0 1-1 0 0,0 0 0 0 0,0 0 1 0 0,0 0-1 0 0,0 0 0 0 0,0 1 1 0 0,0-1-1 0 0,0 1 0 0 0,1 0 1 0 0,-1 0-1 0 0,0 0 0 0 0,0 0 0 0 0,1 0 1 0 0,-1 0-1 0 0,1 1 0 0 0,-1-1 1 0 0,1 1-1 0 0,-1 0 0 0 0,1 0 1 0 0,0 0-1 0 0,0 0 0 0 0,0 0 1 0 0,0 0-1 0 0,0 1 0 0 0,1-1 1 0 0,-1 0-1 0 0,1 1 0 0 0,-1 0 1 0 0,1-1-1 0 0,0 1 0 0 0,0 0 1 0 0,0 0-1 0 0,0-1 0 0 0,1 1 0 0 0,-1 0 1 0 0,1 0-1 0 0,-1 4 0 0 0,0-4-39 0 0,1 0-1 0 0,-1 0 0 0 0,1 1 0 0 0,0-1 0 0 0,0 0 0 0 0,0 1 0 0 0,0-1 1 0 0,0 0-1 0 0,1 1 0 0 0,-1-1 0 0 0,1 0 0 0 0,0 0 0 0 0,0 0 0 0 0,0 1 1 0 0,0-1-1 0 0,1 0 0 0 0,-1 0 0 0 0,1-1 0 0 0,0 1 0 0 0,0 0 0 0 0,0-1 1 0 0,0 1-1 0 0,0-1 0 0 0,1 1 0 0 0,-1-1 0 0 0,1 0 0 0 0,-1 0 0 0 0,1 0 1 0 0,0 0-1 0 0,0-1 0 0 0,0 1 0 0 0,0-1 0 0 0,5 2 0 0 0,0-2-24 0 0,-1 0 0 0 0,0-1 0 0 0,0 0 0 0 0,1 0 0 0 0,-1-1 0 0 0,0 1 0 0 0,0-2 0 0 0,0 1 0 0 0,0-1 0 0 0,0 0 0 0 0,0-1 0 0 0,0 1 0 0 0,-1-1 0 0 0,1-1 0 0 0,-1 1 0 0 0,0-1 0 0 0,0 0 0 0 0,0-1 0 0 0,0 1 0 0 0,-1-1 0 0 0,0 0 0 0 0,9-11 0 0 0,-2 0-40 0 0,1 0 0 0 0,-2-1 1 0 0,0-1-1 0 0,-2 0 0 0 0,0 0 1 0 0,13-37-1 0 0,-11 25 59 0 0,-6 20 1 0 0,-1-1 1 0 0,-1 1-1 0 0,4-22 0 0 0,10-50 650 0 0,-17 82-583 0 0,-12 27 194 0 0,-16 56 0 0 0,24-69-252 0 0,1-1 0 0 0,0 1 0 0 0,1 0 1 0 0,1 0-1 0 0,0 0 0 0 0,0 0 0 0 0,2 0 0 0 0,3 24 1 0 0,-4-37-13 0 0,1 1 0 0 0,-1-1 0 0 0,1 1 0 0 0,-1-1 0 0 0,1 1 0 0 0,0-1 0 0 0,0 1 0 0 0,0-1 0 0 0,-1 0 0 0 0,1 0 0 0 0,0 1 0 0 0,1-1 1 0 0,-1 0-1 0 0,0 0 0 0 0,0 0 0 0 0,0 0 0 0 0,1 0 0 0 0,-1 0 0 0 0,0-1 0 0 0,1 1 0 0 0,-1 0 0 0 0,3 0 0 0 0,0 0-1 0 0,-1 0 0 0 0,1-1 0 0 0,0 0 0 0 0,-1 0 0 0 0,1 0 0 0 0,-1 0 0 0 0,1 0 0 0 0,0-1 0 0 0,6-1 0 0 0,8-4-5 0 0,0 0 0 0 0,-1-2-1 0 0,20-10 1 0 0,-21 9 3 0 0,99-47 833 0 0,-114 55-672 0 0,1 4-38 0 0,0 0 0 0 0,0 1 1 0 0,0-1-1 0 0,0 0 0 0 0,-1 1 0 0 0,1-1 1 0 0,-1 1-1 0 0,0 0 0 0 0,0-1 0 0 0,0 1 1 0 0,0 0-1 0 0,-1 0 0 0 0,0-1 0 0 0,1 1 1 0 0,-2 0-1 0 0,1 4 0 0 0,0 0-351 0 0,1 0 0 0 0,-1 0-1 0 0,2 0 1 0 0,-1-1 0 0 0,5 14-1 0 0,5 6-1784 0 0,-1-2-5162 0 0,-7-19 3852 0 0</inkml:trace>
</inkml:ink>
</file>

<file path=ppt/ink/ink1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21:04.7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171 10 140 0 0,'0'-1'88'0'0,"-1"0"0"0"0,0 0 0 0 0,0 1 0 0 0,0-1 0 0 0,0 0 1 0 0,0 1-1 0 0,0-1 0 0 0,0 0 0 0 0,0 1 0 0 0,0-1 0 0 0,0 1 0 0 0,0 0 0 0 0,0-1 0 0 0,0 1 0 0 0,0 0 0 0 0,-1 0 0 0 0,1 0 1 0 0,0-1-1 0 0,0 1 0 0 0,0 0 0 0 0,0 1 0 0 0,-1-1 0 0 0,1 0 0 0 0,0 0 0 0 0,0 0 0 0 0,0 1 0 0 0,0-1 0 0 0,0 0 1 0 0,0 1-1 0 0,0-1 0 0 0,-1 1 0 0 0,0 0 0 0 0,-38 22 580 0 0,35-20-382 0 0,-2 3-147 0 0,0-1 1 0 0,0 1-1 0 0,0 1 1 0 0,1 0-1 0 0,0 0 1 0 0,1 0-1 0 0,-1 0 1 0 0,1 1-1 0 0,1 0 1 0 0,-1 0-1 0 0,2 0 0 0 0,-1 0 1 0 0,1 1-1 0 0,-4 14 1 0 0,5-16-79 0 0,0 0 0 0 0,1 0 0 0 0,0 0 0 0 0,0 0 0 0 0,1 0 0 0 0,-1 0 0 0 0,2 1 0 0 0,-1-1 0 0 0,1 0 0 0 0,0 0 0 0 0,0 0 0 0 0,1 0 0 0 0,0 0 0 0 0,0-1 0 0 0,1 1 0 0 0,0 0 0 0 0,0-1 0 0 0,0 0 0 0 0,6 8 0 0 0,-5-10-40 0 0,-1 0 0 0 0,1-1 1 0 0,0 0-1 0 0,0 0 1 0 0,0 0-1 0 0,0 0 0 0 0,0 0 1 0 0,1-1-1 0 0,-1 0 1 0 0,1 0-1 0 0,0 0 0 0 0,0-1 1 0 0,-1 1-1 0 0,1-1 1 0 0,0 0-1 0 0,0-1 1 0 0,0 1-1 0 0,0-1 0 0 0,0 0 1 0 0,0 0-1 0 0,0 0 1 0 0,0-1-1 0 0,0 0 0 0 0,0 0 1 0 0,0 0-1 0 0,0-1 1 0 0,0 1-1 0 0,-1-1 0 0 0,9-5 1 0 0,-11 5-18 0 0,0 1 1 0 0,-1-1-1 0 0,1 0 0 0 0,-1-1 1 0 0,1 1-1 0 0,-1 0 1 0 0,0 0-1 0 0,0 0 0 0 0,0-1 1 0 0,0 1-1 0 0,0-1 0 0 0,-1 1 1 0 0,1-1-1 0 0,-1 1 1 0 0,1-1-1 0 0,-1 1 0 0 0,0-1 1 0 0,0 1-1 0 0,0-1 1 0 0,0 1-1 0 0,-1-1 0 0 0,1 1 1 0 0,-1-1-1 0 0,-1-4 1 0 0,1 2-3 0 0,-1 0 0 0 0,1 0 1 0 0,-1 0-1 0 0,0 1 0 0 0,-1-1 1 0 0,1 1-1 0 0,-1-1 0 0 0,0 1 1 0 0,0 0-1 0 0,0 0 0 0 0,-8-7 1 0 0,0 2-10 0 0,10 7 6 0 0,-2 0 0 0 0,1 0 0 0 0,0 1 0 0 0,0-1 0 0 0,0 1 0 0 0,-1-1 0 0 0,1 1 0 0 0,-1 0 0 0 0,1 0-1 0 0,-1 0 1 0 0,0 0 0 0 0,1 1 0 0 0,-1-1 0 0 0,0 1 0 0 0,1-1 0 0 0,-1 1 0 0 0,-4 0 0 0 0,4 0 1 0 0,1 0-1 0 0,-1 0 1 0 0,0 0 0 0 0,1 1 0 0 0,-1-1 0 0 0,1 1 0 0 0,-1-1 0 0 0,1 1 0 0 0,-1 0-1 0 0,1 0 1 0 0,-1 0 0 0 0,1 0 0 0 0,0 0 0 0 0,0 1 0 0 0,-1-1 0 0 0,1 1 0 0 0,0 0-1 0 0,0-1 1 0 0,0 1 0 0 0,1 0 0 0 0,-1 0 0 0 0,0 0 0 0 0,1 0 0 0 0,-1 1-1 0 0,1-1 1 0 0,0 0 0 0 0,0 0 0 0 0,0 1 0 0 0,0-1 0 0 0,0 1 0 0 0,0-1 0 0 0,1 1-1 0 0,-1 2 1 0 0,0-2 5 0 0,1 0 0 0 0,-1 0-1 0 0,1-1 1 0 0,0 1 0 0 0,0 0-1 0 0,0 0 1 0 0,1 0 0 0 0,-1-1-1 0 0,1 1 1 0 0,-1 0 0 0 0,1 0-1 0 0,0-1 1 0 0,0 1 0 0 0,0 0 0 0 0,0-1-1 0 0,0 1 1 0 0,1-1 0 0 0,-1 0-1 0 0,1 1 1 0 0,0-1 0 0 0,0 0-1 0 0,0 0 1 0 0,0 0 0 0 0,0 0-1 0 0,0 0 1 0 0,0-1 0 0 0,0 1-1 0 0,1 0 1 0 0,-1-1 0 0 0,6 2-1 0 0,-5-1 0 0 0,0-1-1 0 0,0 0 0 0 0,1 1 0 0 0,-1-2 1 0 0,1 1-1 0 0,-1 0 0 0 0,1-1 0 0 0,-1 1 0 0 0,1-1 1 0 0,-1 0-1 0 0,1 0 0 0 0,-1 0 0 0 0,1-1 1 0 0,-1 1-1 0 0,1-1 0 0 0,-1 0 0 0 0,1 0 0 0 0,-1 0 1 0 0,0-1-1 0 0,1 1 0 0 0,-1-1 0 0 0,0 1 1 0 0,0-1-1 0 0,0 0 0 0 0,0 0 0 0 0,-1-1 0 0 0,1 1 1 0 0,0-1-1 0 0,-1 1 0 0 0,0-1 0 0 0,1 0 1 0 0,-1 0-1 0 0,0 0 0 0 0,-1 0 0 0 0,3-3 0 0 0,-2 0-3 0 0,0 0 0 0 0,0 0-1 0 0,0 0 1 0 0,-1 0 0 0 0,0 0-1 0 0,0-1 1 0 0,0 1 0 0 0,-1 0-1 0 0,0-1 1 0 0,0 1 0 0 0,-1 0-1 0 0,0 0 1 0 0,0-1 0 0 0,0 1-1 0 0,-1 0 1 0 0,0 0-1 0 0,0 0 1 0 0,-5-10 0 0 0,6 14-3 0 0,0 1 4 0 0,1 0 0 0 0,-1 0 0 0 0,1 0 0 0 0,-1 0 0 0 0,0-1 0 0 0,0 1 0 0 0,0 1 0 0 0,0-1 0 0 0,0 0 0 0 0,0 0 0 0 0,0 0 0 0 0,0 0 0 0 0,0 1-1 0 0,0-1 1 0 0,0 1 0 0 0,0-1 0 0 0,0 0 0 0 0,-1 1 0 0 0,1 0 0 0 0,0-1 0 0 0,0 1 0 0 0,-1 0 0 0 0,1 0 0 0 0,0 0 0 0 0,-1 0 0 0 0,1 0 0 0 0,0 0-1 0 0,0 0 1 0 0,-1 0 0 0 0,1 0 0 0 0,0 0 0 0 0,0 1 0 0 0,-2 0 0 0 0,-4 1-1 0 0,1 0 0 0 0,-1 0 0 0 0,1 0 0 0 0,0 1-1 0 0,0 0 1 0 0,0 0 0 0 0,0 1 0 0 0,1 0 0 0 0,-1 0 0 0 0,1 0 0 0 0,0 1-1 0 0,0 0 1 0 0,1-1 0 0 0,-1 2 0 0 0,1-1 0 0 0,0 0 0 0 0,1 1-1 0 0,-1 0 1 0 0,1 0 0 0 0,0 0 0 0 0,0 0 0 0 0,-2 12 0 0 0,4-17 3 0 0,1 0 0 0 0,0 1-1 0 0,0-1 1 0 0,-1 0 0 0 0,1 1 0 0 0,0-1 0 0 0,0 0 0 0 0,1 1 0 0 0,-1-1 0 0 0,0 0 0 0 0,0 1-1 0 0,1-1 1 0 0,-1 0 0 0 0,0 0 0 0 0,1 1 0 0 0,0-1 0 0 0,-1 0 0 0 0,1 0 0 0 0,0 0 0 0 0,-1 1-1 0 0,1-1 1 0 0,0 0 0 0 0,0 0 0 0 0,0 0 0 0 0,0-1 0 0 0,0 1 0 0 0,0 0 0 0 0,0 0 0 0 0,0 0-1 0 0,0-1 1 0 0,1 1 0 0 0,-1-1 0 0 0,0 1 0 0 0,0-1 0 0 0,1 1 0 0 0,-1-1 0 0 0,0 1 0 0 0,0-1-1 0 0,1 0 1 0 0,-1 0 0 0 0,0 0 0 0 0,1 0 0 0 0,-1 0 0 0 0,1 0 0 0 0,-1 0 0 0 0,0-1 0 0 0,3 0 0 0 0,-1 1 1 0 0,0 0 0 0 0,-1-1 0 0 0,1 0 0 0 0,0 0 0 0 0,-1 1 0 0 0,1-2 0 0 0,-1 1 0 0 0,1 0 0 0 0,-1 0 0 0 0,1-1 0 0 0,-1 0 0 0 0,0 1 1 0 0,0-1-1 0 0,0 0 0 0 0,0 0 0 0 0,0 0 0 0 0,0 0 0 0 0,0 0 0 0 0,-1-1 0 0 0,1 1 0 0 0,-1 0 0 0 0,0-1 0 0 0,2-3 0 0 0,-2 3-2 0 0,0 0 0 0 0,-1 1-1 0 0,1-1 1 0 0,-1 0 0 0 0,1 0-1 0 0,-1 0 1 0 0,0 0 0 0 0,0-1-1 0 0,0 1 1 0 0,-1 0-1 0 0,1 0 1 0 0,-1 1 0 0 0,0-1-1 0 0,0 0 1 0 0,0 0 0 0 0,0 0-1 0 0,-2-3 1 0 0,1 1-18 0 0,2 4-96 0 0,-1 1 73 0 0,0 1 0 0 0,0-1 0 0 0,0 1-1 0 0,0-1 1 0 0,1 1 0 0 0,-1-1-1 0 0,0 1 1 0 0,0 0 0 0 0,0-1 0 0 0,1 1-1 0 0,-1 0 1 0 0,0 0 0 0 0,1 0 0 0 0,-1-1-1 0 0,1 1 1 0 0,-1 0 0 0 0,1 0-1 0 0,-1 0 1 0 0,1 0 0 0 0,0 0 0 0 0,-1 0-1 0 0,1 2 1 0 0,-9 28-1482 0 0,7-24 642 0 0,-2 7-1084 0 0,1 1 152 0 0</inkml:trace>
</inkml:ink>
</file>

<file path=ppt/ink/ink11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21:03.4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117 106 220 0 0,'-11'-12'3082'0'0,"4"17"-686"0"0,7-4-2290 0 0,0 1 1 0 0,-1 0-1 0 0,1 0 0 0 0,0 0 0 0 0,0 0 1 0 0,0 0-1 0 0,0 0 0 0 0,0 0 0 0 0,1 0 1 0 0,-1 0-1 0 0,1-1 0 0 0,-1 1 0 0 0,1 0 1 0 0,-1 0-1 0 0,3 2 0 0 0,-3-3 41 0 0,1-1-119 0 0,-1 1 0 0 0,1-1-1 0 0,-1 0 1 0 0,1 1 0 0 0,0-1-1 0 0,-1 0 1 0 0,1 1 0 0 0,0-1-1 0 0,-1 0 1 0 0,1 0-1 0 0,0 0 1 0 0,-1 0 0 0 0,1 0-1 0 0,0 0 1 0 0,0 0 0 0 0,-1 0-1 0 0,1 0 1 0 0,0 0 0 0 0,-1 0-1 0 0,1 0 1 0 0,0 0 0 0 0,-1-1-1 0 0,1 1 1 0 0,0 0 0 0 0,-1-1-1 0 0,1 1 1 0 0,0 0 0 0 0,-1-1-1 0 0,1 1 1 0 0,-1-1-1 0 0,1 1 1 0 0,-1-1 0 0 0,1 1-1 0 0,0-1 1 0 0,22-17 174 0 0,-21 15-165 0 0,1 0 0 0 0,-1 0 1 0 0,0 0-1 0 0,0 0 0 0 0,0 0 0 0 0,0 0 1 0 0,-1 0-1 0 0,1-1 0 0 0,-1 1 1 0 0,0-1-1 0 0,0 1 0 0 0,0-1 0 0 0,0 1 1 0 0,-1-1-1 0 0,1 0 0 0 0,-1 1 1 0 0,0-1-1 0 0,0 0 0 0 0,-1-6 0 0 0,0 8-23 0 0,1 0-1 0 0,0 1 1 0 0,-1-1-1 0 0,1 0 1 0 0,-1 1-1 0 0,1-1 0 0 0,-1 0 1 0 0,0 1-1 0 0,0-1 1 0 0,0 1-1 0 0,0 0 1 0 0,0-1-1 0 0,0 1 1 0 0,0-1-1 0 0,0 1 0 0 0,0 0 1 0 0,-1 0-1 0 0,1 0 1 0 0,0 0-1 0 0,-1 0 1 0 0,1 0-1 0 0,-1 0 0 0 0,1 0 1 0 0,-1 1-1 0 0,0-1 1 0 0,1 1-1 0 0,-1-1 1 0 0,0 1-1 0 0,1-1 1 0 0,-1 1-1 0 0,0 0 0 0 0,1 0 1 0 0,-1 0-1 0 0,0 0 1 0 0,0 0-1 0 0,1 0 1 0 0,-1 1-1 0 0,0-1 0 0 0,1 0 1 0 0,-1 1-1 0 0,0-1 1 0 0,-2 2-1 0 0,-3 0 18 0 0,1-1 1 0 0,-1 2-1 0 0,1-1 0 0 0,-1 1 0 0 0,1-1 0 0 0,0 2 0 0 0,0-1 1 0 0,0 1-1 0 0,1 0 0 0 0,-1 0 0 0 0,1 0 0 0 0,0 1 1 0 0,0 0-1 0 0,0 0 0 0 0,1 0 0 0 0,0 1 0 0 0,0-1 0 0 0,0 1 1 0 0,0 0-1 0 0,-2 8 0 0 0,6-13-27 0 0,0 0 0 0 0,0 0 0 0 0,0-1 0 0 0,0 1 0 0 0,0 0 0 0 0,0 0 0 0 0,1 0 0 0 0,-1-1 0 0 0,0 1 0 0 0,1 0 0 0 0,-1 0 0 0 0,0-1 0 0 0,1 1 0 0 0,-1 0 0 0 0,1-1 0 0 0,-1 1 0 0 0,1-1 0 0 0,-1 1 0 0 0,1 0 0 0 0,0-1 0 0 0,-1 1 0 0 0,1-1 0 0 0,0 0 0 0 0,-1 1 0 0 0,1-1 0 0 0,0 1 0 0 0,0-1 0 0 0,-1 0 0 0 0,1 0 0 0 0,0 1 0 0 0,0-1 0 0 0,0 0-1 0 0,-1 0 1 0 0,1 0 0 0 0,0 0 0 0 0,0 0 0 0 0,0 0 0 0 0,0 0 0 0 0,33 3 53 0 0,44-14-3 0 0,-73 10-49 0 0,-1 0 1 0 0,0 0-1 0 0,0-1 1 0 0,1 1-1 0 0,-1-1 1 0 0,0 0 0 0 0,-1 0-1 0 0,1 0 1 0 0,0-1-1 0 0,-1 1 1 0 0,1-1-1 0 0,-1 0 1 0 0,0 0 0 0 0,0 0-1 0 0,6-7 1 0 0,-9 9-6 0 0,0 1 0 0 0,1-1 0 0 0,-1 1 1 0 0,1-1-1 0 0,-1 1 0 0 0,0-1 1 0 0,0 0-1 0 0,1 1 0 0 0,-1-1 0 0 0,0 0 1 0 0,0 1-1 0 0,0-1 0 0 0,0 0 0 0 0,0 1 1 0 0,0-1-1 0 0,0 0 0 0 0,0 1 0 0 0,0-1 1 0 0,0 0-1 0 0,0 1 0 0 0,0-1 0 0 0,0 0 1 0 0,0 1-1 0 0,-1-1 0 0 0,1 0 0 0 0,0 1 1 0 0,-1-1-1 0 0,1 1 0 0 0,0-1 1 0 0,-1 1-1 0 0,1-1 0 0 0,-1 1 0 0 0,1-1 1 0 0,0 1-1 0 0,-1-1 0 0 0,0 1 0 0 0,1-1 1 0 0,-1 1-1 0 0,1 0 0 0 0,-1-1 0 0 0,1 1 1 0 0,-1 0-1 0 0,0-1 0 0 0,1 1 0 0 0,-1 0 1 0 0,0 0-1 0 0,1 0 0 0 0,-1 0 0 0 0,0-1 1 0 0,1 1-1 0 0,-1 0 0 0 0,0 0 1 0 0,1 0-1 0 0,-1 0 0 0 0,0 1 0 0 0,1-1 1 0 0,-2 0-1 0 0,-30 3-16 0 0,32-3 16 0 0,-7 0 2 0 0,0 1 0 0 0,1 1 0 0 0,-1 0 0 0 0,1 0 0 0 0,-1 0 1 0 0,1 0-1 0 0,0 1 0 0 0,-1 0 0 0 0,2 1 0 0 0,-1-1 0 0 0,0 1 0 0 0,1 0 0 0 0,-9 8 0 0 0,14-12-1 0 0,0 1-1 0 0,-1-1 0 0 0,1 1 0 0 0,0-1 1 0 0,-1 0-1 0 0,1 1 0 0 0,0-1 0 0 0,0 1 1 0 0,-1-1-1 0 0,1 0 0 0 0,0 1 0 0 0,0-1 0 0 0,0 1 1 0 0,0-1-1 0 0,0 1 0 0 0,-1-1 0 0 0,1 1 1 0 0,0-1-1 0 0,0 1 0 0 0,0-1 0 0 0,0 1 1 0 0,0-1-1 0 0,1 1 0 0 0,-1-1 0 0 0,0 0 1 0 0,0 1-1 0 0,0-1 0 0 0,0 1 0 0 0,0-1 1 0 0,1 1-1 0 0,-1-1 0 0 0,0 1 0 0 0,0-1 1 0 0,1 0-1 0 0,-1 1 0 0 0,1 0 0 0 0,19 4 1 0 0,21-9 8 0 0,8-12-34 0 0,-45 14 2 0 0,-7 1 0 0 0,-25 8-8 0 0,-46 20-249 0 0,73-27 145 0 0,7 1-1446 0 0,15-11 1469 0 0,-20 9 56 0 0,0 0 51 0 0,-1 1-1 0 0,0-1 0 0 0,0 1 1 0 0,0-1-1 0 0,0 0 0 0 0,0 1 1 0 0,0-1-1 0 0,0 1 0 0 0,0-1 0 0 0,0 0 1 0 0,0 1-1 0 0,0-1 0 0 0,-1 1 1 0 0,1-1-1 0 0,0 0 0 0 0,0 1 0 0 0,-1-1 1 0 0,1 1-1 0 0,0-1 0 0 0,0 1 1 0 0,-1-1-1 0 0,1 1 0 0 0,-1-1 0 0 0,1 1 1 0 0,0 0-1 0 0,-1-1 0 0 0,1 1 1 0 0,-1-1-1 0 0,1 1 0 0 0,-1 0 1 0 0,1 0-1 0 0,-1-1 0 0 0,0 1 0 0 0,1 0 1 0 0,-1 0-1 0 0,1-1 0 0 0,-1 1 1 0 0,1 0-1 0 0,-1 0 0 0 0,0 0 0 0 0,-2 1 6 0 0,0 0 0 0 0,1 0 0 0 0,-1 0 0 0 0,1 0 0 0 0,-1 0 0 0 0,1 1 0 0 0,0-1 0 0 0,0 1 0 0 0,-1-1 0 0 0,1 1 0 0 0,0 0 0 0 0,0 0 0 0 0,1 0 0 0 0,-1 0 0 0 0,0 1 0 0 0,1-1 0 0 0,-1 0 0 0 0,1 1 0 0 0,0-1-1 0 0,0 1 1 0 0,0-1 0 0 0,0 1 0 0 0,0-1 0 0 0,0 1 0 0 0,1 0 0 0 0,-1 3 0 0 0,2-5 0 0 0,-1 0 0 0 0,1 0 0 0 0,0 0 0 0 0,0 0-1 0 0,0 0 1 0 0,0 0 0 0 0,0-1 0 0 0,0 1 0 0 0,0 0 0 0 0,0-1 0 0 0,0 1 0 0 0,0-1-1 0 0,0 1 1 0 0,1-1 0 0 0,-1 1 0 0 0,0-1 0 0 0,0 0 0 0 0,0 0 0 0 0,1 1 0 0 0,-1-1-1 0 0,0 0 1 0 0,0 0 0 0 0,1 0 0 0 0,-1 0 0 0 0,2-1 0 0 0,32 0 0 0 0,-28-1 4 0 0,1 1-1 0 0,-1-1 0 0 0,0-1 0 0 0,1 1 0 0 0,12-8 0 0 0,-17 9-2 0 0,-1-1 0 0 0,0 1-1 0 0,1-1 1 0 0,-1 0 0 0 0,0 0 0 0 0,0 0 0 0 0,-1 0-1 0 0,1 0 1 0 0,0 0 0 0 0,-1-1 0 0 0,1 1-1 0 0,-1 0 1 0 0,0-1 0 0 0,0 1 0 0 0,1-1-1 0 0,-2 0 1 0 0,1 1 0 0 0,1-6 0 0 0,-2 7 0 0 0,0-1 0 0 0,0 1 0 0 0,0 0 1 0 0,0 0-1 0 0,0-1 0 0 0,0 1 0 0 0,-1 0 0 0 0,1 0 1 0 0,0-1-1 0 0,-1 1 0 0 0,1 0 0 0 0,-1 0 0 0 0,1 0 1 0 0,-1 0-1 0 0,0-1 0 0 0,0 1 0 0 0,1 0 0 0 0,-1 0 1 0 0,0 0-1 0 0,0 1 0 0 0,0-1 0 0 0,0 0 0 0 0,0 0 1 0 0,0 0-1 0 0,0 1 0 0 0,0-1 0 0 0,0 0 0 0 0,0 1 1 0 0,0-1-1 0 0,-1 1 0 0 0,1 0 0 0 0,0-1 0 0 0,0 1 0 0 0,-1 0 1 0 0,1-1-1 0 0,0 1 0 0 0,0 0 0 0 0,-1 0 0 0 0,1 0 1 0 0,0 0-1 0 0,0 1 0 0 0,-1-1 0 0 0,-1 1 0 0 0,-3-1 7 0 0,1 0-1 0 0,-1 1 0 0 0,1 0 0 0 0,-1 0 0 0 0,1 0 1 0 0,-1 1-1 0 0,1 0 0 0 0,-9 4 0 0 0,8-2 22 0 0,2 0-1 0 0,-1 0 1 0 0,0 0-1 0 0,1 1 1 0 0,0-1 0 0 0,-7 11-1 0 0,10-14-21 0 0,0 0 0 0 0,1 0-1 0 0,-1 0 1 0 0,1 0 0 0 0,-1 0 0 0 0,1 0-1 0 0,-1 0 1 0 0,1 0 0 0 0,-1 0 0 0 0,1 0-1 0 0,0 0 1 0 0,0 0 0 0 0,-1 0 0 0 0,1 0-1 0 0,0 1 1 0 0,0-1 0 0 0,0 0-1 0 0,0 0 1 0 0,0 0 0 0 0,1 0 0 0 0,-1 0-1 0 0,0 0 1 0 0,0 1 0 0 0,1-1 0 0 0,-1 0-1 0 0,1 0 1 0 0,-1 0 0 0 0,1 0 0 0 0,-1 0-1 0 0,1 0 1 0 0,0 0 0 0 0,-1-1 0 0 0,1 1-1 0 0,0 0 1 0 0,0 0 0 0 0,0 0-1 0 0,0-1 1 0 0,-1 1 0 0 0,1 0 0 0 0,0-1-1 0 0,0 1 1 0 0,0-1 0 0 0,0 1 0 0 0,1-1-1 0 0,-1 1 1 0 0,1-1 0 0 0,0 2 1 0 0,1-1-1 0 0,-1 0 1 0 0,1 0 0 0 0,0 0-1 0 0,0 0 1 0 0,-1 0 0 0 0,1 0-1 0 0,0-1 1 0 0,0 1 0 0 0,0-1 0 0 0,-1 0-1 0 0,1 0 1 0 0,0 0 0 0 0,0 0-1 0 0,0-1 1 0 0,0 1 0 0 0,0-1-1 0 0,-1 1 1 0 0,1-1 0 0 0,0 0 0 0 0,-1 0-1 0 0,1 0 1 0 0,0-1 0 0 0,-1 1-1 0 0,1 0 1 0 0,-1-1 0 0 0,0 0 0 0 0,4-3-1 0 0,-4 3-4 0 0,-1-1 0 0 0,0 1-1 0 0,-1 0 1 0 0,1 0 0 0 0,0-1-1 0 0,-1 1 1 0 0,1 0 0 0 0,-1-1-1 0 0,0 1 1 0 0,0 0 0 0 0,0-1-1 0 0,0 1 1 0 0,0-1 0 0 0,0 1 0 0 0,-1 0-1 0 0,1-1 1 0 0,-1 1 0 0 0,0 0-1 0 0,1 0 1 0 0,-1-1 0 0 0,0 1-1 0 0,0 0 1 0 0,-1 0 0 0 0,1 0-1 0 0,0 0 1 0 0,-1 0 0 0 0,1 0 0 0 0,-1 1-1 0 0,1-1 1 0 0,-1 0 0 0 0,0 1-1 0 0,0-1 1 0 0,0 1 0 0 0,0 0-1 0 0,0-1 1 0 0,0 1 0 0 0,0 0-1 0 0,0 0 1 0 0,-1 1 0 0 0,1-1 0 0 0,0 0-1 0 0,-1 1 1 0 0,1-1 0 0 0,0 1-1 0 0,-1 0 1 0 0,1 0 0 0 0,0 0-1 0 0,-1 0 1 0 0,1 0 0 0 0,0 0-1 0 0,-1 1 1 0 0,1-1 0 0 0,0 1-1 0 0,-1-1 1 0 0,1 1 0 0 0,-4 2 0 0 0,5-2-6 0 0,0-1 1 0 0,1 1 0 0 0,-1-1-1 0 0,1 1 1 0 0,-1-1 0 0 0,0 1 0 0 0,1 0-1 0 0,-1-1 1 0 0,1 1 0 0 0,-1 0-1 0 0,1 0 1 0 0,0-1 0 0 0,-1 1-1 0 0,1 0 1 0 0,0 0 0 0 0,-1 0 0 0 0,1 0-1 0 0,0-1 1 0 0,0 1 0 0 0,0 0-1 0 0,0 0 1 0 0,0 0 0 0 0,0 0 0 0 0,0 0-1 0 0,0-1 1 0 0,0 1 0 0 0,0 0-1 0 0,0 0 1 0 0,1 0 0 0 0,-1 0 0 0 0,0 0-1 0 0,1-1 1 0 0,-1 1 0 0 0,0 0-1 0 0,1 0 1 0 0,0 0 0 0 0,0 1-384 0 0,0 0 1 0 0,0 0-1 0 0,0-1 1 0 0,1 1 0 0 0,-1 0-1 0 0,1-1 1 0 0,-1 1-1 0 0,1-1 1 0 0,-1 1-1 0 0,1-1 1 0 0,0 0-1 0 0,0 0 1 0 0,-1 0-1 0 0,4 2 1 0 0,5 0-1736 0 0</inkml:trace>
</inkml:ink>
</file>

<file path=ppt/ink/ink11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21:05.3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128 66 336 0 0,'-9'-36'2370'0'0,"8"34"-2253"0"0,0 0 0 0 0,-1 0 1 0 0,1 0-1 0 0,-1 0 0 0 0,1 0 1 0 0,-1 0-1 0 0,0 1 1 0 0,0-1-1 0 0,0 1 0 0 0,0-1 1 0 0,0 1-1 0 0,0 0 0 0 0,0 0 1 0 0,0-1-1 0 0,0 2 1 0 0,-1-1-1 0 0,1 0 0 0 0,0 0 1 0 0,-1 1-1 0 0,1-1 0 0 0,-1 1 1 0 0,1 0-1 0 0,-3-1 0 0 0,0 2 29 0 0,0 0-1 0 0,0 0 0 0 0,1 1 0 0 0,-1-1 1 0 0,0 1-1 0 0,1 0 0 0 0,-1 0 0 0 0,1 1 1 0 0,0-1-1 0 0,-1 1 0 0 0,-4 4 0 0 0,1 2 137 0 0,10-5-66 0 0,20-1-2104 0 0,-10-2-506 0 0,2 0 433 0 0</inkml:trace>
</inkml:ink>
</file>

<file path=ppt/ink/ink11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7T06:08:02.9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1 440 0 0,'0'0'4140'0'0,"8"1"-1923"0"0</inkml:trace>
</inkml:ink>
</file>

<file path=ppt/ink/ink11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7T06:08:46.3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8 1044 0 0,'0'0'4601'0'0,"18"-8"-4161"0"0,1 11-624 0 0,3 1-2853 0 0,-4-3 1461 0 0</inkml:trace>
</inkml:ink>
</file>

<file path=ppt/ink/ink11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7T06:08:46.6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0 372 0 0,'1'4'2535'0'0,"2"1"1849"0"0</inkml:trace>
</inkml:ink>
</file>

<file path=ppt/ink/ink11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7T06:10:20.0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1 824 0 0,'0'12'2168'0'0</inkml:trace>
</inkml:ink>
</file>

<file path=ppt/ink/ink11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22:02.0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131 141 48 0 0,'-4'-48'6843'0'0,"4"52"-6547"0"0,1 89 722 0 0,-5 0 0 0 0,-26 163-1 0 0,27-234-867 0 0,3-13 42 0 0,-1 0 0 0 0,-1 1 1 0 0,0-1-1 0 0,0 0 0 0 0,-5 13 0 0 0,7-21-161 0 0,0-1-1 0 0,0 0 0 0 0,0 0 1 0 0,-1 0-1 0 0,1 0 1 0 0,0 0-1 0 0,0 0 1 0 0,0 0-1 0 0,0 0 1 0 0,-1 0-1 0 0,1 0 0 0 0,0 1 1 0 0,0-1-1 0 0,0 0 1 0 0,0 0-1 0 0,-1 0 1 0 0,1 0-1 0 0,0 0 1 0 0,0 0-1 0 0,0 0 0 0 0,-1 0 1 0 0,1 0-1 0 0,0-1 1 0 0,0 1-1 0 0,0 0 1 0 0,0 0-1 0 0,-1 0 1 0 0,1 0-1 0 0,0 0 0 0 0,0 0 1 0 0,0 0-1 0 0,0 0 1 0 0,-1 0-1 0 0,1-1 1 0 0,0 1-1 0 0,0 0 1 0 0,0 0-1 0 0,0 0 0 0 0,0 0 1 0 0,0 0-1 0 0,-1-1 1 0 0,1 1-1 0 0,0 0 1 0 0,0 0-1 0 0,0 0 1 0 0,0 0-1 0 0,0-1 0 0 0,0 1 1 0 0,0 0-1 0 0,-10-18 405 0 0,-1-9-434 0 0,6 15 203 0 0,-7-34 38 0 0,-10-77 0 0 0,16 59-191 0 0,3 0 0 0 0,4-68 0 0 0,0 122-98 0 0,0 0 0 0 0,1 0 0 0 0,0 0-1 0 0,1 0 1 0 0,0 0 0 0 0,6-12 0 0 0,-9 21-23 0 0,3 2 46 0 0,1 0 0 0 0,-1 0 0 0 0,0 0 0 0 0,1 0 0 0 0,-1 1-1 0 0,0-1 1 0 0,0 1 0 0 0,0 0 0 0 0,-1 0 0 0 0,1 0 0 0 0,0 0 0 0 0,-1 1 0 0 0,5 4 0 0 0,36 43-48 0 0,-31-36 42 0 0,23 28-5 0 0,3-3 1 0 0,45 39-1 0 0,-61-59 31 0 0,1-2-1 0 0,1 0 0 0 0,1-2 0 0 0,0 0 0 0 0,46 18 1 0 0,-68-33 9 0 0,0 1-1 0 0,0 0 1 0 0,0-1 0 0 0,0 1 0 0 0,0-1 0 0 0,0 0 0 0 0,0 0 0 0 0,0 0 0 0 0,0-1 0 0 0,0 1 0 0 0,0-1 0 0 0,0 1 0 0 0,0-1 0 0 0,0 0 0 0 0,0 0 0 0 0,0 0 0 0 0,0-1 0 0 0,0 1 0 0 0,-1-1 0 0 0,1 0 0 0 0,-1 1 0 0 0,1-1 0 0 0,-1 0 0 0 0,0 0 0 0 0,1-1 0 0 0,-1 1 0 0 0,0 0 0 0 0,-1-1 0 0 0,1 1 0 0 0,1-4-1 0 0,2-1 21 0 0,-1-1 0 0 0,0 1 0 0 0,0-1-1 0 0,-1 0 1 0 0,0 0 0 0 0,0 0 0 0 0,-1 0-1 0 0,0 0 1 0 0,2-17 0 0 0,3-66 109 0 0,-3 54-85 0 0,-2 0 1 0 0,-4-64-1 0 0,1 73-1081 0 0,4 41-1548 0 0,-2-6 1569 0 0,0 0-1 0 0,1 0 1 0 0,0 0-1 0 0,0 0 1 0 0,4 9-1 0 0,1-2-1449 0 0</inkml:trace>
</inkml:ink>
</file>

<file path=ppt/ink/ink11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22:02.4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 36 168 0 0,'0'0'3350'0'0,"-2"4"-2808"0"0,-2 5-294 0 0,0 1 1 0 0,1 0-1 0 0,0 0 0 0 0,0 0 0 0 0,1 1 0 0 0,1-1 0 0 0,-1 0 0 0 0,2 1 0 0 0,-1-1 0 0 0,2 1 0 0 0,1 15 0 0 0,-1-19-171 0 0,0 1 0 0 0,1 0 0 0 0,0-1 0 0 0,0 1 0 0 0,1-1 0 0 0,0 1 0 0 0,0-1 0 0 0,0 0 0 0 0,1 0 0 0 0,0 0 0 0 0,1-1 0 0 0,0 0 0 0 0,0 1 0 0 0,0-2 0 0 0,0 1 0 0 0,9 7 0 0 0,-11-12-37 0 0,-1 1-1 0 0,1 0 1 0 0,0-1 0 0 0,0 0-1 0 0,-1 0 1 0 0,1 0 0 0 0,0 0 0 0 0,0 0-1 0 0,0 0 1 0 0,0-1 0 0 0,0 1-1 0 0,0-1 1 0 0,0 0 0 0 0,0 0-1 0 0,0 0 1 0 0,0 0 0 0 0,0-1-1 0 0,0 1 1 0 0,0-1 0 0 0,0 0-1 0 0,0 1 1 0 0,0-2 0 0 0,0 1-1 0 0,0 0 1 0 0,-1 0 0 0 0,1-1-1 0 0,0 0 1 0 0,-1 1 0 0 0,1-1 0 0 0,-1 0-1 0 0,0 0 1 0 0,0 0 0 0 0,4-5-1 0 0,-2 2 67 0 0,1 0-1 0 0,-1-1 0 0 0,0 1 1 0 0,0-1-1 0 0,-1 0 0 0 0,0 0 1 0 0,0 0-1 0 0,0-1 1 0 0,-1 1-1 0 0,0-1 0 0 0,0 0 1 0 0,0 1-1 0 0,0-14 0 0 0,-3 10-72 0 0,0 1 0 0 0,-1-1 0 0 0,0 1-1 0 0,-1 0 1 0 0,1 0 0 0 0,-2 0 0 0 0,0 0 0 0 0,0 1-1 0 0,0-1 1 0 0,-1 1 0 0 0,0 0 0 0 0,-1 1 0 0 0,1-1-1 0 0,-2 1 1 0 0,1 0 0 0 0,-1 0 0 0 0,0 1-1 0 0,0 0 1 0 0,-1 0 0 0 0,0 1 0 0 0,0 0 0 0 0,0 0-1 0 0,-17-6 1 0 0,24 10-118 0 0,-1 1 1 0 0,1 0-1 0 0,0 0 1 0 0,-1 0-1 0 0,1 0 0 0 0,0 0 1 0 0,-1 0-1 0 0,1 0 1 0 0,-1 0-1 0 0,1 1 0 0 0,0-1 1 0 0,0 0-1 0 0,-1 1 0 0 0,1-1 1 0 0,0 1-1 0 0,0 0 1 0 0,-1-1-1 0 0,1 1 0 0 0,0 0 1 0 0,0 0-1 0 0,0-1 1 0 0,0 1-1 0 0,0 0 0 0 0,0 0 1 0 0,0 0-1 0 0,-1 3 0 0 0,-10 16-5279 0 0,11-15 2940 0 0</inkml:trace>
</inkml:ink>
</file>

<file path=ppt/ink/ink11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22:02.8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40 76 0 0,'0'0'3717'0'0,"-1"4"-3126"0"0,1 5-322 0 0,0 1 1 0 0,0-1-1 0 0,0 1 1 0 0,1-1-1 0 0,1 1 1 0 0,0-1-1 0 0,0 0 1 0 0,1 0-1 0 0,0 0 1 0 0,0 0-1 0 0,1 0 1 0 0,0 0-1 0 0,7 8 1 0 0,-9-12-203 0 0,1 0 0 0 0,1-1 0 0 0,-1 0 0 0 0,1 0 0 0 0,-1 0 0 0 0,1 0 0 0 0,1-1 0 0 0,-1 1 1 0 0,0-1-1 0 0,1 0 0 0 0,6 3 0 0 0,-8-4-26 0 0,0-1 0 0 0,1 0-1 0 0,-1 0 1 0 0,1-1 0 0 0,-1 1 0 0 0,1-1 0 0 0,-1 1 0 0 0,1-1 0 0 0,-1 0-1 0 0,1-1 1 0 0,-1 1 0 0 0,1 0 0 0 0,-1-1 0 0 0,1 0 0 0 0,-1 0 0 0 0,0 0-1 0 0,1 0 1 0 0,5-4 0 0 0,-4 3 30 0 0,-1-1 1 0 0,1 0-1 0 0,-1 0 0 0 0,0 0 0 0 0,0-1 1 0 0,0 0-1 0 0,0 1 0 0 0,-1-1 0 0 0,1-1 0 0 0,-1 1 1 0 0,0 0-1 0 0,0-1 0 0 0,-1 0 0 0 0,0 1 1 0 0,1-1-1 0 0,-1 0 0 0 0,-1 0 0 0 0,2-6 0 0 0,1-6 155 0 0,-2 0 0 0 0,0 0 0 0 0,0 0 0 0 0,-2-18-1 0 0,-1-5 330 0 0,1 39-544 0 0,-13 13-2061 0 0,8 15-4437 0 0,7-22 4094 0 0</inkml:trace>
</inkml:ink>
</file>

<file path=ppt/ink/ink11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22:03.3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6 316 0 0,'1'-1'222'0'0,"0"1"0"0"0,0-1 0 0 0,0 1 0 0 0,0-1 0 0 0,0 1 0 0 0,1-1 0 0 0,-1 1 0 0 0,0-1 0 0 0,0 1 0 0 0,1 0 0 0 0,-1 0 0 0 0,0 0 0 0 0,0 0 0 0 0,1 0 0 0 0,-1 0 0 0 0,0 0 0 0 0,0 0 0 0 0,1 0 0 0 0,-1 1 0 0 0,0-1 0 0 0,0 0-1 0 0,1 1 1 0 0,-1-1 0 0 0,0 1 0 0 0,2 1 0 0 0,1 0 45 0 0,0 1 0 0 0,0 0 0 0 0,-1 0 0 0 0,1 1 0 0 0,-1-1 0 0 0,0 1 0 0 0,4 5 0 0 0,-1-1-53 0 0,-1-1 0 0 0,0 1-1 0 0,-1 0 1 0 0,0 1 0 0 0,0-1 0 0 0,-1 1 0 0 0,4 17 0 0 0,-6-23-65 0 0,-1 1 0 0 0,1-1 0 0 0,-1 1 0 0 0,0 0 0 0 0,0-1 0 0 0,0 1 0 0 0,0 0-1 0 0,-1-1 1 0 0,0 1 0 0 0,1 0 0 0 0,-1-1 0 0 0,-1 1 0 0 0,1-1 0 0 0,-4 8 575 0 0,15-47-421 0 0,-5 28-284 0 0,1 0-1 0 0,0 1 1 0 0,1-1 0 0 0,-1 1-1 0 0,1 1 1 0 0,1-1 0 0 0,-1 1-1 0 0,1 0 1 0 0,0 1 0 0 0,1 0-1 0 0,-1 0 1 0 0,1 1 0 0 0,0 0-1 0 0,0 0 1 0 0,17-3 0 0 0,-24 6-11 0 0,1 1-1 0 0,0 0 1 0 0,-1 0 0 0 0,1 0 0 0 0,-1 0 0 0 0,1 0 0 0 0,-1 1 0 0 0,1-1 0 0 0,-1 1 0 0 0,1 0 0 0 0,-1-1 0 0 0,1 1 0 0 0,-1 0 0 0 0,0 0 0 0 0,0 1 0 0 0,1-1 0 0 0,-1 0 0 0 0,0 1 0 0 0,0-1 0 0 0,0 1 0 0 0,0 0-1 0 0,-1 0 1 0 0,1 0 0 0 0,0 0 0 0 0,-1 0 0 0 0,1 0 0 0 0,-1 0 0 0 0,2 4 0 0 0,0 0-219 0 0,0 1 1 0 0,0-1-1 0 0,-1 1 0 0 0,0 0 0 0 0,-1 0 1 0 0,1 0-1 0 0,-1-1 0 0 0,0 14 0 0 0,-3 4-6057 0 0,0-17 3226 0 0</inkml:trace>
</inkml:ink>
</file>

<file path=ppt/ink/ink11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22:04.0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45 444 0 0,'5'-37'5976'0'0,"-1"29"-1583"0"0,0 22-3485 0 0,-1-1-501 0 0,0 1 1 0 0,1-1-1 0 0,1 0 0 0 0,9 20 1 0 0,9 26 387 0 0,2 35 51 0 0,-3 1 1 0 0,-5 1 0 0 0,6 111 0 0 0,-15-70-211 0 0,-2-50-64 0 0,-3 0 0 0 0,-3 0-1 0 0,-14 92 1 0 0,6-142-301 0 0,-1 25 346 0 0,6-72-2222 0 0,-8-16-2012 0 0,-2-2-5971 0 0,7 20 5683 0 0</inkml:trace>
</inkml:ink>
</file>

<file path=ppt/ink/ink11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22:06.1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90 364 140 0 0,'-12'42'7317'0'0,"-29"120"-4900"0"0,35-107-1756 0 0,2-1-1 0 0,2 1 1 0 0,11 102-1 0 0,-3-89-160 0 0,-5-40 339 0 0,-2-23 153 0 0,-1-9 543 0 0,-10-42-1296 0 0,3-1 1 0 0,1 0 0 0 0,3-1 0 0 0,1 0 0 0 0,5-71 0 0 0,5 35-218 0 0,3 0-1 0 0,27-102 1 0 0,0 60-32 0 0,-30 110-7 0 0,0 0 0 0 0,1 1 0 0 0,1 0 0 0 0,1 0 0 0 0,16-22 0 0 0,-22 34 7 0 0,-1 0 0 0 0,1 0 0 0 0,0 0 0 0 0,-1 0 0 0 0,1 1 0 0 0,1-1 0 0 0,-1 1 0 0 0,0 0 0 0 0,1 0-1 0 0,-1 0 1 0 0,1 1 0 0 0,-1-1 0 0 0,1 1 0 0 0,0 0 0 0 0,-1 0 0 0 0,1 0 0 0 0,0 0 0 0 0,0 1 0 0 0,7-1 0 0 0,-5 2 6 0 0,-1 0 0 0 0,0 0 1 0 0,1 0-1 0 0,-1 1 1 0 0,0-1-1 0 0,0 1 1 0 0,0 0-1 0 0,0 1 1 0 0,0 0-1 0 0,-1-1 1 0 0,1 1-1 0 0,8 8 1 0 0,-7-6 1 0 0,0 0 1 0 0,0 1 0 0 0,-1 0 0 0 0,0 0-1 0 0,0 0 1 0 0,0 1 0 0 0,-1-1 0 0 0,0 1-1 0 0,0 1 1 0 0,-1-1 0 0 0,0 0 0 0 0,0 1-1 0 0,-1-1 1 0 0,1 1 0 0 0,-2 0 0 0 0,1 0-1 0 0,-1 0 1 0 0,0 0 0 0 0,-1 10 0 0 0,-2-9 2 0 0,0-1 0 0 0,0 0-1 0 0,-1 0 1 0 0,0 0 0 0 0,0-1 0 0 0,-1 1 0 0 0,0-1 0 0 0,0 1 0 0 0,-1-2 0 0 0,0 1 0 0 0,0 0 0 0 0,-1-1 0 0 0,0 0 0 0 0,0 0 0 0 0,0 0 0 0 0,-1-1 0 0 0,0 0 0 0 0,0-1 0 0 0,-11 7 0 0 0,-12 3-233 0 0,0 0 0 0 0,-2-2 1 0 0,-49 12-1 0 0,75-22 140 0 0,-34 6-1071 0 0,-2 0-5963 0 0</inkml:trace>
</inkml:ink>
</file>

<file path=ppt/ink/ink11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22:06.5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 1 156 0 0,'13'12'964'0'0,"0"1"0"0"0,-1 0-1 0 0,0 1 1 0 0,-1 0 0 0 0,13 24 0 0 0,-20-32-861 0 0,-1-1 0 0 0,0 1 0 0 0,0 0 0 0 0,-1 0 0 0 0,0 1 1 0 0,0-1-1 0 0,-1 0 0 0 0,1 1 0 0 0,-1-1 0 0 0,-1 1 0 0 0,1-1 1 0 0,-1 1-1 0 0,0 0 0 0 0,-1-1 0 0 0,1 1 0 0 0,-1-1 0 0 0,-1 1 1 0 0,-2 8-1 0 0,1-10-14 0 0,0 0 1 0 0,0 0-1 0 0,0 0 1 0 0,-1 0 0 0 0,0-1-1 0 0,0 1 1 0 0,0-1-1 0 0,0 0 1 0 0,-6 4 0 0 0,9-7-50 0 0,-1 1 1 0 0,1-1 0 0 0,-1 0 0 0 0,1 0 0 0 0,-1 1 0 0 0,0-1 0 0 0,1-1 0 0 0,-1 1 0 0 0,0 0 0 0 0,0 0 0 0 0,0-1 0 0 0,1 1-1 0 0,-1-1 1 0 0,0 1 0 0 0,0-1 0 0 0,0 0 0 0 0,0 0 0 0 0,0 0 0 0 0,0 0 0 0 0,0 0 0 0 0,0 0 0 0 0,0 0 0 0 0,0-1 0 0 0,0 1-1 0 0,0-1 1 0 0,1 1 0 0 0,-1-1 0 0 0,0 0 0 0 0,0 0 0 0 0,-2-1 0 0 0,3 0-20 0 0,0 1 1 0 0,0-1 0 0 0,0 0-1 0 0,0 1 1 0 0,0-1-1 0 0,1 0 1 0 0,-1 0-1 0 0,1 0 1 0 0,-1 0-1 0 0,1 0 1 0 0,-1 0 0 0 0,1 1-1 0 0,0-1 1 0 0,0 0-1 0 0,0 0 1 0 0,0 0-1 0 0,0 0 1 0 0,1 0 0 0 0,-1 0-1 0 0,1 0 1 0 0,-1 0-1 0 0,1 0 1 0 0,-1 0-1 0 0,3-2 1 0 0,23-44 132 0 0,-11 30-78 0 0,1-1 0 0 0,1 2 0 0 0,0 0 0 0 0,39-27 0 0 0,-45 35-338 0 0,1 2 0 0 0,1-1-1 0 0,-1 2 1 0 0,1 0 0 0 0,1 0 0 0 0,-1 1-1 0 0,1 1 1 0 0,-1 0 0 0 0,25-3-1 0 0,-11 12-4333 0 0,-20-4 2391 0 0</inkml:trace>
</inkml:ink>
</file>

<file path=ppt/ink/ink11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22:06.9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88 1 132 0 0,'-6'3'333'0'0,"0"1"0"0"0,0 0 1 0 0,0 0-1 0 0,1 0 0 0 0,-1 1 0 0 0,1 0 0 0 0,0 0 0 0 0,1 0 1 0 0,-1 1-1 0 0,1-1 0 0 0,0 1 0 0 0,1 0 0 0 0,-1 1 0 0 0,1-1 1 0 0,0 0-1 0 0,1 1 0 0 0,0 0 0 0 0,0-1 0 0 0,-2 11 1 0 0,3-13-249 0 0,0 1 0 0 0,1 0 1 0 0,-1-1-1 0 0,1 1 0 0 0,0 0 1 0 0,0-1-1 0 0,1 1 1 0 0,-1 0-1 0 0,1 0 0 0 0,0-1 1 0 0,0 1-1 0 0,1-1 0 0 0,-1 1 1 0 0,1-1-1 0 0,0 0 1 0 0,0 0-1 0 0,0 1 0 0 0,1-1 1 0 0,0-1-1 0 0,-1 1 0 0 0,2 0 1 0 0,-1-1-1 0 0,0 1 1 0 0,0-1-1 0 0,1 0 0 0 0,0 0 1 0 0,0 0-1 0 0,0-1 0 0 0,7 4 1 0 0,-8-4-34 0 0,0-1 1 0 0,0 0-1 0 0,0 0 1 0 0,1 0-1 0 0,-1 0 1 0 0,0 0-1 0 0,0-1 1 0 0,0 0-1 0 0,1 1 0 0 0,-1-1 1 0 0,0 0-1 0 0,0-1 1 0 0,1 1-1 0 0,-1 0 1 0 0,0-1-1 0 0,0 0 1 0 0,0 0-1 0 0,0 0 1 0 0,0 0-1 0 0,0 0 1 0 0,0-1-1 0 0,0 1 1 0 0,0-1-1 0 0,-1 0 0 0 0,1 0 1 0 0,2-2-1 0 0,0-1 69 0 0,0-1 0 0 0,0 1 0 0 0,-1-1 0 0 0,0 0 0 0 0,0 0 0 0 0,-1 0 0 0 0,0 0 0 0 0,0 0 0 0 0,0-1 0 0 0,-1 0 0 0 0,2-7 0 0 0,-3 8-35 0 0,0-1 0 0 0,0 0 1 0 0,-1 0-1 0 0,0 1 0 0 0,-1-1 0 0 0,1 0 0 0 0,-1 0 0 0 0,0 1 1 0 0,-4-11-1 0 0,4 14-158 0 0,1 0 1 0 0,-1 1 0 0 0,0-1 0 0 0,0 0-1 0 0,0 1 1 0 0,0-1 0 0 0,-1 1-1 0 0,1 0 1 0 0,-1-1 0 0 0,1 1-1 0 0,-1 0 1 0 0,0 0 0 0 0,0 0-1 0 0,0 0 1 0 0,0 0 0 0 0,0 1-1 0 0,0-1 1 0 0,0 1 0 0 0,-1-1-1 0 0,1 1 1 0 0,-1 0 0 0 0,1 0-1 0 0,-1 0 1 0 0,1 0 0 0 0,-1 0-1 0 0,0 0 1 0 0,-4 0 0 0 0,-14 6-2682 0 0,13-1-902 0 0,0-1 1017 0 0</inkml:trace>
</inkml:ink>
</file>

<file path=ppt/ink/ink11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22:07.6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31 492 0 0,'4'-3'417'0'0,"1"-1"0"0"0,-1 1 0 0 0,1 0 0 0 0,0 1 0 0 0,-1-1 1 0 0,1 1-1 0 0,0 0 0 0 0,0 0 0 0 0,1 0 0 0 0,-1 1 0 0 0,0 0 0 0 0,1 0 0 0 0,-1 0 0 0 0,6 1 0 0 0,-5 0-273 0 0,0 0-1 0 0,0 0 1 0 0,0 1-1 0 0,0-1 1 0 0,0 2-1 0 0,0-1 1 0 0,0 1-1 0 0,-1 0 0 0 0,1 0 1 0 0,-1 0-1 0 0,1 1 1 0 0,-1 0-1 0 0,0 0 1 0 0,0 0-1 0 0,0 0 1 0 0,0 1-1 0 0,0 0 1 0 0,-1 0-1 0 0,7 8 1 0 0,-5-3 34 0 0,1 0 0 0 0,-1 0 0 0 0,-1 1 0 0 0,0-1 0 0 0,6 18 1 0 0,-9-23-140 0 0,-1-1 1 0 0,-1 1 0 0 0,1 0-1 0 0,0-1 1 0 0,-1 1 0 0 0,0-1 0 0 0,0 1-1 0 0,0 0 1 0 0,0-1 0 0 0,-1 1-1 0 0,1 0 1 0 0,-1-1 0 0 0,0 1-1 0 0,0-1 1 0 0,0 1 0 0 0,0-1 0 0 0,-1 0-1 0 0,0 1 1 0 0,1-1 0 0 0,-4 4-1 0 0,4-6-32 0 0,0 0 22 0 0,0 1 1 0 0,0 0-1 0 0,0 0 0 0 0,0-1 0 0 0,-1 1 0 0 0,1-1 0 0 0,0 1 1 0 0,-1-1-1 0 0,1 0 0 0 0,-1 1 0 0 0,0-1 0 0 0,1 0 0 0 0,-1 0 1 0 0,0 0-1 0 0,0 0 0 0 0,0 0 0 0 0,0-1 0 0 0,0 1 0 0 0,0-1 0 0 0,0 1 1 0 0,0-1-1 0 0,0 0 0 0 0,-3 1 0 0 0,4-2-21 0 0,0 1 0 0 0,1 0 0 0 0,-1-1 0 0 0,1 1 1 0 0,-1-1-1 0 0,0 1 0 0 0,1 0 0 0 0,-1-1 0 0 0,1 0 0 0 0,-1 1 0 0 0,1-1 0 0 0,-1 1 0 0 0,1-1 0 0 0,0 0 1 0 0,-1 1-1 0 0,1-1 0 0 0,0 1 0 0 0,0-1 0 0 0,-1 0 0 0 0,1 0 0 0 0,0 1 0 0 0,0-1 0 0 0,0 0 0 0 0,0 1 0 0 0,0-1 1 0 0,0 0-1 0 0,0 0 0 0 0,0 1 0 0 0,0-1 0 0 0,0 0 0 0 0,0 0 0 0 0,0 1 0 0 0,0-1 0 0 0,1 0 0 0 0,-1 0 0 0 0,7-27 42 0 0,-2 17-54 0 0,1 0 0 0 0,1 0 0 0 0,0 1 0 0 0,0 0 0 0 0,1 1 0 0 0,1-1 0 0 0,-1 1 0 0 0,1 1-1 0 0,1 0 1 0 0,0 0 0 0 0,19-11 0 0 0,-27 17 6 0 0,1 0 0 0 0,0 0 0 0 0,0 1 0 0 0,0 0 0 0 0,0-1 0 0 0,0 1 0 0 0,1 0 0 0 0,-1 0 0 0 0,0 0 0 0 0,1 1 0 0 0,-1-1 0 0 0,0 1 0 0 0,1 0 0 0 0,-1 0 0 0 0,0 0 0 0 0,1 1 0 0 0,-1-1 0 0 0,0 1 0 0 0,1-1 0 0 0,-1 1 0 0 0,0 0 0 0 0,0 0 0 0 0,0 1 0 0 0,0-1 0 0 0,0 1 0 0 0,0-1 0 0 0,0 1 0 0 0,0 0 0 0 0,-1 0 0 0 0,1 0 0 0 0,-1 0 0 0 0,1 1 0 0 0,-1-1 0 0 0,0 1 0 0 0,0 0 0 0 0,0-1 0 0 0,0 1 0 0 0,0 0 0 0 0,-1 0 0 0 0,2 4-1 0 0,3 4-154 0 0,-1 1 0 0 0,-1 0 0 0 0,0 0 0 0 0,0 1 0 0 0,-2-1-1 0 0,4 22 1 0 0,-4-17-1803 0 0,3-10-3624 0 0</inkml:trace>
</inkml:ink>
</file>

<file path=ppt/ink/ink11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22:08.0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46 17 568 0 0,'-8'8'5259'0'0,"2"-3"-4903"0"0,2 1 0 0 0,-1 0 0 0 0,1 1 1 0 0,0-1-1 0 0,-6 13 0 0 0,9-13-208 0 0,-1-1 1 0 0,1 1-1 0 0,1 0 0 0 0,-1 0 0 0 0,1 0 1 0 0,0 0-1 0 0,0 0 0 0 0,1 0 0 0 0,2 11 1 0 0,-2-14-121 0 0,0 0 0 0 0,1-1 0 0 0,-1 1 0 0 0,0-1 0 0 0,1 1 0 0 0,0-1 0 0 0,-1 0 0 0 0,1 1 0 0 0,0-1 0 0 0,0 0 0 0 0,0 0 0 0 0,1 0 0 0 0,-1-1 0 0 0,0 1 0 0 0,1 0 0 0 0,-1-1 0 0 0,1 0 0 0 0,0 1 0 0 0,-1-1 0 0 0,1 0 0 0 0,0 0 0 0 0,3 0 0 0 0,-1 0 14 0 0,-1 0 1 0 0,0-1-1 0 0,1 1 1 0 0,-1-1-1 0 0,1 0 1 0 0,-1-1-1 0 0,1 1 1 0 0,-1-1-1 0 0,1 0 1 0 0,-1 0-1 0 0,1 0 1 0 0,-1 0-1 0 0,0-1 1 0 0,0 0-1 0 0,0 0 1 0 0,0 0-1 0 0,7-5 1 0 0,-8 5 14 0 0,-1 1 1 0 0,1-1 0 0 0,-1-1-1 0 0,0 1 1 0 0,0 0-1 0 0,0 0 1 0 0,0-1-1 0 0,0 1 1 0 0,0-1-1 0 0,-1 0 1 0 0,1 0 0 0 0,-1 1-1 0 0,1-1 1 0 0,-1 0-1 0 0,0 0 1 0 0,0 0-1 0 0,-1 0 1 0 0,1-1-1 0 0,-1 1 1 0 0,1 0-1 0 0,-1 0 1 0 0,0 0 0 0 0,0 0-1 0 0,-1 0 1 0 0,1-1-1 0 0,-1-3 1 0 0,-1-1 121 0 0,-1-1-1 0 0,0 1 1 0 0,0 0 0 0 0,0 0 0 0 0,-9-15-1 0 0,10 21-263 0 0,1 0-1 0 0,-1 0 0 0 0,1 0 1 0 0,-1 0-1 0 0,0 0 1 0 0,0 0-1 0 0,0 1 0 0 0,0-1 1 0 0,0 1-1 0 0,0 0 0 0 0,0-1 1 0 0,-1 1-1 0 0,1 0 1 0 0,0 0-1 0 0,-1 0 0 0 0,1 0 1 0 0,-1 1-1 0 0,1-1 0 0 0,-1 1 1 0 0,1 0-1 0 0,-1-1 1 0 0,1 1-1 0 0,-1 0 0 0 0,-4 1 1 0 0,-2 3-1016 0 0,6-1-475 0 0,-2-1-2272 0 0,-5 1 1139 0 0</inkml:trace>
</inkml:ink>
</file>

<file path=ppt/ink/ink11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22:08.5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42 44 0 0,'0'4'4826'0'0,"0"20"-950"0"0,-1-18-3798 0 0,1 0 0 0 0,0-1-1 0 0,1 1 1 0 0,0 0 0 0 0,0 0 0 0 0,0 0-1 0 0,0-1 1 0 0,1 1 0 0 0,0 0 0 0 0,5 9 0 0 0,-3-10-17 0 0,-1-1-28 0 0,-1-1 0 0 0,1 1 0 0 0,0-1-1 0 0,0 0 1 0 0,1 0 0 0 0,-1 0 0 0 0,1 0-1 0 0,-1 0 1 0 0,1-1 0 0 0,0 1 0 0 0,0-1-1 0 0,0 0 1 0 0,0 0 0 0 0,1-1 0 0 0,-1 1-1 0 0,0-1 1 0 0,6 1 0 0 0,-2-1 37 0 0,-1 0 1 0 0,1-1-1 0 0,-1 0 1 0 0,1 0-1 0 0,0 0 1 0 0,-1-1-1 0 0,1-1 1 0 0,-1 1-1 0 0,1-1 1 0 0,-1 0-1 0 0,8-4 0 0 0,-10 4 29 0 0,-1 0-1 0 0,0 0 0 0 0,0 0 1 0 0,0-1-1 0 0,0 0 0 0 0,-1 0 1 0 0,1 0-1 0 0,-1 0 0 0 0,0 0 1 0 0,1-1-1 0 0,-1 0 0 0 0,-1 1 1 0 0,1-1-1 0 0,-1 0 0 0 0,1 0 1 0 0,-1-1-1 0 0,0 1 0 0 0,2-7 1 0 0,-2 4-21 0 0,-1 0 0 0 0,1 0 0 0 0,-1 0 0 0 0,0 0 1 0 0,-1 0-1 0 0,1 0 0 0 0,-1 0 0 0 0,-1-1 0 0 0,0 1 0 0 0,0 0 1 0 0,0 0-1 0 0,-1 0 0 0 0,-3-9 0 0 0,5 15-395 0 0,-1 0 165 0 0,1 1 0 0 0,0 0 0 0 0,-1 0 0 0 0,1-1-1 0 0,0 1 1 0 0,-1 0 0 0 0,1 0 0 0 0,-1-1 0 0 0,1 1 0 0 0,0 0 0 0 0,-1 0 0 0 0,1 0 0 0 0,-1 0 0 0 0,1 0-1 0 0,-1 0 1 0 0,1 0 0 0 0,0 0 0 0 0,-1 0 0 0 0,1 0 0 0 0,-1 0 0 0 0,1 0 0 0 0,-1 0 0 0 0,1 0 0 0 0,-1 0-1 0 0,1 0 1 0 0,0 0 0 0 0,-1 0 0 0 0,1 1 0 0 0,-1-1 0 0 0,1 0 0 0 0,0 0 0 0 0,-1 1 0 0 0,-11 3-3382 0 0</inkml:trace>
</inkml:ink>
</file>

<file path=ppt/ink/ink11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22:09.2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10 840 0 0,'16'-10'6970'0'0,"-13"13"-6846"0"0,1-1-1 0 0,-1 1 1 0 0,1 0 0 0 0,-1 0-1 0 0,0 0 1 0 0,0 0 0 0 0,0 1-1 0 0,0-1 1 0 0,-1 1 0 0 0,1-1-1 0 0,-1 1 1 0 0,0 0 0 0 0,0 0-1 0 0,-1 0 1 0 0,1 0 0 0 0,-1 1-1 0 0,0-1 1 0 0,0 0 0 0 0,0 1-1 0 0,0 4 1 0 0,3 15 342 0 0,-2-1 0 0 0,1 32 0 0 0,-2-35 1116 0 0,3-32-944 0 0,10-26-492 0 0,-8 29-144 0 0,0 0-1 0 0,0 0 0 0 0,1 1 0 0 0,0-1 1 0 0,1 1-1 0 0,0 1 0 0 0,0 0 1 0 0,1 0-1 0 0,0 0 0 0 0,0 1 1 0 0,0 1-1 0 0,1-1 0 0 0,0 2 0 0 0,0-1 1 0 0,0 1-1 0 0,16-3 0 0 0,-25 6 2 0 0,1 1 0 0 0,-1 0 1 0 0,1-1-1 0 0,0 1 0 0 0,-1 0 0 0 0,1 0 0 0 0,0 1 0 0 0,-1-1 0 0 0,1 0 0 0 0,-1 0 0 0 0,1 1 0 0 0,-1-1 0 0 0,1 1 0 0 0,0-1 0 0 0,-1 1 0 0 0,0 0 1 0 0,1-1-1 0 0,-1 1 0 0 0,1 0 0 0 0,-1 0 0 0 0,0 0 0 0 0,0 0 0 0 0,1 0 0 0 0,-1 1 0 0 0,0-1 0 0 0,0 0 0 0 0,0 0 0 0 0,0 1 0 0 0,1 1 0 0 0,1 3 22 0 0,-1 1-1 0 0,0-1 1 0 0,0 0-1 0 0,0 1 0 0 0,1 9 1 0 0,0-2 24 0 0,-1-7-79 0 0,0-1 0 0 0,-1 1 0 0 0,0-1 0 0 0,0 1 0 0 0,0 0 0 0 0,-1 8 0 0 0,-3 3-2489 0 0,-1 1-3594 0 0,2-13 2942 0 0</inkml:trace>
</inkml:ink>
</file>

<file path=ppt/ink/ink11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21:49.6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154 0 648 0 0,'-3'1'201'0'0,"-1"1"0"0"0,1-1 0 0 0,0 1-1 0 0,0-1 1 0 0,0 1 0 0 0,0 0 0 0 0,0 0 0 0 0,1 1 0 0 0,-1-1-1 0 0,0 0 1 0 0,1 1 0 0 0,0 0 0 0 0,0-1 0 0 0,0 1 0 0 0,0 0 0 0 0,0 0-1 0 0,0 0 1 0 0,1 0 0 0 0,-3 7 0 0 0,-3 8 234 0 0,1 2 0 0 0,-6 24-1 0 0,8-27-102 0 0,-3 23 209 0 0,2 0 1 0 0,1 0 0 0 0,2 1 0 0 0,4 45 0 0 0,-1-13 205 0 0,-3-60-589 0 0,2-12-124 0 0,-1 0 1 0 0,1 1-1 0 0,0-1 0 0 0,0 0 0 0 0,-1 1 0 0 0,1-1 0 0 0,0 0 0 0 0,0 0 0 0 0,0 1 1 0 0,0-1-1 0 0,1 0 0 0 0,-1 1 0 0 0,0-1 0 0 0,0 0 0 0 0,1 0 0 0 0,-1 1 1 0 0,1 0-1 0 0,0-2-4 0 0,-1 0 1 0 0,0 1 0 0 0,0-1 0 0 0,0 0 0 0 0,0 0 0 0 0,0 0 0 0 0,0 1-1 0 0,0-1 1 0 0,0 0 0 0 0,0 0 0 0 0,0 0 0 0 0,0 1 0 0 0,0-1-1 0 0,0 0 1 0 0,0 0 0 0 0,0 0 0 0 0,0 0 0 0 0,0 1 0 0 0,0-1-1 0 0,0 0 1 0 0,-1 0 0 0 0,1 0 0 0 0,0 1 0 0 0,0-1 0 0 0,0 0 0 0 0,0 0-1 0 0,0 0 1 0 0,0 0 0 0 0,0 0 0 0 0,-1 1 0 0 0,1-1 0 0 0,0 0-1 0 0,0 0 1 0 0,0 0 0 0 0,0 0 0 0 0,-1 0 0 0 0,1 0 0 0 0,0 0-1 0 0,0 0 1 0 0,0 1 0 0 0,0-1 0 0 0,-1 0 0 0 0,1 0 0 0 0,0 0 0 0 0,0 0-1 0 0,0 0 1 0 0,-1 0 0 0 0,1 0 0 0 0,0 0 0 0 0,0 0 0 0 0,0 0-1 0 0,-1 0 1 0 0,1-1 0 0 0,-7-10 74 0 0,1 0-1 0 0,1-1 1 0 0,0 1-1 0 0,1-1 1 0 0,0-1-1 0 0,0 1 1 0 0,-2-21-1 0 0,1 0 44 0 0,-1-63 0 0 0,14-30 55 0 0,-2 66-134 0 0,-6 54-65 0 0,0 4-3 0 0,-1-1 0 0 0,1 0-1 0 0,0 1 1 0 0,1-1 0 0 0,-1 1 0 0 0,0-1 0 0 0,1 1 0 0 0,0-1 0 0 0,-1 1-1 0 0,1-1 1 0 0,0 1 0 0 0,0 0 0 0 0,0-1 0 0 0,1 1 0 0 0,-1 0-1 0 0,2-3 1 0 0,25 28-12 0 0,-3 4 24 0 0,38 53 0 0 0,-5-5 2 0 0,-22-35 7 0 0,76 67 1 0 0,-93-91-15 0 0,0-1-1 0 0,1-1 1 0 0,1-2-1 0 0,1 1 1 0 0,0-2 0 0 0,34 12-1 0 0,-54-22 28 0 0,0-1 0 0 0,1 1 0 0 0,-1-1-1 0 0,1 1 1 0 0,-1-1 0 0 0,0 0 0 0 0,1 0-1 0 0,-1 0 1 0 0,1 0 0 0 0,-1-1 0 0 0,1 1-1 0 0,-1-1 1 0 0,0 1 0 0 0,1-1 0 0 0,-1 0-1 0 0,0 0 1 0 0,0 0 0 0 0,0 0 0 0 0,0 0-1 0 0,1 0 1 0 0,-1-1 0 0 0,-1 1 0 0 0,1-1-1 0 0,0 1 1 0 0,0-1 0 0 0,-1 0 0 0 0,1 0 0 0 0,-1 0-1 0 0,1 0 1 0 0,-1 0 0 0 0,0 0 0 0 0,1 0-1 0 0,-1 0 1 0 0,-1 0 0 0 0,1-1 0 0 0,0 1-1 0 0,1-5 1 0 0,3-10 216 0 0,-1-1 0 0 0,0 1 0 0 0,2-37-1 0 0,-6 50-234 0 0,4-165 1083 0 0,-8 66-423 0 0,5 81-1423 0 0,3 27-1656 0 0,3 37-6191 0 0,-6-28 5154 0 0</inkml:trace>
</inkml:ink>
</file>

<file path=ppt/ink/ink11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21:50.2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17 249 352 0 0,'0'0'2667'0'0,"12"30"233"0"0,41 230 3176 0 0,-53-230-3783 0 0,-5-29-872 0 0,-8-13-1071 0 0,6 2-203 0 0,0 0 0 0 0,0-1-1 0 0,1 0 1 0 0,1 0-1 0 0,0 0 1 0 0,1-1-1 0 0,0 0 1 0 0,0 0-1 0 0,1 0 1 0 0,-2-23-1 0 0,1-5-15 0 0,1 0-1 0 0,4-42 1 0 0,0 69-118 0 0,0 1 1 0 0,1-1-1 0 0,0 1 0 0 0,0 0 1 0 0,2 0-1 0 0,-1 0 0 0 0,2 0 0 0 0,-1 0 1 0 0,2 1-1 0 0,0 0 0 0 0,0 0 1 0 0,0 1-1 0 0,2-1 0 0 0,10-11 1 0 0,-12 16-16 0 0,0 0 0 0 0,1 0 0 0 0,-1 1 0 0 0,1 0 0 0 0,1 0 0 0 0,-1 1 0 0 0,1 0 0 0 0,-1 0 0 0 0,1 1 0 0 0,0 0 0 0 0,0 0 0 0 0,1 1 0 0 0,-1 0 0 0 0,1 0 0 0 0,-1 1 0 0 0,1 0 0 0 0,-1 1 0 0 0,1 0 0 0 0,-1 0 0 0 0,1 1 0 0 0,14 2 0 0 0,31 14 9 0 0,-50-16-9 0 0,-1 0 0 0 0,0 0-1 0 0,0 1 1 0 0,0-1-1 0 0,-1 1 1 0 0,1 0-1 0 0,0 0 1 0 0,0 0 0 0 0,-1 0-1 0 0,0 0 1 0 0,1 1-1 0 0,-1-1 1 0 0,0 1 0 0 0,0-1-1 0 0,2 4 1 0 0,-4-5 1 0 0,0 0 0 0 0,0 1 1 0 0,-1-1-1 0 0,1 0 1 0 0,0 0-1 0 0,-1 1 1 0 0,1-1-1 0 0,0 0 0 0 0,-1 0 1 0 0,1 0-1 0 0,-1 0 1 0 0,0 0-1 0 0,1 0 0 0 0,-1 0 1 0 0,0 0-1 0 0,0 0 1 0 0,1 0-1 0 0,-1 0 0 0 0,0 0 1 0 0,0 0-1 0 0,0-1 1 0 0,0 1-1 0 0,0 0 0 0 0,0-1 1 0 0,0 1-1 0 0,-2 0 1 0 0,-37 20 45 0 0,33-18-42 0 0,-15 7-265 0 0,0-1 0 0 0,0-1 0 0 0,-1-1 1 0 0,0-1-1 0 0,0-1 0 0 0,0-1 0 0 0,-45 3 0 0 0,61-8-248 0 0</inkml:trace>
</inkml:ink>
</file>

<file path=ppt/ink/ink11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21:50.8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0 254 736 0 0,'0'0'9048'0'0,"25"1"-7982"0"0,747-54 2716 0 0,-701 49-3629 0 0,67-4 190 0 0,145-27 1 0 0,-279 34-337 0 0,54-13 234 0 0,-55 13-158 0 0,0 0-1 0 0,1 0 1 0 0,-1 0 0 0 0,0-1 0 0 0,0 1 0 0 0,0-1-1 0 0,0 0 1 0 0,0 0 0 0 0,0 0 0 0 0,0 0-1 0 0,0 0 1 0 0,-1-1 0 0 0,4-3 0 0 0,-6 5-66 0 0,1 0 0 0 0,-1-1-1 0 0,0 1 1 0 0,0 0 0 0 0,0 0 0 0 0,1 0 0 0 0,-1-1 0 0 0,0 1 0 0 0,0 0-1 0 0,-1 0 1 0 0,1 0 0 0 0,0-1 0 0 0,0 1 0 0 0,0 0 0 0 0,-1 0-1 0 0,1 0 1 0 0,-1 0 0 0 0,1 0 0 0 0,-1-1 0 0 0,1 1 0 0 0,-1 0 0 0 0,0 0-1 0 0,1 0 1 0 0,-1 0 0 0 0,0 1 0 0 0,0-1 0 0 0,0 0 0 0 0,0 0 0 0 0,0 0-1 0 0,0 1 1 0 0,0-1 0 0 0,0 0 0 0 0,0 1 0 0 0,0-1 0 0 0,0 1-1 0 0,-1-1 1 0 0,-48-20 28 0 0,45 19-36 0 0,-182-49-247 0 0,222 73 321 0 0,0 1 0 0 0,46 41-1 0 0,-79-62-63 0 0,0-1 0 0 0,0 1 0 0 0,0 0 0 0 0,0 0 0 0 0,0 1 0 0 0,0-1 0 0 0,-1 0 0 0 0,1 1-1 0 0,-1-1 1 0 0,1 1 0 0 0,-1-1 0 0 0,0 1 0 0 0,0 0 0 0 0,0-1 0 0 0,0 1 0 0 0,-1 0 0 0 0,1 0 0 0 0,-1 0-1 0 0,0 0 1 0 0,1-1 0 0 0,-1 1 0 0 0,-1 0 0 0 0,1 0 0 0 0,0 0 0 0 0,-1 0 0 0 0,1 0 0 0 0,-1-1 0 0 0,-2 6 0 0 0,-1-1-52 0 0,0-1 1 0 0,-1 1 0 0 0,0-1-1 0 0,0 1 1 0 0,-1-2 0 0 0,0 1-1 0 0,0 0 1 0 0,0-1 0 0 0,-10 6 0 0 0,-5 3-644 0 0,-2 0 0 0 0,1-2 0 0 0,-45 19 0 0 0,-31-2-7047 0 0,56-20 3582 0 0</inkml:trace>
</inkml:ink>
</file>

<file path=ppt/ink/ink11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21:53.0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399 1 416 0 0,'-29'9'510'0'0,"1"2"-1"0"0,0 2 1 0 0,1 0-1 0 0,1 1 0 0 0,0 2 1 0 0,1 1-1 0 0,0 1 1 0 0,1 1-1 0 0,2 1 1 0 0,0 1-1 0 0,-27 33 1 0 0,41-44-380 0 0,0 1 1 0 0,1 0-1 0 0,0 1 0 0 0,1-1 1 0 0,1 1-1 0 0,-1 1 0 0 0,2-1 1 0 0,0 1-1 0 0,0-1 0 0 0,1 1 1 0 0,1 0-1 0 0,0 1 0 0 0,1-1 1 0 0,0 0-1 0 0,1 0 0 0 0,1 1 1 0 0,0-1-1 0 0,0 0 0 0 0,2 0 1 0 0,-1 0-1 0 0,2 0 1 0 0,0-1-1 0 0,0 1 0 0 0,1-1 1 0 0,1 0-1 0 0,0 0 0 0 0,0 0 1 0 0,1-1-1 0 0,1 0 0 0 0,0-1 1 0 0,0 1-1 0 0,1-2 0 0 0,12 12 1 0 0,11 6-63 0 0,1-1 0 0 0,1-2 0 0 0,0-1 0 0 0,75 36 0 0 0,-75-45-1791 0 0,1 0 0 0 0,1-3 0 0 0,44 10 0 0 0,-49-16-759 0 0</inkml:trace>
</inkml:ink>
</file>

<file path=ppt/ink/ink11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21:53.6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55 178 780 0 0,'0'0'2116'0'0,"4"38"280"0"0,10 25-487 0 0,-9-44-1370 0 0,0 1 1 0 0,-2 0-1 0 0,3 35 0 0 0,-10-35 1223 0 0,-13-28-1199 0 0,13 5-515 0 0,0-1 0 0 0,0 0 0 0 0,0 0 0 0 0,1 0 0 0 0,0-1 0 0 0,-1 1 0 0 0,1-1 0 0 0,1 0 0 0 0,-1 1 0 0 0,1-1 0 0 0,-2-7 0 0 0,-17-58 198 0 0,19 63-213 0 0,-1-4-11 0 0,2 1-1 0 0,-1-1 1 0 0,1 0 0 0 0,0 0 0 0 0,1 1 0 0 0,1-1-1 0 0,0 0 1 0 0,0 0 0 0 0,1 1 0 0 0,3-13 0 0 0,-3 16-22 0 0,1 1 1 0 0,-1-1 0 0 0,1 1 0 0 0,0-1 0 0 0,1 1 0 0 0,-1 0 0 0 0,1 0 0 0 0,1 1-1 0 0,-1-1 1 0 0,1 1 0 0 0,0 0 0 0 0,0 0 0 0 0,0 0 0 0 0,1 1 0 0 0,0 0 0 0 0,9-5 0 0 0,-1 2-3 0 0,0 1 1 0 0,0 0-1 0 0,1 2 1 0 0,0-1-1 0 0,0 2 1 0 0,0 0 0 0 0,1 1-1 0 0,-1 0 1 0 0,1 1-1 0 0,-1 1 1 0 0,1 0-1 0 0,-1 1 1 0 0,1 1 0 0 0,18 5-1 0 0,-24-5 3 0 0,-1 1 0 0 0,0 0 0 0 0,0 0 0 0 0,0 1 0 0 0,0 1 0 0 0,-1-1 0 0 0,0 1 0 0 0,0 1 0 0 0,0-1 0 0 0,0 1 0 0 0,-1 1 0 0 0,0-1 0 0 0,0 1 0 0 0,-1 0 0 0 0,0 1 0 0 0,0 0-1 0 0,-1 0 1 0 0,0 0 0 0 0,0 0 0 0 0,-1 1 0 0 0,0 0 0 0 0,0 0 0 0 0,-1 0 0 0 0,2 10 0 0 0,-4-11 8 0 0,0-1 1 0 0,-1 1-1 0 0,1-1 0 0 0,-2 1 1 0 0,1 0-1 0 0,-1-1 0 0 0,0 1 0 0 0,-1-1 1 0 0,1 1-1 0 0,-2-1 0 0 0,1 0 1 0 0,-1 0-1 0 0,0 0 0 0 0,0 0 0 0 0,-1 0 1 0 0,0-1-1 0 0,0 1 0 0 0,-1-1 1 0 0,1 0-1 0 0,-1 0 0 0 0,-1-1 0 0 0,1 0 1 0 0,-13 10-1 0 0,0-2 67 0 0,0 1 1 0 0,-1-2-1 0 0,-1-1 1 0 0,0 0-1 0 0,-1-1 1 0 0,-37 12-1 0 0,46-19-118 0 0,-54 15 387 0 0,62-17-485 0 0,-1 0 1 0 0,0 0-1 0 0,1-1 0 0 0,-1 0 0 0 0,0 0 0 0 0,1 0 0 0 0,-1 0 0 0 0,0-1 0 0 0,1 0 1 0 0,-1 0-1 0 0,-5-2 0 0 0,0-10-2350 0 0,8 2-1978 0 0,4 1 1532 0 0</inkml:trace>
</inkml:ink>
</file>

<file path=ppt/ink/ink11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21:54.3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0 489 448 0 0,'12'-7'1176'0'0,"0"0"0"0"0,0-1-1 0 0,-1 0 1 0 0,17-16 0 0 0,21-15 1657 0 0,-49 39-2813 0 0,-1 0 0 0 0,1 0 1 0 0,0 0-1 0 0,-1 0 1 0 0,1 0-1 0 0,0 0 1 0 0,0 0-1 0 0,-1 0 1 0 0,1 0-1 0 0,0-1 1 0 0,0 1-1 0 0,-1 0 1 0 0,1 0-1 0 0,0 0 1 0 0,0-1-1 0 0,0 1 1 0 0,-1 0-1 0 0,1 0 1 0 0,0-1-1 0 0,0 1 1 0 0,0 0-1 0 0,0 0 1 0 0,0-1-1 0 0,-1 1 1 0 0,1 0-1 0 0,0 0 1 0 0,0-1-1 0 0,0 1 0 0 0,0 0 1 0 0,0-1-1 0 0,0 1 1 0 0,0 0-1 0 0,0 0 1 0 0,0-1-1 0 0,0 1 1 0 0,0 0-1 0 0,0-1 1 0 0,0 1-1 0 0,0 0 1 0 0,0 0-1 0 0,1-1 1 0 0,-1 1-1 0 0,0 0 1 0 0,0 0-1 0 0,0-1 1 0 0,0 1-1 0 0,0 0 1 0 0,1 0-1 0 0,-1-1 1 0 0,0 1-1 0 0,0 0 1 0 0,0 0-1 0 0,1 0 1 0 0,-1-1-1 0 0,0 1 0 0 0,1 0 1 0 0,-25 0 318 0 0,20 1-301 0 0,1 0 0 0 0,-1 1 0 0 0,1-1 0 0 0,0 1 0 0 0,0 0 0 0 0,-1 0 0 0 0,1 0 0 0 0,0 0 1 0 0,1 0-1 0 0,-1 1 0 0 0,0-1 0 0 0,1 1 0 0 0,0 0 0 0 0,-1 0 0 0 0,1 0 0 0 0,0 0 0 0 0,0 0 1 0 0,1 0-1 0 0,-1 1 0 0 0,1-1 0 0 0,-1 1 0 0 0,0 4 0 0 0,2-5-25 0 0,0 0 0 0 0,0-1 0 0 0,0 1-1 0 0,0 0 1 0 0,0-1 0 0 0,1 1 0 0 0,0-1 0 0 0,-1 1-1 0 0,1-1 1 0 0,0 1 0 0 0,0-1 0 0 0,0 1 0 0 0,0-1 0 0 0,1 0-1 0 0,-1 0 1 0 0,1 1 0 0 0,-1-1 0 0 0,1 0 0 0 0,0 0 0 0 0,0-1-1 0 0,0 1 1 0 0,0 0 0 0 0,0-1 0 0 0,0 1 0 0 0,0-1 0 0 0,0 1-1 0 0,1-1 1 0 0,-1 0 0 0 0,1 0 0 0 0,4 1 0 0 0,7 3-16 0 0,-1-1 1 0 0,2 0 0 0 0,-1-1-1 0 0,0-1 1 0 0,1 0-1 0 0,-1-1 1 0 0,1-1 0 0 0,-1 0-1 0 0,1-1 1 0 0,-1 0-1 0 0,0-2 1 0 0,1 1 0 0 0,-1-2-1 0 0,0 0 1 0 0,0 0 0 0 0,13-7-1 0 0,-16 5-9 0 0,0 1-1 0 0,0-2 0 0 0,0 1 1 0 0,-1-2-1 0 0,0 1 1 0 0,0-1-1 0 0,-1-1 0 0 0,0 0 1 0 0,-1 0-1 0 0,0-1 1 0 0,0 0-1 0 0,-1 0 0 0 0,0 0 1 0 0,-1-1-1 0 0,0 0 1 0 0,-1-1-1 0 0,0 1 0 0 0,6-22 1 0 0,-8 14 47 0 0,0-1 0 0 0,-1 1 0 0 0,-1-1 1 0 0,0 1-1 0 0,-2-1 0 0 0,0 1 0 0 0,-2-1 1 0 0,0 1-1 0 0,-1 0 0 0 0,-1 0 0 0 0,0 0 1 0 0,-2 1-1 0 0,-10-23 0 0 0,17 40-7 0 0,0 0 0 0 0,-1 1-1 0 0,1-1 1 0 0,0 0 0 0 0,0 0 0 0 0,-1 0-1 0 0,1 0 1 0 0,0 1 0 0 0,-1-1-1 0 0,1 0 1 0 0,-1 0 0 0 0,1 1 0 0 0,-1-1-1 0 0,1 0 1 0 0,-1 1 0 0 0,0-1 0 0 0,1 0-1 0 0,-1 1 1 0 0,0-1 0 0 0,1 1 0 0 0,-1-1-1 0 0,0 1 1 0 0,0-1 0 0 0,0 1-1 0 0,1 0 1 0 0,-1-1 0 0 0,0 1 0 0 0,0 0-1 0 0,0 0 1 0 0,0 0 0 0 0,-1-1 0 0 0,1 3 2 0 0,-1-1 0 0 0,1 0 0 0 0,0 0 0 0 0,0 0 0 0 0,-1 1 0 0 0,1-1 0 0 0,0 1 0 0 0,0-1 1 0 0,1 1-1 0 0,-1-1 0 0 0,0 1 0 0 0,0-1 0 0 0,1 1 0 0 0,-1 0 0 0 0,1-1 0 0 0,-1 1 0 0 0,1 0 0 0 0,0 2 1 0 0,-6 30 430 0 0,1-1 1 0 0,2 1 0 0 0,1 1 0 0 0,2-1 0 0 0,6 45 0 0 0,2-23 224 0 0,2-1 1 0 0,27 80-1 0 0,-34-125-907 0 0,-2-10 10 0 0,-1 1 1 0 0,1 0-1 0 0,-1 0 1 0 0,1 1 0 0 0,-1-1-1 0 0,1 0 1 0 0,-1 0-1 0 0,0 0 1 0 0,0 0 0 0 0,1 0-1 0 0,-1 0 1 0 0,0 0-1 0 0,0 1 1 0 0,0-1 0 0 0,0 0-1 0 0,0 0 1 0 0,-1 0 0 0 0,1 0-1 0 0,0 0 1 0 0,-1 0-1 0 0,1 1 1 0 0,-1 0 0 0 0,-21-11-10517 0 0</inkml:trace>
</inkml:ink>
</file>

<file path=ppt/ink/ink11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21:54.6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91 12 0 0,'24'-14'2405'0'0,"1"1"0"0"0,45-17 1 0 0,-48 23-2309 0 0,0 1 1 0 0,0 1-1 0 0,43-5 1 0 0,-45 7-3852 0 0,-10 1 1582 0 0</inkml:trace>
</inkml:ink>
</file>

<file path=ppt/ink/ink11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21:54.9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442 0 888 0 0,'12'7'374'0'0,"0"1"0"0"0,-1 1 0 0 0,1 0 0 0 0,-2 0 0 0 0,1 1 0 0 0,-1 0 0 0 0,-1 1 0 0 0,0 0 0 0 0,0 0 0 0 0,-1 1 0 0 0,-1 0-1 0 0,0 1 1 0 0,-1-1 0 0 0,0 1 0 0 0,-1 1 0 0 0,0-1 0 0 0,-1 1 0 0 0,0 0 0 0 0,-1 0 0 0 0,-1 0 0 0 0,-1 0 0 0 0,0 0 0 0 0,0 0 0 0 0,-3 18 0 0 0,1-11-117 0 0,-2 0 1 0 0,-1 1-1 0 0,-1-1 1 0 0,0-1-1 0 0,-2 1 1 0 0,0-1-1 0 0,-1 0 0 0 0,-1-1 1 0 0,-1 0-1 0 0,-1 0 1 0 0,0-1-1 0 0,-2 0 1 0 0,0-1-1 0 0,-1-1 1 0 0,-23 22-1 0 0,-20 10 212 0 0,-1-3 0 0 0,-105 60-1 0 0,36-36-4014 0 0,99-55-2493 0 0,14-9 2562 0 0</inkml:trace>
</inkml:ink>
</file>

<file path=ppt/ink/ink11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21:56.5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255 1 696 0 0,'0'0'693'0'0,"-29"9"1371"0"0,12 2-1726 0 0,1 0 1 0 0,-1 2-1 0 0,2-1 0 0 0,0 2 1 0 0,0 0-1 0 0,2 1 0 0 0,-1 0 1 0 0,2 1-1 0 0,0 1 1 0 0,1 0-1 0 0,1 0 0 0 0,0 1 1 0 0,2 0-1 0 0,0 1 0 0 0,-8 26 1 0 0,12-29-225 0 0,0 0-1 0 0,1 1 1 0 0,0-1 0 0 0,1 1 0 0 0,1-1 0 0 0,1 1 0 0 0,0 0-1 0 0,2-1 1 0 0,-1 1 0 0 0,2 0 0 0 0,0-1 0 0 0,1 0 0 0 0,1 0-1 0 0,0 0 1 0 0,2 0 0 0 0,-1-1 0 0 0,2 0 0 0 0,16 25 0 0 0,-14-26-182 0 0,1-1 1 0 0,0 0-1 0 0,0-1 1 0 0,1 0-1 0 0,1-1 1 0 0,0 0 0 0 0,0-1-1 0 0,1 0 1 0 0,23 11-1 0 0,-20-14-967 0 0,0 0 0 0 0,0-1-1 0 0,0 0 1 0 0,1-2 0 0 0,20 3 0 0 0,-16-3-1297 0 0</inkml:trace>
</inkml:ink>
</file>

<file path=ppt/ink/ink11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21:57.0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1 195 860 0 0,'-1'-4'4290'0'0,"20"49"-2794"0"0,-3 1 0 0 0,19 78 0 0 0,-30-100-1134 0 0,-1-1 0 0 0,0 1 0 0 0,-1 32 0 0 0,-2-55-326 0 0,-1-1-1 0 0,0 1 1 0 0,0-1-1 0 0,0 0 1 0 0,0 1 0 0 0,0-1-1 0 0,0 1 1 0 0,0-1-1 0 0,0 1 1 0 0,0-1-1 0 0,0 1 1 0 0,0-1-1 0 0,0 1 1 0 0,0-1-1 0 0,0 1 1 0 0,0-1-1 0 0,0 1 1 0 0,-1-1-1 0 0,1 0 1 0 0,0 1-1 0 0,0-1 1 0 0,0 1 0 0 0,-1-1-1 0 0,1 1 1 0 0,0-1-1 0 0,-1 0 1 0 0,1 1-1 0 0,0-1 1 0 0,-1 0-1 0 0,1 1 1 0 0,-1-1-1 0 0,-9-11 255 0 0,-8-32-165 0 0,14 15-116 0 0,0-1-1 0 0,2 0 1 0 0,1 0 0 0 0,1 0 0 0 0,2 1 0 0 0,1-1-1 0 0,1 0 1 0 0,1 1 0 0 0,16-49 0 0 0,-14 61-32 0 0,0 1 1 0 0,1 0-1 0 0,0 1 0 0 0,1 0 1 0 0,1 0-1 0 0,0 1 1 0 0,17-18-1 0 0,-24 29 18 0 0,0-1 0 0 0,0 1-1 0 0,-1 0 1 0 0,2-1 0 0 0,-1 1 0 0 0,0 1-1 0 0,0-1 1 0 0,1 0 0 0 0,-1 1 0 0 0,1 0-1 0 0,-1-1 1 0 0,1 1 0 0 0,-1 1 0 0 0,1-1-1 0 0,0 1 1 0 0,-1-1 0 0 0,1 1 0 0 0,5 0-1 0 0,-2 1 13 0 0,0 1 0 0 0,0-1 0 0 0,0 1 0 0 0,-1 0 0 0 0,1 1 0 0 0,0 0 0 0 0,-1 0 0 0 0,1 0-1 0 0,5 5 1 0 0,9 7 79 0 0,-1 1 1 0 0,0 1-1 0 0,-1 0 0 0 0,19 25 0 0 0,-2-3 122 0 0,-1 2 0 0 0,-3 1 1 0 0,-1 1-1 0 0,30 59 0 0 0,-60-101-244 0 0,0 0 1 0 0,0 0-1 0 0,-1 1 0 0 0,1-1 0 0 0,0 0 1 0 0,-1 0-1 0 0,1 0 0 0 0,-1 1 1 0 0,1-1-1 0 0,-1 0 0 0 0,0 1 0 0 0,1-1 1 0 0,-1 0-1 0 0,0 1 0 0 0,0-1 1 0 0,0 0-1 0 0,0 1 0 0 0,0-1 1 0 0,0 0-1 0 0,0 1 0 0 0,-1-1 0 0 0,1 1 1 0 0,0-1-1 0 0,-1 0 0 0 0,1 0 1 0 0,-1 1-1 0 0,1-1 0 0 0,-1 0 1 0 0,0 0-1 0 0,0 0 0 0 0,1 1 0 0 0,-1-1 1 0 0,0 0-1 0 0,0 0 0 0 0,0 0 1 0 0,0-1-1 0 0,0 1 0 0 0,0 0 0 0 0,0 0 1 0 0,-1 0-1 0 0,1-1 0 0 0,0 1 1 0 0,0-1-1 0 0,-1 1 0 0 0,1-1 1 0 0,0 1-1 0 0,0-1 0 0 0,-1 0 0 0 0,1 1 1 0 0,-1-1-1 0 0,1 0 0 0 0,0 0 1 0 0,-2 0-1 0 0,-7 0-1021 0 0,1 0 0 0 0,0 0 1 0 0,-1-1-1 0 0,1 0 0 0 0,0 0 0 0 0,-10-4 0 0 0,1 0-1567 0 0</inkml:trace>
</inkml:ink>
</file>

<file path=ppt/ink/ink12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21:57.4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56 544 0 0,'12'-6'528'0'0,"1"1"1"0"0,0 0-1 0 0,0 1 0 0 0,0 0 0 0 0,0 1 1 0 0,26-3-1 0 0,-21 3-276 0 0,168-15-843 0 0,-165 17-867 0 0,-7 1 81 0 0</inkml:trace>
</inkml:ink>
</file>

<file path=ppt/ink/ink12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21:57.7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68 326 192 0 0,'-34'23'3596'0'0,"30"-20"-3423"0"0,1 1 0 0 0,0 0 0 0 0,0 0 0 0 0,0 0 0 0 0,0 1 0 0 0,1-1 0 0 0,0 1 0 0 0,0-1 0 0 0,0 1 0 0 0,0 0 0 0 0,1 0 0 0 0,0 0 0 0 0,0 0 0 0 0,0 0 0 0 0,1 0 0 0 0,-1 0 0 0 0,1 0 0 0 0,0 0 0 0 0,1 0 0 0 0,-1 0 0 0 0,1 0 0 0 0,0 0 0 0 0,0-1 0 0 0,1 1 0 0 0,0 0 0 0 0,-1 0 0 0 0,6 8 0 0 0,-7-13-164 0 0,0 0-1 0 0,1 1 1 0 0,-1-1 0 0 0,1 0-1 0 0,-1 0 1 0 0,0 1 0 0 0,1-1-1 0 0,-1 0 1 0 0,1 0 0 0 0,-1 1-1 0 0,1-1 1 0 0,-1 0 0 0 0,1 0-1 0 0,-1 0 1 0 0,1 0 0 0 0,-1 0 0 0 0,1 0-1 0 0,-1 0 1 0 0,1 0 0 0 0,-1 0-1 0 0,1 0 1 0 0,-1 0 0 0 0,1 0-1 0 0,-1 0 1 0 0,0 0 0 0 0,1 0-1 0 0,-1-1 1 0 0,1 1 0 0 0,-1 0-1 0 0,1 0 1 0 0,-1-1 0 0 0,1 1-1 0 0,-1 0 1 0 0,0 0 0 0 0,1-1-1 0 0,-1 1 1 0 0,0 0 0 0 0,1-1-1 0 0,-1 1 1 0 0,0-1 0 0 0,1 1-1 0 0,-1 0 1 0 0,0-1 0 0 0,1 0-1 0 0,13-18 104 0 0,2-20-10 0 0,-3-1-1 0 0,0 0 0 0 0,-3 0 1 0 0,-2-1-1 0 0,-1-1 1 0 0,-2 0-1 0 0,-2 1 0 0 0,-1-1 1 0 0,-6-55-1 0 0,-26 145 511 0 0,23-32-477 0 0,1 0 0 0 0,1 0 0 0 0,0 1 0 0 0,1 0 0 0 0,1 0 0 0 0,0 0 0 0 0,2 0 0 0 0,0 29 0 0 0,2-6-451 0 0,2 0-1 0 0,14 62 1 0 0,-4-63-1230 0 0,-3-15-2305 0 0,-8-20 2703 0 0,3 4-1373 0 0</inkml:trace>
</inkml:ink>
</file>

<file path=ppt/ink/ink12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21:58.1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127 1 1084 0 0,'5'3'411'0'0,"-1"1"1"0"0,1-1-1 0 0,0 1 0 0 0,-1 0 1 0 0,0 0-1 0 0,0 1 0 0 0,0-1 1 0 0,-1 1-1 0 0,1 0 0 0 0,-1 0 1 0 0,0 0-1 0 0,0 1 0 0 0,-1-1 1 0 0,0 1-1 0 0,0-1 0 0 0,2 9 1 0 0,2 12 444 0 0,-1 0-1 0 0,3 35 1 0 0,-7-49-545 0 0,1 14-12 0 0,0 0-1 0 0,-2-1 1 0 0,0 1 0 0 0,-2-1-1 0 0,-1 1 1 0 0,-1-1 0 0 0,-2 0-1 0 0,0 0 1 0 0,-1 0-1 0 0,-2-1 1 0 0,0 0 0 0 0,-2-1-1 0 0,-23 39 1 0 0,31-57-240 0 0,0-1 0 0 0,-1 0 1 0 0,0 0-1 0 0,0 0 0 0 0,0 0 0 0 0,-1-1 0 0 0,1 1 0 0 0,-1-1 1 0 0,1 0-1 0 0,-1 0 0 0 0,0-1 0 0 0,-1 0 0 0 0,-8 4 0 0 0,12-6-44 0 0,1 0-1 0 0,-1 1 1 0 0,0-1-1 0 0,1 0 1 0 0,-1 0-1 0 0,0 0 1 0 0,1 0-1 0 0,-1 0 1 0 0,0 0-1 0 0,1-1 1 0 0,-1 1-1 0 0,0-1 1 0 0,1 1-1 0 0,-1-1 1 0 0,1 1-1 0 0,-1-1 1 0 0,1 0-1 0 0,-1 0 1 0 0,-1-1-1 0 0,1 0-15 0 0,1 0 0 0 0,-1 0 0 0 0,0 0 0 0 0,1 0 0 0 0,0-1 0 0 0,-1 1 0 0 0,1 0 0 0 0,0-1 0 0 0,0 1 0 0 0,1-1 0 0 0,-1 1 0 0 0,0-1 0 0 0,1 1 0 0 0,0-1 0 0 0,-1 0 0 0 0,1-3 0 0 0,0-11-223 0 0,1 0 0 0 0,0 1 0 0 0,1-1 0 0 0,1 0 0 0 0,1 1-1 0 0,10-29 1 0 0,7-15-3264 0 0,-5 17-2147 0 0,-11 31 2514 0 0</inkml:trace>
</inkml:ink>
</file>

<file path=ppt/ink/ink12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21:58.4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80 272 0 0,'0'-8'1121'0'0,"1"-37"2946"0"0,-1 44-3945 0 0,0 0 0 0 0,0 0 0 0 0,0 0 0 0 0,0 0 1 0 0,1 0-1 0 0,-1-1 0 0 0,0 1 0 0 0,0 0 0 0 0,1 0 1 0 0,-1 0-1 0 0,1 0 0 0 0,-1 0 0 0 0,1 0 0 0 0,-1 0 0 0 0,1 0 1 0 0,-1 0-1 0 0,1 1 0 0 0,0-1 0 0 0,0 0 0 0 0,0 0 1 0 0,-1 0-1 0 0,1 1 0 0 0,0-1 0 0 0,0 0 0 0 0,0 1 1 0 0,0-1-1 0 0,0 1 0 0 0,0-1 0 0 0,0 1 0 0 0,2-1 1 0 0,-2 1-220 0 0,0 0 1 0 0,0 0 0 0 0,0 1 0 0 0,0-1 0 0 0,1 0 0 0 0,-1 0 0 0 0,0 1 0 0 0,0-1-1 0 0,0 1 1 0 0,0-1 0 0 0,-1 1 0 0 0,1-1 0 0 0,0 1 0 0 0,0-1 0 0 0,0 1 0 0 0,0 0-1 0 0,0 0 1 0 0,-1-1 0 0 0,1 1 0 0 0,0 0 0 0 0,-1 0 0 0 0,1 0 0 0 0,0 0 0 0 0,-1 0 0 0 0,1 0-1 0 0,-1 0 1 0 0,1 1 0 0 0,4 8-2711 0 0,-1-7 698 0 0</inkml:trace>
</inkml:ink>
</file>

<file path=ppt/ink/ink12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21:58.7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388 0 100 0 0,'21'11'700'0'0,"0"0"0"0"0,-1 1 0 0 0,-1 1 0 0 0,0 1 0 0 0,-1 0 0 0 0,0 1 0 0 0,-1 2 0 0 0,-1-1 0 0 0,-1 2 0 0 0,0 0 1 0 0,-1 1-1 0 0,-1 0 0 0 0,18 37 0 0 0,-19-30-257 0 0,-1 0 0 0 0,-1 1 1 0 0,-2 0-1 0 0,0 1 1 0 0,-2 0-1 0 0,-1 0 0 0 0,-1 0 1 0 0,-1 1-1 0 0,-2-1 1 0 0,-4 53-1 0 0,0-54-55 0 0,-1 0 0 0 0,-1 0 0 0 0,-15 47 0 0 0,14-60-265 0 0,0 1-1 0 0,-1-1 0 0 0,0 0 1 0 0,-2-1-1 0 0,1 1 0 0 0,-2-2 0 0 0,1 1 1 0 0,-14 11-1 0 0,-10 6-267 0 0,-1-1 0 0 0,-1-2 0 0 0,-1-1 1 0 0,-2-2-1 0 0,-1-1 0 0 0,0-3 0 0 0,-1 0 0 0 0,-2-3 1 0 0,-47 13-1 0 0,87-29 79 0 0,-82 20-2629 0 0,27-19-4132 0 0,33-6 3232 0 0</inkml:trace>
</inkml:ink>
</file>

<file path=ppt/ink/ink12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22:19.7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17 304 0 0,'1'-1'226'0'0,"-1"0"0"0"0,0 1 0 0 0,0-1 0 0 0,0 0 0 0 0,1 0 0 0 0,-1 0 0 0 0,0 1 0 0 0,1-1 0 0 0,-1 0 1 0 0,1 0-1 0 0,-1 1 0 0 0,1-1 0 0 0,-1 0 0 0 0,1 1 0 0 0,-1-1 0 0 0,1 0 0 0 0,0 1 0 0 0,-1-1 0 0 0,1 1 0 0 0,0-1 0 0 0,0 1 0 0 0,-1-1 0 0 0,2 1 0 0 0,7 9-71 0 0,-1 0-1 0 0,0 1 1 0 0,0 1 0 0 0,-1-1-1 0 0,0 1 1 0 0,5 13-1 0 0,34 80 490 0 0,-32-71-456 0 0,40 117 590 0 0,53 243 1 0 0,-90-325-643 0 0,27 98 174 0 0,90 222 0 0 0,-132-381-536 0 0,1-1 0 0 0,0 0 0 0 0,1 1 1 0 0,0-1-1 0 0,-1 0 0 0 0,7 6 0 0 0,9 2-4265 0 0,-13-12 2307 0 0</inkml:trace>
</inkml:ink>
</file>

<file path=ppt/ink/ink12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22:20.2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1139 1 304 0 0,'-12'14'5121'0'0,"-15"27"-3719"0"0,-38 51-816 0 0,-162 219 1270 0 0,-13 18-649 0 0,19-66-451 0 0,-67 40-455 0 0,250-259-1527 0 0,18-11-4925 0 0,19-27 3811 0 0</inkml:trace>
</inkml:ink>
</file>

<file path=ppt/ink/ink12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22:21.4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182 159 492 0 0,'-2'0'201'0'0,"0"0"0"0"0,0 0 0 0 0,0 0 0 0 0,0 0 1 0 0,0 0-1 0 0,0 0 0 0 0,0 1 0 0 0,0-1 0 0 0,0 1 0 0 0,0-1 0 0 0,0 1 0 0 0,0 0 0 0 0,0 0 1 0 0,0 0-1 0 0,0 0 0 0 0,0 0 0 0 0,1 0 0 0 0,-1 1 0 0 0,0-1 0 0 0,1 1 0 0 0,-1-1 0 0 0,-1 4 0 0 0,-37 44 985 0 0,32-38-840 0 0,-4 6 0 0 0,0 1 1 0 0,1 0-1 0 0,2 0 1 0 0,-15 36-1 0 0,20-41-200 0 0,0 0-1 0 0,0 0 0 0 0,1 0 1 0 0,1 0-1 0 0,0 1 0 0 0,1-1 1 0 0,1 0-1 0 0,1 23 1 0 0,-1-33-124 0 0,1 1 1 0 0,-1 0 0 0 0,1-1 0 0 0,0 1 0 0 0,0 0 0 0 0,0-1 0 0 0,0 1-1 0 0,1-1 1 0 0,-1 0 0 0 0,1 1 0 0 0,0-1 0 0 0,0 0 0 0 0,0 0 0 0 0,1 0-1 0 0,-1 0 1 0 0,1 0 0 0 0,-1-1 0 0 0,1 1 0 0 0,0-1 0 0 0,0 0 0 0 0,0 0-1 0 0,0 0 1 0 0,1 0 0 0 0,-1 0 0 0 0,0-1 0 0 0,1 1 0 0 0,-1-1 0 0 0,1 0-1 0 0,0 0 1 0 0,-1 0 0 0 0,1-1 0 0 0,0 1 0 0 0,-1-1 0 0 0,1 0 0 0 0,0 0-1 0 0,0 0 1 0 0,-1-1 0 0 0,1 1 0 0 0,0-1 0 0 0,-1 0 0 0 0,1 0 0 0 0,-1 0 0 0 0,1 0-1 0 0,-1-1 1 0 0,1 1 0 0 0,-1-1 0 0 0,0 0 0 0 0,5-4 0 0 0,6-2-14 0 0,-1 0 1 0 0,-1-2-1 0 0,1 1 1 0 0,-1-2-1 0 0,-1 1 1 0 0,0-2-1 0 0,-1 1 1 0 0,0-2-1 0 0,0 1 1 0 0,-2-1 0 0 0,1 0-1 0 0,-2-1 1 0 0,0 0-1 0 0,0 0 1 0 0,-1-1-1 0 0,-1 0 1 0 0,-1 0-1 0 0,0 0 1 0 0,2-18-1 0 0,-5 29-8 0 0,-1 0-1 0 0,1 0 1 0 0,-1 1-1 0 0,0-1 0 0 0,0 0 1 0 0,-1 0-1 0 0,1 0 1 0 0,-1 1-1 0 0,0-1 1 0 0,0 0-1 0 0,0 0 0 0 0,0 1 1 0 0,-1-1-1 0 0,1 1 1 0 0,-1-1-1 0 0,0 1 0 0 0,0 0 1 0 0,0 0-1 0 0,-1 0 1 0 0,1 0-1 0 0,-1 0 1 0 0,0 0-1 0 0,1 0 0 0 0,-1 1 1 0 0,0 0-1 0 0,-1-1 1 0 0,1 1-1 0 0,0 0 0 0 0,-1 1 1 0 0,1-1-1 0 0,-1 1 1 0 0,1-1-1 0 0,-6 0 1 0 0,3 0-1 0 0,-1 1 1 0 0,0 0 0 0 0,-1 1 0 0 0,1-1 0 0 0,0 1 0 0 0,0 1 0 0 0,0-1 0 0 0,0 1 0 0 0,0 1 0 0 0,0-1 0 0 0,0 1 0 0 0,1 0 0 0 0,-1 0 0 0 0,0 1 0 0 0,1 0 0 0 0,0 0 0 0 0,-9 7 0 0 0,13-9-1 0 0,0 1 0 0 0,0-1-1 0 0,0 0 1 0 0,0 1 0 0 0,0 0 0 0 0,0 0 0 0 0,1-1 0 0 0,-1 1 0 0 0,1 0 0 0 0,0 0 0 0 0,-1 0 0 0 0,1 0 0 0 0,0 1 0 0 0,0-1-1 0 0,0 0 1 0 0,-1 4 0 0 0,2-5 0 0 0,0 1 0 0 0,0-1 0 0 0,0 1 0 0 0,1-1-1 0 0,-1 1 1 0 0,0-1 0 0 0,0 1 0 0 0,1-1 0 0 0,-1 1-1 0 0,1-1 1 0 0,0 1 0 0 0,-1-1 0 0 0,1 0 0 0 0,0 1 0 0 0,0-1-1 0 0,-1 0 1 0 0,1 1 0 0 0,0-1 0 0 0,2 1 0 0 0,1 2-1 0 0,0-1 0 0 0,1 0 0 0 0,-1 0 0 0 0,1 0 0 0 0,0 0 1 0 0,0-1-1 0 0,0 0 0 0 0,0 0 0 0 0,0 0 0 0 0,0-1 0 0 0,1 0 1 0 0,8 2-1 0 0,7-2-73 0 0,0-1 1 0 0,1-1 0 0 0,-1-1 0 0 0,0-1-1 0 0,0 0 1 0 0,0-2 0 0 0,-1 0-1 0 0,1-2 1 0 0,-1 0 0 0 0,0-1 0 0 0,29-17-1 0 0,-35 18 46 0 0,-1-1 0 0 0,-1-1-1 0 0,0 1 1 0 0,0-2 0 0 0,-1 0 0 0 0,0 0-1 0 0,0-1 1 0 0,-1-1 0 0 0,-1 0-1 0 0,0 0 1 0 0,-1 0 0 0 0,0-1-1 0 0,-1-1 1 0 0,0 1 0 0 0,-1-1-1 0 0,-1 0 1 0 0,5-16 0 0 0,-2-3 592 0 0,-7 30-38 0 0,-4 18-370 0 0,-48 337 1465 0 0,14-80-1012 0 0,14-81-222 0 0,18-137-224 0 0,0-29-47 0 0,4-25-114 0 0,1 0-1 0 0,0 0 0 0 0,0 0 1 0 0,0 0-1 0 0,0 0 0 0 0,0 0 1 0 0,-1 0-1 0 0,1 0 0 0 0,0 0 1 0 0,0 0-1 0 0,0 1 0 0 0,0-1 1 0 0,0 0-1 0 0,-1 0 0 0 0,1 0 1 0 0,0 0-1 0 0,0 0 0 0 0,0 0 1 0 0,0 0-1 0 0,-1 0 0 0 0,1 0 1 0 0,0-1-1 0 0,0 1 0 0 0,0 0 1 0 0,0 0-1 0 0,-1 0 0 0 0,1 0 1 0 0,0 0-1 0 0,0 0 0 0 0,0 0 1 0 0,0 0-1 0 0,0 0 0 0 0,-1 0 1 0 0,1-1-1 0 0,0 1 0 0 0,0 0 1 0 0,0 0-1 0 0,0 0 0 0 0,0 0 0 0 0,0 0 1 0 0,0 0-1 0 0,0-1 0 0 0,-1 1 1 0 0,1 0-1 0 0,0 0 0 0 0,0 0 1 0 0,0 0-1 0 0,0-1 0 0 0,0 1 1 0 0,0 0-1 0 0,0 0 0 0 0,0 0 1 0 0,0 0-1 0 0,0-1 0 0 0,0 1 1 0 0,0 0-1 0 0,0 0 0 0 0,-7-48-161 0 0,9 14-18 0 0,1 1 1 0 0,2 0-1 0 0,1 1 1 0 0,2-1-1 0 0,1 1 0 0 0,1 0 1 0 0,2 1-1 0 0,1 1 1 0 0,1 0-1 0 0,2 0 0 0 0,1 2 1 0 0,1 0-1 0 0,1 1 1 0 0,2 1-1 0 0,30-31 0 0 0,-46 54 139 0 0,0-1 0 0 0,0 0 0 0 0,0 1 0 0 0,0 0 0 0 0,1 1-1 0 0,-1-1 1 0 0,1 1 0 0 0,0 0 0 0 0,0 0 0 0 0,0 1 0 0 0,0 0-1 0 0,0 0 1 0 0,12-1 0 0 0,-16 2 30 0 0,0 0-1 0 0,0 1 0 0 0,0-1 1 0 0,0 0-1 0 0,0 0 1 0 0,0 1-1 0 0,0-1 0 0 0,0 1 1 0 0,0 0-1 0 0,0 0 0 0 0,0 0 1 0 0,0 0-1 0 0,0 0 1 0 0,-1 0-1 0 0,1 0 0 0 0,0 0 1 0 0,2 3-1 0 0,-3-2 11 0 0,0 0-1 0 0,0 0 0 0 0,0 0 1 0 0,0 1-1 0 0,0-1 0 0 0,-1 0 1 0 0,1 0-1 0 0,-1 0 0 0 0,1 1 1 0 0,-1-1-1 0 0,0 0 0 0 0,0 0 1 0 0,0 1-1 0 0,0-1 0 0 0,-1 0 1 0 0,1 0-1 0 0,0 0 0 0 0,-1 1 1 0 0,0-1-1 0 0,0 3 0 0 0,-2 1 36 0 0,-1 1 0 0 0,1 0 0 0 0,-1-1 0 0 0,0 0 0 0 0,-1 0 0 0 0,0 0 0 0 0,1 0 0 0 0,-2-1 1 0 0,1 0-1 0 0,-1 0 0 0 0,0 0 0 0 0,0-1 0 0 0,0 0 0 0 0,0 0 0 0 0,-1 0 0 0 0,1-1 0 0 0,-1 0 0 0 0,0-1 0 0 0,0 1 0 0 0,-1-1 0 0 0,1 0 0 0 0,0-1 0 0 0,0 0 0 0 0,-1 0 0 0 0,-12-1 0 0 0,19 0-114 0 0,0 0 0 0 0,0 0 1 0 0,0 0-1 0 0,0 0 0 0 0,0-1 0 0 0,0 1 1 0 0,0 0-1 0 0,0-1 0 0 0,0 1 0 0 0,0-1 0 0 0,0 0 1 0 0,0 1-1 0 0,0-1 0 0 0,0 1 0 0 0,1-1 1 0 0,-1 0-1 0 0,0 0 0 0 0,0 0 0 0 0,1 1 0 0 0,-1-1 1 0 0,1 0-1 0 0,-2-1 0 0 0,2-10-4835 0 0,3-1 2456 0 0</inkml:trace>
</inkml:ink>
</file>

<file path=ppt/ink/ink12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22:21.8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49 11 904 0 0,'0'-10'8367'0'0,"-2"46"-7283"0"0,-2 1-1 0 0,-13 53 1 0 0,9-55-658 0 0,1 1-1 0 0,3-1 0 0 0,-2 50 0 0 0,7-38-92 0 0,-2-31-199 0 0,0 0 1 0 0,2 0 0 0 0,0 1-1 0 0,1-1 1 0 0,0 0-1 0 0,2 0 1 0 0,7 24 0 0 0,-10-40-127 0 0,-1 1 1 0 0,0 0-1 0 0,1 0 1 0 0,-1-1-1 0 0,1 1 1 0 0,-1-1-1 0 0,1 1 1 0 0,-1 0-1 0 0,1-1 1 0 0,0 1-1 0 0,-1-1 1 0 0,1 1-1 0 0,0-1 1 0 0,-1 0-1 0 0,1 1 1 0 0,0-1-1 0 0,-1 0 1 0 0,1 1-1 0 0,0-1 1 0 0,0 0-1 0 0,-1 0 1 0 0,1 0-1 0 0,0 0 1 0 0,0 1-1 0 0,0-1 1 0 0,-1 0-1 0 0,1-1 1 0 0,0 1-1 0 0,1 0 1 0 0,28-12 85 0 0,18-27-27 0 0,-41 32-5 0 0,0-1 0 0 0,1 1 0 0 0,17-12 0 0 0,-24 19-18 0 0,5-8-1567 0 0,-8 14 1148 0 0,-6 12-1414 0 0,1-7-4380 0 0</inkml:trace>
</inkml:ink>
</file>

<file path=ppt/ink/ink12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22:22.2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93 212 0 0,'0'-21'4058'0'0,"1"0"0"0"0,4-23 0 0 0,-5 43-4106 0 0,1 1 1 0 0,-1-1-1 0 0,0 1 0 0 0,1-1 1 0 0,-1 1-1 0 0,1-1 0 0 0,-1 1 1 0 0,1 0-1 0 0,0-1 1 0 0,-1 1-1 0 0,1 0 0 0 0,-1-1 1 0 0,1 1-1 0 0,-1 0 0 0 0,1 0 1 0 0,0 0-1 0 0,-1 0 0 0 0,1-1 1 0 0,0 1-1 0 0,-1 0 1 0 0,1 0-1 0 0,-1 0 0 0 0,1 0 1 0 0,0 0-1 0 0,-1 1 0 0 0,1-1 1 0 0,0 0-1 0 0,-1 0 1 0 0,1 0-1 0 0,-1 0 0 0 0,2 1 1 0 0,11 7-5855 0 0,-8 1 3110 0 0</inkml:trace>
</inkml:ink>
</file>

<file path=ppt/ink/ink12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22:22.5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 65 596 0 0,'-1'2'181'0'0,"1"0"0"0"0,-1 1 1 0 0,0-1-1 0 0,1 0 0 0 0,-1 1 0 0 0,1-1 0 0 0,0 1 0 0 0,0-1 1 0 0,0 0-1 0 0,0 1 0 0 0,0-1 0 0 0,1 1 0 0 0,-1-1 1 0 0,1 1-1 0 0,-1-1 0 0 0,1 0 0 0 0,0 1 0 0 0,0-1 0 0 0,0 0 1 0 0,0 0-1 0 0,0 0 0 0 0,1 0 0 0 0,-1 0 0 0 0,1 0 0 0 0,-1 0 1 0 0,1 0-1 0 0,0 0 0 0 0,0-1 0 0 0,0 1 0 0 0,-1-1 1 0 0,2 1-1 0 0,-1-1 0 0 0,0 0 0 0 0,0 0 0 0 0,0 0 0 0 0,0 0 1 0 0,1 0-1 0 0,-1 0 0 0 0,1-1 0 0 0,-1 1 0 0 0,0-1 0 0 0,1 0 1 0 0,-1 1-1 0 0,1-1 0 0 0,3-1 0 0 0,-4 1-97 0 0,-1 0 1 0 0,0-1-1 0 0,1 1 0 0 0,-1-1 0 0 0,0 0 1 0 0,1 1-1 0 0,-1-1 0 0 0,0 0 0 0 0,0 0 1 0 0,1 1-1 0 0,-1-1 0 0 0,0 0 0 0 0,0 0 1 0 0,0-1-1 0 0,0 1 0 0 0,0 0 1 0 0,-1 0-1 0 0,1 0 0 0 0,0 0 0 0 0,0-1 1 0 0,-1 1-1 0 0,1 0 0 0 0,-1-1 0 0 0,1 1 1 0 0,-1-1-1 0 0,0 1 0 0 0,1 0 0 0 0,-1-1 1 0 0,0-1-1 0 0,2-40 1543 0 0,-3 39-1588 0 0,0 1 1 0 0,0 0-1 0 0,0-1 1 0 0,0 1 0 0 0,-1 0-1 0 0,1 0 1 0 0,-1-1-1 0 0,0 1 1 0 0,0 0 0 0 0,0 1-1 0 0,0-1 1 0 0,-1 0 0 0 0,1 1-1 0 0,-1-1 1 0 0,1 1-1 0 0,-1 0 1 0 0,0 0 0 0 0,0 0-1 0 0,0 0 1 0 0,0 0-1 0 0,0 1 1 0 0,0-1 0 0 0,-1 1-1 0 0,1 0 1 0 0,-1 0-1 0 0,1 0 1 0 0,0 0 0 0 0,-6 0-1 0 0,7 2-577 0 0,-11 10-5188 0 0</inkml:trace>
</inkml:ink>
</file>

<file path=ppt/ink/ink12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22:23.5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0 280 4 0 0,'0'0'1049'0'0,"21"6"4576"0"0,-16 2-4968 0 0,0 1 0 0 0,-1-1 0 0 0,0 1 1 0 0,0 1-1 0 0,-1-1 0 0 0,0 1 0 0 0,0-1 0 0 0,1 16 0 0 0,9-36 986 0 0,-4 2-1651 0 0,1 0 0 0 0,0 1 0 0 0,0 0 0 0 0,1 0 1 0 0,0 1-1 0 0,17-8 0 0 0,-16 14-142 0 0,0 0 0 0 0,0 1-1 0 0,0 0 1 0 0,0 1 0 0 0,1 0 0 0 0,-1 1 0 0 0,-1 0-1 0 0,1 1 1 0 0,0 1 0 0 0,21 9 0 0 0,-18-10-20 0 0,0 0-1 0 0,0-1 1 0 0,1 0 0 0 0,-1-1-1 0 0,22-1 1 0 0,-23 0 74 0 0,4-1 44 0 0,0 0 0 0 0,0-1-1 0 0,0 0 1 0 0,0-1 0 0 0,-1-2-1 0 0,1 1 1 0 0,-1-2-1 0 0,25-12 1 0 0,-40 17 121 0 0,0 1 1 0 0,-1-1-1 0 0,1 0 0 0 0,-1 0 1 0 0,1 0-1 0 0,0 0 0 0 0,-1-1 0 0 0,0 1 1 0 0,1 0-1 0 0,-1 0 0 0 0,0-1 1 0 0,0 1-1 0 0,0-1 0 0 0,0 1 1 0 0,0-1-1 0 0,0 0 0 0 0,0 1 1 0 0,0-1-1 0 0,-1 0 0 0 0,1 0 1 0 0,0 1-1 0 0,-1-4 0 0 0,0 5 265 0 0,-5-6 262 0 0,4 6-551 0 0,1-1 0 0 0,-1 0-1 0 0,1 1 1 0 0,-1-1 0 0 0,1 0 0 0 0,-1 1 0 0 0,1-1-1 0 0,-1 0 1 0 0,0 1 0 0 0,1-1 0 0 0,-1 1-1 0 0,0-1 1 0 0,0 1 0 0 0,1 0 0 0 0,-1-1-1 0 0,0 1 1 0 0,0 0 0 0 0,0 0 0 0 0,1-1 0 0 0,-2 1-1 0 0,-5 1 18 0 0,0 0 0 0 0,0 0 0 0 0,1 0 0 0 0,-1 1 0 0 0,1 0-1 0 0,-1 1 1 0 0,1-1 0 0 0,0 1 0 0 0,0 0 0 0 0,0 1 0 0 0,0-1 0 0 0,1 1-1 0 0,-1 0 1 0 0,1 1 0 0 0,0 0 0 0 0,0-1 0 0 0,-5 8 0 0 0,9-10-63 0 0,-1-1 1 0 0,0 1-1 0 0,1 0 1 0 0,-1 0-1 0 0,1 0 1 0 0,0 0-1 0 0,0 0 0 0 0,0 0 1 0 0,0 1-1 0 0,0-1 1 0 0,0 0-1 0 0,1 1 1 0 0,-1-1-1 0 0,1 0 1 0 0,-1 1-1 0 0,1-1 1 0 0,0 0-1 0 0,0 5 1 0 0,1-7-11 0 0,-1 1 0 0 0,0-1 0 0 0,1 1 0 0 0,-1-1 1 0 0,1 1-1 0 0,-1-1 0 0 0,0 1 0 0 0,1-1 0 0 0,-1 1 1 0 0,1-1-1 0 0,0 0 0 0 0,-1 1 0 0 0,1-1 0 0 0,-1 0 1 0 0,1 0-1 0 0,-1 1 0 0 0,1-1 0 0 0,0 0 0 0 0,-1 0 1 0 0,1 0-1 0 0,0 0 0 0 0,-1 0 0 0 0,2 1 1 0 0,28-6-281 0 0,30-17-369 0 0,-48 16 575 0 0,0 1-1 0 0,0 1 1 0 0,1 0-1 0 0,0 0 0 0 0,0 1 1 0 0,0 1-1 0 0,15-1 1 0 0,-6 3 52 0 0,0-2 1 0 0,1 0 0 0 0,-1-2 0 0 0,28-8 0 0 0,-36 9 40 0 0,-1-2-1 0 0,0 0 1 0 0,-1 0-1 0 0,1-1 1 0 0,-1-1-1 0 0,0 0 1 0 0,-1-1-1 0 0,12-9 1 0 0,-16 10 11 0 0,-1 1-1 0 0,-1-1 1 0 0,1 0 0 0 0,-1-1 0 0 0,-1 1-1 0 0,1-1 1 0 0,-1 0 0 0 0,-1 0 0 0 0,1-1 0 0 0,-1 1-1 0 0,3-18 1 0 0,-4 21 130 0 0,-1 0 1 0 0,-1 0-1 0 0,1 0 1 0 0,-1 0-1 0 0,1 0 1 0 0,-1 0-1 0 0,-1-1 0 0 0,1 1 1 0 0,-1 0-1 0 0,0 0 1 0 0,0 0-1 0 0,0 0 0 0 0,-1 0 1 0 0,0 1-1 0 0,0-1 1 0 0,0 0-1 0 0,-1 1 1 0 0,1-1-1 0 0,-1 1 0 0 0,0 0 1 0 0,-6-7-1 0 0,8 10 178 0 0,0 1-291 0 0,0 0 0 0 0,0 0 0 0 0,0 0 0 0 0,0 0 0 0 0,0 0 0 0 0,0 0 0 0 0,0 1 1 0 0,0-1-1 0 0,0 0 0 0 0,0 0 0 0 0,0 1 0 0 0,0-1 0 0 0,0 1 0 0 0,0-1 0 0 0,0 1 0 0 0,0-1 0 0 0,0 1 0 0 0,1-1 0 0 0,-1 1 1 0 0,0 0-1 0 0,0-1 0 0 0,1 1 0 0 0,-1 0 0 0 0,0 0 0 0 0,1 0 0 0 0,-1 0 0 0 0,1-1 0 0 0,-1 1 0 0 0,1 0 0 0 0,-1 0 0 0 0,1 0 0 0 0,-1 2 1 0 0,-15 37 781 0 0,15-36-719 0 0,-2 6 35 0 0,1 0 0 0 0,0 0-1 0 0,1 1 1 0 0,0-1 0 0 0,0 1 0 0 0,1-1 0 0 0,1 0-1 0 0,1 13 1 0 0,2 1-319 0 0,1 0 1 0 0,11 33-1 0 0,-15-52 392 0 0,5 15-3928 0 0,-6-19 3497 0 0,0-1-1 0 0,1 1 1 0 0,-1-1-1 0 0,0 0 0 0 0,0 1 1 0 0,0-1-1 0 0,0 1 0 0 0,0-1 1 0 0,0 0-1 0 0,-1 1 0 0 0,1-1 1 0 0,0 0-1 0 0,0 1 0 0 0,0-1 1 0 0,0 0-1 0 0,0 1 1 0 0,0-1-1 0 0,-1 1 0 0 0,1-1 1 0 0,0 0-1 0 0,0 0 0 0 0,-1 1 1 0 0,1-1-1 0 0,0 0 0 0 0,0 1 1 0 0,-1-1-1 0 0,1 0 1 0 0,0 0-1 0 0,-1 1 0 0 0,1-1 1 0 0,0 0-1 0 0,-1 0 0 0 0,1 0 1 0 0,0 0-1 0 0,-1 0 0 0 0,1 1 1 0 0,0-1-1 0 0,-1 0 0 0 0,1 0 1 0 0,-1 0-1 0 0,1 0 1 0 0,0 0-1 0 0,-1 0 0 0 0,0 0 1 0 0</inkml:trace>
</inkml:ink>
</file>

<file path=ppt/ink/ink12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22:23.9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66 73 13561 0 0,'-17'-6'886'0'0,"13"6"-564"0"0,0-2 1 0 0,0 1-1 0 0,0 0 0 0 0,0-1 0 0 0,0 0 0 0 0,0 0 0 0 0,1 0 0 0 0,-1 0 1 0 0,1-1-1 0 0,-7-4 0 0 0,10 6-300 0 0,0 0-1 0 0,0 0 1 0 0,0 1-1 0 0,0-1 1 0 0,0 0-1 0 0,0 0 1 0 0,0 1-1 0 0,0-1 1 0 0,0 0-1 0 0,0 0 1 0 0,0 1-1 0 0,0-1 1 0 0,1 0-1 0 0,-1 0 1 0 0,0 1 0 0 0,1-1-1 0 0,-1 0 1 0 0,0 1-1 0 0,1-1 1 0 0,-1 0-1 0 0,1 1 1 0 0,-1-1-1 0 0,1 0 1 0 0,-1 1-1 0 0,1-1 1 0 0,0 1-1 0 0,-1-1 1 0 0,1 1 0 0 0,-1 0-1 0 0,1-1 1 0 0,0 1-1 0 0,0 0 1 0 0,-1-1-1 0 0,1 1 1 0 0,0 0-1 0 0,-1 0 1 0 0,1-1-1 0 0,0 1 1 0 0,0 0-1 0 0,0 0 1 0 0,0 0 0 0 0,33-9-868 0 0,-10 5-558 0 0,0 1-1878 0 0,-10 1-2532 0 0,-5 0 1568 0 0</inkml:trace>
</inkml:ink>
</file>

<file path=ppt/ink/ink12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23:23.5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161 267 60 0 0,'-3'-4'894'0'0,"0"0"0"0"0,1-1 1 0 0,-1 1-1 0 0,1-1 0 0 0,0 0 0 0 0,-2-7 1 0 0,2 9-225 0 0,2 2 46 0 0,-4 25 80 0 0,0 1 0 0 0,0 33 0 0 0,4-57-764 0 0,0 8 14 0 0,-2 23 190 0 0,-1 1 0 0 0,-7 33 0 0 0,9-66-220 0 0,1 0-1 0 0,0 1 0 0 0,0-1 1 0 0,0 1-1 0 0,0-1 1 0 0,-1 0-1 0 0,1 1 0 0 0,0-1 1 0 0,0 0-1 0 0,-1 1 1 0 0,1-1-1 0 0,0 0 0 0 0,-1 0 1 0 0,1 1-1 0 0,0-1 0 0 0,-1 0 1 0 0,1 0-1 0 0,0 0 1 0 0,-1 1-1 0 0,1-1 0 0 0,-1 0 1 0 0,1 0-1 0 0,0 0 1 0 0,-1 0-1 0 0,1 0 0 0 0,-1 0 1 0 0,1 0-1 0 0,0 0 0 0 0,-1 0 1 0 0,1 0-1 0 0,-1 0 1 0 0,1 0-1 0 0,0 0 0 0 0,-1 0 1 0 0,1 0-1 0 0,-1 0 0 0 0,1 0 1 0 0,0-1-1 0 0,-1 1 1 0 0,1 0-1 0 0,0 0 0 0 0,-1 0 1 0 0,1-1-1 0 0,0 1 1 0 0,-1 0-1 0 0,1-1 0 0 0,0 1 1 0 0,-1 0-1 0 0,1 0 0 0 0,0-1 1 0 0,0 1-1 0 0,-1 0 1 0 0,1-1-1 0 0,0 1 0 0 0,0-1 1 0 0,0 1-1 0 0,0 0 1 0 0,-1-1-1 0 0,-17-23 173 0 0,4-7-124 0 0,2-1 0 0 0,0-1 0 0 0,2 0 0 0 0,2 0-1 0 0,1-1 1 0 0,1 1 0 0 0,2-2 0 0 0,1 1 0 0 0,3-50-1 0 0,1 73-64 0 0,-1 6 0 0 0,0 0 0 0 0,0 0 0 0 0,1-1 1 0 0,0 1-1 0 0,0 0 0 0 0,0 0 0 0 0,2-5 0 0 0,-2 10 1 0 0,0-1-1 0 0,-1 1 1 0 0,1-1 0 0 0,0 1 0 0 0,0-1-1 0 0,0 1 1 0 0,0 0 0 0 0,0-1 0 0 0,0 1-1 0 0,0 0 1 0 0,0 0 0 0 0,0 0 0 0 0,0 0 0 0 0,0 0-1 0 0,0 0 1 0 0,0 0 0 0 0,0 0 0 0 0,0 0-1 0 0,0 0 1 0 0,0 0 0 0 0,0 1 0 0 0,0-1-1 0 0,0 0 1 0 0,0 1 0 0 0,0-1 0 0 0,0 1-1 0 0,0-1 1 0 0,-1 1 0 0 0,1-1 0 0 0,0 1 0 0 0,1 1-1 0 0,-1-2 2 0 0,11 8 4 0 0,1 1-1 0 0,-1 1 1 0 0,-1-1-1 0 0,0 2 0 0 0,0 0 1 0 0,-1 0-1 0 0,11 15 1 0 0,22 24 6 0 0,-1-9-28 0 0,75 58-1 0 0,-96-84-28 0 0,1-1 1 0 0,0-1 0 0 0,1-1-1 0 0,1-1 1 0 0,-1-1-1 0 0,30 7 1 0 0,-52-16 41 0 0,1 0-1 0 0,0-1 1 0 0,1 1 0 0 0,-1-1 0 0 0,0 0-1 0 0,0 0 1 0 0,0 0 0 0 0,0 0-1 0 0,0 0 1 0 0,0 0 0 0 0,0 0-1 0 0,0 0 1 0 0,0-1 0 0 0,0 1-1 0 0,0-1 1 0 0,0 0 0 0 0,0 0-1 0 0,0 1 1 0 0,0-1 0 0 0,0 0 0 0 0,2-3-1 0 0,-1 2 8 0 0,-1-1 0 0 0,0 1 0 0 0,0-1 0 0 0,0 0 0 0 0,-1 1-1 0 0,1-1 1 0 0,-1 0 0 0 0,1 0 0 0 0,-1 0 0 0 0,0-1 0 0 0,0 1 0 0 0,1-5-1 0 0,0-10 46 0 0,0 0 0 0 0,-2 0 0 0 0,0 0 0 0 0,-2-18 0 0 0,1 28-25 0 0,-5-51 267 0 0,-22-83 0 0 0,22 120-1255 0 0,6 42-116 0 0,8 44-3165 0 0,-4-49 1677 0 0,0-1 196 0 0</inkml:trace>
</inkml:ink>
</file>

<file path=ppt/ink/ink12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23:23.9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39 60 568 0 0,'-3'1'112'0'0,"1"0"-1"0"0,0 0 1 0 0,-1 0 0 0 0,1 1 0 0 0,0-1-1 0 0,0 1 1 0 0,0-1 0 0 0,0 1-1 0 0,0 0 1 0 0,1 0 0 0 0,-1-1-1 0 0,0 1 1 0 0,1 1 0 0 0,-1-1-1 0 0,1 0 1 0 0,0 0 0 0 0,0 0-1 0 0,0 1 1 0 0,0-1 0 0 0,0 1 0 0 0,0-1-1 0 0,1 0 1 0 0,-1 1 0 0 0,1 0-1 0 0,-1-1 1 0 0,1 1 0 0 0,0-1-1 0 0,0 1 1 0 0,1-1 0 0 0,-1 1-1 0 0,0-1 1 0 0,1 1 0 0 0,-1-1 0 0 0,1 1-1 0 0,0-1 1 0 0,0 1 0 0 0,2 3-1 0 0,0 0-6 0 0,0 0 0 0 0,0 0 1 0 0,0-1-1 0 0,1 1 0 0 0,0-1 0 0 0,0 0 0 0 0,1 0 0 0 0,-1 0 0 0 0,1-1 0 0 0,0 0 0 0 0,0 0 0 0 0,1 0 0 0 0,9 5 0 0 0,-11-7-23 0 0,1 0-1 0 0,-1 0 0 0 0,1 0 1 0 0,0-1-1 0 0,-1 0 1 0 0,1 0-1 0 0,0 0 0 0 0,0-1 1 0 0,-1 1-1 0 0,1-1 0 0 0,0 0 1 0 0,0-1-1 0 0,0 1 1 0 0,0-1-1 0 0,-1 0 0 0 0,1 0 1 0 0,0 0-1 0 0,-1-1 1 0 0,1 0-1 0 0,-1 0 0 0 0,1 0 1 0 0,-1 0-1 0 0,0-1 0 0 0,0 1 1 0 0,4-5-1 0 0,-4 4 9 0 0,0-1 0 0 0,-1-1 0 0 0,0 1-1 0 0,1 0 1 0 0,-1-1 0 0 0,-1 0 0 0 0,1 0 0 0 0,-1 0 0 0 0,1 0-1 0 0,-1 0 1 0 0,-1 0 0 0 0,1 0 0 0 0,-1-1 0 0 0,0 1-1 0 0,0-1 1 0 0,-1 1 0 0 0,0-1 0 0 0,1 1 0 0 0,-2-1 0 0 0,1 1-1 0 0,-1-1 1 0 0,-1-5 0 0 0,1 6-32 0 0,0 0 0 0 0,0-1 0 0 0,-1 1-1 0 0,0 0 1 0 0,0 0 0 0 0,0 0 0 0 0,-1 0 0 0 0,0 1 0 0 0,0-1-1 0 0,0 1 1 0 0,0-1 0 0 0,-1 1 0 0 0,-5-5 0 0 0,7 7-120 0 0,0 1 1 0 0,0 0-1 0 0,0 0 1 0 0,0 0-1 0 0,0 0 0 0 0,0 0 1 0 0,0 1-1 0 0,0-1 1 0 0,0 1-1 0 0,-1-1 1 0 0,1 1-1 0 0,0 0 0 0 0,0 0 1 0 0,0 0-1 0 0,-1 0 1 0 0,1 0-1 0 0,0 0 1 0 0,0 1-1 0 0,-1-1 0 0 0,1 1 1 0 0,0-1-1 0 0,0 1 1 0 0,0 0-1 0 0,0 0 0 0 0,0 0 1 0 0,0 0-1 0 0,0 0 1 0 0,0 0-1 0 0,1 1 1 0 0,-1-1-1 0 0,0 1 0 0 0,1-1 1 0 0,-1 1-1 0 0,1 0 1 0 0,-2 1-1 0 0,-11 20-4824 0 0,10-14 2538 0 0</inkml:trace>
</inkml:ink>
</file>

<file path=ppt/ink/ink12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23:24.3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76 88 0 0,'0'0'2248'0'0,"1"4"-1811"0"0,0 5-268 0 0,1 0 0 0 0,1-1 0 0 0,-1 1 0 0 0,2-1 0 0 0,-1 0 0 0 0,1 0 1 0 0,0 0-1 0 0,1-1 0 0 0,0 1 0 0 0,0-1 0 0 0,0 0 0 0 0,1 0 0 0 0,0-1 0 0 0,11 10 0 0 0,-11-11-88 0 0,-1 0 0 0 0,1-1 0 0 0,0 1 0 0 0,0-1 0 0 0,1 0 0 0 0,-1-1 0 0 0,1 0 0 0 0,0 0 0 0 0,0 0 0 0 0,0-1 1 0 0,0 0-1 0 0,1 0 0 0 0,-1-1 0 0 0,0 1 0 0 0,1-2 0 0 0,-1 1 0 0 0,1-1 0 0 0,11-1 0 0 0,-17 0-18 0 0,0 1-1 0 0,0-1 1 0 0,0 0 0 0 0,0 1 0 0 0,0-1 0 0 0,0 0 0 0 0,0 0 0 0 0,0 0 0 0 0,0-1-1 0 0,0 1 1 0 0,-1 0 0 0 0,1-1 0 0 0,0 1 0 0 0,-1-1 0 0 0,1 1 0 0 0,-1-1 0 0 0,0 0 0 0 0,1 0-1 0 0,1-3 1 0 0,-1 0 46 0 0,-1 1-1 0 0,1-1 0 0 0,-1 1 1 0 0,0-1-1 0 0,0 0 0 0 0,-1 1 1 0 0,1-1-1 0 0,-1-9 1 0 0,-1-2 141 0 0,-1 0 0 0 0,-1 0 1 0 0,0 0-1 0 0,-7-21 1 0 0,7 29-230 0 0,1 1-12 0 0,0-1-1 0 0,-1 1 1 0 0,1 1 0 0 0,-1-1 0 0 0,-1 0 0 0 0,1 1 0 0 0,-7-10 0 0 0,9 15-422 0 0,-6 25-5597 0 0</inkml:trace>
</inkml:ink>
</file>

<file path=ppt/ink/ink12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23:24.6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8 652 0 0,'0'0'1321'0'0,"33"38"1962"0"0,-31-35-3191 0 0,0 0-1 0 0,0 0 0 0 0,0-1 0 0 0,0 1 0 0 0,1 0 0 0 0,-1-1 1 0 0,1 0-1 0 0,0 1 0 0 0,0-1 0 0 0,-1 0 0 0 0,1 0 0 0 0,1-1 1 0 0,-1 1-1 0 0,0-1 0 0 0,0 0 0 0 0,1 1 0 0 0,-1-1 0 0 0,0-1 1 0 0,1 1-1 0 0,-1 0 0 0 0,1-1 0 0 0,0 0 0 0 0,-1 0 0 0 0,1 0 1 0 0,-1 0-1 0 0,1 0 0 0 0,-1-1 0 0 0,1 0 0 0 0,3-1 0 0 0,8-3 170 0 0,-1-1 0 0 0,0-1-1 0 0,0 0 1 0 0,-1-1 0 0 0,18-14-1 0 0,6-2 568 0 0,-36 24-810 0 0,1-1 0 0 0,0 1 0 0 0,0-1 1 0 0,-1 1-1 0 0,1 0 0 0 0,0 0 0 0 0,0 0 0 0 0,0 0 1 0 0,-1 0-1 0 0,1 0 0 0 0,0 0 0 0 0,0 0 0 0 0,0 1 0 0 0,-1-1 1 0 0,1 1-1 0 0,0-1 0 0 0,-1 1 0 0 0,1 0 0 0 0,0 0 0 0 0,-1 0 1 0 0,1 0-1 0 0,-1 0 0 0 0,1 0 0 0 0,-1 0 0 0 0,0 0 1 0 0,1 1-1 0 0,-1-1 0 0 0,0 0 0 0 0,2 3 0 0 0,30 44-1114 0 0,-10-10-4199 0 0,-15-26 2742 0 0</inkml:trace>
</inkml:ink>
</file>

<file path=ppt/ink/ink12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23:25.5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96 307 120 0 0,'0'0'1063'0'0,"5"28"449"0"0,26 148 2129 0 0,-25-113-2066 0 0,-6-62-1275 0 0,-5-2-150 0 0,-1 0 0 0 0,1-1-1 0 0,0 0 1 0 0,0 0-1 0 0,0 0 1 0 0,0 0 0 0 0,0-1-1 0 0,1 1 1 0 0,-1-1-1 0 0,1-1 1 0 0,0 1-1 0 0,0-1 1 0 0,0 1 0 0 0,0-1-1 0 0,0 0 1 0 0,1 0-1 0 0,0-1 1 0 0,0 1 0 0 0,-4-8-1 0 0,0 2-86 0 0,1-1 1 0 0,0-1-1 0 0,0 1 0 0 0,1-1 0 0 0,1 0 1 0 0,0-1-1 0 0,-4-22 0 0 0,7 18-29 0 0,0-1 0 0 0,2 1 1 0 0,0 0-1 0 0,0-1 0 0 0,2 1 0 0 0,0 0 0 0 0,1 0 0 0 0,1 0 0 0 0,0 0 1 0 0,1 1-1 0 0,1 0 0 0 0,1 0 0 0 0,13-21 0 0 0,-14 27-32 0 0,-1 0 1 0 0,2 0-1 0 0,-1 1 0 0 0,1 0 0 0 0,1 0 1 0 0,0 1-1 0 0,0 0 0 0 0,0 1 0 0 0,1 0 1 0 0,0 0-1 0 0,1 1 0 0 0,-1 0 0 0 0,1 1 1 0 0,0 1-1 0 0,1-1 0 0 0,-1 2 0 0 0,1-1 1 0 0,-1 2-1 0 0,1-1 0 0 0,15 0 0 0 0,-22 3-3 0 0,1 1 0 0 0,0-1 0 0 0,-1 1 0 0 0,1 0 0 0 0,-1 0 0 0 0,1 1 0 0 0,-1-1 0 0 0,0 1-1 0 0,1 1 1 0 0,-1-1 0 0 0,0 1 0 0 0,0 0 0 0 0,-1 0 0 0 0,1 0 0 0 0,-1 0 0 0 0,1 1 0 0 0,-1 0 0 0 0,0 0-1 0 0,0 0 1 0 0,-1 0 0 0 0,1 1 0 0 0,3 6 0 0 0,-5-8 1 0 0,0 0 1 0 0,0 1-1 0 0,-1 0 0 0 0,1-1 0 0 0,-1 1 1 0 0,0 0-1 0 0,0 0 0 0 0,0 0 1 0 0,0 0-1 0 0,-1 0 0 0 0,0 0 1 0 0,1 0-1 0 0,-1 0 0 0 0,-1 0 0 0 0,1 0 1 0 0,-1 0-1 0 0,1 0 0 0 0,-1-1 1 0 0,0 1-1 0 0,0 0 0 0 0,-1 0 1 0 0,1 0-1 0 0,-1-1 0 0 0,0 1 0 0 0,0-1 1 0 0,0 1-1 0 0,-1-1 0 0 0,1 0 1 0 0,-1 0-1 0 0,1 0 0 0 0,-5 3 0 0 0,-7 6-4 0 0,0-1-1 0 0,-2 0 1 0 0,1-1-1 0 0,-1 0 0 0 0,-1-1 1 0 0,0-1-1 0 0,-26 9 1 0 0,33-14-733 0 0,0-1 0 0 0,-1 1 0 0 0,1-2 0 0 0,-21 2 0 0 0,25-9-3474 0 0</inkml:trace>
</inkml:ink>
</file>

<file path=ppt/ink/ink12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23:25.9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0 112 0 0,'0'0'1231'0'0,"20"23"1496"0"0,52 211 1831 0 0,-72-233-4534 0 0,0 0-1 0 0,0-1 1 0 0,0 1-1 0 0,1 0 1 0 0,-1-1 0 0 0,0 1-1 0 0,0 0 1 0 0,1-1-1 0 0,-1 1 1 0 0,0-1 0 0 0,0 1-1 0 0,1-1 1 0 0,-1 1-1 0 0,1 0 1 0 0,-1-1 0 0 0,1 1-1 0 0,-1-1 1 0 0,1 0-1 0 0,-1 1 1 0 0,1-1 0 0 0,-1 1-1 0 0,1-1 1 0 0,-1 0-1 0 0,1 1 1 0 0,0-1-1 0 0,0 0 1 0 0,17-8 322 0 0,-7 1-343 0 0,-6 4 22 0 0,0 1 1 0 0,0 0 0 0 0,0 0 0 0 0,0 0 0 0 0,0 0 0 0 0,0 1 0 0 0,1 0-1 0 0,-1 0 1 0 0,0 0 0 0 0,1 1 0 0 0,8 0 0 0 0,-11 0-18 0 0,0 0 0 0 0,0 1-1 0 0,0 0 1 0 0,0-1 0 0 0,0 1 0 0 0,0 1 0 0 0,-1-1-1 0 0,1 0 1 0 0,0 1 0 0 0,-1-1 0 0 0,1 1 0 0 0,0 0-1 0 0,-1 0 1 0 0,0 0 0 0 0,1 0 0 0 0,-1 0 0 0 0,0 0-1 0 0,0 1 1 0 0,-1-1 0 0 0,1 1 0 0 0,2 3 0 0 0,15 22-115 0 0,3 5-1508 0 0,-14-8-2990 0 0,-6-18 2484 0 0</inkml:trace>
</inkml:ink>
</file>

<file path=ppt/ink/ink12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23:26.2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0 592 0 0,'34'17'3327'0'0,"-9"20"-1132"0"0,15 16-76 0 0,-39-53-2087 0 0,0 1-1 0 0,1-1 1 0 0,-1 0 0 0 0,0 0 0 0 0,0 1-1 0 0,1-1 1 0 0,-1 0 0 0 0,0 0 0 0 0,0 0 0 0 0,1-1-1 0 0,-1 1 1 0 0,0 0 0 0 0,0 0 0 0 0,1-1-1 0 0,-1 1 1 0 0,0-1 0 0 0,0 1 0 0 0,0-1 0 0 0,0 1-1 0 0,0-1 1 0 0,0 0 0 0 0,1 1 0 0 0,-2-1-1 0 0,2-1 1 0 0,40-29-1625 0 0,-18 13-358 0 0,-6 5-125 0 0,1 5 157 0 0</inkml:trace>
</inkml:ink>
</file>

<file path=ppt/ink/ink12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23:26.9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133 64 516 0 0,'-30'-12'3978'0'0,"24"13"-3698"0"0,0 0 0 0 0,0 0 0 0 0,0 1-1 0 0,1 0 1 0 0,-1 0 0 0 0,0 0-1 0 0,1 1 1 0 0,-10 6 0 0 0,12-8-186 0 0,0 1 0 0 0,0-1 0 0 0,0 1 0 0 0,1 0 0 0 0,-1 0 0 0 0,1 0 0 0 0,0 1 0 0 0,0-1 0 0 0,-1 0 0 0 0,1 1 0 0 0,1-1 0 0 0,-1 1 1 0 0,0 0-1 0 0,1 0 0 0 0,-1 0 0 0 0,1 0 0 0 0,0 0 0 0 0,0 0 0 0 0,-1 5 0 0 0,2-8-87 0 0,0 1 1 0 0,0-1 0 0 0,1 1-1 0 0,-1-1 1 0 0,0 1-1 0 0,1-1 1 0 0,-1 1-1 0 0,1-1 1 0 0,-1 0 0 0 0,0 1-1 0 0,1-1 1 0 0,-1 0-1 0 0,1 0 1 0 0,-1 1-1 0 0,1-1 1 0 0,-1 0 0 0 0,1 0-1 0 0,-1 1 1 0 0,1-1-1 0 0,-1 0 1 0 0,1 0-1 0 0,0 0 1 0 0,-1 0 0 0 0,1 0-1 0 0,-1 0 1 0 0,1 0-1 0 0,-1 0 1 0 0,1 0-1 0 0,0 0 1 0 0,26-1 75 0 0,-14 0-28 0 0,-1 1-18 0 0,-8 0-28 0 0,-1 0-1 0 0,1 0 1 0 0,-1 0-1 0 0,1 0 1 0 0,-1 1 0 0 0,0-1-1 0 0,1 1 1 0 0,-1 0 0 0 0,0 0-1 0 0,1 0 1 0 0,-1 0-1 0 0,0 1 1 0 0,0 0 0 0 0,0-1-1 0 0,0 1 1 0 0,0 0 0 0 0,4 4-1 0 0,-4-4 1 0 0,0 0-1 0 0,0-1 1 0 0,0 1-1 0 0,0-1 0 0 0,1 0 1 0 0,-1 0-1 0 0,1 0 1 0 0,-1 0-1 0 0,1 0 1 0 0,-1-1-1 0 0,1 0 1 0 0,-1 0-1 0 0,1 0 1 0 0,-1 0-1 0 0,1 0 0 0 0,-1-1 1 0 0,7-1-1 0 0,6-2 5 0 0,0-1-1 0 0,26-13 1 0 0,19-5 18 0 0,-15 8-18 0 0,-39 12-8 0 0,1 0-1 0 0,0 0 0 0 0,0 1 0 0 0,1 0 0 0 0,-1 0 0 0 0,0 1 0 0 0,1 0 0 0 0,11 0 1 0 0,-19 1-6 0 0,-1 0 1 0 0,1 0 0 0 0,-1 0 0 0 0,1 0-1 0 0,-1 0 1 0 0,0 0 0 0 0,1 0 0 0 0,-1 1-1 0 0,1-1 1 0 0,-1 0 0 0 0,1 0 0 0 0,-1 0-1 0 0,1 1 1 0 0,-1-1 0 0 0,0 0 0 0 0,1 0-1 0 0,-1 1 1 0 0,1-1 0 0 0,-1 0 0 0 0,0 1-1 0 0,1-1 1 0 0,-1 1 0 0 0,0-1 0 0 0,0 0-1 0 0,1 1 1 0 0,-1-1 0 0 0,0 1 0 0 0,0-1-1 0 0,0 1 1 0 0,1-1 0 0 0,-1 1 0 0 0,0 0-1 0 0,-6 17 2 0 0,-22 18 5 0 0,27-34-6 0 0,-9 4 8 0 0,10 0-6 0 0,17-5 6 0 0,-3-3 92 0 0,-1 0 0 0 0,0-1 0 0 0,0-1 0 0 0,0 0 0 0 0,0-1 0 0 0,-1-1 0 0 0,0 1 0 0 0,0-2 0 0 0,0 0 0 0 0,-1 0-1 0 0,0-1 1 0 0,0-1 0 0 0,-1 1 0 0 0,0-2 0 0 0,0 0 0 0 0,8-11 0 0 0,-15 16 332 0 0,0 1 0 0 0,0 0-1 0 0,-1-1 1 0 0,0 0 0 0 0,0 1 0 0 0,2-10-1 0 0,-3 13-154 0 0,6 13 1483 0 0,-7-6-2012 0 0,1 1 0 0 0,0 0 0 0 0,1 0 0 0 0,-1-1 1 0 0,1 1-1 0 0,1-1 0 0 0,-1 1 0 0 0,1-1 0 0 0,4 6 1 0 0,-5-8-430 0 0,0-1 1 0 0,1 0 0 0 0,-1 0 0 0 0,1 0 0 0 0,0 0-1 0 0,0 0 1 0 0,0-1 0 0 0,0 1 0 0 0,1-1-1 0 0,4 3 1 0 0,11 3-2971 0 0</inkml:trace>
</inkml:ink>
</file>

<file path=ppt/ink/ink12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23:27.2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168 45 9317 0 0,'2'-1'106'0'0,"1"1"0"0"0,-1-1 0 0 0,1 1 0 0 0,-1-1 0 0 0,0 0-1 0 0,1 0 1 0 0,-1 0 0 0 0,0 0 0 0 0,1 0 0 0 0,-1-1 0 0 0,0 1 0 0 0,0-1 0 0 0,0 1 0 0 0,0-1 0 0 0,0 0 0 0 0,-1 0 0 0 0,1 0 0 0 0,-1 0 0 0 0,1 0-1 0 0,-1 0 1 0 0,1 0 0 0 0,-1-1 0 0 0,0 1 0 0 0,1-5 0 0 0,-3 7-125 0 0,-1-1 0 0 0,0 0-1 0 0,0 1 1 0 0,0 0 0 0 0,0 0-1 0 0,0-1 1 0 0,0 1 0 0 0,0 0 0 0 0,0 0-1 0 0,0 1 1 0 0,-3 0 0 0 0,-82 21-2817 0 0,21-3-1775 0 0,28-10 2196 0 0</inkml:trace>
</inkml:ink>
</file>

<file path=ppt/ink/ink12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23:28.0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217 128 68 0 0,'-12'0'1138'0'0,"-16"0"-53"0"0,8-1-126 0 0,-62 4 1970 0 0,77-3-2762 0 0,-1 1 1 0 0,1 0-1 0 0,0 0 1 0 0,-1 0-1 0 0,1 1 1 0 0,0 0-1 0 0,-1 0 1 0 0,1 0-1 0 0,0 1 1 0 0,1 0-1 0 0,-8 4 1 0 0,12-6-159 0 0,-1-1 0 0 0,1 0 1 0 0,-1 0-1 0 0,1 1 0 0 0,0-1 1 0 0,-1 1-1 0 0,1-1 0 0 0,0 0 1 0 0,-1 1-1 0 0,1-1 0 0 0,0 1 1 0 0,0-1-1 0 0,-1 0 0 0 0,1 1 0 0 0,0-1 1 0 0,0 1-1 0 0,0-1 0 0 0,0 1 1 0 0,0-1-1 0 0,-1 1 0 0 0,1-1 1 0 0,0 1-1 0 0,0-1 0 0 0,0 1 1 0 0,0-1-1 0 0,0 1 0 0 0,1-1 1 0 0,-1 1-1 0 0,0-1 0 0 0,0 1 1 0 0,0-1-1 0 0,0 1 0 0 0,0-1 0 0 0,1 1 1 0 0,16 11 173 0 0,25 0-21 0 0,43-3 1 0 0,0-3 0 0 0,162-12 1 0 0,-191 4-125 0 0,799-38 367 0 0,885-33 73 0 0,-181 46 545 0 0,61-2 1231 0 0,-1463 28-1806 0 0,134-9 2301 0 0,-253 2 485 0 0,-46 4-2324 0 0,-12-6-8589 0 0</inkml:trace>
</inkml:ink>
</file>

<file path=ppt/ink/ink12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23:28.4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 56 20898 0 0,'6'0'4'0'0,"2"-12"-12"0"0,-2 7-4 0 0,-1-2 24 0 0,-3 2-12 0 0,-2-2-24 0 0,6 4-144 0 0,-6-4-240 0 0,-8 0-1796 0 0,-3 5-813 0 0,-24 4-8104 0 0</inkml:trace>
</inkml:ink>
</file>

<file path=ppt/ink/ink12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23:29.5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0 269 700 0 0,'4'-58'5639'0'0,"-4"57"-4771"0"0,3 4-492 0 0,6 8-181 0 0,-1 1 1 0 0,0 1-1 0 0,-1 0 1 0 0,0 0-1 0 0,-1 0 1 0 0,-1 1-1 0 0,5 16 1 0 0,11 25 109 0 0,76 142 432 0 0,-86-179-666 0 0,1 0 1 0 0,1 0-1 0 0,0-1 1 0 0,1-1-1 0 0,1 0 0 0 0,0-1 1 0 0,1-1-1 0 0,21 15 1 0 0,-34-27-44 0 0,0-1 1 0 0,0 0 0 0 0,0 0-1 0 0,1 0 1 0 0,-1 0 0 0 0,0 0 0 0 0,1-1-1 0 0,-1 0 1 0 0,0 1 0 0 0,1-1-1 0 0,-1 0 1 0 0,0-1 0 0 0,1 1-1 0 0,-1 0 1 0 0,0-1 0 0 0,1 0 0 0 0,-1 0-1 0 0,0 0 1 0 0,0 0 0 0 0,0 0-1 0 0,0-1 1 0 0,0 0 0 0 0,0 1-1 0 0,0-1 1 0 0,0 0 0 0 0,-1 0-1 0 0,1-1 1 0 0,-1 1 0 0 0,3-3 0 0 0,7-7 76 0 0,-1 0 1 0 0,0 0 0 0 0,-1-1-1 0 0,15-25 1 0 0,-5 4 80 0 0,-3-2 0 0 0,-1 0-1 0 0,18-62 1 0 0,20-119 315 0 0,-45 174-435 0 0,1-19 43 0 0,-9 46-86 0 0,2 0 0 0 0,0 0 0 0 0,1-1 0 0 0,8-21 0 0 0,-5 29-1895 0 0,-2 14 844 0 0,2 28-1351 0 0,-4-16-1207 0 0,2-3 836 0 0</inkml:trace>
</inkml:ink>
</file>

<file path=ppt/ink/ink12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23:30.4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42 507 216 0 0,'0'0'4082'0'0,"22"-19"-2343"0"0,9-12 161 0 0,-27 27-1736 0 0,1 1 0 0 0,-1-1 0 0 0,-1 0 0 0 0,1 0 0 0 0,0 0 0 0 0,-1 0 0 0 0,0 0 0 0 0,4-8 0 0 0,-5 7-46 0 0,0 0 0 0 0,0 0-1 0 0,-1 0 1 0 0,0 0 0 0 0,0 0 0 0 0,0 0 0 0 0,0 0 0 0 0,-1 0-1 0 0,0 0 1 0 0,-1-10 0 0 0,1 14-100 0 0,0-1-1 0 0,-1 1 0 0 0,1-1 1 0 0,-1 1-1 0 0,0-1 0 0 0,1 1 0 0 0,-1-1 1 0 0,0 1-1 0 0,0 0 0 0 0,0 0 1 0 0,0-1-1 0 0,0 1 0 0 0,0 0 1 0 0,0 0-1 0 0,-1 0 0 0 0,1 0 1 0 0,0 0-1 0 0,-1 1 0 0 0,1-1 1 0 0,0 0-1 0 0,-1 0 0 0 0,1 1 1 0 0,-1-1-1 0 0,1 1 0 0 0,-1 0 1 0 0,1-1-1 0 0,-1 1 0 0 0,1 0 1 0 0,-1 0-1 0 0,1 0 0 0 0,-1 0 1 0 0,0 0-1 0 0,1 0 0 0 0,-1 0 1 0 0,1 0-1 0 0,-1 1 0 0 0,1-1 1 0 0,-1 1-1 0 0,1-1 0 0 0,-2 2 1 0 0,-2-2-4 0 0,1 2 0 0 0,-1-1 0 0 0,1 1 0 0 0,-1-1 0 0 0,1 1 0 0 0,0 0 0 0 0,-1 1 0 0 0,1-1 0 0 0,0 1 0 0 0,0 0 0 0 0,1 0 0 0 0,-1 0 0 0 0,1 0 0 0 0,-1 0 1 0 0,1 1-1 0 0,0 0 0 0 0,1 0 0 0 0,-1 0 0 0 0,0 0 0 0 0,1 0 0 0 0,0 0 0 0 0,0 1 0 0 0,0-1 0 0 0,1 0 0 0 0,0 1 0 0 0,0 0 0 0 0,0-1 0 0 0,0 1 0 0 0,0 7 0 0 0,1-5-6 0 0,0-1 0 0 0,1 1 0 0 0,-1-1-1 0 0,1 0 1 0 0,1 1 0 0 0,-1-1 0 0 0,1 0 0 0 0,0 0-1 0 0,0 0 1 0 0,1 0 0 0 0,0 0 0 0 0,0 0-1 0 0,1-1 1 0 0,-1 1 0 0 0,1-1 0 0 0,0 0 0 0 0,0 0-1 0 0,1-1 1 0 0,0 1 0 0 0,-1-1 0 0 0,8 5-1 0 0,-7-6-4 0 0,0 0 0 0 0,0 0 0 0 0,0 0-1 0 0,1-1 1 0 0,-1 0 0 0 0,1 0-1 0 0,-1 0 1 0 0,1-1 0 0 0,0 0 0 0 0,0 0-1 0 0,0 0 1 0 0,0-1 0 0 0,0 1-1 0 0,0-2 1 0 0,0 1 0 0 0,-1-1 0 0 0,1 1-1 0 0,0-2 1 0 0,0 1 0 0 0,0-1-1 0 0,-1 1 1 0 0,9-5 0 0 0,6-5-10 0 0,0-1 0 0 0,-1 0-1 0 0,-1-2 1 0 0,28-24 0 0 0,-25 19-4 0 0,40-25-1 0 0,-54 39 10 0 0,0 1 0 0 0,1 0 0 0 0,0 1 0 0 0,0 0 0 0 0,0 0-1 0 0,0 0 1 0 0,0 1 0 0 0,0 0 0 0 0,1 1 0 0 0,-1 0-1 0 0,1 1 1 0 0,15 0 0 0 0,-20 0 2 0 0,0 1 0 0 0,0 0 0 0 0,0 0 1 0 0,0 1-1 0 0,-1-1 0 0 0,1 1 0 0 0,0-1 0 0 0,-1 1 0 0 0,1 0 0 0 0,-1 1 0 0 0,0-1 1 0 0,0 0-1 0 0,0 1 0 0 0,0 0 0 0 0,0 0 0 0 0,0 0 0 0 0,-1 0 0 0 0,1 0 1 0 0,-1 1-1 0 0,0-1 0 0 0,0 1 0 0 0,0-1 0 0 0,-1 1 0 0 0,1 0 0 0 0,-1-1 0 0 0,0 1 1 0 0,0 0-1 0 0,1 6 0 0 0,-1-1 2 0 0,0 0 0 0 0,-1 0-1 0 0,0-1 1 0 0,-1 1 0 0 0,0 0 0 0 0,0 0 0 0 0,-3 11 0 0 0,-3 32-475 0 0,31-64 398 0 0,-10 0 20 0 0,0-1 0 0 0,-1 0 0 0 0,0 0 0 0 0,-1-1 0 0 0,-1-1 0 0 0,18-30 0 0 0,-2 5 60 0 0,-3-1 0 0 0,-1-1 1 0 0,-2-1-1 0 0,-2-1 1 0 0,-2-1-1 0 0,-2 0 1 0 0,-2-1-1 0 0,8-55 0 0 0,-22 82 386 0 0,-9 22-96 0 0,-11 27-96 0 0,16-14-170 0 0,0 1-1 0 0,1 0 0 0 0,1 0 1 0 0,1 0-1 0 0,0 0 1 0 0,1 1-1 0 0,1-1 0 0 0,0 0 1 0 0,2 0-1 0 0,0 1 1 0 0,1-1-1 0 0,0 0 0 0 0,2 0 1 0 0,10 27-1 0 0,-9-35-22 0 0,0 0 0 0 0,0 0-1 0 0,1-1 1 0 0,0 1 0 0 0,0-2 0 0 0,1 1 0 0 0,0-1-1 0 0,1 0 1 0 0,0-1 0 0 0,0 0 0 0 0,19 10-1 0 0,-17-10-7 0 0,1 1 0 0 0,-1 1 0 0 0,0-1 0 0 0,-1 2 0 0 0,1 0 0 0 0,-2 0 0 0 0,15 16 0 0 0,-24-24 2 0 0,1 0 1 0 0,-1 0-1 0 0,1 0 0 0 0,0-1 1 0 0,-1 1-1 0 0,1 0 0 0 0,-1 0 1 0 0,0 0-1 0 0,1 0 0 0 0,-1 0 1 0 0,0 0-1 0 0,1 0 0 0 0,-1 0 1 0 0,0 0-1 0 0,0 0 0 0 0,0 0 1 0 0,0 0-1 0 0,0 0 0 0 0,0 0 1 0 0,0 0-1 0 0,0 0 1 0 0,-1 0-1 0 0,1 0 0 0 0,0 0 1 0 0,-1 0-1 0 0,1 0 0 0 0,0 0 1 0 0,-1-1-1 0 0,1 1 0 0 0,-1 0 1 0 0,0 1-1 0 0,-2 0 1 0 0,1 0 1 0 0,-1 0-1 0 0,1 0 1 0 0,-1 0-1 0 0,0-1 1 0 0,0 1-1 0 0,1-1 1 0 0,-1 0-1 0 0,0 0 1 0 0,-4 1-1 0 0,-7 1-7 0 0,0 0 0 0 0,-1-1 1 0 0,-19 0-1 0 0,27-2-341 0 0,-26-1-425 0 0,32 1 469 0 0,0 0-1 0 0,1 0 1 0 0,-1 0 0 0 0,0-1 0 0 0,1 1 0 0 0,-1 0 0 0 0,0 0 0 0 0,0-1 0 0 0,1 1 0 0 0,-1-1 0 0 0,0 1 0 0 0,1 0 0 0 0,-1-1 0 0 0,1 1 0 0 0,-1-1 0 0 0,1 0 0 0 0,-1 1 0 0 0,1-1 0 0 0,-1 1 0 0 0,0-2-1 0 0,-2-7-2514 0 0</inkml:trace>
</inkml:ink>
</file>

<file path=ppt/ink/ink12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23:31.2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147 255 844 0 0,'3'-11'5963'0'0,"3"28"-4474"0"0,6 31-1034 0 0,-7 14 262 0 0,-2 0-1 0 0,-8 85 1 0 0,1-72-276 0 0,4-42-206 0 0,1-22-100 0 0,-1 1-1 0 0,0-1 1 0 0,0 1 0 0 0,-1-1-1 0 0,-1 1 1 0 0,0-1 0 0 0,-1 0-1 0 0,0 0 1 0 0,-5 14 0 0 0,7-24-79 0 0,0 0 0 0 0,1 0 0 0 0,-1 0 0 0 0,0 0 0 0 0,1-1 0 0 0,-1 1 0 0 0,0 0 0 0 0,0 0 0 0 0,0 0 0 0 0,0-1 0 0 0,1 1 0 0 0,-1 0 0 0 0,0-1 0 0 0,0 1 0 0 0,0-1 0 0 0,-1 1 0 0 0,1-1 0 0 0,0 0 0 0 0,0 1 0 0 0,0-1 0 0 0,0 0 0 0 0,0 0 0 0 0,0 0 0 0 0,0 0 0 0 0,-1 0 0 0 0,1 0 0 0 0,-2 0 0 0 0,0-1 6 0 0,0 0-1 0 0,0 0 1 0 0,0 0-1 0 0,1-1 1 0 0,-1 1 0 0 0,0-1-1 0 0,0 0 1 0 0,1 0-1 0 0,-1 0 1 0 0,-2-2 0 0 0,-4-6 67 0 0,0-1 0 0 0,0 1 0 0 0,-12-20 1 0 0,15 18-88 0 0,0-1 0 0 0,0 0 0 0 0,2 0 0 0 0,0-1 0 0 0,0 1 1 0 0,1-1-1 0 0,1 0 0 0 0,0 0 0 0 0,1 0 0 0 0,0 0 0 0 0,1 0 1 0 0,1 0-1 0 0,0 0 0 0 0,1 0 0 0 0,0 1 0 0 0,9-26 0 0 0,0 2-50 0 0,3 0 0 0 0,1 0-1 0 0,1 2 1 0 0,39-61-1 0 0,-36 67-66 0 0,2 1-1 0 0,0 0 0 0 0,38-36 0 0 0,-47 53 37 0 0,1 0 0 0 0,-1 0 0 0 0,2 1 1 0 0,-1 1-1 0 0,1 0 0 0 0,1 1 0 0 0,0 1 1 0 0,0 0-1 0 0,23-7 0 0 0,-34 13 27 0 0,0 0-1 0 0,0 0 1 0 0,0 0-1 0 0,0 1 1 0 0,0-1 0 0 0,0 1-1 0 0,0 0 1 0 0,0 0-1 0 0,0 1 1 0 0,0-1-1 0 0,1 1 1 0 0,-1 0 0 0 0,0 0-1 0 0,-1 0 1 0 0,1 0-1 0 0,0 1 1 0 0,0 0 0 0 0,0 0-1 0 0,-1 0 1 0 0,5 3-1 0 0,-6-3 7 0 0,0 1 0 0 0,0 0 0 0 0,1-1 0 0 0,-2 1 0 0 0,1 0 0 0 0,0 0 0 0 0,-1 0 0 0 0,1 0 0 0 0,-1 1 0 0 0,0-1 0 0 0,0 0 0 0 0,0 0 0 0 0,-1 1 0 0 0,1-1 0 0 0,-1 1 0 0 0,0-1 0 0 0,1 0 0 0 0,-2 1 0 0 0,1-1 0 0 0,0 1 0 0 0,-1-1 0 0 0,1 0 0 0 0,-1 1 0 0 0,-2 4 0 0 0,1 0-1 0 0,-1-1-1 0 0,0 0 1 0 0,0 1-1 0 0,0-1 1 0 0,-1-1-1 0 0,0 1 1 0 0,-1 0-1 0 0,1-1 1 0 0,-1 0-1 0 0,0 0 1 0 0,-1 0-1 0 0,0-1 1 0 0,-9 7-1 0 0,-4 1-23 0 0,0-1 0 0 0,-1-1 0 0 0,-27 10 0 0 0,32-14-9 0 0,-8-1-995 0 0</inkml:trace>
</inkml:ink>
</file>

<file path=ppt/ink/ink12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23:31.7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 46 352 0 0,'15'-39'4616'0'0,"-12"33"-842"0"0,-2 18-3029 0 0,-15 58 141 0 0,3 0 0 0 0,-2 115 1 0 0,19-48-215 0 0,-6-136-567 0 0,3-3-94 0 0,1 0 0 0 0,0 0 1 0 0,-1-1-1 0 0,1 1 0 0 0,-1-1 1 0 0,0 0-1 0 0,0 0 0 0 0,0 0 1 0 0,5-6-1 0 0,7-7 33 0 0,-6 6-30 0 0,-8 8-10 0 0,1 0 1 0 0,-1 0-1 0 0,1 1 1 0 0,-1-1 0 0 0,1 0-1 0 0,-1 1 1 0 0,1-1-1 0 0,0 1 1 0 0,0 0 0 0 0,0-1-1 0 0,0 1 1 0 0,0 0 0 0 0,0 0-1 0 0,0 0 1 0 0,0 0-1 0 0,1 1 1 0 0,-1-1 0 0 0,2 0-1 0 0,-2 2-2 0 0,0-1 0 0 0,0 1 0 0 0,0-1 0 0 0,-1 1 0 0 0,1-1-1 0 0,0 1 1 0 0,0 0 0 0 0,-1 0 0 0 0,1 0 0 0 0,-1 0 0 0 0,1 0 0 0 0,-1 1 0 0 0,1-1-1 0 0,-1 0 1 0 0,0 1 0 0 0,0-1 0 0 0,0 1 0 0 0,0-1 0 0 0,2 3 0 0 0,19 39-199 0 0,-16-30-229 0 0,1 2-354 0 0,6 11-1336 0 0,-2-11-2952 0 0,-6-12 2460 0 0</inkml:trace>
</inkml:ink>
</file>

<file path=ppt/ink/ink12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23:32.1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0 656 0 0,'0'0'3298'0'0,"1"4"-2740"0"0,2 11-79 0 0,-1-1 1 0 0,0 0 0 0 0,-1 1-1 0 0,-1 0 1 0 0,0-1-1 0 0,-1 1 1 0 0,-1-1 0 0 0,-4 19-1 0 0,5-16 762 0 0,10-27-361 0 0,11-12-969 0 0,35-15-1936 0 0,-15 17-2818 0 0,-27 15 2595 0 0</inkml:trace>
</inkml:ink>
</file>

<file path=ppt/ink/ink12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23:32.8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115 30 752 0 0,'-6'-29'6514'0'0,"5"28"-5679"0"0,-8 1 667 0 0,-44 33-514 0 0,49-30-939 0 0,1-1 0 0 0,0 1 0 0 0,0 0-1 0 0,0 0 1 0 0,0 0 0 0 0,0 1 0 0 0,1-1-1 0 0,-1 1 1 0 0,1-1 0 0 0,0 1 0 0 0,0 0-1 0 0,0 0 1 0 0,-2 5 0 0 0,1 1 24 0 0,3-10-69 0 0,0 0 0 0 0,-1 1 1 0 0,1-1-1 0 0,0 0 0 0 0,0 0 1 0 0,-1 1-1 0 0,1-1 0 0 0,0 0 1 0 0,0 1-1 0 0,0-1 0 0 0,-1 1 1 0 0,1-1-1 0 0,0 0 0 0 0,0 1 1 0 0,0-1-1 0 0,0 0 1 0 0,0 1-1 0 0,0-1 0 0 0,0 1 1 0 0,0-1-1 0 0,0 0 0 0 0,0 1 1 0 0,0-1-1 0 0,0 1 0 0 0,0-1 1 0 0,0 0-1 0 0,0 1 0 0 0,0-1 1 0 0,1 0-1 0 0,-1 1 0 0 0,0-1 1 0 0,0 0-1 0 0,0 1 0 0 0,1-1 1 0 0,-1 0-1 0 0,0 1 0 0 0,0-1 1 0 0,1 0-1 0 0,-1 1 1 0 0,0-1-1 0 0,1 0 0 0 0,-1 0 1 0 0,0 1-1 0 0,1-1 0 0 0,-1 0 1 0 0,0 0-1 0 0,1 0 0 0 0,-1 0 1 0 0,0 0-1 0 0,1 1 0 0 0,-1-1 1 0 0,1 0-1 0 0,-1 0 0 0 0,1 0 1 0 0,1 0 34 0 0,0 0-35 0 0,1 0-1 0 0,0-1 1 0 0,-1 1 0 0 0,1-1 0 0 0,-1 1-1 0 0,1-1 1 0 0,-1 0 0 0 0,1 0-1 0 0,-1 0 1 0 0,1 0 0 0 0,-1-1 0 0 0,0 1-1 0 0,0-1 1 0 0,0 1 0 0 0,4-4-1 0 0,11-5 36 0 0,-4 4-24 0 0,-13 6-14 0 0,0 0-1 0 0,0 0 0 0 0,0 0 0 0 0,1 0 0 0 0,-1 0 1 0 0,0 0-1 0 0,0 0 0 0 0,1 0 0 0 0,-1 0 0 0 0,0 0 0 0 0,0 0 1 0 0,1 0-1 0 0,-1 0 0 0 0,0 0 0 0 0,0 0 0 0 0,1 0 1 0 0,-1 0-1 0 0,0 0 0 0 0,0 0 0 0 0,0 0 0 0 0,1 0 0 0 0,-1 0 1 0 0,0 1-1 0 0,0-1 0 0 0,0 0 0 0 0,1 0 0 0 0,-1 0 1 0 0,0 0-1 0 0,0 0 0 0 0,0 1 0 0 0,0-1 0 0 0,0 0 1 0 0,1 0-1 0 0,-1 0 0 0 0,0 1 0 0 0,0-1 0 0 0,0 0 0 0 0,0 0 1 0 0,0 1-1 0 0,0-1 0 0 0,0 0 0 0 0,0 0 0 0 0,0 0 1 0 0,0 1-1 0 0,0-1 0 0 0,0 0 0 0 0,0 0 0 0 0,0 1 1 0 0,0-1-1 0 0,0 0 0 0 0,0 1 0 0 0,0 21-23 0 0,-1-21 24 0 0,1-1 0 0 0,0 1 0 0 0,0-1 0 0 0,0 1 0 0 0,0 0 0 0 0,0-1 0 0 0,0 1 0 0 0,0 0 0 0 0,0-1 0 0 0,0 1 0 0 0,0 0-1 0 0,0-1 1 0 0,0 1 0 0 0,0 0 0 0 0,1-1 0 0 0,-1 1 0 0 0,0-1 0 0 0,0 1 0 0 0,1 0 0 0 0,-1-1 0 0 0,1 1 0 0 0,-1-1 0 0 0,0 1 0 0 0,1-1 0 0 0,-1 1 0 0 0,1-1 0 0 0,-1 1 0 0 0,1-1 0 0 0,-1 0 0 0 0,1 1 0 0 0,-1-1-1 0 0,1 0 1 0 0,0 1 0 0 0,-1-1 0 0 0,1 0 0 0 0,-1 0 0 0 0,1 1 0 0 0,0-1 0 0 0,-1 0 0 0 0,1 0 0 0 0,0 0 0 0 0,-1 0 0 0 0,1 0 0 0 0,0 0 0 0 0,-1 0 0 0 0,1 0 0 0 0,0 0 0 0 0,-1 0 0 0 0,1 0 0 0 0,-1-1 0 0 0,1 1-1 0 0,0 0 1 0 0,-1 0 0 0 0,1-1 0 0 0,-1 1 0 0 0,1 0 0 0 0,0-1 0 0 0,47-22-1 0 0,-34 15-1 0 0,140-54-258 0 0,-138 59 21 0 0,-13 11 102 0 0,-20 25 44 0 0,3-5 44 0 0,13-23 43 0 0,1-3 0 0 0,-1 1 0 0 0,1-1 0 0 0,-1 0 0 0 0,1 1 0 0 0,0-1 0 0 0,0 0 0 0 0,0 1 0 0 0,0-1 0 0 0,0 0 0 0 0,2 5 0 0 0,-2-6 4 0 0,1 0-1 0 0,0 0 0 0 0,0 0 0 0 0,0-1 0 0 0,-1 1 0 0 0,1 0 0 0 0,0 0 0 0 0,0-1 0 0 0,0 1 0 0 0,1 0 0 0 0,-1-1 0 0 0,0 1 0 0 0,0-1 1 0 0,0 1-1 0 0,0-1 0 0 0,0 0 0 0 0,1 1 0 0 0,-1-1 0 0 0,0 0 0 0 0,0 0 0 0 0,0 0 0 0 0,1 0 0 0 0,-1 0 0 0 0,0 0 0 0 0,0 0 0 0 0,1-1 1 0 0,-1 1-1 0 0,0 0 0 0 0,0-1 0 0 0,0 1 0 0 0,0 0 0 0 0,2-2 0 0 0,3 0 49 0 0,0-1 0 0 0,0 0 1 0 0,0 0-1 0 0,-1-1 0 0 0,1 0 0 0 0,-1 1 0 0 0,0-2 1 0 0,0 1-1 0 0,0-1 0 0 0,-1 1 0 0 0,0-1 0 0 0,0 0 1 0 0,0-1-1 0 0,0 1 0 0 0,-1-1 0 0 0,0 0 0 0 0,0 0 1 0 0,2-7-1 0 0,-2 7 628 0 0,-1 12-211 0 0,-1 15-603 0 0,-1-16-214 0 0,2 25-2047 0 0,4-12-2662 0 0,0-9 2269 0 0</inkml:trace>
</inkml:ink>
</file>

<file path=ppt/ink/ink12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23:33.2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212 50 764 0 0,'-14'-25'2579'0'0,"13"23"-2288"0"0,0 0 1 0 0,1 1 0 0 0,-1-1 0 0 0,0 0 0 0 0,0 0-1 0 0,-1 0 1 0 0,1 1 0 0 0,0-1 0 0 0,-1 0 0 0 0,1 1-1 0 0,-4-3 1 0 0,4 3-226 0 0,0 1 0 0 0,-1 0 0 0 0,1 0 0 0 0,-1-1 0 0 0,0 1 0 0 0,1 0 0 0 0,-1 0 0 0 0,1 0 0 0 0,-1 1 0 0 0,1-1 0 0 0,-1 0 0 0 0,1 1 0 0 0,-1-1 0 0 0,1 0 0 0 0,0 1 0 0 0,-1 0 0 0 0,1-1 0 0 0,-1 1 0 0 0,1 0 0 0 0,0 0 0 0 0,0 0-1 0 0,-2 1 1 0 0,-8 6 135 0 0,1 1-1 0 0,0 0 1 0 0,1 1-1 0 0,0-1 0 0 0,0 2 1 0 0,1-1-1 0 0,0 1 0 0 0,1 1 1 0 0,1-1-1 0 0,0 1 0 0 0,-7 18 1 0 0,4-9-7 0 0,2 1 1 0 0,1 0 0 0 0,0 0-1 0 0,2 1 1 0 0,-4 45 0 0 0,7-49-244 0 0,2 1 0 0 0,0-1 0 0 0,0 0 0 0 0,2 1 0 0 0,1-1 0 0 0,0 0 0 0 0,1 0 0 0 0,1-1 0 0 0,1 1 0 0 0,1-2 0 0 0,0 1 0 0 0,1-1-1 0 0,1 0 1 0 0,1-1 0 0 0,0 0 0 0 0,1 0 0 0 0,1-2 0 0 0,20 20 0 0 0,-29-31-472 0 0,0 0 0 0 0,1 0 0 0 0,-1-1-1 0 0,1 0 1 0 0,-1 0 0 0 0,1 0-1 0 0,0 0 1 0 0,0 0 0 0 0,0-1 0 0 0,0 0-1 0 0,7 0 1 0 0,3 2-2150 0 0</inkml:trace>
</inkml:ink>
</file>

<file path=ppt/ink/ink12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23:33.5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0 112 492 0 0,'1'0'130'0'0,"0"1"-1"0"0,0-1 1 0 0,0 0-1 0 0,0 0 1 0 0,0 1 0 0 0,0-1-1 0 0,0 1 1 0 0,0-1-1 0 0,0 1 1 0 0,0-1-1 0 0,0 1 1 0 0,0-1 0 0 0,-1 1-1 0 0,1 0 1 0 0,0 0-1 0 0,0-1 1 0 0,-1 1 0 0 0,1 0-1 0 0,0 0 1 0 0,-1 0-1 0 0,1 0 1 0 0,-1 0-1 0 0,1 0 1 0 0,-1 0 0 0 0,0 0-1 0 0,1 0 1 0 0,-1 0-1 0 0,0 0 1 0 0,0 0-1 0 0,0 0 1 0 0,1 2 0 0 0,10 39 828 0 0,-9-36-814 0 0,3 29 738 0 0,3 1 0 0 0,1-1-1 0 0,1-1 1 0 0,27 59 908 0 0,-36-93-1759 0 0,0-1 0 0 0,0 1-1 0 0,0-1 1 0 0,1 1-1 0 0,-1-1 1 0 0,0 1-1 0 0,0-1 1 0 0,0 0 0 0 0,0 1-1 0 0,0-1 1 0 0,-1 0-1 0 0,1 0 1 0 0,0 0-1 0 0,0 0 1 0 0,0 0 0 0 0,-1 0-1 0 0,1 0 1 0 0,0 0-1 0 0,-1 0 1 0 0,1-1 0 0 0,13-30 337 0 0,-8 20-264 0 0,93-198 756 0 0,-44 91-815 0 0,-43 91-895 0 0</inkml:trace>
</inkml:ink>
</file>

<file path=ppt/ink/ink12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23:34.0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8 244 824 0 0,'12'118'7932'0'0,"-12"-106"-6216"0"0,-2-17-4 0 0,-4-19-1208 0 0,3 13-447 0 0,0-1-1 0 0,1 1 0 0 0,0-1 0 0 0,1 1 1 0 0,1-1-1 0 0,0 1 0 0 0,0-1 0 0 0,1 0 1 0 0,1 1-1 0 0,0-1 0 0 0,0 1 0 0 0,1 0 1 0 0,1 0-1 0 0,5-13 0 0 0,-4 11-33 0 0,1 0 0 0 0,1 1 0 0 0,0-1 0 0 0,1 1 0 0 0,0 1 0 0 0,1 0 0 0 0,0 0 0 0 0,0 0 0 0 0,1 2-1 0 0,1-1 1 0 0,17-12 0 0 0,-27 21-20 0 0,1 0 0 0 0,-1 0 0 0 0,1-1 0 0 0,0 1 0 0 0,0 0-1 0 0,0 0 1 0 0,0 0 0 0 0,0 1 0 0 0,0-1 0 0 0,0 0 0 0 0,0 1-1 0 0,0-1 1 0 0,0 1 0 0 0,0 0 0 0 0,0 0 0 0 0,0 0 0 0 0,0 0 0 0 0,0 0-1 0 0,0 0 1 0 0,1 0 0 0 0,2 2 0 0 0,-3-1-1 0 0,-1 0-1 0 0,1 0 1 0 0,-1 1 0 0 0,1-1 0 0 0,-1 0-1 0 0,0 1 1 0 0,0-1 0 0 0,0 1 0 0 0,0-1-1 0 0,0 1 1 0 0,0 0 0 0 0,0-1-1 0 0,0 1 1 0 0,-1 0 0 0 0,1 0 0 0 0,0 0-1 0 0,-1-1 1 0 0,0 1 0 0 0,1 2 0 0 0,0 5 2 0 0,-1 0 1 0 0,1-1 0 0 0,-2 1 0 0 0,1 0-1 0 0,-1 0 1 0 0,0 0 0 0 0,-1-1-1 0 0,0 1 1 0 0,-3 8 0 0 0,-1-7-168 0 0,1-1 0 0 0,-1 1 1 0 0,-1-1-1 0 0,0-1 0 0 0,0 1 0 0 0,0-1 0 0 0,-1-1 1 0 0,0 1-1 0 0,-1-1 0 0 0,0-1 0 0 0,0 0 1 0 0,-17 9-1 0 0,26-15-122 0 0,-12 4-710 0 0,5-5-4556 0 0,-4-3 2734 0 0</inkml:trace>
</inkml:ink>
</file>

<file path=ppt/ink/ink12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23:34.3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575 0 272 0 0,'13'19'974'0'0,"-1"0"0"0"0,0 0 0 0 0,-2 1 0 0 0,0 0 0 0 0,-2 1 0 0 0,12 40-1 0 0,-17-47-656 0 0,0 1-1 0 0,-1-1 0 0 0,-1 1 1 0 0,-1 0-1 0 0,0 0 1 0 0,0 0-1 0 0,-2 0 0 0 0,0-1 1 0 0,0 1-1 0 0,-2-1 0 0 0,-6 19 1 0 0,2-13-179 0 0,-1 0 1 0 0,-1-1-1 0 0,-1-1 0 0 0,-1 0 1 0 0,0 0-1 0 0,-2-1 1 0 0,0-1-1 0 0,0 0 1 0 0,-2-1-1 0 0,1-1 0 0 0,-2 0 1 0 0,0-1-1 0 0,-28 16 1 0 0,-3-2-1057 0 0,-1-2 1 0 0,-1-3 0 0 0,-1-1-1 0 0,-60 15 1 0 0,44-17-2200 0 0,9-6 237 0 0</inkml:trace>
</inkml:ink>
</file>

<file path=ppt/ink/ink12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23:35.0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41 9 176 0 0,'-38'7'3254'0'0,"38"-7"-3230"0"0,0 0 1 0 0,0 0-1 0 0,0 0 1 0 0,-1 0-1 0 0,1 0 0 0 0,0 0 1 0 0,0 0-1 0 0,0 1 1 0 0,0-1-1 0 0,0 0 1 0 0,0 0-1 0 0,-1 0 1 0 0,1 0-1 0 0,0 0 0 0 0,0 0 1 0 0,0 0-1 0 0,0 0 1 0 0,0 0-1 0 0,0 1 1 0 0,0-1-1 0 0,0 0 0 0 0,0 0 1 0 0,-1 0-1 0 0,1 0 1 0 0,0 0-1 0 0,0 0 1 0 0,0 1-1 0 0,0-1 1 0 0,0 0-1 0 0,0 0 0 0 0,0 0 1 0 0,0 0-1 0 0,0 0 1 0 0,0 1-1 0 0,0-1 1 0 0,0 0-1 0 0,0 0 0 0 0,0 0 1 0 0,0 0-1 0 0,0 0 1 0 0,0 1-1 0 0,0-1 1 0 0,1 0-1 0 0,-1 0 0 0 0,0 0 1 0 0,0 0-1 0 0,0 0 1 0 0,0 0-1 0 0,0 1 1 0 0,0-1-1 0 0,0 0 1 0 0,0 0-1 0 0,0 0 0 0 0,1 0 1 0 0,-1 0-1 0 0,20 6 552 0 0,56 1-57 0 0,-1-3 1 0 0,109-8-1 0 0,-92 1-303 0 0,193-6 210 0 0,747-13 752 0 0,776 45-108 0 0,-542-2-22 0 0,-805-17-630 0 0,555 8 354 0 0,-444 3-425 0 0,380 10 201 0 0,-908-23-513 0 0,242-3 374 0 0,-285 2-385 0 0,0-1 0 0 0,0 0 0 0 0,0 0 0 0 0,0 0 0 0 0,0 0 1 0 0,1 0-1 0 0,-1 0 0 0 0,0-1 0 0 0,0 1 0 0 0,0 0 0 0 0,0 0 0 0 0,0-1 0 0 0,0 1 0 0 0,0-1 0 0 0,0 1 0 0 0,0-1 0 0 0,0 1 0 0 0,0-1 0 0 0,0 1 0 0 0,-1-1 0 0 0,2-1 0 0 0,-16-9 247 0 0,-37-6-41 0 0,38 14-230 0 0,1 1 1 0 0,-1 1 0 0 0,-1 0 0 0 0,1 1 0 0 0,0 0-1 0 0,-24 5 1 0 0,-2 2-2473 0 0,1 3-3665 0 0,27-8 2860 0 0</inkml:trace>
</inkml:ink>
</file>

<file path=ppt/ink/ink12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23:35.4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43 99 52 0 0,'5'-19'1320'0'0,"-1"14"932"0"0,-2-7-1300 0 0,0 5-96 0 0,0-2-83 0 0,0 4-93 0 0,-4-2-100 0 0,2 0-156 0 0,-4 2-232 0 0,-2 0-300 0 0,-1-2-340 0 0,-9 5-808 0 0,5-1-1361 0 0,-3-3 605 0 0</inkml:trace>
</inkml:ink>
</file>

<file path=ppt/ink/ink12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24:00.8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29 315 616 0 0,'-6'-35'2708'0'0,"-2"-4"547"0"0,1 0 1 0 0,0-51-1 0 0,15 132-2282 0 0,2-1 1 0 0,23 63 0 0 0,-4-17-711 0 0,-16-41-197 0 0,2-1-1 0 0,2-1 1 0 0,3-1 0 0 0,27 49-1 0 0,-47-92-65 0 0,1 1 1 0 0,-1-1-1 0 0,0 1 0 0 0,1 0 0 0 0,-1-1 0 0 0,0 1 1 0 0,1-1-1 0 0,-1 1 0 0 0,1-1 0 0 0,-1 1 0 0 0,1-1 1 0 0,-1 1-1 0 0,1-1 0 0 0,-1 1 0 0 0,1-1 0 0 0,0 0 1 0 0,-1 1-1 0 0,1-1 0 0 0,-1 0 0 0 0,1 0 0 0 0,0 1 1 0 0,-1-1-1 0 0,1 0 0 0 0,0 0 0 0 0,0 0 0 0 0,-1 0 1 0 0,1 0-1 0 0,0 0 0 0 0,0 0 0 0 0,14-15 5 0 0,3-36-1 0 0,-16 46-3 0 0,25-106 5 0 0,25-225 1 0 0,-43 260-7 0 0,-8 67-142 0 0,1-1 1 0 0,-1 1-1 0 0,2 0 1 0 0,-1 0-1 0 0,8-15 0 0 0,-10 23-292 0 0,0 6-694 0 0,0 1 528 0 0,1-1 1 0 0,-1 0-1 0 0,1 1 1 0 0,0-1-1 0 0,1 0 0 0 0,0 0 1 0 0,-1 0-1 0 0,1 0 1 0 0,5 8-1 0 0,-3-4-2321 0 0,0 3-61 0 0</inkml:trace>
</inkml:ink>
</file>

<file path=ppt/ink/ink12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24:01.4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62 207 584 0 0,'0'0'2178'0'0,"-6"39"242"0"0,8-8-1435 0 0,1 0-1 0 0,9 43 1 0 0,4 24 206 0 0,-14-78-1166 0 0,0 2 1623 0 0,-14-44-642 0 0,-58-179-248 0 0,68 192-746 0 0,-1 0 0 0 0,1 0 0 0 0,1-1 0 0 0,0 1 0 0 0,0 0 0 0 0,0-1 0 0 0,2 1 0 0 0,-1-1 0 0 0,1 1 0 0 0,0-1 0 0 0,1 1 0 0 0,0 0 0 0 0,1 0 0 0 0,0 0 0 0 0,0 0 0 0 0,1 0 0 0 0,0 1 0 0 0,0-1 0 0 0,1 1 0 0 0,0 0 0 0 0,1 1 0 0 0,-1-1 0 0 0,2 1 0 0 0,-1 0 0 0 0,1 0 0 0 0,11-8 0 0 0,-10 9-9 0 0,0-1 0 0 0,1 2 0 0 0,0-1 0 0 0,0 1 0 0 0,0 0 0 0 0,1 1 0 0 0,-1 0 0 0 0,1 0 0 0 0,0 1 0 0 0,0 1 0 0 0,1-1 0 0 0,-1 2 0 0 0,0-1 0 0 0,1 2 0 0 0,-1-1 0 0 0,1 1 0 0 0,-1 1 0 0 0,1 0 0 0 0,-1 0 0 0 0,0 1 0 0 0,1 1 0 0 0,-1 0 1 0 0,18 7-1 0 0,-24-8-2 0 0,0 0 1 0 0,1 0 0 0 0,-1 1 0 0 0,0-1-1 0 0,-1 1 1 0 0,1 0 0 0 0,0 0 0 0 0,-1 1-1 0 0,0-1 1 0 0,1 0 0 0 0,-2 1 0 0 0,1 0-1 0 0,0 0 1 0 0,-1 0 0 0 0,1 0 0 0 0,-1 0 0 0 0,3 9-1 0 0,-5-10 1 0 0,0 0-1 0 0,1-1 1 0 0,-1 1 0 0 0,0 0-1 0 0,0 0 1 0 0,-1 0-1 0 0,1 0 1 0 0,0 0 0 0 0,-1 0-1 0 0,0 0 1 0 0,0 0-1 0 0,0-1 1 0 0,0 1 0 0 0,0 0-1 0 0,-1-1 1 0 0,1 1-1 0 0,-1 0 1 0 0,1-1-1 0 0,-1 0 1 0 0,0 1 0 0 0,0-1-1 0 0,0 0 1 0 0,0 0-1 0 0,-1 0 1 0 0,1-1 0 0 0,0 1-1 0 0,-1 0 1 0 0,1-1-1 0 0,-5 2 1 0 0,-8 5 7 0 0,-1 0 0 0 0,-1-2 0 0 0,1 0-1 0 0,-1-1 1 0 0,0 0 0 0 0,-33 3 0 0 0,-1-3-80 0 0,-56-1-1 0 0,100-4-382 0 0,-4 0-416 0 0</inkml:trace>
</inkml:ink>
</file>

<file path=ppt/ink/ink12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24:02.1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70 149 696 0 0,'-29'-14'4708'0'0,"10"5"-1721"0"0,17 8-2039 0 0,-18-5 2942 0 0,34 12-3804 0 0,0 0 1 0 0,0-2-1 0 0,0 1 1 0 0,0-2-1 0 0,30 4 1 0 0,81-1 50 0 0,-28-3-28 0 0,350 19 130 0 0,-388-20-227 0 0,300-17 70 0 0,-342 13-65 0 0,1-1 0 0 0,30-9 0 0 0,-43 11-14 0 0,0-1 0 0 0,0 0-1 0 0,0 1 1 0 0,-1-2 0 0 0,1 1 0 0 0,0 0-1 0 0,-1-1 1 0 0,0 0 0 0 0,0 0 0 0 0,0-1-1 0 0,0 1 1 0 0,0-1 0 0 0,-1 1 0 0 0,4-6-1 0 0,-6 8-1 0 0,-1-1 0 0 0,1 1 0 0 0,-1-1 0 0 0,1 1 0 0 0,-1 0 0 0 0,0-1 0 0 0,0 1 0 0 0,0-1 0 0 0,0 1 0 0 0,0-1 0 0 0,0 1 0 0 0,0-1 0 0 0,0 1 0 0 0,-1-1 0 0 0,1 1 0 0 0,0 0 0 0 0,-1-1 0 0 0,1 1 0 0 0,-1-1 0 0 0,0 1 0 0 0,1 0 0 0 0,-1 0 0 0 0,0-1 0 0 0,0 1 0 0 0,0 0 0 0 0,0 0 0 0 0,0 0 0 0 0,0 0 0 0 0,0 0 0 0 0,0 0 0 0 0,0 0 0 0 0,0 0 0 0 0,-1 1 0 0 0,1-1 0 0 0,0 0 0 0 0,-1 1 0 0 0,1-1 0 0 0,-3 0 0 0 0,-8-5 2 0 0,-1 1 1 0 0,0 1 0 0 0,-15-4-1 0 0,16 5 6 0 0,-85-15-11 0 0,26 6-23 0 0,71 11 26 0 0,-1 1 0 0 0,1 0 1 0 0,-1-1-1 0 0,1 1 0 0 0,-1 0 0 0 0,1 0 1 0 0,-1 0-1 0 0,1 0 0 0 0,-1 0 0 0 0,0 0 1 0 0,1-1-1 0 0,-1 1 0 0 0,1 0 0 0 0,-1 1 1 0 0,1-1-1 0 0,-1 0 0 0 0,0 0 0 0 0,1 0 1 0 0,-1 0-1 0 0,1 0 0 0 0,-1 1 0 0 0,1-1 1 0 0,-1 0-1 0 0,1 0 0 0 0,-1 1 0 0 0,1-1 1 0 0,-1 0-1 0 0,1 1 0 0 0,-1-1 0 0 0,1 0 1 0 0,0 1-1 0 0,-1 0 0 0 0,6 17 10 0 0,22 16-11 0 0,21 1 16 0 0,-36-27-9 0 0,1 1 0 0 0,-2 0-1 0 0,1 0 1 0 0,-1 1 0 0 0,0 1 0 0 0,-1 0 0 0 0,13 17 0 0 0,-23-26-18 0 0,1 0 0 0 0,-1-1 1 0 0,1 1-1 0 0,-1 0 0 0 0,0-1 1 0 0,0 1-1 0 0,0 0 0 0 0,0-1 1 0 0,0 1-1 0 0,0 0 0 0 0,0 0 1 0 0,0-1-1 0 0,0 1 0 0 0,-1 0 1 0 0,1-1-1 0 0,-1 1 0 0 0,0 0 0 0 0,1-1 1 0 0,-1 1-1 0 0,0-1 0 0 0,0 1 1 0 0,0-1-1 0 0,0 1 0 0 0,0-1 1 0 0,0 0-1 0 0,0 0 0 0 0,0 1 1 0 0,-1-1-1 0 0,1 0 0 0 0,-1 0 1 0 0,1 0-1 0 0,-3 1 0 0 0,-56 31-1226 0 0,52-29 938 0 0,-88 33-4856 0 0,77-30 3470 0 0,-24 7-1607 0 0</inkml:trace>
</inkml:ink>
</file>

<file path=ppt/ink/ink12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24:04.9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73 504 0 0,'46'-67'5637'0'0,"-46"67"-5606"0"0,1 0 0 0 0,-1 0 0 0 0,0-1-1 0 0,1 1 1 0 0,-1 0 0 0 0,1-1 0 0 0,-1 1 0 0 0,0 0 0 0 0,1 0-1 0 0,-1 0 1 0 0,1 0 0 0 0,-1-1 0 0 0,1 1 0 0 0,-1 0-1 0 0,1 0 1 0 0,-1 0 0 0 0,1 0 0 0 0,-1 0 0 0 0,1 0 0 0 0,-1 0-1 0 0,0 0 1 0 0,1 0 0 0 0,-1 0 0 0 0,1 0 0 0 0,-1 1-1 0 0,1-1 1 0 0,-1 0 0 0 0,1 0 0 0 0,-1 0 0 0 0,0 1 0 0 0,1-1-1 0 0,-1 0 1 0 0,1 0 0 0 0,-1 1 0 0 0,0-1 0 0 0,1 0-1 0 0,-1 1 1 0 0,0-1 0 0 0,1 0 0 0 0,-1 1 0 0 0,0-1-1 0 0,0 1 1 0 0,1-1 0 0 0,-1 1 0 0 0,0 0 0 0 0,15 19 468 0 0,32 68 336 0 0,-21-36-403 0 0,3-1 1 0 0,69 92-1 0 0,-98-142-398 0 0,1 0-1 0 0,-1-1 1 0 0,1 1-1 0 0,0 0 0 0 0,-1-1 1 0 0,1 1-1 0 0,0-1 1 0 0,-1 1-1 0 0,1-1 0 0 0,0 1 1 0 0,0-1-1 0 0,-1 0 1 0 0,1 1-1 0 0,0-1 1 0 0,0 0-1 0 0,0 0 0 0 0,0 0 1 0 0,0 1-1 0 0,0-1 1 0 0,-1 0-1 0 0,1 0 1 0 0,0 0-1 0 0,0 0 0 0 0,0 0 1 0 0,0-1-1 0 0,0 1 1 0 0,0 0-1 0 0,-1 0 1 0 0,1-1-1 0 0,0 1 0 0 0,0 0 1 0 0,0-1-1 0 0,-1 1 1 0 0,1-1-1 0 0,0 1 0 0 0,0-1 1 0 0,-1 1-1 0 0,1-1 1 0 0,0 1-1 0 0,-1-1 1 0 0,1 0-1 0 0,-1 1 0 0 0,1-1 1 0 0,0-1-1 0 0,28-45 360 0 0,-18 28-134 0 0,15-22 140 0 0,36-84-1 0 0,-5 9-410 0 0,-56 115-86 0 0,-1 0 0 0 0,1 0 0 0 0,-1 0 0 0 0,1 0 1 0 0,0 0-1 0 0,0 0 0 0 0,-1 0 0 0 0,1 1 1 0 0,0-1-1 0 0,0 0 0 0 0,0 1 0 0 0,0-1 1 0 0,0 1-1 0 0,0-1 0 0 0,0 1 0 0 0,0-1 1 0 0,0 1-1 0 0,0 0 0 0 0,0-1 0 0 0,0 1 1 0 0,0 0-1 0 0,0 0 0 0 0,0 0 0 0 0,0 0 0 0 0,0 0 1 0 0,1 0-1 0 0,-1 0 0 0 0,0 0 0 0 0,2 1 1 0 0,21 10-5843 0 0,-17-4 3546 0 0</inkml:trace>
</inkml:ink>
</file>

<file path=ppt/ink/ink12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24:06.8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52 270 572 0 0,'23'-19'2368'0'0,"-15"13"-1886"0"0,-1 1-1 0 0,0-1 1 0 0,-1 0-1 0 0,0-1 1 0 0,0 1-1 0 0,0-1 1 0 0,-1 0-1 0 0,0-1 1 0 0,8-14-1 0 0,-13 22-448 0 0,1-1-1 0 0,-1 1 1 0 0,0-1-1 0 0,0 0 1 0 0,1 1 0 0 0,-1-1-1 0 0,0 1 1 0 0,0-1-1 0 0,0 1 1 0 0,0-1-1 0 0,0 1 1 0 0,0-1-1 0 0,0 0 1 0 0,0 1-1 0 0,0-1 1 0 0,0 1-1 0 0,0-1 1 0 0,0 1-1 0 0,0-1 1 0 0,0 0-1 0 0,0 1 1 0 0,0-1 0 0 0,-1 1-1 0 0,1-1 1 0 0,0 1-1 0 0,-1-1 1 0 0,1 1-1 0 0,0-1 1 0 0,-1 1-1 0 0,1 0 1 0 0,0-1-1 0 0,-1 1 1 0 0,0-1-1 0 0,-21 0 386 0 0,-22 15-149 0 0,39-11-245 0 0,0 0 0 0 0,0 0 1 0 0,0 0-1 0 0,0 1 0 0 0,1 0 1 0 0,-1 0-1 0 0,1 0 0 0 0,0 0 1 0 0,1 1-1 0 0,-1-1 0 0 0,1 1 1 0 0,-1 0-1 0 0,1 0 0 0 0,1 0 1 0 0,-1 1-1 0 0,1-1 1 0 0,0 0-1 0 0,-2 8 0 0 0,3-9-15 0 0,1 0 0 0 0,-1 0-1 0 0,1 0 1 0 0,0 0 0 0 0,0 0-1 0 0,0 0 1 0 0,0 0 0 0 0,1-1-1 0 0,0 1 1 0 0,-1 0 0 0 0,2 0 0 0 0,-1 0-1 0 0,0-1 1 0 0,1 1 0 0 0,-1 0-1 0 0,1-1 1 0 0,0 0 0 0 0,0 1-1 0 0,1-1 1 0 0,-1 0 0 0 0,1 0-1 0 0,-1 0 1 0 0,1 0 0 0 0,0-1 0 0 0,0 1-1 0 0,0-1 1 0 0,0 1 0 0 0,4 1-1 0 0,-2-1-13 0 0,1 0 1 0 0,-1-1-1 0 0,1 1 0 0 0,-1-1 0 0 0,1 0 0 0 0,-1 0 0 0 0,1-1 1 0 0,0 0-1 0 0,0 0 0 0 0,0 0 0 0 0,0-1 0 0 0,0 1 0 0 0,0-2 0 0 0,0 1 1 0 0,0-1-1 0 0,0 1 0 0 0,0-2 0 0 0,-1 1 0 0 0,1-1 0 0 0,0 1 0 0 0,7-5 1 0 0,5-4-183 0 0,0-1 0 0 0,-1 0 0 0 0,0-1 1 0 0,27-26-1 0 0,-8 7-35 0 0,-32 28 209 0 0,1 0 0 0 0,0 0 0 0 0,-1 1 0 0 0,1-1 0 0 0,0 1 0 0 0,0 0 0 0 0,0 0 0 0 0,1 1 0 0 0,-1-1 0 0 0,0 1 0 0 0,1 1 0 0 0,-1-1 0 0 0,1 1 0 0 0,-1 0 0 0 0,1 0 0 0 0,-1 0 0 0 0,0 1 0 0 0,1 0 0 0 0,-1 0 1 0 0,0 0-1 0 0,1 0 0 0 0,-1 1 0 0 0,7 3 0 0 0,-8-3 12 0 0,0 0 1 0 0,0 0 0 0 0,0 1 0 0 0,0-1 0 0 0,-1 1 0 0 0,1 0 0 0 0,-1 0-1 0 0,0 0 1 0 0,1 0 0 0 0,-1 0 0 0 0,-1 1 0 0 0,1 0 0 0 0,0-1-1 0 0,-1 1 1 0 0,0 0 0 0 0,0 0 0 0 0,0 0 0 0 0,0 1 0 0 0,-1-1 0 0 0,0 0-1 0 0,1 1 1 0 0,-2-1 0 0 0,1 1 0 0 0,0-1 0 0 0,-1 1 0 0 0,0-1-1 0 0,0 1 1 0 0,-1 4 0 0 0,-8 17-9 0 0,6-26 19 0 0,6-12 13 0 0,1 7-27 0 0,-1-1 0 0 0,1 1 0 0 0,0 0 1 0 0,0 0-1 0 0,1 0 0 0 0,0 1 0 0 0,-1 0 0 0 0,1 0 0 0 0,1 0 0 0 0,10-6 0 0 0,5-5-38 0 0,46-34-215 0 0,-48 37 180 0 0,0 0 0 0 0,-2-2 1 0 0,1 0-1 0 0,-2-1 0 0 0,28-33 0 0 0,-41 44 161 0 0,-1-1 0 0 0,0 0 1 0 0,0 0-1 0 0,0 0 0 0 0,0 0 0 0 0,-1 0 0 0 0,0 0 0 0 0,0 0 0 0 0,0-1 0 0 0,-1 1 0 0 0,0 0 0 0 0,0-1 0 0 0,0-5 0 0 0,-1 1 266 0 0,1 9-139 0 0,1 1-193 0 0,-1 0 0 0 0,0 1 0 0 0,0-1 0 0 0,1 0 0 0 0,-1 0 1 0 0,0 0-1 0 0,1 1 0 0 0,-1-1 0 0 0,0 0 0 0 0,1 0 0 0 0,-1 0 0 0 0,0 0 0 0 0,1 0 0 0 0,-1 0 1 0 0,0 0-1 0 0,1 0 0 0 0,-1 0 0 0 0,1 0 0 0 0,-1 0 0 0 0,0 0 0 0 0,1 0 0 0 0,-1 0 0 0 0,0 0 1 0 0,1 0-1 0 0,-1 0 0 0 0,0 0 0 0 0,1 0 0 0 0,-1 0 0 0 0,0 0 0 0 0,1-1 0 0 0,-1 1 0 0 0,0 0 1 0 0,0 0-1 0 0,1 0 0 0 0,-1-1 0 0 0,0 1 0 0 0,1 0 0 0 0,-1-1 0 0 0,0 1 0 0 0,0 0 0 0 0,0 0 1 0 0,1-1-1 0 0,-1 1 0 0 0,0 0 0 0 0,0-1 0 0 0,0 1 0 0 0,0 0 0 0 0,0-1 0 0 0,0 1 0 0 0,1 0 1 0 0,-1-1-1 0 0,0 1 0 0 0,0 0 0 0 0,0-1 0 0 0,0 1 0 0 0,0-1 0 0 0,0 1 0 0 0,0 0 0 0 0,-1-1 1 0 0,1 0-1 0 0,2 3 1012 0 0,-4-3-992 0 0,1 1 0 0 0,-1-1 0 0 0,1 0 0 0 0,-1 0 0 0 0,1 0 0 0 0,-1 0 0 0 0,1 0 0 0 0,0 0 0 0 0,0 0 0 0 0,-1 0 0 0 0,1 0 0 0 0,0-1 0 0 0,0 1 0 0 0,0 0 0 0 0,0-1 0 0 0,0 1 0 0 0,0-2 0 0 0,-4-7 578 0 0,13 18-529 0 0,-7-7-87 0 0,0 1 1 0 0,0 0-1 0 0,0-1 0 0 0,0 1 0 0 0,-1 0 1 0 0,1 0-1 0 0,-1 0 0 0 0,1-1 1 0 0,-1 1-1 0 0,0 0 0 0 0,1 0 0 0 0,-1 0 1 0 0,0 0-1 0 0,0 0 0 0 0,0 0 0 0 0,-1 0 1 0 0,0 3-1 0 0,0 6 3 0 0,17 201 252 0 0,-4-109-92 0 0,-12-102-129 0 0,4-4 51 0 0,0 0-1 0 0,0 0 0 0 0,-1 0 1 0 0,1-1-1 0 0,-1 1 1 0 0,0-1-1 0 0,0 0 0 0 0,0 0 1 0 0,3-8-1 0 0,23-26-102 0 0,-22 33 19 0 0,0-1-1 0 0,0 1 1 0 0,1 0 0 0 0,0 0 0 0 0,0 1 0 0 0,0 0 0 0 0,1 1 0 0 0,-1 0-1 0 0,1 0 1 0 0,14-3 0 0 0,-18 5 0 0 0,1 1-1 0 0,-1-1 1 0 0,0 1-1 0 0,1 0 0 0 0,-1 0 1 0 0,0 0-1 0 0,1 1 1 0 0,-1 0-1 0 0,0 0 1 0 0,1 0-1 0 0,-1 0 1 0 0,0 1-1 0 0,0 0 0 0 0,0 0 1 0 0,0 1-1 0 0,-1-1 1 0 0,1 1-1 0 0,7 6 1 0 0,-11-8-1 0 0,0-1 0 0 0,-1 1 0 0 0,1 0 0 0 0,0 0 0 0 0,0 0 0 0 0,-1 0 0 0 0,1 0 0 0 0,0 0 0 0 0,-1 0 0 0 0,1 0 0 0 0,-1 0 0 0 0,1 0 0 0 0,-1 0 1 0 0,0 0-1 0 0,1 0 0 0 0,-1 0 0 0 0,0 0 0 0 0,0 1 0 0 0,0-1 0 0 0,0 0 0 0 0,0 0 0 0 0,0 0 0 0 0,0 0 0 0 0,0 0 0 0 0,0 0 0 0 0,-1 2 0 0 0,0 0 3 0 0,-1 0 0 0 0,1 0 0 0 0,-1-1 1 0 0,0 1-1 0 0,1 0 0 0 0,-1-1 0 0 0,0 0 0 0 0,-1 1 0 0 0,-3 3 0 0 0,-3 1-1 0 0,0-1 1 0 0,0 1-1 0 0,-1-2 1 0 0,-15 8-1 0 0,11-8-6 0 0,-1 0 0 0 0,1-1 0 0 0,-1-1 1 0 0,0-1-1 0 0,-21 2 0 0 0,1-1-243 0 0,29-4 359 0 0</inkml:trace>
</inkml:ink>
</file>

<file path=ppt/ink/ink12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24:07.4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210 11 248 0 0,'0'-10'5882'0'0,"-21"30"-5493"0"0,0 1-1 0 0,2 0 1 0 0,0 2 0 0 0,2 0-1 0 0,0 1 1 0 0,2 1 0 0 0,1 1 0 0 0,1 0-1 0 0,-18 50 1 0 0,25-58-301 0 0,1 1 1 0 0,1-1 0 0 0,1 0-1 0 0,1 1 1 0 0,0 0-1 0 0,2 0 1 0 0,0-1-1 0 0,1 1 1 0 0,0 0 0 0 0,2 0-1 0 0,0-1 1 0 0,1 0-1 0 0,1 1 1 0 0,13 30-1 0 0,-7-26-24 0 0,1 0 0 0 0,1-1 0 0 0,0 0 0 0 0,2-1 0 0 0,0 0 0 0 0,2-2 0 0 0,0 0 0 0 0,1 0 0 0 0,1-2 0 0 0,26 19-1 0 0,-17-15 65 0 0,1-2 0 0 0,46 21 0 0 0,-1-12-1651 0 0,-62-25 284 0 0,0 0-1 0 0,1-1 0 0 0,-1-1 1 0 0,14 1-1 0 0,-11-3-1411 0 0</inkml:trace>
</inkml:ink>
</file>

<file path=ppt/ink/ink12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24:08.1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21 137 324 0 0,'2'-27'5414'0'0,"-2"48"-2011"0"0,9 230 619 0 0,-12-243-2596 0 0,-5-20-1077 0 0,-6-24-200 0 0,11 18-106 0 0,1 0 0 0 0,1 0-1 0 0,0 0 1 0 0,1-1 0 0 0,1 1 0 0 0,1 0 0 0 0,1 0 0 0 0,0 0 0 0 0,1 0 0 0 0,1 0 0 0 0,1 1 0 0 0,0 0 0 0 0,10-17-1 0 0,-16 32-42 0 0,1 0 0 0 0,0 0 0 0 0,0 0 0 0 0,0 0-1 0 0,0 0 1 0 0,0 0 0 0 0,1 0 0 0 0,-1 0 0 0 0,0 1-1 0 0,1-1 1 0 0,0 1 0 0 0,-1-1 0 0 0,1 1 0 0 0,0-1-1 0 0,0 1 1 0 0,0 0 0 0 0,-1 0 0 0 0,1 0 0 0 0,1 0-1 0 0,-1 0 1 0 0,0 0 0 0 0,0 0 0 0 0,0 1 0 0 0,0-1-1 0 0,0 1 1 0 0,1 0 0 0 0,-1 0 0 0 0,0 0 0 0 0,0 0-1 0 0,1 0 1 0 0,-1 0 0 0 0,0 0 0 0 0,0 1-1 0 0,1-1 1 0 0,-1 1 0 0 0,0-1 0 0 0,0 1 0 0 0,0 0-1 0 0,0 0 1 0 0,0 0 0 0 0,0 0 0 0 0,0 0 0 0 0,0 1-1 0 0,-1-1 1 0 0,1 1 0 0 0,0-1 0 0 0,-1 1 0 0 0,3 2-1 0 0,9 10-3 0 0,1 1 0 0 0,-2 0 0 0 0,0 1 0 0 0,13 25 0 0 0,-16-27 3 0 0,12 19-43 0 0,30 34 1 0 0,-43-57 30 0 0,0-1 0 0 0,1 0 0 0 0,0 0 0 0 0,0-1 1 0 0,1-1-1 0 0,0 1 0 0 0,21 10 0 0 0,-30-17 10 0 0,1 0-1 0 0,-1-1 1 0 0,0 1-1 0 0,0-1 0 0 0,1 0 1 0 0,-1 1-1 0 0,0-1 1 0 0,1 0-1 0 0,-1 0 1 0 0,0 0-1 0 0,1 1 1 0 0,-1-1-1 0 0,0-1 1 0 0,1 1-1 0 0,-1 0 1 0 0,0 0-1 0 0,0 0 1 0 0,1-1-1 0 0,-1 1 1 0 0,0-1-1 0 0,0 1 0 0 0,1-1 1 0 0,-1 1-1 0 0,0-1 1 0 0,1-1-1 0 0,0 0 5 0 0,0 0-1 0 0,0 0 0 0 0,0 0 0 0 0,-1 0 1 0 0,1-1-1 0 0,-1 1 0 0 0,0-1 0 0 0,1 1 1 0 0,-1-1-1 0 0,0 0 0 0 0,1-4 0 0 0,1-11 27 0 0,0 1 0 0 0,-1-2 0 0 0,0-20-1 0 0,-1 19-10 0 0,3-28 50 0 0,5-107 386 0 0,-9 154-659 0 0,4 5-2257 0 0,-3-3 2299 0 0,0 0 0 0 0,0 0 0 0 0,0 0 0 0 0,0 1 0 0 0,0-1 0 0 0,-1 1 0 0 0,1-1 0 0 0,0 1 0 0 0,-1-1 1 0 0,1 1-1 0 0,-1-1 0 0 0,1 3 0 0 0,5 9-5041 0 0,1-3 1829 0 0</inkml:trace>
</inkml:ink>
</file>

<file path=ppt/ink/ink12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24:08.6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6 235 128 0 0,'-1'4'643'0'0,"0"-1"0"0"0,0 1 0 0 0,0 0 0 0 0,0-1 0 0 0,1 1 0 0 0,-1 0 0 0 0,1 0 0 0 0,0-1 0 0 0,0 1-1 0 0,1 6 1 0 0,14 41 2199 0 0,-6-33-2291 0 0,0-1 1 0 0,1 0-1 0 0,13 17 0 0 0,-23-34-536 0 0,0 0-1 0 0,0 0 1 0 0,0 0 0 0 0,0 0-1 0 0,0-1 1 0 0,0 1 0 0 0,0 0-1 0 0,0 0 1 0 0,0 0 0 0 0,0 0-1 0 0,0 0 1 0 0,0 0 0 0 0,0 0-1 0 0,0-1 1 0 0,0 1 0 0 0,0 0-1 0 0,0 0 1 0 0,0 0 0 0 0,0 0-1 0 0,0 0 1 0 0,1 0-1 0 0,-1 0 1 0 0,0 0 0 0 0,0-1-1 0 0,0 1 1 0 0,0 0 0 0 0,0 0-1 0 0,0 0 1 0 0,0 0 0 0 0,0 0-1 0 0,0 0 1 0 0,0 0 0 0 0,1 0-1 0 0,-1 0 1 0 0,0 0 0 0 0,0 0-1 0 0,0 0 1 0 0,0 0 0 0 0,0 0-1 0 0,0 0 1 0 0,0 0-1 0 0,1 0 1 0 0,-1 0 0 0 0,0 0-1 0 0,0 0 1 0 0,0 0 0 0 0,0 0-1 0 0,0 0 1 0 0,0 0 0 0 0,0 0-1 0 0,1 0 1 0 0,-1 0 0 0 0,0 0-1 0 0,0 0 1 0 0,0 0 0 0 0,0 0-1 0 0,0 0 1 0 0,0 0 0 0 0,0 0-1 0 0,0 0 1 0 0,1 0 0 0 0,-1 0-1 0 0,0 0 1 0 0,0 1-1 0 0,0-20 286 0 0,-3-21-133 0 0,-4-12-36 0 0,2 14-40 0 0,-2-44 0 0 0,7 71-72 0 0,0-1 0 0 0,1 0 0 0 0,1 0 0 0 0,0 0 0 0 0,0 1 0 0 0,1-1 0 0 0,0 1 1 0 0,6-12-1 0 0,-6 17-16 0 0,0 2-1 0 0,1-1 1 0 0,-1 0 0 0 0,1 1 0 0 0,0-1 0 0 0,0 1 0 0 0,0 0 0 0 0,1 1 0 0 0,-1-1 0 0 0,1 1 0 0 0,0 0 0 0 0,0 0-1 0 0,0 0 1 0 0,1 0 0 0 0,-1 1 0 0 0,1 0 0 0 0,-1 1 0 0 0,1-1 0 0 0,0 1 0 0 0,-1 0 0 0 0,1 0 0 0 0,0 1 0 0 0,0-1-1 0 0,0 1 1 0 0,0 1 0 0 0,-1-1 0 0 0,1 1 0 0 0,0 0 0 0 0,10 3 0 0 0,-13-3 0 0 0,-1 0-1 0 0,1 0 1 0 0,-1 1 0 0 0,0-1-1 0 0,0 0 1 0 0,0 1 0 0 0,0-1 0 0 0,0 1-1 0 0,0 0 1 0 0,0-1 0 0 0,0 1-1 0 0,0 0 1 0 0,-1 0 0 0 0,1 1-1 0 0,-1-1 1 0 0,0 0 0 0 0,1 0-1 0 0,-1 1 1 0 0,0-1 0 0 0,0 0 0 0 0,-1 1-1 0 0,1-1 1 0 0,0 1 0 0 0,-1 0-1 0 0,0-1 1 0 0,1 1 0 0 0,-1-1-1 0 0,0 1 1 0 0,-1 3 0 0 0,0-2 4 0 0,1 0 0 0 0,-2-1 0 0 0,1 1 0 0 0,0-1 1 0 0,-1 1-1 0 0,1-1 0 0 0,-1 1 0 0 0,0-1 0 0 0,0 0 0 0 0,-1 0 1 0 0,1 0-1 0 0,-1 0 0 0 0,1 0 0 0 0,-1-1 0 0 0,0 1 0 0 0,0-1 1 0 0,0 0-1 0 0,0 0 0 0 0,-5 2 0 0 0,-13 8-254 0 0,-11 5-1142 0 0,9-8-2827 0 0</inkml:trace>
</inkml:ink>
</file>

<file path=ppt/ink/ink12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24:08.9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264 0 20 0 0,'15'10'669'0'0,"-1"0"0"0"0,0 0-1 0 0,0 1 1 0 0,-1 1 0 0 0,0 1 0 0 0,-1 0 0 0 0,0 0 0 0 0,-1 1-1 0 0,-1 0 1 0 0,0 1 0 0 0,-1 0 0 0 0,-1 1 0 0 0,0 0-1 0 0,-1 0 1 0 0,-1 1 0 0 0,5 17 0 0 0,-8-23-484 0 0,0 0 0 0 0,-1 0-1 0 0,0 0 1 0 0,-1 1 0 0 0,0-1 0 0 0,-1 0 0 0 0,0 1 0 0 0,0-1 0 0 0,-2 0-1 0 0,1 1 1 0 0,-1-1 0 0 0,-1 0 0 0 0,0 0 0 0 0,-1 0 0 0 0,0-1 0 0 0,0 1-1 0 0,-1-1 1 0 0,0 0 0 0 0,-1 0 0 0 0,0-1 0 0 0,-1 0 0 0 0,0 0 0 0 0,-1 0-1 0 0,1-1 1 0 0,-19 15 0 0 0,4-7-75 0 0,-2-1-1 0 0,0-1 1 0 0,-1-1-1 0 0,0-1 0 0 0,0-2 1 0 0,-2 0-1 0 0,-34 8 1 0 0,32-12-3145 0 0,-52 5 0 0 0,71-11-1128 0 0,1-1 316 0 0</inkml:trace>
</inkml:ink>
</file>

<file path=ppt/ink/ink12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24:11.2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216 8 616 0 0,'2'-8'4213'0'0,"-2"8"-4102"0"0,-22 21 242 0 0,2 1 1 0 0,0 0 0 0 0,1 2-1 0 0,1 0 1 0 0,2 1-1 0 0,0 0 1 0 0,2 2-1 0 0,0 0 1 0 0,2 0 0 0 0,-11 38-1 0 0,17-46-239 0 0,1 0 1 0 0,1 0-1 0 0,1 0 0 0 0,0 0 0 0 0,2 1 0 0 0,0-1 0 0 0,1 1 0 0 0,1-1 0 0 0,1 1 1 0 0,0-1-1 0 0,2 0 0 0 0,0 0 0 0 0,1 0 0 0 0,1 0 0 0 0,1-1 0 0 0,1 0 1 0 0,10 18-1 0 0,-8-18-27 0 0,2 0 1 0 0,0-1-1 0 0,1-1 1 0 0,0 0-1 0 0,30 27 1 0 0,-37-39-257 0 0,-1 1 1 0 0,1-1 0 0 0,0-1-1 0 0,1 1 1 0 0,-1-1-1 0 0,1 0 1 0 0,-1-1 0 0 0,1 1-1 0 0,8 1 1 0 0,-10-4-220 0 0,0 1 1 0 0,0-1-1 0 0,0 0 1 0 0,1 0-1 0 0,-1 0 1 0 0,0 0 0 0 0,0-1-1 0 0,0 0 1 0 0,0 0-1 0 0,0-1 1 0 0,0 0-1 0 0,0 1 1 0 0,0-1-1 0 0,4-3 1 0 0,6-4-1814 0 0</inkml:trace>
</inkml:ink>
</file>

<file path=ppt/ink/ink12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24:11.8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3 118 300 0 0,'-2'20'7159'0'0,"2"83"-4794"0"0,2-82-2024 0 0,-1 1 87 0 0,2 0 1 0 0,1 0-1 0 0,8 30 0 0 0,-15-62-334 0 0,1-1-1 0 0,-1 1 0 0 0,2-1 0 0 0,-1 1 1 0 0,2-1-1 0 0,-1 0 0 0 0,1 1 0 0 0,2-13 1 0 0,19-94-63 0 0,-9 54 50 0 0,-12 62-81 0 0,2-8 5 0 0,-1 0 0 0 0,1 0-1 0 0,0 1 1 0 0,1-1 0 0 0,0 0-1 0 0,0 1 1 0 0,1-1 0 0 0,7-11 0 0 0,-11 19-8 0 0,24 25 30 0 0,-16-9-25 0 0,-1 0 0 0 0,0 0 1 0 0,6 20-1 0 0,-7-18 0 0 0,0 0-1 0 0,17 30 1 0 0,-16-37-2 0 0,7 13 4 0 0,1-1 1 0 0,22 27 0 0 0,-33-45-4 0 0,0 1 0 0 0,0-1 0 0 0,0 0 0 0 0,0 0 0 0 0,1-1 0 0 0,0 1 0 0 0,0-1 0 0 0,0 0 0 0 0,0 0 0 0 0,0-1 0 0 0,0 1 0 0 0,1-1 0 0 0,-1 0 0 0 0,1-1 0 0 0,0 1 0 0 0,10 0 0 0 0,-12-2 1 0 0,0-1 0 0 0,-1 0 0 0 0,1 0-1 0 0,0 0 1 0 0,-1 0 0 0 0,1-1 0 0 0,-1 1 0 0 0,0-1 0 0 0,1 0 0 0 0,-1 0 0 0 0,0 0 0 0 0,0 0-1 0 0,0-1 1 0 0,0 1 0 0 0,-1-1 0 0 0,1 0 0 0 0,-1 0 0 0 0,1 0 0 0 0,-1 0 0 0 0,0 0 0 0 0,0 0-1 0 0,0 0 1 0 0,-1-1 0 0 0,2-4 0 0 0,5-11 12 0 0,0-1-1 0 0,-2 1 1 0 0,4-22-1 0 0,-7 30-5 0 0,25-125-291 0 0,-28 135 160 0 0,0 1 1 0 0,0 0-1 0 0,0 0 1 0 0,0 0-1 0 0,0 0 1 0 0,0-1-1 0 0,1 1 1 0 0,-1 0 0 0 0,0 0-1 0 0,0 0 1 0 0,0 0-1 0 0,0 0 1 0 0,1-1-1 0 0,-1 1 1 0 0,0 0-1 0 0,0 0 1 0 0,0 0-1 0 0,1 0 1 0 0,-1 0-1 0 0,0 0 1 0 0,0 0-1 0 0,0 0 1 0 0,1 0-1 0 0,-1 0 1 0 0,0 0-1 0 0,0 0 1 0 0,1 0-1 0 0,-1 0 1 0 0,0 0-1 0 0,0 0 1 0 0,0 0 0 0 0,1 0-1 0 0,-1 0 1 0 0,0 0-1 0 0,0 0 1 0 0,0 1-1 0 0,1-1 1 0 0,-1 0-1 0 0,0 0 1 0 0,0 0-1 0 0,0 0 1 0 0,0 0-1 0 0,1 1 1 0 0,-1-1-1 0 0,0 0 1 0 0,0 0-1 0 0,0 0 1 0 0,0 0-1 0 0,0 1 1 0 0,0-1-1 0 0,0 0 1 0 0,1 0-1 0 0,-1 0 1 0 0,0 1 0 0 0,0-1-1 0 0,0 0 1 0 0,0 0-1 0 0,0 0 1 0 0,0 1-1 0 0,0-1 1 0 0,0 0-1 0 0,0 0 1 0 0,0 0-1 0 0,0 1 1 0 0,0-1-1 0 0,0 0 1 0 0,0 1-1 0 0,1 1 324 0 0,5 3-2813 0 0</inkml:trace>
</inkml:ink>
</file>

<file path=ppt/ink/ink12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24:12.2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2 197 408 0 0,'1'5'471'0'0,"0"-1"0"0"0,0 1 0 0 0,-1 0 1 0 0,0-1-1 0 0,0 1 0 0 0,0 0 0 0 0,-1-1 0 0 0,0 6 0 0 0,-1 18 1000 0 0,4-7-663 0 0,2-1 1 0 0,0 1-1 0 0,1-1 1 0 0,15 37-1 0 0,-5-14 151 0 0,-5-21 64 0 0,-7-27-235 0 0,-7-44 78 0 0,2 22-816 0 0,3-63 203 0 0,14-96-1 0 0,-14 180-247 0 0,0-1-1 0 0,1 1 1 0 0,0-1-1 0 0,0 1 1 0 0,0 0-1 0 0,1 0 1 0 0,0 0 0 0 0,0 0-1 0 0,1 1 1 0 0,-1-1-1 0 0,1 1 1 0 0,1 0 0 0 0,-1 0-1 0 0,1 0 1 0 0,-1 1-1 0 0,1 0 1 0 0,6-4-1 0 0,-8 6-3 0 0,0 0-1 0 0,0 0 1 0 0,0 0-1 0 0,1 1 0 0 0,-1 0 1 0 0,0 0-1 0 0,1-1 1 0 0,-1 2-1 0 0,1-1 0 0 0,-1 0 1 0 0,1 1-1 0 0,-1 0 1 0 0,1 0-1 0 0,-1 0 0 0 0,1 0 1 0 0,0 0-1 0 0,-1 1 0 0 0,1-1 1 0 0,-1 1-1 0 0,0 0 1 0 0,1 0-1 0 0,-1 1 0 0 0,0-1 1 0 0,1 1-1 0 0,-1-1 1 0 0,0 1-1 0 0,0 0 0 0 0,0 0 1 0 0,-1 0-1 0 0,1 1 1 0 0,0-1-1 0 0,2 4 0 0 0,-3-5 2 0 0,-1 1 0 0 0,1 0 0 0 0,0 0 0 0 0,-1-1 0 0 0,1 1 0 0 0,-1 0-1 0 0,0 1 1 0 0,0-1 0 0 0,0 0 0 0 0,0 0 0 0 0,0 0 0 0 0,0 1 0 0 0,0-1 0 0 0,-1 1-1 0 0,1-1 1 0 0,-1 0 0 0 0,0 1 0 0 0,1-1 0 0 0,-1 1 0 0 0,0-1 0 0 0,-1 1 0 0 0,1-1-1 0 0,0 0 1 0 0,-1 1 0 0 0,1-1 0 0 0,-1 1 0 0 0,0-1 0 0 0,0 0 0 0 0,0 0-1 0 0,0 1 1 0 0,0-1 0 0 0,0 0 0 0 0,-1 0 0 0 0,1 0 0 0 0,-1 0 0 0 0,1 0 0 0 0,-1-1-1 0 0,0 1 1 0 0,0 0 0 0 0,0-1 0 0 0,-3 3 0 0 0,-2 2-128 0 0,-2-1 0 0 0,1 1 0 0 0,-1-1 1 0 0,1-1-1 0 0,-1 1 0 0 0,-1-1 0 0 0,1-1 0 0 0,-19 5 0 0 0,-11 6-5505 0 0</inkml:trace>
</inkml:ink>
</file>

<file path=ppt/ink/ink12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24:12.6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266 0 676 0 0,'19'8'951'0'0,"-1"1"1"0"0,1 0-1 0 0,-2 1 1 0 0,1 1-1 0 0,-1 0 0 0 0,29 28 1 0 0,-38-31-673 0 0,1 1 0 0 0,-1 0 0 0 0,-1 1-1 0 0,0 0 1 0 0,0 0 0 0 0,-1 1 0 0 0,0-1 0 0 0,-1 1 0 0 0,0 1 0 0 0,-1-1 0 0 0,0 1 0 0 0,4 22 0 0 0,-6-19-72 0 0,-1-1 0 0 0,0 1 0 0 0,-1 0 0 0 0,0-1 0 0 0,-1 1 0 0 0,-1-1 0 0 0,0 1 0 0 0,-1-1 0 0 0,-1 0 0 0 0,0 0 0 0 0,-1 0 0 0 0,0-1 0 0 0,-1 1 0 0 0,-1-1 0 0 0,-15 23 0 0 0,5-14 13 0 0,-2 0 0 0 0,0-1 0 0 0,-1-1 0 0 0,-1-1 0 0 0,-1 0 1 0 0,0-2-1 0 0,-34 20 0 0 0,32-23-146 0 0,0-1 1 0 0,-1-1-1 0 0,-48 17 1 0 0,7-13-3210 0 0,63-16 2487 0 0,1 0 0 0 0,0 0 0 0 0,-1 0 0 0 0,1 0 0 0 0,-1-1 0 0 0,1 1 0 0 0,0-1 0 0 0,-1 1 0 0 0,1-1 0 0 0,-4-2 0 0 0,-2-1-2766 0 0</inkml:trace>
</inkml:ink>
</file>

<file path=ppt/ink/ink12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24:14.5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228 36 184 0 0,'-2'-3'308'0'0,"0"0"-1"0"0,0 0 1 0 0,0 0-1 0 0,0 1 1 0 0,0-1-1 0 0,0 1 1 0 0,-1-1-1 0 0,1 1 1 0 0,-1 0-1 0 0,0 0 1 0 0,1 0-1 0 0,-1 0 1 0 0,-4-1-1 0 0,5 2-209 0 0,-1 1 0 0 0,1 0 0 0 0,0 0 0 0 0,-1 0-1 0 0,1 0 1 0 0,0 1 0 0 0,-1-1 0 0 0,1 1 0 0 0,0-1 0 0 0,0 1 0 0 0,-1 0-1 0 0,1 0 1 0 0,0 0 0 0 0,0 0 0 0 0,0 0 0 0 0,0 0 0 0 0,0 1 0 0 0,0-1-1 0 0,0 1 1 0 0,1-1 0 0 0,-3 3 0 0 0,-9 8 62 0 0,0 0 0 0 0,1 1 0 0 0,1 0 0 0 0,0 1 0 0 0,1 0 0 0 0,0 1 0 0 0,1 0 0 0 0,1 0-1 0 0,0 1 1 0 0,1 0 0 0 0,1 0 0 0 0,0 1 0 0 0,2 0 0 0 0,-1 0 0 0 0,2 0 0 0 0,1 1 0 0 0,0-1 0 0 0,1 1 0 0 0,1-1 0 0 0,0 1 0 0 0,1-1 0 0 0,5 21 0 0 0,-1-12-91 0 0,1-1 0 0 0,1 1 0 0 0,1-1 0 0 0,1-1 0 0 0,2 0 0 0 0,0 0 0 0 0,2-1 0 0 0,0 0 0 0 0,1-1 0 0 0,2-1 0 0 0,0 0 0 0 0,1-1 0 0 0,1-1 0 0 0,26 22 0 0 0,-29-29-393 0 0,1-1 0 0 0,0 0 1 0 0,0-1-1 0 0,1-1 1 0 0,30 12-1 0 0,14-4-4594 0 0,-42-15 2386 0 0</inkml:trace>
</inkml:ink>
</file>

<file path=ppt/ink/ink12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24:15.1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34 344 540 0 0,'-5'9'4372'0'0,"-11"52"-2337"0"0,16-29-1243 0 0,1-1 0 0 0,1 0 0 0 0,1 0-1 0 0,2 0 1 0 0,16 54 0 0 0,-17-67 245 0 0,-8-25-139 0 0,-9-29-321 0 0,3-7-427 0 0,1-1-1 0 0,3 0 1 0 0,-1-72 0 0 0,7 90-126 0 0,2-1 1 0 0,0 1 0 0 0,2 0 0 0 0,1 0-1 0 0,1 1 1 0 0,1-1 0 0 0,15-37 0 0 0,-16 50-14 0 0,1 0-1 0 0,0 1 1 0 0,0-1 0 0 0,2 2 0 0 0,-1-1-1 0 0,13-11 1 0 0,-18 19-10 0 0,1 0 0 0 0,0 1 0 0 0,0-1 0 0 0,0 1 1 0 0,1 0-1 0 0,-1 0 0 0 0,1 1 0 0 0,-1-1 0 0 0,1 1 0 0 0,0 0 0 0 0,0 1 0 0 0,0-1 0 0 0,0 1 0 0 0,0 0 0 0 0,0 0 0 0 0,1 0 0 0 0,-1 1 0 0 0,0 0 0 0 0,10 1 0 0 0,-12-1-1 0 0,-1 0-1 0 0,1 0 0 0 0,-1 1 0 0 0,0-1 0 0 0,1 1 1 0 0,-1 0-1 0 0,0-1 0 0 0,0 1 0 0 0,1 0 1 0 0,-1 1-1 0 0,0-1 0 0 0,0 0 0 0 0,0 1 0 0 0,0-1 1 0 0,-1 1-1 0 0,1-1 0 0 0,0 1 0 0 0,-1 0 0 0 0,1 0 1 0 0,-1 0-1 0 0,1 0 0 0 0,-1 0 0 0 0,0 0 1 0 0,0 0-1 0 0,0 0 0 0 0,0 0 0 0 0,0 0 0 0 0,0 1 1 0 0,-1-1-1 0 0,1 0 0 0 0,-1 1 0 0 0,0-1 1 0 0,1 1-1 0 0,-1-1 0 0 0,0 0 0 0 0,-1 4 0 0 0,1-1 2 0 0,-1 0-1 0 0,0 0 0 0 0,-1-1 0 0 0,1 1 1 0 0,-1 0-1 0 0,0-1 0 0 0,0 1 0 0 0,0-1 1 0 0,0 0-1 0 0,-1 1 0 0 0,0-1 0 0 0,0 0 1 0 0,0-1-1 0 0,0 1 0 0 0,-1 0 0 0 0,-7 5 1 0 0,-1-1 30 0 0,-1-1 0 0 0,-1-1 1 0 0,1 0-1 0 0,-1 0 1 0 0,-20 4-1 0 0,-42 19-3036 0 0,65-21 1073 0 0,8 0-3638 0 0</inkml:trace>
</inkml:ink>
</file>

<file path=ppt/ink/ink12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24:15.6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80 532 0 0,'2'2'261'0'0,"1"0"1"0"0,-1 0-1 0 0,0 0 1 0 0,0 0-1 0 0,0 1 1 0 0,0-1-1 0 0,0 0 1 0 0,0 1-1 0 0,-1 0 0 0 0,1-1 1 0 0,-1 1-1 0 0,0 0 1 0 0,0 0-1 0 0,0 0 1 0 0,0 0-1 0 0,0 3 0 0 0,9 59 1317 0 0,-7-38-919 0 0,27 197 2501 0 0,-24-186-2312 0 0,3 69 1 0 0,-12-190 755 0 0,-1 29-1524 0 0,7-94 1 0 0,0 127-60 0 0,0-12 6 0 0,2 1 1 0 0,15-53-1 0 0,-18 76-26 0 0,2 0 0 0 0,-1 0 0 0 0,1 1 0 0 0,0-1-1 0 0,1 1 1 0 0,0 0 0 0 0,0 1 0 0 0,1-1 0 0 0,0 1-1 0 0,0 0 1 0 0,1 0 0 0 0,0 1 0 0 0,0 0 0 0 0,9-6 0 0 0,-14 11-2 0 0,-1 0 1 0 0,1 0-1 0 0,0 0 0 0 0,0 0 1 0 0,0 0-1 0 0,-1 0 1 0 0,1 0-1 0 0,0 1 1 0 0,0-1-1 0 0,0 1 1 0 0,0-1-1 0 0,0 1 0 0 0,0 0 1 0 0,0 0-1 0 0,0 0 1 0 0,1 0-1 0 0,-1 0 1 0 0,0 0-1 0 0,0 1 1 0 0,0-1-1 0 0,0 1 0 0 0,0-1 1 0 0,-1 1-1 0 0,1 0 1 0 0,0 0-1 0 0,0 0 1 0 0,0 0-1 0 0,-1 0 1 0 0,1 0-1 0 0,0 0 0 0 0,-1 1 1 0 0,1-1-1 0 0,-1 0 1 0 0,1 1-1 0 0,-1-1 1 0 0,0 1-1 0 0,0 0 1 0 0,0-1-1 0 0,1 1 0 0 0,-2 0 1 0 0,1 0-1 0 0,1 4 1 0 0,0-2 1 0 0,0 1 0 0 0,0-1 1 0 0,-1 1-1 0 0,0 0 0 0 0,0 0 0 0 0,0-1 1 0 0,0 1-1 0 0,-1 0 0 0 0,0 0 0 0 0,0 0 1 0 0,0 0-1 0 0,-1 0 0 0 0,0 0 0 0 0,0-1 1 0 0,0 1-1 0 0,0 0 0 0 0,-3 6 0 0 0,-3-2-120 0 0,-1 0 0 0 0,0 0 1 0 0,-1-1-1 0 0,0 0 0 0 0,0 0 0 0 0,-1-1 0 0 0,0 0 0 0 0,0-1 0 0 0,-14 7 0 0 0,-8 7-3105 0 0,16-15-1500 0 0</inkml:trace>
</inkml:ink>
</file>

<file path=ppt/ink/ink12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24:15.9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165 0 12 0 0,'10'6'560'0'0,"-1"1"0"0"0,0 0 1 0 0,0 0-1 0 0,-1 1 0 0 0,0 0 0 0 0,0 1 1 0 0,-1 0-1 0 0,0 0 0 0 0,-1 0 0 0 0,0 1 1 0 0,9 19-1 0 0,4 13 710 0 0,20 69-1 0 0,-32-88-841 0 0,4 9-27 0 0,-2 1 0 0 0,-1 0 0 0 0,-2 0 0 0 0,-1 1 0 0 0,-1 0 0 0 0,-2 0 0 0 0,-2 0 0 0 0,-5 49 0 0 0,3-72-321 0 0,-1-1-1 0 0,-1 1 1 0 0,1-1-1 0 0,-2 0 0 0 0,1 0 1 0 0,-1 0-1 0 0,-1 0 1 0 0,0-1-1 0 0,0 0 1 0 0,-1 0-1 0 0,0-1 0 0 0,-1 0 1 0 0,1 0-1 0 0,-1 0 1 0 0,-1-1-1 0 0,0-1 1 0 0,-11 8-1 0 0,9-7-172 0 0,0-1-1 0 0,0 0 1 0 0,0-1 0 0 0,0 0-1 0 0,-1 0 1 0 0,0-2 0 0 0,0 1-1 0 0,0-1 1 0 0,-1-1 0 0 0,1 0-1 0 0,0-1 1 0 0,-1-1 0 0 0,1 1 0 0 0,-1-2-1 0 0,-12-1 1 0 0,-1-10-2017 0 0,8-9-3714 0 0,12 7 2834 0 0</inkml:trace>
</inkml:ink>
</file>

<file path=ppt/ink/ink12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24:16.6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33 824 0 0,'3'-5'421'0'0,"-2"3"-12"0"0,1-1 0 0 0,-1 1 0 0 0,1-1 0 0 0,0 1 0 0 0,0 0 1 0 0,0 0-1 0 0,0 0 0 0 0,0 0 0 0 0,0 0 0 0 0,0 0 0 0 0,4-2 0 0 0,-4 4-316 0 0,-1 0 0 0 0,1 0 0 0 0,-1 0-1 0 0,1 1 1 0 0,-1-1 0 0 0,1 1 0 0 0,-1-1 0 0 0,1 1 0 0 0,-1-1 0 0 0,0 1 0 0 0,1 0 0 0 0,-1-1 0 0 0,0 1 0 0 0,1 0 0 0 0,-1 0 0 0 0,0 0 0 0 0,0 0 0 0 0,0 0 0 0 0,0 0 0 0 0,0 1 0 0 0,0-1 0 0 0,0 0 0 0 0,0 0 0 0 0,0 1 0 0 0,0-1 0 0 0,0 3-1 0 0,31 45 1136 0 0,29 59 0 0 0,25 41-93 0 0,-68-117-924 0 0,-15-26-246 0 0,0 0-1 0 0,1 0 1 0 0,-1-1 0 0 0,1 1 0 0 0,0-1 0 0 0,8 8 0 0 0,-11-12-129 0 0,18-46-1667 0 0,-11 8 1364 0 0,15-98-645 0 0,-21 119 1164 0 0,-1 0-1 0 0,-1 0 1 0 0,0 0-1 0 0,-1 1 1 0 0,-1-1 0 0 0,-5-21-1 0 0,6 34 20 0 0,0 0-1 0 0,1 0 0 0 0,-2 0 1 0 0,1 0-1 0 0,0 1 1 0 0,0-1-1 0 0,-1 0 1 0 0,0 1-1 0 0,1-1 0 0 0,-3-2 1 0 0,3 5-34 0 0,0-1 0 0 0,0 0 0 0 0,1 1 1 0 0,-1-1-1 0 0,0 1 0 0 0,0-1 0 0 0,0 1 0 0 0,0-1 0 0 0,0 1 0 0 0,1 0 1 0 0,-1 0-1 0 0,0-1 0 0 0,0 1 0 0 0,0 0 0 0 0,0 0 0 0 0,0 0 1 0 0,0 0-1 0 0,0 0 0 0 0,0 0 0 0 0,0 0 0 0 0,-2 1 0 0 0,-1 1 53 0 0,-1 0 1 0 0,1 0-1 0 0,0 1 0 0 0,0-1 0 0 0,0 1 0 0 0,0 0 0 0 0,1 1 0 0 0,-1-1 0 0 0,1 1 1 0 0,-1-1-1 0 0,-2 5 0 0 0,-9 12 225 0 0,1 1 0 0 0,0 0 0 0 0,2 1 0 0 0,1 0 0 0 0,-17 44 0 0 0,12-15 243 0 0,-18 87 0 0 0,25-71-218 0 0,-5 21 161 0 0,14-88-530 0 0,0 0 0 0 0,0 0-1 0 0,0 0 1 0 0,-1 0-1 0 0,1 1 1 0 0,0-1 0 0 0,0 0-1 0 0,0 0 1 0 0,0 0-1 0 0,0 0 1 0 0,0 0-1 0 0,-1 0 1 0 0,1 0 0 0 0,0 0-1 0 0,0 0 1 0 0,0 0-1 0 0,0 0 1 0 0,0 0 0 0 0,-1 0-1 0 0,1 0 1 0 0,0 0-1 0 0,0 0 1 0 0,0 0 0 0 0,0 0-1 0 0,-1 0 1 0 0,1 0-1 0 0,0 0 1 0 0,0 0 0 0 0,0 0-1 0 0,0 0 1 0 0,0 0-1 0 0,-1 0 1 0 0,1 0-1 0 0,0 0 1 0 0,0 0 0 0 0,0 0-1 0 0,0 0 1 0 0,0 0-1 0 0,0-1 1 0 0,0 1 0 0 0,-1 0-1 0 0,1 0 1 0 0,0 0-1 0 0,0 0 1 0 0,0 0 0 0 0,0 0-1 0 0,0-1 1 0 0,0 1-1 0 0,0 0 1 0 0,0 0-1 0 0,0 0 1 0 0,0 0 0 0 0,0 0-1 0 0,0-1 1 0 0,0 1-1 0 0,0 0 1 0 0,0 0 0 0 0,0 0-1 0 0,0 0 1 0 0,0 0-1 0 0,0-1 1 0 0,0 1 0 0 0,0 0-1 0 0,-10-21-1869 0 0,-5-24-5145 0 0,13 36 4398 0 0</inkml:trace>
</inkml:ink>
</file>

<file path=ppt/ink/ink12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24:16.9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66 20 0 0,'9'-2'5425'0'0,"35"-6"-3799"0"0,360-29 4965 0 0,-296 19-3216 0 0,-107 17-3090 0 0,-28 8-3348 0 0,-25 5-4773 0 0,33-10 4221 0 0</inkml:trace>
</inkml:ink>
</file>

<file path=ppt/ink/ink12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24:31.2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0 196 0 0,'10'11'4077'0'0,"28"28"-3078"0"0,22 31-500 0 0,-5 10 156 0 0,-4 2 1 0 0,67 146-1 0 0,-50-90 18 0 0,-68-138-650 0 0,0 0 0 0 0,0 1-1 0 0,0-1 1 0 0,0 0 0 0 0,0 0 0 0 0,0 0 0 0 0,0 1-1 0 0,0-1 1 0 0,0 0 0 0 0,0 0 0 0 0,0 1 0 0 0,1-1-1 0 0,-1 0 1 0 0,0 0 0 0 0,0 0 0 0 0,0 1 0 0 0,0-1-1 0 0,1 0 1 0 0,-1 0 0 0 0,0 0 0 0 0,0 0-1 0 0,0 0 1 0 0,1 0 0 0 0,-1 1 0 0 0,0-1 0 0 0,0 0-1 0 0,1 0 1 0 0,-1 0 0 0 0,0 0 0 0 0,0 0 0 0 0,1 0-1 0 0,-1 0 1 0 0,0 0 0 0 0,0 0 0 0 0,1 0 0 0 0,-1 0-1 0 0,0 0 1 0 0,0 0 0 0 0,0 0 0 0 0,1 0 0 0 0,-1 0-1 0 0,0 0 1 0 0,0 0 0 0 0,1-1 0 0 0,-1 1-1 0 0,0 0 1 0 0,0 0 0 0 0,0 0 0 0 0,1 0 0 0 0,-1-1-1 0 0,10-17 478 0 0,8-39-346 0 0,-13 41 2 0 0,48-169 268 0 0,32-91-114 0 0,-79 257-304 0 0,-4 12-12 0 0,0 1 0 0 0,0 0 0 0 0,0 0 1 0 0,1 0-1 0 0,0 1 0 0 0,0-1 0 0 0,0 1 0 0 0,1-1 1 0 0,6-6-1 0 0,-10 11-195 0 0,8 37-1750 0 0,-1 15-2917 0 0,-4-34 2592 0 0</inkml:trace>
</inkml:ink>
</file>

<file path=ppt/ink/ink12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24:31.7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35 436 652 0 0,'5'18'1371'0'0,"0"10"167"0"0,10 33 470 0 0,6 10 1380 0 0,-23-72-3351 0 0,1 0-1 0 0,-1 0 0 0 0,0 1 1 0 0,0-1-1 0 0,0 0 1 0 0,1-1-1 0 0,-1 1 0 0 0,1 0 1 0 0,-1 0-1 0 0,1-1 0 0 0,-1 1 1 0 0,1-1-1 0 0,0 1 0 0 0,0-1 1 0 0,0 0-1 0 0,-2-2 0 0 0,-16-30 253 0 0,12 18-249 0 0,1-1 1 0 0,1 0-1 0 0,0 0 0 0 0,1-1 0 0 0,1 0 0 0 0,1 1 0 0 0,0-1 0 0 0,1 0 0 0 0,1 0 1 0 0,1 0-1 0 0,1 0 0 0 0,0 0 0 0 0,1 1 0 0 0,1-1 0 0 0,0 1 0 0 0,13-29 1 0 0,-11 31-29 0 0,0 1 0 0 0,2-1 0 0 0,0 1 0 0 0,1 0 0 0 0,0 1 0 0 0,1 0 0 0 0,0 1 0 0 0,1 0 0 0 0,0 0 0 0 0,1 1 0 0 0,0 1 0 0 0,1 0 0 0 0,0 0 0 0 0,1 1 0 0 0,0 1 0 0 0,0 1 1 0 0,1 0-1 0 0,26-9 0 0 0,-35 14-5 0 0,0 1 1 0 0,0-1 0 0 0,0 1 0 0 0,0 1 0 0 0,0-1 0 0 0,0 1-1 0 0,0 0 1 0 0,0 0 0 0 0,0 1 0 0 0,0 0 0 0 0,0 0-1 0 0,0 0 1 0 0,0 1 0 0 0,0-1 0 0 0,-1 2 0 0 0,1-1-1 0 0,-1 0 1 0 0,6 5 0 0 0,-8-5-3 0 0,0 0 1 0 0,0 1-1 0 0,-1 0 0 0 0,1 0 1 0 0,-1-1-1 0 0,0 2 0 0 0,1-1 1 0 0,-2 0-1 0 0,1 0 0 0 0,0 1 1 0 0,-1-1-1 0 0,1 0 0 0 0,-1 1 1 0 0,0 0-1 0 0,0-1 0 0 0,0 1 1 0 0,-1 0-1 0 0,1-1 0 0 0,-1 1 0 0 0,0 0 1 0 0,0 0-1 0 0,0-1 0 0 0,-1 1 1 0 0,1 0-1 0 0,-1 0 0 0 0,0-1 1 0 0,0 1-1 0 0,0-1 0 0 0,0 1 1 0 0,-3 3-1 0 0,0 4 4 0 0,-2 0 0 0 0,1 0 0 0 0,-2-1 0 0 0,1 1 0 0 0,-1-2 0 0 0,-1 1 0 0 0,0-1 0 0 0,-13 13 0 0 0,-11 6 62 0 0,-41 27 0 0 0,46-37-251 0 0,1 2 1 0 0,-39 39-1 0 0,48-32-1247 0 0,15-6-3669 0 0,5-14 2702 0 0</inkml:trace>
</inkml:ink>
</file>

<file path=ppt/ink/ink12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24:32.7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95 165 332 0 0,'-20'-19'3365'0'0,"8"6"-1784"0"0,7 6-755 0 0,-1 0-1 0 0,0 1 1 0 0,0 0-1 0 0,-1 0 1 0 0,-8-6-1 0 0,13 11-671 0 0,-13-13 1951 0 0,17 16-2103 0 0,1-1 0 0 0,-1 0 0 0 0,1 0-1 0 0,-1 0 1 0 0,1 0 0 0 0,0 0 0 0 0,-1 0-1 0 0,1-1 1 0 0,0 1 0 0 0,0-1 0 0 0,0 0-1 0 0,-1 0 1 0 0,6 0 0 0 0,57-3 33 0 0,-34 1-25 0 0,645-12 14 0 0,-656 14-22 0 0,54-1 45 0 0,-67 0-37 0 0,-9 0-4 0 0,-39-5-16 0 0,21 3 4 0 0,0 0 0 0 0,1-2 0 0 0,-1 0 1 0 0,1-1-1 0 0,0-1 0 0 0,-20-11 0 0 0,22 10 17 0 0,19 12-15 0 0,0-2 3 0 0,-1 0 1 0 0,0 0-1 0 0,0 0 1 0 0,1-1-1 0 0,-1 1 1 0 0,0 0-1 0 0,-1 1 1 0 0,1-1-1 0 0,0 0 1 0 0,-1 0-1 0 0,1 0 0 0 0,-1 0 1 0 0,1 1-1 0 0,-1-1 1 0 0,0 0-1 0 0,0 0 1 0 0,0 3-1 0 0,-43 170-3621 0 0,42-144-1274 0 0,1-25 2603 0 0</inkml:trace>
</inkml:ink>
</file>

<file path=ppt/ink/ink12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24:33.5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 82 560 0 0,'-4'-24'3576'0'0,"3"17"-3078"0"0,0-21 1909 0 0,1 27-2342 0 0,-1 1-1 0 0,1-1 1 0 0,0 0 0 0 0,0 1-1 0 0,0-1 1 0 0,0 1 0 0 0,0-1-1 0 0,0 0 1 0 0,0 1 0 0 0,0-1-1 0 0,1 0 1 0 0,-1 1 0 0 0,0-1-1 0 0,0 1 1 0 0,0-1 0 0 0,1 1 0 0 0,-1-1-1 0 0,0 0 1 0 0,1 1 0 0 0,-1-1-1 0 0,0 1 1 0 0,1 0 0 0 0,-1-1-1 0 0,1 1 1 0 0,-1-1 0 0 0,1 1-1 0 0,-1-1 1 0 0,1 1 0 0 0,-1 0-1 0 0,1-1 1 0 0,0 1 213 0 0,21 14 318 0 0,-5 6-304 0 0,-1 1-1 0 0,0 1 0 0 0,13 26 0 0 0,16 22 64 0 0,-37-59-298 0 0,98 147 678 0 0,-106-158-711 0 0,0 1 0 0 0,0-1 0 0 0,0 0-1 0 0,0 1 1 0 0,1-1 0 0 0,-1 0-1 0 0,0 1 1 0 0,0-1 0 0 0,0 0-1 0 0,1 1 1 0 0,-1-1 0 0 0,0 0 0 0 0,0 0-1 0 0,1 1 1 0 0,-1-1 0 0 0,0 0-1 0 0,1 0 1 0 0,-1 0 0 0 0,0 1-1 0 0,1-1 1 0 0,-1 0 0 0 0,0 0 0 0 0,1 0-1 0 0,-1 0 1 0 0,0 0 0 0 0,1 0-1 0 0,-1 0 1 0 0,0 0 0 0 0,1 0-1 0 0,-1 0 1 0 0,1 0 0 0 0,-1 0 0 0 0,0 0-1 0 0,1 0 1 0 0,10-11 314 0 0,4-24-193 0 0,-14 31-50 0 0,11-31 31 0 0,-1 0 0 0 0,8-50 1 0 0,9-29 37 0 0,-12 58-1024 0 0,-16 56 414 0 0,11 36-3906 0 0,-9-24 175 0 0,-2-5 1729 0 0</inkml:trace>
</inkml:ink>
</file>

<file path=ppt/ink/ink12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24:33.9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1 154 376 0 0,'19'-6'1134'0'0,"-3"2"-320"0"0,-1 0-1 0 0,-1-1 1 0 0,1-1-1 0 0,18-11 1 0 0,-30 16-688 0 0,0-1 0 0 0,0 0-1 0 0,0 0 1 0 0,-1 0 0 0 0,1 0 0 0 0,-1 0-1 0 0,1-1 1 0 0,-1 1 0 0 0,0-1 0 0 0,0 0-1 0 0,0 1 1 0 0,-1-1 0 0 0,1 0 0 0 0,0 0-1 0 0,-1 0 1 0 0,0 0 0 0 0,0 0 0 0 0,0-1-1 0 0,0 1 1 0 0,0 0 0 0 0,-1 0 0 0 0,1-1-1 0 0,-1 1 1 0 0,0 0 0 0 0,0-1 0 0 0,-1-4-1 0 0,1 7-92 0 0,0 0-1 0 0,0-1 0 0 0,0 1 1 0 0,0-1-1 0 0,-1 1 0 0 0,1 0 0 0 0,-1-1 1 0 0,1 1-1 0 0,0 0 0 0 0,-1 0 1 0 0,0-1-1 0 0,1 1 0 0 0,-1 0 1 0 0,0 0-1 0 0,0 0 0 0 0,0 0 0 0 0,0 0 1 0 0,1 0-1 0 0,-1 0 0 0 0,-1 0 1 0 0,1 0-1 0 0,0 0 0 0 0,0 0 0 0 0,0 1 1 0 0,0-1-1 0 0,-1 1 0 0 0,1-1 1 0 0,0 0-1 0 0,0 1 0 0 0,-1 0 0 0 0,1-1 1 0 0,0 1-1 0 0,-1 0 0 0 0,1 0 1 0 0,-1 0-1 0 0,1 0 0 0 0,0 0 0 0 0,-1 0 1 0 0,1 0-1 0 0,0 0 0 0 0,-1 1 1 0 0,1-1-1 0 0,0 0 0 0 0,-3 2 0 0 0,1-1 0 0 0,0 0-1 0 0,1 0 0 0 0,-1 0 0 0 0,0 1 0 0 0,1-1 0 0 0,-1 1 1 0 0,1 0-1 0 0,-1 0 0 0 0,1 0 0 0 0,0 0 0 0 0,0 0 0 0 0,0 1 1 0 0,0-1-1 0 0,0 0 0 0 0,0 1 0 0 0,1 0 0 0 0,-1-1 0 0 0,1 1 1 0 0,-2 4-1 0 0,2-2-10 0 0,0-1 0 0 0,1 1-1 0 0,-1-1 1 0 0,1 1 0 0 0,0-1 0 0 0,1 1 0 0 0,-1 0 0 0 0,1-1 0 0 0,-1 1 0 0 0,1-1 0 0 0,1 0 0 0 0,-1 1 0 0 0,1-1 0 0 0,-1 0 0 0 0,4 6 0 0 0,-1-4 41 0 0,1 1 1 0 0,0-1 0 0 0,0 0-1 0 0,0 0 1 0 0,0-1 0 0 0,1 1-1 0 0,0-1 1 0 0,8 5 0 0 0,9 4-501 0 0,0-2 1 0 0,1 0-1 0 0,0-2 0 0 0,31 10 1 0 0,-52-19-185 0 0,6 2 385 0 0,-1-4-4559 0 0,5-2 2482 0 0</inkml:trace>
</inkml:ink>
</file>

<file path=ppt/ink/ink12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24:34.3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40 236 0 0,'31'-1'2192'0'0,"-18"1"-1742"0"0,0 2 1 0 0,0 0-1 0 0,-1 0 0 0 0,1 1 0 0 0,-1 1 0 0 0,0 0 0 0 0,0 1 1 0 0,20 10-1 0 0,-26-12-330 0 0,0 0 1 0 0,0 0-1 0 0,0 1 1 0 0,-1 0-1 0 0,1 0 0 0 0,-1 1 1 0 0,0 0-1 0 0,0-1 1 0 0,0 2-1 0 0,-1-1 1 0 0,0 0-1 0 0,0 1 1 0 0,0 0-1 0 0,-1 0 1 0 0,0 0-1 0 0,0 0 1 0 0,4 12-1 0 0,-7-17-83 0 0,0 0-1 0 0,0 0 1 0 0,0 1 0 0 0,0-1 0 0 0,1 0-1 0 0,-1 0 1 0 0,-1 0 0 0 0,1 0-1 0 0,0 0 1 0 0,0 0 0 0 0,0 1-1 0 0,-1-1 1 0 0,1 0 0 0 0,0 0-1 0 0,-1 0 1 0 0,1 0 0 0 0,-1 0-1 0 0,1 0 1 0 0,-1 0 0 0 0,0 0 0 0 0,1 0-1 0 0,-1-1 1 0 0,0 1 0 0 0,0 0-1 0 0,0 0 1 0 0,0 0 0 0 0,1-1-1 0 0,-1 1 1 0 0,0-1 0 0 0,0 1-1 0 0,0-1 1 0 0,0 1 0 0 0,0-1-1 0 0,-1 1 1 0 0,1-1 0 0 0,0 0 0 0 0,0 1-1 0 0,0-1 1 0 0,-2 0 0 0 0,2 0-18 0 0,0 0-1 0 0,0 0 1 0 0,0 0 0 0 0,1-1 0 0 0,-1 1 0 0 0,0 0 0 0 0,0 0 0 0 0,0-1 0 0 0,1 1 0 0 0,-1-1 0 0 0,0 1 0 0 0,0 0 0 0 0,1-1 0 0 0,-1 0-1 0 0,0 1 1 0 0,1-1 0 0 0,-1 1 0 0 0,0-1 0 0 0,1 0 0 0 0,-1 1 0 0 0,1-1 0 0 0,-1 0 0 0 0,1 0 0 0 0,-1 1 0 0 0,1-1 0 0 0,0 0 0 0 0,-1 0-1 0 0,1 0 1 0 0,0 1 0 0 0,0-1 0 0 0,0 0 0 0 0,0 0 0 0 0,0 0 0 0 0,-1 0 0 0 0,1 0 0 0 0,1 0 0 0 0,-1 1 0 0 0,0-1 0 0 0,0 0 0 0 0,0 0 0 0 0,0 0-1 0 0,1-1 1 0 0,11-35 294 0 0,-6 27-339 0 0,0 0 1 0 0,0 1-1 0 0,1 0 0 0 0,0 0 0 0 0,1 1 0 0 0,0 0 0 0 0,0 0 0 0 0,1 0 1 0 0,0 1-1 0 0,11-6 0 0 0,-5 4-1687 0 0,1 1 0 0 0,0 1 0 0 0,24-8 0 0 0,-29 11-601 0 0</inkml:trace>
</inkml:ink>
</file>

<file path=ppt/ink/ink12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24:34.8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 18 392 0 0,'-8'-17'4006'0'0,"2"18"-1310"0"0,1 31-424 0 0,3-20-2274 0 0,-9 236 2517 0 0,13-229-2309 0 0,5-15-28 0 0,15-20 59 0 0,7-6-225 0 0,-19 18-12 0 0,0 0 1 0 0,1 1-1 0 0,-1 1 1 0 0,0 0-1 0 0,1 0 1 0 0,0 1-1 0 0,-1 0 0 0 0,22 2 1 0 0,-28-1 0 0 0,1 0 0 0 0,-1 1 0 0 0,0-1 0 0 0,0 1 0 0 0,0 0 0 0 0,0 0-1 0 0,0 0 1 0 0,0 1 0 0 0,-1-1 0 0 0,1 1 0 0 0,0 0 0 0 0,-1 0 0 0 0,1 0 0 0 0,-1 1 0 0 0,0-1 0 0 0,1 1 0 0 0,-1 0 0 0 0,-1-1 0 0 0,1 1 0 0 0,0 1 0 0 0,-1-1-1 0 0,1 0 1 0 0,-1 1 0 0 0,0-1 0 0 0,0 1 0 0 0,2 6 0 0 0,-4-8 0 0 0,0-1 1 0 0,0 1-1 0 0,-1-1 0 0 0,1 1 0 0 0,0 0 0 0 0,-1-1 0 0 0,1 1 1 0 0,-1-1-1 0 0,1 1 0 0 0,-1-1 0 0 0,0 1 0 0 0,0-1 1 0 0,0 1-1 0 0,0-1 0 0 0,0 0 0 0 0,0 0 0 0 0,0 1 0 0 0,0-1 1 0 0,0 0-1 0 0,-1 0 0 0 0,1 0 0 0 0,0 0 0 0 0,-1 0 1 0 0,1-1-1 0 0,-1 1 0 0 0,1 0 0 0 0,-1-1 0 0 0,1 1 0 0 0,-1-1 1 0 0,0 1-1 0 0,1-1 0 0 0,-3 1 0 0 0,-55 11-4 0 0,-34-13-165 0 0,54-3-2375 0 0,32-1-2334 0 0</inkml:trace>
</inkml:ink>
</file>

<file path=ppt/ink/ink12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24:35.5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365 196 620 0 0,'1'-35'2733'0'0,"0"22"-1860"0"0,0 0 0 0 0,-1 0 0 0 0,-1 0 0 0 0,-3-24 0 0 0,3 33-778 0 0,0 1-1 0 0,0 0 1 0 0,0 0 0 0 0,-1 0 0 0 0,1 0 0 0 0,-1 0 0 0 0,0 0 0 0 0,1 0-1 0 0,-1 0 1 0 0,-1 0 0 0 0,1 1 0 0 0,0-1 0 0 0,0 1 0 0 0,-1 0 0 0 0,0 0-1 0 0,1 0 1 0 0,-1 0 0 0 0,0 0 0 0 0,0 0 0 0 0,0 1 0 0 0,0-1 0 0 0,0 1-1 0 0,-6-2 1 0 0,-6-1 49 0 0,0 1 0 0 0,0 1 0 0 0,0 0 0 0 0,-1 1 0 0 0,1 1 0 0 0,-17 1 0 0 0,23 0-79 0 0,-1 0 0 0 0,0 1-1 0 0,0 0 1 0 0,0 1 0 0 0,1-1-1 0 0,0 2 1 0 0,-1 0 0 0 0,1 0-1 0 0,0 0 1 0 0,-10 8 0 0 0,18-11-55 0 0,-1 0 0 0 0,0 0 0 0 0,1 0 0 0 0,0 0 0 0 0,-1 1 0 0 0,1-1 0 0 0,0 0 0 0 0,-1 1 0 0 0,1-1 0 0 0,0 1 0 0 0,0 0 0 0 0,0-1 0 0 0,1 1 0 0 0,-1 0 0 0 0,0 0 0 0 0,1-1 1 0 0,-1 1-1 0 0,1 0 0 0 0,-1 0 0 0 0,1 0 0 0 0,0 0 0 0 0,0-1 0 0 0,0 5 0 0 0,1-3 0 0 0,-1 0 0 0 0,2 1 0 0 0,-1-1-1 0 0,0 0 1 0 0,1 0 0 0 0,-1 0 0 0 0,1 0 0 0 0,0 0 0 0 0,0 0 0 0 0,0 0 0 0 0,0 0 0 0 0,3 2 0 0 0,9 7 16 0 0,0 0 0 0 0,0-1 0 0 0,28 16 1 0 0,-38-25-22 0 0,74 45 41 0 0,-18-13-3 0 0,-1 2 0 0 0,-2 3 0 0 0,55 50 0 0 0,-105-82-38 0 0,1 0 0 0 0,-2 0-1 0 0,1 1 1 0 0,-1 0-1 0 0,0 1 1 0 0,0-1-1 0 0,-1 1 1 0 0,-1 0-1 0 0,8 19 1 0 0,-11-25-4 0 0,-1 0 0 0 0,1 0-1 0 0,-1 0 1 0 0,1 0 0 0 0,-1 0 0 0 0,0 0 0 0 0,0 0 0 0 0,-1 1-1 0 0,1-1 1 0 0,-1 0 0 0 0,1 0 0 0 0,-1 0 0 0 0,0 0 0 0 0,0 0-1 0 0,0 0 1 0 0,-1 0 0 0 0,1 0 0 0 0,-1-1 0 0 0,1 1 0 0 0,-1 0-1 0 0,0-1 1 0 0,0 1 0 0 0,0-1 0 0 0,0 0 0 0 0,-1 0 0 0 0,1 0-1 0 0,-1 0 1 0 0,1 0 0 0 0,-1 0 0 0 0,0-1 0 0 0,1 1 0 0 0,-1-1-1 0 0,0 0 1 0 0,-6 2 0 0 0,-7 3 2 0 0,0-1 0 0 0,0-1 1 0 0,0-1-1 0 0,-1 0 0 0 0,0-1 0 0 0,-28 0 0 0 0,-101-11 25 0 0,16-10 312 0 0,116 15-231 0 0,1 1-1 0 0,-1-2 1 0 0,1 1-1 0 0,1-2 1 0 0,-1 0-1 0 0,1-1 1 0 0,-16-10-1 0 0,28 17-127 0 0,0 0-1 0 0,1 0 1 0 0,-1 0-1 0 0,0 0 1 0 0,1-1-1 0 0,-1 1 1 0 0,0 0-1 0 0,1 0 1 0 0,-1 0-1 0 0,0 0 1 0 0,1 0-1 0 0,-1-1 1 0 0,0 1-1 0 0,1 0 1 0 0,-1 0-1 0 0,0 0 1 0 0,0-1-1 0 0,1 1 1 0 0,-1 0-1 0 0,0 0 1 0 0,0-1-1 0 0,0 1 1 0 0,1 0-1 0 0,-1-1 1 0 0,0 1-1 0 0,0 0 1 0 0,0-1-1 0 0,0 1 1 0 0,0 0-1 0 0,1-1 1 0 0,-1 1-1 0 0,0 0 1 0 0,0-1-1 0 0,0 1 1 0 0,0 0-1 0 0,0-1 1 0 0,0 1-1 0 0,0-1 1 0 0,0 1-1 0 0,-1 0 1 0 0,1-1-1 0 0,0 1 1 0 0,0 0-1 0 0,0-1 1 0 0,0 1-1 0 0,0 0 1 0 0,0-1-1 0 0,-1 1 1 0 0,1 0-1 0 0,0 0 1 0 0,0-1-1 0 0,-1 1 1 0 0,1 0-1 0 0,0 0 1 0 0,0-1-1 0 0,-1 1 1 0 0,1 0-1 0 0,0 0 1 0 0,0-1-1 0 0,-1 1 1 0 0,1 0-1 0 0,0 0 1 0 0,-1 0-1 0 0,1 0 1 0 0,-1 0-1 0 0,30-2-5644 0 0,-26 2 4681 0 0,11-1-2288 0 0</inkml:trace>
</inkml:ink>
</file>

<file path=ppt/ink/ink12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7T06:08:02.9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1 440 0 0,'0'0'4140'0'0,"8"1"-1923"0"0</inkml:trace>
</inkml:ink>
</file>

<file path=ppt/ink/ink12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7T06:08:46.3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8 1044 0 0,'0'0'4601'0'0,"18"-8"-4161"0"0,1 11-624 0 0,3 1-2853 0 0,-4-3 1461 0 0</inkml:trace>
</inkml:ink>
</file>

<file path=ppt/ink/ink12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7T06:08:46.6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0 372 0 0,'1'4'2535'0'0,"2"1"1849"0"0</inkml:trace>
</inkml:ink>
</file>

<file path=ppt/ink/ink12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7T06:10:20.0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1 824 0 0,'0'12'2168'0'0</inkml:trace>
</inkml:ink>
</file>

<file path=ppt/ink/ink12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26:10.9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108 20 700 0 0,'-6'-10'1393'0'0,"0"0"2085"0"0,6 28-1655 0 0,1-4-2048 0 0,-11 272 3907 0 0,0-115-2389 0 0,9-134-1070 0 0,-2 1 0 0 0,-2-1 1 0 0,-1 0-1 0 0,-1 0 0 0 0,-23 64 0 0 0,19-78-917 0 0,3-3-1552 0 0,3-7-3117 0 0</inkml:trace>
</inkml:ink>
</file>

<file path=ppt/ink/ink12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26:11.3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89 13 696 0 0,'7'-12'3148'0'0,"0"22"-331"0"0,-1 24-789 0 0,-32 563 5271 0 0,25-582-7395 0 0,-1 11 430 0 0,-1 0 1 0 0,-10 45-1 0 0,10-62-835 0 0,-1 1 0 0 0,0-1 0 0 0,0 1 1 0 0,-1-1-1 0 0,0 0 0 0 0,-7 9 0 0 0,11-17 92 0 0,0 0 0 0 0,0 0 0 0 0,0 0-1 0 0,0 0 1 0 0,-1 0 0 0 0,1-1 0 0 0,0 1 0 0 0,-1 0-1 0 0,1-1 1 0 0,0 1 0 0 0,-1-1 0 0 0,1 1 0 0 0,-1-1-1 0 0,1 0 1 0 0,-1 1 0 0 0,1-1 0 0 0,-1 0 0 0 0,-1 0 0 0 0</inkml:trace>
</inkml:ink>
</file>

<file path=ppt/ink/ink12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26:11.6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1 101 8525 0 0,'0'0'-72'0'0,"2"-33"62"0"0,7 26 158 0 0,0 1 0 0 0,0 0 0 0 0,1 0 0 0 0,0 1 1 0 0,0 0-1 0 0,0 1 0 0 0,1 0 0 0 0,-1 1 0 0 0,1 0 0 0 0,15-2 0 0 0,17-1 69 0 0,53 0-1 0 0,-73 5-177 0 0,151 2-2389 0 0,-123 1-1307 0 0,-24-2 1104 0 0</inkml:trace>
</inkml:ink>
</file>

<file path=ppt/ink/ink12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26:12.5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1 281 576 0 0,'83'-34'3456'0'0,"-59"26"-2863"0"0,1-2-1 0 0,-2 0 1 0 0,1-1 0 0 0,-1-1 0 0 0,-1-2 0 0 0,-1 0 0 0 0,1-1 0 0 0,19-20 0 0 0,-38 33-534 0 0,-1 0 1 0 0,0 0 0 0 0,0 0 0 0 0,0-1 0 0 0,0 1 0 0 0,-1-1 0 0 0,1 1 0 0 0,0-1 0 0 0,-1 1 0 0 0,0-1 0 0 0,0 0 0 0 0,0 0-1 0 0,0 0 1 0 0,0 0 0 0 0,0 0 0 0 0,-1 0 0 0 0,0 0 0 0 0,1 0 0 0 0,-1 0 0 0 0,0 0 0 0 0,0 0 0 0 0,-1 0 0 0 0,1 0-1 0 0,-1 0 1 0 0,1 0 0 0 0,-3-6 0 0 0,1 7-31 0 0,0-1 1 0 0,0 1-1 0 0,0-1 0 0 0,0 1 0 0 0,0 0 1 0 0,-1 0-1 0 0,1 0 0 0 0,-1 0 0 0 0,0 0 1 0 0,1 0-1 0 0,-1 1 0 0 0,0-1 0 0 0,0 1 1 0 0,0 0-1 0 0,0 0 0 0 0,0 0 0 0 0,0 0 1 0 0,0 1-1 0 0,0-1 0 0 0,0 1 0 0 0,0 0 1 0 0,-1 0-1 0 0,1 0 0 0 0,0 0 0 0 0,-5 1 1 0 0,-3 1 3 0 0,1 0 0 0 0,-1 0 1 0 0,1 1-1 0 0,0 1 0 0 0,0 0 1 0 0,0 0-1 0 0,0 1 0 0 0,1 0 1 0 0,-1 0-1 0 0,-15 14 0 0 0,22-17-28 0 0,0 0 0 0 0,0 1 0 0 0,0-1 0 0 0,1 1 0 0 0,-1-1 0 0 0,1 1 0 0 0,0 0-1 0 0,0 0 1 0 0,0 0 0 0 0,0 0 0 0 0,0 1 0 0 0,0-1 0 0 0,1 0 0 0 0,0 1 0 0 0,0-1-1 0 0,0 1 1 0 0,0-1 0 0 0,0 1 0 0 0,1 0 0 0 0,-1-1 0 0 0,1 1 0 0 0,0 0-1 0 0,0-1 1 0 0,1 1 0 0 0,-1 0 0 0 0,1-1 0 0 0,0 1 0 0 0,0-1 0 0 0,0 1 0 0 0,0-1-1 0 0,0 1 1 0 0,1-1 0 0 0,-1 0 0 0 0,1 1 0 0 0,3 3 0 0 0,0-1-11 0 0,1 0-1 0 0,0 0 1 0 0,0 0 0 0 0,0-1-1 0 0,0 0 1 0 0,1 0 0 0 0,0-1 0 0 0,0 1-1 0 0,0-2 1 0 0,1 1 0 0 0,-1-1 0 0 0,1 0-1 0 0,9 2 1 0 0,10 2-82 0 0,1-1 1 0 0,42 3-1 0 0,-15-6 4 0 0,1-4 0 0 0,-1-1 0 0 0,0-3 1 0 0,0-2-1 0 0,0-3 0 0 0,-1-2 0 0 0,-1-3 0 0 0,0-2 0 0 0,75-34 0 0 0,-122 48 90 0 0,16-6 140 0 0,-1 0-1 0 0,0-2 1 0 0,0-1 0 0 0,-1 0-1 0 0,34-29 1 0 0,-53 40-42 0 0,1-1 1 0 0,0 0 0 0 0,-1 1-1 0 0,0-1 1 0 0,1 0-1 0 0,-1 0 1 0 0,0 0 0 0 0,0 0-1 0 0,0 0 1 0 0,-1-1-1 0 0,1 1 1 0 0,0 0 0 0 0,-1 0-1 0 0,1-1 1 0 0,-1 1-1 0 0,0 0 1 0 0,0-3 0 0 0,0 4 41 0 0,0 0-108 0 0,0 0-1 0 0,-1 0 0 0 0,1 0 0 0 0,-1 0 1 0 0,1 1-1 0 0,-1-1 0 0 0,0 0 1 0 0,1 0-1 0 0,-1 0 0 0 0,0 0 1 0 0,0 1-1 0 0,1-1 0 0 0,-1 0 1 0 0,0 1-1 0 0,0-1 0 0 0,0 1 0 0 0,0-1 1 0 0,0 1-1 0 0,-1-1 0 0 0,-8 2 4 0 0,-1 0-1 0 0,1 1 0 0 0,0 1 1 0 0,0 0-1 0 0,0 0 0 0 0,1 1 1 0 0,-1 0-1 0 0,1 0 1 0 0,-12 8-1 0 0,7-4-20 0 0,-1-1 0 0 0,1 0 1 0 0,-19 5-1 0 0,20-7-15 0 0,0 0-1 0 0,1 1 1 0 0,0 0-1 0 0,0 1 1 0 0,1 1-1 0 0,-14 11 1 0 0,-14 8 4 0 0,38-26-6 0 0,-1 0 1 0 0,0 0 0 0 0,1 0 0 0 0,-1 0-1 0 0,1 0 1 0 0,-1 0 0 0 0,1 0 0 0 0,0 1-1 0 0,-1-1 1 0 0,1 0 0 0 0,0 1 0 0 0,0 0-1 0 0,0-1 1 0 0,0 1 0 0 0,0-1-1 0 0,0 1 1 0 0,1 0 0 0 0,-1 0 0 0 0,1-1-1 0 0,-1 1 1 0 0,1 0 0 0 0,-1 0 0 0 0,1 0-1 0 0,0 0 1 0 0,0 0 0 0 0,0-1 0 0 0,0 1-1 0 0,0 0 1 0 0,1 0 0 0 0,-1 0 0 0 0,0 0-1 0 0,1-1 1 0 0,0 4 0 0 0,1-3 1 0 0,-1 0 1 0 0,0 0-1 0 0,1 0 0 0 0,-1-1 1 0 0,1 1-1 0 0,0 0 1 0 0,-1 0-1 0 0,1-1 1 0 0,0 1-1 0 0,0-1 0 0 0,0 0 1 0 0,0 1-1 0 0,1-1 1 0 0,-1 0-1 0 0,0 0 1 0 0,0-1-1 0 0,1 1 0 0 0,-1 0 1 0 0,0-1-1 0 0,1 1 1 0 0,-1-1-1 0 0,0 0 0 0 0,1 0 1 0 0,-1 0-1 0 0,4 0 1 0 0,14-2 12 0 0,0-2 1 0 0,0 0 0 0 0,-1-1 0 0 0,1 0-1 0 0,-1-2 1 0 0,0 0 0 0 0,-1-2 0 0 0,0 0-1 0 0,0-1 1 0 0,-1 0 0 0 0,26-21-1 0 0,-41 29 19 0 0,-1 1 0 0 0,1-1-1 0 0,0 1 1 0 0,1-1-1 0 0,-1 1 1 0 0,0 0 0 0 0,0 0-1 0 0,1 0 1 0 0,-1 0-1 0 0,0 0 1 0 0,1 0-1 0 0,-1 1 1 0 0,5-1 0 0 0,-5 1-31 0 0,-1 1 0 0 0,1-1 0 0 0,-1 1 0 0 0,1 0 0 0 0,-1-1 0 0 0,0 1 0 0 0,0 0 0 0 0,1 0 0 0 0,-1 0 0 0 0,0 0 0 0 0,0 0 0 0 0,0 0 0 0 0,0 0 0 0 0,0 0 0 0 0,0 1 1 0 0,0-1-1 0 0,0 0 0 0 0,-1 1 0 0 0,1-1 0 0 0,0 0 0 0 0,0 4 0 0 0,2-1-224 0 0,1 1 1 0 0,-1 0-1 0 0,1-1 1 0 0,0 1-1 0 0,0-1 1 0 0,0 0-1 0 0,0 0 1 0 0,1-1-1 0 0,0 1 1 0 0,0-1-1 0 0,0 0 1 0 0,0-1-1 0 0,8 4 1 0 0,-1-1-1161 0 0,0 0 0 0 0,0-2 0 0 0,0 1 0 0 0,1-1 0 0 0,15 1 0 0 0,-9-4-1494 0 0</inkml:trace>
</inkml:ink>
</file>

<file path=ppt/ink/ink12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26:13.2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119 464 420 0 0,'0'-1'228'0'0,"1"0"1"0"0,0 0-1 0 0,-1-1 0 0 0,1 1 0 0 0,-1-1 0 0 0,0 1 1 0 0,0 0-1 0 0,1-1 0 0 0,-1 1 0 0 0,0-1 1 0 0,0 1-1 0 0,0 0 0 0 0,0-1 0 0 0,0 1 1 0 0,-1-1-1 0 0,1 1 0 0 0,0-1 0 0 0,-1 1 1 0 0,0-2-1 0 0,1 3-127 0 0,-1-1 0 0 0,0 0 0 0 0,0 1 0 0 0,1-1 0 0 0,-1 1 0 0 0,0-1 0 0 0,0 1 0 0 0,1-1 0 0 0,-1 1 0 0 0,0-1 0 0 0,0 1 0 0 0,0 0 0 0 0,0 0 1 0 0,0-1-1 0 0,0 1 0 0 0,1 0 0 0 0,-1 0 0 0 0,0 0 0 0 0,0 0 0 0 0,0 0 0 0 0,-2 0 0 0 0,-2 1 120 0 0,-1 0 0 0 0,0 1 0 0 0,0-1-1 0 0,0 1 1 0 0,1 0 0 0 0,-1 1 0 0 0,-8 4 0 0 0,10-4-125 0 0,0-1-1 0 0,1 1 1 0 0,-1 0 0 0 0,1 0-1 0 0,0 1 1 0 0,-1-1 0 0 0,1 1-1 0 0,1 0 1 0 0,-1-1 0 0 0,1 1 0 0 0,-1 1-1 0 0,1-1 1 0 0,-2 4 0 0 0,4-6-72 0 0,0-1 1 0 0,-1 0 0 0 0,1 0-1 0 0,0 1 1 0 0,0-1 0 0 0,-1 0 0 0 0,1 1-1 0 0,0-1 1 0 0,0 0 0 0 0,0 1-1 0 0,1-1 1 0 0,-1 0 0 0 0,0 0-1 0 0,1 1 1 0 0,-1-1 0 0 0,0 0-1 0 0,1 0 1 0 0,-1 1 0 0 0,2 0-1 0 0,-1 0-12 0 0,1-1 0 0 0,-1 0 0 0 0,0 1 0 0 0,1-1 0 0 0,0 0 0 0 0,-1 0-1 0 0,1 0 1 0 0,0 0 0 0 0,-1-1 0 0 0,1 1 0 0 0,0 0 0 0 0,0-1-1 0 0,-1 1 1 0 0,1-1 0 0 0,0 0 0 0 0,0 1 0 0 0,3-1 0 0 0,4 0-1 0 0,-1 0-1 0 0,1-1 1 0 0,0 0 0 0 0,-1 0 0 0 0,1-1 0 0 0,-1 0 0 0 0,0-1 0 0 0,0 1 0 0 0,0-2 0 0 0,0 1 0 0 0,0-1 0 0 0,0 0-1 0 0,-1-1 1 0 0,0 0 0 0 0,0 0 0 0 0,0 0 0 0 0,-1-1 0 0 0,0 0 0 0 0,0 0 0 0 0,9-12 0 0 0,3-6 2 0 0,-1-1 0 0 0,-1 0 0 0 0,-2-2 0 0 0,19-43 0 0 0,-23 42 190 0 0,-2-1 0 0 0,-1 0 0 0 0,-1-1 0 0 0,-2 1 1 0 0,-1-1-1 0 0,-1 0 0 0 0,-3-39 0 0 0,1 68-189 0 0,0 1 1 0 0,0 0-1 0 0,1-1 0 0 0,-1 1 0 0 0,0-1 0 0 0,0 1 1 0 0,0 0-1 0 0,0-1 0 0 0,0 1 0 0 0,0-1 0 0 0,0 1 1 0 0,0 0-1 0 0,0-1 0 0 0,0 1 0 0 0,0-1 0 0 0,-1 1 1 0 0,1 0-1 0 0,0-1 0 0 0,0 1 0 0 0,0 0 0 0 0,0-1 1 0 0,-1 1-1 0 0,1 0 0 0 0,0-1 0 0 0,0 1 0 0 0,-1 0 1 0 0,1-1-1 0 0,0 1 0 0 0,0 0 0 0 0,-1 0 0 0 0,1-1 0 0 0,0 1 1 0 0,-1 0-1 0 0,1 0 0 0 0,0 0 0 0 0,-1-1 0 0 0,1 1 1 0 0,-1 0-1 0 0,1 0 0 0 0,0 0 0 0 0,-1 0 0 0 0,1 0 1 0 0,-1 0-1 0 0,1 0 0 0 0,0 0 0 0 0,-1 0 0 0 0,0 0 1 0 0,-21 15 235 0 0,-18 30-103 0 0,26-25-114 0 0,1 1 1 0 0,0 0-1 0 0,2 0 0 0 0,0 2 1 0 0,2-1-1 0 0,0 1 1 0 0,2 0-1 0 0,0 1 0 0 0,2-1 1 0 0,0 1-1 0 0,2 1 1 0 0,0-1-1 0 0,2 0 0 0 0,2 33 1 0 0,0-52-38 0 0,-1 0-1 0 0,1-1 1 0 0,0 1 0 0 0,0 0 0 0 0,0 0 0 0 0,0-1 0 0 0,1 1 0 0 0,0-1-1 0 0,0 1 1 0 0,0-1 0 0 0,1 0 0 0 0,-1 1 0 0 0,1-2 0 0 0,0 1 0 0 0,0 0-1 0 0,1 0 1 0 0,-1-1 0 0 0,1 0 0 0 0,4 4 0 0 0,-2-4-3 0 0,0 0 1 0 0,1-1-1 0 0,0 1 0 0 0,-1-1 1 0 0,1-1-1 0 0,0 1 0 0 0,0-1 1 0 0,0 0-1 0 0,0-1 0 0 0,0 1 1 0 0,-1-2-1 0 0,15-1 0 0 0,0 0 33 0 0,0-2-1 0 0,1-1 1 0 0,-1-1-1 0 0,-1 0 1 0 0,1-2-1 0 0,-1 0 1 0 0,-1-1-1 0 0,1-1 1 0 0,-2-1-1 0 0,29-21 1 0 0,-33 16 823 0 0,-19 15-85 0 0,2 3-719 0 0,0-1 0 0 0,0 1-1 0 0,1-1 1 0 0,-1 1 0 0 0,1 0 0 0 0,-1 0 0 0 0,1 0-1 0 0,0 1 1 0 0,-4 3 0 0 0,5-4-84 0 0,0-1 0 0 0,0 1 0 0 0,0-1 1 0 0,0 1-1 0 0,0 0 0 0 0,0 0 0 0 0,0-1 0 0 0,1 1 0 0 0,-1 0 1 0 0,1 0-1 0 0,-1 0 0 0 0,1 0 0 0 0,0 0 0 0 0,0 0 0 0 0,-1-1 1 0 0,2 1-1 0 0,-1 0 0 0 0,0 0 0 0 0,0 0 0 0 0,0 0 1 0 0,1 0-1 0 0,-1 0 0 0 0,1 0 0 0 0,0-1 0 0 0,1 4 0 0 0,0-2-132 0 0,1 0 0 0 0,-1 0 0 0 0,1 0 0 0 0,0-1 0 0 0,0 1 0 0 0,0-1 0 0 0,0 0 0 0 0,0 0 0 0 0,0 0 0 0 0,1 0 0 0 0,-1 0-1 0 0,5 1 1 0 0,5 2-1097 0 0,1-1 0 0 0,-1-1 0 0 0,1 0 0 0 0,-1-1 0 0 0,1 0 0 0 0,20 0 0 0 0,-13-3-1311 0 0</inkml:trace>
</inkml:ink>
</file>

<file path=ppt/ink/ink12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26:13.5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0 477 1432 0 0,'3'-1'182'0'0,"0"0"0"0"0,0-1 0 0 0,-1 1 0 0 0,1 0 0 0 0,-1-1 0 0 0,1 0 0 0 0,-1 0 0 0 0,0 0 0 0 0,1 0 0 0 0,-1 0 0 0 0,0 0 0 0 0,0 0 0 0 0,-1-1 0 0 0,1 1 0 0 0,0-1 0 0 0,-1 1 0 0 0,0-1 0 0 0,1 0 0 0 0,-1 0 0 0 0,0 1 0 0 0,1-6 0 0 0,-2 7 301 0 0,-1 1-429 0 0,1 0 0 0 0,0-1 0 0 0,0 1 1 0 0,-1 0-1 0 0,1-1 0 0 0,0 1 1 0 0,0 0-1 0 0,-1 0 0 0 0,1 0 1 0 0,0-1-1 0 0,-1 1 0 0 0,1 0 1 0 0,0 0-1 0 0,-1 0 0 0 0,1 0 1 0 0,0-1-1 0 0,-1 1 0 0 0,1 0 1 0 0,-1 0-1 0 0,1 0 0 0 0,0 0 1 0 0,-1 0-1 0 0,1 0 0 0 0,0 0 1 0 0,-1 0-1 0 0,1 0 0 0 0,-1 0 0 0 0,1 0 1 0 0,0 1-1 0 0,-1-1 0 0 0,1 0 1 0 0,0 0-1 0 0,-1 0 0 0 0,1 0 1 0 0,0 0-1 0 0,-1 1 0 0 0,1-1 1 0 0,0 0-1 0 0,-1 0 0 0 0,1 1 1 0 0,0-1-1 0 0,0 0 0 0 0,-1 1 1 0 0,1-1-1 0 0,0 0 0 0 0,0 0 1 0 0,0 1-1 0 0,-1-1 0 0 0,1 1 0 0 0,0-1 1 0 0,0 0-1 0 0,0 1 0 0 0,0-1 1 0 0,0 0-1 0 0,0 1 0 0 0,0-1 1 0 0,0 0-1 0 0,0 1 0 0 0,0-1 1 0 0,0 1-1 0 0,0-1 0 0 0,0 1-34 0 0,0 1-1 0 0,0-1 0 0 0,0 0 0 0 0,0 0 1 0 0,0 0-1 0 0,0 0 0 0 0,0 0 0 0 0,0 0 0 0 0,1 0 1 0 0,-1 0-1 0 0,1 0 0 0 0,-1 0 0 0 0,1 0 1 0 0,-1 0-1 0 0,1 0 0 0 0,-1 0 0 0 0,1 0 1 0 0,0 0-1 0 0,-1-1 0 0 0,1 1 0 0 0,0 0 1 0 0,0 0-1 0 0,0-1 0 0 0,0 1 0 0 0,-1 0 1 0 0,1-1-1 0 0,0 1 0 0 0,2 0 0 0 0,2 0 2 0 0,1 1-1 0 0,0-1 0 0 0,-1 0 0 0 0,1 0 1 0 0,0-1-1 0 0,-1 0 0 0 0,1 0 1 0 0,0 0-1 0 0,0-1 0 0 0,-1 1 1 0 0,1-1-1 0 0,-1-1 0 0 0,1 1 1 0 0,-1-1-1 0 0,1 0 0 0 0,-1 0 0 0 0,0-1 1 0 0,0 1-1 0 0,0-1 0 0 0,0 0 1 0 0,0-1-1 0 0,-1 1 0 0 0,1-1 1 0 0,-1 0-1 0 0,0 0 0 0 0,4-6 1 0 0,6-5-21 0 0,-1-2 1 0 0,0 0 0 0 0,-2-1-1 0 0,0 0 1 0 0,16-35 0 0 0,-15 20 198 0 0,0 0 0 0 0,-2 0 0 0 0,-1-1 0 0 0,6-59 0 0 0,-14 86 37 0 0,0 4-85 0 0,0 1-1 0 0,-1 0 1 0 0,1 0-1 0 0,-1 0 1 0 0,0 0-1 0 0,0-1 1 0 0,0 1-1 0 0,0 0 1 0 0,0 0-1 0 0,0 0 1 0 0,-1-1-1 0 0,1 1 1 0 0,-1 0-1 0 0,1 0 1 0 0,-1 0-1 0 0,-2-4 1 0 0,3 5 165 0 0,-5 3-14 0 0,-6 4-162 0 0,-1 1 0 0 0,1 0-1 0 0,0 1 1 0 0,0 0 0 0 0,1 0 0 0 0,0 1-1 0 0,1 1 1 0 0,0-1 0 0 0,0 2-1 0 0,1-1 1 0 0,0 1 0 0 0,1 0-1 0 0,0 1 1 0 0,1 0 0 0 0,-5 12 0 0 0,0 4-448 0 0,1 0 0 0 0,1 0 0 0 0,1 1 0 0 0,2 0 0 0 0,-6 57 0 0 0,12-78-75 0 0,0 1 0 0 0,0 0 0 0 0,1-1-1 0 0,0 1 1 0 0,0-1 0 0 0,1 1-1 0 0,3 7 1 0 0,-3-9-648 0 0,1-1 1 0 0,-1 0-1 0 0,1-1 1 0 0,1 1-1 0 0,7 10 0 0 0,5 3-2312 0 0</inkml:trace>
</inkml:ink>
</file>

<file path=ppt/ink/ink12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26:15.8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317 313 804 0 0,'-1'-5'869'0'0,"-1"-1"0"0"0,0 0 0 0 0,0 1 0 0 0,0-1 0 0 0,-1 1 0 0 0,0 0-1 0 0,-6-10 1 0 0,-4 44 617 0 0,-114 448 1761 0 0,127-476-3231 0 0,-5 19 291 0 0,0 0 0 0 0,-1-1 0 0 0,-2 0 0 0 0,-11 24 0 0 0,18-42-270 0 0,0 0 0 0 0,1-1 1 0 0,-1 1-1 0 0,1-1 0 0 0,-1 0 0 0 0,0 1 0 0 0,1-1 0 0 0,-1 0 0 0 0,0 1 0 0 0,0-1 0 0 0,1 0 1 0 0,-1 0-1 0 0,0 1 0 0 0,0-1 0 0 0,1 0 0 0 0,-1 0 0 0 0,0 0 0 0 0,0 0 0 0 0,1 0 0 0 0,-1 0 0 0 0,0 0 1 0 0,0 0-1 0 0,1-1 0 0 0,-1 1 0 0 0,0 0 0 0 0,0 0 0 0 0,1-1 0 0 0,-1 1 0 0 0,0 0 0 0 0,1-1 0 0 0,-1 1 1 0 0,0 0-1 0 0,1-1 0 0 0,-1 1 0 0 0,0-1 0 0 0,1 0 0 0 0,-1 1 0 0 0,1-1 0 0 0,-1 1 0 0 0,1-1 0 0 0,0 0 1 0 0,-1 1-1 0 0,0-2 0 0 0,-22-30 468 0 0,12 6-400 0 0,1-1 1 0 0,1 0 0 0 0,2 0-1 0 0,1-1 1 0 0,0 0 0 0 0,3 0-1 0 0,0 0 1 0 0,1 0 0 0 0,2-1-1 0 0,1 1 1 0 0,6-35 0 0 0,-2 30-83 0 0,2 0 1 0 0,1 0 0 0 0,1 1-1 0 0,2 0 1 0 0,1 0 0 0 0,1 2 0 0 0,2-1-1 0 0,1 2 1 0 0,26-36 0 0 0,-33 53-27 0 0,0 1 0 0 0,1 1 1 0 0,1-1-1 0 0,-1 2 1 0 0,2-1-1 0 0,-1 2 1 0 0,1-1-1 0 0,0 2 1 0 0,1-1-1 0 0,0 2 0 0 0,0 0 1 0 0,1 0-1 0 0,27-6 1 0 0,-30 9-2 0 0,1 1 0 0 0,-1 0 0 0 0,1 1 0 0 0,0 1 0 0 0,0 0 1 0 0,-1 0-1 0 0,1 1 0 0 0,0 1 0 0 0,-1 0 0 0 0,1 0 0 0 0,-1 1 0 0 0,0 1 1 0 0,0-1-1 0 0,0 2 0 0 0,0 0 0 0 0,-1 0 0 0 0,18 13 0 0 0,-18-12-7 0 0,-1 1 0 0 0,0 1-1 0 0,-1-1 1 0 0,0 1-1 0 0,0 1 1 0 0,-1 0 0 0 0,0 0-1 0 0,11 17 1 0 0,-17-22-8 0 0,1 0 1 0 0,0 0 0 0 0,-1 0-1 0 0,0 0 1 0 0,1 0-1 0 0,-2 0 1 0 0,1 1-1 0 0,0-1 1 0 0,-1 0-1 0 0,0 0 1 0 0,0 1-1 0 0,0-1 1 0 0,-1 0 0 0 0,1 0-1 0 0,-1 1 1 0 0,0-1-1 0 0,0 0 1 0 0,0 0-1 0 0,-1 0 1 0 0,0 0-1 0 0,1 0 1 0 0,-2 0-1 0 0,1-1 1 0 0,0 1-1 0 0,-1-1 1 0 0,-4 6 0 0 0,-8 7-433 0 0,-1 0 1 0 0,-1-2 0 0 0,0 0 0 0 0,0-1 0 0 0,-35 19 0 0 0,28-19-2109 0 0,0-1 0 0 0,-30 10-1 0 0,24-13-1149 0 0</inkml:trace>
</inkml:ink>
</file>

<file path=ppt/ink/ink12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26:14.0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131 66 744 0 0,'3'-64'7463'0'0,"-3"62"-6927"0"0,2 3-422 0 0,-1 0 0 0 0,0 0 0 0 0,0-1-1 0 0,0 1 1 0 0,0 0 0 0 0,0 0-1 0 0,0 0 1 0 0,-1 0 0 0 0,1 0 0 0 0,0 0-1 0 0,0 1 1 0 0,-1-1 0 0 0,1 0-1 0 0,-1 0 1 0 0,1 0 0 0 0,-1 1-1 0 0,1-1 1 0 0,-1 0 0 0 0,0 0 0 0 0,0 1-1 0 0,1-1 1 0 0,-1 0 0 0 0,0 3-1 0 0,5 46 402 0 0,-4-36-147 0 0,34 234 1188 0 0,-31-224-1467 0 0,6 23 78 0 0,-6-36-116 0 0,-1 0 0 0 0,-1 0 0 0 0,1 0 0 0 0,-2 0 0 0 0,0 0-1 0 0,0 0 1 0 0,-1 1 0 0 0,0-1 0 0 0,-1 0 0 0 0,-3 19 0 0 0,2-28-37 0 0,1 0 1 0 0,-1 0-1 0 0,0 0 1 0 0,1 0-1 0 0,-1 0 1 0 0,0 0 0 0 0,0 0-1 0 0,0-1 1 0 0,-1 1-1 0 0,1-1 1 0 0,0 0-1 0 0,0 0 1 0 0,-1 0 0 0 0,1 0-1 0 0,-1 0 1 0 0,1 0-1 0 0,-1 0 1 0 0,1-1-1 0 0,-1 1 1 0 0,1-1-1 0 0,-6 0 1 0 0,-59 0 184 0 0,66 0-191 0 0,-49-6 151 0 0,47 5-189 0 0,0 1 1 0 0,0-1-1 0 0,0 0 1 0 0,1 0-1 0 0,-1 0 1 0 0,0 0-1 0 0,1 0 1 0 0,-1 0-1 0 0,1-1 1 0 0,0 1-1 0 0,-1-1 1 0 0,1 0-1 0 0,0 0 1 0 0,0 0-1 0 0,-3-3 1 0 0,5 3-362 0 0,0-1-1 0 0,0 1 1 0 0,0 0 0 0 0,0-1 0 0 0,0 1 0 0 0,1 0-1 0 0,-1 0 1 0 0,1-1 0 0 0,0 1 0 0 0,-1 0 0 0 0,1 0-1 0 0,0 0 1 0 0,1 0 0 0 0,-1 0 0 0 0,0 0 0 0 0,0 0-1 0 0,1 0 1 0 0,-1 0 0 0 0,1 0 0 0 0,0 1 0 0 0,-1-1-1 0 0,4-1 1 0 0,9-10-2952 0 0</inkml:trace>
</inkml:ink>
</file>

<file path=ppt/ink/ink12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26:14.5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254 43 224 0 0,'40'20'4412'0'0,"-29"-15"-3949"0"0,1-1-1 0 0,-1-1 0 0 0,1 0 1 0 0,-1-1-1 0 0,1 0 0 0 0,0 0 1 0 0,0-2-1 0 0,-1 1 0 0 0,14-2 1 0 0,-19 0-297 0 0,1 0 0 0 0,-1 0 0 0 0,0-1-1 0 0,1 1 1 0 0,-1-1 0 0 0,0-1 0 0 0,0 1 0 0 0,0-1 0 0 0,-1 0 0 0 0,1-1 0 0 0,-1 1 0 0 0,0-1 0 0 0,0 0 0 0 0,0 0 0 0 0,0-1 0 0 0,0 0 0 0 0,-1 0 0 0 0,5-6-1 0 0,-9 10-118 0 0,0 0-1 0 0,1-1 0 0 0,0 1 0 0 0,-1 0 1 0 0,1 0-1 0 0,0 0 0 0 0,0 0 0 0 0,-1 0 1 0 0,1 0-1 0 0,0 0 0 0 0,0 0 0 0 0,0 1 0 0 0,0-1 1 0 0,0 0-1 0 0,0 0 0 0 0,0 1 0 0 0,1-1 1 0 0,-1 1-1 0 0,0-1 0 0 0,0 1 0 0 0,0-1 1 0 0,2 1-1 0 0,-2 0-22 0 0,0 1 0 0 0,-1 0 1 0 0,1 0-1 0 0,0 0 0 0 0,-1 0 0 0 0,1 0 0 0 0,-1-1 1 0 0,1 1-1 0 0,-1 0 0 0 0,0 0 0 0 0,1 0 1 0 0,-1 0-1 0 0,0 0 0 0 0,0 1 0 0 0,0-1 1 0 0,0 0-1 0 0,0 0 0 0 0,0 0 0 0 0,0 0 1 0 0,0 1-1 0 0,-9 67 324 0 0,-16 20 79 0 0,-5-3-1 0 0,-3 0 1 0 0,-56 101 0 0 0,-30 26 159 0 0,96-177-446 0 0,-2-1-1 0 0,-2 0 0 0 0,-48 47 1 0 0,69-76-96 0 0,-34 29 124 0 0,38-33-118 0 0,0-1-1 0 0,0 1 1 0 0,0-1 0 0 0,0 1-1 0 0,0-1 1 0 0,-1 0 0 0 0,1 0 0 0 0,0 0-1 0 0,-1 0 1 0 0,1 0 0 0 0,-1-1 0 0 0,1 1-1 0 0,-1-1 1 0 0,1 0 0 0 0,-5 1 0 0 0,5-2-23 0 0,1 0 1 0 0,0 1 0 0 0,0-1-1 0 0,0 0 1 0 0,0 1 0 0 0,0-1 0 0 0,0 0-1 0 0,0 0 1 0 0,0 0 0 0 0,0 0-1 0 0,0 0 1 0 0,0 0 0 0 0,0 0 0 0 0,1 0-1 0 0,-1-1 1 0 0,0 1 0 0 0,1 0-1 0 0,-1 0 1 0 0,1 0 0 0 0,0-1-1 0 0,-1 1 1 0 0,1 0 0 0 0,0-1 0 0 0,0 1-1 0 0,0 0 1 0 0,0-1 0 0 0,0 1-1 0 0,0 0 1 0 0,0-1 0 0 0,0 1-1 0 0,0 0 1 0 0,1-2 0 0 0,11-42 305 0 0,5 13-297 0 0,2 0 0 0 0,1 0-1 0 0,1 2 1 0 0,2 1 0 0 0,1 1 0 0 0,47-44-1 0 0,-23 31-924 0 0,2 1 0 0 0,1 3 0 0 0,61-34 0 0 0,-88 58-892 0 0,46-17-1 0 0,-28 16-4783 0 0,-29 10 3188 0 0</inkml:trace>
</inkml:ink>
</file>

<file path=ppt/ink/ink12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26:16.8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44 107 352 0 0,'-4'-66'4844'0'0,"5"52"-4032"0"0,-1-10 2006 0 0,-2 21-1794 0 0,-4 14-938 0 0,1 5 7 0 0,1-1 0 0 0,1 1 0 0 0,0 0 1 0 0,1 0-1 0 0,0 25 0 0 0,-1 3 216 0 0,-7 72 762 0 0,10 213 1 0 0,3-234-478 0 0,-3-94-564 0 0,-1-4-781 0 0,1-1 0 0 0,-1 1 0 0 0,1 0 0 0 0,0 0 0 0 0,0-1 1 0 0,0 1-1 0 0,0 0 0 0 0,1 0 0 0 0,-1 0 0 0 0,1 0 0 0 0,0-1 1 0 0,2-4-1 0 0,-1 1-1395 0 0</inkml:trace>
</inkml:ink>
</file>

<file path=ppt/ink/ink12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26:17.1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270 1 252 0 0,'2'0'94'0'0,"0"0"1"0"0,0 0-1 0 0,0 0 0 0 0,0 0 1 0 0,-1 1-1 0 0,1-1 0 0 0,0 1 0 0 0,0 0 1 0 0,0-1-1 0 0,-1 1 0 0 0,1 0 1 0 0,0 0-1 0 0,-1 0 0 0 0,1 0 1 0 0,-1 0-1 0 0,1 0 0 0 0,-1 1 0 0 0,0-1 1 0 0,1 0-1 0 0,-1 1 0 0 0,0-1 1 0 0,0 1-1 0 0,0-1 0 0 0,0 1 1 0 0,0 0-1 0 0,0-1 0 0 0,-1 1 1 0 0,1 0-1 0 0,0 0 0 0 0,-1 0 0 0 0,0-1 1 0 0,1 1-1 0 0,-1 0 0 0 0,0 0 1 0 0,0 0-1 0 0,0 0 0 0 0,0 0 1 0 0,0 0-1 0 0,0 0 0 0 0,-1 3 0 0 0,0 2 97 0 0,0 0 0 0 0,0 0 0 0 0,-1 0 0 0 0,0 0 0 0 0,0 0 0 0 0,-1 0 0 0 0,0 0 0 0 0,0 0 0 0 0,-6 8 0 0 0,1-6-1 0 0,-1 0 1 0 0,0 0 0 0 0,-1-1-1 0 0,0 0 1 0 0,0-1 0 0 0,-1 0-1 0 0,0-1 1 0 0,0 0-1 0 0,-21 8 1 0 0,15-7-105 0 0,0-2 0 0 0,0 1 0 0 0,0-2 0 0 0,-1 0 0 0 0,1-1 0 0 0,-24 0 0 0 0,40-2-267 0 0,0-1 0 0 0,0 0-1 0 0,0 0 1 0 0,1 0 0 0 0,-1 0-1 0 0,0 0 1 0 0,0 0 0 0 0,1 0 0 0 0,-1-1-1 0 0,0 1 1 0 0,0 0 0 0 0,0 0 0 0 0,1 0-1 0 0,-1-1 1 0 0,0 1 0 0 0,1 0-1 0 0,-1-1 1 0 0,0 1 0 0 0,1-1 0 0 0,-1 1-1 0 0,0-1 1 0 0,1 1 0 0 0,-1-1-1 0 0,1 1 1 0 0,-1-1 0 0 0,0-1 0 0 0,1-3-1869 0 0</inkml:trace>
</inkml:ink>
</file>

<file path=ppt/ink/ink12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26:18.2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108 38 436 0 0,'0'0'572'0'0,"-21"-17"7880"0"0,23 15-8389 0 0,1 0-1 0 0,-1 0 0 0 0,1 0 1 0 0,0 0-1 0 0,0 1 0 0 0,0-1 0 0 0,0 1 1 0 0,0-1-1 0 0,0 1 0 0 0,0 0 1 0 0,0 0-1 0 0,0 1 0 0 0,1-1 1 0 0,-1 1-1 0 0,0-1 0 0 0,1 1 1 0 0,-1 0-1 0 0,0 0 0 0 0,0 1 1 0 0,4 0-1 0 0,-1 0-22 0 0,0 1 1 0 0,-1 0-1 0 0,1 0 0 0 0,-1 1 0 0 0,0-1 1 0 0,0 1-1 0 0,0 0 0 0 0,0 1 0 0 0,0-1 1 0 0,8 9-1 0 0,-7-7-29 0 0,-1 1 1 0 0,1 0-1 0 0,-1 0 0 0 0,-1 0 1 0 0,1 0-1 0 0,-1 1 0 0 0,0 0 1 0 0,-1 0-1 0 0,1 0 0 0 0,-1 0 1 0 0,-1 1-1 0 0,1-1 1 0 0,-1 1-1 0 0,-1 0 0 0 0,1-1 1 0 0,-1 1-1 0 0,0 13 0 0 0,-3-15-5 0 0,0 0-1 0 0,0 0 0 0 0,-1 0 0 0 0,1 0 1 0 0,-1-1-1 0 0,-1 0 0 0 0,1 1 0 0 0,-1-1 1 0 0,1 0-1 0 0,-1-1 0 0 0,-1 1 0 0 0,1-1 0 0 0,-1 0 1 0 0,0 0-1 0 0,0 0 0 0 0,0 0 0 0 0,0-1 1 0 0,0 0-1 0 0,-9 3 0 0 0,-10 6 23 0 0,-2-2-1 0 0,-50 15 1 0 0,72-24-94 0 0,-38 7 12 0 0,18-13-2719 0 0</inkml:trace>
</inkml:ink>
</file>

<file path=ppt/ink/ink12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26:19.1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33 788 0 0,'23'-29'4975'0'0,"-19"28"-4837"0"0,-1 0 0 0 0,1 1 0 0 0,0-1 0 0 0,-1 1 0 0 0,1 0 0 0 0,0 0 0 0 0,0 0 0 0 0,-1 1 0 0 0,1-1 0 0 0,0 1 0 0 0,-1 0 0 0 0,1 0 0 0 0,-1 0 0 0 0,1 1 0 0 0,-1-1 0 0 0,1 1 0 0 0,-1 0 0 0 0,5 3 0 0 0,8 6 216 0 0,-1 0-1 0 0,19 18 0 0 0,-28-23-202 0 0,2 2-15 0 0,0 1 1 0 0,-1 0-1 0 0,0 0 0 0 0,7 12 0 0 0,-12-18-75 0 0,0-1 0 0 0,0 1-1 0 0,-1-1 1 0 0,1 1 0 0 0,-1 0 0 0 0,0 0-1 0 0,0 0 1 0 0,0-1 0 0 0,0 1 0 0 0,0 0 0 0 0,-1 0-1 0 0,1 0 1 0 0,-1 0 0 0 0,0 1 0 0 0,0-1-1 0 0,0 0 1 0 0,0 0 0 0 0,-1 0 0 0 0,1 0-1 0 0,-2 5 1 0 0,2-7-18 0 0,0-1 0 0 0,-1 0 0 0 0,1 1-1 0 0,0-1 1 0 0,0 1 0 0 0,0-1 0 0 0,0 0 0 0 0,-1 1-1 0 0,1-1 1 0 0,0 1 0 0 0,0-1 0 0 0,-1 0 0 0 0,1 1 0 0 0,0-1-1 0 0,-1 0 1 0 0,1 0 0 0 0,0 1 0 0 0,-1-1 0 0 0,1 0 0 0 0,-1 0-1 0 0,1 1 1 0 0,0-1 0 0 0,-1 0 0 0 0,1 0 0 0 0,-1 0 0 0 0,1 0-1 0 0,0 0 1 0 0,-1 0 0 0 0,1 1 0 0 0,-1-1 0 0 0,1 0-1 0 0,-1 0 1 0 0,1 0 0 0 0,-1-1 0 0 0,1 1 0 0 0,0 0 0 0 0,-1 0-1 0 0,1 0 1 0 0,-1 0 0 0 0,1 0 0 0 0,0 0 0 0 0,-1-1 0 0 0,1 1-1 0 0,-1 0 1 0 0,1 0 0 0 0,0 0 0 0 0,-1-1 0 0 0,1 1-1 0 0,0 0 1 0 0,-1-1 0 0 0,1 1 0 0 0,0 0 0 0 0,0-1 0 0 0,-1 1-1 0 0,1 0 1 0 0,0-1 0 0 0,0 1 0 0 0,-1-1 0 0 0,1 1 0 0 0,0 0-1 0 0,0-1 1 0 0,0 0 0 0 0,-1-1-16 0 0,0 0 0 0 0,0 0 0 0 0,1 0 0 0 0,-1 0-1 0 0,1 0 1 0 0,0-1 0 0 0,-1 1 0 0 0,1 0 0 0 0,0 0 0 0 0,0 0 0 0 0,0-1 0 0 0,1-3 0 0 0,3-3-225 0 0,0 0-1 0 0,1 0 1 0 0,0 0 0 0 0,0 0 0 0 0,1 1 0 0 0,0 0 0 0 0,0 0 0 0 0,1 1 0 0 0,12-11-1 0 0,-8 8-1721 0 0,1 1-1 0 0,1 0 0 0 0,14-8 0 0 0,-14 10-855 0 0</inkml:trace>
</inkml:ink>
</file>

<file path=ppt/ink/ink12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26:19.9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0 153 656 0 0,'0'0'741'0'0,"39"-13"2318"0"0,-24 7-2160 0 0,23-16 1668 0 0,-37 22-2504 0 0,0-1 1 0 0,0 1 0 0 0,-1-1-1 0 0,1 0 1 0 0,0 1 0 0 0,-1-1-1 0 0,1 0 1 0 0,0 0 0 0 0,-1 1-1 0 0,1-1 1 0 0,-1 0 0 0 0,0 0 0 0 0,1 0-1 0 0,-1 0 1 0 0,0 0 0 0 0,1 1-1 0 0,-1-1 1 0 0,0 0 0 0 0,0 0-1 0 0,0 0 1 0 0,1 0 0 0 0,-1 0-1 0 0,0 0 1 0 0,-1 0 0 0 0,1 0-1 0 0,0 0 1 0 0,0 0 0 0 0,0 0-1 0 0,0 0 1 0 0,-1 0 0 0 0,1 0 0 0 0,-1 0-1 0 0,1 1 1 0 0,0-1 0 0 0,-1 0-1 0 0,1 0 1 0 0,-2-1 0 0 0,1 1-38 0 0,0 1 1 0 0,0-1 0 0 0,0 0 0 0 0,0 1 0 0 0,0-1-1 0 0,-1 0 1 0 0,1 1 0 0 0,0-1 0 0 0,0 1 0 0 0,0 0-1 0 0,-1-1 1 0 0,1 1 0 0 0,0 0 0 0 0,-1 0 0 0 0,1 0-1 0 0,0 0 1 0 0,0 0 0 0 0,-1 0 0 0 0,1 0-1 0 0,0 0 1 0 0,-1 1 0 0 0,1-1 0 0 0,0 0 0 0 0,0 1-1 0 0,0-1 1 0 0,-1 1 0 0 0,1-1 0 0 0,0 1 0 0 0,0 0-1 0 0,-1 0 1 0 0,-1 1-3 0 0,-1 0 0 0 0,1 0 0 0 0,0 0 0 0 0,1 0-1 0 0,-1 0 1 0 0,0 1 0 0 0,1-1 0 0 0,-1 1 0 0 0,1-1 0 0 0,-3 4-1 0 0,3-2-10 0 0,-1 0 0 0 0,1 0 0 0 0,0 0 0 0 0,0 0 1 0 0,1 0-1 0 0,-1 0 0 0 0,1 1 0 0 0,0-1 0 0 0,0 1 0 0 0,0-1 0 0 0,1 1 0 0 0,-1-1 0 0 0,1 1 0 0 0,0-1 0 0 0,1 1 0 0 0,-1-1 0 0 0,1 1 0 0 0,0-1 0 0 0,0 0 0 0 0,0 1 0 0 0,0-1 0 0 0,1 0 0 0 0,0 0 0 0 0,0 0 0 0 0,0 0 0 0 0,0 0 0 0 0,6 7 0 0 0,-1-4-46 0 0,0-1 0 0 0,1 0 0 0 0,0-1 0 0 0,0 1 0 0 0,0-2 0 0 0,0 1 0 0 0,1-1-1 0 0,0 0 1 0 0,0-1 0 0 0,0 0 0 0 0,0 0 0 0 0,0-1 0 0 0,1 0 0 0 0,-1-1 0 0 0,1 0 0 0 0,-1-1 0 0 0,1 0 0 0 0,-1 0 0 0 0,1-1-1 0 0,-1 0 1 0 0,1 0 0 0 0,-1-1 0 0 0,16-6 0 0 0,-15 5 6 0 0,-1 0 0 0 0,1-1 0 0 0,0 0-1 0 0,-1-1 1 0 0,0 0 0 0 0,0 0 0 0 0,-1-1 0 0 0,1-1 0 0 0,-1 1 0 0 0,0-1-1 0 0,-1 0 1 0 0,0-1 0 0 0,0 0 0 0 0,0 0 0 0 0,-1 0 0 0 0,-1-1-1 0 0,1 0 1 0 0,-1 0 0 0 0,-1-1 0 0 0,0 1 0 0 0,5-16 0 0 0,13-89 2071 0 0,-21 113-1703 0 0,-3 4-243 0 0,-34 87 209 0 0,3 1 1 0 0,5 2 0 0 0,4 0 0 0 0,-16 124-1 0 0,5 62 137 0 0,35-264-510 0 0,-2-2 1023 0 0,-4-24-402 0 0,2-4-469 0 0,1 0 0 0 0,1 0 0 0 0,1-1 0 0 0,0 1 0 0 0,1-1 0 0 0,0 1-1 0 0,3-19 1 0 0,0 3-40 0 0,2-24 3 0 0,4 0-1 0 0,1 1 1 0 0,3 0-1 0 0,2 0 1 0 0,38-86 0 0 0,-44 119-48 0 0,1 2 1 0 0,0-1 0 0 0,2 1 0 0 0,19-25 0 0 0,-27 38-8 0 0,1 0-1 0 0,0 0 1 0 0,0 1 0 0 0,1 0-1 0 0,-1 0 1 0 0,1 0-1 0 0,0 1 1 0 0,0 0 0 0 0,1 0-1 0 0,-1 0 1 0 0,1 1 0 0 0,0 0-1 0 0,0 0 1 0 0,0 1 0 0 0,0 0-1 0 0,11-2 1 0 0,-14 4-1 0 0,0 0 0 0 0,0 1 0 0 0,0-1 0 0 0,-1 1-1 0 0,1-1 1 0 0,0 1 0 0 0,0 1 0 0 0,-1-1 0 0 0,1 0 0 0 0,-1 1 0 0 0,1 0 0 0 0,-1-1 0 0 0,0 1 0 0 0,1 1 0 0 0,-1-1-1 0 0,0 0 1 0 0,-1 1 0 0 0,1 0 0 0 0,0-1 0 0 0,-1 1 0 0 0,1 0 0 0 0,-1 0 0 0 0,0 1 0 0 0,0-1 0 0 0,0 0 0 0 0,-1 1-1 0 0,1-1 1 0 0,1 7 0 0 0,-1-7-1 0 0,-1 1 1 0 0,0-1-1 0 0,0 1 0 0 0,-1 0 0 0 0,1-1 0 0 0,-1 1 0 0 0,1 0 0 0 0,-1-1 0 0 0,0 1 0 0 0,-1 0 0 0 0,1-1 0 0 0,-1 1 1 0 0,1-1-1 0 0,-1 1 0 0 0,0 0 0 0 0,-1-1 0 0 0,1 1 0 0 0,0-1 0 0 0,-1 0 0 0 0,0 0 0 0 0,0 1 0 0 0,0-1 1 0 0,0 0-1 0 0,0-1 0 0 0,-1 1 0 0 0,1 0 0 0 0,-1-1 0 0 0,0 1 0 0 0,-5 3 0 0 0,-36 19-4086 0 0,42-24 3048 0 0,-1 1-1343 0 0</inkml:trace>
</inkml:ink>
</file>

<file path=ppt/ink/ink12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26:20.3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69 32 0 0,'0'0'1978'0'0,"-1"37"613"0"0,3-32-2423 0 0,0-1 0 0 0,0 1 1 0 0,1-1-1 0 0,0 0 0 0 0,0 1 0 0 0,0-1 0 0 0,0-1 1 0 0,1 1-1 0 0,-1 0 0 0 0,1-1 0 0 0,0 0 0 0 0,0 0 1 0 0,1 0-1 0 0,-1 0 0 0 0,0-1 0 0 0,1 1 0 0 0,0-1 0 0 0,-1 0 1 0 0,1-1-1 0 0,0 1 0 0 0,0-1 0 0 0,0 0 0 0 0,0 0 1 0 0,0-1-1 0 0,0 1 0 0 0,0-1 0 0 0,1 0 0 0 0,-1-1 1 0 0,0 1-1 0 0,7-2 0 0 0,-8 0-55 0 0,-1 1 1 0 0,1-1-1 0 0,-1 0 1 0 0,1 0-1 0 0,-1 0 0 0 0,0 0 1 0 0,0 0-1 0 0,0-1 1 0 0,0 1-1 0 0,0-1 0 0 0,-1 0 1 0 0,1 0-1 0 0,-1 0 1 0 0,0 0-1 0 0,0 0 0 0 0,0-1 1 0 0,0 1-1 0 0,-1-1 1 0 0,1 1-1 0 0,-1-1 0 0 0,2-7 1 0 0,-2 6-25 0 0,0 0-1 0 0,-1 0 1 0 0,1 0 0 0 0,-1 0 0 0 0,0-1 0 0 0,0 1 0 0 0,-1 0 0 0 0,0 0-1 0 0,0 0 1 0 0,0 0 0 0 0,0 0 0 0 0,-1 0 0 0 0,0 0 0 0 0,0 0-1 0 0,-5-8 1 0 0,6 12-108 0 0,0-1 0 0 0,1 1 0 0 0,-1 0 0 0 0,-1-1-1 0 0,1 1 1 0 0,0 0 0 0 0,0 0 0 0 0,0 0 0 0 0,0 0-1 0 0,-1 0 1 0 0,1 0 0 0 0,-1 0 0 0 0,1 1 0 0 0,-1-1-1 0 0,1 0 1 0 0,-1 1 0 0 0,1-1 0 0 0,-1 1 0 0 0,1-1 0 0 0,-1 1-1 0 0,1 0 1 0 0,-1 0 0 0 0,0 0 0 0 0,1 0 0 0 0,-1 0-1 0 0,0 0 1 0 0,1 0 0 0 0,-3 1 0 0 0,-18 10-2409 0 0,6 9-3724 0 0,14-15 3565 0 0</inkml:trace>
</inkml:ink>
</file>

<file path=ppt/ink/ink12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26:20.8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38 64 544 0 0,'1'0'199'0'0,"1"-1"0"0"0,-1 0 0 0 0,0-1 0 0 0,0 1 0 0 0,0 0 0 0 0,0 0 0 0 0,0 0 0 0 0,0-1-1 0 0,0 1 1 0 0,0 0 0 0 0,0-1 0 0 0,0 1 0 0 0,-1-1 0 0 0,1 1 0 0 0,-1-1 0 0 0,1 1 0 0 0,-1-1 0 0 0,0 0 0 0 0,1 1 0 0 0,-1-1 0 0 0,0 1 0 0 0,0-1 0 0 0,0 0-1 0 0,0 1 1 0 0,0-1 0 0 0,-1 0 0 0 0,1 1 0 0 0,0-1 0 0 0,-1 1 0 0 0,1-1 0 0 0,-1 1 0 0 0,0-1 0 0 0,1 1 0 0 0,-1-1 0 0 0,0 1 0 0 0,0 0 0 0 0,0-1 0 0 0,0 1-1 0 0,0 0 1 0 0,0 0 0 0 0,0 0 0 0 0,-3-2 0 0 0,3 2 84 0 0,1 1-267 0 0,-1 0 0 0 0,1 0 0 0 0,0-1-1 0 0,-1 1 1 0 0,1 0 0 0 0,0 0 0 0 0,0 0 0 0 0,-1 0 0 0 0,1 0 0 0 0,0-1 0 0 0,-1 1 0 0 0,1 0 0 0 0,0 0 0 0 0,-1 0 0 0 0,1 0-1 0 0,0 0 1 0 0,-1 0 0 0 0,1 0 0 0 0,0 0 0 0 0,-1 0 0 0 0,1 0 0 0 0,0 0 0 0 0,-1 1 0 0 0,1-1 0 0 0,0 0 0 0 0,-1 0-1 0 0,1 0 1 0 0,0 0 0 0 0,-1 0 0 0 0,1 1 0 0 0,0-1 0 0 0,0 0 0 0 0,-1 0 0 0 0,1 1 0 0 0,0-1 0 0 0,0 0 0 0 0,-1 0-1 0 0,1 1 1 0 0,0-1 0 0 0,0 0 0 0 0,0 0 0 0 0,-1 1 0 0 0,1-1 0 0 0,0 0 0 0 0,0 1 0 0 0,0-1 0 0 0,0 1 0 0 0,-14 13 423 0 0,12-9-385 0 0,0 0 0 0 0,1 0-1 0 0,-1 0 1 0 0,1 0-1 0 0,0 0 1 0 0,0 0 0 0 0,1 1-1 0 0,0-1 1 0 0,0 0-1 0 0,0 7 1 0 0,10 59 221 0 0,-6-53-188 0 0,2 23 177 0 0,3 76 0 0 0,-7-124-263 0 0,0 0 0 0 0,0 1 0 0 0,1-1 0 0 0,-1 1-1 0 0,1 0 1 0 0,1 0 0 0 0,-1 0 0 0 0,1 0 0 0 0,0 1 0 0 0,1-1 0 0 0,-1 1 0 0 0,1 0 0 0 0,0 0 0 0 0,0 1 0 0 0,9-6 0 0 0,12-11 56 0 0,0 2 1 0 0,34-19-1 0 0,-57 37-10 0 0,-1 0 0 0 0,0 0 0 0 0,1 0 1 0 0,-1 0-1 0 0,1 0 0 0 0,-1 1 0 0 0,1-1 0 0 0,0 1 0 0 0,-1 0 0 0 0,1-1 0 0 0,-1 1 0 0 0,1 0 1 0 0,0 1-1 0 0,-1-1 0 0 0,1 0 0 0 0,-1 1 0 0 0,1-1 0 0 0,-1 1 0 0 0,1 0 0 0 0,-1 0 1 0 0,1 0-1 0 0,-1 0 0 0 0,0 0 0 0 0,1 1 0 0 0,-1-1 0 0 0,0 1 0 0 0,0-1 0 0 0,0 1 0 0 0,0 0 1 0 0,0 0-1 0 0,-1 0 0 0 0,1 0 0 0 0,0 0 0 0 0,-1 0 0 0 0,0 0 0 0 0,2 4 0 0 0,-1-3-40 0 0,0 0-1 0 0,0 0 0 0 0,-1 1 0 0 0,1-1 0 0 0,-1 1 0 0 0,0-1 1 0 0,0 1-1 0 0,0 0 0 0 0,-1-1 0 0 0,1 1 0 0 0,-1 0 1 0 0,0 0-1 0 0,0-1 0 0 0,0 1 0 0 0,0 0 0 0 0,-1-1 1 0 0,0 1-1 0 0,1 0 0 0 0,-1-1 0 0 0,-1 1 0 0 0,1 0 1 0 0,0-1-1 0 0,-1 0 0 0 0,0 1 0 0 0,-2 2 0 0 0,-18 18-1976 0 0,7-14-4691 0 0</inkml:trace>
</inkml:ink>
</file>

<file path=ppt/ink/ink12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26:21.4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1 239 68 0 0,'37'-68'4574'0'0,"-27"51"-3222"0"0,0 0 1 0 0,9-24-1 0 0,-15 32-985 0 0,1 1-1 0 0,-1 0 0 0 0,2-1 1 0 0,-1 2-1 0 0,8-10 0 0 0,15-21 1724 0 0,-80 192 992 0 0,38-113-2922 0 0,2 0 1 0 0,2 1-1 0 0,1 0 0 0 0,3 0 1 0 0,1 1-1 0 0,2 74 1 0 0,4-90-96 0 0,-1-7-35 0 0,2 1 1 0 0,6 31-1 0 0,-7-47-38 0 0,1 1 1 0 0,-1-1-1 0 0,1 0 1 0 0,0 0-1 0 0,1 0 1 0 0,-1 0-1 0 0,1 0 1 0 0,0-1-1 0 0,0 1 1 0 0,0-1-1 0 0,1 0 1 0 0,0 0-1 0 0,-1 0 0 0 0,8 5 1 0 0,-9-7-2 0 0,1 0 0 0 0,0-1 0 0 0,0 1 1 0 0,-1-1-1 0 0,1 0 0 0 0,0 0 0 0 0,0 0 0 0 0,0 0 1 0 0,0-1-1 0 0,0 1 0 0 0,0-1 0 0 0,1 1 0 0 0,-1-1 1 0 0,0 0-1 0 0,0 0 0 0 0,0-1 0 0 0,0 1 0 0 0,0-1 0 0 0,0 1 1 0 0,0-1-1 0 0,0 0 0 0 0,0 0 0 0 0,4-2 0 0 0,5-4 31 0 0,0 1 0 0 0,-1-2 0 0 0,0 0 0 0 0,12-10 0 0 0,14-11 783 0 0,-17 14 1201 0 0,-32 30-2550 0 0,-13 15-3344 0 0,7-12-4817 0 0</inkml:trace>
</inkml:ink>
</file>

<file path=ppt/ink/ink12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26:21.7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88 204 0 0,'32'-78'11816'0'0,"-30"68"-12937"0"0,-4 17-3645 0 0,-1 1 3623 0 0,0-2-1667 0 0</inkml:trace>
</inkml:ink>
</file>

<file path=ppt/ink/ink12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26:22.2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 47 260 0 0,'0'0'5972'0'0,"-14"43"-3533"0"0,11-36-2038 0 0,0 1 1 0 0,0 0-1 0 0,1 0 1 0 0,0 0-1 0 0,0 1 0 0 0,1-1 1 0 0,0 0-1 0 0,1 14 1 0 0,27-58 167 0 0,-17 23-518 0 0,0 0 1 0 0,1 1 0 0 0,0 0-1 0 0,1 1 1 0 0,0 0 0 0 0,1 1-1 0 0,0 1 1 0 0,1 0 0 0 0,0 0-1 0 0,0 2 1 0 0,0 0 0 0 0,23-8 0 0 0,-36 15-42 0 0,0 0 1 0 0,1-1 0 0 0,-1 1-1 0 0,1 0 1 0 0,-1 0-1 0 0,1 0 1 0 0,-1 0 0 0 0,1 0-1 0 0,-1 0 1 0 0,1 0 0 0 0,-1 1-1 0 0,1-1 1 0 0,-1 1 0 0 0,0-1-1 0 0,1 1 1 0 0,-1-1 0 0 0,0 1-1 0 0,1 0 1 0 0,-1-1 0 0 0,0 1-1 0 0,0 0 1 0 0,0 0-1 0 0,0 0 1 0 0,1 0 0 0 0,-1 0-1 0 0,-1 0 1 0 0,1 1 0 0 0,0-1-1 0 0,0 0 1 0 0,0 0 0 0 0,-1 1-1 0 0,1-1 1 0 0,0 0 0 0 0,-1 1-1 0 0,1-1 1 0 0,-1 1 0 0 0,0-1-1 0 0,1 0 1 0 0,-1 1-1 0 0,0-1 1 0 0,0 1 0 0 0,0 1-1 0 0,1 5 59 0 0,-1-1-1 0 0,1 1 0 0 0,-2 0 0 0 0,1-1 1 0 0,-1 1-1 0 0,-3 14 0 0 0,4-8 142 0 0,14-19-34 0 0,-3 0-195 0 0,7-3 55 0 0,0-1 16 0 0,1 1 0 0 0,-1 1 0 0 0,1 1 0 0 0,21-5 0 0 0,-38 11-31 0 0,0 0 1 0 0,1 0 0 0 0,-1 0-1 0 0,1 0 1 0 0,-1 1 0 0 0,0-1-1 0 0,1 1 1 0 0,-1-1 0 0 0,0 1-1 0 0,1 0 1 0 0,-1 0 0 0 0,0 0-1 0 0,0 0 1 0 0,0 0-1 0 0,0 0 1 0 0,0 1 0 0 0,0-1-1 0 0,0 1 1 0 0,3 3 0 0 0,25 36-648 0 0,-29-40 247 0 0,3 7-2319 0 0</inkml:trace>
</inkml:ink>
</file>

<file path=ppt/ink/ink12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26:22.5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6 920 0 0,'0'0'2644'0'0,"27"-5"-1284"0"0,-13 8-787 0 0,-3 1-45 0 0,-3-1-72 0 0,5 2-124 0 0,-5-3-172 0 0,4 3-184 0 0,1 2-228 0 0,0 3-240 0 0,1-4-545 0 0,-4-1-1119 0 0,3 0 496 0 0</inkml:trace>
</inkml:ink>
</file>

<file path=ppt/ink/ink12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26:23.9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 0 684 0 0,'-1'1'8377'0'0,"-6"4"-11569"0"0</inkml:trace>
</inkml:ink>
</file>

<file path=ppt/ink/ink12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26:28.9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337 395 10485 0 0,'-43'-26'19'0'0,"-21"-12"216"0"0,11 6 130 0 0,52 31-356 0 0,0 1 0 0 0,0 0 0 0 0,1 0 1 0 0,-1 0-1 0 0,0 0 0 0 0,0 0 0 0 0,0 0 1 0 0,0 0-1 0 0,0 0 0 0 0,0 0 0 0 0,0 0 1 0 0,1 0-1 0 0,-1 0 0 0 0,0 0 0 0 0,0 1 1 0 0,0-1-1 0 0,0 0 0 0 0,1 1 0 0 0,-1-1 1 0 0,0 1-1 0 0,0-1 0 0 0,1 1 0 0 0,-1-1 1 0 0,0 1-1 0 0,1-1 0 0 0,-1 1 0 0 0,0 0 1 0 0,1-1-1 0 0,-1 1 0 0 0,1 0 0 0 0,-1 0 1 0 0,1-1-1 0 0,-1 1 0 0 0,1 0 0 0 0,0 0 1 0 0,0 0-1 0 0,-1 0 0 0 0,1-1 0 0 0,0 1 1 0 0,0 0-1 0 0,0 0 0 0 0,0 2 0 0 0,-10 40 199 0 0,10-41-197 0 0,-5 60 169 0 0,3 1 1 0 0,3-1-1 0 0,11 79 1 0 0,1 67 115 0 0,-9-105 455 0 0,-4-103-497 0 0,-2 0-198 0 0,0-1 0 0 0,1 1-1 0 0,-1-1 1 0 0,1 0 0 0 0,-1 0 0 0 0,1 0-1 0 0,-1 0 1 0 0,1 0 0 0 0,0 0 0 0 0,-1 0-1 0 0,1 0 1 0 0,0 0 0 0 0,0 0 0 0 0,0-1-1 0 0,0 1 1 0 0,0 0 0 0 0,0-1-1 0 0,0 1 1 0 0,0-1 0 0 0,0-1 0 0 0,-21-46 177 0 0,11 22-77 0 0,-8-15-67 0 0,2-2-1 0 0,1 0 0 0 0,3-1 0 0 0,1 0 1 0 0,-7-66-1 0 0,15 82-77 0 0,2 0 1 0 0,1 1 0 0 0,2-1-1 0 0,0 0 1 0 0,2 1-1 0 0,1-1 1 0 0,2 1-1 0 0,0 0 1 0 0,2 0 0 0 0,11-27-1 0 0,-10 37-17 0 0,1 0-1 0 0,0 1 0 0 0,2 0 1 0 0,-1 1-1 0 0,2 0 1 0 0,0 1-1 0 0,1 1 0 0 0,1 0 1 0 0,0 1-1 0 0,23-16 1 0 0,-29 23 4 0 0,1 0-1 0 0,0 1 1 0 0,0 0 0 0 0,1 0 0 0 0,-1 1 0 0 0,1 1-1 0 0,0-1 1 0 0,19-2 0 0 0,-22 6 5 0 0,-1-1 0 0 0,1 1 1 0 0,-1 1-1 0 0,1-1 0 0 0,-1 1 0 0 0,1 0 0 0 0,-1 1 0 0 0,0 0 0 0 0,0 0 1 0 0,0 0-1 0 0,0 1 0 0 0,0 0 0 0 0,0 1 0 0 0,7 4 0 0 0,-9-5-7 0 0,-1 0 0 0 0,1 0 0 0 0,-1 1 0 0 0,1-1 0 0 0,-1 1-1 0 0,0 0 1 0 0,-1 0 0 0 0,1 1 0 0 0,-1-1 0 0 0,0 1-1 0 0,0 0 1 0 0,0-1 0 0 0,0 1 0 0 0,-1 0 0 0 0,0 1 0 0 0,0-1-1 0 0,-1 0 1 0 0,1 1 0 0 0,-1-1 0 0 0,0 1 0 0 0,0-1-1 0 0,-1 1 1 0 0,0-1 0 0 0,0 1 0 0 0,0 0 0 0 0,-1-1 0 0 0,1 1-1 0 0,-1-1 1 0 0,-4 11 0 0 0,0-3-2 0 0,0 0-1 0 0,-1-1 1 0 0,0 0-1 0 0,-1 0 1 0 0,0 0-1 0 0,-1-1 1 0 0,-1 0-1 0 0,0-1 1 0 0,0 1-1 0 0,-21 16 1 0 0,0-5-346 0 0,0-1-1 0 0,-2-2 1 0 0,0-1 0 0 0,-38 15 0 0 0,48-17-2557 0 0,17-9-2637 0 0</inkml:trace>
</inkml:ink>
</file>

<file path=ppt/ink/ink12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26:29.4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92 178 844 0 0,'14'35'2302'0'0,"-1"0"0"0"0,15 72 0 0 0,-18-47-1057 0 0,-2 0-1 0 0,0 97 1 0 0,-9-142-984 0 0,0 1 1 0 0,-1 0-1 0 0,-1-1 1 0 0,0 0 0 0 0,-7 19-1 0 0,10-34-238 0 0,0 1 0 0 0,-1 0 0 0 0,1 0 0 0 0,-1 0-1 0 0,1 0 1 0 0,-1-1 0 0 0,0 1 0 0 0,1 0 0 0 0,-1-1 0 0 0,0 1-1 0 0,1 0 1 0 0,-1-1 0 0 0,0 1 0 0 0,0-1 0 0 0,0 1 0 0 0,1-1 0 0 0,-1 1-1 0 0,0-1 1 0 0,0 0 0 0 0,0 1 0 0 0,0-1 0 0 0,0 0 0 0 0,0 0-1 0 0,0 0 1 0 0,0 0 0 0 0,0 0 0 0 0,0 0 0 0 0,0 0 0 0 0,0 0-1 0 0,0 0 1 0 0,0 0 0 0 0,1 0 0 0 0,-1-1 0 0 0,0 1 0 0 0,0 0 0 0 0,0-1-1 0 0,0 1 1 0 0,0-1 0 0 0,0 1 0 0 0,1-1 0 0 0,-3 0 0 0 0,-2-2 52 0 0,0 0 0 0 0,1 0 1 0 0,-1 0-1 0 0,1 0 0 0 0,-1-1 1 0 0,-5-6-1 0 0,0-3-31 0 0,1-1-1 0 0,0-1 1 0 0,1 1 0 0 0,0-1-1 0 0,2 0 1 0 0,0-1 0 0 0,0 0-1 0 0,2 0 1 0 0,0 0 0 0 0,0-1-1 0 0,2 1 1 0 0,0-1 0 0 0,1 1 0 0 0,0-1-1 0 0,2 0 1 0 0,3-25 0 0 0,0 10-27 0 0,1 0 0 0 0,2 0 0 0 0,1 1 0 0 0,2 0 0 0 0,1 0 0 0 0,1 1 0 0 0,25-43 0 0 0,-30 62-14 0 0,1 0 0 0 0,0 1 0 0 0,1 0 0 0 0,-1 1 0 0 0,2 0-1 0 0,0 0 1 0 0,0 1 0 0 0,0 0 0 0 0,1 0 0 0 0,0 1 0 0 0,1 1 0 0 0,-1 0 0 0 0,14-4 0 0 0,-19 7-5 0 0,1 0 0 0 0,0 1-1 0 0,0 0 1 0 0,0 0 0 0 0,0 1 0 0 0,0 0-1 0 0,0 0 1 0 0,0 1 0 0 0,1 0-1 0 0,-1 0 1 0 0,0 1 0 0 0,0-1 0 0 0,0 2-1 0 0,0-1 1 0 0,0 1 0 0 0,0 0 0 0 0,0 0-1 0 0,0 1 1 0 0,-1 0 0 0 0,1 0-1 0 0,-1 1 1 0 0,0-1 0 0 0,0 1 0 0 0,8 7-1 0 0,-10-7 1 0 0,0 0 0 0 0,-1 1 0 0 0,1-1 0 0 0,-1 1 0 0 0,0 0 0 0 0,0-1 0 0 0,-1 1 0 0 0,1 1 0 0 0,-1-1 0 0 0,0 0 0 0 0,0 1 0 0 0,-1-1 0 0 0,0 1 0 0 0,0-1 0 0 0,0 1 0 0 0,0-1 0 0 0,-1 1 0 0 0,0 0-1 0 0,0-1 1 0 0,-1 1 0 0 0,1 0 0 0 0,-1-1 0 0 0,-1 1 0 0 0,1-1 0 0 0,-1 1 0 0 0,0-1 0 0 0,0 0 0 0 0,-4 7 0 0 0,-1 2-1 0 0,-1 0-1 0 0,0-1 1 0 0,-1-1-1 0 0,0 1 1 0 0,-1-2-1 0 0,-1 1 1 0 0,0-1-1 0 0,0-1 1 0 0,-16 12-1 0 0,-9 2-136 0 0,-44 23 0 0 0,28-21-2464 0 0,50-26 2128 0 0,-1 1 122 0 0</inkml:trace>
</inkml:ink>
</file>

<file path=ppt/ink/ink12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26:30.0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46 167 264 0 0,'-17'3'4899'0'0,"15"-3"-4527"0"0,1 1 0 0 0,0-1 0 0 0,-1 0 0 0 0,1 1 1 0 0,-1-1-1 0 0,1 0 0 0 0,-1 0 0 0 0,1 0 0 0 0,-1 0 0 0 0,1 0 1 0 0,0-1-1 0 0,-1 1 0 0 0,1 0 0 0 0,-1-1 0 0 0,1 1 0 0 0,-5-3 4490 0 0,11 3-4696 0 0,293-21 1243 0 0,-82 2-1236 0 0,702-8 139 0 0,-909 27-297 0 0,-5 0 19 0 0,1 0 0 0 0,0 0 0 0 0,0 0-1 0 0,0-1 1 0 0,0 0 0 0 0,9-2 0 0 0,-14 3-29 0 0,0 0-1 0 0,0-1 1 0 0,0 1-1 0 0,0 0 1 0 0,0 0 0 0 0,0 0-1 0 0,0 0 1 0 0,1-1-1 0 0,-1 1 1 0 0,0 0 0 0 0,0 0-1 0 0,0-1 1 0 0,0 1-1 0 0,0 0 1 0 0,0 0 0 0 0,0 0-1 0 0,0-1 1 0 0,0 1-1 0 0,-1 0 1 0 0,1 0 0 0 0,0 0-1 0 0,0-1 1 0 0,0 1-1 0 0,0 0 1 0 0,0 0-1 0 0,0 0 1 0 0,0 0 0 0 0,0-1-1 0 0,0 1 1 0 0,-1 0-1 0 0,1 0 1 0 0,0 0 0 0 0,0 0-1 0 0,0 0 1 0 0,0-1-1 0 0,-1 1 1 0 0,1 0 0 0 0,0 0-1 0 0,0 0 1 0 0,0 0-1 0 0,0 0 1 0 0,-1 0 0 0 0,1 0-1 0 0,0 0 1 0 0,0 0-1 0 0,-1 0 1 0 0,-14-8 27 0 0,-1 1 0 0 0,0 1 0 0 0,-1 0 0 0 0,-21-4 1 0 0,19 5-21 0 0,0 0 0 0 0,1-1 0 0 0,-32-15 0 0 0,36 11-81 0 0,24 8-48 0 0,-7 1 119 0 0,-2 1-4 0 0,0 0 0 0 0,1 0-1 0 0,-1 0 1 0 0,1 0 0 0 0,-1 0 0 0 0,0 0 0 0 0,1 0 0 0 0,-1 1 0 0 0,1-1 0 0 0,-1 0 0 0 0,0 1 0 0 0,1-1 0 0 0,-1 1 0 0 0,0 0 0 0 0,0-1 0 0 0,1 1-1 0 0,-1 0 1 0 0,0 0 0 0 0,0-1 0 0 0,0 1 0 0 0,0 0 0 0 0,0 0 0 0 0,0 0 0 0 0,0 1 0 0 0,0-1 0 0 0,0 0 0 0 0,-1 0 0 0 0,1 0 0 0 0,0 1 0 0 0,-1-1-1 0 0,1 0 1 0 0,-1 1 0 0 0,1-1 0 0 0,-1 0 0 0 0,0 1 0 0 0,0-1 0 0 0,0 0 0 0 0,1 3 0 0 0,-1 0-7 0 0,0-1 0 0 0,0 1 1 0 0,0-1-1 0 0,-1 1 0 0 0,1-1 0 0 0,-1 0 0 0 0,0 1 1 0 0,0-1-1 0 0,0 1 0 0 0,0-1 0 0 0,0 0 0 0 0,-1 0 0 0 0,-3 5 1 0 0,-11 8-496 0 0,-1 0 0 0 0,0-2 0 0 0,-1 0 0 0 0,-1-1 0 0 0,-37 19 0 0 0,24-13-1679 0 0,3-5-4300 0 0,20-11 2749 0 0</inkml:trace>
</inkml:ink>
</file>

<file path=ppt/ink/ink12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26:33.1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37 565 464 0 0,'-1'-10'6319'0'0,"6"38"-5782"0"0,-1 0-1 0 0,-1 1 0 0 0,-2 0 0 0 0,-2 35 0 0 0,3 50 316 0 0,3-66-514 0 0,9 166 1135 0 0,-14-181 1127 0 0,-19-65-1921 0 0,7-7-513 0 0,1 0-1 0 0,2-1 1 0 0,2 0-1 0 0,2 0 1 0 0,1-1-1 0 0,3-52 1 0 0,6-16-63 0 0,21-117 1 0 0,-10 142-50 0 0,42-120 0 0 0,-54 190-54 0 0,1 0 1 0 0,1 1 0 0 0,0-1-1 0 0,1 1 1 0 0,1 1 0 0 0,0-1 0 0 0,17-18-1 0 0,-23 28-3 0 0,0 1 1 0 0,0-1-1 0 0,0 1 0 0 0,0 0 0 0 0,0 0 0 0 0,1 0 0 0 0,-1 0 0 0 0,1 1 0 0 0,0-1 1 0 0,-1 0-1 0 0,1 1 0 0 0,0 0 0 0 0,0 0 0 0 0,0 0 0 0 0,0 0 0 0 0,0 0 1 0 0,0 1-1 0 0,0-1 0 0 0,0 1 0 0 0,0 0 0 0 0,0 0 0 0 0,0 0 0 0 0,1 0 0 0 0,-1 0 1 0 0,0 1-1 0 0,0-1 0 0 0,0 1 0 0 0,0 0 0 0 0,0 0 0 0 0,0 0 0 0 0,-1 1 1 0 0,1-1-1 0 0,0 0 0 0 0,0 1 0 0 0,-1 0 0 0 0,1 0 0 0 0,-1 0 0 0 0,0 0 0 0 0,1 0 1 0 0,-1 0-1 0 0,2 4 0 0 0,0-3 3 0 0,-1 1 0 0 0,0-1 0 0 0,0 1 0 0 0,0 0 0 0 0,-1 0 0 0 0,1 0 0 0 0,-1 0 0 0 0,0 1 0 0 0,0-1 0 0 0,0 1 0 0 0,-1-1 0 0 0,0 1 0 0 0,0-1 0 0 0,0 1 0 0 0,0 0 0 0 0,-1 0 0 0 0,1-1 0 0 0,-1 1 0 0 0,-1 0 0 0 0,1 0 0 0 0,-1-1 1 0 0,1 1-1 0 0,-1 0 0 0 0,-1-1 0 0 0,1 1 0 0 0,-1 0 0 0 0,1-1 0 0 0,-1 0 0 0 0,-1 1 0 0 0,-2 4 0 0 0,-9 11-228 0 0,-1-1 0 0 0,0 0 0 0 0,-1-1 0 0 0,-35 30 0 0 0,4-4-2136 0 0,26-17-389 0 0,8-10-2565 0 0,11-9 2395 0 0</inkml:trace>
</inkml:ink>
</file>

<file path=ppt/ink/ink12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26:33.4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 42 708 0 0,'12'19'900'0'0,"-1"0"0"0"0,-1 0 0 0 0,-1 1 0 0 0,8 24 0 0 0,-15-38-752 0 0,0 0-1 0 0,0 0 1 0 0,-1 0-1 0 0,0 0 1 0 0,0 0-1 0 0,-1 0 1 0 0,1 0-1 0 0,-1 1 1 0 0,-1-1-1 0 0,1 0 1 0 0,-1 0-1 0 0,0 0 1 0 0,0 0-1 0 0,-1 0 1 0 0,0 0-1 0 0,0 0 1 0 0,0-1-1 0 0,-1 1 1 0 0,-5 8-1 0 0,8-13-100 0 0,-1 0-1 0 0,1 0 1 0 0,-1 0-1 0 0,0 0 1 0 0,0 0-1 0 0,1 0 1 0 0,-1 0-1 0 0,0 0 1 0 0,0 0-1 0 0,0-1 1 0 0,0 1-1 0 0,0 0 1 0 0,0-1-1 0 0,0 1 1 0 0,0-1-1 0 0,0 1 1 0 0,0-1-1 0 0,0 1 1 0 0,0-1-1 0 0,-1 0 1 0 0,1 1-1 0 0,0-1 1 0 0,0 0-1 0 0,0 0 1 0 0,-1 0-1 0 0,1 0 1 0 0,0 0-1 0 0,0 0 1 0 0,0 0-1 0 0,0-1 1 0 0,-1 1-1 0 0,1 0 1 0 0,0-1-1 0 0,0 1 1 0 0,0-1-1 0 0,0 1 1 0 0,0-1-1 0 0,0 1 1 0 0,0-1-1 0 0,0 0 1 0 0,0 1 0 0 0,0-1-1 0 0,-1-2 1 0 0,-1 0 34 0 0,0 0 0 0 0,1 0 1 0 0,-1 0-1 0 0,1-1 1 0 0,0 1-1 0 0,0-1 1 0 0,0 0-1 0 0,1 1 0 0 0,-1-1 1 0 0,1 0-1 0 0,-1-5 1 0 0,1-1-39 0 0,1 0-1 0 0,0 1 1 0 0,0-1 0 0 0,1 0 0 0 0,1 0 0 0 0,0 0-1 0 0,0 1 1 0 0,1-1 0 0 0,0 1 0 0 0,0 0 0 0 0,1 0-1 0 0,8-13 1 0 0,-8 14-269 0 0,1 0-1 0 0,-1 0 1 0 0,1 1-1 0 0,1 0 1 0 0,-1 0-1 0 0,1 0 1 0 0,1 1-1 0 0,-1 0 1 0 0,1 0-1 0 0,0 0 1 0 0,0 1-1 0 0,1 0 1 0 0,14-6-1 0 0,30-2-4789 0 0,-41 11 3017 0 0</inkml:trace>
</inkml:ink>
</file>

<file path=ppt/ink/ink12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26:34.3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1 201 648 0 0,'21'-1'3621'0'0,"-16"-1"-3359"0"0,1 0 0 0 0,-1-1 1 0 0,0 1-1 0 0,0-1 0 0 0,0 0 0 0 0,0-1 1 0 0,0 1-1 0 0,-1-1 0 0 0,1 0 0 0 0,-1 0 0 0 0,0-1 1 0 0,0 1-1 0 0,-1-1 0 0 0,0 0 0 0 0,1 0 1 0 0,-2 0-1 0 0,1 0 0 0 0,0 0 0 0 0,-1-1 0 0 0,0 1 1 0 0,0-1-1 0 0,-1 1 0 0 0,2-10 0 0 0,-3 15-246 0 0,0-1 1 0 0,-1 1-1 0 0,1 0 0 0 0,0 0 0 0 0,0-1 0 0 0,0 1 0 0 0,-1 0 0 0 0,1 0 1 0 0,0-1-1 0 0,0 1 0 0 0,-1 0 0 0 0,1 0 0 0 0,0-1 0 0 0,-1 1 0 0 0,1 0 1 0 0,0 0-1 0 0,0 0 0 0 0,-1 0 0 0 0,1 0 0 0 0,0 0 0 0 0,-1-1 0 0 0,1 1 0 0 0,0 0 1 0 0,-1 0-1 0 0,1 0 0 0 0,0 0 0 0 0,-1 0 0 0 0,1 0 0 0 0,-1 0 0 0 0,1 0 1 0 0,0 0-1 0 0,-1 1 0 0 0,1-1 0 0 0,0 0 0 0 0,-1 0 0 0 0,1 0 0 0 0,0 0 1 0 0,-1 1-1 0 0,-3 0 8 0 0,1 1 0 0 0,-1-1 0 0 0,0 1 0 0 0,1 0 0 0 0,0 1 0 0 0,-1-1 0 0 0,1 1 0 0 0,0-1 0 0 0,0 1 0 0 0,0 0 0 0 0,1 0 0 0 0,-1 0 0 0 0,1 0 0 0 0,-1 1 0 0 0,1-1 1 0 0,0 1-1 0 0,0-1 0 0 0,1 1 0 0 0,-1 0 0 0 0,-1 6 0 0 0,3-7-16 0 0,-1 0 1 0 0,1 0-1 0 0,-1 0 0 0 0,1 1 1 0 0,0-1-1 0 0,1 0 0 0 0,-1 0 1 0 0,0 0-1 0 0,1 0 0 0 0,0 0 1 0 0,-1 0-1 0 0,1 0 0 0 0,0 0 1 0 0,1 0-1 0 0,-1 0 0 0 0,0-1 1 0 0,1 1-1 0 0,0 0 1 0 0,0-1-1 0 0,-1 1 0 0 0,2-1 1 0 0,-1 0-1 0 0,0 0 0 0 0,0 0 1 0 0,1 0-1 0 0,-1 0 0 0 0,1 0 1 0 0,4 2-1 0 0,3 2-18 0 0,-1-2 0 0 0,1 1 0 0 0,0-2 1 0 0,0 1-1 0 0,1-1 0 0 0,-1-1 0 0 0,0 0 0 0 0,1 0 0 0 0,0-1 0 0 0,-1 0 0 0 0,1-1 0 0 0,0 0 0 0 0,0-1 1 0 0,-1 0-1 0 0,1-1 0 0 0,-1 0 0 0 0,16-5 0 0 0,-14 3-17 0 0,1-1 1 0 0,-1-1-1 0 0,0 0 1 0 0,0-1-1 0 0,-1 0 1 0 0,0 0-1 0 0,0-1 1 0 0,-1-1-1 0 0,0 0 1 0 0,0 0-1 0 0,-1-1 1 0 0,-1 0-1 0 0,11-16 1 0 0,-7 5 159 0 0,-1 0 0 0 0,-2 0 0 0 0,9-27 1 0 0,-12 31 361 0 0,-5 17-259 0 0,-3 18-78 0 0,-6 46-9 0 0,0 1-9 0 0,2 1 0 0 0,4 72 1 0 0,16 145 286 0 0,-10-256 174 0 0,-3-62 565 0 0,0-12-1003 0 0,4-6-87 0 0,3 0 0 0 0,25-88-1 0 0,-25 114-62 0 0,2 0-1 0 0,1 1 1 0 0,0 0-1 0 0,2 1 1 0 0,2 0 0 0 0,31-42-1 0 0,-36 55-22 0 0,0 1-1 0 0,1 1 1 0 0,0-1 0 0 0,0 2-1 0 0,2 0 1 0 0,19-12 0 0 0,-28 19 5 0 0,-1 0 1 0 0,1 1-1 0 0,-1-1 1 0 0,1 1 0 0 0,0 0-1 0 0,-1 0 1 0 0,1 0-1 0 0,0 1 1 0 0,0-1 0 0 0,0 1-1 0 0,0 0 1 0 0,0 0-1 0 0,5 1 1 0 0,-6 0 1 0 0,-1-1 0 0 0,1 2 1 0 0,0-1-1 0 0,-1 0 0 0 0,1 0 0 0 0,-1 1 1 0 0,0-1-1 0 0,1 1 0 0 0,-1 0 0 0 0,0 0 1 0 0,0 0-1 0 0,0 0 0 0 0,0 0 0 0 0,-1 0 1 0 0,1 1-1 0 0,0-1 0 0 0,-1 0 0 0 0,0 1 1 0 0,1-1-1 0 0,1 6 0 0 0,-3-6 0 0 0,1-1 1 0 0,-1 1-1 0 0,1-1 0 0 0,-1 1 0 0 0,0 0 0 0 0,0-1 1 0 0,1 1-1 0 0,-1-1 0 0 0,0 1 0 0 0,0 0 0 0 0,-1-1 1 0 0,1 1-1 0 0,0-1 0 0 0,0 1 0 0 0,-1-1 1 0 0,1 1-1 0 0,-1-1 0 0 0,0 1 0 0 0,1-1 0 0 0,-1 1 1 0 0,-1 1-1 0 0,0 0 11 0 0,-1 0 1 0 0,0 1-1 0 0,0-1 0 0 0,0 0 1 0 0,0 0-1 0 0,0-1 0 0 0,-8 5 1 0 0,-4 2-183 0 0,0-1 0 0 0,-32 11 0 0 0,44-18 93 0 0,-31 9-1837 0 0,13-7-5194 0 0</inkml:trace>
</inkml:ink>
</file>

<file path=ppt/ink/ink12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26:34.7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269 1 484 0 0,'-2'0'179'0'0,"-1"0"0"0"0,1 0 1 0 0,0 0-1 0 0,0 0 0 0 0,0 1 0 0 0,0-1 0 0 0,0 1 0 0 0,0 0 1 0 0,0 0-1 0 0,0 0 0 0 0,0-1 0 0 0,0 2 0 0 0,0-1 1 0 0,0 0-1 0 0,0 0 0 0 0,1 1 0 0 0,-1-1 0 0 0,-2 3 0 0 0,-32 36 778 0 0,27-29-580 0 0,-14 17 171 0 0,1 1 1 0 0,2 1-1 0 0,1 1 0 0 0,1 1 1 0 0,-19 47-1 0 0,28-58-319 0 0,1 2 0 0 0,1-1 0 0 0,1 1-1 0 0,1 0 1 0 0,2 0 0 0 0,0 0 0 0 0,1 1 0 0 0,1-1-1 0 0,3 36 1 0 0,1-39-209 0 0,2-1-1 0 0,0 0 1 0 0,1 1-1 0 0,1-2 1 0 0,0 1-1 0 0,2-1 1 0 0,0 0-1 0 0,1-1 1 0 0,1 0 0 0 0,0-1-1 0 0,1 0 1 0 0,1-1-1 0 0,0 0 1 0 0,2-1-1 0 0,-1 0 1 0 0,2-1-1 0 0,31 20 1 0 0,-9-14-1630 0 0,-11-13-3090 0 0,-14-6 1974 0 0</inkml:trace>
</inkml:ink>
</file>

<file path=ppt/ink/ink12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26:35.3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80 244 0 0,'0'-2'537'0'0,"0"-1"-1"0"0,0 1 1 0 0,0-1 0 0 0,0 1 0 0 0,0-1-1 0 0,1 1 1 0 0,-1-1 0 0 0,1 1 0 0 0,0 0-1 0 0,-1-1 1 0 0,3-2 0 0 0,1 10 2057 0 0,-3 19-1979 0 0,10 70 907 0 0,-1 3-625 0 0,-4-10-107 0 0,-4-74-665 0 0,-2-11 46 0 0,-3-7-56 0 0,1-1-114 0 0,0-2 6 0 0,0 1 1 0 0,1-1 0 0 0,0 0-1 0 0,1 0 1 0 0,0 0 0 0 0,0 1-1 0 0,0-1 1 0 0,1 0 0 0 0,3-11-1 0 0,-2 4-1 0 0,2-19 2 0 0,2 1 0 0 0,1 0 0 0 0,22-60 0 0 0,-25 83-8 0 0,19-37-3 0 0,-17 43-13 0 0,-5 4 15 0 0,0-1 1 0 0,1 1-1 0 0,-1 0 1 0 0,0 0-1 0 0,1 0 1 0 0,-1 0-1 0 0,0 0 1 0 0,1 1-1 0 0,-1-1 1 0 0,0 0-1 0 0,1 1 1 0 0,-1-1-1 0 0,0 0 1 0 0,0 1-1 0 0,1 0 0 0 0,-1-1 1 0 0,0 1-1 0 0,0 0 1 0 0,0-1-1 0 0,0 1 1 0 0,0 0-1 0 0,0 0 1 0 0,0 0-1 0 0,0 0 1 0 0,0 0-1 0 0,0 0 1 0 0,-1 0-1 0 0,1 1 1 0 0,0-1-1 0 0,-1 0 1 0 0,1 0-1 0 0,0 2 0 0 0,2 2 1 0 0,52 67 4 0 0,-29-37 6 0 0,49 52 0 0 0,-63-76-8 0 0,-1 0-1 0 0,2-1 1 0 0,-1-1 0 0 0,2 0-1 0 0,-1-1 1 0 0,1 0-1 0 0,0-1 1 0 0,20 7 0 0 0,-32-13 7 0 0,1 0 1 0 0,-1 0 0 0 0,1-1 0 0 0,0 1-1 0 0,-1-1 1 0 0,1 1 0 0 0,-1-1-1 0 0,1 0 1 0 0,0 0 0 0 0,-1 0 0 0 0,1 0-1 0 0,0 0 1 0 0,-1-1 0 0 0,1 1 0 0 0,-1-1-1 0 0,1 0 1 0 0,-1 0 0 0 0,1 0-1 0 0,-1 0 1 0 0,1 0 0 0 0,-1 0 0 0 0,4-3-1 0 0,-3 1 27 0 0,0-1 0 0 0,1 0-1 0 0,-1 1 1 0 0,-1-1 0 0 0,1 0-1 0 0,-1 0 1 0 0,1-1 0 0 0,-1 1-1 0 0,0 0 1 0 0,-1-1 0 0 0,3-7-1 0 0,1-10 123 0 0,-2 0-1 0 0,0-1 0 0 0,-1 1 0 0 0,-1-25 1 0 0,-2 27 322 0 0,0 9-2403 0 0,1 1-6919 0 0</inkml:trace>
</inkml:ink>
</file>

<file path=ppt/ink/ink12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26:35.8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1 191 608 0 0,'9'25'1294'0'0,"-1"0"0"0"0,-2 0 0 0 0,8 49-1 0 0,2 13 601 0 0,2-20 2129 0 0,-20-74-3906 0 0,0 1-1 0 0,1-1 1 0 0,0 1 0 0 0,0-1 0 0 0,0 0-1 0 0,1-7 1 0 0,0-31 109 0 0,3-106 261 0 0,-1 133-334 0 0,0-1 0 0 0,1 0 0 0 0,1 1 0 0 0,1-1 1 0 0,12-29-1 0 0,-13 40-24 0 0,0 0 1 0 0,1-1 0 0 0,-1 2 0 0 0,2-1 0 0 0,-1 1 0 0 0,1-1 0 0 0,0 1-1 0 0,0 1 1 0 0,1-1 0 0 0,0 1 0 0 0,8-5 0 0 0,-13 10-107 0 0,1-1 0 0 0,0 1 0 0 0,-1 0 1 0 0,1-1-1 0 0,0 2 0 0 0,0-1 0 0 0,0 0 1 0 0,0 0-1 0 0,0 1 0 0 0,0 0 0 0 0,0-1 1 0 0,0 1-1 0 0,0 0 0 0 0,0 1 0 0 0,0-1 0 0 0,0 0 1 0 0,0 1-1 0 0,0 0 0 0 0,0 0 0 0 0,-1-1 1 0 0,1 2-1 0 0,0-1 0 0 0,0 0 0 0 0,-1 1 0 0 0,1-1 1 0 0,-1 1-1 0 0,1 0 0 0 0,-1-1 0 0 0,0 1 1 0 0,1 1-1 0 0,-1-1 0 0 0,0 0 0 0 0,0 0 1 0 0,-1 1-1 0 0,1-1 0 0 0,1 4 0 0 0,-1-4-16 0 0,0 1 0 0 0,0-1-1 0 0,0 1 1 0 0,-1 0 0 0 0,1-1-1 0 0,-1 1 1 0 0,0 0 0 0 0,0 0-1 0 0,0 0 1 0 0,0 0 0 0 0,0 0-1 0 0,-1 0 1 0 0,1 0 0 0 0,-1 5-1 0 0,0-6 10 0 0,0 0 0 0 0,-1 0 0 0 0,1 0 0 0 0,-1 0 0 0 0,0-1 0 0 0,1 1 0 0 0,-1 0-1 0 0,0 0 1 0 0,0-1 0 0 0,0 1 0 0 0,0-1 0 0 0,0 1 0 0 0,-1-1 0 0 0,1 1 0 0 0,0-1 0 0 0,-1 0-1 0 0,1 0 1 0 0,-2 2 0 0 0,-8 2-42 0 0,1 1 0 0 0,-1-2 0 0 0,0 1 0 0 0,0-2 0 0 0,-1 1 0 0 0,-13 1 0 0 0,-14 6-1074 0 0,17-13-782 0 0,-7-11-5811 0 0,23 6 4254 0 0</inkml:trace>
</inkml:ink>
</file>

<file path=ppt/ink/ink12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26:36.1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826 1 10677 0 0,'24'12'305'0'0,"-1"1"1"0"0,-1 0-1 0 0,0 2 0 0 0,-1 1 1 0 0,0 1-1 0 0,-2 0 0 0 0,0 2 1 0 0,0 0-1 0 0,-2 1 1 0 0,-1 0-1 0 0,0 2 0 0 0,-2 0 1 0 0,0 0-1 0 0,-2 2 0 0 0,19 47 1 0 0,-24-52-173 0 0,0 1 0 0 0,-2 0 0 0 0,0 0 0 0 0,-1 1 0 0 0,-1-1 0 0 0,-1 1 0 0 0,-1 0 0 0 0,-1 0 0 0 0,0-1 0 0 0,-2 1 0 0 0,0 0 0 0 0,-2-1 0 0 0,0 1 0 0 0,-1-1 0 0 0,-1 0 0 0 0,-1-1 0 0 0,-1 1 0 0 0,-1-2 0 0 0,0 1 0 0 0,-20 29 0 0 0,8-22-23 0 0,0-2 0 0 0,-2 0 0 0 0,0-1 0 0 0,-2-1 0 0 0,-49 34 0 0 0,11-16-174 0 0,-100 46 0 0 0,83-49-1087 0 0,-2-5 0 0 0,-98 26 0 0 0,103-38-2989 0 0,-84 9 0 0 0,70-19 117 0 0</inkml:trace>
</inkml:ink>
</file>

<file path=ppt/ink/ink12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26:46.6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355 306 664 0 0,'-15'-33'3483'0'0,"13"28"-2849"0"0,1 1 1 0 0,-1 0-1 0 0,0 0 0 0 0,0 0 1 0 0,0 0-1 0 0,-1 0 1 0 0,-3-6-1 0 0,5 10-182 0 0,1 32 682 0 0,-6 86-159 0 0,-23 137 0 0 0,3-51-414 0 0,24-182-485 0 0,-2-1 1 0 0,-8 30-1 0 0,9-42-21 0 0,0-1-1 0 0,0 1 1 0 0,-1-1 0 0 0,-7 12-1 0 0,-12 3 374 0 0,19-24-398 0 0,0-1-1 0 0,0 0 0 0 0,0 0 1 0 0,0 0-1 0 0,0 0 0 0 0,1 0 0 0 0,-1-1 1 0 0,1 1-1 0 0,0-1 0 0 0,-5-5 1 0 0,7 7-17 0 0,-41-46 156 0 0,28 26-146 0 0,1 0 0 0 0,1-1 1 0 0,1 0-1 0 0,1-1 1 0 0,1-1-1 0 0,1 1 0 0 0,1-1 1 0 0,-6-40-1 0 0,9 26-21 0 0,2 0 1 0 0,1 0-1 0 0,2 0 0 0 0,1 0 0 0 0,3 0 0 0 0,1 1 1 0 0,1 0-1 0 0,2 0 0 0 0,2 0 0 0 0,2 1 1 0 0,0 1-1 0 0,3 0 0 0 0,23-39 0 0 0,-33 64-5 0 0,1 0 0 0 0,-1 0 0 0 0,2 1 0 0 0,-1 0 0 0 0,1 0 0 0 0,1 1-1 0 0,-1 0 1 0 0,1 0 0 0 0,1 1 0 0 0,0 0 0 0 0,0 1 0 0 0,0 0 0 0 0,0 1-1 0 0,1 0 1 0 0,17-6 0 0 0,-17 9 0 0 0,1-1 0 0 0,1 2 0 0 0,-1 0 1 0 0,0 0-1 0 0,0 1 0 0 0,0 0 0 0 0,0 1 0 0 0,1 1 0 0 0,-1 0 0 0 0,0 1 1 0 0,-1 0-1 0 0,1 0 0 0 0,0 1 0 0 0,19 11 0 0 0,8 6 21 0 0,-1 2-1 0 0,0 1 1 0 0,-2 2 0 0 0,-1 2-1 0 0,-2 1 1 0 0,38 42 0 0 0,164 216 175 0 0,-216-263-171 0 0,-1 1 0 0 0,-1 0 0 0 0,-1 2-1 0 0,-2 0 1 0 0,0 0 0 0 0,-2 1 0 0 0,10 34-1 0 0,-21-59-15 0 0,0 0-1 0 0,0 1 0 0 0,-1-1 1 0 0,1 0-1 0 0,-1 1 0 0 0,0-1 1 0 0,0 0-1 0 0,-1 1 0 0 0,1-1 1 0 0,-1 0-1 0 0,1 1 0 0 0,-1-1 1 0 0,0 0-1 0 0,0 0 0 0 0,0 1 1 0 0,-1-1-1 0 0,1 0 0 0 0,-1-1 1 0 0,0 1-1 0 0,-3 4 0 0 0,1-3-52 0 0,0 0 0 0 0,0 0 0 0 0,-1-1 0 0 0,1 0-1 0 0,-1 1 1 0 0,0-2 0 0 0,0 1 0 0 0,0 0 0 0 0,-1-1 0 0 0,1 0-1 0 0,-7 1 1 0 0,-6 1-467 0 0,-1 0-1 0 0,0-1 0 0 0,0-1 1 0 0,0-1-1 0 0,-1-1 1 0 0,-22-3-1 0 0,17 1-1544 0 0,1-2-1 0 0,-35-10 0 0 0,29 3-842 0 0</inkml:trace>
</inkml:ink>
</file>

<file path=ppt/ink/ink12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26:46.9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96 140 0 0,'4'-4'251'0'0,"-1"0"0"0"0,1 1 0 0 0,0 0-1 0 0,0-1 1 0 0,1 2 0 0 0,-1-1 0 0 0,1 0 0 0 0,-1 1 0 0 0,1 0 0 0 0,0 0-1 0 0,9-3 1 0 0,63-11 887 0 0,-52 11-656 0 0,53-7 554 0 0,100-5-1 0 0,-6 11-3015 0 0,-119 5 47 0 0,-21 0 285 0 0</inkml:trace>
</inkml:ink>
</file>

<file path=ppt/ink/ink13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26:47.2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76 449 268 0 0,'-6'4'279'0'0,"0"1"0"0"0,0 0 1 0 0,0 0-1 0 0,1 0 0 0 0,0 0 0 0 0,0 1 1 0 0,0 0-1 0 0,1 0 0 0 0,0 0 0 0 0,0 1 1 0 0,0-1-1 0 0,1 1 0 0 0,-4 11 0 0 0,6-14-188 0 0,-1 1 0 0 0,1-1 0 0 0,0 0 0 0 0,1 1 0 0 0,-1-1 0 0 0,1 1 0 0 0,0-1 0 0 0,0 1-1 0 0,1-1 1 0 0,-1 1 0 0 0,1-1 0 0 0,0 1 0 0 0,0-1 0 0 0,0 0 0 0 0,1 0 0 0 0,-1 1 0 0 0,1-1 0 0 0,0 0 0 0 0,0 0 0 0 0,1-1-1 0 0,-1 1 1 0 0,1 0 0 0 0,5 5 0 0 0,-6-7-66 0 0,-1-1-1 0 0,1 1 1 0 0,0-1-1 0 0,0 0 0 0 0,0 1 1 0 0,0-1-1 0 0,0 0 1 0 0,1 0-1 0 0,-1 0 1 0 0,0-1-1 0 0,0 1 0 0 0,1 0 1 0 0,-1-1-1 0 0,0 1 1 0 0,1-1-1 0 0,-1 0 1 0 0,0 0-1 0 0,1 0 1 0 0,-1 0-1 0 0,1 0 0 0 0,-1-1 1 0 0,0 1-1 0 0,1-1 1 0 0,-1 1-1 0 0,0-1 1 0 0,0 0-1 0 0,1 0 0 0 0,-1 0 1 0 0,0 0-1 0 0,0 0 1 0 0,0-1-1 0 0,0 1 1 0 0,0 0-1 0 0,-1-1 1 0 0,1 0-1 0 0,2-2 0 0 0,3-3 12 0 0,0 0-1 0 0,-1 0 1 0 0,-1 0-1 0 0,1 0 0 0 0,-1-1 1 0 0,0 0-1 0 0,7-16 1 0 0,-5 4 75 0 0,-2 0 1 0 0,0 0-1 0 0,-1-1 1 0 0,-1 0 0 0 0,1-31-1 0 0,-11-105 586 0 0,2 105 490 0 0,-3 1 0 0 0,-22-79 0 0 0,21 109-121 0 0,9 21-1048 0 0,0-1 1 0 0,0 1-1 0 0,0 0 0 0 0,0 0 0 0 0,-1 0 0 0 0,1 0 1 0 0,0-1-1 0 0,0 1 0 0 0,0 0 0 0 0,0 0 0 0 0,-1 0 0 0 0,1 0 1 0 0,0 0-1 0 0,0 0 0 0 0,0-1 0 0 0,0 1 0 0 0,-1 0 1 0 0,1 0-1 0 0,0 0 0 0 0,0 0 0 0 0,0 0 0 0 0,-1 0 0 0 0,1 0 1 0 0,0 0-1 0 0,0 0 0 0 0,-1 0 0 0 0,1 0 0 0 0,0 0 1 0 0,0 0-1 0 0,0 0 0 0 0,-1 0 0 0 0,1 0 0 0 0,0 0 1 0 0,0 0-1 0 0,0 1 0 0 0,-1-1 0 0 0,1 0 0 0 0,0 0 0 0 0,0 0 1 0 0,0 0-1 0 0,0 0 0 0 0,-1 0 0 0 0,1 1 0 0 0,-16 36 620 0 0,15-34-646 0 0,-4 19 107 0 0,0-1 0 0 0,2 1 0 0 0,0 0 0 0 0,1 0 0 0 0,2 0 0 0 0,0 0 0 0 0,1 0 0 0 0,1-1 1 0 0,1 1-1 0 0,11 38 0 0 0,-3-20-626 0 0,3-2 0 0 0,0 1 0 0 0,3-2 1 0 0,41 69-1 0 0,-25-63-2019 0 0,-7-19-3078 0 0,-16-18 2664 0 0</inkml:trace>
</inkml:ink>
</file>

<file path=ppt/ink/ink13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26:47.6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234 22 8477 0 0,'16'-21'1117'0'0,"-15"21"-1095"0"0,-1 0 0 0 0,0 0 0 0 0,1-1 0 0 0,-1 1-1 0 0,0 0 1 0 0,0 0 0 0 0,1 1 0 0 0,-1-1 0 0 0,0 0 0 0 0,1 0 0 0 0,-1 0 0 0 0,0 0 0 0 0,1 0 0 0 0,-1 0 0 0 0,0 0 0 0 0,0 0 0 0 0,1 0 0 0 0,-1 1 0 0 0,0-1 0 0 0,0 0 0 0 0,1 0 0 0 0,-1 0 0 0 0,0 1-1 0 0,0-1 1 0 0,0 0 0 0 0,1 0 0 0 0,-1 1 0 0 0,0-1 0 0 0,0 0 0 0 0,0 0 0 0 0,0 1 0 0 0,0-1 0 0 0,1 0 0 0 0,-1 0 0 0 0,0 1 0 0 0,0-1 0 0 0,0 0 0 0 0,0 1 0 0 0,0-1 0 0 0,0 1 0 0 0,4 51 967 0 0,-4-51-988 0 0,8 274 2062 0 0,-1 57-601 0 0,-7-268-1236 0 0,1-29-94 0 0,-1-1-1 0 0,-1 0 1 0 0,-2 0 0 0 0,-2 0 0 0 0,-1 0 0 0 0,-13 40 0 0 0,18-71-103 0 0,0 1 0 0 0,0-1 0 0 0,-1 1 0 0 0,1-1 0 0 0,-1 0 0 0 0,0 0 0 0 0,0 0 0 0 0,0 0 0 0 0,-1 0 1 0 0,1 0-1 0 0,-1 0 0 0 0,1-1 0 0 0,-1 1 0 0 0,0-1 0 0 0,0 0 0 0 0,0 0 0 0 0,0 0 0 0 0,0 0 0 0 0,-4 1 0 0 0,3-3-11 0 0,1 1 0 0 0,0-1 0 0 0,0 0 0 0 0,-1 0 0 0 0,1 0 0 0 0,0-1 1 0 0,0 1-1 0 0,-1-1 0 0 0,1 1 0 0 0,0-1 0 0 0,0 0 0 0 0,0-1 0 0 0,0 1 0 0 0,0 0 0 0 0,0-1 0 0 0,0 0 0 0 0,0 1 1 0 0,1-1-1 0 0,-1 0 0 0 0,1-1 0 0 0,-4-3 0 0 0,-7-7 0 0 0,1-1 1 0 0,1 0-1 0 0,0-1 0 0 0,1 0 0 0 0,0-1 1 0 0,1 0-1 0 0,1 0 0 0 0,1-1 1 0 0,0 0-1 0 0,2 0 0 0 0,0-1 1 0 0,0 1-1 0 0,2-1 0 0 0,-3-36 1 0 0,3 7-68 0 0,3 0 1 0 0,1 0-1 0 0,2 0 1 0 0,16-76 0 0 0,-16 109-189 0 0,0 0 0 0 0,1 1 1 0 0,1-1-1 0 0,0 1 0 0 0,1 0 1 0 0,0 0-1 0 0,1 1 0 0 0,0-1 1 0 0,1 2-1 0 0,16-21 1 0 0,-13 22-613 0 0,0 0 1 0 0,0 0 0 0 0,1 1 0 0 0,0 0 0 0 0,0 1 0 0 0,17-8-1 0 0,-14 8-2416 0 0,0-1 249 0 0</inkml:trace>
</inkml:ink>
</file>

<file path=ppt/ink/ink13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26:47.9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54 166 104 0 0,'-7'-11'1108'0'0,"-1"-2"-1"0"0,2 1 1 0 0,0-1-1 0 0,0 0 1 0 0,1 0 0 0 0,1-1-1 0 0,0 1 1 0 0,-3-24-1 0 0,7 36-1056 0 0,0 0 0 0 0,1-1 0 0 0,-1 1 0 0 0,1-1 0 0 0,-1 1 0 0 0,1 0 0 0 0,0 0 0 0 0,-1-1 0 0 0,1 1 0 0 0,0 0 0 0 0,0 0 0 0 0,0 0 0 0 0,0 0 0 0 0,0 0 0 0 0,0 0 0 0 0,0 0 0 0 0,0 0 0 0 0,0 0 1 0 0,1 1-1 0 0,-1-1 0 0 0,0 0 0 0 0,0 1 0 0 0,1-1 0 0 0,-1 1 0 0 0,1-1 0 0 0,-1 1 0 0 0,0 0 0 0 0,1-1 0 0 0,-1 1 0 0 0,1 0 0 0 0,-1 0 0 0 0,1 0 0 0 0,-1 0 0 0 0,0 0 0 0 0,1 1 0 0 0,2 0 0 0 0,52 8-1019 0 0,-11 11-1057 0 0,-16-3-2273 0 0,-13-7 1673 0 0</inkml:trace>
</inkml:ink>
</file>

<file path=ppt/ink/ink13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26:48.4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0 103 708 0 0,'4'3'279'0'0,"0"0"-1"0"0,1-1 1 0 0,-1 0 0 0 0,0 0-1 0 0,1 0 1 0 0,-1-1 0 0 0,1 1-1 0 0,-1-1 1 0 0,1 0-1 0 0,0 0 1 0 0,-1-1 0 0 0,1 0-1 0 0,0 1 1 0 0,0-1 0 0 0,-1-1-1 0 0,1 1 1 0 0,0-1 0 0 0,5-1-1 0 0,14-3 82 0 0,1-2 0 0 0,26-10-1 0 0,-34 11-8 0 0,48-21 539 0 0,-62 25-759 0 0,1 0 0 0 0,-1 0 0 0 0,1 0 0 0 0,-1-1 0 0 0,0 1 0 0 0,0-1 0 0 0,0 0 1 0 0,0 0-1 0 0,0 0 0 0 0,-1-1 0 0 0,1 1 0 0 0,-1 0 0 0 0,0-1 0 0 0,2-4 0 0 0,-4 8-107 0 0,0-1 0 0 0,-1 1 0 0 0,1-1 0 0 0,0 1 0 0 0,0-1-1 0 0,-1 1 1 0 0,1-1 0 0 0,0 1 0 0 0,0-1 0 0 0,-1 1 0 0 0,1 0 0 0 0,0-1-1 0 0,-1 1 1 0 0,1 0 0 0 0,-1-1 0 0 0,1 1 0 0 0,-1 0 0 0 0,1-1 0 0 0,0 1-1 0 0,-1 0 1 0 0,1 0 0 0 0,-1 0 0 0 0,1 0 0 0 0,-1-1 0 0 0,1 1-1 0 0,-1 0 1 0 0,1 0 0 0 0,-1 0 0 0 0,1 0 0 0 0,-2 0 0 0 0,-22-2 566 0 0,13 4-445 0 0,0 1 0 0 0,0 0 1 0 0,0 0-1 0 0,0 1 0 0 0,1 0 1 0 0,-13 8-1 0 0,20-11-167 0 0,1 0-1 0 0,0-1 1 0 0,0 2 0 0 0,0-1-1 0 0,0 0 1 0 0,1 0 0 0 0,-1 1-1 0 0,0-1 1 0 0,0 1 0 0 0,1-1-1 0 0,-1 1 1 0 0,1 0 0 0 0,-1 0-1 0 0,1-1 1 0 0,0 1 0 0 0,0 0-1 0 0,0 0 1 0 0,0 0 0 0 0,0 1-1 0 0,0-1 1 0 0,1 0 0 0 0,-1 0-1 0 0,0 0 1 0 0,1 1 0 0 0,0-1-1 0 0,0 0 1 0 0,0 0 0 0 0,0 1-1 0 0,0-1 1 0 0,0 0-1 0 0,0 0 1 0 0,1 1 0 0 0,-1-1-1 0 0,1 0 1 0 0,-1 0 0 0 0,1 0-1 0 0,0 1 1 0 0,0-1 0 0 0,0 0-1 0 0,2 2 1 0 0,1 0-524 0 0,0 0 0 0 0,0 0 0 0 0,0-1 0 0 0,1 1 0 0 0,-1-1-1 0 0,1 0 1 0 0,0 0 0 0 0,0-1 0 0 0,0 1 0 0 0,0-1 0 0 0,0 0 0 0 0,11 2 0 0 0,5 0-2054 0 0</inkml:trace>
</inkml:ink>
</file>

<file path=ppt/ink/ink13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26:48.7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1 751 224 0 0,'6'-8'8177'0'0,"-4"11"-8035"0"0,-1 0 1 0 0,0 0-1 0 0,1 0 1 0 0,-1 0-1 0 0,1 0 1 0 0,0 0-1 0 0,0 0 0 0 0,0 0 1 0 0,1-1-1 0 0,-1 1 1 0 0,1-1-1 0 0,-1 1 1 0 0,1-1-1 0 0,0 0 1 0 0,5 3-1 0 0,-1-1 2 0 0,1-1 0 0 0,-1 1 0 0 0,1-1 0 0 0,0-1 0 0 0,0 0 0 0 0,13 3 0 0 0,-10-4-82 0 0,0 1 1 0 0,-1-2-1 0 0,1 1 1 0 0,0-1-1 0 0,0-1 1 0 0,0 0 0 0 0,0-1-1 0 0,-1 0 1 0 0,1 0-1 0 0,18-8 1 0 0,-16 3-44 0 0,-1-1 0 0 0,0-1 0 0 0,0 0 0 0 0,-1 0 0 0 0,0-1 0 0 0,0-1 0 0 0,-2 0 0 0 0,1 0 0 0 0,-1-1 0 0 0,-1 0 0 0 0,0-1 0 0 0,0 0 1 0 0,-2 0-1 0 0,0 0 0 0 0,8-25 0 0 0,-3 5-21 0 0,-3-1 0 0 0,0 0 0 0 0,-3 0 0 0 0,0-1 0 0 0,-1-56-1 0 0,-4 59-22 0 0,-2-1-1 0 0,-2 0 0 0 0,-7-34 1 0 0,8 52 86 0 0,-1 1 1 0 0,0 0-1 0 0,-1 0 1 0 0,-1 0-1 0 0,0 0 1 0 0,-1 1-1 0 0,-1 0 1 0 0,-17-24-1 0 0,24 35-32 0 0,-1 1 0 0 0,1-1 0 0 0,0 0 0 0 0,-1 0 0 0 0,0 1 0 0 0,1-1 0 0 0,-1 1 0 0 0,0 0 0 0 0,1-1 0 0 0,-1 1 0 0 0,0 0 0 0 0,0 0 0 0 0,0 0-1 0 0,0 0 1 0 0,0 1 0 0 0,0-1 0 0 0,-1 0 0 0 0,1 1 0 0 0,0-1 0 0 0,0 1 0 0 0,0 0 0 0 0,-1 0 0 0 0,1 0 0 0 0,0 0 0 0 0,0 0 0 0 0,0 0 0 0 0,-1 1 0 0 0,1-1 0 0 0,0 1 0 0 0,-3 1 0 0 0,1 0 8 0 0,0 1 1 0 0,0 0-1 0 0,0 0 1 0 0,0 0-1 0 0,1 1 0 0 0,-1-1 1 0 0,1 1-1 0 0,0 0 1 0 0,0 0-1 0 0,0 0 1 0 0,1 0-1 0 0,0 0 1 0 0,-3 6-1 0 0,-4 10 48 0 0,1 0 0 0 0,1 1 0 0 0,1 0 0 0 0,1 1 0 0 0,0-1 0 0 0,2 1 0 0 0,0 0 0 0 0,2 35 0 0 0,2-25-14 0 0,2-1 1 0 0,1 1-1 0 0,1-1 1 0 0,2 0-1 0 0,14 40 1 0 0,-5-27 23 0 0,32 68 0 0 0,-41-99-89 0 0,1 1 0 0 0,0-1 0 0 0,1-1 0 0 0,1 1 0 0 0,0-1 0 0 0,1-1 0 0 0,0 0 0 0 0,22 16 0 0 0,-28-23 18 0 0,1-2 1 0 0,1 1-1 0 0,-1-1 0 0 0,0 0 1 0 0,0 0-1 0 0,1-1 0 0 0,-1 0 1 0 0,1 0-1 0 0,0 0 1 0 0,-1-1-1 0 0,1 0 0 0 0,-1 0 1 0 0,1-1-1 0 0,0 0 1 0 0,-1 0-1 0 0,1-1 0 0 0,-1 1 1 0 0,0-1-1 0 0,0-1 0 0 0,11-4 1 0 0,7-12 521 0 0,-20 15-4224 0 0</inkml:trace>
</inkml:ink>
</file>

<file path=ppt/ink/ink13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26:49.1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84 532 0 0,'4'-49'6557'0'0,"-2"32"-6445"0"0,0 0-3725 0 0</inkml:trace>
</inkml:ink>
</file>

<file path=ppt/ink/ink13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26:49.4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0 888 0 0,'0'0'4664'0'0,"19"36"-796"0"0,-12-18-2971 0 0,-4-9-678 0 0,1 0-1 0 0,-1 0 1 0 0,2-1 0 0 0,-1 1-1 0 0,1-1 1 0 0,0 0 0 0 0,1 0 0 0 0,0-1-1 0 0,0 1 1 0 0,0-1 0 0 0,1-1-1 0 0,0 1 1 0 0,11 7 0 0 0,-14-13-194 0 0,-1 0 1 0 0,1 0 0 0 0,-1 0 0 0 0,1 0 0 0 0,-1-1 0 0 0,1 1 0 0 0,-1-1-1 0 0,1 0 1 0 0,0 0 0 0 0,-1 0 0 0 0,1-1 0 0 0,-1 1 0 0 0,1-1 0 0 0,-1 0-1 0 0,1 0 1 0 0,-1 0 0 0 0,1 0 0 0 0,-1-1 0 0 0,0 1 0 0 0,0-1 0 0 0,0 0 0 0 0,0 0-1 0 0,0 0 1 0 0,5-5 0 0 0,-4 4 37 0 0,0 0-1 0 0,0-1 1 0 0,0 1 0 0 0,-1-1 0 0 0,1 0-1 0 0,-1 0 1 0 0,0 0 0 0 0,0 0-1 0 0,-1-1 1 0 0,1 1 0 0 0,-1-1-1 0 0,0 0 1 0 0,0 0 0 0 0,-1 1-1 0 0,1-1 1 0 0,1-11 0 0 0,-3 16-52 0 0,-1 0-1 0 0,1-1 1 0 0,0 1 0 0 0,0 0 0 0 0,0-1 0 0 0,0 1 0 0 0,0 0-1 0 0,0-1 1 0 0,0 1 0 0 0,0 0 0 0 0,0-1 0 0 0,0 1 0 0 0,0 0 0 0 0,1 0-1 0 0,-1-1 1 0 0,0 1 0 0 0,0 0 0 0 0,0-1 0 0 0,0 1 0 0 0,0 0-1 0 0,1-1 1 0 0,-1 1 0 0 0,0 0 0 0 0,0 0 0 0 0,0-1 0 0 0,1 1-1 0 0,-1 0 1 0 0,0 0 0 0 0,0 0 0 0 0,1-1 0 0 0,-1 1 0 0 0,0 0 0 0 0,1 0-1 0 0,-1 0 1 0 0,0 0 0 0 0,0 0 0 0 0,1-1 0 0 0,-1 1 0 0 0,0 0-1 0 0,1 0 1 0 0,-1 0 0 0 0,0 0 0 0 0,1 0 0 0 0,-1 0 0 0 0,0 0 0 0 0,1 0-1 0 0,-1 0 1 0 0,0 0 0 0 0,1 0 0 0 0,-1 0 0 0 0,0 1 0 0 0,1-1-1 0 0,-1 0 1 0 0,1 0 0 0 0,19 13 86 0 0,-11-7-122 0 0,-2-3-30 0 0,0 0 0 0 0,-1-1 0 0 0,1 0 0 0 0,0 0 0 0 0,0 0 0 0 0,0-1 0 0 0,1-1 0 0 0,-1 1 0 0 0,13-1 0 0 0,64-12 95 0 0,-64 9 368 0 0,-19 2-142 0 0,-1 1-220 0 0,1-1-1 0 0,-1 1 0 0 0,0-1 0 0 0,1 1 1 0 0,-1-1-1 0 0,0 1 0 0 0,1 0 0 0 0,-1-1 0 0 0,1 1 1 0 0,-1-1-1 0 0,0 1 0 0 0,1 0 0 0 0,-1-1 1 0 0,1 1-1 0 0,-1 0 0 0 0,1 0 0 0 0,0 0 0 0 0,-1-1 1 0 0,1 1-1 0 0,-1 0 0 0 0,1 0 0 0 0,-1 0 1 0 0,1 0-1 0 0,-1 0 0 0 0,1 0 0 0 0,0 0 0 0 0,-1 0 1 0 0,1 0-1 0 0,-1 0 0 0 0,1 0 0 0 0,-1 0 1 0 0,2 1-1 0 0,25 3-793 0 0,-21-3-797 0 0,-1 0 528 0 0,6 1-6200 0 0</inkml:trace>
</inkml:ink>
</file>

<file path=ppt/ink/ink13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26:49.7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24 118 172 0 0,'-10'-13'1804'0'0,"4"0"-120"0"0,0 1-184 0 0,5-1-135 0 0,2 5-161 0 0,3-3-128 0 0,6 1-164 0 0,5 0-200 0 0,1-1-212 0 0,9 4-232 0 0,1 2-228 0 0,7 5-308 0 0,11-5-412 0 0,-5 7-1036 0 0,7 3-1861 0 0,-2-2 825 0 0</inkml:trace>
</inkml:ink>
</file>

<file path=ppt/ink/ink13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26:50.3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138 572 932 0 0,'0'-24'4193'0'0,"0"41"-1838"0"0,1 44-887 0 0,33 293 2029 0 0,-34-307-297 0 0,-25-73-2015 0 0,7 1-942 0 0,1-1 1 0 0,1-1 0 0 0,1 0 0 0 0,2-1 0 0 0,1-1 0 0 0,1 0 0 0 0,1-1 0 0 0,-10-53-1 0 0,14 40-151 0 0,1 1-1 0 0,2-1 0 0 0,2 0 1 0 0,1 0-1 0 0,3 0 1 0 0,9-51-1 0 0,-8 72-69 0 0,1 0 0 0 0,1 0-1 0 0,1 0 1 0 0,0 1 0 0 0,2 0 0 0 0,1 0 0 0 0,0 1 0 0 0,1 1 0 0 0,2-1-1 0 0,0 2 1 0 0,0 0 0 0 0,2 0 0 0 0,22-20 0 0 0,-31 33-21 0 0,-1 0 0 0 0,1 1 0 0 0,0 0 0 0 0,0 0 1 0 0,1 1-1 0 0,-1 0 0 0 0,0 0 0 0 0,1 0 0 0 0,0 1 0 0 0,0 0 1 0 0,0 0-1 0 0,0 1 0 0 0,0 0 0 0 0,0 0 0 0 0,0 1 0 0 0,0 0 0 0 0,13 1 1 0 0,-10 1 0 0 0,1 0 1 0 0,-1 1 0 0 0,0 0 0 0 0,0 1 0 0 0,-1 0 0 0 0,1 0-1 0 0,-1 1 1 0 0,0 1 0 0 0,0 0 0 0 0,0 0 0 0 0,11 10-1 0 0,-10-6-3 0 0,0 0 0 0 0,0 0 0 0 0,-1 1-1 0 0,0 0 1 0 0,-1 1 0 0 0,0 0 0 0 0,-1 0-1 0 0,-1 1 1 0 0,0 0 0 0 0,0 0-1 0 0,-1 0 1 0 0,-1 1 0 0 0,0-1 0 0 0,-1 1-1 0 0,1 15 1 0 0,-3-18 1 0 0,0-1 0 0 0,-1 1 0 0 0,0 0-1 0 0,-1-1 1 0 0,0 1 0 0 0,-1 0 0 0 0,0-1 0 0 0,-1 0 0 0 0,0 0 0 0 0,-1 1 0 0 0,0-2-1 0 0,0 1 1 0 0,-1 0 0 0 0,0-1 0 0 0,-1 0 0 0 0,0 0 0 0 0,0-1 0 0 0,-1 1-1 0 0,0-2 1 0 0,-12 12 0 0 0,-5 0-214 0 0,0 0-1 0 0,-48 27 0 0 0,59-39-1088 0 0,-1-1-1 0 0,0 0 0 0 0,0 0 1 0 0,-19 4-1 0 0,16-17-8703 0 0</inkml:trace>
</inkml:ink>
</file>

<file path=ppt/ink/ink13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26:50.8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22 9189 0 0,'17'-19'1352'0'0,"-17"19"-1320"0"0,0-1-1 0 0,0 1 1 0 0,1 0-1 0 0,-1 0 1 0 0,0 0-1 0 0,0 0 1 0 0,0 0-1 0 0,0 0 1 0 0,1-1-1 0 0,-1 1 1 0 0,0 0-1 0 0,0 0 1 0 0,0 0-1 0 0,0 0 1 0 0,1 0-1 0 0,-1 0 1 0 0,0 0 0 0 0,0 0-1 0 0,0 0 1 0 0,1 0-1 0 0,-1 0 1 0 0,0 0-1 0 0,0 0 1 0 0,0 0-1 0 0,1 0 1 0 0,-1 0-1 0 0,0 0 1 0 0,0 0-1 0 0,0 0 1 0 0,1 0-1 0 0,-1 0 1 0 0,0 1-1 0 0,0-1 1 0 0,0 0-1 0 0,1 0 1 0 0,-1 0-1 0 0,0 0 1 0 0,0 0-1 0 0,0 0 1 0 0,0 1 0 0 0,0-1-1 0 0,0 0 1 0 0,1 0-1 0 0,-1 0 1 0 0,0 0-1 0 0,0 1 1 0 0,0-1-1 0 0,0 47 1534 0 0,-12 84 221 0 0,7 166 1 0 0,14-206-1117 0 0,-9-90-406 0 0,2-4-237 0 0,44-65 64 0 0,-44 64-89 0 0,1 0-1 0 0,0 1 1 0 0,0-1 0 0 0,0 1 0 0 0,0 0 0 0 0,1 0-1 0 0,-1 0 1 0 0,1 0 0 0 0,0 1 0 0 0,0-1 0 0 0,-1 1-1 0 0,2 0 1 0 0,-1 0 0 0 0,0 1 0 0 0,0-1 0 0 0,6 0-1 0 0,-4 3 9 0 0,0-1-1 0 0,0 2 0 0 0,0-1 0 0 0,0 1 0 0 0,-1 0 1 0 0,1 0-1 0 0,0 1 0 0 0,-1-1 0 0 0,1 1 1 0 0,-1 1-1 0 0,0-1 0 0 0,5 5 0 0 0,2 2-123 0 0,-1 0 1 0 0,0 0-1 0 0,16 20 0 0 0,-14-13-938 0 0,11 14-1896 0 0,-7-14-2258 0 0,-9-14-1151 0 0</inkml:trace>
</inkml:ink>
</file>

<file path=ppt/ink/ink13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26:51.2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59 524 0 0,'1'-1'196'0'0,"0"0"-1"0"0,0 0 1 0 0,0 0-1 0 0,1 0 1 0 0,-1 0-1 0 0,0 0 1 0 0,0 0-1 0 0,1 0 1 0 0,-1 0-1 0 0,0 0 1 0 0,1 1-1 0 0,-1-1 1 0 0,1 1-1 0 0,-1-1 1 0 0,1 1-1 0 0,-1-1 1 0 0,1 1-1 0 0,-1 0 1 0 0,1 0-1 0 0,-1 0 1 0 0,1 0-1 0 0,-1 0 1 0 0,1 0-1 0 0,-1 0 1 0 0,1 0-1 0 0,0 1 1 0 0,-1-1-1 0 0,1 1 1 0 0,-1-1-1 0 0,0 1 1 0 0,1-1-1 0 0,-1 1 1 0 0,1 0-1 0 0,-1 0 1 0 0,0 0-1 0 0,0-1 1 0 0,1 1-1 0 0,-1 1 1 0 0,0-1-1 0 0,1 1 1 0 0,4 6 323 0 0,-1 0 1 0 0,0 0-1 0 0,-1 0 1 0 0,1 1-1 0 0,4 13 1 0 0,2 4 1201 0 0,-10-26-1647 0 0,-1 1 1 0 0,1 0-1 0 0,0-1 1 0 0,0 1-1 0 0,0-1 1 0 0,-1 1 0 0 0,1-1-1 0 0,0 1 1 0 0,0-1-1 0 0,0 0 1 0 0,0 1-1 0 0,0-1 1 0 0,0 0-1 0 0,0 0 1 0 0,0 0-1 0 0,0 1 1 0 0,0-1-1 0 0,0 0 1 0 0,0 0-1 0 0,0-1 1 0 0,0 1-1 0 0,0 0 1 0 0,0 0-1 0 0,0 0 1 0 0,0-1-1 0 0,0 1 1 0 0,0 0-1 0 0,-1-1 1 0 0,1 1 0 0 0,0-1-1 0 0,0 1 1 0 0,1-2-1 0 0,39-23-27 0 0,-27 16 150 0 0,26-12-1184 0 0,79-29 0 0 0,-6 14-7505 0 0,-89 30 5333 0 0</inkml:trace>
</inkml:ink>
</file>

<file path=ppt/ink/ink13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26:52.0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189 47 168 0 0,'0'-2'365'0'0,"1"1"-1"0"0,0 0 1 0 0,0-1-1 0 0,-1 1 1 0 0,1 0-1 0 0,-1-1 1 0 0,1 1 0 0 0,-1-1-1 0 0,1 1 1 0 0,-1-1-1 0 0,0 1 1 0 0,0-1-1 0 0,0 1 1 0 0,0-1 0 0 0,0 1-1 0 0,0-1 1 0 0,0 1-1 0 0,-1-1 1 0 0,1 1 0 0 0,0-1-1 0 0,-1 1 1 0 0,1 0-1 0 0,-1-1 1 0 0,-1-2-1 0 0,1 3-153 0 0,-1 0-1 0 0,1 1 1 0 0,-1-1 0 0 0,1 0-1 0 0,-1 0 1 0 0,1 1-1 0 0,-1-1 1 0 0,1 1-1 0 0,-1-1 1 0 0,0 1-1 0 0,1 0 1 0 0,-1 0-1 0 0,0 0 1 0 0,0 0-1 0 0,1 0 1 0 0,-1 0 0 0 0,0 0-1 0 0,-1 1 1 0 0,-7 0 43 0 0,0 1 1 0 0,1 1-1 0 0,-1 0 1 0 0,1 0 0 0 0,0 1-1 0 0,-13 7 1 0 0,13-6-100 0 0,1 1-1 0 0,-1 0 1 0 0,1 0 0 0 0,-13 14 0 0 0,19-16-122 0 0,-1-1 0 0 0,1 0-1 0 0,0 0 1 0 0,0 1 0 0 0,0-1 0 0 0,0 1 0 0 0,0 0 0 0 0,1-1-1 0 0,0 1 1 0 0,-1 0 0 0 0,1 0 0 0 0,1 0 0 0 0,-1 0 0 0 0,0 7-1 0 0,2-9-36 0 0,-1-1 0 0 0,1 0-1 0 0,0 0 1 0 0,0 0-1 0 0,-1 0 1 0 0,1 0-1 0 0,0 0 1 0 0,0-1-1 0 0,0 1 1 0 0,0 0-1 0 0,0 0 1 0 0,0-1-1 0 0,0 1 1 0 0,0 0-1 0 0,0-1 1 0 0,0 1-1 0 0,0-1 1 0 0,0 1-1 0 0,1-1 1 0 0,-1 0-1 0 0,0 0 1 0 0,0 1-1 0 0,0-1 1 0 0,1 0 0 0 0,-1 0-1 0 0,0 0 1 0 0,0 0-1 0 0,1 0 1 0 0,-1 0-1 0 0,0-1 1 0 0,3 0-1 0 0,41-5-441 0 0,-33 2 314 0 0,0 0-1 0 0,0 0 0 0 0,-1-2 1 0 0,1 1-1 0 0,-1-1 0 0 0,0-1 1 0 0,-1 0-1 0 0,11-9 1 0 0,-21 15 125 0 0,0 1 1 0 0,0 0 0 0 0,0-1 0 0 0,0 1-1 0 0,1-1 1 0 0,-1 1 0 0 0,0 0-1 0 0,0-1 1 0 0,1 1 0 0 0,-1 0 0 0 0,0-1-1 0 0,1 1 1 0 0,-1 0 0 0 0,0 0-1 0 0,1-1 1 0 0,-1 1 0 0 0,0 0 0 0 0,1 0-1 0 0,-1-1 1 0 0,0 1 0 0 0,1 0-1 0 0,-1 0 1 0 0,1 0 0 0 0,-1 0 0 0 0,0 0-1 0 0,1 0 1 0 0,-1 0 0 0 0,1 0-1 0 0,-1 0 1 0 0,1 0 0 0 0,-1 0 0 0 0,0 0-1 0 0,1 0 1 0 0,-1 0 0 0 0,1 0-1 0 0,-1 0 1 0 0,0 0 0 0 0,1 0 0 0 0,-1 0-1 0 0,1 1 1 0 0,-2 19-39 0 0,0-18 44 0 0,1 0 1 0 0,-1 0 0 0 0,1 0-1 0 0,0 0 1 0 0,-1 1-1 0 0,1-1 1 0 0,0 0 0 0 0,0 0-1 0 0,1 0 1 0 0,-1 1 0 0 0,0-1-1 0 0,1 0 1 0 0,-1 0-1 0 0,1 0 1 0 0,0 0 0 0 0,1 4-1 0 0,0-6 3 0 0,0 1-1 0 0,0 0 1 0 0,0-1 0 0 0,0 1-1 0 0,0-1 1 0 0,0 0-1 0 0,0 1 1 0 0,0-1 0 0 0,0 0-1 0 0,0 0 1 0 0,0-1-1 0 0,0 1 1 0 0,0 0 0 0 0,0-1-1 0 0,3 0 1 0 0,37-11 22 0 0,-35 9-22 0 0,80-26-20 0 0,85-24-30 0 0,-172 52 47 0 0,1 1 1 0 0,-1 0 0 0 0,1 0-1 0 0,-1-1 1 0 0,1 1-1 0 0,-1 0 1 0 0,1 0 0 0 0,-1 0-1 0 0,1 0 1 0 0,-1 0 0 0 0,1-1-1 0 0,-1 1 1 0 0,1 0 0 0 0,-1 0-1 0 0,1 0 1 0 0,-1 0-1 0 0,1 1 1 0 0,-1-1 0 0 0,1 0-1 0 0,-1 0 1 0 0,1 0 0 0 0,-1 0-1 0 0,1 0 1 0 0,-1 1 0 0 0,1-1-1 0 0,-1 0 1 0 0,0 0-1 0 0,1 1 1 0 0,-1-1 0 0 0,1 0-1 0 0,-1 1 1 0 0,0-1 0 0 0,1 0-1 0 0,-1 1 1 0 0,0-1 0 0 0,1 1-1 0 0,-9 17 24 0 0,-23 16 17 0 0,8-17-19 0 0,19-16-21 0 0,1 1 0 0 0,0 0-1 0 0,0 0 1 0 0,1 0 0 0 0,-1 0 0 0 0,0 1-1 0 0,1-1 1 0 0,-1 1 0 0 0,1 0 0 0 0,0-1-1 0 0,-4 7 1 0 0,6-8-1 0 0,0-1 1 0 0,0 1-1 0 0,0-1 1 0 0,0 1-1 0 0,0-1 1 0 0,0 1-1 0 0,0-1 0 0 0,0 1 1 0 0,0-1-1 0 0,1 1 1 0 0,-1 0-1 0 0,0-1 1 0 0,0 1-1 0 0,0-1 0 0 0,1 1 1 0 0,-1-1-1 0 0,0 1 1 0 0,0-1-1 0 0,1 0 1 0 0,-1 1-1 0 0,0-1 0 0 0,1 1 1 0 0,-1-1-1 0 0,1 0 1 0 0,-1 1-1 0 0,0-1 1 0 0,1 0-1 0 0,-1 1 1 0 0,1-1-1 0 0,-1 0 0 0 0,1 0 1 0 0,-1 1-1 0 0,1-1 1 0 0,-1 0-1 0 0,1 0 1 0 0,-1 0-1 0 0,1 0 0 0 0,-1 0 1 0 0,2 0-1 0 0,19 4-13 0 0,-5-4 17 0 0,1 0-1 0 0,-1-1 0 0 0,0-1 1 0 0,0-1-1 0 0,0 0 0 0 0,0-1 1 0 0,0 0-1 0 0,-1-2 0 0 0,0 0 1 0 0,0 0-1 0 0,0-1 0 0 0,-1-1 1 0 0,0-1-1 0 0,-1 0 0 0 0,0-1 1 0 0,0 0-1 0 0,15-16 0 0 0,-10 3 1225 0 0,-18 19-56 0 0,-11 9-846 0 0,9-4-289 0 0,0 0 0 0 0,1 0 0 0 0,-1 0 0 0 0,0 0 0 0 0,1 0 0 0 0,-1 0 0 0 0,1 1 0 0 0,-1-1 0 0 0,1 1 0 0 0,0-1 0 0 0,0 1 0 0 0,0-1 0 0 0,0 1-1 0 0,0 0 1 0 0,0 0 0 0 0,0-1 0 0 0,0 1 0 0 0,0 0 0 0 0,1 0 0 0 0,-1 0 0 0 0,1 0 0 0 0,0 0 0 0 0,-1 0 0 0 0,1 0 0 0 0,0 0 0 0 0,0 0 0 0 0,0 0 0 0 0,1 0 0 0 0,-1 0 0 0 0,0 0 0 0 0,1 0 0 0 0,-1 0-1 0 0,1-1 1 0 0,0 1 0 0 0,-1 0 0 0 0,1 0 0 0 0,0 0 0 0 0,0-1 0 0 0,0 1 0 0 0,0 0 0 0 0,1-1 0 0 0,-1 1 0 0 0,3 1 0 0 0,1 3-386 0 0,0 0 0 0 0,0-1 1 0 0,1 1-1 0 0,0-1 0 0 0,0-1 0 0 0,1 1 0 0 0,-1-1 1 0 0,1 0-1 0 0,12 4 0 0 0,27 4-7799 0 0,-29-8 4238 0 0</inkml:trace>
</inkml:ink>
</file>

<file path=ppt/ink/ink13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26:52.3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48 1576 0 0,'11'-10'3076'0'0,"-9"3"-1747"0"0,2 4 919 0 0,4-2-1312 0 0,-8-1 468 0 0,1-2-812 0 0,-1 2-712 0 0,-15 3-2780 0 0,7 3-497 0 0</inkml:trace>
</inkml:ink>
</file>

<file path=ppt/ink/ink13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26:53.2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100 166 476 0 0,'-98'7'5294'0'0,"96"-7"-4830"0"0,13 3-55 0 0,-1 0 0 0 0,1-1 0 0 0,0-1 0 0 0,-1 1 0 0 0,20-2 0 0 0,-7 2-174 0 0,729 0 1211 0 0,-117-41-887 0 0,-173 8-257 0 0,-362 26-244 0 0,842-41 584 0 0,1448 21 1113 0 0,-274 52 489 0 0,-1658-39-1341 0 0,-194 2 466 0 0,-233 11-975 0 0,-23 0-174 0 0,0-1 0 0 0,-1 0 0 0 0,1 0 0 0 0,-1 0 0 0 0,1-1 0 0 0,-1 0 0 0 0,1-1 0 0 0,-1 1 0 0 0,14-6 0 0 0,-22-28 704 0 0,-4 34-1269 0 0,-2 2-2193 0 0,2 0 2176 0 0,-33 7-2992 0 0,10-6-3813 0 0,9-4 2694 0 0</inkml:trace>
</inkml:ink>
</file>

<file path=ppt/ink/ink13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26:56.4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214 234 8357 0 0,'-6'-159'696'0'0,"0"84"2778"0"0,-11 106-2879 0 0,6-15-386 0 0,-17 32 82 0 0,3 2 0 0 0,1 1-1 0 0,3 1 1 0 0,2 0 0 0 0,-14 69-1 0 0,24-79-129 0 0,2 1 0 0 0,3 0 0 0 0,1 1 0 0 0,4 67 0 0 0,1-91-175 0 0,1 0 1 0 0,0 0 0 0 0,2 0 0 0 0,0-1 0 0 0,1 1-1 0 0,1-1 1 0 0,1-1 0 0 0,0 1 0 0 0,2-2 0 0 0,0 1-1 0 0,1-1 1 0 0,15 18 0 0 0,-16-23-327 0 0,0-1-1 0 0,1 0 1 0 0,0-1 0 0 0,1-1-1 0 0,18 13 1 0 0,-23-18-280 0 0,0-1-1 0 0,-1 1 1 0 0,1-1 0 0 0,0 0-1 0 0,1-1 1 0 0,-1 0 0 0 0,0 0-1 0 0,1-1 1 0 0,-1 0 0 0 0,1 0-1 0 0,-1 0 1 0 0,15-2 0 0 0,5-3-2534 0 0</inkml:trace>
</inkml:ink>
</file>

<file path=ppt/ink/ink13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26:56.9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82 379 780 0 0,'-8'19'3563'0'0,"-16"47"1619"0"0,14-36-4607 0 0,1-1 0 0 0,2 1 0 0 0,1 1 0 0 0,-4 38 0 0 0,5-6 905 0 0,3-56-694 0 0,1-9-106 0 0,2-35-189 0 0,3-69-54 0 0,-2 24-218 0 0,16-108 0 0 0,15 39-91 0 0,-28 134-114 0 0,1 1 1 0 0,1-1 0 0 0,0 1 0 0 0,1 0-1 0 0,1 1 1 0 0,19-26 0 0 0,-27 40-14 0 0,0 0 1 0 0,0-1-1 0 0,0 1 0 0 0,0 0 1 0 0,0 0-1 0 0,1 0 0 0 0,-1 0 1 0 0,0 0-1 0 0,1 0 0 0 0,-1 0 1 0 0,1 1-1 0 0,-1-1 0 0 0,1 0 1 0 0,-1 1-1 0 0,1-1 0 0 0,0 1 1 0 0,-1-1-1 0 0,1 1 0 0 0,0 0 1 0 0,-1 0-1 0 0,1 0 0 0 0,0 0 1 0 0,-1 0-1 0 0,1 0 0 0 0,0 0 1 0 0,-1 1-1 0 0,1-1 0 0 0,-1 0 1 0 0,1 1-1 0 0,0 0 0 0 0,-1-1 1 0 0,1 1-1 0 0,-1 0 0 0 0,0 0 1 0 0,1-1-1 0 0,-1 1 0 0 0,1 0 1 0 0,-1 1-1 0 0,0-1 0 0 0,0 0 1 0 0,0 0-1 0 0,0 0 0 0 0,0 1 1 0 0,0-1-1 0 0,1 3 0 0 0,5 4 25 0 0,-1 1 0 0 0,0 0 0 0 0,0 1-1 0 0,-1 0 1 0 0,7 18 0 0 0,0 13 71 0 0,-2 0 0 0 0,-2 1 0 0 0,5 85 0 0 0,7 39 132 0 0,-14-139-232 0 0,4 30-2461 0 0,-10-56 1896 0 0,0 5-453 0 0</inkml:trace>
</inkml:ink>
</file>

<file path=ppt/ink/ink13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26:57.3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19 1264 0 0,'0'-5'5454'0'0,"5"0"-4910"0"0,5 2-192 0 0,0 1 0 0 0,1 0-1 0 0,-1 1 1 0 0,0 0 0 0 0,1 1 0 0 0,-1 0 0 0 0,0 1-1 0 0,1 0 1 0 0,-1 0 0 0 0,12 4 0 0 0,-6-2-168 0 0,86 22-431 0 0,-17-4-6149 0 0,-67-17 3767 0 0</inkml:trace>
</inkml:ink>
</file>

<file path=ppt/ink/ink13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26:57.6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23 246 788 0 0,'0'0'1888'0'0,"1"24"1739"0"0,-8 15-2178 0 0,2 0 1 0 0,1 1-1 0 0,3-1 0 0 0,3 53 1 0 0,3-44 234 0 0,-5-45-840 0 0,0-5-124 0 0,-3-26-243 0 0,-3-21-256 0 0,2 1 1 0 0,4-81-1 0 0,1 110-203 0 0,2 1 0 0 0,0-1 0 0 0,1 0 0 0 0,0 1 0 0 0,2 0 0 0 0,0 0 0 0 0,1 1-1 0 0,1-1 1 0 0,19-30 0 0 0,-10 21-3 0 0,-15 22-7 0 0,0 1 0 0 0,1-1 0 0 0,-1 0 0 0 0,1 1 0 0 0,0-1 0 0 0,1 1 0 0 0,-1 0 0 0 0,1 0 0 0 0,-1 0 0 0 0,1 0 0 0 0,1 1 0 0 0,-1 0 0 0 0,0 0 0 0 0,1 0 0 0 0,-1 0 0 0 0,1 0 0 0 0,0 1 0 0 0,0 0 0 0 0,8-2 0 0 0,-11 4-7 0 0,0 0 0 0 0,0 0 1 0 0,-1 0-1 0 0,1 0 0 0 0,0 1 0 0 0,-1-1 1 0 0,1 0-1 0 0,0 1 0 0 0,-1 0 0 0 0,1-1 1 0 0,-1 1-1 0 0,1 0 0 0 0,-1 0 0 0 0,1 0 1 0 0,-1 0-1 0 0,0 0 0 0 0,1 0 0 0 0,-1 0 1 0 0,0 0-1 0 0,0 1 0 0 0,0-1 0 0 0,0 0 1 0 0,0 1-1 0 0,0-1 0 0 0,0 1 0 0 0,0-1 0 0 0,-1 1 1 0 0,1-1-1 0 0,0 3 0 0 0,14 52 17 0 0,-14-49-10 0 0,0 0 18 0 0,-1-1 1 0 0,0 0-1 0 0,0 0 1 0 0,0 1 0 0 0,-1-1-1 0 0,0 0 1 0 0,0 0-1 0 0,-1 0 1 0 0,0 0 0 0 0,0 0-1 0 0,0 0 1 0 0,-1 0-1 0 0,1-1 1 0 0,-1 1 0 0 0,-1-1-1 0 0,1 0 1 0 0,-1 0-1 0 0,0 0 1 0 0,0 0-1 0 0,0-1 1 0 0,-1 0 0 0 0,-6 5-1 0 0,0 0-486 0 0,1-1 0 0 0,-1 0 0 0 0,0-1 0 0 0,-13 6 0 0 0,13-8-1570 0 0,0-1-1 0 0,1 0 1 0 0,-2 0-1 0 0,-12 2 1 0 0</inkml:trace>
</inkml:ink>
</file>

<file path=ppt/ink/ink13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26:58.0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486 0 76 0 0,'6'2'413'0'0,"1"1"1"0"0,-1-1-1 0 0,0 1 1 0 0,1 0-1 0 0,-2 1 0 0 0,1 0 1 0 0,0-1-1 0 0,-1 2 1 0 0,1-1-1 0 0,-1 1 0 0 0,-1 0 1 0 0,1 0-1 0 0,-1 0 0 0 0,1 0 1 0 0,-1 1-1 0 0,-1 0 1 0 0,1 0-1 0 0,-1 0 0 0 0,0 0 1 0 0,3 10-1 0 0,-2-2 103 0 0,0 0-1 0 0,0-1 1 0 0,-2 1 0 0 0,0 1-1 0 0,0-1 1 0 0,-1 0 0 0 0,-1 0-1 0 0,-3 26 1 0 0,-1-16-205 0 0,-1-1-1 0 0,-1 0 1 0 0,-1-1-1 0 0,-1 1 1 0 0,-1-2 0 0 0,0 1-1 0 0,-2-1 1 0 0,-1-1-1 0 0,-1 1 1 0 0,0-2 0 0 0,-2 0-1 0 0,0-1 1 0 0,-1 0-1 0 0,0-2 1 0 0,-20 16 0 0 0,11-12-742 0 0,-1 0 0 0 0,-1-2 1 0 0,-1-1-1 0 0,-37 17 1 0 0,34-21-1856 0 0,-1-1 0 0 0,0-1 0 0 0,-65 13 0 0 0,47-17-1689 0 0</inkml:trace>
</inkml:ink>
</file>

<file path=ppt/ink/ink13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25:29.8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18 495 312 0 0,'0'0'2670'0'0,"-16"-28"2735"0"0,15 28-5167 0 0,1-1-238 0 0,0 1 0 0 0,0-1 0 0 0,0 1 0 0 0,1-1-1 0 0,-1 1 1 0 0,0-1 0 0 0,0 1 0 0 0,1 0 0 0 0,-1-1 0 0 0,0 1 0 0 0,1-1 0 0 0,-1 1 0 0 0,0-1 0 0 0,1 1 0 0 0,-1 0 0 0 0,1-1 0 0 0,-1 1 0 0 0,1 0 0 0 0,-1 0 0 0 0,1-1-1 0 0,-1 1 1 0 0,1 0 0 0 0,-1 0 0 0 0,1 0 0 0 0,-1-1 0 0 0,1 1 0 0 0,-1 0 0 0 0,1 0 0 0 0,-1 0 0 0 0,1 0 0 0 0,0 0 0 0 0,-1 0 0 0 0,1 0 0 0 0,-1 0 0 0 0,1 1-1 0 0,-1-1 1 0 0,1 0 0 0 0,0 0 0 0 0,2 0 0 0 0,0 0 31 0 0,5 0-20 0 0,-4-4-4 0 0,-3 3 17 0 0,9-51 334 0 0,-10 51-190 0 0,-3-29 1003 0 0,18 94-924 0 0,12 100 0 0 0,-15-79-25 0 0,0-3 291 0 0,2 119 0 0 0,0-78 114 0 0,-12-107-139 0 0,0-17 362 0 0,-1-30-282 0 0,-28-532-31 0 0,27 247-584 0 0,0 302 33 0 0,1 0 0 0 0,1 1 0 0 0,0-1-1 0 0,0 1 1 0 0,1-1 0 0 0,1 1 0 0 0,8-19-1 0 0,-10 27 8 0 0,1 1 0 0 0,-1 0 0 0 0,1-1 0 0 0,0 1 0 0 0,0 0 0 0 0,1 1 1 0 0,-1-1-1 0 0,1 1 0 0 0,0-1 0 0 0,0 1 0 0 0,0 0 0 0 0,0 1 0 0 0,0-1 0 0 0,1 1 0 0 0,-1-1 0 0 0,1 1 0 0 0,-1 1 0 0 0,1-1 0 0 0,0 1 0 0 0,0-1 0 0 0,0 1 0 0 0,0 1 0 0 0,10-1 0 0 0,-7 1 1 0 0,0 0 0 0 0,1 1 0 0 0,-1 0 0 0 0,0 0 0 0 0,0 1 0 0 0,0 0 0 0 0,0 0 0 0 0,0 1 0 0 0,0 0 0 0 0,-1 1 0 0 0,1 0 0 0 0,-1 0 0 0 0,0 0 0 0 0,10 9 0 0 0,-7-5 5 0 0,0 1-1 0 0,-1 0 0 0 0,-1 1 0 0 0,1 0 0 0 0,-1 0 0 0 0,-1 1 1 0 0,0 0-1 0 0,10 21 0 0 0,-15-26 0 0 0,0 0-1 0 0,1 0 1 0 0,-2 0-1 0 0,1 1 1 0 0,-1-1-1 0 0,0 1 1 0 0,0-1-1 0 0,-1 1 1 0 0,0-1-1 0 0,0 1 1 0 0,-1-1-1 0 0,1 1 1 0 0,-4 11-1 0 0,1-7-1 0 0,-1-1 1 0 0,0 1-1 0 0,-1-1 1 0 0,0 0-1 0 0,-1 0 0 0 0,0 0 1 0 0,-10 12-1 0 0,-2-1-2 0 0,-1-1 0 0 0,-1-1 0 0 0,-1 0 0 0 0,0-2 0 0 0,-42 26-1 0 0,33-27-247 0 0,-53 22-1 0 0,30-16-2395 0 0,52-22 1752 0 0,1-13-7618 0 0</inkml:trace>
</inkml:ink>
</file>

<file path=ppt/ink/ink13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25:30.2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7 364 0 0,'26'4'2925'0'0,"-17"0"-2726"0"0,0 1 0 0 0,0 0 0 0 0,-1 0 0 0 0,0 1 0 0 0,0 0-1 0 0,-1 1 1 0 0,0-1 0 0 0,0 1 0 0 0,0 1 0 0 0,-1-1 0 0 0,0 1 0 0 0,0 1 0 0 0,-1-1 0 0 0,0 1 0 0 0,-1 0 0 0 0,0 0 0 0 0,0 0-1 0 0,-1 0 1 0 0,0 1 0 0 0,0-1 0 0 0,-1 1 0 0 0,-1 0 0 0 0,1 0 0 0 0,-2-1 0 0 0,1 1 0 0 0,-2 0 0 0 0,1 0 0 0 0,-1 0-1 0 0,0 0 1 0 0,-1 0 0 0 0,-4 10 0 0 0,6-18-128 0 0,-1 0 0 0 0,0 0 0 0 0,0 0 0 0 0,0 0 0 0 0,0-1 0 0 0,0 1 0 0 0,-1 0 0 0 0,1-1 0 0 0,0 1 0 0 0,-1-1 0 0 0,1 1 0 0 0,-1-1 0 0 0,1 0 0 0 0,-1 1 0 0 0,0-1 0 0 0,0 0 0 0 0,0 0 0 0 0,1 0 0 0 0,-1 0 0 0 0,0-1 0 0 0,0 1-1 0 0,0-1 1 0 0,0 1 0 0 0,-3 0 0 0 0,3-1 131 0 0,-24-21 447 0 0,24 16-615 0 0,0-1 0 0 0,1 0 0 0 0,0 1 0 0 0,0-1 0 0 0,0 0 0 0 0,1 0 0 0 0,-1 1 0 0 0,1-1 0 0 0,1 0 0 0 0,-1 0 1 0 0,1 0-1 0 0,0 1 0 0 0,0-1 0 0 0,1 0 0 0 0,3-7 0 0 0,4-8-111 0 0,0-1-1 0 0,19-28 1 0 0,-22 41 3 0 0,-1 1-113 0 0,1 0 0 0 0,0 0 0 0 0,0 1 0 0 0,1 0 1 0 0,0 0-1 0 0,0 1 0 0 0,13-9 0 0 0,-15 11-363 0 0,0 1 0 0 0,0-1 1 0 0,1 1-1 0 0,-1 1 0 0 0,1-1 0 0 0,0 1 0 0 0,-1 0 1 0 0,1 0-1 0 0,0 1 0 0 0,0 0 0 0 0,1 0 0 0 0,10-1 1 0 0,-5 4-1635 0 0</inkml:trace>
</inkml:ink>
</file>

<file path=ppt/ink/ink13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25:30.6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23 137 56 0 0,'0'0'545'0'0,"31"-12"2348"0"0,-25 8-2622 0 0,-1 0-1 0 0,0-1 0 0 0,0 0 0 0 0,0 0 0 0 0,-1 0 1 0 0,0 0-1 0 0,0-1 0 0 0,0 0 0 0 0,-1 0 0 0 0,1 0 1 0 0,-2 0-1 0 0,1 0 0 0 0,0-1 0 0 0,-1 1 0 0 0,-1-1 1 0 0,1 0-1 0 0,-1 1 0 0 0,1-10 0 0 0,-2 16-257 0 0,0 0-1 0 0,0-1 1 0 0,0 1 0 0 0,0 0-1 0 0,0 0 1 0 0,0-1-1 0 0,0 1 1 0 0,-1 0-1 0 0,1-1 1 0 0,0 1 0 0 0,0 0-1 0 0,0 0 1 0 0,0-1-1 0 0,0 1 1 0 0,-1 0 0 0 0,1 0-1 0 0,0-1 1 0 0,0 1-1 0 0,0 0 1 0 0,-1 0 0 0 0,1 0-1 0 0,0-1 1 0 0,0 1-1 0 0,-1 0 1 0 0,1 0 0 0 0,0 0-1 0 0,0 0 1 0 0,-1-1-1 0 0,1 1 1 0 0,0 0 0 0 0,0 0-1 0 0,-1 0 1 0 0,1 0-1 0 0,0 0 1 0 0,-1 0 0 0 0,1 0-1 0 0,0 0 1 0 0,-1 0-1 0 0,-16 4 211 0 0,-11 9-47 0 0,22-8-135 0 0,0 0 1 0 0,1 0 0 0 0,-1 1 0 0 0,1-1 0 0 0,0 1 0 0 0,1 0 0 0 0,0 1 0 0 0,0-1-1 0 0,0 1 1 0 0,1 0 0 0 0,0 0 0 0 0,-4 11 0 0 0,6-15-31 0 0,0 0 0 0 0,1 0 1 0 0,-1 0-1 0 0,1 0 0 0 0,0 0 1 0 0,0 0-1 0 0,0 0 0 0 0,0 0 0 0 0,0 0 1 0 0,0 0-1 0 0,1 0 0 0 0,-1 0 0 0 0,1 0 1 0 0,0-1-1 0 0,0 1 0 0 0,0 0 0 0 0,1 0 1 0 0,-1 0-1 0 0,1-1 0 0 0,-1 1 1 0 0,1-1-1 0 0,0 1 0 0 0,0-1 0 0 0,0 0 1 0 0,0 0-1 0 0,0 0 0 0 0,0 0 0 0 0,1 0 1 0 0,-1 0-1 0 0,1 0 0 0 0,0-1 0 0 0,-1 0 1 0 0,5 2-1 0 0,9 4-107 0 0,1-1 0 0 0,-1 0 1 0 0,1-2-1 0 0,1 0 0 0 0,-1 0 0 0 0,0-2 1 0 0,20 1-1 0 0,-25-3-764 0 0,-1-1 1 0 0,1 0-1 0 0,0 0 1 0 0,0-1-1 0 0,0-1 0 0 0,22-7 1 0 0,-18 2-1203 0 0</inkml:trace>
</inkml:ink>
</file>

<file path=ppt/ink/ink13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25:31.9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27 148 224 0 0,'0'0'720'0'0,"8"-53"4759"0"0,-17 20-2052 0 0,8 32-3091 0 0,-16-44 1556 0 0,17 44-1592 0 0,-6-13 754 0 0,5 23-1049 0 0,1 0-1 0 0,0 0 1 0 0,0 0 0 0 0,1 1 0 0 0,3 10-1 0 0,2 27 27 0 0,-6-24-2 0 0,7 379 652 0 0,-7-244-439 0 0,-1 45 31 0 0,5-79-1172 0 0,-4-122 517 0 0,-6-35-10937 0 0</inkml:trace>
</inkml:ink>
</file>

<file path=ppt/ink/ink13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25:32.3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1 127 64 0 0,'3'-8'387'0'0,"0"-1"1"0"0,1 1-1 0 0,1 0 1 0 0,-1 0-1 0 0,1 0 1 0 0,0 0-1 0 0,1 1 1 0 0,0 0-1 0 0,0 0 1 0 0,1 1-1 0 0,-1 0 1 0 0,10-6-1 0 0,-11 8-258 0 0,0 1 0 0 0,0 0 0 0 0,1 1 0 0 0,-1 0 0 0 0,1-1 0 0 0,0 2 0 0 0,-1-1 0 0 0,1 1 0 0 0,0 0 0 0 0,0 0 0 0 0,0 0 0 0 0,0 1 0 0 0,0 0 0 0 0,0 0 0 0 0,0 1 0 0 0,0-1 0 0 0,0 1 0 0 0,0 1 0 0 0,10 3 0 0 0,-11-4-54 0 0,-1 1 0 0 0,1 0 0 0 0,-1 0 0 0 0,1 0 0 0 0,-1 1 0 0 0,0-1 0 0 0,0 1 0 0 0,0 0 0 0 0,-1 0 0 0 0,1 1 1 0 0,-1-1-1 0 0,0 1 0 0 0,1-1 0 0 0,-2 1 0 0 0,1 0 0 0 0,0 0 0 0 0,-1 1 0 0 0,0-1 0 0 0,0 0 0 0 0,0 1 0 0 0,0-1 0 0 0,1 7 1 0 0,-3-6-32 0 0,1-1 0 0 0,-1 0 0 0 0,0 0 0 0 0,0 0 0 0 0,0 0 0 0 0,-1 0 0 0 0,1 0 0 0 0,-1 0 0 0 0,0 0 0 0 0,0 0 0 0 0,-1 0 0 0 0,1 0 0 0 0,-1-1 0 0 0,1 1 0 0 0,-1 0 0 0 0,-1-1 0 0 0,1 0 0 0 0,0 1 0 0 0,-1-1 0 0 0,0 0 0 0 0,1 0 0 0 0,-1 0 0 0 0,0-1 0 0 0,-1 1 0 0 0,1-1 0 0 0,-6 4 0 0 0,-2 0 63 0 0,0 0-1 0 0,0 0 1 0 0,-1-1 0 0 0,1-1 0 0 0,-1 0 0 0 0,-20 4 0 0 0,26-7-156 0 0,-1 0 1 0 0,1 0-1 0 0,0-1 0 0 0,0 0 1 0 0,-1 0-1 0 0,1 0 0 0 0,0-1 1 0 0,0 0-1 0 0,0 0 1 0 0,-1-1-1 0 0,1 1 0 0 0,1-2 1 0 0,-1 1-1 0 0,0 0 0 0 0,-6-5 1 0 0,12 7-33 0 0,-1 0 0 0 0,1-1 1 0 0,-1 1-1 0 0,1-1 0 0 0,-1 1 1 0 0,1-1-1 0 0,-1 0 1 0 0,1 1-1 0 0,-1-1 0 0 0,1 1 1 0 0,0-1-1 0 0,-1 0 0 0 0,1 1 1 0 0,0-1-1 0 0,0 0 1 0 0,-1 1-1 0 0,1-1 0 0 0,0 0 1 0 0,0 0-1 0 0,0 1 0 0 0,0-1 1 0 0,0 0-1 0 0,0 1 1 0 0,0-2-1 0 0,4-12-4153 0 0,0 7 1806 0 0</inkml:trace>
</inkml:ink>
</file>

<file path=ppt/ink/ink13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25:32.9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110 19 76 0 0,'-1'-1'114'0'0,"1"1"1"0"0,0-1-1 0 0,-1 1 1 0 0,1-1-1 0 0,-1 1 0 0 0,1-1 1 0 0,-1 1-1 0 0,1-1 1 0 0,-1 1-1 0 0,1-1 0 0 0,-1 1 1 0 0,1 0-1 0 0,-1-1 1 0 0,0 1-1 0 0,1 0 0 0 0,-1 0 1 0 0,0-1-1 0 0,1 1 1 0 0,-1 0-1 0 0,0 0 0 0 0,1 0 1 0 0,-1 0-1 0 0,0 0 1 0 0,1 0-1 0 0,-1 0 0 0 0,0 0 1 0 0,1 0-1 0 0,-1 0 1 0 0,-1 1-1 0 0,-25 12 1417 0 0,21-8-1277 0 0,0 0 0 0 0,0 0 0 0 0,0 1-1 0 0,1 0 1 0 0,-6 8 0 0 0,7-8-105 0 0,1 0-1 0 0,0 0 1 0 0,0 0 0 0 0,1 0-1 0 0,0 1 1 0 0,0-1 0 0 0,1 1-1 0 0,-1 0 1 0 0,1-1 0 0 0,1 1-1 0 0,-1 0 1 0 0,1 0 0 0 0,1 10-1 0 0,0-13-105 0 0,0 0-1 0 0,0-1 1 0 0,0 1-1 0 0,0 0 1 0 0,0-1-1 0 0,1 1 1 0 0,0-1-1 0 0,0 0 0 0 0,0 1 1 0 0,0-1-1 0 0,0 0 1 0 0,0 0-1 0 0,1 0 1 0 0,0-1-1 0 0,-1 1 0 0 0,1 0 1 0 0,0-1-1 0 0,0 0 1 0 0,1 0-1 0 0,-1 0 1 0 0,0 0-1 0 0,1 0 1 0 0,-1-1-1 0 0,1 1 0 0 0,4 0 1 0 0,-6-2-20 0 0,0 0-1 0 0,0 1 1 0 0,0-1 0 0 0,0 0 0 0 0,0-1 0 0 0,0 1-1 0 0,0 0 1 0 0,0-1 0 0 0,0 1 0 0 0,0-1-1 0 0,0 1 1 0 0,0-1 0 0 0,0 0 0 0 0,0 0-1 0 0,0 0 1 0 0,0 0 0 0 0,0 0 0 0 0,-1 0 0 0 0,1-1-1 0 0,0 1 1 0 0,-1-1 0 0 0,0 1 0 0 0,1-1-1 0 0,-1 1 1 0 0,0-1 0 0 0,1 0 0 0 0,-1 0-1 0 0,0 0 1 0 0,0 1 0 0 0,1-4 0 0 0,2-5 108 0 0,0 1 1 0 0,0 0-1 0 0,-1-1 0 0 0,4-17 1 0 0,-5 18-50 0 0,-1 0 1 0 0,0 0-1 0 0,-1-1 1 0 0,0 1-1 0 0,-1 0 0 0 0,-2-14 1 0 0,3 19-130 0 0,-1 0 0 0 0,0 0-1 0 0,0 0 1 0 0,0 0 0 0 0,-1 0 0 0 0,1 1 0 0 0,-1-1 0 0 0,0 0 0 0 0,0 1-1 0 0,0 0 1 0 0,-1-1 0 0 0,1 1 0 0 0,-1 0 0 0 0,0 0 0 0 0,0 0 0 0 0,0 1-1 0 0,-3-3 1 0 0,5 4-548 0 0,-17 8-1148 0 0,11-4-2462 0 0,-1 3 1790 0 0</inkml:trace>
</inkml:ink>
</file>

<file path=ppt/ink/ink13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25:43.7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153 55 256 0 0,'14'-20'2427'0'0,"-12"18"-2025"0"0,0 0-1 0 0,-1 0 0 0 0,1 0 0 0 0,-1 0 0 0 0,1 0 0 0 0,-1-1 1 0 0,0 1-1 0 0,0 0 0 0 0,0-1 0 0 0,0 1 0 0 0,0-1 1 0 0,0-5 1109 0 0,-13 9-1167 0 0,1 0 0 0 0,0 0 0 0 0,-1 1 0 0 0,-12 5-1 0 0,10-3-206 0 0,1 0-1 0 0,-1 2 0 0 0,1-1 1 0 0,0 2-1 0 0,-21 14 0 0 0,33-21-128 0 0,0 1 1 0 0,0 0-1 0 0,0-1 0 0 0,1 1 0 0 0,-1 0 0 0 0,0 0 0 0 0,0 0 0 0 0,0-1 0 0 0,1 1 0 0 0,-1 0 0 0 0,1 0 0 0 0,-1 0 1 0 0,0 0-1 0 0,1 0 0 0 0,0 1 0 0 0,-1-1 0 0 0,1 0 0 0 0,0 0 0 0 0,-1 0 0 0 0,1 0 0 0 0,0 0 0 0 0,0 0 0 0 0,0 1 0 0 0,0-1 1 0 0,0 1-1 0 0,1 1 1 0 0,0-1 0 0 0,0 1 0 0 0,0-1 0 0 0,0 0 1 0 0,0 0-1 0 0,1 0 0 0 0,-1 1 0 0 0,1-1 0 0 0,-1 0 1 0 0,1-1-1 0 0,2 4 0 0 0,8 4 12 0 0,0 1-1 0 0,0-1 1 0 0,17 8-1 0 0,-19-11 0 0 0,9 6-9 0 0,-8-7-6 0 0,-1 1 0 0 0,0 0 0 0 0,-1 1 0 0 0,1 0 0 0 0,-1 0 0 0 0,-1 1 0 0 0,1 0 0 0 0,-1 0 0 0 0,-1 1 0 0 0,1 0 0 0 0,8 16 0 0 0,-15-24-5 0 0,-1 0 0 0 0,1 0 0 0 0,-1 0 0 0 0,0 0 0 0 0,0 0 0 0 0,1 0 0 0 0,-1 0 0 0 0,0 1 0 0 0,0-1 0 0 0,0 0 0 0 0,0 0 0 0 0,0 0 0 0 0,0 0 0 0 0,0 0 0 0 0,-1 0 0 0 0,1 1 0 0 0,0-1 0 0 0,-1 0 0 0 0,1 0 0 0 0,-1 0 0 0 0,1 0 0 0 0,-1 0 0 0 0,1 0-1 0 0,-1 0 1 0 0,0 0 0 0 0,-1 1 0 0 0,0 0 0 0 0,-1 0 0 0 0,1 0-1 0 0,-1 0 1 0 0,0 0-1 0 0,0-1 1 0 0,0 1 0 0 0,0-1-1 0 0,0 0 1 0 0,-4 2-1 0 0,-5 0-2 0 0,0-1 0 0 0,0 0 0 0 0,0 0-1 0 0,-14 0 1 0 0,-60-8 66 0 0,85 6-61 0 0,-11-4 122 0 0,6 1-1784 0 0,27-3-6964 0 0</inkml:trace>
</inkml:ink>
</file>

<file path=ppt/ink/ink13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25:44.1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 0 556 0 0,'0'0'783'0'0,"12"17"3387"0"0,-11-7-3370 0 0,1 0 1 0 0,-2 0-1 0 0,1-1 1 0 0,-2 15 0 0 0,0-18-849 0 0,0 1 0 0 0,0-1 0 0 0,-1 0 1 0 0,1 0-1 0 0,-1 0 0 0 0,-1 1 0 0 0,-3 5 1 0 0,0-6-5121 0 0</inkml:trace>
</inkml:ink>
</file>

<file path=ppt/ink/ink13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25:44.4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 36 816 0 0,'-6'-29'6909'0'0,"12"23"-6018"0"0,11 8-5385 0 0,-9 1 2172 0 0</inkml:trace>
</inkml:ink>
</file>

<file path=ppt/ink/ink13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25:44.7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41 472 0 0,'-1'-3'484'0'0,"1"0"0"0"0,1 1 1 0 0,-1-1-1 0 0,0 1 0 0 0,1-1 0 0 0,-1 1 0 0 0,1-1 1 0 0,0 1-1 0 0,-1-1 0 0 0,1 1 0 0 0,1 0 0 0 0,-1-1 0 0 0,3-3 1 0 0,-4 6-419 0 0,0 0 1 0 0,0 0 0 0 0,0 0 0 0 0,0 0 0 0 0,1-1 0 0 0,-1 1-1 0 0,0 0 1 0 0,0 0 0 0 0,0 0 0 0 0,1 0 0 0 0,-1 0-1 0 0,0 0 1 0 0,0 0 0 0 0,0 0 0 0 0,1 0 0 0 0,-1 0 0 0 0,0 0-1 0 0,0 0 1 0 0,0 0 0 0 0,1 0 0 0 0,-1 0 0 0 0,0 0-1 0 0,0 0 1 0 0,0 0 0 0 0,1 0 0 0 0,-1 0 0 0 0,0 0-1 0 0,0 0 1 0 0,0 0 0 0 0,1 0 0 0 0,-1 0 0 0 0,0 0 0 0 0,0 1-1 0 0,0-1 1 0 0,1 0 0 0 0,-1 0 0 0 0,0 0 0 0 0,0 0-1 0 0,0 0 1 0 0,0 1 0 0 0,0-1 0 0 0,0 0 0 0 0,1 0-1 0 0,-1 0 1 0 0,0 1 0 0 0,0-1 0 0 0,5 25 348 0 0,-3 113 620 0 0,1 12-520 0 0,0-115-405 0 0,-2 0 0 0 0,2 0 1 0 0,2 0 0 0 0,1-1 0 0 0,1 0 0 0 0,14 37 0 0 0,-18-62-85 0 0,0-1-1 0 0,0 0 1 0 0,1 0 0 0 0,1-1-1 0 0,-1 1 1 0 0,1-1-1 0 0,0 0 1 0 0,1 0-1 0 0,6 6 1 0 0,-9-11-20 0 0,-1 0 1 0 0,1-1-1 0 0,-1 1 1 0 0,1-1-1 0 0,-1 0 1 0 0,1 0-1 0 0,0 1 1 0 0,0-2-1 0 0,0 1 1 0 0,-1 0-1 0 0,1-1 1 0 0,0 1-1 0 0,0-1 1 0 0,0 0-1 0 0,0 0 1 0 0,0 0-1 0 0,0 0 1 0 0,0-1-1 0 0,0 1 0 0 0,0-1 1 0 0,0 1-1 0 0,0-1 1 0 0,-1 0-1 0 0,1 0 1 0 0,0-1-1 0 0,-1 1 1 0 0,1-1-1 0 0,0 1 1 0 0,3-4-1 0 0,38-24 803 0 0,-43 28-946 0 0</inkml:trace>
</inkml:ink>
</file>

<file path=ppt/ink/ink13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25:45.1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36 976 0 0,'-1'-19'4798'0'0,"0"2"-930"0"0,8 33-6446 0 0,-6-11-96 0 0,-1 1 204 0 0</inkml:trace>
</inkml:ink>
</file>

<file path=ppt/ink/ink13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25:45.4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21 636 0 0,'5'35'2911'0'0,"-2"-30"-2647"0"0,0 0 0 0 0,0 1 0 0 0,0-1 0 0 0,1 0 0 0 0,0-1 0 0 0,0 1 0 0 0,1-1 1 0 0,-1 0-1 0 0,1 0 0 0 0,0 0 0 0 0,0 0 0 0 0,0-1 0 0 0,8 4 1207 0 0,-3-36 480 0 0,-9 26-1879 0 0,-2 1-1 0 0,1-1 1 0 0,0 1-1 0 0,0-1 0 0 0,-1 1 1 0 0,0-1-1 0 0,1 1 1 0 0,-1-1-1 0 0,0 1 0 0 0,0 0 1 0 0,0 0-1 0 0,0-1 1 0 0,-1 1-1 0 0,1 0 1 0 0,-1 0-1 0 0,1 0 0 0 0,-4-3 1 0 0,3 3-11 0 0,0 0 0 0 0,0-1 0 0 0,0 1 0 0 0,1-1 0 0 0,-1 1 0 0 0,1-1 0 0 0,-1 0 0 0 0,1 0 0 0 0,0 1 0 0 0,0-1 0 0 0,-1-4 0 0 0,2 6-90 0 0,0 0 0 0 0,0 1 0 0 0,0-1 0 0 0,-1 1 0 0 0,1-1 0 0 0,0 1 0 0 0,0-1 0 0 0,-1 1 1 0 0,1-1-1 0 0,0 1 0 0 0,-1-1 0 0 0,1 1 0 0 0,-1-1 0 0 0,1 1 0 0 0,-1 0 0 0 0,1-1 0 0 0,-1 1 0 0 0,1 0 0 0 0,-1-1 0 0 0,1 1 0 0 0,-1 0 0 0 0,1 0 0 0 0,-1-1 0 0 0,1 1 0 0 0,-1 0 0 0 0,0 0 0 0 0,1 0 0 0 0,-1 0 0 0 0,1 0 0 0 0,-1 0 0 0 0,0 0 0 0 0,1 0 0 0 0,-1 0 0 0 0,1 0 0 0 0,-1 0 0 0 0,1 0 0 0 0,-1 0 0 0 0,0 1 0 0 0,0-1 0 0 0,-22 6-3165 0 0,18-4 141 0 0</inkml:trace>
</inkml:ink>
</file>

<file path=ppt/ink/ink13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25:46.5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1 325 580 0 0,'38'19'5231'0'0,"-21"12"-3743"0"0,-16-27-1338 0 0,1 0 0 0 0,0-1 0 0 0,-1 1 0 0 0,1-1 0 0 0,0 1 0 0 0,1-1 0 0 0,3 5 0 0 0,-6-8-45 0 0,0 1-78 0 0,1-1 0 0 0,-1 0 1 0 0,0 1-1 0 0,0-1 0 0 0,0 1 0 0 0,0-1 0 0 0,0 1 0 0 0,1-1 0 0 0,-1 0 1 0 0,0 1-1 0 0,0-1 0 0 0,1 0 0 0 0,-1 1 0 0 0,0-1 0 0 0,0 0 0 0 0,1 1 1 0 0,-1-1-1 0 0,0 0 0 0 0,1 1 0 0 0,-1-1 0 0 0,0 0 0 0 0,1 0 0 0 0,-1 0 1 0 0,1 1-1 0 0,-1-1 0 0 0,0 0 0 0 0,1 0 0 0 0,15-10 18 0 0,-2 1 22 0 0,0 0-1 0 0,1 1 0 0 0,26-11 1 0 0,-35 16-94 0 0,0 2 1 0 0,1-1-1 0 0,-1 1 1 0 0,1 0-1 0 0,-1 0 1 0 0,1 1-1 0 0,-1 0 1 0 0,1 0-1 0 0,-1 1 1 0 0,1 0-1 0 0,0 0 1 0 0,-1 0-1 0 0,9 3 1 0 0,38 13-1061 0 0,62 11 1 0 0,-95-25 906 0 0,0 0 0 0 0,0-1-1 0 0,0-1 1 0 0,0-1 0 0 0,1-1-1 0 0,32-5 1 0 0,-48 5 234 0 0,0 0-1 0 0,0 0 1 0 0,-1 0-1 0 0,1-1 1 0 0,0 1 0 0 0,0-1-1 0 0,-1-1 1 0 0,1 1-1 0 0,-1-1 1 0 0,0 1-1 0 0,0-1 1 0 0,0 0 0 0 0,0-1-1 0 0,0 1 1 0 0,0-1-1 0 0,-1 1 1 0 0,0-1-1 0 0,0 0 1 0 0,0-1 0 0 0,0 1-1 0 0,-1 0 1 0 0,4-9-1 0 0,-5 12 139 0 0,-1 0-143 0 0,0 1 0 0 0,0-1 0 0 0,1 0 0 0 0,-1 1 1 0 0,0-1-1 0 0,0 0 0 0 0,0 0 0 0 0,0 1 0 0 0,0-1 0 0 0,0 0 0 0 0,0 1 0 0 0,0-1 0 0 0,0 0 0 0 0,0 1 0 0 0,-1-1 0 0 0,1 0 0 0 0,0 1 0 0 0,0-1 0 0 0,-1 0 0 0 0,1 1 0 0 0,0-1 0 0 0,-1 0 0 0 0,1 1 0 0 0,0-1 0 0 0,-1 1 0 0 0,1-1 0 0 0,-1 1 0 0 0,1-1 0 0 0,-1 1 0 0 0,1-1 1 0 0,-1 1-1 0 0,1 0 0 0 0,-1-1 0 0 0,0 1 0 0 0,1 0 0 0 0,-1-1 0 0 0,0 1 0 0 0,1 0 0 0 0,-2-1 0 0 0,-3 2 31 0 0,0 0 1 0 0,0 0-1 0 0,1 0 0 0 0,-1 1 1 0 0,1-1-1 0 0,-1 1 0 0 0,-7 4 1 0 0,11-5 7 0 0,-43 21 839 0 0,42-22-893 0 0,-33 38 556 0 0,35-38-587 0 0,-1 0 1 0 0,1 0-1 0 0,0 0 0 0 0,0 1 1 0 0,0-1-1 0 0,-1 0 0 0 0,1 1 1 0 0,0-1-1 0 0,0 0 1 0 0,0 0-1 0 0,0 1 0 0 0,0-1 1 0 0,0 0-1 0 0,0 1 0 0 0,-1-1 1 0 0,1 0-1 0 0,0 0 0 0 0,0 1 1 0 0,0-1-1 0 0,0 0 0 0 0,0 1 1 0 0,0-1-1 0 0,1 0 0 0 0,-1 1 1 0 0,0-1-1 0 0,0 0 0 0 0,0 0 1 0 0,0 1-1 0 0,0-1 0 0 0,0 0 1 0 0,0 1-1 0 0,1-1 0 0 0,-1 0 1 0 0,0 0-1 0 0,0 0 1 0 0,0 1-1 0 0,1-1 0 0 0,-1 0 1 0 0,0 0-1 0 0,1 1 0 0 0,15 4 56 0 0,21-4-29 0 0,-16-4-44 0 0,0-1-1 0 0,-1-1 0 0 0,21-7 1 0 0,15-5-131 0 0,-27 12-209 0 0,46-3 0 0 0,-54 7 232 0 0,-1-1-1 0 0,1 0 0 0 0,0-2 0 0 0,-1 0 0 0 0,34-12 0 0 0,-49 13 124 0 0,0 1 0 0 0,0-1 0 0 0,0 0 0 0 0,0-1 0 0 0,-1 1-1 0 0,1-1 1 0 0,-1 0 0 0 0,0 0 0 0 0,0 0 0 0 0,0 0 0 0 0,-1-1-1 0 0,1 0 1 0 0,-1 1 0 0 0,0-1 0 0 0,-1 0 0 0 0,1-1-1 0 0,-1 1 1 0 0,0 0 0 0 0,0-1 0 0 0,-1 1 0 0 0,0-1 0 0 0,0 0-1 0 0,0 1 1 0 0,0-1 0 0 0,-1-8 0 0 0,1 2 248 0 0,-1 0 0 0 0,-1 0-1 0 0,0-1 1 0 0,0 1 0 0 0,-1 0 0 0 0,-1 0 0 0 0,0 1 0 0 0,-1-1 0 0 0,0 1-1 0 0,0-1 1 0 0,-2 1 0 0 0,-5-10 0 0 0,1 5 698 0 0,-2 0 939 0 0,11 17-1852 0 0,0 0 1 0 0,0 0-1 0 0,0 1 1 0 0,0-1-1 0 0,0 0 1 0 0,0 0-1 0 0,0 0 1 0 0,1 1 0 0 0,-1-1-1 0 0,0 0 1 0 0,1 1-1 0 0,-1-1 1 0 0,1 1-1 0 0,0-1 1 0 0,-1 1-1 0 0,1-1 1 0 0,0 0-1 0 0,0 3 1 0 0,-4 12 117 0 0,1 1 0 0 0,1-1 0 0 0,1 1 0 0 0,1 0 0 0 0,0 0 0 0 0,3 23 0 0 0,24 101 422 0 0,-22-117-467 0 0,-3-7-59 0 0,-2-14-120 0 0,0 1-1 0 0,0-1 0 0 0,0 1 1 0 0,1-1-1 0 0,-1 0 0 0 0,1 1 1 0 0,0-1-1 0 0,0 0 0 0 0,0 0 1 0 0,1 1-1 0 0,2 4 0 0 0,-3-8-302 0 0,-11-4-6257 0 0,8 3 6142 0 0,0 0 0 0 0,0-1 1 0 0,0 1-1 0 0,0 0 0 0 0,0-1 1 0 0,0 0-1 0 0,0 1 0 0 0,0-1 1 0 0,-2-3-1 0 0,-6-7-2816 0 0</inkml:trace>
</inkml:ink>
</file>

<file path=ppt/ink/ink13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25:46.8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 40 944 0 0,'0'0'1216'0'0,"-4"-4"836"0"0,6-8-1188 0 0,3 9 633 0 0,9-4-873 0 0,-6 3-60 0 0,3 4-84 0 0,3-5-176 0 0,-1 2-148 0 0,4 1-204 0 0,-7 2-180 0 0,7 2-292 0 0,-3-4-800 0 0,-3 2-1429 0 0,-1 0 633 0 0</inkml:trace>
</inkml:ink>
</file>

<file path=ppt/ink/ink13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25:48.6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156 427 1004 0 0,'0'0'228'0'0,"0"-1"0"0"0,1 1 0 0 0,-1-1-1 0 0,0 1 1 0 0,0-1 0 0 0,0 1 0 0 0,1-1 0 0 0,-1 1 0 0 0,0 0-1 0 0,0-1 1 0 0,1 1 0 0 0,-1-1 0 0 0,1 1 0 0 0,-1 0 0 0 0,0-1-1 0 0,1 1 1 0 0,-1 0 0 0 0,1-1 0 0 0,-1 1 0 0 0,0 0 0 0 0,1 0-1 0 0,-1-1 1 0 0,1 1 0 0 0,0 0 0 0 0,10 36 878 0 0,-2 0 1 0 0,6 47-1 0 0,2 10-113 0 0,-11-60-462 0 0,-1 0-1 0 0,1 56 0 0 0,-11-64 533 0 0,5-25-1013 0 0,0 1 0 0 0,0-1 1 0 0,-1 1-1 0 0,1-1 0 0 0,-1 0 1 0 0,1 1-1 0 0,0-1 1 0 0,-1 0-1 0 0,1 1 0 0 0,-1-1 1 0 0,1 0-1 0 0,-1 0 0 0 0,1 1 1 0 0,-1-1-1 0 0,1 0 0 0 0,-1 0 1 0 0,1 0-1 0 0,-1 0 0 0 0,1 1 1 0 0,-1-1-1 0 0,1 0 1 0 0,-1 0-1 0 0,1 0 0 0 0,-1 0 1 0 0,1 0-1 0 0,-1-1 0 0 0,-4 0 85 0 0,1-1 0 0 0,-1 0 0 0 0,1 0 0 0 0,0 0 0 0 0,0-1-1 0 0,0 0 1 0 0,-7-6 0 0 0,-5-5-57 0 0,0-2 0 0 0,1 0 1 0 0,0-1-1 0 0,2-1 0 0 0,0 0 0 0 0,1 0 0 0 0,1-2 0 0 0,0 1 1 0 0,2-1-1 0 0,0-1 0 0 0,1 0 0 0 0,1 0 0 0 0,1 0 0 0 0,1-1 0 0 0,1 0 1 0 0,1 0-1 0 0,1 0 0 0 0,1-42 0 0 0,2 44-78 0 0,1-1 1 0 0,1 1-1 0 0,0-1 0 0 0,2 1 0 0 0,0 0 1 0 0,2 1-1 0 0,0-1 0 0 0,1 1 1 0 0,11-20-1 0 0,-10 25-12 0 0,-1 0 0 0 0,2 1 1 0 0,0 0-1 0 0,1 1 0 0 0,0 0 0 0 0,0 1 1 0 0,2 0-1 0 0,-1 1 0 0 0,1 0 0 0 0,1 1 0 0 0,-1 1 1 0 0,21-10-1 0 0,-18 11-21 0 0,0 0 0 0 0,1 1 1 0 0,-1 1-1 0 0,1 0 0 0 0,1 2 0 0 0,-1 0 1 0 0,0 1-1 0 0,1 0 0 0 0,0 1 0 0 0,-1 1 1 0 0,22 3-1 0 0,-30-1 8 0 0,-1-1 0 0 0,1 2 1 0 0,-1-1-1 0 0,0 1 0 0 0,1 0 0 0 0,-1 1 0 0 0,0 0 1 0 0,-1 0-1 0 0,1 0 0 0 0,-1 1 0 0 0,0 1 1 0 0,0-1-1 0 0,0 1 0 0 0,-1 0 0 0 0,0 0 1 0 0,0 1-1 0 0,-1 0 0 0 0,0 0 0 0 0,0 0 1 0 0,0 1-1 0 0,-1 0 0 0 0,0 0 0 0 0,-1 0 1 0 0,4 9-1 0 0,-6-12 11 0 0,0 0 0 0 0,1 0 0 0 0,-1 0 1 0 0,-1 1-1 0 0,1-1 0 0 0,-1 0 0 0 0,0 0 0 0 0,0 0 1 0 0,-1 0-1 0 0,1 1 0 0 0,-1-1 0 0 0,0 0 0 0 0,-1 0 1 0 0,-3 9-1 0 0,1-5-3 0 0,0 0 0 0 0,-1-1 0 0 0,-1 1 1 0 0,0-1-1 0 0,0 0 0 0 0,0 0 0 0 0,-10 8 1 0 0,-4 1-7 0 0,1-1 0 0 0,-2-1 0 0 0,0 0 0 0 0,-1-2 0 0 0,-29 13 0 0 0,18-10-288 0 0,-47 13 1 0 0,68-25-602 0 0,0-1 1 0 0,0-1 0 0 0,0 0-1 0 0,-17 0 1 0 0,21-7-4413 0 0</inkml:trace>
</inkml:ink>
</file>

<file path=ppt/ink/ink13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25:49.0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1 324 0 0,'0'0'763'0'0,"14"15"1567"0"0,31 240 3955 0 0,-12-55-3995 0 0,-27-119-737 0 0,-5-85-1530 0 0,-1 0 0 0 0,1 0 0 0 0,0 0 0 0 0,0 0 0 0 0,1 0 0 0 0,-1 0 0 0 0,1 0 0 0 0,0 1 0 0 0,0-1 0 0 0,0 0 0 0 0,1 1-1 0 0,-1 0 1 0 0,5-5 0 0 0,41-37 92 0 0,-46 44-113 0 0,0 0 0 0 0,0 0 0 0 0,0 0 0 0 0,0 0 0 0 0,0 1 0 0 0,0-1 0 0 0,0 0 0 0 0,0 1 0 0 0,0 0 0 0 0,0-1-1 0 0,1 1 1 0 0,-1 0 0 0 0,0 0 0 0 0,0 0 0 0 0,0 0 0 0 0,0 1 0 0 0,0-1 0 0 0,1 0 0 0 0,-1 1 0 0 0,0 0 0 0 0,0-1 0 0 0,0 1 0 0 0,0 0 0 0 0,0 0-1 0 0,0 0 1 0 0,-1 0 0 0 0,1 1 0 0 0,3 2 0 0 0,8 6 1 0 0,-1 1 0 0 0,0 1 0 0 0,11 13 0 0 0,10 8-474 0 0,-20-21-431 0 0,8 6-1045 0 0,-3-13-4085 0 0,-10-5 3387 0 0</inkml:trace>
</inkml:ink>
</file>

<file path=ppt/ink/ink13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25:49.4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60 0 0,'8'3'402'0'0,"1"0"0"0"0,0 0 0 0 0,-1 1 0 0 0,1 0 0 0 0,-1 1 0 0 0,0 0 0 0 0,-1 0 0 0 0,1 1 0 0 0,-1-1 0 0 0,0 2 0 0 0,0-1 0 0 0,-1 1 0 0 0,0 0 0 0 0,0 0 0 0 0,-1 1 0 0 0,0 0 0 0 0,0 0 0 0 0,0 0 0 0 0,-1 0-1 0 0,4 13 1 0 0,1-4 992 0 0,-2-14-253 0 0,7-26 46 0 0,5-9-2220 0 0,-11 26 472 0 0,-1 0-1 0 0,1 1 1 0 0,0-1 0 0 0,1 2 0 0 0,11-6 0 0 0,8-1-3337 0 0,-15 6 1689 0 0</inkml:trace>
</inkml:ink>
</file>

<file path=ppt/ink/ink13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25:50.5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86 18 16 0 0,'1'-10'4027'0'0,"-1"10"-3914"0"0,0-1 0 0 0,1 1 1 0 0,-1 0-1 0 0,0 0 1 0 0,0 0-1 0 0,0 0 0 0 0,0-1 1 0 0,0 1-1 0 0,0 0 0 0 0,0 0 1 0 0,0 0-1 0 0,0-1 0 0 0,0 1 1 0 0,0 0-1 0 0,0 0 0 0 0,0 0 1 0 0,0-1-1 0 0,0 1 0 0 0,0 0 1 0 0,0 0-1 0 0,0 0 0 0 0,0-1 1 0 0,0 1-1 0 0,0 0 0 0 0,-1 0 1 0 0,1 0-1 0 0,0 0 1 0 0,0-1-1 0 0,0 1 0 0 0,0 0 1 0 0,0 0-1 0 0,0 0 0 0 0,-1 0 1 0 0,1 0-1 0 0,0 0 0 0 0,0-1 1 0 0,0 1-1 0 0,0 0 0 0 0,-1 0 1 0 0,1 0-1 0 0,0 0 0 0 0,0 0 1 0 0,0 0-1 0 0,-1 0 0 0 0,1 0 1 0 0,0 0-1 0 0,0 0 1 0 0,0 0-1 0 0,0 0 0 0 0,-1 0 1 0 0,1 0-1 0 0,-8 4 48 0 0,1 1 0 0 0,0 1 1 0 0,0-1-1 0 0,1 1 0 0 0,-1 0 0 0 0,1 1 0 0 0,0-1 1 0 0,1 1-1 0 0,-8 13 0 0 0,12-18-148 0 0,-8 21 175 0 0,15-17-135 0 0,14-8-64 0 0,25-10-203 0 0,-44 12 186 0 0,-1 0 23 0 0,1 0 0 0 0,-1 0 0 0 0,1 0 0 0 0,-1 0 0 0 0,0 0 1 0 0,1 0-1 0 0,-1 0 0 0 0,1 0 0 0 0,-1 0 0 0 0,1 0 0 0 0,-1 0 0 0 0,0 1 0 0 0,1-1 1 0 0,-1 0-1 0 0,1 0 0 0 0,-1 0 0 0 0,0 0 0 0 0,1 1 0 0 0,-1-1 0 0 0,0 0 0 0 0,1 0 1 0 0,-1 1-1 0 0,0-1 0 0 0,1 0 0 0 0,-1 1 0 0 0,0-1 0 0 0,0 0 0 0 0,1 1 0 0 0,-1-1 1 0 0,0 0-1 0 0,0 1 0 0 0,0-1 0 0 0,1 1 0 0 0,-1-1 0 0 0,0 0 0 0 0,0 1 1 0 0,0-1-1 0 0,0 1 0 0 0,0-1 0 0 0,0 0 0 0 0,0 1 0 0 0,0-1 0 0 0,0 1 0 0 0,0-1 1 0 0,0 1-1 0 0,-4 16-1 0 0,3-15 4 0 0,0-1 0 0 0,0 1 0 0 0,1-1 0 0 0,-1 1-1 0 0,1-1 1 0 0,-1 1 0 0 0,1-1 0 0 0,0 1 0 0 0,0 0-1 0 0,-1-1 1 0 0,1 1 0 0 0,0-1 0 0 0,0 1 0 0 0,1 0 0 0 0,-1-1-1 0 0,0 1 1 0 0,0-1 0 0 0,1 1 0 0 0,-1-1 0 0 0,1 1-1 0 0,0-1 1 0 0,-1 1 0 0 0,1-1 0 0 0,0 1 0 0 0,0-1 0 0 0,0 0-1 0 0,0 1 1 0 0,0-1 0 0 0,0 0 0 0 0,0 0 0 0 0,0 0-1 0 0,0 0 1 0 0,1 0 0 0 0,-1 0 0 0 0,2 1 0 0 0,2-1 3 0 0,-1-1 0 0 0,1 1 0 0 0,0-1 0 0 0,-1 0 0 0 0,1-1 0 0 0,-1 1-1 0 0,1-1 1 0 0,0 0 0 0 0,-1 0 0 0 0,5-2 0 0 0,39-19-42 0 0,-2 0-183 0 0,94-30-1 0 0,-131 49 214 0 0,-4 1-16 0 0,0 1 1 0 0,0-1-1 0 0,0 1 0 0 0,1 0 1 0 0,-1 0-1 0 0,0 0 0 0 0,0 1 1 0 0,1-1-1 0 0,-1 1 0 0 0,0 1 1 0 0,1-1-1 0 0,8 3 0 0 0,-13-2 23 0 0,-1 0-1 0 0,0 0 0 0 0,0 0 1 0 0,0 0-1 0 0,0 0 0 0 0,-1 0 1 0 0,1 0-1 0 0,0 0 0 0 0,0 0 1 0 0,-1-1-1 0 0,1 1 0 0 0,0 0 1 0 0,-1 0-1 0 0,1 0 0 0 0,-1 0 1 0 0,1 0-1 0 0,-1 0 0 0 0,1-1 1 0 0,-1 1-1 0 0,0 0 0 0 0,1 0 1 0 0,-1-1-1 0 0,0 1 0 0 0,0 0 1 0 0,1-1-1 0 0,-2 1 1 0 0,-21 19-33 0 0,8-9 0 0 0,-1 0 1 0 0,2 0 0 0 0,0 2 0 0 0,-23 23 0 0 0,37-35-13 0 0,0 3-67 0 0,0-3 114 0 0,0-1 0 0 0,0 0 0 0 0,0 0 0 0 0,0 1 0 0 0,0-1 0 0 0,0 0 0 0 0,0 0 0 0 0,0 0 0 0 0,0 1 0 0 0,0-1 0 0 0,0 0 1 0 0,0 0-1 0 0,0 0 0 0 0,0 1 0 0 0,0-1 0 0 0,0 0 0 0 0,0 0 0 0 0,0 1 0 0 0,0-1 0 0 0,1 0 0 0 0,-1 0 0 0 0,0 0 0 0 0,0 0 1 0 0,0 1-1 0 0,0-1 0 0 0,0 0 0 0 0,0 0 0 0 0,1 0 0 0 0,-1 0 0 0 0,0 1 0 0 0,0-1 0 0 0,0 0 0 0 0,1 0 0 0 0,-1 0 0 0 0,0 0 0 0 0,0 0 1 0 0,0 0-1 0 0,1 0 0 0 0,-1 0 0 0 0,0 0 0 0 0,0 0 0 0 0,0 0 0 0 0,1 0 0 0 0,-1 0 0 0 0,0 0 0 0 0,0 0 0 0 0,1 0 0 0 0,-1 0 1 0 0,0 0-1 0 0,0 0 0 0 0,0 0 0 0 0,1 0 0 0 0,-1 0 0 0 0,0 0 0 0 0,0 0 0 0 0,0 0 0 0 0,1-1 0 0 0,24 0-37 0 0,0-2 0 0 0,0-2 0 0 0,-1 0 0 0 0,35-12 0 0 0,25-5-10 0 0,-70 18 45 0 0,-1-1 1 0 0,0 0-1 0 0,0-1 0 0 0,-1 0 1 0 0,0-1-1 0 0,20-14 0 0 0,0-19 374 0 0,-31 39-290 0 0,-3-10 900 0 0,0 12-974 0 0,0 0 0 0 0,-1 1 0 0 0,1-1 0 0 0,0 0 0 0 0,1 1 0 0 0,-1-1 0 0 0,0 1 1 0 0,0 0-1 0 0,1 0 0 0 0,-1-1 0 0 0,1 1 0 0 0,-1 0 0 0 0,1 0 0 0 0,0 0 0 0 0,0 1 1 0 0,0-1-1 0 0,0 0 0 0 0,0 0 0 0 0,0 1 0 0 0,0-1 0 0 0,1 0 0 0 0,0 1 0 0 0,-1-1 0 0 0,1 1 1 0 0,0-1-1 0 0,0 0 0 0 0,0 1 0 0 0,0-1 0 0 0,1 1 0 0 0,-1-1 0 0 0,1 0 0 0 0,-1 1 1 0 0,1-1-1 0 0,0 0 0 0 0,0 1 0 0 0,0-1 0 0 0,0 0 0 0 0,0 0 0 0 0,2 3 0 0 0,-1-4-3 0 0,0 0-1 0 0,0 0 1 0 0,0 1 0 0 0,-1-1-1 0 0,1-1 1 0 0,0 1-1 0 0,0 0 1 0 0,0-1-1 0 0,0 1 1 0 0,0-1 0 0 0,1 1-1 0 0,-1-1 1 0 0,0 0-1 0 0,0 0 1 0 0,0 0-1 0 0,0 0 1 0 0,0 0 0 0 0,4-1-1 0 0,45-10 6 0 0,-30 6-11 0 0,32-5 13 0 0,-34 5 19 0 0,1 2 0 0 0,-1-1 0 0 0,1 2-1 0 0,0 1 1 0 0,0 1 0 0 0,25 2 0 0 0,-42-2 19 0 0,0 0 1 0 0,0 1-1 0 0,0 0 1 0 0,-1-1-1 0 0,1 1 1 0 0,0 0-1 0 0,0 1 1 0 0,-1-1-1 0 0,1 0 1 0 0,0 1 0 0 0,-1-1-1 0 0,1 1 1 0 0,-1 0-1 0 0,0 0 1 0 0,0 0-1 0 0,1 0 1 0 0,-1 0-1 0 0,-1 1 1 0 0,1-1-1 0 0,0 1 1 0 0,-1-1-1 0 0,1 1 1 0 0,1 4-1 0 0,-2-4-14 0 0,-1-1-1 0 0,0 1 0 0 0,1-1 0 0 0,-1 1 0 0 0,-1-1 0 0 0,1 1 0 0 0,0-1 0 0 0,-1 1 1 0 0,1-1-1 0 0,-1 0 0 0 0,1 1 0 0 0,-1-1 0 0 0,0 0 0 0 0,0 1 0 0 0,0-1 1 0 0,-1 0-1 0 0,1 0 0 0 0,0 0 0 0 0,-1 0 0 0 0,1 0 0 0 0,-1 0 0 0 0,0 0 0 0 0,0-1 1 0 0,0 1-1 0 0,0-1 0 0 0,0 1 0 0 0,0-1 0 0 0,-4 3 0 0 0,-6 3-308 0 0,-30 17-1435 0 0,14-16-4293 0 0,19-6 2860 0 0</inkml:trace>
</inkml:ink>
</file>

<file path=ppt/ink/ink13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25:50.8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 33 616 0 0,'6'-5'1060'0'0,"0"-2"-104"0"0,0 4-80 0 0,-2-1-76 0 0,-1 1 533 0 0,-1-4-545 0 0,-15 3-2153 0 0,-14 8-2375 0 0</inkml:trace>
</inkml:ink>
</file>

<file path=ppt/ink/ink13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25:52.5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0 125 268 0 0,'0'0'3688'0'0,"18"14"-2410"0"0,88 8-549 0 0,2-6 1 0 0,125 4 0 0 0,-143-13-488 0 0,377-5 208 0 0,-152-7-306 0 0,912 23 44 0 0,-400 13-123 0 0,-276-7-31 0 0,-250-12-34 0 0,392 7 10 0 0,-70-18 379 0 0,273-12 866 0 0,-3 1-401 0 0,-728 10-687 0 0,935-9 1099 0 0,-785 3-761 0 0,414-21 1954 0 0,-349 5-1080 0 0,-7 1 213 0 0,-216 9-890 0 0,175-17 1082 0 0,-256 22-1345 0 0,-44 5-186 0 0,-1 0 0 0 0,1-2 0 0 0,-1-2-1 0 0,0-1 1 0 0,45-16 0 0 0,-44 15 23 0 0,-31 7-255 0 0,-1-1-673 0 0,0 0 0 0 0,0 0-1 0 0,0-1 1 0 0,0 1 0 0 0,-1 0 0 0 0,1-1 0 0 0,-1 1 0 0 0,1 0 0 0 0,-1 0 0 0 0,0 0 0 0 0,-2-4-1 0 0,2 5 509 0 0,1 0-1 0 0,0 0 0 0 0,0 0 0 0 0,-1 0 0 0 0,1 0 1 0 0,0 0-1 0 0,0 0 0 0 0,0 0 0 0 0,0 0 0 0 0,0 0 0 0 0,0 0 1 0 0,0 0-1 0 0,0 0 0 0 0,1 0 0 0 0,-1 0 0 0 0,0 0 1 0 0,0 0-1 0 0,1 0 0 0 0,-1 0 0 0 0,1 0 0 0 0,-1 0 1 0 0,1 0-1 0 0,0-1 0 0 0,17-17 4028 0 0,1-1-27 0 0,-15 16-7354 0 0</inkml:trace>
</inkml:ink>
</file>

<file path=ppt/ink/ink13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25:57.0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60 168 0 0,'13'-59'9862'0'0,"-9"58"-8977"0"0,2 10-934 0 0,2 10-901 0 0,2 24-4372 0 0,-9-26 2736 0 0</inkml:trace>
</inkml:ink>
</file>

<file path=ppt/ink/ink13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25:57.3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51 680 0 0,'8'12'8673'0'0,"-11"-16"-4882"0"0,-1-8-4631 0 0,-1-12-821 0 0,6 9-3840 0 0,0 8 2607 0 0</inkml:trace>
</inkml:ink>
</file>

<file path=ppt/ink/ink13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26:58.8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245 21 600 0 0,'-1'-1'196'0'0,"0"-1"0"0"0,1 1 0 0 0,-1 0 0 0 0,0-1 0 0 0,0 1 0 0 0,-1 0 0 0 0,1 0 0 0 0,0 0 0 0 0,0-1 0 0 0,-1 1 0 0 0,1 0 0 0 0,0 1 0 0 0,-1-1 1 0 0,1 0-1 0 0,-1 0 0 0 0,1 1 0 0 0,-1-1 0 0 0,1 1 0 0 0,-1-1 0 0 0,0 1 0 0 0,1-1 0 0 0,-3 1 0 0 0,1 2-23 0 0,0-1-1 0 0,0 1 1 0 0,0 0 0 0 0,1 0 0 0 0,-1 1-1 0 0,1-1 1 0 0,-1 0 0 0 0,1 1 0 0 0,0 0-1 0 0,0-1 1 0 0,-3 6 0 0 0,-15 22 277 0 0,1 2 0 0 0,2 0 0 0 0,1 1 0 0 0,1 1 0 0 0,2 0 0 0 0,-12 48 0 0 0,7-4 504 0 0,-17 148 0 0 0,34-196-749 0 0,1 0 0 0 0,1-1 0 0 0,1 1 0 0 0,2 0 0 0 0,1-1 0 0 0,1 0 0 0 0,17 45 0 0 0,91 189-536 0 0,-107-248 149 0 0,11 12-954 0 0,-5-17-727 0 0,1-9-3310 0 0</inkml:trace>
</inkml:ink>
</file>

<file path=ppt/ink/ink13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26:59.2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69 285 88 0 0,'8'-14'5899'0'0,"-16"42"-3413"0"0,-5 49-625 0 0,2 0 0 0 0,0 84 0 0 0,8-135-436 0 0,-4-42-91 0 0,-6-43-483 0 0,3-171-155 0 0,11 196-641 0 0,1 1 1 0 0,1 0-1 0 0,2 0 0 0 0,17-60 0 0 0,-18 83-56 0 0,0 0 0 0 0,0 1-1 0 0,0 0 1 0 0,1 0 0 0 0,1 0-1 0 0,-1 0 1 0 0,2 1 0 0 0,7-10-1 0 0,-13 17 1 0 0,1-1 0 0 0,-1 1 0 0 0,1-1 0 0 0,0 1 0 0 0,-1 0 0 0 0,1 0 0 0 0,0-1 0 0 0,0 1 0 0 0,0 0 0 0 0,0 1 0 0 0,0-1 0 0 0,0 0 0 0 0,0 1 0 0 0,0-1 0 0 0,0 1 0 0 0,0-1 0 0 0,0 1 0 0 0,0 0 0 0 0,0 0-1 0 0,0 0 1 0 0,1 0 0 0 0,-1 0 0 0 0,0 0 0 0 0,0 1 0 0 0,0-1 0 0 0,0 1 0 0 0,0 0 0 0 0,0-1 0 0 0,0 1 0 0 0,0 0 0 0 0,0 0 0 0 0,0 0 0 0 0,-1 0 0 0 0,1 1 0 0 0,0-1 0 0 0,-1 0 0 0 0,1 1 0 0 0,-1-1 0 0 0,1 1 0 0 0,-1 0 0 0 0,0-1 0 0 0,1 1-1 0 0,-1 0 1 0 0,0 0 0 0 0,1 2 0 0 0,4 5 1 0 0,0 0-1 0 0,-1 0 0 0 0,1 1 1 0 0,-2 0-1 0 0,0 0 0 0 0,0 0 1 0 0,-1 0-1 0 0,3 15 0 0 0,-5-20 0 0 0,0 1-1 0 0,0-1 0 0 0,-1 0 0 0 0,0 0 1 0 0,0 0-1 0 0,-1 1 0 0 0,0-1 0 0 0,1 0 1 0 0,-2 0-1 0 0,1 0 0 0 0,0 0 0 0 0,-1 0 1 0 0,0 0-1 0 0,0 0 0 0 0,-1-1 0 0 0,1 1 1 0 0,-1-1-1 0 0,-6 7 0 0 0,4-4-330 0 0,-2-1 0 0 0,1-1 1 0 0,0 1-1 0 0,-1-1 0 0 0,0 0 0 0 0,0-1 1 0 0,-1 1-1 0 0,0-1 0 0 0,-14 5 0 0 0,2 0-2593 0 0,7-12-3177 0 0</inkml:trace>
</inkml:ink>
</file>

<file path=ppt/ink/ink13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26:59.7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91 78 528 0 0,'-16'38'1149'0'0,"1"0"0"0"0,2 1 1 0 0,2 1-1 0 0,2-1 0 0 0,1 2 0 0 0,3-1 0 0 0,0 1 0 0 0,3 0 1 0 0,3 48-1 0 0,0-55 183 0 0,-3-33-80 0 0,0-22-771 0 0,-1-27-340 0 0,2 0-1 0 0,2 0 0 0 0,2 0 1 0 0,2-1-1 0 0,3 2 0 0 0,25-89 0 0 0,-29 125-134 0 0,1-1-1 0 0,0 1 0 0 0,1 0 0 0 0,8-10 0 0 0,-12 17-7 0 0,1-1 0 0 0,0 1 0 0 0,1 0 0 0 0,-1 0 0 0 0,1 1 0 0 0,-1-1 0 0 0,1 1 0 0 0,0 0 0 0 0,0-1 0 0 0,0 2 0 0 0,9-5 0 0 0,-12 7-7 0 0,10 12 21 0 0,-9-11-9 0 0,-1 0-1 0 0,0 0 1 0 0,1 0 0 0 0,-1 0-1 0 0,0 1 1 0 0,0-1 0 0 0,0 0-1 0 0,0 1 1 0 0,0-1 0 0 0,0 1-1 0 0,0-1 1 0 0,-1 1 0 0 0,2 2-1 0 0,0 3 14 0 0,-1 0-1 0 0,0-1 0 0 0,0 1 0 0 0,0 0 0 0 0,-1 0 1 0 0,0 0-1 0 0,0 0 0 0 0,-1 0 0 0 0,0 0 1 0 0,0 0-1 0 0,0 0 0 0 0,-1-1 0 0 0,-4 10 0 0 0,0-3-67 0 0,0-1 0 0 0,-1 0 0 0 0,0-1-1 0 0,-1 0 1 0 0,-17 19 0 0 0,16-23-900 0 0,8-6 448 0 0,0-1 0 0 0,0 0-1 0 0,0 0 1 0 0,0 0 0 0 0,0 1-1 0 0,0-1 1 0 0,0 0 0 0 0,0 0-1 0 0,0-1 1 0 0,0 1 0 0 0,0 0-1 0 0,0 0 1 0 0,0 0 0 0 0,0-1-1 0 0,0 1 1 0 0,0 0 0 0 0,0-1-1 0 0,-1 0 1 0 0</inkml:trace>
</inkml:ink>
</file>

<file path=ppt/ink/ink13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27:00.1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543 1 216 0 0,'3'0'2975'0'0,"11"7"-2116"0"0,-9 0-476 0 0,-1 0 0 0 0,1-1-1 0 0,-1 1 1 0 0,-1 1 0 0 0,1-1-1 0 0,-1 0 1 0 0,0 1 0 0 0,2 13-1 0 0,10 69 1276 0 0,-11-57-1052 0 0,3 20 99 0 0,-2 0 0 0 0,-3 0 0 0 0,-2 0 0 0 0,-2 0-1 0 0,-18 103 1 0 0,8-100-141 0 0,-1 0 1 0 0,-4-1-1 0 0,-26 62 0 0 0,29-87-369 0 0,-1 0 0 0 0,-2-1 1 0 0,0-1-1 0 0,-2-1 0 0 0,-2-1 1 0 0,-42 45-1 0 0,-84 58 230 0 0,64-75-2086 0 0,68-46 329 0 0,0 0 0 0 0,-1-2 0 0 0,-25 8 0 0 0,20-10-2848 0 0,3-2 317 0 0</inkml:trace>
</inkml:ink>
</file>

<file path=ppt/ink/ink13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27:00.4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49 11773 0 0,'17'0'256'0'0,"-1"0"-20"0"0,-5-2 172 0 0,-1 1-8 0 0,-3-3-148 0 0,3 1-76 0 0,-2-1-40 0 0,-3 1 56 0 0,3-2-108 0 0,-6 1-28 0 0,4-5-440 0 0,-2 6-256 0 0,-2-7-2384 0 0</inkml:trace>
</inkml:ink>
</file>

<file path=ppt/ink/ink13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27:10.1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329 183 8301 0 0,'-1'-4'38'0'0,"0"1"52"0"0,1 1 0 0 0,-1-1 0 0 0,0 0-1 0 0,0 0 1 0 0,-1 0 0 0 0,1 1 0 0 0,0-1 0 0 0,-1 0-1 0 0,0 1 1 0 0,0-1 0 0 0,0 1 0 0 0,0 0-1 0 0,0 0 1 0 0,0 0 0 0 0,0 0 0 0 0,-1 0-1 0 0,1 0 1 0 0,-6-2 0 0 0,7 4-47 0 0,0-1 0 0 0,-1 1-1 0 0,1 0 1 0 0,-1 0 0 0 0,1 1 0 0 0,0-1 0 0 0,-1 0-1 0 0,1 0 1 0 0,-1 1 0 0 0,1-1 0 0 0,0 1 0 0 0,-1-1 0 0 0,1 1-1 0 0,0-1 1 0 0,0 1 0 0 0,-1 0 0 0 0,1 0 0 0 0,0-1-1 0 0,0 1 1 0 0,0 0 0 0 0,0 0 0 0 0,0 0 0 0 0,0 0-1 0 0,0 1 1 0 0,1-1 0 0 0,-1 0 0 0 0,0 0 0 0 0,0 0 0 0 0,1 1-1 0 0,-1-1 1 0 0,1 0 0 0 0,-1 2 0 0 0,-20 50 492 0 0,20-50-485 0 0,-35 116 871 0 0,-26 153 0 0 0,58-251-831 0 0,3-9-14 0 0,0-1 1 0 0,-1 1-1 0 0,-1 0 0 0 0,0-1 1 0 0,-1 0-1 0 0,0 0 1 0 0,0 0-1 0 0,-11 17 1 0 0,15-27-63 0 0,-1 0-1 0 0,0 0 1 0 0,0-1 0 0 0,0 1 0 0 0,1 0 0 0 0,-1-1 0 0 0,0 1-1 0 0,0-1 1 0 0,0 1 0 0 0,0-1 0 0 0,0 1 0 0 0,0-1 0 0 0,0 0-1 0 0,0 1 1 0 0,0-1 0 0 0,0 0 0 0 0,0 0 0 0 0,0 0 0 0 0,0 0 0 0 0,0 0-1 0 0,0 0 1 0 0,0 0 0 0 0,0 0 0 0 0,0 0 0 0 0,0 0 0 0 0,0-1-1 0 0,0 1 1 0 0,0 0 0 0 0,0-1 0 0 0,0 1 0 0 0,0-1 0 0 0,0 1 0 0 0,0-1-1 0 0,0 1 1 0 0,0-1 0 0 0,1 0 0 0 0,-1 1 0 0 0,0-1 0 0 0,0 0-1 0 0,1 0 1 0 0,-1 0 0 0 0,0 1 0 0 0,1-1 0 0 0,-1 0 0 0 0,1 0 0 0 0,-1 0-1 0 0,1-2 1 0 0,-24-45 82 0 0,24 48-88 0 0,-7-24 11 0 0,1 1 0 0 0,1-1-1 0 0,0 0 1 0 0,2 0-1 0 0,2-1 1 0 0,0 1 0 0 0,1-1-1 0 0,1 1 1 0 0,1 0-1 0 0,9-37 1 0 0,-4 29-11 0 0,1 1 0 0 0,2 0-1 0 0,1 1 1 0 0,2 0 0 0 0,0 0 0 0 0,2 2 0 0 0,27-39 0 0 0,-35 57-14 0 0,0 1 0 0 0,0 0 0 0 0,1 1 0 0 0,0-1-1 0 0,1 1 1 0 0,0 1 0 0 0,0 0 0 0 0,1 0 0 0 0,14-7 0 0 0,-17 11 10 0 0,-1 0-1 0 0,1 1 1 0 0,0 0-1 0 0,0 0 1 0 0,0 0-1 0 0,0 1 1 0 0,0 0-1 0 0,0 1 1 0 0,0 0-1 0 0,0 0 0 0 0,0 0 1 0 0,0 1-1 0 0,0 0 1 0 0,0 0-1 0 0,0 1 1 0 0,11 3-1 0 0,11 7 74 0 0,-1 1 0 0 0,0 1 0 0 0,-1 1 0 0 0,37 28-1 0 0,96 87 299 0 0,-114-90-292 0 0,-15-15-23 0 0,-1 0 1 0 0,-2 2-1 0 0,-1 1 0 0 0,-1 2 1 0 0,27 39-1 0 0,-52-66-121 0 0,1-1 0 0 0,0 1 1 0 0,-1 0-1 0 0,0-1 0 0 0,0 1 1 0 0,1 0-1 0 0,-2 0 0 0 0,1 0 1 0 0,0 0-1 0 0,-1 0 0 0 0,1 0 0 0 0,-1 0 1 0 0,0 0-1 0 0,0 0 0 0 0,0 1 1 0 0,0-1-1 0 0,-1 0 0 0 0,1 0 1 0 0,-1 0-1 0 0,0 0 0 0 0,0 0 0 0 0,0-1 1 0 0,0 1-1 0 0,0 0 0 0 0,-1 0 1 0 0,-2 4-1 0 0,1-4-165 0 0,0-1 0 0 0,0 1 1 0 0,0-1-1 0 0,0 1 0 0 0,0-1 1 0 0,0 0-1 0 0,0 0 0 0 0,-1-1 0 0 0,1 1 1 0 0,-1-1-1 0 0,0 1 0 0 0,1-1 1 0 0,-1 0-1 0 0,0-1 0 0 0,1 1 1 0 0,-1-1-1 0 0,0 1 0 0 0,0-1 0 0 0,0 0 1 0 0,0 0-1 0 0,-6-2 0 0 0,-52-10-5438 0 0,34 5 3056 0 0</inkml:trace>
</inkml:ink>
</file>

<file path=ppt/ink/ink13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27:10.4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17 135 64 0 0,'-16'-21'2523'0'0,"16"20"-2419"0"0,0 1 0 0 0,0-1 0 0 0,0 0 0 0 0,0 1 0 0 0,0-1 0 0 0,0 0 0 0 0,0 1 0 0 0,0-1 0 0 0,0 0 0 0 0,0 0 0 0 0,0 1 1 0 0,0-1-1 0 0,1 0 0 0 0,-1 1 0 0 0,0-1 0 0 0,0 1 0 0 0,1-1 0 0 0,-1 0 0 0 0,0 1 0 0 0,1-1 0 0 0,-1 1 0 0 0,1-2 0 0 0,4-1 189 0 0,-1 0 0 0 0,0 1 0 0 0,1-1 0 0 0,-1 1 0 0 0,1 0 0 0 0,0 0 0 0 0,8-2 0 0 0,32-11 495 0 0,2 3 0 0 0,87-12-1 0 0,99 6-3685 0 0,-162 14-64 0 0,-27 0 807 0 0</inkml:trace>
</inkml:ink>
</file>

<file path=ppt/ink/ink13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27:10.9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122 273 196 0 0,'-18'5'5511'0'0,"15"3"-5102"0"0,-1-1 0 0 0,1 1 1 0 0,0 0-1 0 0,1 0 0 0 0,0 1 1 0 0,0-1-1 0 0,0 0 0 0 0,1 13 1 0 0,-1-9-79 0 0,-3 26 394 0 0,1 0 0 0 0,2-1 0 0 0,2 42 0 0 0,10 99 1344 0 0,-10-148-1102 0 0,-9-45-57 0 0,-12-54-162 0 0,19 64-828 0 0,-6-33 112 0 0,2 0-1 0 0,1 0 1 0 0,2 0-1 0 0,1-1 1 0 0,2 1-1 0 0,2-1 0 0 0,2 1 1 0 0,1 0-1 0 0,2 0 1 0 0,14-44-1 0 0,-13 57-18 0 0,1 1 0 0 0,21-41 0 0 0,-25 56-19 0 0,1-1-1 0 0,-1 1 0 0 0,1 1 1 0 0,1-1-1 0 0,0 1 0 0 0,0 0 1 0 0,1 1-1 0 0,-1-1 1 0 0,15-8-1 0 0,-20 14 6 0 0,1 0 0 0 0,0 0 0 0 0,0 1 0 0 0,1-1 0 0 0,-1 1 0 0 0,0 0 0 0 0,0 0 0 0 0,1 0 0 0 0,-1 0 0 0 0,0 1 0 0 0,1-1 0 0 0,-1 1 0 0 0,1 0 0 0 0,-1 0 0 0 0,1 0 0 0 0,-1 0 0 0 0,0 1 0 0 0,1-1-1 0 0,-1 1 1 0 0,1 0 0 0 0,-1 0 0 0 0,0 0 0 0 0,0 1 0 0 0,0-1 0 0 0,0 1 0 0 0,0-1 0 0 0,0 1 0 0 0,0 0 0 0 0,0 0 0 0 0,0 1 0 0 0,-1-1 0 0 0,0 0 0 0 0,1 1 0 0 0,-1 0 0 0 0,0-1 0 0 0,3 7 0 0 0,-1-4-3 0 0,-1 1 0 0 0,0-1-1 0 0,-1 1 1 0 0,0 0 0 0 0,0 0-1 0 0,0 0 1 0 0,0 0 0 0 0,-1 0 0 0 0,0 0-1 0 0,0 0 1 0 0,-1 0 0 0 0,0 1 0 0 0,0-1-1 0 0,0 0 1 0 0,-1 0 0 0 0,0 0-1 0 0,0 1 1 0 0,-1-1 0 0 0,-3 11 0 0 0,-2-5 41 0 0,0 0 0 0 0,0 0 1 0 0,-1-1-1 0 0,-1 0 0 0 0,0 0 1 0 0,0-1-1 0 0,-1 0 1 0 0,0-1-1 0 0,-1 0 0 0 0,-20 13 1 0 0,-63 29-1436 0 0,29-21-3882 0 0,31-15 317 0 0,29-13 1473 0 0</inkml:trace>
</inkml:ink>
</file>

<file path=ppt/ink/ink13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27:11.4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113 120 652 0 0,'-19'3'3022'0'0,"-1"0"-1"0"0,-38 1 1 0 0,42-1-996 0 0,23 4-866 0 0,24 3-501 0 0,40-5-260 0 0,-1-3 0 0 0,127-13 0 0 0,-26 0-158 0 0,276-12 184 0 0,-269 13-301 0 0,-142 8-98 0 0,0 1 45 0 0,0-2 1 0 0,54-11-1 0 0,-89 14-68 0 0,-1 0-1 0 0,1 0 1 0 0,-1 0-1 0 0,0 0 1 0 0,1 0-1 0 0,-1 0 0 0 0,1 0 1 0 0,-1 0-1 0 0,1 0 1 0 0,-1 0-1 0 0,0 0 1 0 0,1 0-1 0 0,-1 0 0 0 0,1 0 1 0 0,-1 0-1 0 0,0-1 1 0 0,1 1-1 0 0,-1 0 0 0 0,0 0 1 0 0,1 0-1 0 0,-1-1 1 0 0,0 1-1 0 0,1 0 1 0 0,-1 0-1 0 0,0-1 0 0 0,1 1 1 0 0,-1 0-1 0 0,0 0 1 0 0,0-1-1 0 0,1 1 1 0 0,-1-1-1 0 0,0 1 0 0 0,0 0 1 0 0,0-1-1 0 0,0 1 1 0 0,1 0-1 0 0,-1-1 1 0 0,0 1-1 0 0,0-1 0 0 0,0 1 1 0 0,0 0-1 0 0,0-1 1 0 0,0 1-1 0 0,0-1 0 0 0,0 1 1 0 0,0 0-1 0 0,0-1 1 0 0,0 1-1 0 0,0-1 1 0 0,-24-13 39 0 0,-37-5-23 0 0,-70-17 274 0 0,129 35-203 0 0,3 6-73 0 0,0-1 0 0 0,0 0 1 0 0,0 0-1 0 0,0 1 0 0 0,0-1 0 0 0,1 0 0 0 0,0 0 1 0 0,0-1-1 0 0,0 1 0 0 0,4 4 0 0 0,-4-4-9 0 0,0-1 1 0 0,1 0-1 0 0,-1 1 0 0 0,0 0 0 0 0,-1-1 0 0 0,1 1 0 0 0,-1 0 0 0 0,1 0 0 0 0,-1 0 0 0 0,0 0 0 0 0,-1 0 0 0 0,1 0 0 0 0,-1 0 0 0 0,0 0 0 0 0,0 9 1 0 0,-2-6-103 0 0,-1 1 1 0 0,1 0 0 0 0,-1-1 0 0 0,-1 0 0 0 0,1 0 0 0 0,-1 0 0 0 0,0 0 0 0 0,-1 0 0 0 0,0-1 0 0 0,0 0 0 0 0,-8 8 0 0 0,-30 21-2361 0 0,-5-7-3781 0 0,14-14 2371 0 0</inkml:trace>
</inkml:ink>
</file>

<file path=ppt/ink/ink13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27:13.5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328 278 6605 0 0,'12'-25'57'0'0,"-2"-1"0"0"0,-1 0 1 0 0,-1 0-1 0 0,-1-1 1 0 0,-1 0-1 0 0,-2 0 1 0 0,2-32-1 0 0,-5 58-26 0 0,-1-1-1 0 0,0 1 1 0 0,0 0-1 0 0,0-1 1 0 0,0 1 0 0 0,0 0-1 0 0,0-1 1 0 0,0 1-1 0 0,-1 0 1 0 0,1-1 0 0 0,0 1-1 0 0,-1 0 1 0 0,1-1-1 0 0,-1 1 1 0 0,1 0 0 0 0,-1 0-1 0 0,1 0 1 0 0,-1-1 0 0 0,0 1-1 0 0,0 0 1 0 0,0 0-1 0 0,0 0 1 0 0,0 0 0 0 0,0 0-1 0 0,0 1 1 0 0,0-1-1 0 0,-1-1 1 0 0,0 2 0 0 0,0 0 1 0 0,0 0-1 0 0,0 0 0 0 0,0 0 1 0 0,0 0-1 0 0,0 0 0 0 0,0 1 1 0 0,0-1-1 0 0,1 1 0 0 0,-1-1 0 0 0,0 1 1 0 0,0 0-1 0 0,0-1 0 0 0,1 1 1 0 0,-1 0-1 0 0,-2 2 0 0 0,-9 6 104 0 0,0 1-1 0 0,1 0 0 0 0,-14 15 0 0 0,26-25-126 0 0,-35 36 247 0 0,3 1-1 0 0,1 2 1 0 0,1 1 0 0 0,-28 52-1 0 0,44-66-162 0 0,0 1-1 0 0,2 0 1 0 0,1 1 0 0 0,1 0-1 0 0,2 1 1 0 0,0 0-1 0 0,2 1 1 0 0,-2 32 0 0 0,7-42-66 0 0,2 0 0 0 0,0 0 0 0 0,1 0 0 0 0,1 0 0 0 0,1 0 0 0 0,0 0 0 0 0,2-1 0 0 0,0 1 0 0 0,2-2 0 0 0,0 1 0 0 0,1-1 0 0 0,0 0 0 0 0,2-1 0 0 0,0 0 0 0 0,1-1 0 0 0,0 0 0 0 0,1-1 0 0 0,28 25 0 0 0,-27-28-599 0 0,1 0 1 0 0,0-1-1 0 0,1-1 1 0 0,0-1-1 0 0,1 0 1 0 0,0-1-1 0 0,0 0 1 0 0,1-2-1 0 0,0 0 1 0 0,0-1-1 0 0,0-1 1 0 0,35 4-1 0 0,-21-7-1762 0 0</inkml:trace>
</inkml:ink>
</file>

<file path=ppt/ink/ink13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27:14.0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170 333 8 0 0,'0'1'254'0'0,"1"0"0"0"0,0 1 0 0 0,-1-1 0 0 0,1 0 1 0 0,-1 1-1 0 0,1-1 0 0 0,-1 1 0 0 0,0-1 0 0 0,1 0 0 0 0,-1 1 0 0 0,0-1 0 0 0,0 1 0 0 0,0-1 1 0 0,0 1-1 0 0,0-1 0 0 0,-1 1 0 0 0,0 2 0 0 0,-1 38 1300 0 0,-2-3-555 0 0,2-10-394 0 0,-1 0 1 0 0,-1-1-1 0 0,-2 1 0 0 0,-13 37 1 0 0,19-65-579 0 0,0 1 1 0 0,-1-1-1 0 0,1 0 1 0 0,-1 1 0 0 0,1-1-1 0 0,-1 0 1 0 0,1 1 0 0 0,-1-1-1 0 0,0 0 1 0 0,1 0 0 0 0,-1 0-1 0 0,0 0 1 0 0,0 1-1 0 0,0-1 1 0 0,0 0 0 0 0,0-1-1 0 0,0 1 1 0 0,0 0 0 0 0,0 0-1 0 0,0 0 1 0 0,-1-1-1 0 0,1 1 1 0 0,0 0 0 0 0,0-1-1 0 0,-1 1 1 0 0,1-1 0 0 0,0 0-1 0 0,-1 1 1 0 0,1-1-1 0 0,-1 0 1 0 0,1 0 0 0 0,0 0-1 0 0,-1 0 1 0 0,1 0 0 0 0,-1 0-1 0 0,1 0 1 0 0,0 0 0 0 0,-1-1-1 0 0,1 1 1 0 0,0 0-1 0 0,-1-1 1 0 0,1 1 0 0 0,0-1-1 0 0,-3-1 1 0 0,0-1 12 0 0,-1-1-1 0 0,1 1 1 0 0,0-1-1 0 0,0 0 1 0 0,0 0-1 0 0,0-1 1 0 0,1 1 0 0 0,0-1-1 0 0,0 1 1 0 0,-3-7-1 0 0,-2-12 4 0 0,0 0-1 0 0,2 0 0 0 0,0 0 1 0 0,2 0-1 0 0,1-1 0 0 0,0 0 1 0 0,2 0-1 0 0,2-26 0 0 0,0 28-20 0 0,1-1 0 0 0,2 1 0 0 0,0-1 0 0 0,1 1 0 0 0,1 1 0 0 0,17-39-1 0 0,-18 48-14 0 0,1-1 0 0 0,1 1 0 0 0,0 0 0 0 0,0 1 0 0 0,1-1 0 0 0,1 2 0 0 0,0-1-1 0 0,1 1 1 0 0,-1 0 0 0 0,2 1 0 0 0,-1 0 0 0 0,17-10 0 0 0,-22 17 3 0 0,-1 0 1 0 0,1 0-1 0 0,-1 0 1 0 0,1 1-1 0 0,0-1 1 0 0,-1 1-1 0 0,1 0 0 0 0,0 0 1 0 0,0 1-1 0 0,0 0 1 0 0,0 0-1 0 0,0 0 1 0 0,0 0-1 0 0,8 2 1 0 0,-4 0 41 0 0,0 1 0 0 0,-1 0 1 0 0,1 1-1 0 0,-1-1 0 0 0,0 1 1 0 0,0 1-1 0 0,11 8 0 0 0,6 7 152 0 0,-1 1 0 0 0,-1 2 0 0 0,29 36 0 0 0,-49-56-194 0 0,59 69 336 0 0,-19-26-46 0 0,-3 2 1 0 0,50 79 0 0 0,-88-124-357 0 0,0 0 0 0 0,0 0 0 0 0,-1 0 1 0 0,1 0-1 0 0,-1 0 0 0 0,0 0 0 0 0,0 0 1 0 0,0 1-1 0 0,-1-1 0 0 0,1 0 0 0 0,-1 1 1 0 0,1-1-1 0 0,-1 0 0 0 0,0 1 0 0 0,0-1 0 0 0,-1 0 1 0 0,1 1-1 0 0,-1-1 0 0 0,0 0 0 0 0,0 1 1 0 0,0-1-1 0 0,0 0 0 0 0,0 0 0 0 0,-1 0 1 0 0,1 0-1 0 0,-1 0 0 0 0,0 0 0 0 0,0-1 0 0 0,-4 6 1 0 0,2-5-377 0 0,0 0 0 0 0,1 0 0 0 0,-2 0 1 0 0,1 0-1 0 0,0-1 0 0 0,0 0 0 0 0,-1 0 1 0 0,1 0-1 0 0,-1 0 0 0 0,0-1 1 0 0,1 1-1 0 0,-1-1 0 0 0,0-1 0 0 0,0 1 1 0 0,0-1-1 0 0,0 1 0 0 0,0-1 0 0 0,1-1 1 0 0,-1 1-1 0 0,-5-2 0 0 0,-9-2-2029 0 0</inkml:trace>
</inkml:ink>
</file>

<file path=ppt/ink/ink13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27:14.3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63 500 0 0,'2'-3'180'0'0,"0"0"1"0"0,-1 1-1 0 0,2-1 1 0 0,-1 1-1 0 0,0-1 1 0 0,0 1-1 0 0,1 0 0 0 0,-1 0 1 0 0,1 0-1 0 0,0 0 1 0 0,-1 1-1 0 0,1-1 0 0 0,0 1 1 0 0,0-1-1 0 0,0 1 1 0 0,6-1-1 0 0,53-15 1653 0 0,-26 12-1349 0 0,-1 1-1 0 0,1 2 1 0 0,45 4-1 0 0,44 10-4681 0 0,-106-10 2430 0 0</inkml:trace>
</inkml:ink>
</file>

<file path=ppt/ink/ink13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27:14.6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151 384 12 0 0,'-7'1'286'0'0,"0"0"-1"0"0,1 0 1 0 0,-1 1-1 0 0,1 0 1 0 0,-1 0-1 0 0,1 0 1 0 0,0 1-1 0 0,0-1 1 0 0,0 2-1 0 0,0-1 1 0 0,1 1-1 0 0,-1 0 1 0 0,1 0-1 0 0,0 0 1 0 0,0 1-1 0 0,0-1 1 0 0,1 1 0 0 0,-5 7-1 0 0,5-7-150 0 0,0 0 1 0 0,0 0-1 0 0,1 1 0 0 0,0-1 1 0 0,0 1-1 0 0,0 0 0 0 0,1 0 1 0 0,0 0-1 0 0,0 0 0 0 0,0 0 1 0 0,1 1-1 0 0,0-1 0 0 0,0 0 0 0 0,0 1 1 0 0,1-1-1 0 0,0 1 0 0 0,0-1 1 0 0,3 12-1 0 0,-3-15-111 0 0,1-1-1 0 0,-1 0 0 0 0,1 0 1 0 0,0 0-1 0 0,0 0 1 0 0,0 0-1 0 0,0 0 1 0 0,0 0-1 0 0,0 0 1 0 0,0-1-1 0 0,1 1 0 0 0,-1 0 1 0 0,1-1-1 0 0,-1 1 1 0 0,1-1-1 0 0,-1 1 1 0 0,1-1-1 0 0,0 0 1 0 0,0 1-1 0 0,0-1 0 0 0,0 0 1 0 0,0 0-1 0 0,0-1 1 0 0,0 1-1 0 0,0 0 1 0 0,0-1-1 0 0,0 1 1 0 0,1-1-1 0 0,-1 0 0 0 0,0 0 1 0 0,0 1-1 0 0,0-2 1 0 0,1 1-1 0 0,-1 0 1 0 0,0 0-1 0 0,0-1 1 0 0,0 1-1 0 0,0-1 1 0 0,0 1-1 0 0,1-1 0 0 0,-1 0 1 0 0,0 0-1 0 0,-1 0 1 0 0,4-2-1 0 0,3-1 3 0 0,0 0 1 0 0,-1-1-1 0 0,0 0 0 0 0,0 0 0 0 0,0 0 0 0 0,0-1 1 0 0,-1 0-1 0 0,0-1 0 0 0,0 1 0 0 0,5-9 1 0 0,1-7-22 0 0,-1-1 1 0 0,-1-1-1 0 0,-1 0 1 0 0,-1 0 0 0 0,-2-1-1 0 0,0 0 1 0 0,-1 0-1 0 0,2-40 1 0 0,-5 27 415 0 0,-2-1 0 0 0,-2 1 0 0 0,-1 0 0 0 0,-2 0 0 0 0,-10-40 0 0 0,10 66 552 0 0,-1 11-371 0 0,-5 25-161 0 0,-3 43-207 0 0,12-23-299 0 0,2 0 0 0 0,2 1 1 0 0,2-1-1 0 0,14 65 0 0 0,-8-49-1194 0 0,-8-46 637 0 0,6 28-1350 0 0,-1-16-3117 0 0,-3-17 2325 0 0</inkml:trace>
</inkml:ink>
</file>

<file path=ppt/ink/ink13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27:15.0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1 129 468 0 0,'8'68'5059'0'0,"-7"-63"-4765"0"0,1 0 1 0 0,-1 0 0 0 0,1 0 0 0 0,0 0 0 0 0,0 0-1 0 0,0-1 1 0 0,1 1 0 0 0,0 0 0 0 0,0-1 0 0 0,6 7-1 0 0,-8-10-205 0 0,0-1-1 0 0,0 1 1 0 0,1 0-1 0 0,-1-1 0 0 0,0 1 1 0 0,0-1-1 0 0,1 0 0 0 0,-1 1 1 0 0,0-1-1 0 0,1 0 0 0 0,-1 0 1 0 0,1 0-1 0 0,-1 0 1 0 0,0 0-1 0 0,1 0 0 0 0,-1 0 1 0 0,0-1-1 0 0,1 1 0 0 0,-1 0 1 0 0,0-1-1 0 0,1 1 0 0 0,-1-1 1 0 0,0 1-1 0 0,0-1 0 0 0,1 0 1 0 0,-1 1-1 0 0,0-1 1 0 0,0 0-1 0 0,0 0 0 0 0,0 0 1 0 0,0 0-1 0 0,0 0 0 0 0,1-2 1 0 0,35-41 649 0 0,-32 37-505 0 0,36-61 491 0 0,-30 48-942 0 0,0 1 0 0 0,20-24 0 0 0,-9 19-1535 0 0,-6 8-4023 0 0,-10 11 2802 0 0</inkml:trace>
</inkml:ink>
</file>

<file path=ppt/ink/ink13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27:15.3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425 0 912 0 0,'6'1'358'0'0,"0"-1"1"0"0,0 1-1 0 0,-1-1 0 0 0,1 2 1 0 0,-1-1-1 0 0,1 1 0 0 0,-1-1 1 0 0,1 2-1 0 0,-1-1 0 0 0,0 0 1 0 0,0 1-1 0 0,0 0 0 0 0,0 0 1 0 0,6 6-1 0 0,-4-2-3 0 0,0 0 1 0 0,0 1-1 0 0,0 0 0 0 0,-1 0 1 0 0,0 0-1 0 0,-1 1 0 0 0,8 15 1 0 0,-6-7-33 0 0,0 0 1 0 0,-1 0 0 0 0,-1 1 0 0 0,-1-1 0 0 0,0 1 0 0 0,-2 0 0 0 0,0 0 0 0 0,0 35-1 0 0,-6-21-47 0 0,-1 0 0 0 0,-1 0 0 0 0,-2 0 0 0 0,-1-1 0 0 0,-1 0 0 0 0,-2-1 0 0 0,-1 0 0 0 0,-1-1 0 0 0,-2 0 0 0 0,-1-1 0 0 0,-1-1 0 0 0,-27 31 0 0 0,19-27-454 0 0,-2-2 1 0 0,-1-1-1 0 0,-58 44 0 0 0,55-50-1205 0 0,-1-1 0 0 0,-1-1 0 0 0,-69 28 0 0 0,71-37-2173 0 0,5 1 271 0 0</inkml:trace>
</inkml:ink>
</file>

<file path=ppt/ink/ink13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27:17.7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77 336 304 0 0,'0'0'66'0'0,"0"0"0"0"0,0-1 0 0 0,0 1 0 0 0,0 0 0 0 0,0-1 0 0 0,0 1 0 0 0,0 0 0 0 0,0 0 0 0 0,1-1-1 0 0,-1 1 1 0 0,0 0 0 0 0,0 0 0 0 0,0 0 0 0 0,0-1 0 0 0,1 1 0 0 0,-1 0 0 0 0,0 0 0 0 0,0 0 0 0 0,0 0 0 0 0,1-1 0 0 0,-1 1 0 0 0,0 0 0 0 0,0 0 0 0 0,1 0 0 0 0,-1 0 0 0 0,0 0 0 0 0,0 0-1 0 0,1 0 1 0 0,-1 0 0 0 0,0 0 0 0 0,1 0 0 0 0,-1 0 0 0 0,0 0 0 0 0,0 0 0 0 0,1 0 0 0 0,-1 0 0 0 0,0 0 0 0 0,0 0 0 0 0,1 0 0 0 0,-1 0 0 0 0,0 0 0 0 0,1 0 0 0 0,-1 0 0 0 0,0 0 0 0 0,1 1 0 0 0,7 14 1034 0 0,2 19-316 0 0,30 226 1877 0 0,-39-256-2590 0 0,-1 0 0 0 0,0-1 1 0 0,1 1-1 0 0,-1 0 1 0 0,-1-1-1 0 0,1 1 0 0 0,-1-1 1 0 0,1 1-1 0 0,-1 0 1 0 0,0-1-1 0 0,0 1 0 0 0,-2 3 1 0 0,2-6-31 0 0,1 0 0 0 0,-1 0 0 0 0,0 0 0 0 0,0 0 1 0 0,0 0-1 0 0,0 0 0 0 0,0 0 0 0 0,0-1 1 0 0,0 1-1 0 0,0 0 0 0 0,0 0 0 0 0,0-1 0 0 0,0 1 1 0 0,0-1-1 0 0,-1 1 0 0 0,1-1 0 0 0,0 1 0 0 0,0-1 1 0 0,-1 0-1 0 0,1 0 0 0 0,0 0 0 0 0,-1 1 0 0 0,1-1 1 0 0,0 0-1 0 0,-1-1 0 0 0,1 1 0 0 0,0 0 0 0 0,0 0 1 0 0,-1 0-1 0 0,1-1 0 0 0,0 1 0 0 0,0-1 1 0 0,-1 1-1 0 0,-1-2 0 0 0,-2-1 13 0 0,0 0 1 0 0,1 0-1 0 0,-1 0 0 0 0,0-1 0 0 0,1 1 1 0 0,0-1-1 0 0,0 0 0 0 0,0-1 1 0 0,1 1-1 0 0,-1-1 0 0 0,1 1 1 0 0,0-1-1 0 0,1 0 0 0 0,-1 0 1 0 0,-2-8-1 0 0,-1-3 30 0 0,0 0 1 0 0,1 0 0 0 0,-4-32-1 0 0,5 18-32 0 0,2 0 0 0 0,1 1 0 0 0,1-1 0 0 0,2 0-1 0 0,1 0 1 0 0,1 0 0 0 0,10-35 0 0 0,-10 49-38 0 0,1-1 0 0 0,1 1 0 0 0,1 0 0 0 0,0 1 0 0 0,1 0-1 0 0,0 0 1 0 0,2 1 0 0 0,-1 0 0 0 0,2 0 0 0 0,0 1 0 0 0,0 0 0 0 0,1 1 0 0 0,1 1 0 0 0,14-11 0 0 0,-18 17 4 0 0,1 0 0 0 0,0 0 0 0 0,0 1 0 0 0,0 0 0 0 0,0 1 0 0 0,0 0 0 0 0,1 1 0 0 0,0 0 1 0 0,-1 1-1 0 0,1 0 0 0 0,0 0 0 0 0,0 1 0 0 0,-1 1 0 0 0,1 0 0 0 0,0 0 0 0 0,-1 1 0 0 0,1 0 0 0 0,-1 1 0 0 0,17 7 1 0 0,-5-2 83 0 0,0 2-1 0 0,0 0 1 0 0,-1 2 0 0 0,0 0 0 0 0,-1 1 0 0 0,-1 1 0 0 0,33 31 0 0 0,-25-18-10 0 0,-2 1 0 0 0,-1 1 0 0 0,-2 0 0 0 0,0 2 0 0 0,-2 1 0 0 0,-2 1 0 0 0,-1 0 0 0 0,-1 1 0 0 0,-2 1 0 0 0,-2 1 0 0 0,-1 0 0 0 0,-1 0 0 0 0,4 38 0 0 0,-14-69-118 0 0,1 1 0 0 0,-1-1 0 0 0,0 0 0 0 0,-1 1 0 0 0,1-1 0 0 0,-1 1 0 0 0,0-1 0 0 0,0 0 0 0 0,-1 0 0 0 0,0 1 0 0 0,0-1 0 0 0,0 0 0 0 0,0 0 0 0 0,-1-1 0 0 0,0 1 0 0 0,0-1 0 0 0,0 1 0 0 0,-1-1 0 0 0,1 0 0 0 0,-1 0 0 0 0,0 0 0 0 0,0-1-1 0 0,-6 5 1 0 0,5-5-207 0 0,1 0 0 0 0,-1-1 0 0 0,0 0 0 0 0,0 0 0 0 0,0 0 0 0 0,0 0 0 0 0,0-1 0 0 0,0 0 0 0 0,0 0-1 0 0,-1 0 1 0 0,1-1 0 0 0,0 0 0 0 0,0 0 0 0 0,-1 0 0 0 0,-5-1 0 0 0,11 1 228 0 0,-8-1-922 0 0,0-1-1 0 0,0 1 0 0 0,1-1 1 0 0,-1-1-1 0 0,-7-3 0 0 0,-5-5-1672 0 0</inkml:trace>
</inkml:ink>
</file>

<file path=ppt/ink/ink13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27:18.1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1 101 120 0 0,'0'-2'132'0'0,"1"0"-1"0"0,0 0 1 0 0,-1 0 0 0 0,1 0 0 0 0,0 0-1 0 0,0 0 1 0 0,0 0 0 0 0,0 1-1 0 0,1-1 1 0 0,-1 0 0 0 0,0 1 0 0 0,1-1-1 0 0,-1 0 1 0 0,1 1 0 0 0,0 0 0 0 0,-1-1-1 0 0,1 1 1 0 0,0 0 0 0 0,0 0-1 0 0,0 0 1 0 0,3-1 0 0 0,46-19 1398 0 0,-48 20-1437 0 0,33-10 403 0 0,1 2 1 0 0,1 1-1 0 0,-1 2 0 0 0,1 2 0 0 0,39 0 0 0 0,-4 5-1883 0 0,123 17-1 0 0,-179-16-446 0 0,1-2 141 0 0</inkml:trace>
</inkml:ink>
</file>

<file path=ppt/ink/ink13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27:18.4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146 397 560 0 0,'0'-1'147'0'0,"-1"0"1"0"0,1 0-1 0 0,-1 0 1 0 0,1-1-1 0 0,-1 1 1 0 0,0 0-1 0 0,1 0 1 0 0,-1 0-1 0 0,0 0 0 0 0,0 0 1 0 0,0 0-1 0 0,1 0 1 0 0,-1 1-1 0 0,0-1 1 0 0,0 0-1 0 0,0 0 0 0 0,-1 1 1 0 0,1-1-1 0 0,0 1 1 0 0,0-1-1 0 0,0 1 1 0 0,0-1-1 0 0,0 1 1 0 0,-3-1-1 0 0,1 1 13 0 0,0 0-1 0 0,0 0 1 0 0,1 1 0 0 0,-1-1-1 0 0,0 1 1 0 0,0-1 0 0 0,0 1-1 0 0,1 0 1 0 0,-1 0 0 0 0,-4 3 0 0 0,-1 0 74 0 0,1 0 1 0 0,0 1 0 0 0,0 0-1 0 0,0 0 1 0 0,1 1 0 0 0,-10 10-1 0 0,12-11-129 0 0,1 0 1 0 0,0 1-1 0 0,0-1 0 0 0,0 1 0 0 0,1-1 0 0 0,-1 1 0 0 0,2 0 0 0 0,-1 0 1 0 0,-1 9-1 0 0,2-12-68 0 0,1 0 1 0 0,-1 0-1 0 0,1 0 1 0 0,0 0-1 0 0,0-1 1 0 0,0 1 0 0 0,1 0-1 0 0,-1 0 1 0 0,1 0-1 0 0,-1-1 1 0 0,1 1-1 0 0,0 0 1 0 0,0 0-1 0 0,0-1 1 0 0,0 1-1 0 0,1-1 1 0 0,-1 1-1 0 0,1-1 1 0 0,0 0 0 0 0,-1 1-1 0 0,1-1 1 0 0,4 3-1 0 0,-4-4-22 0 0,0 0-1 0 0,0 0 0 0 0,0 0 1 0 0,0 0-1 0 0,0-1 0 0 0,1 1 1 0 0,-1-1-1 0 0,0 1 0 0 0,0-1 1 0 0,0 0-1 0 0,1 0 1 0 0,-1 0-1 0 0,0 0 0 0 0,0 0 1 0 0,0-1-1 0 0,1 1 0 0 0,-1-1 1 0 0,0 1-1 0 0,0-1 0 0 0,0 0 1 0 0,0 0-1 0 0,0 0 0 0 0,0 0 1 0 0,0 0-1 0 0,0 0 1 0 0,0 0-1 0 0,-1-1 0 0 0,1 1 1 0 0,0-1-1 0 0,-1 1 0 0 0,3-5 1 0 0,3-1 3 0 0,0 0 0 0 0,-1 0 0 0 0,0-1 0 0 0,-1 0 0 0 0,9-17 0 0 0,-1-5 58 0 0,-1-2 1 0 0,-1 1 0 0 0,-2-1 0 0 0,-2-1 0 0 0,0 0 0 0 0,-2 0 0 0 0,-2 0 0 0 0,-1 0 0 0 0,-1-1 0 0 0,-2 1-1 0 0,-7-46 1 0 0,5 68 43 0 0,-5-21 1011 0 0,0 29-604 0 0,-4 19-367 0 0,8-6-117 0 0,0 0 1 0 0,0 1-1 0 0,1-1 1 0 0,1 1-1 0 0,0 0 0 0 0,0-1 1 0 0,1 1-1 0 0,0 0 1 0 0,1 13-1 0 0,3 18 27 0 0,8 44 0 0 0,-2-30-97 0 0,-5-27-329 0 0,1-1-1 0 0,1 0 1 0 0,14 35-1 0 0,-11-40-2035 0 0,1-1 0 0 0,14 24-1 0 0,-13-31-379 0 0</inkml:trace>
</inkml:ink>
</file>

<file path=ppt/ink/ink13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27:18.7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318 1 776 0 0,'18'27'3729'0'0,"0"83"-272"0"0,9 190-1 0 0,-22-216-2697 0 0,-4-1 0 0 0,-4 1 0 0 0,-17 109 0 0 0,19-187-709 0 0,-1 0 1 0 0,1 0-1 0 0,-1 1 0 0 0,0-1 0 0 0,0 0 1 0 0,-1 0-1 0 0,0-1 0 0 0,0 1 0 0 0,0 0 1 0 0,-1-1-1 0 0,1 0 0 0 0,-1 0 0 0 0,-1 0 1 0 0,-5 6-1 0 0,6-9-29 0 0,1 0 0 0 0,-1 0 0 0 0,1 0 0 0 0,-1 0-1 0 0,0-1 1 0 0,1 1 0 0 0,-1-1 0 0 0,0 0 0 0 0,0 0 0 0 0,0-1 0 0 0,0 1 0 0 0,0-1 0 0 0,0 0-1 0 0,0 0 1 0 0,0 0 0 0 0,0 0 0 0 0,0-1 0 0 0,0 1 0 0 0,0-1 0 0 0,0 0 0 0 0,0 0 0 0 0,0-1 0 0 0,-4-2-1 0 0,-5-2 0 0 0,2-1 0 0 0,-1 0 0 0 0,1-1 0 0 0,0 0 0 0 0,0-1 0 0 0,1 0 0 0 0,0-1 0 0 0,1 0 0 0 0,0-1 0 0 0,0 1 0 0 0,-10-20 0 0 0,6 8-5 0 0,0 0-1 0 0,2-2 1 0 0,1 1 0 0 0,0-1 0 0 0,-7-33-1 0 0,14 45-120 0 0,1 0 0 0 0,0 0 0 0 0,1 0-1 0 0,0 0 1 0 0,1-1 0 0 0,0 1 0 0 0,1 0 0 0 0,0 0-1 0 0,1 0 1 0 0,1 0 0 0 0,3-12 0 0 0,25-47-2596 0 0,13 0-3764 0 0,-28 49 3319 0 0</inkml:trace>
</inkml:ink>
</file>

<file path=ppt/ink/ink13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27:19.1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1 135 8417 0 0,'3'-42'1904'0'0,"-3"29"-1209"0"0,1 0-1 0 0,0 1 1 0 0,0-1-1 0 0,7-20 1 0 0,-8 33-695 0 0,0-1 1 0 0,0 1-1 0 0,0-1 1 0 0,1 1-1 0 0,-1 0 1 0 0,0-1 0 0 0,0 1-1 0 0,0-1 1 0 0,1 1-1 0 0,-1 0 1 0 0,0-1-1 0 0,1 1 1 0 0,-1 0-1 0 0,0-1 1 0 0,1 1-1 0 0,-1 0 1 0 0,0-1-1 0 0,1 1 1 0 0,-1 0-1 0 0,0 0 1 0 0,1 0-1 0 0,-1-1 1 0 0,1 1-1 0 0,-1 0 1 0 0,1 0-1 0 0,-1 0 1 0 0,1 0-1 0 0,-1 0 1 0 0,0 0-1 0 0,1 0 1 0 0,-1 0-1 0 0,1 0 1 0 0,-1 0-1 0 0,1 0 1 0 0,0 0-1 0 0,17 11-687 0 0,9 25-4232 0 0,-20-24 1813 0 0,2-1 238 0 0</inkml:trace>
</inkml:ink>
</file>

<file path=ppt/ink/ink13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27:19.4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295 10 424 0 0,'-2'-1'178'0'0,"0"-1"-1"0"0,0 1 1 0 0,0 0 0 0 0,0 0-1 0 0,0 1 1 0 0,0-1 0 0 0,-1 0-1 0 0,1 1 1 0 0,0-1 0 0 0,0 1-1 0 0,-1-1 1 0 0,1 1 0 0 0,0 0-1 0 0,-1 0 1 0 0,1 0 0 0 0,0 1-1 0 0,-1-1 1 0 0,1 1 0 0 0,0-1-1 0 0,-1 1 1 0 0,1-1 0 0 0,0 1-1 0 0,0 0 1 0 0,0 0 0 0 0,0 0-1 0 0,0 1 1 0 0,0-1 0 0 0,0 0-1 0 0,0 1 1 0 0,-2 1 0 0 0,-9 7 114 0 0,1 1 1 0 0,0 0-1 0 0,-12 14 0 0 0,21-22-131 0 0,-15 18 238 0 0,0 1 0 0 0,1 1 0 0 0,1 0 0 0 0,1 1 0 0 0,1 0 0 0 0,-19 47 0 0 0,26-52-228 0 0,1 0 0 0 0,1 1 0 0 0,1-1 0 0 0,0 1 0 0 0,2 0 0 0 0,0 1 0 0 0,1-1 0 0 0,1 0 0 0 0,1 0 0 0 0,4 22 0 0 0,2-5-156 0 0,2 0-1 0 0,2-1 1 0 0,1 0 0 0 0,1-1 0 0 0,2 0-1 0 0,2-2 1 0 0,1 0 0 0 0,2 0 0 0 0,0-2-1 0 0,3-1 1 0 0,0 0 0 0 0,2-2 0 0 0,1 0-1 0 0,58 46 1 0 0,-76-69-362 0 0,0 1 1 0 0,1-1-1 0 0,-1 0 0 0 0,1-1 0 0 0,0 0 1 0 0,11 3-1 0 0,33 2-4599 0 0,-26-9 2254 0 0</inkml:trace>
</inkml:ink>
</file>

<file path=ppt/ink/ink13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27:19.8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122 264 64 0 0,'-1'-3'3431'0'0,"-3"9"-1252"0"0,-7 28-178 0 0,-9 42-805 0 0,13-26-89 0 0,-1 71-1 0 0,1-11 155 0 0,1-85-430 0 0,6-24-808 0 0,0-1 0 0 0,0 0 1 0 0,-1 0-1 0 0,1 0 0 0 0,0 1 0 0 0,0-1 0 0 0,0 0 0 0 0,0 0 1 0 0,-1 0-1 0 0,1 0 0 0 0,0 0 0 0 0,0 1 0 0 0,0-1 1 0 0,-1 0-1 0 0,1 0 0 0 0,0 0 0 0 0,0 0 0 0 0,-1 0 0 0 0,1 0 1 0 0,0 0-1 0 0,0 0 0 0 0,0 0 0 0 0,-1 0 0 0 0,1 0 1 0 0,0 0-1 0 0,0 0 0 0 0,-1 0 0 0 0,1 0 0 0 0,0 0 1 0 0,0 0-1 0 0,-1 0 0 0 0,1 0 0 0 0,0 0 0 0 0,0 0 0 0 0,0 0 1 0 0,-1 0-1 0 0,1-1 0 0 0,0 1 0 0 0,0 0 0 0 0,0 0 1 0 0,-1 0-1 0 0,1 0 0 0 0,0 0 0 0 0,0-1 0 0 0,0 1 0 0 0,-4-5 98 0 0,1 1 0 0 0,1-1 0 0 0,-1 0 0 0 0,1 0 0 0 0,0 0 0 0 0,-3-10 0 0 0,-3-11-70 0 0,2-1 0 0 0,1 0 0 0 0,1 1 0 0 0,1-2 0 0 0,1 1-1 0 0,2 0 1 0 0,1 0 0 0 0,1 0 0 0 0,1 0 0 0 0,1 0 0 0 0,2 0-1 0 0,1 1 1 0 0,0 0 0 0 0,2 0 0 0 0,1 1 0 0 0,1 0 0 0 0,2 0-1 0 0,0 2 1 0 0,24-34 0 0 0,-29 48-43 0 0,0 0 0 0 0,1 1-1 0 0,-1 0 1 0 0,2 0 0 0 0,-1 1-1 0 0,1 0 1 0 0,0 1 0 0 0,16-8-1 0 0,-23 13-8 0 0,0 0 0 0 0,0 0 0 0 0,0 0 0 0 0,0 0 0 0 0,1 0-1 0 0,-1 0 1 0 0,0 1 0 0 0,0 0 0 0 0,1-1 0 0 0,-1 1-1 0 0,0 0 1 0 0,1 1 0 0 0,-1-1 0 0 0,6 2 0 0 0,-7-1 0 0 0,1 0 0 0 0,-1 1 0 0 0,0-1 0 0 0,0 1 0 0 0,0-1 0 0 0,0 1 0 0 0,0 0 0 0 0,0 0 0 0 0,-1-1 1 0 0,1 1-1 0 0,0 1 0 0 0,-1-1 0 0 0,0 0 0 0 0,1 0 0 0 0,-1 0 0 0 0,0 1 0 0 0,0-1 0 0 0,0 1 0 0 0,-1-1 0 0 0,1 1 0 0 0,0 4 0 0 0,0 0 8 0 0,0 0 0 0 0,0 1-1 0 0,-1-1 1 0 0,0 1-1 0 0,0-1 1 0 0,-1 0-1 0 0,1 1 1 0 0,-2-1 0 0 0,1 0-1 0 0,-1 0 1 0 0,0 0-1 0 0,-1 0 1 0 0,0 0-1 0 0,0 0 1 0 0,0-1 0 0 0,-1 1-1 0 0,0-1 1 0 0,0 0-1 0 0,-6 6 1 0 0,-5 4-182 0 0,0 0 1 0 0,-1-1-1 0 0,0-1 1 0 0,-1 0-1 0 0,-23 13 0 0 0,14-8-1603 0 0,12-5-5690 0 0</inkml:trace>
</inkml:ink>
</file>

<file path=ppt/ink/ink13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27:20.2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0 205 604 0 0,'3'7'494'0'0,"-1"0"-1"0"0,-1 0 1 0 0,1 0-1 0 0,-1 0 1 0 0,0 1-1 0 0,-1-1 1 0 0,1 1-1 0 0,-2-1 1 0 0,0 12 0 0 0,0 33 1047 0 0,57 237 3226 0 0,-43-231-3913 0 0,-9-32-55 0 0,-8-30 74 0 0,-16-42 173 0 0,14 32-1154 0 0,-3-12 171 0 0,0 0-1 0 0,2 0 1 0 0,1-1 0 0 0,1 0-1 0 0,1 0 1 0 0,1-1-1 0 0,2 1 1 0 0,1-1 0 0 0,5-40-1 0 0,-3 47-43 0 0,1 1 0 0 0,1 0 0 0 0,2 0-1 0 0,0 0 1 0 0,0 0 0 0 0,2 1 0 0 0,0 0-1 0 0,2 1 1 0 0,0 0 0 0 0,1 0 0 0 0,0 1-1 0 0,2 1 1 0 0,18-20 0 0 0,-24 30-9 0 0,0 0-1 0 0,0 0 1 0 0,1 1 0 0 0,0 0 0 0 0,0 1-1 0 0,1 0 1 0 0,-1 0 0 0 0,1 0 0 0 0,0 1-1 0 0,0 1 1 0 0,0-1 0 0 0,13 0 0 0 0,-19 2-8 0 0,1 0 0 0 0,0 1 0 0 0,-1 0-1 0 0,1 0 1 0 0,0 0 0 0 0,-1 0 0 0 0,1 1 0 0 0,0-1 0 0 0,-1 1 0 0 0,1 0 0 0 0,-1 0 0 0 0,1 0 0 0 0,-1 0 0 0 0,0 1 0 0 0,1 0 0 0 0,-1-1 0 0 0,0 1 0 0 0,0 0 0 0 0,0 1 0 0 0,0-1 0 0 0,0 0 0 0 0,-1 1 0 0 0,1 0 0 0 0,-1-1 0 0 0,1 1 0 0 0,-1 0-1 0 0,0 0 1 0 0,0 0 0 0 0,-1 1 0 0 0,1-1 0 0 0,-1 0 0 0 0,1 1 0 0 0,0 5 0 0 0,-1-4 0 0 0,0-1 0 0 0,-1 1 0 0 0,0 0-1 0 0,0-1 1 0 0,-1 1 0 0 0,1 0 0 0 0,-1-1 0 0 0,0 1 0 0 0,0-1-1 0 0,0 1 1 0 0,-1-1 0 0 0,0 1 0 0 0,1-1 0 0 0,-2 0 0 0 0,1 0-1 0 0,0 0 1 0 0,-1 0 0 0 0,0 0 0 0 0,0-1 0 0 0,0 1 0 0 0,0-1-1 0 0,0 0 1 0 0,-1 0 0 0 0,0 0 0 0 0,-7 5 0 0 0,-9 6 1 0 0,-2-1 0 0 0,0 0 1 0 0,-31 12-1 0 0,45-22-11 0 0,-13 6-538 0 0,0 0 1 0 0,-35 7-1 0 0,15-11-8416 0 0</inkml:trace>
</inkml:ink>
</file>

<file path=ppt/ink/ink13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27:20.6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1126 0 88 0 0,'14'6'599'0'0,"0"1"0"0"0,0 1 0 0 0,-1 0 0 0 0,0 1 0 0 0,0 0 0 0 0,-1 1 0 0 0,0 0 0 0 0,-1 1 0 0 0,0 1 1 0 0,-1-1-1 0 0,10 15 0 0 0,-9-8-69 0 0,0 0 1 0 0,-1 1-1 0 0,-1 0 1 0 0,-1 0-1 0 0,-1 1 0 0 0,-1 0 1 0 0,7 36-1 0 0,-8-28-180 0 0,-2 1 0 0 0,-1 0 1 0 0,-1 0-1 0 0,-2-1 0 0 0,0 1 0 0 0,-2 0 0 0 0,-2 0 0 0 0,0-1 0 0 0,-2 0 0 0 0,-1 0 0 0 0,-1-1 0 0 0,-17 34 0 0 0,6-24-97 0 0,-2-2-1 0 0,-1 0 1 0 0,-2-2 0 0 0,-1 0 0 0 0,-2-2 0 0 0,-1-1-1 0 0,-1-1 1 0 0,-2-2 0 0 0,-1-1 0 0 0,-38 23 0 0 0,3-8-308 0 0,-2-3 0 0 0,-1-2-1 0 0,-2-5 1 0 0,-104 32 0 0 0,-74 0-2984 0 0,80-38-4680 0 0,88-17 3321 0 0</inkml:trace>
</inkml:ink>
</file>

<file path=ppt/ink/ink13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27:26.5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656 444 8769 0 0,'14'-21'128'0'0,"-14"21"-125"0"0,0 0-1 0 0,1 1 0 0 0,-1-1 1 0 0,0 0-1 0 0,1 0 0 0 0,-1 1 0 0 0,0-1 1 0 0,0 0-1 0 0,1 0 0 0 0,-1 1 1 0 0,0-1-1 0 0,0 0 0 0 0,1 1 1 0 0,-1-1-1 0 0,0 0 0 0 0,0 1 1 0 0,0-1-1 0 0,0 0 0 0 0,1 1 1 0 0,-1-1-1 0 0,0 1 0 0 0,0-1 1 0 0,0 0-1 0 0,0 1 0 0 0,0-1 0 0 0,0 1 1 0 0,0-1-1 0 0,0 0 0 0 0,0 1 1 0 0,0-1-1 0 0,-1 1 0 0 0,-4 49 46 0 0,-8 0-8 0 0,-2-2 1 0 0,-3 1 0 0 0,-1-2 0 0 0,-3-1-1 0 0,-45 72 1 0 0,63-112-24 0 0,0 0 1 0 0,0-1-1 0 0,-1 1 1 0 0,0-1-1 0 0,0 0 1 0 0,0-1-1 0 0,-1 1 1 0 0,0-1 0 0 0,0 0-1 0 0,0-1 1 0 0,0 1-1 0 0,0-1 1 0 0,-1 0-1 0 0,0-1 1 0 0,1 1-1 0 0,-13 1 1 0 0,10-3 5 0 0,0-1 0 0 0,1 0-1 0 0,-1 0 1 0 0,0-1 0 0 0,1 0 0 0 0,-1 0 0 0 0,1-1 0 0 0,-1 0 0 0 0,1-1 0 0 0,0 0 0 0 0,0 0 0 0 0,-8-5 0 0 0,-5-4 11 0 0,2-1 0 0 0,-1 0 0 0 0,2-1 0 0 0,0-2 0 0 0,1 0 1 0 0,0 0-1 0 0,1-2 0 0 0,1 0 0 0 0,-15-23 0 0 0,16 19-18 0 0,1-1-1 0 0,1-1 0 0 0,1 0 0 0 0,1 0 1 0 0,2-1-1 0 0,0-1 0 0 0,1 1 0 0 0,-4-36 1 0 0,9 39-3 0 0,0 0 1 0 0,2 1 0 0 0,0-1 0 0 0,1 0 0 0 0,1 0-1 0 0,2 1 1 0 0,0-1 0 0 0,1 1 0 0 0,1 0 0 0 0,14-33 0 0 0,-15 43-1 0 0,1-1 0 0 0,1 1-1 0 0,0 0 1 0 0,0 0 0 0 0,1 1 0 0 0,0 0 0 0 0,1 0 0 0 0,0 1 0 0 0,1 1 0 0 0,0-1 0 0 0,0 1 0 0 0,1 1 0 0 0,14-8 0 0 0,-8 6 33 0 0,1 2 0 0 0,0 0 0 0 0,0 1 0 0 0,0 1 0 0 0,1 1 0 0 0,0 0 0 0 0,0 2 0 0 0,24-2 0 0 0,-4 5 58 0 0,0 1-1 0 0,0 1 0 0 0,-1 2 0 0 0,1 2 1 0 0,-1 2-1 0 0,-1 1 0 0 0,0 2 0 0 0,43 20 0 0 0,-28-7 60 0 0,0 2 0 0 0,-2 2-1 0 0,69 53 1 0 0,-91-59-92 0 0,-1 1 0 0 0,0 1 0 0 0,-2 2 0 0 0,-1 0 0 0 0,-1 2 0 0 0,29 49 1 0 0,-46-68-53 0 0,-1 0 0 0 0,0 1 1 0 0,-1-1-1 0 0,0 1 0 0 0,-1 0 1 0 0,0 0-1 0 0,-1 1 0 0 0,0-1 1 0 0,-1 0-1 0 0,0 1 0 0 0,-1-1 1 0 0,-1 16-1 0 0,0-19-20 0 0,0 0 0 0 0,-1 0 0 0 0,1 0-1 0 0,-2-1 1 0 0,1 1 0 0 0,-1-1 0 0 0,0 0 0 0 0,-1 1 0 0 0,1-1 0 0 0,-1-1 0 0 0,-1 1-1 0 0,1-1 1 0 0,-1 1 0 0 0,-1-1 0 0 0,1-1 0 0 0,-1 1 0 0 0,0-1 0 0 0,-11 8 0 0 0,9-7-198 0 0,0-1 0 0 0,0 0 0 0 0,-1-1 0 0 0,0 0 1 0 0,0 0-1 0 0,0-1 0 0 0,0 0 0 0 0,0 0 0 0 0,-1-1 1 0 0,1-1-1 0 0,-1 1 0 0 0,0-2 0 0 0,1 1 0 0 0,-1-1 1 0 0,0-1-1 0 0,1 0 0 0 0,-18-3 0 0 0,-76-25-5509 0 0,76 18 3394 0 0</inkml:trace>
</inkml:ink>
</file>

<file path=ppt/ink/ink13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27:26.8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5 182 156 0 0,'0'-1'91'0'0,"-1"0"-1"0"0,0 0 1 0 0,1-1 0 0 0,-1 1 0 0 0,1 0-1 0 0,-1 0 1 0 0,1-1 0 0 0,0 1-1 0 0,0 0 1 0 0,-1-1 0 0 0,1 1 0 0 0,0 0-1 0 0,0-1 1 0 0,0 1 0 0 0,0 0-1 0 0,1-1 1 0 0,-1 1 0 0 0,0 0-1 0 0,1 0 1 0 0,-1-1 0 0 0,0 1 0 0 0,1 0-1 0 0,-1 0 1 0 0,2-3 0 0 0,0 2 28 0 0,1-1-1 0 0,-1 1 1 0 0,0-1 0 0 0,1 1 0 0 0,0 0 0 0 0,-1 0-1 0 0,1 0 1 0 0,0 0 0 0 0,6-2 0 0 0,8-3 148 0 0,1 0 1 0 0,35-7-1 0 0,-38 11-117 0 0,104-24 554 0 0,137-14 1 0 0,-2 19-4109 0 0,-213 20 1959 0 0</inkml:trace>
</inkml:ink>
</file>

<file path=ppt/ink/ink13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27:27.2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199 429 604 0 0,'-14'4'472'0'0,"0"1"0"0"0,0 1 1 0 0,0 0-1 0 0,0 1 0 0 0,1 0 0 0 0,1 1 0 0 0,-1 1 0 0 0,-15 13 0 0 0,23-18-320 0 0,0 0-1 0 0,0 1 0 0 0,0 0 1 0 0,0 0-1 0 0,1 0 0 0 0,0 0 1 0 0,0 1-1 0 0,0-1 0 0 0,1 1 0 0 0,0 0 1 0 0,0 0-1 0 0,0 0 0 0 0,1 1 1 0 0,0-1-1 0 0,0 1 0 0 0,1-1 1 0 0,0 1-1 0 0,0 0 0 0 0,0-1 0 0 0,1 14 1 0 0,0-19-121 0 0,0 1 1 0 0,1 0-1 0 0,-1 0 1 0 0,0 0-1 0 0,1 0 1 0 0,-1-1-1 0 0,1 1 1 0 0,0 0-1 0 0,0-1 1 0 0,-1 1-1 0 0,1 0 1 0 0,0-1-1 0 0,1 1 1 0 0,-1-1-1 0 0,0 1 1 0 0,0-1 0 0 0,0 0-1 0 0,1 1 1 0 0,-1-1-1 0 0,1 0 1 0 0,-1 0-1 0 0,1 0 1 0 0,2 1-1 0 0,-1-1-2 0 0,-1-1 1 0 0,1 1-1 0 0,0-1 0 0 0,0 0 0 0 0,-1 0 1 0 0,1 0-1 0 0,0 0 0 0 0,-1 0 0 0 0,1-1 0 0 0,0 1 1 0 0,0-1-1 0 0,-1 0 0 0 0,1 0 0 0 0,2-1 1 0 0,5-2 19 0 0,-1-1 1 0 0,0 0-1 0 0,-1-1 1 0 0,1 0-1 0 0,-1 0 1 0 0,0 0-1 0 0,11-13 1 0 0,-10 6-28 0 0,-1 1 0 0 0,0-1 1 0 0,-1-1-1 0 0,0 0 0 0 0,-1 0 1 0 0,-1 0-1 0 0,0 0 1 0 0,-1-1-1 0 0,0 0 0 0 0,-1 0 1 0 0,-1 0-1 0 0,1-26 0 0 0,-3-12 6 0 0,-1 0-1 0 0,-12-67 1 0 0,9 94 202 0 0,-1 1-1 0 0,-1-1 1 0 0,-1 1-1 0 0,-19-45 1 0 0,26 70-213 0 0,0 0 0 0 0,0-1-1 0 0,0 1 1 0 0,-1 0 0 0 0,1 0 0 0 0,0-1 0 0 0,0 1 0 0 0,0 0-1 0 0,0 0 1 0 0,0-1 0 0 0,0 1 0 0 0,0 0 0 0 0,-1 0 0 0 0,1-1-1 0 0,0 1 1 0 0,0 0 0 0 0,0 0 0 0 0,-1 0 0 0 0,1-1-1 0 0,0 1 1 0 0,0 0 0 0 0,0 0 0 0 0,-1 0 0 0 0,1 0 0 0 0,0 0-1 0 0,0-1 1 0 0,-1 1 0 0 0,1 0 0 0 0,0 0 0 0 0,0 0 0 0 0,-1 0-1 0 0,1 0 1 0 0,0 0 0 0 0,-1 0 0 0 0,1 0 0 0 0,0 0-1 0 0,0 0 1 0 0,-1 0 0 0 0,1 0 0 0 0,0 0 0 0 0,0 0 0 0 0,-1 1-1 0 0,-7 11 278 0 0,0 19 28 0 0,7-20-242 0 0,1 1 0 0 0,0 0 0 0 0,1 0 0 0 0,0 0 0 0 0,1-1 0 0 0,0 1 0 0 0,1-1 0 0 0,1 1 0 0 0,-1-1 0 0 0,2 0 0 0 0,-1 0 0 0 0,2-1 0 0 0,10 17 0 0 0,8 7-86 0 0,1-2 1 0 0,48 48 0 0 0,-9-11-1649 0 0,-45-52 339 0 0,0 0-4506 0 0,-14-11 3121 0 0</inkml:trace>
</inkml:ink>
</file>

<file path=ppt/ink/ink13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27:29.1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66 24 0 0,'5'-2'4979'0'0,"-5"2"-4866"0"0,0 0 0 0 0,0-1 0 0 0,0 1 0 0 0,0 0 0 0 0,0 0 0 0 0,0 0 1 0 0,0 0-1 0 0,0 0 0 0 0,0-1 0 0 0,0 1 0 0 0,0 0 0 0 0,10 19 1825 0 0,8 26-902 0 0,63 198 2073 0 0,-73-227-2695 0 0,-2-20 249 0 0,-2-31-155 0 0,-2 6-455 0 0,14-127 412 0 0,-13 136-591 0 0,2 1 0 0 0,0-1 0 0 0,1 1 1 0 0,1 0-1 0 0,15-31 0 0 0,-21 49-93 0 0,0 0 0 0 0,0 0-1 0 0,0 0 1 0 0,0 0 0 0 0,0 0-1 0 0,0 0 1 0 0,0 1 0 0 0,0-1 0 0 0,0 0-1 0 0,0 0 1 0 0,1 1 0 0 0,-1-1-1 0 0,0 1 1 0 0,1-1 0 0 0,-1 1-1 0 0,0-1 1 0 0,1 1 0 0 0,-1 0-1 0 0,0 0 1 0 0,1 0 0 0 0,-1 0 0 0 0,0 0-1 0 0,1 0 1 0 0,-1 0 0 0 0,1 0-1 0 0,-1 0 1 0 0,0 1 0 0 0,1-1-1 0 0,-1 0 1 0 0,0 1 0 0 0,2 0 0 0 0,2 0-1368 0 0,4 1-1332 0 0</inkml:trace>
</inkml:ink>
</file>

<file path=ppt/ink/ink13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27:29.5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45 211 360 0 0,'0'0'793'0'0,"27"-25"2174"0"0,-6 1-1036 0 0,-10 12-1266 0 0,-1 0-1 0 0,0-1 1 0 0,8-14-1 0 0,-16 24-535 0 0,0 0 0 0 0,0-1 0 0 0,-1 1 0 0 0,1 0-1 0 0,-1-1 1 0 0,0 1 0 0 0,0-1 0 0 0,0 0-1 0 0,-1 1 1 0 0,1-1 0 0 0,-1 0 0 0 0,0 0 0 0 0,0 1-1 0 0,0-1 1 0 0,-1 0 0 0 0,1 1 0 0 0,-1-1 0 0 0,-1-5-1 0 0,1 8-87 0 0,0-1-1 0 0,0 1 0 0 0,0-1 0 0 0,0 1 1 0 0,0-1-1 0 0,0 1 0 0 0,0-1 0 0 0,0 1 1 0 0,-1 0-1 0 0,1 0 0 0 0,-1 0 0 0 0,1 0 1 0 0,-1 0-1 0 0,1 0 0 0 0,-1 0 0 0 0,1 0 1 0 0,-1 0-1 0 0,0 1 0 0 0,0-1 1 0 0,1 1-1 0 0,-1-1 0 0 0,0 1 0 0 0,0 0 1 0 0,1 0-1 0 0,-1-1 0 0 0,0 1 0 0 0,0 1 1 0 0,0-1-1 0 0,0 0 0 0 0,1 0 0 0 0,-1 1 1 0 0,0-1-1 0 0,0 1 0 0 0,1-1 0 0 0,-1 1 1 0 0,0 0-1 0 0,-2 1 0 0 0,-1 0 11 0 0,0 0 0 0 0,0 1 0 0 0,0 0-1 0 0,0 0 1 0 0,0 0 0 0 0,1 0 0 0 0,-1 1 0 0 0,1-1-1 0 0,0 1 1 0 0,0 0 0 0 0,-5 7 0 0 0,5-4 16 0 0,-1 1 0 0 0,1-1 1 0 0,1 1-1 0 0,-1 0 0 0 0,2 0 0 0 0,-1 1 1 0 0,-2 13-1 0 0,5-19-54 0 0,-1 1 0 0 0,1-1 0 0 0,1 0 0 0 0,-1 0 0 0 0,0 1 0 0 0,1-1 0 0 0,0 0 0 0 0,-1 0 0 0 0,1 0-1 0 0,1 0 1 0 0,-1 0 0 0 0,0 0 0 0 0,1 0 0 0 0,-1 0 0 0 0,1 0 0 0 0,0-1 0 0 0,0 1 0 0 0,0-1 0 0 0,0 1 0 0 0,1-1 0 0 0,-1 0 0 0 0,1 0 0 0 0,-1 0 0 0 0,4 2 0 0 0,7 5-159 0 0,-1-2 0 0 0,1 0 0 0 0,0-1 1 0 0,0 0-1 0 0,1 0 0 0 0,23 5 0 0 0,-29-10-332 0 0,0 1-1 0 0,1-1 1 0 0,-1-1-1 0 0,0 0 0 0 0,14-1 1 0 0,-16 1-162 0 0,-1-1 0 0 0,1-1 1 0 0,-1 1-1 0 0,0-1 0 0 0,0 0 0 0 0,1 0 1 0 0,-1 0-1 0 0,0-1 0 0 0,6-3 0 0 0,-2-1-1536 0 0</inkml:trace>
</inkml:ink>
</file>

<file path=ppt/ink/ink13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27:30.0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0 465 2004 0 0,'2'-4'132'0'0,"-1"-1"0"0"0,1 1 0 0 0,0 0 0 0 0,1 0 0 0 0,-1 0 0 0 0,1 0 0 0 0,-1 1 0 0 0,1-1 0 0 0,0 1 0 0 0,0-1-1 0 0,1 1 1 0 0,-1 0 0 0 0,1 0 0 0 0,-1 1 0 0 0,1-1 0 0 0,0 1 0 0 0,0 0 0 0 0,0 0 0 0 0,1 0 0 0 0,-1 0 0 0 0,0 1 0 0 0,1-1 0 0 0,-1 1 0 0 0,1 0 0 0 0,-1 1-1 0 0,8-1 1 0 0,-9 1-39 0 0,1 0-1 0 0,-1 0 1 0 0,1 0-1 0 0,-1 0 1 0 0,1 1-1 0 0,-1-1 1 0 0,1 1-1 0 0,-1 0 1 0 0,1 0-1 0 0,-1 0 1 0 0,0 1-1 0 0,0-1 0 0 0,1 1 1 0 0,-1 0-1 0 0,0 0 1 0 0,0 0-1 0 0,-1 0 1 0 0,1 0-1 0 0,0 1 1 0 0,-1-1-1 0 0,1 1 1 0 0,-1 0-1 0 0,0-1 1 0 0,0 1-1 0 0,0 0 1 0 0,0 0-1 0 0,-1 1 1 0 0,1-1-1 0 0,-1 0 0 0 0,0 0 1 0 0,0 1-1 0 0,0-1 1 0 0,0 1-1 0 0,0 4 1 0 0,-5 27 555 0 0,4-33-435 0 0,2-5-54 0 0,12-17-114 0 0,36-42 16 0 0,-28 36-53 0 0,-1-2 0 0 0,18-30 1 0 0,-25 36 192 0 0,-2-1 1 0 0,0 0 0 0 0,-2-1 0 0 0,0 0 0 0 0,-2-1 0 0 0,-1 0 0 0 0,-1 0 0 0 0,0 0 0 0 0,2-43-1 0 0,-8 67-137 0 0,0-1-1 0 0,0 1 1 0 0,0 0-1 0 0,0 0 1 0 0,0 0 0 0 0,0 0-1 0 0,0 0 1 0 0,0 0-1 0 0,0 0 1 0 0,-1 0-1 0 0,1 0 1 0 0,0 0-1 0 0,-1 0 1 0 0,1 0-1 0 0,0 0 1 0 0,-1 0-1 0 0,0 0 1 0 0,0-2-1 0 0,-10 12 504 0 0,-9 35-166 0 0,13-14-246 0 0,1 1 0 0 0,1 0 0 0 0,0 36 0 0 0,4-51-112 0 0,1-1 1 0 0,1 0-1 0 0,0 0 0 0 0,1 0 0 0 0,1 0 0 0 0,0-1 1 0 0,1 1-1 0 0,10 24 0 0 0,-12-37-46 0 0,-1 1 1 0 0,1-1-1 0 0,-1 0 0 0 0,1 0 1 0 0,0 0-1 0 0,0-1 1 0 0,0 1-1 0 0,0 0 0 0 0,0-1 1 0 0,0 1-1 0 0,1-1 0 0 0,-1 0 1 0 0,0 0-1 0 0,1 0 0 0 0,-1 0 1 0 0,1 0-1 0 0,-1 0 0 0 0,1-1 1 0 0,3 1-1 0 0,61 3-161 0 0,-12 0 48 0 0,-53-4 109 0 0,0 0 1 0 0,1 1-1 0 0,-1-1 1 0 0,0 1-1 0 0,1 0 1 0 0,-1-1-1 0 0,0 1 1 0 0,0 0 0 0 0,0 1-1 0 0,1-1 1 0 0,-1 0-1 0 0,0 1 1 0 0,-1-1-1 0 0,1 1 1 0 0,0-1-1 0 0,0 1 1 0 0,-1 0-1 0 0,1 0 1 0 0,-1 0-1 0 0,1 0 1 0 0,-1 0-1 0 0,2 3 1 0 0,-5-3 9 0 0,1 0 0 0 0,-1 1 0 0 0,1-1 0 0 0,-1 0 0 0 0,0 0 0 0 0,0 0 0 0 0,0 0-1 0 0,0-1 1 0 0,0 1 0 0 0,0-1 0 0 0,-1 1 0 0 0,1-1 0 0 0,-1 0 0 0 0,-3 2 0 0 0,-45 16 32 0 0,-7 3-1165 0 0,23-5-6998 0 0</inkml:trace>
</inkml:ink>
</file>

<file path=ppt/ink/ink13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27:30.7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146 349 628 0 0,'0'0'3132'0'0,"-8"35"-6"0"0,9 129 1500 0 0,2-109-3690 0 0,-6 62-1 0 0,3-93-608 0 0,0 19 175 0 0,0-41-452 0 0,0-1 1 0 0,0 1-1 0 0,-1-1 0 0 0,1 1 1 0 0,0-1-1 0 0,0 0 0 0 0,-1 1 1 0 0,1-1-1 0 0,-1 1 0 0 0,0-1 1 0 0,1 0-1 0 0,-1 0 1 0 0,0 1-1 0 0,1-1 0 0 0,-1 0 1 0 0,0 0-1 0 0,0 0 0 0 0,0 0 1 0 0,0 0-1 0 0,-2 2 0 0 0,2-3 360 0 0,-17-8-111 0 0,12 2-249 0 0,0 0-1 0 0,1-1 1 0 0,0 1-1 0 0,0-1 1 0 0,0 0 0 0 0,1 0-1 0 0,0-1 1 0 0,1 1-1 0 0,-5-14 1 0 0,-4-5 32 0 0,4 6-52 0 0,1-1 0 0 0,0 1 1 0 0,1-1-1 0 0,2 0 0 0 0,0 0 1 0 0,1-1-1 0 0,1 1 1 0 0,1-1-1 0 0,1 1 0 0 0,0-1 1 0 0,2 1-1 0 0,1-1 1 0 0,10-40-1 0 0,-4 30-33 0 0,2 1 0 0 0,0 0 1 0 0,2 1-1 0 0,2 1 0 0 0,0 0 0 0 0,2 0 0 0 0,1 2 0 0 0,33-40 1 0 0,-46 62-2 0 0,0 0 0 0 0,0 0 0 0 0,0 0 1 0 0,0 1-1 0 0,1 0 0 0 0,0 0 1 0 0,-1 0-1 0 0,1 0 0 0 0,1 1 1 0 0,-1 0-1 0 0,1 1 0 0 0,-1-1 0 0 0,1 1 1 0 0,0 0-1 0 0,10-1 0 0 0,-13 3 5 0 0,0 0-1 0 0,-1 1 1 0 0,1-1-1 0 0,0 1 1 0 0,0-1-1 0 0,0 1 1 0 0,-1 0-1 0 0,1 0 1 0 0,0 1-1 0 0,-1-1 0 0 0,1 1 1 0 0,-1 0-1 0 0,0 0 1 0 0,1 0-1 0 0,-1 0 1 0 0,0 1-1 0 0,0-1 1 0 0,-1 1-1 0 0,1 0 1 0 0,0 0-1 0 0,-1 0 1 0 0,0 0-1 0 0,1 0 0 0 0,-1 0 1 0 0,-1 1-1 0 0,1-1 1 0 0,0 1-1 0 0,-1-1 1 0 0,2 6-1 0 0,0 0 2 0 0,0 0 1 0 0,-1 0-1 0 0,0 1 0 0 0,0-1 1 0 0,-1 1-1 0 0,0 0 0 0 0,0-1 0 0 0,-1 1 1 0 0,-1 0-1 0 0,0-1 0 0 0,0 1 0 0 0,-1 0 1 0 0,0-1-1 0 0,-6 17 0 0 0,2-12 6 0 0,0-1-1 0 0,-1 0 0 0 0,0 0 1 0 0,-1-1-1 0 0,0 0 1 0 0,-1 0-1 0 0,-1-1 0 0 0,0 0 1 0 0,-11 9-1 0 0,10-9-118 0 0,3-4-675 0 0,-1 1 0 0 0,1-1 0 0 0,-1 0 0 0 0,-17 9 0 0 0</inkml:trace>
</inkml:ink>
</file>

<file path=ppt/ink/ink13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27:31.1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2 748 0 0,'0'-1'81'0'0,"0"1"-1"0"0,0 0 1 0 0,0 0-1 0 0,0 0 1 0 0,1 0-1 0 0,-1 0 1 0 0,0 0-1 0 0,0 0 1 0 0,0-1-1 0 0,0 1 1 0 0,0 0-1 0 0,1 0 1 0 0,-1 0-1 0 0,0 0 1 0 0,0 0-1 0 0,0 0 1 0 0,0 0-1 0 0,0 0 1 0 0,1 0-1 0 0,-1 0 1 0 0,0 0-1 0 0,0 0 1 0 0,0 0-1 0 0,0 0 1 0 0,1 0-1 0 0,-1 0 1 0 0,0 0-1 0 0,0 0 1 0 0,0 0-1 0 0,0 0 1 0 0,1 0-1 0 0,-1 0 1 0 0,0 1-1 0 0,0-1 1 0 0,0 0-1 0 0,0 0 1 0 0,0 0-1 0 0,0 0 1 0 0,1 0-1 0 0,-1 0 0 0 0,0 0 1 0 0,0 0-1 0 0,0 1 1 0 0,0-1-1 0 0,0 0 1 0 0,0 0-1 0 0,0 0 1 0 0,0 0-1 0 0,0 0 1 0 0,0 1-1 0 0,1-1 1 0 0,-1 0-1 0 0,0 0 1 0 0,0 0-1 0 0,0 0 1 0 0,0 1-1 0 0,0-1 1 0 0,0 0-1 0 0,0 0 1 0 0,0 0-1 0 0,0 0 1 0 0,0 1-1 0 0,-1-1 1 0 0,1 0-1 0 0,0 0 1 0 0,6 24 1913 0 0,1 25-547 0 0,4 331 3904 0 0,-5-267-4001 0 0,-6-112-1180 0 0,5-4-152 0 0,-1 0-1 0 0,1 0 1 0 0,-1 0 0 0 0,0-1 0 0 0,-1 0-1 0 0,1 1 1 0 0,6-9 0 0 0,-1 1 23 0 0,5-2-13 0 0,-6 3 0 0 0,2 1 0 0 0,-1 1 0 0 0,19-13 0 0 0,-28 21 5 0 0,30 12 75 0 0,11 35 89 0 0,-32-36-1083 0 0,0-1-1 0 0,0 1 0 0 0,15 11 0 0 0,-17-17 50 0 0,-1-2-1078 0 0</inkml:trace>
</inkml:ink>
</file>

<file path=ppt/ink/ink13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27:31.5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39 56 0 0,'11'0'6163'0'0,"-4"2"-6233"0"0,-4 3 535 0 0,0 1 1 0 0,0-1-1 0 0,-1 0 1 0 0,0 1 0 0 0,0-1-1 0 0,0 1 1 0 0,0 0 0 0 0,-1 0-1 0 0,0-1 1 0 0,0 11-1 0 0,-1-15-251 0 0,-1 4 1089 0 0,4-11-1269 0 0,0-1 0 0 0,1 1 0 0 0,-1 0 0 0 0,1-1 0 0 0,0 2 0 0 0,0-1 0 0 0,1 0 0 0 0,0 1 0 0 0,0 0 0 0 0,0 0 0 0 0,1 0 0 0 0,0 1 0 0 0,0 0 0 0 0,7-4 0 0 0,-4 2-523 0 0,0 2-1 0 0,0-1 0 0 0,20-5 0 0 0,-22 8-680 0 0,0 0-1 0 0,0 1 1 0 0,0 0-1 0 0,1 0 1 0 0,12 0-1 0 0,-9 2-1256 0 0</inkml:trace>
</inkml:ink>
</file>

<file path=ppt/ink/ink13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27:32.3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173 27 248 0 0,'0'0'861'0'0,"-15"-26"6149"0"0,10 25-6676 0 0,-1 1 1 0 0,1 0 0 0 0,-1 1-1 0 0,1-1 1 0 0,0 1 0 0 0,-1 0 0 0 0,1 0-1 0 0,0 1 1 0 0,-1-1 0 0 0,1 1-1 0 0,0 0 1 0 0,-5 3 0 0 0,4-2-199 0 0,0 0 1 0 0,1 0 0 0 0,-1 1-1 0 0,1 0 1 0 0,-1 0 0 0 0,1 0-1 0 0,0 1 1 0 0,1-1 0 0 0,-1 1 0 0 0,1 0-1 0 0,0 0 1 0 0,0 1 0 0 0,0 0-1 0 0,1-1 1 0 0,0 1 0 0 0,-3 8-1 0 0,6-13-121 0 0,-1 0-1 0 0,1 0 0 0 0,-1 0 0 0 0,1 0 0 0 0,0 1 1 0 0,0-1-1 0 0,-1 0 0 0 0,1 0 0 0 0,0 1 1 0 0,0-1-1 0 0,0 0 0 0 0,0 0 0 0 0,1 0 1 0 0,-1 1-1 0 0,0-1 0 0 0,0 0 0 0 0,1 0 0 0 0,-1 0 1 0 0,1 0-1 0 0,-1 1 0 0 0,1-1 0 0 0,0 0 1 0 0,-1 0-1 0 0,1 0 0 0 0,0 0 0 0 0,0 1 1 0 0,1-2-27 0 0,0 1 0 0 0,-1 0 0 0 0,1-1 0 0 0,0 1 0 0 0,-1-1 0 0 0,1 0 0 0 0,0 1 0 0 0,0-1 0 0 0,-1 0 0 0 0,1 0 0 0 0,0 0 0 0 0,0 0 0 0 0,-1 0 0 0 0,1-1 0 0 0,3 0 0 0 0,9-3-179 0 0,-1 0 0 0 0,0-1-1 0 0,18-10 1 0 0,-29 14 173 0 0,39-26-381 0 0,-40 26 438 0 0,-29 23 7 0 0,22-11-51 0 0,4-8 9 0 0,0 0 0 0 0,0 0 0 0 0,0 0 0 0 0,1 1 0 0 0,-1-1 0 0 0,1 0 0 0 0,0 1 0 0 0,0-1 0 0 0,0 1 0 0 0,1 0 0 0 0,-1-1 0 0 0,1 1 0 0 0,0 0 0 0 0,0 5 0 0 0,0-8-11 0 0,1 0 7 0 0,-1 0 0 0 0,1-1 0 0 0,0 1 0 0 0,-1-1 0 0 0,1 1 0 0 0,0-1 0 0 0,-1 1 0 0 0,1-1 1 0 0,0 0-1 0 0,0 1 0 0 0,0-1 0 0 0,-1 0 0 0 0,1 1 0 0 0,0-1 0 0 0,0 0 0 0 0,0 0 0 0 0,0 0 0 0 0,-1 0 1 0 0,1 0-1 0 0,0 0 0 0 0,0 0 0 0 0,0 0 0 0 0,0 0 0 0 0,0-1 0 0 0,-1 1 0 0 0,1 0 0 0 0,0 0 0 0 0,0-1 0 0 0,0 1 1 0 0,-1 0-1 0 0,2-2 0 0 0,33-15 17 0 0,-24 11-33 0 0,154-67-28 0 0,-149 69-25 0 0,-11 7 20 0 0,-18 18-1 0 0,-32 23 16 0 0,38-40 33 0 0,1 2 1 0 0,0-1 0 0 0,0 1-1 0 0,1-1 1 0 0,0 2 0 0 0,0-1-1 0 0,-7 12 1 0 0,13-17-1 0 0,3 1 2 0 0,2-1-54 0 0,1 0 0 0 0,-1 0 1 0 0,1-1-1 0 0,-1 0 0 0 0,1 0 1 0 0,-1-1-1 0 0,1 0 0 0 0,-1 0 0 0 0,0 0 1 0 0,1-1-1 0 0,-1 0 0 0 0,0 0 1 0 0,12-6-1 0 0,-1-2-61 0 0,17-10-150 0 0,44-33 0 0 0,-54 34 1896 0 0,-43 31 805 0 0,18-11-2417 0 0,0-1-1 0 0,0 1 0 0 0,0 0 0 0 0,0-1 0 0 0,0 1 0 0 0,0 0 0 0 0,0 0 0 0 0,1 0 0 0 0,-1 0 0 0 0,0 0 0 0 0,0 0 0 0 0,1 0 0 0 0,-1 0 0 0 0,1 0 0 0 0,-1 0 0 0 0,1 0 0 0 0,-1 0 0 0 0,1 1 0 0 0,0-1 0 0 0,-1 0 0 0 0,1 0 0 0 0,0 0 0 0 0,0 1 0 0 0,0-1 0 0 0,0 0 0 0 0,0 0 0 0 0,0 0 0 0 0,0 1 0 0 0,0-1 0 0 0,1 0 0 0 0,-1 0 0 0 0,0 0 0 0 0,1 1 0 0 0,-1-1 0 0 0,1 0 0 0 0,-1 0 0 0 0,1 0 0 0 0,0 0 0 0 0,-1 0 0 0 0,1 0 0 0 0,0 0 0 0 0,0 0 0 0 0,0 0 0 0 0,-1-1 0 0 0,1 1 0 0 0,0 0 0 0 0,0 0 0 0 0,2 0 0 0 0,2 3-671 0 0,0-1 0 0 0,0 1 0 0 0,1-1 0 0 0,-1 0 0 0 0,1 0 0 0 0,0-1 0 0 0,-1 0 0 0 0,9 2 0 0 0,12 2-3679 0 0,0 2 329 0 0</inkml:trace>
</inkml:ink>
</file>

<file path=ppt/ink/ink13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27:39.4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470 21 56 0 0,'-1'-2'149'0'0,"-2"0"-1"0"0,1 0 1 0 0,0 0 0 0 0,0 0 0 0 0,0 1-1 0 0,-1-1 1 0 0,1 1 0 0 0,-1 0 0 0 0,1 0-1 0 0,-1 0 1 0 0,0 0 0 0 0,1 0 0 0 0,-1 1-1 0 0,0-1 1 0 0,0 1 0 0 0,1-1 0 0 0,-1 1-1 0 0,0 0 1 0 0,0 0 0 0 0,0 0-1 0 0,1 1 1 0 0,-1-1 0 0 0,0 1 0 0 0,0-1-1 0 0,1 1 1 0 0,-1 0 0 0 0,0 0 0 0 0,-3 3-1 0 0,-6 1 142 0 0,0 1 0 0 0,1 1 0 0 0,-1 0 0 0 0,-15 13 0 0 0,-7 12 159 0 0,1 0 0 0 0,2 2 0 0 0,1 2 0 0 0,2 0 0 0 0,1 2-1 0 0,2 1 1 0 0,-35 74 0 0 0,50-89-302 0 0,2 0-1 0 0,0 1 1 0 0,1-1 0 0 0,2 1-1 0 0,0 1 1 0 0,2-1 0 0 0,1 1-1 0 0,1-1 1 0 0,0 1 0 0 0,3 0-1 0 0,0-1 1 0 0,1 1 0 0 0,2-1-1 0 0,0 0 1 0 0,2 0-1 0 0,0-1 1 0 0,14 28 0 0 0,-9-22-233 0 0,2-2 0 0 0,1 0 0 0 0,2 0 0 0 0,0-1-1 0 0,2-2 1 0 0,1 0 0 0 0,0 0 0 0 0,2-2 0 0 0,1-1 0 0 0,1-1 0 0 0,1 0 0 0 0,0-2 0 0 0,41 22 0 0 0,10-8-1755 0 0,-22-20-2509 0 0,-27-10 1732 0 0</inkml:trace>
</inkml:ink>
</file>

<file path=ppt/ink/ink13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27:40.0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157 244 240 0 0,'0'0'1528'0'0,"-2"3"-814"0"0,-18 31 321 0 0,1 2-1 0 0,2 0 1 0 0,1 0-1 0 0,2 2 1 0 0,-14 58 0 0 0,21-73-698 0 0,0-4-79 0 0,-5 19 1157 0 0,-3-78-944 0 0,15 14-384 0 0,1 0-1 0 0,1 0 1 0 0,1 0-1 0 0,2 0 1 0 0,14-48-1 0 0,54-121 37 0 0,-71 192-120 0 0,6-20 16 0 0,2 0 1 0 0,1 1-1 0 0,1 0 0 0 0,28-38 0 0 0,-39 59-19 0 0,-1 0 1 0 0,0 1 0 0 0,1-1-1 0 0,-1 0 1 0 0,1 1 0 0 0,0-1-1 0 0,-1 1 1 0 0,1-1 0 0 0,0 1-1 0 0,-1-1 1 0 0,1 1 0 0 0,0-1-1 0 0,-1 1 1 0 0,1-1 0 0 0,0 1-1 0 0,0 0 1 0 0,-1 0-1 0 0,1-1 1 0 0,0 1 0 0 0,0 0-1 0 0,0 0 1 0 0,0 0 0 0 0,-1 0-1 0 0,1 0 1 0 0,0 0 0 0 0,0 0-1 0 0,0 0 1 0 0,0 0 0 0 0,1 1-1 0 0,-1 0 4 0 0,1 0-1 0 0,0 0 1 0 0,-1 0-1 0 0,1 1 1 0 0,-1-1-1 0 0,0 0 1 0 0,1 1-1 0 0,-1-1 1 0 0,0 1 0 0 0,0-1-1 0 0,0 1 1 0 0,1 2-1 0 0,17 45 90 0 0,10 102 237 0 0,-20-99-133 0 0,24 87 1 0 0,4 3 20 0 0,-20-70-104 0 0,-16-70-157 0 0,0 0-110 0 0,0 0 0 0 0,-1 0 1 0 0,1 1-1 0 0,0-1 0 0 0,-1 1 1 0 0,0-1-1 0 0,1 1 0 0 0,-1-1 1 0 0,0 1-1 0 0,0-1 0 0 0,0 0 1 0 0,-1 1-1 0 0,1-1 0 0 0,0 1 1 0 0,-2 4-1 0 0,0-7-584 0 0,-15-7-4642 0 0,9-1 2834 0 0</inkml:trace>
</inkml:ink>
</file>

<file path=ppt/ink/ink13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27:40.3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47 476 0 0,'10'-4'530'0'0,"12"-4"90"0"0,-1 0 0 0 0,1 1 0 0 0,1 1 0 0 0,-1 2 0 0 0,1 0 0 0 0,28-1 0 0 0,47 7-167 0 0,0 0-3844 0 0,-81-3 2035 0 0</inkml:trace>
</inkml:ink>
</file>

<file path=ppt/ink/ink13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27:40.6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125 369 496 0 0,'-34'0'3131'0'0,"29"2"-2944"0"0,0-1 0 0 0,-1 1-1 0 0,1 1 1 0 0,0-1 0 0 0,0 1 0 0 0,0 0 0 0 0,0 0-1 0 0,1 0 1 0 0,-1 0 0 0 0,1 1 0 0 0,0 0-1 0 0,0 0 1 0 0,0 0 0 0 0,1 0 0 0 0,-1 1 0 0 0,-2 6-1 0 0,4-9-138 0 0,1 0 0 0 0,0 0-1 0 0,0 0 1 0 0,-1 0 0 0 0,2 0 0 0 0,-1 1-1 0 0,0-1 1 0 0,0 0 0 0 0,1 1-1 0 0,-1-1 1 0 0,1 1 0 0 0,0-1-1 0 0,0 0 1 0 0,0 1 0 0 0,0-1-1 0 0,0 1 1 0 0,0-1 0 0 0,1 0-1 0 0,-1 1 1 0 0,1-1 0 0 0,0 1-1 0 0,0-1 1 0 0,0 0 0 0 0,0 0 0 0 0,0 0-1 0 0,0 1 1 0 0,0-1 0 0 0,1 0-1 0 0,-1-1 1 0 0,1 1 0 0 0,-1 0-1 0 0,1 0 1 0 0,0 0 0 0 0,0-1-1 0 0,0 1 1 0 0,0-1 0 0 0,0 0-1 0 0,3 2 1 0 0,-2-2-29 0 0,1 1 0 0 0,-1-1 0 0 0,0 0 0 0 0,1-1 0 0 0,-1 1-1 0 0,1 0 1 0 0,0-1 0 0 0,-1 0 0 0 0,1 0 0 0 0,-1 0 0 0 0,1 0 0 0 0,-1-1 0 0 0,1 0-1 0 0,-1 1 1 0 0,1-1 0 0 0,-1 0 0 0 0,0-1 0 0 0,1 1 0 0 0,-1 0 0 0 0,0-1 0 0 0,0 0-1 0 0,0 0 1 0 0,0 0 0 0 0,0 0 0 0 0,0 0 0 0 0,-1-1 0 0 0,1 1 0 0 0,3-5 0 0 0,2-2-1 0 0,0 0 0 0 0,0-1 0 0 0,-1 0 1 0 0,0 0-1 0 0,0-1 0 0 0,-1 1 0 0 0,4-13 1 0 0,-1-2 118 0 0,-2-1 1 0 0,-1 0 0 0 0,0 0 0 0 0,-2-1-1 0 0,-2 1 1 0 0,0-1 0 0 0,-1 0 0 0 0,-2 1-1 0 0,-1-1 1 0 0,-1 0 0 0 0,-1 1 0 0 0,-15-51-1 0 0,19 77-118 0 0,0 0 0 0 0,0 0-1 0 0,0-1 1 0 0,-1 1 0 0 0,1 0 0 0 0,0 0-1 0 0,0 0 1 0 0,-1 0 0 0 0,1-1-1 0 0,0 1 1 0 0,0 0 0 0 0,-1 0-1 0 0,1 0 1 0 0,0 0 0 0 0,-1 0 0 0 0,1 0-1 0 0,0 0 1 0 0,-1 0 0 0 0,1-1-1 0 0,0 1 1 0 0,0 0 0 0 0,-1 0-1 0 0,1 1 1 0 0,0-1 0 0 0,-1 0 0 0 0,1 0-1 0 0,0 0 1 0 0,-1 0 0 0 0,1 0-1 0 0,0 0 1 0 0,0 0 0 0 0,-1 0-1 0 0,1 0 1 0 0,0 1 0 0 0,0-1 0 0 0,-1 0-1 0 0,1 0 1 0 0,0 0 0 0 0,0 1-1 0 0,-1-1 1 0 0,1 0 0 0 0,0 0-1 0 0,0 1 1 0 0,0-1 0 0 0,0 0 0 0 0,-1 0-1 0 0,1 1 1 0 0,0-1 0 0 0,0 0-1 0 0,0 1 1 0 0,0-1 0 0 0,0 1-1 0 0,-11 16 245 0 0,6-2-104 0 0,0 0 0 0 0,2 1 0 0 0,-1 0 0 0 0,2 0 0 0 0,0 0 0 0 0,1 0-1 0 0,1 0 1 0 0,1 0 0 0 0,0 0 0 0 0,3 16 0 0 0,4 10-772 0 0,2-1-1 0 0,25 66 0 0 0,-34-105 384 0 0,10 23-1608 0 0,-1-13-3469 0 0,-6-10 2535 0 0</inkml:trace>
</inkml:ink>
</file>

<file path=ppt/ink/ink13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27:41.0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 0 144 0 0,'0'13'1046'0'0,"-2"-1"0"0"0,0 1 1 0 0,0-1-1 0 0,-5 13 0 0 0,3-13-637 0 0,1 1 0 0 0,1 0 0 0 0,0-1 0 0 0,0 15-1 0 0,1-26-355 0 0,1 1 0 0 0,0 0-1 0 0,-1-1 1 0 0,1 1 0 0 0,0 0-1 0 0,0-1 1 0 0,0 1 0 0 0,1 0-1 0 0,-1-1 1 0 0,0 1 0 0 0,0-1-1 0 0,1 1 1 0 0,-1 0 0 0 0,1-1 0 0 0,0 1-1 0 0,0-1 1 0 0,-1 1 0 0 0,1-1-1 0 0,0 1 1 0 0,0-1 0 0 0,0 0-1 0 0,0 1 1 0 0,0-1 0 0 0,1 0-1 0 0,-1 0 1 0 0,0 0 0 0 0,1 0-1 0 0,-1 0 1 0 0,2 1 0 0 0,0-2-1 0 0,1 0 1 0 0,-1 0 0 0 0,0-1 0 0 0,0 1 0 0 0,1-1-1 0 0,-1 0 1 0 0,0 0 0 0 0,0 0 0 0 0,0 0 0 0 0,0-1-1 0 0,0 1 1 0 0,0-1 0 0 0,0 1 0 0 0,4-5 0 0 0,18-11 193 0 0,-1-1 0 0 0,-1-1 0 0 0,-1-2 1 0 0,27-30-1 0 0,-31 34-522 0 0</inkml:trace>
</inkml:ink>
</file>

<file path=ppt/ink/ink13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27:41.5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138 153 896 0 0,'0'0'72'0'0,"0"0"1"0"0,0 0-1 0 0,0 0 0 0 0,-1 0 0 0 0,1 0 0 0 0,0 0 1 0 0,0 0-1 0 0,0-1 0 0 0,0 1 0 0 0,0 0 0 0 0,0 0 1 0 0,0 0-1 0 0,0 0 0 0 0,-1 0 0 0 0,1 0 0 0 0,0 0 1 0 0,0 0-1 0 0,0 0 0 0 0,0 0 0 0 0,0 0 1 0 0,0 0-1 0 0,-1 0 0 0 0,1 0 0 0 0,0 0 0 0 0,0 0 1 0 0,0 0-1 0 0,0 0 0 0 0,0 0 0 0 0,0 0 0 0 0,-1 0 1 0 0,1 0-1 0 0,0 0 0 0 0,0 0 0 0 0,0 0 1 0 0,0 0-1 0 0,0 1 0 0 0,0-1 0 0 0,0 0 0 0 0,-1 0 1 0 0,1 0-1 0 0,0 0 0 0 0,0 0 0 0 0,0 0 0 0 0,0 0 1 0 0,0 0-1 0 0,0 1 0 0 0,0-1 0 0 0,0 0 1 0 0,0 0-1 0 0,0 0 0 0 0,0 0 0 0 0,0 0 0 0 0,0 0 1 0 0,0 0-1 0 0,0 1 0 0 0,0-1 0 0 0,0 0 0 0 0,0 0 1 0 0,0 0-1 0 0,0 0 0 0 0,0 1 0 0 0,-7 17 1980 0 0,-5 36-1280 0 0,6-30 94 0 0,-58 213 1922 0 0,29 8-909 0 0,31-221-1250 0 0,1-41-130 0 0,2-41-203 0 0,0-21-194 0 0,4-1-1 0 0,18-107 1 0 0,-18 165-103 0 0,2 0-1 0 0,0 1 1 0 0,2 0 0 0 0,0 0 0 0 0,2 0 0 0 0,0 1 0 0 0,1 0 0 0 0,1 1-1 0 0,0 0 1 0 0,2 1 0 0 0,0 0 0 0 0,1 1 0 0 0,26-24 0 0 0,-36 37 0 0 0,0 0 0 0 0,0 1 0 0 0,1 0 0 0 0,-1-1-1 0 0,1 2 1 0 0,0-1 0 0 0,0 1 0 0 0,0-1 0 0 0,0 1 0 0 0,0 1 0 0 0,1-1 0 0 0,-1 1 0 0 0,1 0 0 0 0,-1 0 0 0 0,1 0 0 0 0,-1 1 0 0 0,1 0 0 0 0,-1 0 0 0 0,1 1 0 0 0,-1-1 0 0 0,1 1 0 0 0,-1 0 0 0 0,0 1 0 0 0,1-1-1 0 0,8 5 1 0 0,-8-3 2 0 0,0 1 0 0 0,0 0-1 0 0,0 0 1 0 0,-1 1-1 0 0,0-1 1 0 0,1 1 0 0 0,-2 1-1 0 0,1-1 1 0 0,0 1-1 0 0,-1-1 1 0 0,0 1 0 0 0,-1 1-1 0 0,1-1 1 0 0,-1 0-1 0 0,0 1 1 0 0,-1 0 0 0 0,0-1-1 0 0,0 1 1 0 0,2 9-1 0 0,-2-5-1 0 0,-1 1-1 0 0,0 0 1 0 0,0 0-1 0 0,-1-1 1 0 0,0 1-1 0 0,-1 0 1 0 0,-1 0-1 0 0,0 0 1 0 0,0-1-1 0 0,-8 21 1 0 0,7-25-5 0 0,0 0 0 0 0,0-1 0 0 0,-1 1 0 0 0,1-1 0 0 0,-2 0 0 0 0,1 0 0 0 0,-1 0 1 0 0,0-1-1 0 0,0 1 0 0 0,0-1 0 0 0,-1-1 0 0 0,1 1 0 0 0,-1-1 0 0 0,-1 0 0 0 0,1 0 0 0 0,0 0 1 0 0,-1-1-1 0 0,-10 3 0 0 0,11-3-296 0 0,-54 13-750 0 0,29-14-1502 0 0,6-11-3581 0 0,19 4 3175 0 0</inkml:trace>
</inkml:ink>
</file>

<file path=ppt/ink/ink13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27:41.9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888 0 8 0 0,'18'20'747'0'0,"0"0"0"0"0,-1 1 0 0 0,-1 0 0 0 0,-1 2 0 0 0,0-1 0 0 0,-2 2 0 0 0,10 25 0 0 0,-15-29-303 0 0,-2 1-1 0 0,0 0 1 0 0,-1 0-1 0 0,-1 1 1 0 0,-1-1-1 0 0,0 1 1 0 0,-2 0 0 0 0,-1 0-1 0 0,-3 24 1 0 0,-1 3 312 0 0,-3 1 0 0 0,-3-1 0 0 0,-21 69 0 0 0,23-96-549 0 0,-1 0 0 0 0,0 0 1 0 0,-2-1-1 0 0,0-1 1 0 0,-2 0-1 0 0,0 0 0 0 0,-1-1 1 0 0,-1-1-1 0 0,-28 27 0 0 0,11-19-162 0 0,-1 0 0 0 0,-2-3 0 0 0,0-1 0 0 0,-2-1 0 0 0,0-2 0 0 0,-1-2 0 0 0,-1-2 0 0 0,-41 11 0 0 0,17-8-1321 0 0,-82 11 0 0 0,-64-10-5793 0 0,135-17 3524 0 0</inkml:trace>
</inkml:ink>
</file>

<file path=ppt/ink/ink13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27:42.7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1 424 0 0,'292'-1'2465'0'0,"-115"5"-1872"0"0,193-8 308 0 0,1081 43 846 0 0,-914-13-1405 0 0,2351 111 629 0 0,-1597-84-609 0 0,-217-10-14 0 0,267-41 590 0 0,-1024-25-75 0 0,-182 8 608 0 0,188-46 0 0 0,-289 52-507 0 0,0-1-1 0 0,-1-2 1 0 0,-1-1 0 0 0,33-18-1 0 0,-53 24-411 0 0,7-2 753 0 0,-18 9-1338 0 0,-1 1 1 0 0,0 0-1 0 0,0 0 0 0 0,1-1 0 0 0,-1 1 0 0 0,0 0 1 0 0,0 0-1 0 0,0 0 0 0 0,0-1 0 0 0,0 1 1 0 0,0 0-1 0 0,0 0 0 0 0,0 0 0 0 0,0-1 1 0 0,-1 1-1 0 0,1 0 0 0 0,0 0 0 0 0,0-1 1 0 0,-1 1-1 0 0,1 0 0 0 0,0 0 0 0 0,-1-1 0 0 0,1 1 1 0 0,-1 0-1 0 0,1-1 0 0 0,-2 2 0 0 0,0 2-773 0 0,0-1-1 0 0,-1 1 0 0 0,0-1 1 0 0,1 1-1 0 0,-1-1 0 0 0,0 0 0 0 0,-7 5 1 0 0,2-1-3754 0 0,2-2 243 0 0</inkml:trace>
</inkml:ink>
</file>

<file path=ppt/ink/ink13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27:43.1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225 12 212 0 0,'9'0'2667'0'0,"-8"0"-2332"0"0,0 0 1 0 0,0 0 0 0 0,0 0 0 0 0,0 0 0 0 0,0 0-1 0 0,0 0 1 0 0,1 0 0 0 0,-1 0 0 0 0,0 0 0 0 0,0 0-1 0 0,0-1 1 0 0,0 1 0 0 0,0 0 0 0 0,0-1 0 0 0,0 1-1 0 0,0-1 1 0 0,0 1 0 0 0,0-1 0 0 0,0 0 0 0 0,0 1-1 0 0,0-1 1 0 0,-1 0 0 0 0,1 1 0 0 0,0-1 0 0 0,0 0-1 0 0,1-2 1 0 0,-30 4-172 0 0,-161 34-7449 0 0,144-29 4569 0 0</inkml:trace>
</inkml:ink>
</file>

<file path=ppt/ink/ink13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0-16T13:27:48.3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312 321 236,'-32'65'1260,"3"2"1,4 1-1,-19 73 0,3-7-58,39-127-1134,1-2 49,-1-1 1,1 0 0,0 1 0,-1-1-1,0 0 1,0 0 0,0 0 0,0-1-1,-1 1 1,0 0 0,0-1 0,-5 5-1,7-7-94,0-1-1,0 0 0,0 0 1,0 0-1,0 0 0,0 0 1,0 0-1,1 0 0,-1-1 1,0 1-1,0 0 0,0-1 1,0 1-1,0 0 0,0-1 1,0 1-1,0-1 0,0 1 1,1-1-1,-1 1 0,0-1 1,0 0-1,1 0 0,-1 1 1,0-1-1,1 0 0,-1 0 1,1 0-1,-1 1 0,0-3 1,-18-28 241,18 28-221,-9-17 39,2-1 0,0 0 0,1 0 0,2 0 1,-6-33-1,6 8 35,-1-73 1,6 79-50,3 1-1,1-1 1,19-77 0,-19 98 3,2 1 0,0 0-1,2 0 1,0 0 0,0 1 0,2 0 0,0 1 0,1 0-1,1 0 1,17-17 0,-23 28-39,-1 0-1,1 1 1,0 0 0,0 0 0,0 0-1,1 1 1,0 0 0,-1 1-1,1-1 1,0 1 0,0 0 0,10-1-1,-4 2 20,0 0 0,1 1-1,-1 1 1,0 0 0,0 0-1,17 5 1,-2 2 71,1 1 0,-1 1 1,0 1-1,-1 2 0,31 20 0,-11-2 29,-2 1 0,-2 3 0,-1 2 0,-1 1 0,53 67 0,-83-92-107,-1 1 0,0 1 0,-1-1 0,0 2 0,-1-1 0,-1 1 0,8 26-1,-13-35-78,-1 0 0,1 0 0,-1 0 0,-1 0 0,1 0 0,-1 0 0,0 0 0,-1 0 0,0 0 0,0 0 0,0 0 0,-1 0 0,0 0 0,0 0 0,-1-1 0,0 1 0,0-1 1,0 0-1,-1 0 0,0 0 0,-6 6 0,4-5-286,0 0 0,-1-1 0,0 0 0,-1-1 0,1 1 1,-1-1-1,0-1 0,-15 7 0,13-7-718,0-1 0,-1 0-1,1 0 1,-12 1 0,-6-2-1640</inkml:trace>
</inkml:ink>
</file>

<file path=ppt/ink/ink13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0-16T13:27:48.7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0 103 256,'25'-9'620,"-2"0"-64,6 1-32,2-3-56,7 3-36,6-3-36,0 1-48,8 5-40,0-2-40,2 4-20,1-3-12,-3 1-156,2-2-112,-4 11-188,-2-6-156,2 2-312,-8-2-740,-2-1 324</inkml:trace>
</inkml:ink>
</file>

<file path=ppt/ink/ink13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0-16T13:27:49.0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113 228 360,'-11'6'534,"0"0"0,1 1 1,-1 1-1,1-1 0,1 2 0,-16 17 0,22-22-421,0 0 0,0-1 0,1 2 0,-1-1-1,1 0 1,0 0 0,1 1 0,-1-1-1,1 1 1,0 0 0,0-1 0,0 1 0,0 0-1,1-1 1,0 1 0,0 0 0,0 0-1,1-1 1,0 1 0,0 0 0,2 6 0,-3-10-93,0 0 0,0 0 1,0 0-1,1 0 1,-1-1-1,0 1 1,1 0-1,-1 0 1,1 0-1,-1-1 0,1 1 1,-1 0-1,1 0 1,-1-1-1,1 1 1,0-1-1,-1 1 0,1 0 1,0-1-1,-1 1 1,1-1-1,0 0 1,0 1-1,0-1 1,-1 0-1,1 1 0,0-1 1,0 0-1,1 0 1,0 0-4,0 0 1,-1-1-1,1 1 1,0-1 0,0 0-1,-1 1 1,1-1-1,-1 0 1,1 0-1,0 0 1,-1 0 0,0 0-1,3-2 1,2-4 20,0 1 0,-1-1 0,0 1 1,9-15-1,-2-5 243,0 0 1,-2 0-1,-1-1 1,-1 0-1,-1 0 1,-2-1-1,0 0 1,-2 0-1,-1 0 1,-2-1-1,-3-32 1,11 91 527,1 0-1,17 40 1,-8-24-2584,17 62 1,-29-71-3624,-4-27 2874</inkml:trace>
</inkml:ink>
</file>

<file path=ppt/ink/ink13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0-16T13:27:49.5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47 708,'0'-2'253,"-1"-1"0,1 1 0,0 0 0,1 0 0,-1 0 0,0 0 0,0 0 0,1 0-1,-1 0 1,1 0 0,0 0 0,0 0 0,0 0 0,0 1 0,0-1 0,0 0 0,0 0 0,0 1 0,1-1 0,-1 1 0,0-1 0,4-1 0,-3 2-158,-1 1 0,1 0-1,-1 0 1,1 0 0,-1 0 0,1 0 0,-1 0 0,1 1 0,0-1 0,-1 0 0,1 1 0,-1-1 0,0 1 0,1 0 0,-1-1 0,1 1 0,-1 0 0,0 0 0,0 0 0,1 0 0,-1 0 0,0 0 0,0 0 0,0 0 0,0 1-1,0-1 1,0 0 0,-1 1 0,1-1 0,0 1 0,0 1 0,11 19 237,-1 0 0,-1 1 0,-1 1-1,7 27 1,-9-26-92,1 0 1,1-1-1,23 43 0,-31-66-193,-1 1 0,1-1-1,-1 0 1,1 0 0,0 0 0,0 1 0,-1-1 0,1 0 0,0 0-1,0 0 1,0 0 0,0 0 0,0-1 0,0 1 0,0 0 0,1 0-1,-1-1 1,0 1 0,0 0 0,3 0 0,-3-2-18,1-1 1,-1 1-1,0 0 1,0 0-1,1-1 1,-1 1-1,0-1 1,0 1-1,0-1 1,-1 0-1,1 1 1,0-1 0,0 0-1,-1 1 1,1-1-1,-1 0 1,0 0-1,1-2 1,8-37 10,14-44 480,-22 80-687,1 0 1,0 1 0,1-1 0,-1 1-1,1-1 1,0 1 0,0 0 0,0 0-1,0 0 1,1 1 0,0-1 0,0 1 0,-1 0-1,6-3 1,5 3-3481,-9 2 534,6 0 282</inkml:trace>
</inkml:ink>
</file>

<file path=ppt/ink/ink13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27:50.1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117 483 704 0 0,'0'0'885'0'0,"1"2"95"0"0,3 7 89 0 0,5 16 692 0 0,-1-1-949 0 0,1 0 0 0 0,1 0 0 0 0,1-1 0 0 0,19 30 0 0 0,19 38 946 0 0,-69-133-51 0 0,0 0-1322 0 0,-22-67-1 0 0,14 8-154 0 0,20 64-160 0 0,1 0 1 0 0,-4-55-1 0 0,10 79-58 0 0,0-1 1 0 0,1 1-1 0 0,1 0 0 0 0,0-1 0 0 0,1 1 1 0 0,0 0-1 0 0,1 0 0 0 0,0 0 1 0 0,1 0-1 0 0,1 1 0 0 0,0-1 0 0 0,0 1 1 0 0,2 0-1 0 0,-1 1 0 0 0,1 0 0 0 0,1 0 1 0 0,0 0-1 0 0,12-11 0 0 0,-15 17-8 0 0,0 0-1 0 0,1 0 1 0 0,0 1 0 0 0,-1 0-1 0 0,1 0 1 0 0,1 1-1 0 0,-1-1 1 0 0,1 1-1 0 0,-1 1 1 0 0,1-1 0 0 0,0 1-1 0 0,0 0 1 0 0,0 1-1 0 0,0 0 1 0 0,0 0-1 0 0,0 0 1 0 0,0 1-1 0 0,0 0 1 0 0,1 0 0 0 0,-1 1-1 0 0,0 0 1 0 0,11 3-1 0 0,-9-1 0 0 0,-1 1-1 0 0,1-1 1 0 0,-1 1-1 0 0,-1 1 0 0 0,1-1 1 0 0,0 2-1 0 0,-1-1 1 0 0,0 1-1 0 0,0 0 0 0 0,-1 0 1 0 0,0 1-1 0 0,0-1 1 0 0,0 1-1 0 0,-1 1 0 0 0,0-1 1 0 0,0 1-1 0 0,4 12 1 0 0,-5-13-4 0 0,-1 1 0 0 0,0-1 1 0 0,0 1-1 0 0,-1 0 1 0 0,0 0-1 0 0,0 0 1 0 0,-1 0-1 0 0,0 0 0 0 0,0 0 1 0 0,-1 0-1 0 0,0 0 1 0 0,-1 1-1 0 0,0-1 0 0 0,0 0 1 0 0,-2 8-1 0 0,0-9 2 0 0,0 0-1 0 0,-1 0 0 0 0,1 0 1 0 0,-1 0-1 0 0,0-1 1 0 0,-1 0-1 0 0,0 0 0 0 0,0 0 1 0 0,0-1-1 0 0,0 1 1 0 0,-1-1-1 0 0,0-1 0 0 0,0 1 1 0 0,0-1-1 0 0,-1 0 1 0 0,-9 5-1 0 0,-10 4-24 0 0,-1 0 0 0 0,-1-2 0 0 0,1-1 0 0 0,-1-1 0 0 0,-1-1-1 0 0,0-2 1 0 0,-45 4 0 0 0,33-5-494 0 0,-15 0-1125 0 0,22-10-4739 0 0,25 2 3148 0 0</inkml:trace>
</inkml:ink>
</file>

<file path=ppt/ink/ink13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27:50.8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22 156 200 0 0,'-13'-17'2653'0'0,"5"3"2181"0"0,8 14-4750 0 0,1-1-1 0 0,0 0 1 0 0,-1 1 0 0 0,1-1 0 0 0,0 1-1 0 0,0-1 1 0 0,0 1 0 0 0,0 0-1 0 0,-1-1 1 0 0,1 1 0 0 0,0 0 0 0 0,0 0-1 0 0,0 0 1 0 0,0-1 0 0 0,0 1 0 0 0,0 0-1 0 0,0 0 1 0 0,0 0 0 0 0,0 0 0 0 0,-1 1-1 0 0,1-1 1 0 0,1 0 0 0 0,355 14 1515 0 0,-280-9-1449 0 0,1083 4 744 0 0,-1063-11-854 0 0,-94 2-38 0 0,60 0 59 0 0,0-3-1 0 0,81-15 0 0 0,-142 18-45 0 0,2 0 24 0 0,-1-1 0 0 0,1 1 0 0 0,-1-1 0 0 0,0 0 0 0 0,1 0 0 0 0,-1 0-1 0 0,0 0 1 0 0,1 0 0 0 0,-1-1 0 0 0,0 0 0 0 0,0 1 0 0 0,0-1 0 0 0,-1 0 0 0 0,1-1-1 0 0,0 1 1 0 0,2-3 0 0 0,-5 4-30 0 0,0 0 0 0 0,-1 0 0 0 0,1 0 0 0 0,0 0 0 0 0,-1 0 0 0 0,1 1 0 0 0,0-1-1 0 0,-1 0 1 0 0,1 0 0 0 0,-1 0 0 0 0,0 1 0 0 0,1-1 0 0 0,-1 0 0 0 0,0 1 0 0 0,1-1 0 0 0,-1 0 0 0 0,0 1 0 0 0,1-1-1 0 0,-1 1 1 0 0,0-1 0 0 0,0 1 0 0 0,0-1 0 0 0,0 1 0 0 0,0 0 0 0 0,1 0 0 0 0,-3-1 0 0 0,-26-9 72 0 0,26 9-66 0 0,-38-13 76 0 0,-13-3 32 0 0,-96-19 0 0 0,149 35-121 0 0,0 1 0 0 0,0 0 1 0 0,0-1-1 0 0,0 1 1 0 0,0 0-1 0 0,1 0 1 0 0,-1-1-1 0 0,0 1 1 0 0,0 0-1 0 0,0 0 1 0 0,0 0-1 0 0,0 0 0 0 0,0 0 1 0 0,0 1-1 0 0,0-1 1 0 0,0 0-1 0 0,1 0 1 0 0,-1 0-1 0 0,0 1 1 0 0,0-1-1 0 0,0 1 0 0 0,0-1 1 0 0,1 0-1 0 0,-1 1 1 0 0,0 0-1 0 0,-1 0 1 0 0,3 1 4 0 0,-1 0-1 0 0,1-1 1 0 0,-1 1 0 0 0,1 0 0 0 0,0-1 0 0 0,0 1 0 0 0,0 0 0 0 0,0-1 0 0 0,0 1 0 0 0,0-1 0 0 0,0 1-1 0 0,0-1 1 0 0,3 3 0 0 0,3 3 47 0 0,-1 2 0 0 0,1-1-1 0 0,-2 1 1 0 0,1-1 0 0 0,-1 1-1 0 0,0 1 1 0 0,-1-1 0 0 0,0 1-1 0 0,-1 0 1 0 0,0 0 0 0 0,3 17-1 0 0,-6-20-60 0 0,0-1 0 0 0,0 1 0 0 0,0 0-1 0 0,-1 0 1 0 0,0-1 0 0 0,0 1 0 0 0,0-1-1 0 0,-1 1 1 0 0,0-1 0 0 0,-1 0 0 0 0,1 1-1 0 0,-1-1 1 0 0,-1 0 0 0 0,1-1 0 0 0,-1 1 0 0 0,0-1-1 0 0,0 1 1 0 0,0-1 0 0 0,-6 5 0 0 0,-18 16-778 0 0,0-2 1 0 0,-32 21-1 0 0,-22 8-5524 0 0,55-38 3029 0 0</inkml:trace>
</inkml:ink>
</file>

<file path=ppt/ink/ink13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27:55.0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310 93 640 0 0,'25'-79'5864'0'0,"-23"66"-3893"0"0,-14 18-1334 0 0,-19 23-279 0 0,-13 23 133 0 0,2 3 1 0 0,3 1 0 0 0,2 2 0 0 0,-41 85-1 0 0,68-121-379 0 0,1 0-1 0 0,2 1 1 0 0,0 0-1 0 0,1 1 1 0 0,1-1-1 0 0,1 1 0 0 0,1 0 1 0 0,2 1-1 0 0,0-1 1 0 0,1 0-1 0 0,1 0 0 0 0,1 0 1 0 0,2 0-1 0 0,0 0 1 0 0,1 0-1 0 0,14 36 1 0 0,-3-24-5 0 0,2 0 1 0 0,1-1-1 0 0,2-1 1 0 0,1-1-1 0 0,2-1 1 0 0,1-1-1 0 0,1-1 1 0 0,38 32-1 0 0,-48-47-66 0 0,0-1-1 0 0,0-1 1 0 0,2 0 0 0 0,-1-1-1 0 0,1-1 1 0 0,1 0 0 0 0,0-2-1 0 0,29 10 1 0 0,-44-17-35 0 0,1-1 1 0 0,-1 1-1 0 0,0-1 0 0 0,1 0 0 0 0,-1 0 1 0 0,0 0-1 0 0,1-1 0 0 0,-1 0 0 0 0,0 1 1 0 0,1-2-1 0 0,-1 1 0 0 0,7-3 0 0 0,-9 3-2 0 0,0 0-1 0 0,0 0 1 0 0,0 0-1 0 0,0 0 1 0 0,-1 0-1 0 0,1 0 1 0 0,0 0-1 0 0,-1-1 1 0 0,1 1-1 0 0,-1-1 1 0 0,1 1-1 0 0,-1-1 1 0 0,1 0-1 0 0,-1 1 1 0 0,0-1-1 0 0,0 0 1 0 0,1-4-1 0 0,3-2-24 0 0,-4 7-13 0 0,-1-2-371 0 0,0-5-208 0 0,-43 13-7799 0 0</inkml:trace>
</inkml:ink>
</file>

<file path=ppt/ink/ink13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27:55.7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1 684 0 0,'0'0'4794'0'0,"6"30"-2771"0"0,11 354 4580 0 0,-23-352-5462 0 0,2-12-3336 0 0,3-6-6014 0 0</inkml:trace>
</inkml:ink>
</file>

<file path=ppt/ink/ink13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27:56.0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0 101 404 0 0,'3'-4'253'0'0,"0"0"-1"0"0,1 0 1 0 0,-1 1 0 0 0,1 0 0 0 0,0-1-1 0 0,-1 1 1 0 0,1 1 0 0 0,1-1 0 0 0,-1 0-1 0 0,0 1 1 0 0,1 0 0 0 0,-1 0-1 0 0,1 0 1 0 0,5-1 0 0 0,75-16 949 0 0,-70 16-922 0 0,53-10 260 0 0,1 3 0 0 0,0 3 0 0 0,1 3 1 0 0,110 7-1 0 0,-177-3-590 0 0,61 13 15 0 0,-61-13-198 0 0,-1 1 0 0 0,1 0 0 0 0,-1 0 0 0 0,1 0 0 0 0,-1 0 0 0 0,1 0-1 0 0,-1 1 1 0 0,0-1 0 0 0,0 1 0 0 0,0-1 0 0 0,0 1 0 0 0,0 0 0 0 0,0 0 0 0 0,0 0 0 0 0,-1 0 0 0 0,1 0-1 0 0,-1 0 1 0 0,1 0 0 0 0,-1 0 0 0 0,0 1 0 0 0,2 3 0 0 0,-2 4-1548 0 0</inkml:trace>
</inkml:ink>
</file>

<file path=ppt/ink/ink13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27:56.4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0 572 0 0,'0'1'106'0'0,"-1"-1"-1"0"0,1 1 1 0 0,0 0-1 0 0,0-1 1 0 0,-1 1-1 0 0,1 0 1 0 0,0-1-1 0 0,0 1 1 0 0,0 0 0 0 0,0-1-1 0 0,-1 1 1 0 0,1 0-1 0 0,0 0 1 0 0,0-1-1 0 0,1 1 1 0 0,-1 0-1 0 0,0-1 1 0 0,0 1-1 0 0,0 0 1 0 0,0-1 0 0 0,1 1-1 0 0,-1 0 1 0 0,0-1-1 0 0,1 1 1 0 0,-1 0-1 0 0,0-1 1 0 0,1 1-1 0 0,-1-1 1 0 0,1 1 0 0 0,0 0-1 0 0,25 13 1314 0 0,41 0-586 0 0,-62-13-652 0 0,122 11 33 0 0,167-5 1 0 0,-236-7-1793 0 0,-34-1-364 0 0,-4 0 148 0 0</inkml:trace>
</inkml:ink>
</file>

<file path=ppt/ink/ink13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27:57.1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26 444 0 0,'1'-2'329'0'0,"0"0"0"0"0,1 0 0 0 0,-1 1 0 0 0,1-1 0 0 0,-1 0 0 0 0,1 1 0 0 0,-1-1-1 0 0,1 1 1 0 0,0-1 0 0 0,0 1 0 0 0,0 0 0 0 0,0 0 0 0 0,0-1 0 0 0,0 2 0 0 0,0-1 0 0 0,0 0 0 0 0,4-1 0 0 0,-4 3-193 0 0,0-1 1 0 0,0 0 0 0 0,0 1-1 0 0,0 0 1 0 0,0-1-1 0 0,0 1 1 0 0,0 0 0 0 0,0 0-1 0 0,0 0 1 0 0,0 0-1 0 0,0 1 1 0 0,0-1 0 0 0,-1 0-1 0 0,1 1 1 0 0,0-1-1 0 0,-1 1 1 0 0,1 0 0 0 0,-1-1-1 0 0,2 4 1 0 0,5 5 158 0 0,-1 1 0 0 0,0 0 0 0 0,-1 0 0 0 0,0 0 1 0 0,9 24-1 0 0,-13-29-219 0 0,0 0 1 0 0,-1 0 0 0 0,1 1-1 0 0,-1-1 1 0 0,0 1-1 0 0,-1-1 1 0 0,1 1 0 0 0,-1-1-1 0 0,-1 1 1 0 0,1-1 0 0 0,-1 1-1 0 0,0-1 1 0 0,-3 9-1 0 0,-2-7 145 0 0,3-13-110 0 0,5-20-35 0 0,38-50-11 0 0,-36 69-62 0 0,-1 1 0 0 0,1 0 1 0 0,0 0-1 0 0,1 0 0 0 0,-1 1 0 0 0,1-1 0 0 0,0 1 0 0 0,0 0 1 0 0,0 0-1 0 0,0 1 0 0 0,9-5 0 0 0,-13 8-2 0 0,1-1 1 0 0,0 1-1 0 0,-1 0 0 0 0,1-1 1 0 0,0 1-1 0 0,-1 0 0 0 0,1 0 1 0 0,0 0-1 0 0,0 0 0 0 0,-1 0 1 0 0,1 1-1 0 0,0-1 0 0 0,-1 0 1 0 0,1 1-1 0 0,0-1 0 0 0,-1 1 1 0 0,1 0-1 0 0,-1 0 0 0 0,1-1 0 0 0,-1 1 1 0 0,1 0-1 0 0,-1 0 0 0 0,1 0 1 0 0,-1 1-1 0 0,0-1 0 0 0,0 0 1 0 0,0 0-1 0 0,1 1 0 0 0,-1-1 1 0 0,0 0-1 0 0,-1 1 0 0 0,2 1 1 0 0,3 5-4 0 0,-1 0 1 0 0,-1 0 0 0 0,1 1 0 0 0,2 11 0 0 0,-5-18 2 0 0,8 25-43 0 0,-5-16-578 0 0,-1 0 1 0 0,1 0-1 0 0,-2 1 0 0 0,1-1 1 0 0,0 16-1 0 0,1-19-4147 0 0,-4-5 2536 0 0</inkml:trace>
</inkml:ink>
</file>

<file path=ppt/ink/ink13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27:58.4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65 13 332 0 0,'3'-13'6852'0'0,"-11"36"-4930"0"0,-12 42-1039 0 0,8-14-444 0 0,2 2-1 0 0,2-1 1 0 0,2 1 0 0 0,3 0-1 0 0,2 0 1 0 0,7 57 0 0 0,-6-103-406 0 0,1-1 1 0 0,1 1-1 0 0,-1 0 1 0 0,1-1-1 0 0,0 1 0 0 0,1-1 1 0 0,-1 0-1 0 0,1 0 1 0 0,1 0-1 0 0,-1 0 0 0 0,7 9 1 0 0,-6-12-23 0 0,-1 0 1 0 0,0-1 0 0 0,1 1-1 0 0,-1-1 1 0 0,1 1 0 0 0,0-1-1 0 0,0 0 1 0 0,0-1 0 0 0,0 1-1 0 0,0-1 1 0 0,0 0 0 0 0,0 0-1 0 0,1 0 1 0 0,-1 0 0 0 0,0-1-1 0 0,0 1 1 0 0,1-1 0 0 0,-1 0-1 0 0,6-1 1 0 0,0-1-1 0 0,-1 1 0 0 0,1-1 0 0 0,-1-1 0 0 0,1 1 0 0 0,-1-2 0 0 0,0 1 0 0 0,0-1 0 0 0,0-1 0 0 0,-1 0 0 0 0,1 0 0 0 0,-1 0 0 0 0,15-14 0 0 0,-12 9-5 0 0,0-1 1 0 0,-1-1-1 0 0,0 0 1 0 0,-1 0-1 0 0,0 0 0 0 0,-1-1 1 0 0,11-24-1 0 0,-19 36-5 0 0,1 0 1 0 0,0 0-1 0 0,0 0 1 0 0,-1 0-1 0 0,1 0 0 0 0,-1 0 1 0 0,1 0-1 0 0,-1 0 1 0 0,0 0-1 0 0,1-1 0 0 0,-1 1 1 0 0,0 0-1 0 0,0 0 0 0 0,0 0 1 0 0,0-1-1 0 0,0 1 1 0 0,0 0-1 0 0,0 0 0 0 0,0 0 1 0 0,0-1-1 0 0,-1 1 1 0 0,1 0-1 0 0,0 0 0 0 0,-1 0 1 0 0,1 0-1 0 0,-1-1 1 0 0,1 1-1 0 0,-1 0 0 0 0,0 0 1 0 0,1 0-1 0 0,-1 0 1 0 0,0 0-1 0 0,0 1 0 0 0,0-1 1 0 0,1 0-1 0 0,-1 0 1 0 0,0 0-1 0 0,0 1 0 0 0,0-1 1 0 0,-1 0-1 0 0,1 1 1 0 0,0-1-1 0 0,0 1 0 0 0,0 0 1 0 0,0-1-1 0 0,0 1 1 0 0,-1 0-1 0 0,1-1 0 0 0,0 1 1 0 0,0 0-1 0 0,0 0 1 0 0,-2 0-1 0 0,-1 1 5 0 0,0 0-1 0 0,0-1 1 0 0,0 1 0 0 0,0 1-1 0 0,1-1 1 0 0,-1 1 0 0 0,1-1 0 0 0,-1 1-1 0 0,1 0 1 0 0,-1 0 0 0 0,1 0-1 0 0,0 1 1 0 0,0-1 0 0 0,0 1 0 0 0,0 0-1 0 0,1 0 1 0 0,-1 0 0 0 0,1 0-1 0 0,0 0 1 0 0,-1 1 0 0 0,1-1-1 0 0,1 1 1 0 0,-1-1 0 0 0,-1 6 0 0 0,1-5-5 0 0,0 1 0 0 0,0-1 1 0 0,1 1-1 0 0,-1-1 1 0 0,1 1-1 0 0,0 0 0 0 0,1-1 1 0 0,-1 1-1 0 0,1 0 1 0 0,0-1-1 0 0,0 1 0 0 0,1 0 1 0 0,-1 0-1 0 0,1-1 1 0 0,0 1-1 0 0,0 0 0 0 0,1-1 1 0 0,-1 1-1 0 0,5 7 1 0 0,-3-7-10 0 0,1-1 1 0 0,0 1-1 0 0,0-1 1 0 0,0 0-1 0 0,1-1 1 0 0,-1 1-1 0 0,1-1 1 0 0,0 1-1 0 0,0-1 1 0 0,0-1 0 0 0,0 1-1 0 0,0-1 1 0 0,1 0-1 0 0,-1 0 1 0 0,1 0-1 0 0,0-1 1 0 0,-1 0-1 0 0,1 0 1 0 0,0 0-1 0 0,0-1 1 0 0,0 0-1 0 0,-1 0 1 0 0,1-1 0 0 0,0 1-1 0 0,0-1 1 0 0,-1 0-1 0 0,1-1 1 0 0,0 0-1 0 0,5-2 1 0 0,3-1-20 0 0,-2 0-1 0 0,1-1 1 0 0,0-1 0 0 0,-1 0 0 0 0,-1-1 0 0 0,1 0 0 0 0,-1-1-1 0 0,0 0 1 0 0,-1 0 0 0 0,0-1 0 0 0,11-15 0 0 0,-6 0 14 0 0,10-11 62 0 0,-25 34-43 0 0,0 2-4 0 0,0 0-1 0 0,-1 0 1 0 0,1 0 0 0 0,0-1-1 0 0,0 1 1 0 0,0 0-1 0 0,0 0 1 0 0,0 0-1 0 0,0-1 1 0 0,0 1 0 0 0,0 0-1 0 0,0 0 1 0 0,0 0-1 0 0,0 0 1 0 0,0-1-1 0 0,0 1 1 0 0,0 0-1 0 0,0 0 1 0 0,0 0 0 0 0,0-1-1 0 0,0 1 1 0 0,0 0-1 0 0,0 0 1 0 0,0 0-1 0 0,0-1 1 0 0,0 1 0 0 0,0 0-1 0 0,0 0 1 0 0,0 0-1 0 0,1 0 1 0 0,-1 0-1 0 0,0-1 1 0 0,0 1 0 0 0,0 0-1 0 0,0 0 1 0 0,0 0-1 0 0,0 0 1 0 0,1 0-1 0 0,-1-1 1 0 0,0 1 0 0 0,0 0-1 0 0,0 0 1 0 0,0 0-1 0 0,1 0 1 0 0,-1 0-1 0 0,0 0 1 0 0,0 0 0 0 0,0 0-1 0 0,1 0 1 0 0,-1 0-1 0 0,0 0 1 0 0,0 0-1 0 0,0 0 1 0 0,1 0 0 0 0,-1 0-1 0 0,0 0 1 0 0,0 0-1 0 0,0 0 1 0 0,0 0-1 0 0,1 0 1 0 0,-1 0-1 0 0,0 0 1 0 0,0 0 0 0 0,4 12 65 0 0,-10 7-31 0 0,1 1 0 0 0,1 0 0 0 0,1 0 1 0 0,-2 39-1 0 0,5-58-36 0 0,0-1 1 0 0,0 1-1 0 0,0 0 1 0 0,0 0-1 0 0,0 0 0 0 0,0 0 1 0 0,0 0-1 0 0,0 0 1 0 0,0 0-1 0 0,0 0 0 0 0,1 0 1 0 0,-1-1-1 0 0,0 1 1 0 0,1 0-1 0 0,-1 0 0 0 0,0 0 1 0 0,1 0-1 0 0,-1-1 1 0 0,1 1-1 0 0,-1 0 1 0 0,1 0-1 0 0,0-1 0 0 0,-1 1 1 0 0,1-1-1 0 0,0 1 1 0 0,-1 0-1 0 0,1-1 0 0 0,1 1 1 0 0,-1-1-2 0 0,1 0 1 0 0,-1 0 0 0 0,0 0-1 0 0,1 0 1 0 0,-1 0 0 0 0,1 0-1 0 0,-1-1 1 0 0,0 1 0 0 0,1 0-1 0 0,-1-1 1 0 0,1 1 0 0 0,-1-1-1 0 0,0 0 1 0 0,0 1 0 0 0,2-3-1 0 0,41-33-37 0 0,14-19 47 0 0,-58 54-9 0 0,1 1 0 0 0,-1 0 0 0 0,0 0 0 0 0,1-1 0 0 0,-1 1 0 0 0,0 0 0 0 0,1 0 0 0 0,-1 0 0 0 0,1 0 1 0 0,-1-1-1 0 0,0 1 0 0 0,1 0 0 0 0,-1 0 0 0 0,1 0 0 0 0,-1 0 0 0 0,0 0 0 0 0,1 0 0 0 0,-1 0 0 0 0,1 0 0 0 0,-1 0 1 0 0,0 0-1 0 0,1 0 0 0 0,-1 1 0 0 0,1-1 0 0 0,-1 0 0 0 0,0 0 0 0 0,1 0 0 0 0,-1 0 0 0 0,0 1 0 0 0,1-1 1 0 0,-1 0-1 0 0,0 0 0 0 0,1 1 0 0 0,-1-1 0 0 0,0 0 0 0 0,1 0 0 0 0,-1 1 0 0 0,0-1 0 0 0,0 0 0 0 0,1 1 0 0 0,-1-1 1 0 0,0 1-1 0 0,0-1 0 0 0,0 0 0 0 0,0 1 0 0 0,1-1 0 0 0,-1 0 0 0 0,0 1 0 0 0,0-1 0 0 0,0 1 0 0 0,10 34-16 0 0,-3-8-9 0 0,-6-26 24 0 0,0 0 0 0 0,0 0 0 0 0,1 0 0 0 0,-1-1 0 0 0,0 1 0 0 0,0 0 0 0 0,0-1 0 0 0,1 1 0 0 0,-1-1 0 0 0,0 1-1 0 0,0-1 1 0 0,1 0 0 0 0,-1 1 0 0 0,0-1 0 0 0,1 0 0 0 0,-1 0 0 0 0,0 0 0 0 0,1 0 0 0 0,-1 0 0 0 0,0 0 0 0 0,1-1 0 0 0,-1 1 0 0 0,0 0 0 0 0,1-1 0 0 0,-1 1 0 0 0,0-1 0 0 0,3-1 0 0 0,48-18-10 0 0,-37 14 2 0 0,4-1 14 0 0,0 1 1 0 0,0 1-1 0 0,33-4 0 0 0,-45 8-6 0 0,1 0 1 0 0,0 1 0 0 0,-1 0-1 0 0,1 0 1 0 0,0 1-1 0 0,-1 0 1 0 0,1 0-1 0 0,-1 0 1 0 0,1 1-1 0 0,-1 1 1 0 0,0-1-1 0 0,12 7 1 0 0,-18-9 3 0 0,-1 1-1 0 0,1-1 1 0 0,0 0-1 0 0,0 1 1 0 0,-1-1-1 0 0,1 1 1 0 0,0-1 0 0 0,-1 1-1 0 0,1-1 1 0 0,-1 1-1 0 0,1 0 1 0 0,-1-1-1 0 0,1 1 1 0 0,-1 0 0 0 0,1-1-1 0 0,-1 1 1 0 0,1 0-1 0 0,-1 0 1 0 0,0-1-1 0 0,0 1 1 0 0,1 0 0 0 0,-1 0-1 0 0,0 0 1 0 0,0-1-1 0 0,0 1 1 0 0,0 0 0 0 0,0 0-1 0 0,0 0 1 0 0,0 0-1 0 0,0 0 1 0 0,-1 1 17 0 0,0 0-1 0 0,0 0 1 0 0,0-1 0 0 0,0 1-1 0 0,0 0 1 0 0,0-1 0 0 0,0 1-1 0 0,-1-1 1 0 0,1 1 0 0 0,-1-1-1 0 0,1 0 1 0 0,-3 2 0 0 0,-3 2-186 0 0,-1 0 0 0 0,0-1 0 0 0,0 1 0 0 0,-17 4 1 0 0,6-5-1138 0 0,-12-4-5915 0 0,22-2 4480 0 0</inkml:trace>
</inkml:ink>
</file>

<file path=ppt/ink/ink13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27:58.9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 45 512 0 0,'-23'0'5095'0'0,"23"0"-4965"0"0,0-1 1 0 0,0 0-1 0 0,0 1 1 0 0,0-1-1 0 0,1 0 1 0 0,-1 1-1 0 0,0-1 1 0 0,0 0-1 0 0,1 1 1 0 0,-1-1-1 0 0,1 1 1 0 0,-1-1-1 0 0,0 0 1 0 0,1 1 0 0 0,-1-1-1 0 0,1 1 1 0 0,-1 0-1 0 0,1-1 1 0 0,0 1-1 0 0,-1-1 1 0 0,1 1-1 0 0,0-1 1 0 0,33-8 804 0 0,1 2 1 0 0,0 0-1 0 0,52-1 0 0 0,-68 7-934 0 0,0 1 0 0 0,-1 1 0 0 0,34 5 0 0 0,20 9-7437 0 0,-70-14 7166 0 0,9 1-2346 0 0</inkml:trace>
</inkml:ink>
</file>

<file path=ppt/ink/ink13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27:59.3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225 34 628 0 0,'0'-1'166'0'0,"0"-1"1"0"0,1 0-1 0 0,-1 1 0 0 0,0-1 1 0 0,1 1-1 0 0,-1-1 1 0 0,1 1-1 0 0,-1-1 0 0 0,1 1 1 0 0,0-1-1 0 0,0 1 0 0 0,0 0 1 0 0,-1-1-1 0 0,1 1 0 0 0,1 0 1 0 0,-1 0-1 0 0,0 0 1 0 0,0 0-1 0 0,0 0 0 0 0,0 0 1 0 0,1 0-1 0 0,-1 0 0 0 0,1 0 1 0 0,-1 0-1 0 0,0 1 0 0 0,4-2 1 0 0,-2 2-13 0 0,-1 0 1 0 0,1 0 0 0 0,0 1 0 0 0,0-1-1 0 0,-1 1 1 0 0,1-1 0 0 0,-1 1-1 0 0,1 0 1 0 0,0 0 0 0 0,-1 0 0 0 0,1 1-1 0 0,-1-1 1 0 0,0 0 0 0 0,3 3-1 0 0,7 5 209 0 0,0 1 0 0 0,-1 0 0 0 0,0 1 0 0 0,13 16 1 0 0,-7-3-31 0 0,-1 1 0 0 0,-1 0 0 0 0,-2 1 0 0 0,0 1 0 0 0,-2 0 0 0 0,0 1 0 0 0,-2 0 0 0 0,-1 0 0 0 0,-2 1 1 0 0,6 50-1 0 0,-9-45-88 0 0,-2-1 1 0 0,-1 1-1 0 0,-2 0 1 0 0,-1 0 0 0 0,-1-1-1 0 0,-2 0 1 0 0,-1 0-1 0 0,-2 0 1 0 0,-14 33-1 0 0,16-49-82 0 0,-2 0-1 0 0,0 0 0 0 0,0-1 0 0 0,-2 0 0 0 0,0-1 1 0 0,-1 0-1 0 0,0-1 0 0 0,-1 0 0 0 0,-23 18 0 0 0,22-21 37 0 0,0-1 0 0 0,0-1 0 0 0,-1 0 0 0 0,0-1-1 0 0,0-1 1 0 0,-1 0 0 0 0,0-1 0 0 0,0-1 0 0 0,0 0 0 0 0,-1-1-1 0 0,0-1 1 0 0,0-1 0 0 0,0 0 0 0 0,0-1 0 0 0,0-1-1 0 0,-33-4 1 0 0,39 1-3128 0 0,13-2 1396 0 0,25-4-1628 0 0,-8 3-3506 0 0,-8 1 3244 0 0</inkml:trace>
</inkml:ink>
</file>

<file path=ppt/ink/ink13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28:01.2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396 269 44 0 0,'5'-7'596'0'0,"1"1"-1"0"0,-1-1 1 0 0,1 1 0 0 0,1 0 0 0 0,13-10-1 0 0,-19 16-527 0 0,0-1 0 0 0,0 0 0 0 0,1 1 0 0 0,-1-1 0 0 0,0 1 0 0 0,0-1 0 0 0,1 1 0 0 0,-1 0 0 0 0,0-1 0 0 0,1 1 0 0 0,-1 0 0 0 0,0 0 0 0 0,1 0 0 0 0,-1 0 0 0 0,0 0 0 0 0,1 0 0 0 0,-1 0 0 0 0,0 1 0 0 0,1-1 0 0 0,-1 0 0 0 0,0 1 0 0 0,1-1 0 0 0,-1 1 0 0 0,0-1 0 0 0,0 1 0 0 0,0 0 0 0 0,1-1 0 0 0,-1 1 0 0 0,0 0 0 0 0,0 0 0 0 0,0 0 0 0 0,0 0 0 0 0,0 0 0 0 0,-1 0 0 0 0,1 0 0 0 0,0 0 0 0 0,0 0 0 0 0,-1 1-1 0 0,1-1 1 0 0,-1 0 0 0 0,1 0 0 0 0,-1 1 0 0 0,1-1 0 0 0,-1 0 0 0 0,0 1 0 0 0,1 1 0 0 0,3 11 124 0 0,-1-1 1 0 0,0 1-1 0 0,-1 0 0 0 0,0 1 0 0 0,-1-1 0 0 0,-1 0 0 0 0,0 0 1 0 0,-3 18-1 0 0,-3 5 279 0 0,-18 70 1 0 0,19-93-401 0 0,-1 0 0 0 0,0 0 1 0 0,0 0-1 0 0,-2-1 1 0 0,0 0-1 0 0,0-1 1 0 0,-1 0-1 0 0,0 0 1 0 0,-1-1-1 0 0,-1 0 1 0 0,0-1-1 0 0,0 0 1 0 0,-1 0-1 0 0,0-2 1 0 0,-22 13-1 0 0,27-17-50 0 0,0 0 1 0 0,0-1-1 0 0,-1 0 0 0 0,1 0 0 0 0,-1 0 1 0 0,0-1-1 0 0,0 0 0 0 0,0-1 0 0 0,0 0 1 0 0,0 0-1 0 0,0-1 0 0 0,0 0 1 0 0,0 0-1 0 0,0-1 0 0 0,0 0 0 0 0,0 0 1 0 0,0-1-1 0 0,0 0 0 0 0,1 0 0 0 0,-1-1 1 0 0,1 0-1 0 0,-1 0 0 0 0,1-1 0 0 0,0 0 1 0 0,0 0-1 0 0,0-1 0 0 0,1 0 1 0 0,0 0-1 0 0,0-1 0 0 0,-7-7 0 0 0,5 3-11 0 0,0-1-1 0 0,0 0 0 0 0,1-1 0 0 0,1 0 0 0 0,0 0 1 0 0,0 0-1 0 0,1-1 0 0 0,1 0 0 0 0,0 0 0 0 0,1 0 1 0 0,0 0-1 0 0,1 0 0 0 0,1-1 0 0 0,0 1 0 0 0,1-1 1 0 0,0 1-1 0 0,1-1 0 0 0,0 1 0 0 0,1 0 0 0 0,6-22 1 0 0,-1 9-5 0 0,2 0 0 0 0,0 0 0 0 0,1 1 0 0 0,2 1 0 0 0,0-1 0 0 0,2 2 1 0 0,1 0-1 0 0,0 1 0 0 0,25-28 0 0 0,-27 37-7 0 0,-1 1-1 0 0,2 0 1 0 0,-1 0-1 0 0,2 1 1 0 0,-1 1 0 0 0,2 0-1 0 0,-1 2 1 0 0,1-1-1 0 0,0 2 1 0 0,1 0 0 0 0,0 1-1 0 0,0 1 1 0 0,0 0-1 0 0,1 1 1 0 0,-1 1 0 0 0,24-1-1 0 0,-19 4 6 0 0,1 1-1 0 0,-1 1 1 0 0,0 1 0 0 0,0 1-1 0 0,0 0 1 0 0,0 2 0 0 0,-1 1-1 0 0,1 0 1 0 0,-2 2 0 0 0,1 0-1 0 0,-1 1 1 0 0,31 22-1 0 0,34 33 217 0 0,-3 3-1 0 0,-2 4 1 0 0,80 96-1 0 0,-100-97-42 0 0,-56-65-160 0 0,1 1 0 0 0,-1-1 0 0 0,-1 1 0 0 0,1 0 1 0 0,-1 0-1 0 0,0 0 0 0 0,-1 0 0 0 0,0 0 0 0 0,3 14 0 0 0,-6-17-40 0 0,1-1 0 0 0,0 0 0 0 0,-1 0 0 0 0,0 0 0 0 0,1 0 1 0 0,-1 0-1 0 0,-1 0 0 0 0,1 0 0 0 0,0 0 0 0 0,-1 0 0 0 0,1 0 0 0 0,-1-1 0 0 0,0 1 0 0 0,0-1 0 0 0,0 1 0 0 0,0-1 0 0 0,0 0 0 0 0,-1 0 0 0 0,1 0 0 0 0,-1 0 1 0 0,1 0-1 0 0,-1 0 0 0 0,0-1 0 0 0,0 1 0 0 0,0-1 0 0 0,0 0 0 0 0,0 0 0 0 0,-3 1 0 0 0,-5 2-419 0 0,-1 0 0 0 0,1-1 0 0 0,-1-1 0 0 0,0 0 0 0 0,0 0 0 0 0,-13-1 0 0 0,-15-6-3974 0 0,21 1 1872 0 0</inkml:trace>
</inkml:ink>
</file>

<file path=ppt/ink/ink13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28:01.5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16 380 0 0,'21'-1'608'0'0,"4"-3"-52"0"0,4 1-52 0 0,1-1-72 0 0,3 1-20 0 0,5 3-60 0 0,7 1-60 0 0,-15 1-16 0 0,11 3-20 0 0,-1 1-92 0 0,-13-3-120 0 0,4 1-164 0 0,-3 1-144 0 0,-1 0-388 0 0,0-2-700 0 0,-4 3 312 0 0</inkml:trace>
</inkml:ink>
</file>

<file path=ppt/ink/ink14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28:01.8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119 384 284 0 0,'-5'0'270'0'0,"0"0"0"0"0,-1 0 1 0 0,1 1-1 0 0,0 0 0 0 0,0 0 0 0 0,0 0 0 0 0,0 1 1 0 0,0 0-1 0 0,0 0 0 0 0,0 0 0 0 0,0 0 0 0 0,1 1 1 0 0,-1 0-1 0 0,1 0 0 0 0,0 0 0 0 0,-1 0 0 0 0,2 1 1 0 0,-1 0-1 0 0,0 0 0 0 0,1 0 0 0 0,-6 8 0 0 0,7-9-186 0 0,0 1 0 0 0,1 0-1 0 0,-1 0 1 0 0,1 0-1 0 0,0 0 1 0 0,0 0-1 0 0,0 0 1 0 0,0 0-1 0 0,1 1 1 0 0,0-1-1 0 0,0 0 1 0 0,0 0-1 0 0,0 0 1 0 0,1 1 0 0 0,-1-1-1 0 0,1 0 1 0 0,0 0-1 0 0,0 0 1 0 0,1 0-1 0 0,-1 0 1 0 0,1 0-1 0 0,0-1 1 0 0,0 1-1 0 0,0 0 1 0 0,0-1-1 0 0,1 1 1 0 0,5 4-1 0 0,-7-7-65 0 0,0 1 0 0 0,0-1 0 0 0,0 0-1 0 0,1 0 1 0 0,-1 0 0 0 0,0 0 0 0 0,1 0-1 0 0,-1-1 1 0 0,1 1 0 0 0,-1 0 0 0 0,1-1-1 0 0,0 1 1 0 0,-1-1 0 0 0,1 1-1 0 0,0-1 1 0 0,-1 0 0 0 0,1 0 0 0 0,0 0-1 0 0,-1 0 1 0 0,1 0 0 0 0,0 0 0 0 0,-1 0-1 0 0,1 0 1 0 0,-1-1 0 0 0,1 1 0 0 0,0-1-1 0 0,-1 1 1 0 0,1-1 0 0 0,-1 0 0 0 0,1 1-1 0 0,-1-1 1 0 0,3-2 0 0 0,1 0 6 0 0,0-1 0 0 0,-1 1 0 0 0,1-1 0 0 0,-1 0 0 0 0,0 0 0 0 0,0-1 0 0 0,0 1 0 0 0,3-6 0 0 0,4-10 0 0 0,-1 0 0 0 0,0-1-1 0 0,-2 0 1 0 0,-1 0 0 0 0,0-1 0 0 0,-1 1 0 0 0,3-34 0 0 0,-2-7 32 0 0,-1-88 1 0 0,-16 43 2557 0 0,-7 130-2034 0 0,16-3-411 0 0,0 0 0 0 0,2 0 0 0 0,1 0-1 0 0,0 0 1 0 0,1 0 0 0 0,10 32 0 0 0,-5-20-93 0 0,29 111-582 0 0,-24-95-2032 0 0,2-1-3385 0 0,-13-38 3021 0 0</inkml:trace>
</inkml:ink>
</file>

<file path=ppt/ink/ink14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28:02.2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0 119 472 0 0,'19'54'3515'0'0,"-17"-47"-3201"0"0,0 0 0 0 0,0 0 0 0 0,0-1 0 0 0,1 1 0 0 0,0 0 0 0 0,0-1 0 0 0,1 0 0 0 0,8 12 0 0 0,-6-10 13 0 0,1-1-1 0 0,0-1 1 0 0,0 1-1 0 0,1-1 1 0 0,-1 0-1 0 0,1 0 1 0 0,16 7-1 0 0,-20-11-219 0 0,-1-1 1 0 0,1 0-1 0 0,-1 0 0 0 0,1 0 0 0 0,-1 0 0 0 0,1-1 1 0 0,-1 0-1 0 0,1 1 0 0 0,0-1 0 0 0,-1 0 1 0 0,1-1-1 0 0,-1 1 0 0 0,1-1 0 0 0,0 0 0 0 0,-1 1 1 0 0,1-2-1 0 0,-1 1 0 0 0,0 0 0 0 0,1-1 1 0 0,-1 1-1 0 0,0-1 0 0 0,0 0 0 0 0,0 0 1 0 0,5-5-1 0 0,2-2 91 0 0,-1-1 0 0 0,0-1 0 0 0,-1 1-1 0 0,-1-2 1 0 0,0 1 0 0 0,0-1 0 0 0,-1 0 0 0 0,9-25 0 0 0,-6 16-701 0 0,23-40 0 0 0,12-4-6366 0 0,-28 48 3485 0 0</inkml:trace>
</inkml:ink>
</file>

<file path=ppt/ink/ink14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28:22.4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1 437 236 0 0,'-1'1'1080'0'0,"2"11"3711"0"0,4-12-4584 0 0,0 0 0 0 0,0 0 0 0 0,0 0 0 0 0,0-1 0 0 0,0 0 0 0 0,0 0 0 0 0,0 0 0 0 0,-1-1 0 0 0,1 1 0 0 0,9-6 0 0 0,50-25 598 0 0,-9 2-248 0 0,78-60 1 0 0,-120 80-491 0 0,0-1 0 0 0,0 0-1 0 0,-1-1 1 0 0,0-1 0 0 0,-1 0 0 0 0,-1 0-1 0 0,0-1 1 0 0,-1 0 0 0 0,0-1 0 0 0,-1 0-1 0 0,6-16 1 0 0,-13 26-50 0 0,1 1 1 0 0,-1 0-1 0 0,0-1 1 0 0,0 1-1 0 0,-1-1 1 0 0,1 1-1 0 0,-1-1 0 0 0,0 1 1 0 0,0-1-1 0 0,0 1 1 0 0,-1-1-1 0 0,1 1 1 0 0,-1 0-1 0 0,0-1 1 0 0,-1 1-1 0 0,-1-5 0 0 0,2 7-9 0 0,-1 0-1 0 0,1-1 1 0 0,-1 1-1 0 0,0 0 1 0 0,0 0 0 0 0,0 0-1 0 0,0 0 1 0 0,0 1-1 0 0,0-1 1 0 0,-1 0-1 0 0,1 1 1 0 0,-1 0-1 0 0,1-1 1 0 0,-1 1-1 0 0,1 0 1 0 0,-1 0-1 0 0,0 1 1 0 0,1-1-1 0 0,-1 1 1 0 0,0-1-1 0 0,0 1 1 0 0,1 0-1 0 0,-1 0 1 0 0,0 0-1 0 0,0 0 1 0 0,-3 1-1 0 0,-11 1 11 0 0,0 1 0 0 0,0 1-1 0 0,0 1 1 0 0,1 0 0 0 0,0 1-1 0 0,0 1 1 0 0,0 0 0 0 0,1 1-1 0 0,0 1 1 0 0,1 0 0 0 0,-15 12-1 0 0,21-15-9 0 0,0 1 1 0 0,0 0-1 0 0,1 0 0 0 0,-1 1 1 0 0,2-1-1 0 0,-1 1 0 0 0,1 1 0 0 0,0-1 1 0 0,1 1-1 0 0,0 0 0 0 0,0 1 1 0 0,1-1-1 0 0,0 1 0 0 0,1 0 0 0 0,0 0 1 0 0,0 0-1 0 0,1 0 0 0 0,1 0 0 0 0,-1 15 1 0 0,2-19-4 0 0,1-1 0 0 0,-1 0 0 0 0,1 0 0 0 0,0 0 0 0 0,1 0 0 0 0,-1 0 0 0 0,1 0 0 0 0,0 0 0 0 0,0 0 0 0 0,1 0 1 0 0,-1-1-1 0 0,1 1 0 0 0,0-1 0 0 0,0 0 0 0 0,1 0 0 0 0,6 7 0 0 0,-2-5-12 0 0,-1-1 0 0 0,0 0 0 0 0,1-1 0 0 0,0 1 0 0 0,0-1 0 0 0,0-1 0 0 0,1 0 0 0 0,-1 0 0 0 0,12 2 0 0 0,-1-1-30 0 0,1-1-1 0 0,-1-1 1 0 0,1-1-1 0 0,0 0 1 0 0,-1-2 0 0 0,1 0-1 0 0,0-1 1 0 0,24-7 0 0 0,-27 5 8 0 0,0-2 0 0 0,-1 0 0 0 0,1 0-1 0 0,-2-2 1 0 0,1 0 0 0 0,-1 0 0 0 0,0-2 0 0 0,-1 0 0 0 0,17-15 0 0 0,-23 18 36 0 0,-1 0 0 0 0,-1-1 1 0 0,1 1-1 0 0,-1-2 0 0 0,-1 1 0 0 0,1-1 1 0 0,-1 1-1 0 0,-1-2 0 0 0,0 1 0 0 0,0 0 0 0 0,-1-1 1 0 0,0 1-1 0 0,0-1 0 0 0,-1 0 0 0 0,-1 0 1 0 0,0 0-1 0 0,0-12 0 0 0,-1 21 172 0 0,-15 37 156 0 0,-9 84 69 0 0,-10 45-124 0 0,3-36 28 0 0,12-46-107 0 0,-47 132 0 0 0,58-193-110 0 0,-2 0 1 0 0,0-1-1 0 0,-1 0 1 0 0,-2-1-1 0 0,0 0 1 0 0,-1-1-1 0 0,-1 0 0 0 0,0-1 1 0 0,-2-1-1 0 0,-30 25 1 0 0,41-38 2 0 0,0 1 1 0 0,0-1 0 0 0,-1-1-1 0 0,0 1 1 0 0,0-1 0 0 0,0-1-1 0 0,0 1 1 0 0,-13 2 0 0 0,17-5-61 0 0,0 1 0 0 0,-1-1 1 0 0,1 0-1 0 0,0 0 1 0 0,0 0-1 0 0,-1 0 0 0 0,1 0 1 0 0,0-1-1 0 0,-1 0 1 0 0,1 1-1 0 0,0-1 0 0 0,0-1 1 0 0,0 1-1 0 0,0 0 1 0 0,0-1-1 0 0,0 1 0 0 0,0-1 1 0 0,1 0-1 0 0,-1 0 1 0 0,0 0-1 0 0,-2-3 0 0 0,3 2-80 0 0,1 1 0 0 0,0 0 0 0 0,0 0-1 0 0,-1-1 1 0 0,2 1 0 0 0,-1-1 0 0 0,0 1 0 0 0,0-1-1 0 0,1 1 1 0 0,0-1 0 0 0,-1 0 0 0 0,1 1-1 0 0,0-1 1 0 0,0 1 0 0 0,0-1 0 0 0,1 0-1 0 0,-1 1 1 0 0,1-1 0 0 0,-1 1 0 0 0,1-1-1 0 0,0 1 1 0 0,0-1 0 0 0,0 1 0 0 0,3-5-1 0 0,0-1-355 0 0,0 0 0 0 0,1 0 0 0 0,0 0-1 0 0,1 1 1 0 0,11-13 0 0 0,40-34-5751 0 0,-29 25 2608 0 0</inkml:trace>
</inkml:ink>
</file>

<file path=ppt/ink/ink14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28:22.7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1 113 616 0 0,'57'-27'8096'0'0,"38"0"-4158"0"0,-45 14-2537 0 0,112-23 1917 0 0,-114 27-3357 0 0,-37 9-1497 0 0,-7 1-1066 0 0</inkml:trace>
</inkml:ink>
</file>

<file path=ppt/ink/ink14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28:26.6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250 93 248 0 0,'-3'-79'4796'0'0,"3"78"-4709"0"0,1 1 1 0 0,-1 0-1 0 0,0-1 0 0 0,0 1 0 0 0,0-1 0 0 0,0 1 0 0 0,0 0 0 0 0,0-1 0 0 0,0 1 0 0 0,0-1 0 0 0,0 1 0 0 0,0 0 0 0 0,0-1 0 0 0,0 1 0 0 0,0-1 0 0 0,0 1 0 0 0,0 0 0 0 0,0-1 0 0 0,0 1 0 0 0,-1-1 0 0 0,1 1 1 0 0,0 0-1 0 0,0-1 0 0 0,0 1 0 0 0,-1 0 0 0 0,1-1 0 0 0,0 1 0 0 0,0 0 0 0 0,-1-1 0 0 0,1 1 0 0 0,0 0 0 0 0,-1 0 0 0 0,1-1 0 0 0,0 1 0 0 0,-1 0 0 0 0,1 0 0 0 0,-1-1 0 0 0,-7 41 989 0 0,-22 158 432 0 0,-14 122-145 0 0,41-292-1279 0 0,-1 0-1 0 0,-1-1 1 0 0,-2 1-1 0 0,0-1 1 0 0,-2-1-1 0 0,-21 46 1 0 0,27-67-234 0 0,0 0-1 0 0,0 0 1 0 0,-1 0 0 0 0,1-1-1 0 0,-1 1 1 0 0,0-1 0 0 0,-9 7-1 0 0,-20 4-4181 0 0,28-16 1549 0 0,-14-6 213 0 0</inkml:trace>
</inkml:ink>
</file>

<file path=ppt/ink/ink14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28:27.0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0 187 532 0 0,'27'-15'320'0'0,"0"1"-1"0"0,1 2 1 0 0,0 0-1 0 0,1 2 1 0 0,0 2-1 0 0,35-7 1 0 0,186-17 471 0 0,-155 23-531 0 0,259-22 412 0 0,-180 21-407 0 0,216-8 222 0 0,-274 18-208 0 0,152 19-1 0 0,-260-18-263 0 0,1 1-1 0 0,-1 0 0 0 0,1 0 1 0 0,-1 1-1 0 0,9 4 1 0 0,-16-7-83 0 0,0 0 0 0 0,0 0 0 0 0,0 1 0 0 0,0-1 0 0 0,0 1 0 0 0,0-1 0 0 0,0 1 0 0 0,-1-1 0 0 0,1 1 0 0 0,0 0 0 0 0,0-1 0 0 0,-1 1 0 0 0,1 0 0 0 0,0 0 0 0 0,-1 0 0 0 0,1-1 0 0 0,-1 1 0 0 0,1 0 0 0 0,-1 0 0 0 0,1 0 0 0 0,-1 0 0 0 0,0 0 0 0 0,1 0 1 0 0,-1 0-1 0 0,0 0 0 0 0,0 0 0 0 0,0 0 0 0 0,0 0 0 0 0,0 0 0 0 0,0 0 0 0 0,0 0 0 0 0,0 0 0 0 0,0 0 0 0 0,0 0 0 0 0,0 0 0 0 0,-1 0 0 0 0,1 0 0 0 0,0 0 0 0 0,-1 0 0 0 0,1-1 0 0 0,-1 1 0 0 0,1 0 0 0 0,-1 0 0 0 0,1 0 0 0 0,-1 0 0 0 0,0-1 0 0 0,1 1 0 0 0,-1 0 0 0 0,0 0 0 0 0,0-1 0 0 0,1 1 0 0 0,-1-1 0 0 0,0 1 0 0 0,-1 0 1 0 0,-9 7-1147 0 0</inkml:trace>
</inkml:ink>
</file>

<file path=ppt/ink/ink14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28:27.3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82 0 512 0 0,'-8'11'718'0'0,"1"1"0"0"0,0-1-1 0 0,0 1 1 0 0,1 0 0 0 0,1 1 0 0 0,0-1-1 0 0,0 1 1 0 0,2 0 0 0 0,0 0 0 0 0,-3 19-1 0 0,-3 36 466 0 0,6-59-1782 0 0,-4-3-4528 0 0</inkml:trace>
</inkml:ink>
</file>

<file path=ppt/ink/ink14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28:27.7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99 128 0 0,'6'-92'5653'0'0,"0"85"-4428"0"0,0 17-1024 0 0,4 16-1162 0 0,-7-1-2120 0 0,-3-12 1300 0 0</inkml:trace>
</inkml:ink>
</file>

<file path=ppt/ink/ink14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28:28.3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159 104 480 0 0,'-6'33'2271'0'0,"6"-28"-2056"0"0,-1 0-1 0 0,1 0 1 0 0,-1-1-1 0 0,0 1 1 0 0,0 0-1 0 0,-1-1 1 0 0,1 1-1 0 0,-1-1 1 0 0,0 1-1 0 0,0-1 1 0 0,-1 0-1 0 0,1 0 1 0 0,-1 0-1 0 0,0 0 1 0 0,0 0-1 0 0,-4 3 1 0 0,5-5-128 0 0,0-1 1 0 0,0 1-1 0 0,-1-1 1 0 0,1 1-1 0 0,-1-1 1 0 0,1 0-1 0 0,-1 0 1 0 0,0 0-1 0 0,1 0 1 0 0,-1 0-1 0 0,0-1 1 0 0,0 1-1 0 0,1-1 0 0 0,-1 0 1 0 0,0 0-1 0 0,0 0 1 0 0,0 0-1 0 0,1 0 1 0 0,-1-1-1 0 0,0 1 1 0 0,0-1-1 0 0,1 0 1 0 0,-1 0-1 0 0,0 0 1 0 0,1 0-1 0 0,-4-2 1 0 0,2 1-47 0 0,1-1 0 0 0,-1 1 0 0 0,1-1 1 0 0,0 0-1 0 0,0 0 0 0 0,0-1 0 0 0,0 1 1 0 0,1-1-1 0 0,-1 1 0 0 0,1-1 0 0 0,0 0 1 0 0,0 0-1 0 0,0 0 0 0 0,1 0 0 0 0,-1 0 1 0 0,-1-7-1 0 0,3 8-30 0 0,0-1-1 0 0,1 1 1 0 0,-1-1 0 0 0,0 1 0 0 0,1-1 0 0 0,0 1 0 0 0,0 0-1 0 0,0-1 1 0 0,0 1 0 0 0,0 0 0 0 0,1 0 0 0 0,0 0-1 0 0,-1 0 1 0 0,1 0 0 0 0,0 0 0 0 0,1 0 0 0 0,-1 0 0 0 0,0 1-1 0 0,1-1 1 0 0,-1 1 0 0 0,1 0 0 0 0,0 0 0 0 0,0 0-1 0 0,6-3 1 0 0,1-2 1 0 0,0 1-1 0 0,1 0 1 0 0,-1 1-1 0 0,1 1 1 0 0,23-7-1 0 0,-30 10-4 0 0,1 0-1 0 0,-1 0 0 0 0,1 1 1 0 0,0 0-1 0 0,-1 0 0 0 0,1 0 1 0 0,0 1-1 0 0,-1-1 0 0 0,1 1 1 0 0,0 0-1 0 0,-1 0 1 0 0,0 1-1 0 0,1 0 0 0 0,-1-1 1 0 0,0 1-1 0 0,0 1 0 0 0,0-1 1 0 0,0 1-1 0 0,0-1 0 0 0,0 1 1 0 0,-1 0-1 0 0,7 7 0 0 0,-2 0 60 0 0,0 0 0 0 0,0 1 0 0 0,-2-1-1 0 0,1 2 1 0 0,-1-1 0 0 0,-1 1 0 0 0,5 13-1 0 0,-10-25-56 0 0,1 0-1 0 0,-1 1 0 0 0,0-1 0 0 0,0 0 1 0 0,0 0-1 0 0,1 1 0 0 0,-1-1 0 0 0,0 0 1 0 0,1 0-1 0 0,-1 1 0 0 0,0-1 1 0 0,1 0-1 0 0,-1 0 0 0 0,0 0 0 0 0,1 0 1 0 0,-1 1-1 0 0,0-1 0 0 0,1 0 0 0 0,-1 0 1 0 0,0 0-1 0 0,1 0 0 0 0,-1 0 0 0 0,0 0 1 0 0,1 0-1 0 0,-1 0 0 0 0,1 0 1 0 0,-1 0-1 0 0,0 0 0 0 0,1 0 0 0 0,-1 0 1 0 0,0-1-1 0 0,1 1 0 0 0,-1 0 0 0 0,0 0 1 0 0,1 0-1 0 0,21-11 104 0 0,24-23-94 0 0,-38 27 19 0 0,-2 2-34 0 0,1 0 0 0 0,-1 1 1 0 0,1-1-1 0 0,0 2 0 0 0,0-1 0 0 0,1 1 0 0 0,10-4 1 0 0,-15 7-4 0 0,0-1 1 0 0,1 1 0 0 0,-1 0 0 0 0,1 0 0 0 0,-1 0-1 0 0,0 0 1 0 0,1 0 0 0 0,-1 1 0 0 0,0 0 0 0 0,0-1-1 0 0,1 1 1 0 0,-1 1 0 0 0,0-1 0 0 0,0 0-1 0 0,0 1 1 0 0,0-1 0 0 0,0 1 0 0 0,0 0 0 0 0,3 3-1 0 0,5 2-2 0 0,0 0 0 0 0,1-1 0 0 0,-1-1 1 0 0,1 0-1 0 0,1 0 0 0 0,-1-1 0 0 0,0-1 0 0 0,1 0 0 0 0,0-1 0 0 0,0 0 0 0 0,0-1 0 0 0,0 0 0 0 0,0-1 0 0 0,0-1 0 0 0,23-3 0 0 0,-19 1 0 0 0,1 0 0 0 0,-1-1 0 0 0,0-1 0 0 0,0 0 0 0 0,0-2 0 0 0,-1 0 0 0 0,0 0 0 0 0,0-2 0 0 0,-1 0 0 0 0,0 0 0 0 0,15-14 0 0 0,-28 21 1 0 0,0-1 0 0 0,0 1 0 0 0,0-1 0 0 0,0 0 0 0 0,-1 0 0 0 0,1 0 0 0 0,-1 0 0 0 0,0 0 0 0 0,1-4 0 0 0,6-10-20 0 0,-8 15 14 0 0,-5-5 2 0 0,4 7 5 0 0,1-1 0 0 0,-1 0 0 0 0,0 1 1 0 0,0-1-1 0 0,-1 1 0 0 0,1 0 1 0 0,0-1-1 0 0,0 1 0 0 0,0 0 0 0 0,0-1 1 0 0,0 1-1 0 0,0 0 0 0 0,0 0 0 0 0,-1 0 1 0 0,1 0-1 0 0,0 0 0 0 0,0 0 1 0 0,0 0-1 0 0,0 1 0 0 0,0-1 0 0 0,0 0 1 0 0,-1 0-1 0 0,1 1 0 0 0,0-1 1 0 0,0 1-1 0 0,0-1 0 0 0,0 1 0 0 0,-1 1 1 0 0,1-2 1 0 0,-6 4 11 0 0,1 0 0 0 0,-1 0 1 0 0,1 0-1 0 0,0 1 0 0 0,0 0 1 0 0,1 0-1 0 0,-1 0 0 0 0,1 1 1 0 0,-8 12-1 0 0,12-16-10 0 0,-1 1 1 0 0,1-1 0 0 0,0 1-1 0 0,1-1 1 0 0,-1 1 0 0 0,0-1-1 0 0,1 1 1 0 0,-1 0 0 0 0,1-1-1 0 0,0 1 1 0 0,0 0 0 0 0,0 0-1 0 0,0-1 1 0 0,1 1 0 0 0,-1 0-1 0 0,1-1 1 0 0,-1 1 0 0 0,1 0-1 0 0,0-1 1 0 0,0 1 0 0 0,0-1-1 0 0,1 0 1 0 0,-1 1-1 0 0,0-1 1 0 0,1 0 0 0 0,0 0-1 0 0,-1 1 1 0 0,1-1 0 0 0,0-1-1 0 0,0 1 1 0 0,3 2 0 0 0,2 2-49 0 0,0 0 1 0 0,1 0 0 0 0,-1-1 0 0 0,1 0 0 0 0,1 0-1 0 0,-1-1 1 0 0,1 0 0 0 0,0 0 0 0 0,0-1-1 0 0,0 0 1 0 0,10 1 0 0 0,3 0-1456 0 0,1-1-1 0 0,1-1 1 0 0,30-2 0 0 0,-20-2-1092 0 0</inkml:trace>
</inkml:ink>
</file>

<file path=ppt/ink/ink14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28:29.9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6 233 200 0 0,'-2'-54'5552'0'0,"3"36"-1640"0"0,0 39-2942 0 0,2 46-1000 0 0,-3-65 202 0 0,30 410 1356 0 0,-34-324-932 0 0,4-87-286 0 0,-14-45-87 0 0,-6-183-65 0 0,20 194-130 0 0,1 1 0 0 0,1-1 0 0 0,2 1 1 0 0,15-64-1 0 0,-13 74-28 0 0,2 1-1 0 0,0-1 1 0 0,1 1 0 0 0,1 1-1 0 0,1 0 1 0 0,0 0 0 0 0,17-19-1 0 0,-24 33 1 0 0,1 0 0 0 0,0 1 0 0 0,0 0-1 0 0,0 0 1 0 0,0 0 0 0 0,1 1-1 0 0,0 0 1 0 0,0 0 0 0 0,0 0 0 0 0,1 1-1 0 0,-1-1 1 0 0,1 2 0 0 0,0-1 0 0 0,0 1-1 0 0,-1 0 1 0 0,2 0 0 0 0,-1 1-1 0 0,0 0 1 0 0,0 0 0 0 0,0 1 0 0 0,0 0-1 0 0,1 0 1 0 0,-1 1 0 0 0,0 0-1 0 0,0 0 1 0 0,9 3 0 0 0,-11-3-2 0 0,0 0-1 0 0,-1 1 1 0 0,1 0-1 0 0,-1 0 1 0 0,0 0-1 0 0,1 0 1 0 0,-1 1 0 0 0,0 0-1 0 0,0 0 1 0 0,-1 0-1 0 0,1 0 1 0 0,-1 0 0 0 0,1 1-1 0 0,-1 0 1 0 0,0-1-1 0 0,0 1 1 0 0,-1 0-1 0 0,1 1 1 0 0,-1-1 0 0 0,0 0-1 0 0,0 1 1 0 0,0-1-1 0 0,-1 1 1 0 0,2 5 0 0 0,-3-6-2 0 0,0-1 0 0 0,0 1 1 0 0,0 0-1 0 0,0 0 1 0 0,0 0-1 0 0,-1 0 1 0 0,0 0-1 0 0,0-1 1 0 0,0 1-1 0 0,0 0 1 0 0,-1-1-1 0 0,1 1 1 0 0,-1-1-1 0 0,0 1 1 0 0,0-1-1 0 0,0 0 1 0 0,0 1-1 0 0,-1-1 1 0 0,0-1-1 0 0,1 1 1 0 0,-1 0-1 0 0,0-1 1 0 0,0 1-1 0 0,0-1 1 0 0,0 0-1 0 0,-1 0 1 0 0,1 0-1 0 0,-1 0 1 0 0,1-1-1 0 0,-5 2 1 0 0,-17 5 25 0 0,0 0 0 0 0,-1-2 1 0 0,1-1-1 0 0,-46 2 0 0 0,34-3-1872 0 0,-54 12 0 0 0,83-14 885 0 0,1 1-3524 0 0,2-1 1951 0 0</inkml:trace>
</inkml:ink>
</file>

<file path=ppt/ink/ink14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28:31.5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191 130 140 0 0,'2'-36'3789'0'0,"-1"27"-2880"0"0,0 0-1 0 0,-1 0 1 0 0,0 0-1 0 0,-1 0 1 0 0,0 0-1 0 0,0 0 1 0 0,-5-17-1 0 0,5 25-873 0 0,0 1 1 0 0,0-1-1 0 0,1 1 0 0 0,-1 0 1 0 0,0-1-1 0 0,0 1 1 0 0,0 0-1 0 0,0-1 0 0 0,0 1 1 0 0,0 0-1 0 0,0 0 0 0 0,1 0 1 0 0,-1 0-1 0 0,0 0 0 0 0,0 0 1 0 0,0 0-1 0 0,0 0 0 0 0,0 0 1 0 0,0 0-1 0 0,0 0 1 0 0,0 1-1 0 0,-1-1 0 0 0,-25 7 383 0 0,25-6-376 0 0,-8 2 74 0 0,-1 2-1 0 0,1-1 0 0 0,0 1 0 0 0,1 1 1 0 0,-1 0-1 0 0,1 0 0 0 0,0 1 0 0 0,1 0 0 0 0,-1 0 1 0 0,-12 16-1 0 0,19-21-100 0 0,0 0 1 0 0,1-1-1 0 0,-1 1 0 0 0,1 0 1 0 0,-1 0-1 0 0,1 0 0 0 0,0 1 0 0 0,0-1 1 0 0,0 0-1 0 0,0 0 0 0 0,0 0 1 0 0,0 1-1 0 0,1-1 0 0 0,-1 1 1 0 0,1-1-1 0 0,0 0 0 0 0,-1 1 1 0 0,1-1-1 0 0,0 1 0 0 0,1-1 1 0 0,-1 0-1 0 0,0 1 0 0 0,1-1 1 0 0,-1 1-1 0 0,1-1 0 0 0,0 0 0 0 0,-1 1 1 0 0,1-1-1 0 0,0 0 0 0 0,1 0 1 0 0,-1 0-1 0 0,0 0 0 0 0,4 4 1 0 0,-3-4-8 0 0,1 0 0 0 0,1 0 1 0 0,-1 0-1 0 0,0 0 1 0 0,0-1-1 0 0,0 1 1 0 0,1-1-1 0 0,-1 0 0 0 0,1 0 1 0 0,-1 0-1 0 0,1-1 1 0 0,0 1-1 0 0,-1-1 0 0 0,1 0 1 0 0,-1 0-1 0 0,1 0 1 0 0,0 0-1 0 0,-1 0 0 0 0,1-1 1 0 0,-1 0-1 0 0,1 0 1 0 0,5-2-1 0 0,3-2 3 0 0,-1 1-1 0 0,1-2 1 0 0,-2 0-1 0 0,1 0 1 0 0,0-1-1 0 0,-1 0 1 0 0,17-17 0 0 0,-9 0-26 0 0,-9 12 27 0 0,-15 31-15 0 0,5-17 2 0 0,0 0 1 0 0,1-1-1 0 0,-1 1 0 0 0,0 0 0 0 0,1 0 0 0 0,-1 0 0 0 0,1 0 0 0 0,0 0 1 0 0,-1 0-1 0 0,1 0 0 0 0,0 0 0 0 0,0 0 0 0 0,0 0 0 0 0,1-1 0 0 0,-1 1 1 0 0,0 0-1 0 0,1 0 0 0 0,-1 0 0 0 0,1 0 0 0 0,0 0 0 0 0,0 0 0 0 0,-1-1 1 0 0,1 1-1 0 0,0 0 0 0 0,0-1 0 0 0,3 4 0 0 0,-2-4 0 0 0,0 0 0 0 0,0 0 0 0 0,0 0 0 0 0,0 0 0 0 0,1-1 0 0 0,-1 1-1 0 0,0 0 1 0 0,0-1 0 0 0,1 0 0 0 0,-1 1 0 0 0,0-1 0 0 0,1 0 0 0 0,-1 0 0 0 0,1 0 0 0 0,-1-1 0 0 0,0 1-1 0 0,1 0 1 0 0,-1-1 0 0 0,0 0 0 0 0,0 1 0 0 0,4-3 0 0 0,198-62-128 0 0,-198 63 112 0 0,1 0 0 0 0,0 1 0 0 0,-1 0 0 0 0,1 0 0 0 0,0 1 0 0 0,-1 0 0 0 0,1 0 0 0 0,0 0 0 0 0,-1 1 0 0 0,1 0 0 0 0,0 0 0 0 0,-1 1 0 0 0,10 3 0 0 0,-15-4 10 0 0,0-1 1 0 0,-1 1 0 0 0,1 0-1 0 0,0 0 1 0 0,0 0 0 0 0,0 0-1 0 0,-1 0 1 0 0,1 1 0 0 0,-1-1-1 0 0,1 0 1 0 0,-1 0 0 0 0,1 0-1 0 0,-1 1 1 0 0,0-1 0 0 0,1 0-1 0 0,-1 0 1 0 0,0 1 0 0 0,0-1-1 0 0,0 0 1 0 0,0 0 0 0 0,0 1-1 0 0,0-1 1 0 0,0 0 0 0 0,-1 0-1 0 0,1 1 1 0 0,0-1 0 0 0,-1 0-1 0 0,1 0 1 0 0,-1 0 0 0 0,1 1-1 0 0,-1-1 1 0 0,0 0 0 0 0,1 0-1 0 0,-1 0 1 0 0,0 0 0 0 0,0 0-1 0 0,-1 1 1 0 0,-3 4-4 0 0,0 0 1 0 0,0-1-1 0 0,-1 1 1 0 0,0-1-1 0 0,0 0 0 0 0,-12 7 1 0 0,17-12-3 0 0,4-1-84 0 0,207-69-682 0 0,-191 62 632 0 0,6-1 361 0 0,-25 9-254 0 0,0 0-1 0 0,0 0 0 0 0,1 0 0 0 0,-1 0 1 0 0,0 0-1 0 0,1 0 0 0 0,-1 0 0 0 0,0 0 1 0 0,1 0-1 0 0,-1 1 0 0 0,0-1 1 0 0,0 0-1 0 0,1 0 0 0 0,-1 0 0 0 0,0 0 1 0 0,1 0-1 0 0,-1 1 0 0 0,0-1 1 0 0,0 0-1 0 0,0 0 0 0 0,1 0 0 0 0,-1 1 1 0 0,0-1-1 0 0,0 0 0 0 0,0 0 0 0 0,1 1 1 0 0,-1-1-1 0 0,0 0 0 0 0,0 1 1 0 0,0-1-1 0 0,0 0 0 0 0,0 0 0 0 0,0 1 1 0 0,0-1-1 0 0,0 0 0 0 0,1 1 0 0 0,-1-1 1 0 0,0 0-1 0 0,0 1 0 0 0,0-1 1 0 0,-1 0-1 0 0,1 1 0 0 0,0-1 0 0 0,0 0 1 0 0,0 0-1 0 0,0 1 0 0 0,0-1 1 0 0,0 0-1 0 0,0 1 0 0 0,0-1 0 0 0,-1 0 1 0 0,1 0-1 0 0,0 1 0 0 0,0-1 0 0 0,0 0 1 0 0,-1 0-1 0 0,1 1 0 0 0,-3 21-6698 0 0</inkml:trace>
</inkml:ink>
</file>

<file path=ppt/ink/ink14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28:32.0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214 69 696 0 0,'0'-4'586'0'0,"0"-1"0"0"0,0 1 0 0 0,-1 0 0 0 0,1 0 0 0 0,-1-1 0 0 0,0 1 0 0 0,0 0 0 0 0,0 0 0 0 0,0 0 0 0 0,-1 0 0 0 0,0 0 0 0 0,-2-3-1 0 0,3 6-506 0 0,0-1-1 0 0,0 1 0 0 0,-1 0 0 0 0,1 1 0 0 0,0-1 1 0 0,-1 0-1 0 0,1 0 0 0 0,-1 1 0 0 0,1-1 0 0 0,-1 0 1 0 0,0 1-1 0 0,1 0 0 0 0,-1-1 0 0 0,1 1 0 0 0,-1 0 1 0 0,0 0-1 0 0,1 0 0 0 0,-1 0 0 0 0,0 0 0 0 0,1 0 1 0 0,-1 0-1 0 0,1 1 0 0 0,-1-1 0 0 0,0 1 0 0 0,1-1 1 0 0,-1 1-1 0 0,1-1 0 0 0,-1 1 0 0 0,1 0 0 0 0,0 0 1 0 0,-1 0-1 0 0,1 0 0 0 0,0 0 0 0 0,-2 1 0 0 0,0 0-37 0 0,1-1 0 0 0,-1 1 0 0 0,1-1 0 0 0,0 1 0 0 0,-1 0 0 0 0,1 0 0 0 0,0 0 0 0 0,0 0 0 0 0,0 0-1 0 0,1 0 1 0 0,-1 1 0 0 0,1-1 0 0 0,-1 1 0 0 0,1-1 0 0 0,0 1 0 0 0,-1 0 0 0 0,1-1 0 0 0,1 1 0 0 0,-1 0-1 0 0,0 0 1 0 0,0 5 0 0 0,1 0 20 0 0,1 0 0 0 0,0 0-1 0 0,0 0 1 0 0,1 0 0 0 0,0 0 0 0 0,4 8-1 0 0,-3-7-8 0 0,-1-1 0 0 0,1 1-1 0 0,-2 0 1 0 0,3 17 0 0 0,-5-24-44 0 0,1 0 0 0 0,0 0 0 0 0,0 0 0 0 0,-1 0 0 0 0,1 0 0 0 0,-1 0 0 0 0,0 0 0 0 0,0-1 0 0 0,0 1 0 0 0,1 0 0 0 0,-2 0 0 0 0,1-1 0 0 0,0 1 0 0 0,0 0 1 0 0,0-1-1 0 0,-1 1 0 0 0,1-1 0 0 0,-1 0 0 0 0,1 1 0 0 0,-1-1 0 0 0,0 0 0 0 0,1 0 0 0 0,-1 0 0 0 0,0 0 0 0 0,0 0 0 0 0,0 0 0 0 0,0-1 0 0 0,0 1 0 0 0,0-1 0 0 0,0 1 0 0 0,0-1 0 0 0,0 0 0 0 0,0 0 0 0 0,0 1 0 0 0,0-1 0 0 0,-3-1 1 0 0,-1 1-115 0 0,-1 0 0 0 0,1 0 0 0 0,-1-1 0 0 0,1 0 0 0 0,-1 0 0 0 0,1-1 0 0 0,0 0 0 0 0,0 0 0 0 0,0 0 0 0 0,-9-5 0 0 0,15 6-67 0 0,-1 1 0 0 0,1-1 0 0 0,0 1 0 0 0,-1 0-1 0 0,1-1 1 0 0,0 1 0 0 0,0-1 0 0 0,-1 1 0 0 0,1-1-1 0 0,0 1 1 0 0,0-1 0 0 0,0 1 0 0 0,0-1 0 0 0,0 1-1 0 0,0-1 1 0 0,0 1 0 0 0,0-1 0 0 0,0 1 0 0 0,0-1-1 0 0,0 1 1 0 0,0-1 0 0 0,0 0 0 0 0,0 1 0 0 0,0-1-1 0 0,0 1 1 0 0,0-1 0 0 0,1 1 0 0 0,-1 0 0 0 0,0-1-1 0 0,0 1 1 0 0,1-1 0 0 0,-1 1 0 0 0,0-1 0 0 0,1 1-1 0 0,-1 0 1 0 0,0-1 0 0 0,1 1 0 0 0,-1 0 0 0 0,1-1-1 0 0,0 1 1 0 0,6-8-2452 0 0</inkml:trace>
</inkml:ink>
</file>

<file path=ppt/ink/ink14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28:32.5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0 125 328 0 0,'17'-7'1449'0'0,"70"-36"2660"0"0,-80 39-3746 0 0,0-1-1 0 0,-1 1 0 0 0,1-1 1 0 0,-1 0-1 0 0,0-1 1 0 0,-1 0-1 0 0,1 1 0 0 0,-1-2 1 0 0,7-10-1 0 0,-12 17-330 0 0,0 0 0 0 0,1 0 0 0 0,-1 0-1 0 0,0 0 1 0 0,0-1 0 0 0,0 1 0 0 0,1 0-1 0 0,-1 0 1 0 0,0 0 0 0 0,0-1 0 0 0,0 1 0 0 0,0 0-1 0 0,0 0 1 0 0,0 0 0 0 0,1-1 0 0 0,-1 1 0 0 0,0 0-1 0 0,0 0 1 0 0,0-1 0 0 0,0 1 0 0 0,0 0-1 0 0,0 0 1 0 0,0-1 0 0 0,0 1 0 0 0,0 0 0 0 0,0-1-1 0 0,0 1 1 0 0,0 0 0 0 0,0 0 0 0 0,0-1 0 0 0,0 1-1 0 0,-1 0 1 0 0,1 0 0 0 0,0 0 0 0 0,0-1-1 0 0,0 1 1 0 0,0 0 0 0 0,0 0 0 0 0,0-1 0 0 0,-1 1-1 0 0,1 0 1 0 0,0 0 0 0 0,0 0 0 0 0,0 0 0 0 0,-1-1-1 0 0,1 1 1 0 0,0 0 0 0 0,-16 4 376 0 0,-19 15-85 0 0,-1 17 45 0 0,35-34-354 0 0,0-1 0 0 0,-1 1 0 0 0,1-1-1 0 0,0 1 1 0 0,0 0 0 0 0,0-1 0 0 0,0 1 0 0 0,1 0 0 0 0,-1-1 0 0 0,0 1 0 0 0,1 0-1 0 0,-1 0 1 0 0,1 0 0 0 0,0 0 0 0 0,0 0 0 0 0,0 0 0 0 0,-1-1 0 0 0,2 1-1 0 0,-1 0 1 0 0,0 0 0 0 0,0 0 0 0 0,1 0 0 0 0,0 3 0 0 0,0-4-8 0 0,0 0 0 0 0,0 0 1 0 0,0 0-1 0 0,0 0 0 0 0,0 0 0 0 0,1 0 1 0 0,-1 0-1 0 0,0-1 0 0 0,1 1 0 0 0,-1 0 1 0 0,0-1-1 0 0,1 1 0 0 0,-1-1 0 0 0,1 0 1 0 0,-1 1-1 0 0,1-1 0 0 0,-1 0 0 0 0,0 0 1 0 0,3 0-1 0 0,34 0-3 0 0,-24-1-8 0 0,87-7-117 0 0,-79 5 85 0 0,-1 0 1 0 0,1 2-1 0 0,0 0 0 0 0,-1 2 0 0 0,1 0 1 0 0,29 6-1 0 0,-50-7 38 0 0,0 0 0 0 0,-1 0 1 0 0,1 0-1 0 0,0 0 0 0 0,0 0 1 0 0,0 1-1 0 0,-1-1 0 0 0,1 0 1 0 0,0 0-1 0 0,0 1 0 0 0,-1-1 1 0 0,1 1-1 0 0,0-1 0 0 0,0 1 1 0 0,-1-1-1 0 0,1 1 0 0 0,-1-1 1 0 0,1 1-1 0 0,0-1 0 0 0,-1 1 1 0 0,1 0-1 0 0,-1-1 0 0 0,1 1 1 0 0,-1 0-1 0 0,0-1 0 0 0,1 1 1 0 0,-1 0-1 0 0,0 0 0 0 0,1 0 1 0 0,-1-1-1 0 0,0 1 0 0 0,0 0 1 0 0,0 0-1 0 0,0 0 0 0 0,0-1 1 0 0,0 1-1 0 0,0 0 0 0 0,0 0 1 0 0,0 0-1 0 0,0 0 0 0 0,0-1 1 0 0,0 1-1 0 0,-1 0 0 0 0,1 0 1 0 0,0 0-1 0 0,-1-1 0 0 0,1 1 1 0 0,0 0-1 0 0,-1-1 0 0 0,1 1 1 0 0,-1 0-1 0 0,1-1 0 0 0,-1 1 1 0 0,1 0-1 0 0,-1-1 0 0 0,0 1 1 0 0,-19 19-1533 0 0,2-7-4392 0 0</inkml:trace>
</inkml:ink>
</file>

<file path=ppt/ink/ink14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28:36.1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405 20 664 0 0,'-2'-2'174'0'0,"0"0"0"0"0,-1 0 1 0 0,1 0-1 0 0,-1 0 0 0 0,0 1 0 0 0,0-1 0 0 0,0 1 1 0 0,0 0-1 0 0,1 0 0 0 0,-2 0 0 0 0,1 0 0 0 0,0 0 0 0 0,0 1 1 0 0,0-1-1 0 0,0 1 0 0 0,0 0 0 0 0,0 0 0 0 0,-5 1 1 0 0,-58 8 1213 0 0,31 0-710 0 0,0 1 0 0 0,-41 20 0 0 0,64-25-495 0 0,1 1-1 0 0,0 0 1 0 0,0 0-1 0 0,0 1 0 0 0,1 1 1 0 0,0 0-1 0 0,0 0 1 0 0,1 1-1 0 0,0 0 0 0 0,-9 12 1 0 0,17-19-151 0 0,0-1 0 0 0,0 1 0 0 0,0-1 0 0 0,0 1 1 0 0,0 0-1 0 0,0-1 0 0 0,0 1 0 0 0,0 0 0 0 0,1 0 0 0 0,-1-1 0 0 0,1 1 1 0 0,-1 0-1 0 0,1 0 0 0 0,0 0 0 0 0,0 0 0 0 0,0-1 0 0 0,0 1 1 0 0,0 0-1 0 0,0 0 0 0 0,0 0 0 0 0,0 0 0 0 0,1 0 0 0 0,-1 0 0 0 0,1-1 1 0 0,0 1-1 0 0,1 3 0 0 0,0-3-2 0 0,0 1 0 0 0,1-1 0 0 0,0 0 0 0 0,-1 1 0 0 0,1-1 0 0 0,0 0 0 0 0,0-1 0 0 0,0 1 0 0 0,0 0 0 0 0,0-1 0 0 0,1 0 0 0 0,-1 0 0 0 0,5 1 0 0 0,11 3 43 0 0,1-2 0 0 0,-1-1 0 0 0,38 1 0 0 0,108-16 256 0 0,-165 13-327 0 0,1 0 0 0 0,0 0-1 0 0,-1 0 1 0 0,1 0 0 0 0,-1 0-1 0 0,1 0 1 0 0,0 0-1 0 0,-1 0 1 0 0,1 0 0 0 0,0 1-1 0 0,-1-1 1 0 0,1 0 0 0 0,0 0-1 0 0,-1 0 1 0 0,1 1-1 0 0,-1-1 1 0 0,1 0 0 0 0,-1 1-1 0 0,1-1 1 0 0,-1 1 0 0 0,1-1-1 0 0,-1 0 1 0 0,1 1 0 0 0,-1-1-1 0 0,1 1 1 0 0,-1-1-1 0 0,0 1 1 0 0,1 0 0 0 0,-1-1-1 0 0,0 1 1 0 0,1-1 0 0 0,-1 1-1 0 0,0 0 1 0 0,0-1-1 0 0,0 1 1 0 0,0-1 0 0 0,1 2-1 0 0,-10 30 42 0 0,-32 32 0 0 0,37-60-40 0 0,-58 78 12 0 0,-43 61 75 0 0,92-122-29 0 0,1 1 1 0 0,1-1 0 0 0,1 2 0 0 0,0 0 0 0 0,-6 26-1 0 0,15-47-52 0 0,0 0-1 0 0,0 0 0 0 0,1 0 1 0 0,-1 1-1 0 0,1-1 0 0 0,-1 0 1 0 0,1 0-1 0 0,0 1 0 0 0,0-1 1 0 0,0 0-1 0 0,0 1 0 0 0,0-1 1 0 0,0 0-1 0 0,1 1 0 0 0,-1-1 1 0 0,1 0-1 0 0,-1 0 0 0 0,1 0 1 0 0,0 1-1 0 0,0-1 0 0 0,0 0 1 0 0,0 0-1 0 0,1 0 0 0 0,-1 0 1 0 0,0-1-1 0 0,1 1 0 0 0,2 2 1 0 0,-1-2-1 0 0,1-1 0 0 0,-1 0 0 0 0,1 0 0 0 0,-1 0 0 0 0,1 0 0 0 0,0-1 0 0 0,-1 1 0 0 0,1-1 0 0 0,0 0 1 0 0,-1 0-1 0 0,1-1 0 0 0,-1 1 0 0 0,1-1 0 0 0,0 1 0 0 0,-1-1 0 0 0,1 0 0 0 0,4-3 0 0 0,10-4 1 0 0,0 0-1 0 0,-1-2 1 0 0,0 0-1 0 0,0-1 1 0 0,-1-1-1 0 0,-1 0 1 0 0,0-1-1 0 0,19-21 1 0 0,-5 6-4 0 0,36-40-1 0 0,-2-3 0 0 0,56-82 0 0 0,-82 104-5 0 0,-7 8 398 0 0,29-51-1 0 0,-65 102-133 0 0,1-3-218 0 0,1 1 1 0 0,0-1 0 0 0,0 1-1 0 0,0 0 1 0 0,1 0 0 0 0,0 0 0 0 0,1 1-1 0 0,0-1 1 0 0,0 1 0 0 0,1 0-1 0 0,0-1 1 0 0,0 1 0 0 0,1 0 0 0 0,1 10-1 0 0,-1-14-39 0 0,1 0-1 0 0,0-1 1 0 0,0 1 0 0 0,0 0-1 0 0,0 0 1 0 0,1-1-1 0 0,0 1 1 0 0,0-1 0 0 0,0 1-1 0 0,1-1 1 0 0,-1 0-1 0 0,1 0 1 0 0,0 0-1 0 0,0 0 1 0 0,1-1 0 0 0,-1 1-1 0 0,1-1 1 0 0,0 0-1 0 0,-1 0 1 0 0,1 0-1 0 0,1 0 1 0 0,6 3 0 0 0,-3-4-3 0 0,0 1 1 0 0,0-1-1 0 0,1 0 1 0 0,-1-1-1 0 0,0 0 1 0 0,1-1-1 0 0,-1 1 1 0 0,1-1-1 0 0,-1-1 1 0 0,0 0-1 0 0,1 0 1 0 0,12-4-1 0 0,-2-1 3 0 0,0-2-1 0 0,0 0 0 0 0,0-1 0 0 0,-1 0 1 0 0,0-2-1 0 0,-1 0 0 0 0,-1-1 0 0 0,1-1 1 0 0,-2 0-1 0 0,17-19 0 0 0,-28 27-6 0 0,0 0-1 0 0,0 0 0 0 0,-1 0 1 0 0,0-1-1 0 0,0 1 0 0 0,2-7 1 0 0,-5 11 1 0 0,1 1-1 0 0,-1 0 1 0 0,0 0 0 0 0,0-1 0 0 0,0 1-1 0 0,0 0 1 0 0,1-1 0 0 0,-1 1 0 0 0,0 0 0 0 0,0 0-1 0 0,0-1 1 0 0,0 1 0 0 0,0 0 0 0 0,0-1-1 0 0,0 1 1 0 0,0 0 0 0 0,0-1 0 0 0,0 1 0 0 0,0 0-1 0 0,0-1 1 0 0,0 1 0 0 0,0 0 0 0 0,0 0-1 0 0,0-1 1 0 0,0 1 0 0 0,-1 0 0 0 0,1-1 0 0 0,0 1-1 0 0,0 0 1 0 0,0 0 0 0 0,0-1 0 0 0,-1 1-1 0 0,1 0 1 0 0,0 0 0 0 0,0-1 0 0 0,0 1 0 0 0,-1 0-1 0 0,1 0 1 0 0,-21 13 6 0 0,17-9-5 0 0,1 0 1 0 0,-1 0 0 0 0,1 1-1 0 0,0-1 1 0 0,1 1 0 0 0,-1 0-1 0 0,1-1 1 0 0,0 1 0 0 0,0 0 0 0 0,0 0-1 0 0,1 0 1 0 0,0 1 0 0 0,0-1-1 0 0,0 0 1 0 0,0 0 0 0 0,1 1-1 0 0,0-1 1 0 0,0 0 0 0 0,0 1 0 0 0,1-1-1 0 0,0 0 1 0 0,0 0 0 0 0,0 0-1 0 0,1 1 1 0 0,0-1 0 0 0,0-1-1 0 0,0 1 1 0 0,0 0 0 0 0,1 0-1 0 0,0-1 1 0 0,0 1 0 0 0,0-1 0 0 0,0 0-1 0 0,1 0 1 0 0,-1 0 0 0 0,1-1-1 0 0,0 1 1 0 0,1-1 0 0 0,-1 0-1 0 0,0 0 1 0 0,1 0 0 0 0,0-1-1 0 0,-1 1 1 0 0,1-1 0 0 0,0 0 0 0 0,0-1-1 0 0,0 1 1 0 0,1-1 0 0 0,9 1-1 0 0,-5-2-4 0 0,0 0 0 0 0,0-1 0 0 0,0 0 0 0 0,-1 0 0 0 0,1-1-1 0 0,0-1 1 0 0,-1 1 0 0 0,0-2 0 0 0,0 1 0 0 0,0-1 0 0 0,0-1-1 0 0,11-6 1 0 0,-2-2 101 0 0,0-1-1 0 0,-1 0 1 0 0,-1-1-1 0 0,20-24 1 0 0,-27 35 787 0 0,-10 18-386 0 0,-14 41-705 0 0,6-24-1011 0 0,7 3-3274 0 0,2-25 213 0 0,0-3 850 0 0</inkml:trace>
</inkml:ink>
</file>

<file path=ppt/ink/ink14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28:36.4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71 732 0 0,'0'-10'1600'0'0,"0"0"-1"0"0,1 0 1 0 0,0 0-1 0 0,4-20 0 0 0,-4 29-1132 0 0,-7 39-5188 0 0,4-27 1914 0 0</inkml:trace>
</inkml:ink>
</file>

<file path=ppt/ink/ink14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28:37.2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187 310 512 0 0,'-2'-24'4344'0'0,"1"23"-4219"0"0,1 0 0 0 0,0 0 0 0 0,-1 0 0 0 0,1 0-1 0 0,-1 0 1 0 0,1 0 0 0 0,-1 0 0 0 0,0 0-1 0 0,1 0 1 0 0,-1 0 0 0 0,0 0 0 0 0,0 1-1 0 0,1-1 1 0 0,-1 0 0 0 0,0 0 0 0 0,0 1 0 0 0,0-1-1 0 0,0 0 1 0 0,0 1 0 0 0,0-1 0 0 0,0 1-1 0 0,0 0 1 0 0,0-1 0 0 0,-1 1 0 0 0,-1-1 0 0 0,0 1 33 0 0,-1 0 1 0 0,0 0 0 0 0,0 0 0 0 0,1 0 0 0 0,-1 1 0 0 0,0-1 0 0 0,1 1 0 0 0,-6 2 0 0 0,0 0 62 0 0,1 0 1 0 0,-1 1 0 0 0,1 0 0 0 0,0 0-1 0 0,0 1 1 0 0,-9 7 0 0 0,11-7-68 0 0,0 1-1 0 0,0-1 1 0 0,1 1 0 0 0,-1 0-1 0 0,1 1 1 0 0,1-1 0 0 0,-1 1-1 0 0,-6 14 1 0 0,11-19-128 0 0,-1 1 0 0 0,0-1 0 0 0,1 1 0 0 0,0 0 0 0 0,0-1 0 0 0,0 1 0 0 0,0-1 0 0 0,0 1 0 0 0,0 0 0 0 0,0-1 0 0 0,1 1 0 0 0,0-1 0 0 0,-1 1 0 0 0,1-1 1 0 0,0 1-1 0 0,0-1 0 0 0,0 1 0 0 0,0-1 0 0 0,1 0 0 0 0,-1 0 0 0 0,1 1 0 0 0,-1-1 0 0 0,1 0 0 0 0,0 0 0 0 0,0-1 0 0 0,0 1 0 0 0,0 0 0 0 0,0-1 0 0 0,0 1 0 0 0,5 2 0 0 0,0 0-7 0 0,0 0-1 0 0,0-1 1 0 0,0 1 0 0 0,1-2-1 0 0,-1 1 1 0 0,1-1 0 0 0,0 0-1 0 0,0 0 1 0 0,0-1 0 0 0,0 0-1 0 0,0 0 1 0 0,0-1-1 0 0,0 0 1 0 0,0-1 0 0 0,0 0-1 0 0,-1 0 1 0 0,1 0 0 0 0,0-1-1 0 0,0 0 1 0 0,-1-1 0 0 0,1 0-1 0 0,-1 0 1 0 0,0 0-1 0 0,10-7 1 0 0,2-1-8 0 0,-1-1 0 0 0,0-1-1 0 0,-1-1 1 0 0,-1 0 0 0 0,0-2 0 0 0,-1 1-1 0 0,24-32 1 0 0,-13 11 4 0 0,-1-2-1 0 0,-2 0 0 0 0,-1-2 1 0 0,16-42-1 0 0,-4 13 302 0 0,-34 68 4 0 0,-2 4-231 0 0,-23 39 123 0 0,1 2 0 0 0,-35 91 0 0 0,48-109-189 0 0,-20 78 79 0 0,21-62-34 0 0,9-42-71 0 0,1 1 0 0 0,0-1 1 0 0,0 1-1 0 0,0-1 0 0 0,-1 1 0 0 0,1-1 1 0 0,0 1-1 0 0,0-1 0 0 0,0 1 1 0 0,0-1-1 0 0,0 1 0 0 0,0-1 0 0 0,0 1 1 0 0,0-1-1 0 0,0 1 0 0 0,0-1 0 0 0,0 1 1 0 0,1-1-1 0 0,-1 1 0 0 0,0-1 1 0 0,0 1-1 0 0,0-1 0 0 0,1 1 0 0 0,-1-1 1 0 0,0 1-1 0 0,1-1 0 0 0,-1 0 1 0 0,0 1-1 0 0,1-1 0 0 0,-1 0 0 0 0,0 1 1 0 0,1-1-1 0 0,-1 0 0 0 0,1 1 0 0 0,-1-1 1 0 0,1 0-1 0 0,-1 0 0 0 0,0 1 1 0 0,1-1-1 0 0,-1 0 0 0 0,1 0 0 0 0,0 0 1 0 0,31-3-63 0 0,32-23-3 0 0,121-70 2 0 0,-241 148 463 0 0,54-49-380 0 0,1-1 0 0 0,-1 1-1 0 0,0-1 1 0 0,1 1 0 0 0,-1 0 0 0 0,1 0-1 0 0,0 0 1 0 0,0 0 0 0 0,0 0-1 0 0,0 0 1 0 0,1 0 0 0 0,-1 0 0 0 0,1 0-1 0 0,-1 0 1 0 0,1 0 0 0 0,0 0 0 0 0,1 0-1 0 0,-1 0 1 0 0,0 0 0 0 0,1 0 0 0 0,0 0-1 0 0,-1 0 1 0 0,1 0 0 0 0,1 0 0 0 0,-1 0-1 0 0,0 0 1 0 0,1 0 0 0 0,-1-1 0 0 0,5 6-1 0 0,-4-5-199 0 0,1-1 1 0 0,0 1-1 0 0,-1 0 0 0 0,1-1 0 0 0,0 0 0 0 0,1 1 0 0 0,-1-1 1 0 0,0-1-1 0 0,1 1 0 0 0,5 2 0 0 0,-4-3-333 0 0,-1 0 0 0 0,0 0 0 0 0,1 0 0 0 0,-1 0 1 0 0,1-1-1 0 0,-1 0 0 0 0,1 0 0 0 0,-1 0 0 0 0,0 0 0 0 0,6-2 0 0 0,-1-1-2645 0 0,1-2 242 0 0</inkml:trace>
</inkml:ink>
</file>

<file path=ppt/ink/ink14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28:38.4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1 564 216 0 0,'0'0'1562'0'0,"21"2"1607"0"0,-8-5-2851 0 0,-1-1 0 0 0,0 1-1 0 0,0-2 1 0 0,-1 0 0 0 0,1 0-1 0 0,-1-1 1 0 0,0 0 0 0 0,0-1 0 0 0,-1 0-1 0 0,0-1 1 0 0,0 0 0 0 0,-1 0-1 0 0,11-14 1 0 0,16-19 192 0 0,52-79-1 0 0,-85 115-470 0 0,22-32 134 0 0,23-47 1 0 0,-41 71-122 0 0,-1 0 0 0 0,-1 0 0 0 0,0 0 0 0 0,-1 0 0 0 0,0-1 0 0 0,-1 0 0 0 0,-1 0 0 0 0,1-15 0 0 0,-3 24-40 0 0,-4-30 377 0 0,-7 29-142 0 0,-9 18-82 0 0,5 1-26 0 0,1 1 0 0 0,0 1 0 0 0,2 0 0 0 0,-1 1 0 0 0,2 0 0 0 0,0 1 0 0 0,1 0 0 0 0,1 0 0 0 0,0 1 0 0 0,2 1 0 0 0,-11 37 0 0 0,14-42-102 0 0,0 0-1 0 0,2 0 1 0 0,0 0-1 0 0,0 0 1 0 0,1 1-1 0 0,1-1 1 0 0,1 0-1 0 0,0 0 1 0 0,0 1-1 0 0,2-1 1 0 0,0 0-1 0 0,0 0 1 0 0,1-1-1 0 0,1 1 1 0 0,0-1-1 0 0,1 0 1 0 0,11 19-1 0 0,-14-29-35 0 0,0 1 0 0 0,0-1 0 0 0,0 0 0 0 0,1 0 0 0 0,-1 0 0 0 0,1-1 1 0 0,0 1-1 0 0,0-1 0 0 0,0 0 0 0 0,0 0 0 0 0,0 0 0 0 0,0 0 0 0 0,0-1 0 0 0,1 0 0 0 0,-1 1 0 0 0,1-2 0 0 0,-1 1 1 0 0,1 0-1 0 0,-1-1 0 0 0,1 0 0 0 0,-1 0 0 0 0,1-1 0 0 0,-1 1 0 0 0,1-1 0 0 0,-1 0 0 0 0,0 0 0 0 0,1 0 0 0 0,-1 0 0 0 0,6-4 1 0 0,0 2 21 0 0,1-2 0 0 0,-1 0 1 0 0,0 0-1 0 0,0 0 0 0 0,-1-1 1 0 0,0-1-1 0 0,0 0 0 0 0,0 0 1 0 0,-1-1-1 0 0,13-14 0 0 0,-12 11 275 0 0,-7 13-141 0 0,-10 19 134 0 0,3-4 525 0 0,-1-47-729 0 0,-5 47-79 0 0,-7 9 2 0 0,18-24-9 0 0,-1 1-1 0 0,1-1 1 0 0,-1 1-1 0 0,1-1 1 0 0,0 1-1 0 0,0-1 1 0 0,0 0-1 0 0,1 1 1 0 0,-1-1-1 0 0,0 1 1 0 0,1-1-1 0 0,0 1 0 0 0,-1-1 1 0 0,1 0-1 0 0,0 0 1 0 0,0 1-1 0 0,0-1 1 0 0,1 0-1 0 0,-1 0 1 0 0,0 0-1 0 0,1 0 1 0 0,-1 0-1 0 0,1 0 1 0 0,0-1-1 0 0,0 1 1 0 0,0-1-1 0 0,0 1 1 0 0,0-1-1 0 0,0 1 1 0 0,0-1-1 0 0,0 0 1 0 0,0 0-1 0 0,1 0 1 0 0,-1 0-1 0 0,0-1 1 0 0,1 1-1 0 0,-1 0 1 0 0,0-1-1 0 0,1 0 1 0 0,-1 0-1 0 0,1 1 1 0 0,-1-1-1 0 0,1-1 1 0 0,-1 1-1 0 0,1 0 1 0 0,-1-1-1 0 0,4 0 1 0 0,2-2 3 0 0,1-1 1 0 0,-1 0-1 0 0,0 0 1 0 0,0-1 0 0 0,-1 1-1 0 0,1-2 1 0 0,-1 1 0 0 0,0-1-1 0 0,-1 0 1 0 0,1-1-1 0 0,-1 1 1 0 0,7-12 0 0 0,23-19-61 0 0,-36 37 69 0 0,-7 35-49 0 0,-15 52 113 0 0,-50 129-1 0 0,27-87 50 0 0,-67 196 152 0 0,109-318-236 0 0,0 1 0 0 0,-1-1 0 0 0,0 1 1 0 0,0-1-1 0 0,0 0 0 0 0,-7 8 1 0 0,10-14 180 0 0,3-6-148 0 0,11-24-32 0 0,2 1 0 0 0,0 1 0 0 0,2 1 0 0 0,1 0 0 0 0,1 1 0 0 0,1 1-1 0 0,28-25 1 0 0,176-144-2083 0 0,-121 126-1147 0 0,-43 30-2570 0 0,-26 14 1888 0 0</inkml:trace>
</inkml:ink>
</file>

<file path=ppt/ink/ink14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28:46.3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299 67 544 0 0,'0'-4'496'0'0,"-1"0"-1"0"0,0 0 1 0 0,0 0 0 0 0,-1 0 0 0 0,1 1-1 0 0,-1-1 1 0 0,0 1 0 0 0,0-1-1 0 0,0 1 1 0 0,0 0 0 0 0,-1-1-1 0 0,1 1 1 0 0,-1 1 0 0 0,0-1 0 0 0,-5-4-1 0 0,5 5-328 0 0,-1 1 0 0 0,0 0 0 0 0,1 0-1 0 0,-1 0 1 0 0,0 1 0 0 0,0-1 0 0 0,0 1-1 0 0,0 0 1 0 0,0 0 0 0 0,1 0 0 0 0,-1 1 0 0 0,0-1-1 0 0,0 1 1 0 0,0 0 0 0 0,1 0 0 0 0,-6 2-1 0 0,-93 31 1218 0 0,93-30-1259 0 0,0 0 0 0 0,1 0 0 0 0,-1 1 0 0 0,1 0 0 0 0,0 1 0 0 0,0 0 0 0 0,1 0 0 0 0,-14 15 0 0 0,20-21-118 0 0,1 0 1 0 0,0 1-1 0 0,-1-1 1 0 0,1 0-1 0 0,-1 1 1 0 0,1-1-1 0 0,0 1 1 0 0,-1-1 0 0 0,1 1-1 0 0,0-1 1 0 0,-1 1-1 0 0,1-1 1 0 0,0 1-1 0 0,0-1 1 0 0,0 1-1 0 0,-1-1 1 0 0,1 1-1 0 0,0 0 1 0 0,0-1 0 0 0,0 1-1 0 0,0-1 1 0 0,0 1-1 0 0,0-1 1 0 0,0 1-1 0 0,0 0 1 0 0,0-1-1 0 0,0 1 1 0 0,1-1-1 0 0,-1 1 1 0 0,0-1 0 0 0,0 1-1 0 0,0-1 1 0 0,1 2-1 0 0,19 3 101 0 0,28-11-58 0 0,-28 2-60 0 0,1-1 0 0 0,-1-2 0 0 0,0 0 0 0 0,27-13 0 0 0,-31 16 13 0 0,-16 14 0 0 0,-13 14 3 0 0,-6 0-4 0 0,2 1-1 0 0,0 0 1 0 0,2 2 0 0 0,1 0 0 0 0,-19 48 0 0 0,14-4 20 0 0,18-66-21 0 0,0 1 1 0 0,0 0-1 0 0,1-1 0 0 0,0 1 1 0 0,0 0-1 0 0,0 0 0 0 0,0-1 1 0 0,1 1-1 0 0,0 0 0 0 0,2 7 1 0 0,-2-11-8 0 0,0-1 1 0 0,0 1 0 0 0,0-1 0 0 0,1 0-1 0 0,-1 0 1 0 0,0 1 0 0 0,1-1-1 0 0,-1 0 1 0 0,0 0 0 0 0,1 0 0 0 0,-1 0-1 0 0,1-1 1 0 0,0 1 0 0 0,-1 0 0 0 0,1-1-1 0 0,-1 1 1 0 0,1-1 0 0 0,0 1-1 0 0,0-1 1 0 0,-1 0 0 0 0,1 0 0 0 0,0 0-1 0 0,0 0 1 0 0,-1 0 0 0 0,1 0-1 0 0,0 0 1 0 0,0-1 0 0 0,-1 1 0 0 0,1 0-1 0 0,0-1 1 0 0,-1 0 0 0 0,1 1 0 0 0,2-3-1 0 0,6 0-38 0 0,-1-1 1 0 0,0 0-1 0 0,0-1 0 0 0,13-8 0 0 0,22-21-251 0 0,0-2 0 0 0,75-81 0 0 0,13-42 205 0 0,-117 141 635 0 0,-12 20-102 0 0,-6 12-324 0 0,0-4-78 0 0,0-1-1 0 0,0 1 1 0 0,1 0 0 0 0,1 1 0 0 0,-1 16-1 0 0,2-25-40 0 0,0 0 0 0 0,0 0 0 0 0,0 0 0 0 0,0 0 0 0 0,1 0-1 0 0,-1 1 1 0 0,1-1 0 0 0,-1 0 0 0 0,1-1 0 0 0,0 1 0 0 0,0 0 0 0 0,0 0-1 0 0,0 0 1 0 0,0 0 0 0 0,0-1 0 0 0,0 1 0 0 0,1 0 0 0 0,-1-1 0 0 0,1 1-1 0 0,-1-1 1 0 0,1 1 0 0 0,-1-1 0 0 0,1 0 0 0 0,0 0 0 0 0,0 0-1 0 0,0 0 1 0 0,0 0 0 0 0,-1 0 0 0 0,1 0 0 0 0,0-1 0 0 0,0 1 0 0 0,0-1-1 0 0,3 1 1 0 0,0-1-4 0 0,-1 0 0 0 0,0-1 0 0 0,1 1 0 0 0,-1-1 0 0 0,0 0-1 0 0,1 0 1 0 0,-1 0 0 0 0,0-1 0 0 0,0 1 0 0 0,7-5 0 0 0,40-23-24 0 0,-43 24 20 0 0,3-2 11 0 0,-1 0 0 0 0,1-1 0 0 0,-1 0 0 0 0,-1 0 0 0 0,0-1 0 0 0,10-11 0 0 0,-11 7 20 0 0,-1 3 194 0 0,-18 17-116 0 0,9-5-100 0 0,0-1 1 0 0,1 1-1 0 0,-1-1 1 0 0,1 1-1 0 0,-1 0 1 0 0,1 0-1 0 0,-1 0 1 0 0,1 0-1 0 0,0 0 1 0 0,0 0-1 0 0,0 0 1 0 0,0 0-1 0 0,0 0 0 0 0,1 0 1 0 0,-1 1-1 0 0,1-1 1 0 0,-1 0-1 0 0,1 1 1 0 0,0-1-1 0 0,0 0 1 0 0,0 0-1 0 0,0 1 1 0 0,0-1-1 0 0,1 0 1 0 0,-1 1-1 0 0,0-1 1 0 0,1 0-1 0 0,0 0 0 0 0,0 1 1 0 0,0-1-1 0 0,0 0 1 0 0,2 3-1 0 0,-2-2-34 0 0,1-1-1 0 0,0 1 1 0 0,0-1-1 0 0,1 1 1 0 0,-1-1-1 0 0,0 0 1 0 0,1 0-1 0 0,-1 0 1 0 0,1 0-1 0 0,-1 0 1 0 0,1-1 0 0 0,0 1-1 0 0,0-1 1 0 0,0 0-1 0 0,0 0 1 0 0,0 0-1 0 0,0 0 1 0 0,0 0-1 0 0,0-1 1 0 0,1 1-1 0 0,-1-1 1 0 0,0 0-1 0 0,0 0 1 0 0,5-1-1 0 0,2 0 128 0 0,1-1-1 0 0,-1-1 0 0 0,0 0 0 0 0,0-1 1 0 0,0 1-1 0 0,-1-2 0 0 0,1 1 1 0 0,-1-2-1 0 0,0 1 0 0 0,15-13 0 0 0,-24 18 391 0 0,-12 18-552 0 0,2 2-8932 0 0</inkml:trace>
</inkml:ink>
</file>

<file path=ppt/ink/ink14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28:46.6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47 1220 0 0,'0'-6'1184'0'0,"2"-1"-92"0"0,-2 0-64 0 0,0 0-100 0 0,0 2 649 0 0,2-4 63 0 0,2 4-1344 0 0,-4 22-7577 0 0</inkml:trace>
</inkml:ink>
</file>

<file path=ppt/ink/ink14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28:47.5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107 133 304 0 0,'-1'-1'274'0'0,"0"0"-1"0"0,0 0 1 0 0,0 0 0 0 0,1 1 0 0 0,-1-1-1 0 0,0 0 1 0 0,0 0 0 0 0,0 0-1 0 0,0 1 1 0 0,0-1 0 0 0,0 1 0 0 0,-1-1-1 0 0,1 1 1 0 0,0-1 0 0 0,0 1-1 0 0,0 0 1 0 0,-1-1 0 0 0,1 1 0 0 0,0 0-1 0 0,0 0 1 0 0,0 0 0 0 0,-1 0-1 0 0,1 0 1 0 0,-2 0 0 0 0,0 1-5 0 0,0 0-1 0 0,0 0 1 0 0,0 0 0 0 0,0 0-1 0 0,0 0 1 0 0,1 1 0 0 0,-1-1 0 0 0,0 1-1 0 0,-4 3 1 0 0,3-1-132 0 0,0-1-1 0 0,0 1 1 0 0,0 0 0 0 0,1 0-1 0 0,-1 0 1 0 0,1 1 0 0 0,0-1 0 0 0,0 1-1 0 0,0 0 1 0 0,1 0 0 0 0,-3 8-1 0 0,4-11-120 0 0,1-1-1 0 0,-1 1 1 0 0,1-1 0 0 0,0 1-1 0 0,0-1 1 0 0,0 1-1 0 0,0-1 1 0 0,0 1-1 0 0,0-1 1 0 0,0 1-1 0 0,1-1 1 0 0,-1 1 0 0 0,0-1-1 0 0,1 1 1 0 0,-1-1-1 0 0,1 1 1 0 0,0-1-1 0 0,-1 0 1 0 0,1 1-1 0 0,0-1 1 0 0,0 0 0 0 0,0 0-1 0 0,0 1 1 0 0,0-1-1 0 0,2 1 1 0 0,-1 0-21 0 0,1-1-1 0 0,-1 0 1 0 0,1 0 0 0 0,-1 0 0 0 0,1 0 0 0 0,-1-1-1 0 0,1 1 1 0 0,0-1 0 0 0,0 1 0 0 0,-1-1 0 0 0,1 0-1 0 0,0 0 1 0 0,3-1 0 0 0,2 1-19 0 0,0-2-1 0 0,0 1 1 0 0,-1-1 0 0 0,1 0 0 0 0,0-1-1 0 0,-1 1 1 0 0,0-1 0 0 0,0-1-1 0 0,10-6 1 0 0,-3-2 68 0 0,0 0 0 0 0,-1-2-1 0 0,0 0 1 0 0,-1 0 0 0 0,-1-1 0 0 0,0 0 0 0 0,-1-1-1 0 0,14-31 1 0 0,9-7 1997 0 0,-32 53-1904 0 0,9 12 807 0 0,-10-5-903 0 0,-1 1-1 0 0,0 0 0 0 0,-1 0 1 0 0,1-1-1 0 0,-1 1 0 0 0,0-1 1 0 0,-1 1-1 0 0,0-1 0 0 0,0 0 1 0 0,-5 9-1 0 0,-2 5 50 0 0,5-10-121 0 0,1 0 1 0 0,0 1 0 0 0,1-1-1 0 0,-3 15 1 0 0,6-24 6 0 0,0-1 1 0 0,1 1-1 0 0,-1 0 1 0 0,0 0-1 0 0,1 0 1 0 0,-1-1-1 0 0,1 1 0 0 0,-1 0 1 0 0,1 0-1 0 0,-1-1 1 0 0,1 1-1 0 0,0 0 1 0 0,-1-1-1 0 0,1 1 1 0 0,0-1-1 0 0,-1 1 1 0 0,1-1-1 0 0,0 1 1 0 0,0-1-1 0 0,-1 1 0 0 0,1-1 1 0 0,0 0-1 0 0,0 1 1 0 0,0-1-1 0 0,0 0 1 0 0,0 0-1 0 0,0 0 1 0 0,-1 0-1 0 0,1 0 1 0 0,0 0-1 0 0,0 0 1 0 0,0 0-1 0 0,0 0 0 0 0,0 0 1 0 0,0 0-1 0 0,0-1 1 0 0,-1 1-1 0 0,1 0 1 0 0,1-1-1 0 0,34-8-443 0 0,-26 6 482 0 0,1-1-1 0 0,-1 0 1 0 0,0-1 0 0 0,0 0-1 0 0,-1 0 1 0 0,0-1 0 0 0,0-1-1 0 0,9-7 913 0 0,-21 16-854 0 0,2-1-76 0 0,-1 0 1 0 0,1 0 0 0 0,0 1 0 0 0,0-1 0 0 0,0 0-1 0 0,0 0 1 0 0,0 1 0 0 0,0-1 0 0 0,0 0-1 0 0,0 1 1 0 0,0-1 0 0 0,1 1 0 0 0,-1-1 0 0 0,1 1-1 0 0,-1 0 1 0 0,1-1 0 0 0,-1 1 0 0 0,1-1-1 0 0,0 1 1 0 0,0 0 0 0 0,0-1 0 0 0,0 1-1 0 0,0 0 1 0 0,0-1 0 0 0,0 1 0 0 0,1 0 0 0 0,-1-1-1 0 0,1 1 1 0 0,-1-1 0 0 0,1 1 0 0 0,-1 0-1 0 0,1-1 1 0 0,0 0 0 0 0,0 1 0 0 0,0-1 0 0 0,0 1-1 0 0,0-1 1 0 0,0 0 0 0 0,0 0 0 0 0,2 2-1 0 0,18 2-1166 0 0,14-4-5336 0 0,-29-1 4729 0 0,6 0-1391 0 0</inkml:trace>
</inkml:ink>
</file>

<file path=ppt/ink/ink14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28:48.6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51 23 864 0 0,'16'-23'10502'0'0,"-16"30"-10173"0"0,-1-1 0 0 0,0 1 0 0 0,0 0 0 0 0,-1-1 0 0 0,0 0 0 0 0,0 1 0 0 0,0-1 0 0 0,-1 0 0 0 0,0 0 0 0 0,-4 7 0 0 0,-14 37 767 0 0,14-28-677 0 0,-7 33 329 0 0,14-53-741 0 0,0 0-1 0 0,0 1 1 0 0,-1-1 0 0 0,2 0 0 0 0,-1 1 0 0 0,0-1 0 0 0,0 0 0 0 0,1 0-1 0 0,-1 1 1 0 0,1-1 0 0 0,0 0 0 0 0,0 0 0 0 0,-1 0 0 0 0,1 0-1 0 0,1 0 1 0 0,-1 0 0 0 0,0 0 0 0 0,0 0 0 0 0,1 0 0 0 0,1 2 0 0 0,0-3-29 0 0,-1 1 1 0 0,1-1 0 0 0,-1 0 0 0 0,1 0-1 0 0,-1 0 1 0 0,1 0 0 0 0,0 0 0 0 0,-1 0-1 0 0,1-1 1 0 0,0 1 0 0 0,0-1 0 0 0,0 0 0 0 0,0 0-1 0 0,-1 0 1 0 0,1 0 0 0 0,0-1 0 0 0,0 1-1 0 0,0-1 1 0 0,-1 1 0 0 0,1-1 0 0 0,0 0-1 0 0,3-2 1 0 0,55-28-187 0 0,-58 29 231 0 0,14-13 3888 0 0,-15 42-3175 0 0,-2-25-753 0 0,0-1-1 0 0,1 1 1 0 0,-1 0-1 0 0,0-1 1 0 0,1 1-1 0 0,-1-1 1 0 0,1 1-1 0 0,0-1 1 0 0,-1 1-1 0 0,1-1 1 0 0,0 0-1 0 0,0 1 1 0 0,0-1-1 0 0,0 0 1 0 0,0 0-1 0 0,0 0 1 0 0,0 1-1 0 0,1-1 1 0 0,-1 0-1 0 0,0 0 1 0 0,1-1-1 0 0,-1 1 1 0 0,0 0-1 0 0,1 0 1 0 0,-1-1-1 0 0,1 1 1 0 0,-1-1-1 0 0,1 1 1 0 0,0-1-1 0 0,-1 0 1 0 0,1 1-1 0 0,-1-1 1 0 0,1 0-1 0 0,0 0 1 0 0,-1 0-1 0 0,1 0 1 0 0,-1-1-1 0 0,1 1 1 0 0,-1 0-1 0 0,1-1 1 0 0,0 1-1 0 0,-1-1 1 0 0,2 0-1 0 0,9-4-17 0 0,-1 0 0 0 0,0-1-1 0 0,-1 0 1 0 0,17-12 0 0 0,-13 9 91 0 0,-15 9-50 0 0,1 1 1 0 0,0-1-1 0 0,0 1 1 0 0,0-1-1 0 0,-1 1 1 0 0,1-1-1 0 0,0 1 1 0 0,0 0 0 0 0,0-1-1 0 0,0 1 1 0 0,0-1-1 0 0,0 1 1 0 0,0-1-1 0 0,0 1 1 0 0,0-1 0 0 0,1 1-1 0 0,-1-1 1 0 0,0 1-1 0 0,0-1 1 0 0,0 1-1 0 0,1-1 1 0 0,-1 1-1 0 0,0-1 1 0 0,0 1 0 0 0,1-1-1 0 0,-1 1 1 0 0,0-1-1 0 0,1 1 1 0 0,-1-1-1 0 0,1 0 1 0 0,-1 1 0 0 0,1-1-1 0 0,-1 0 1 0 0,0 1-1 0 0,1-1 1 0 0,-1 0-1 0 0,1 0 1 0 0,-1 1-1 0 0,1-1 1 0 0,0 0 0 0 0,-1 0-1 0 0,1 0 1 0 0,-1 0-1 0 0,1 0 1 0 0,-1 0-1 0 0,1 0 1 0 0,-1 0 0 0 0,1 0-1 0 0,-1 0 1 0 0,1 0-1 0 0,0 0 1 0 0,-1 0-1 0 0,1 0 1 0 0,-1 0-1 0 0,1-1 1 0 0,-1 1 0 0 0,1 0-1 0 0,-1 0 1 0 0,1-1-1 0 0,-1 1 1 0 0,0 0-1 0 0,1-1 1 0 0,-1 1 0 0 0,1 0-1 0 0,-1-1 1 0 0,0 1-1 0 0,1-1 1 0 0,0 0-1 0 0,-17 59-23 0 0,10-36 23 0 0,-83 429 79 0 0,60-298-126 0 0,20-102-28 0 0,4-19-49 0 0,-1 0 0 0 0,-1 0 0 0 0,-2-1 0 0 0,-1 0 0 0 0,-24 50 0 0 0,34-79 104 0 0,-1 0 1 0 0,0-1 0 0 0,0 1 0 0 0,0 0 0 0 0,0-1 0 0 0,-1 1 0 0 0,1-1 0 0 0,0 1 0 0 0,-1-1 0 0 0,1 0-1 0 0,-1 1 1 0 0,1-1 0 0 0,-3 1 0 0 0,4-2 22 0 0,-1 0-1 0 0,0 0 1 0 0,1 0-1 0 0,-1 1 1 0 0,1-1-1 0 0,-1 0 1 0 0,1 0 0 0 0,-1 0-1 0 0,1-1 1 0 0,-1 1-1 0 0,1 0 1 0 0,-1 0-1 0 0,1 0 1 0 0,-1 0-1 0 0,1 0 1 0 0,-1-1 0 0 0,1 1-1 0 0,0 0 1 0 0,-1 0-1 0 0,1-1 1 0 0,-1 1-1 0 0,1 0 1 0 0,-1-1-1 0 0,1 1 1 0 0,0 0 0 0 0,-1-1-1 0 0,1 1 1 0 0,0 0-1 0 0,-1-1 1 0 0,1 0-1 0 0,-2-2 49 0 0,1-1 0 0 0,-1 1-1 0 0,1-1 1 0 0,0 0 0 0 0,0 1-1 0 0,0-1 1 0 0,0 0 0 0 0,1 0 0 0 0,-1 0-1 0 0,1-7 1 0 0,3-18 48 0 0,0 1 1 0 0,2-1-1 0 0,2 1 1 0 0,0-1-1 0 0,2 2 0 0 0,1-1 1 0 0,1 1-1 0 0,14-25 1 0 0,-1 10-261 0 0,1 1 1 0 0,2 1 0 0 0,2 1 0 0 0,34-34-1 0 0,-53 62-190 0 0,0 0-1 0 0,1 1 1 0 0,0 0-1 0 0,1 1 1 0 0,22-13-1 0 0,1 7-2998 0 0,3 8-3788 0 0,-13 5 2344 0 0</inkml:trace>
</inkml:ink>
</file>

<file path=ppt/ink/ink14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7T06:08:02.9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1 440 0 0,'0'0'4140'0'0,"8"1"-1923"0"0</inkml:trace>
</inkml:ink>
</file>

<file path=ppt/ink/ink14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7T06:08:46.3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8 1044 0 0,'0'0'4601'0'0,"18"-8"-4161"0"0,1 11-624 0 0,3 1-2853 0 0,-4-3 1461 0 0</inkml:trace>
</inkml:ink>
</file>

<file path=ppt/ink/ink14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7T06:08:46.6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0 372 0 0,'1'4'2535'0'0,"2"1"1849"0"0</inkml:trace>
</inkml:ink>
</file>

<file path=ppt/ink/ink14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7T06:10:20.0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1 824 0 0,'0'12'2168'0'0</inkml:trace>
</inkml:ink>
</file>

<file path=ppt/ink/ink14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29:31.4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445 165 832 0 0,'5'-21'1280'0'0,"-3"10"-510"0"0,0 1 0 0 0,0 0 0 0 0,-1-1 0 0 0,0 1 0 0 0,-1-1 0 0 0,-1-15 0 0 0,1 23-683 0 0,-1 0 1 0 0,0 1 0 0 0,0-1 0 0 0,0 0 0 0 0,0 1 0 0 0,-1-1 0 0 0,1 1 0 0 0,0 0 0 0 0,-1-1 0 0 0,0 1 0 0 0,0 0 0 0 0,0 0 0 0 0,0 0 0 0 0,0 0 0 0 0,0 0 0 0 0,0 0-1 0 0,0 1 1 0 0,-1-1 0 0 0,1 1 0 0 0,-1-1 0 0 0,1 1 0 0 0,-1 0 0 0 0,1 0 0 0 0,-1 0 0 0 0,0 1 0 0 0,0-1 0 0 0,1 0 0 0 0,-1 1 0 0 0,-4 0 0 0 0,-17-2 45 0 0,-1 2 0 0 0,1 0 1 0 0,-1 2-1 0 0,1 1 0 0 0,0 1 1 0 0,0 1-1 0 0,0 1 0 0 0,1 1 1 0 0,0 1-1 0 0,0 1 0 0 0,0 0 1 0 0,-37 25-1 0 0,56-32-119 0 0,1 0 1 0 0,-1 1-1 0 0,1-1 0 0 0,0 1 1 0 0,0 0-1 0 0,0 0 0 0 0,0 0 1 0 0,0 0-1 0 0,1 0 0 0 0,-1 1 1 0 0,1-1-1 0 0,0 1 0 0 0,0 0 1 0 0,1 0-1 0 0,-1-1 1 0 0,1 1-1 0 0,-1 0 0 0 0,0 5 1 0 0,2-4-6 0 0,0 0 1 0 0,0 0 0 0 0,1-1 0 0 0,0 1-1 0 0,-1 0 1 0 0,1 0 0 0 0,1-1 0 0 0,-1 1-1 0 0,1-1 1 0 0,0 1 0 0 0,0-1 0 0 0,0 0-1 0 0,0 1 1 0 0,1-1 0 0 0,5 6 0 0 0,19 22 21 0 0,1-2 0 0 0,2-1 1 0 0,35 26-1 0 0,-27-22 12 0 0,58 60 0 0 0,-88-83-37 0 0,0-1 0 0 0,-1 2-1 0 0,0-1 1 0 0,-1 1 0 0 0,0 0-1 0 0,-1 0 1 0 0,0 0 0 0 0,0 1 0 0 0,-1 0-1 0 0,-1 0 1 0 0,3 15 0 0 0,-5-20-4 0 0,-1 0 1 0 0,0 0 0 0 0,0 0 0 0 0,0 0 0 0 0,-1 0-1 0 0,0 0 1 0 0,0 0 0 0 0,-1 0 0 0 0,0 0 0 0 0,0 0-1 0 0,-1 0 1 0 0,0-1 0 0 0,0 1 0 0 0,0-1 0 0 0,-1 0-1 0 0,0 0 1 0 0,0 0 0 0 0,-1-1 0 0 0,1 1 0 0 0,-12 9-1 0 0,7-7 21 0 0,-1 0 0 0 0,-1-1 0 0 0,1 0 0 0 0,-1-1 0 0 0,0 0 0 0 0,-1-1 0 0 0,0 0 0 0 0,0-1 0 0 0,-13 4 0 0 0,17-6 1 0 0,0 0 0 0 0,1-1 0 0 0,-1 0 0 0 0,0-1 0 0 0,0 1 0 0 0,0-1 0 0 0,0-1 0 0 0,0 0 0 0 0,0 0 0 0 0,0 0 0 0 0,0-1 0 0 0,1 0 0 0 0,-1-1 0 0 0,0 1 0 0 0,-12-8 0 0 0,19 9-77 0 0,-1 0 0 0 0,0 0 0 0 0,0 0 1 0 0,1 0-1 0 0,-1 0 0 0 0,1 0 0 0 0,-1-1 0 0 0,1 1 1 0 0,-1-1-1 0 0,1 1 0 0 0,0-1 0 0 0,0 1 0 0 0,0-1 1 0 0,0 0-1 0 0,0 0 0 0 0,0 1 0 0 0,0-1 0 0 0,1 0 0 0 0,-1 0 1 0 0,1 0-1 0 0,-1 0 0 0 0,1 0 0 0 0,0 0 0 0 0,-1 0 1 0 0,1 0-1 0 0,0 0 0 0 0,0 0 0 0 0,1 0 0 0 0,-1 0 0 0 0,0 0 1 0 0,1-2-1 0 0,2-2-616 0 0,-1 0 1 0 0,1 1-1 0 0,0-1 1 0 0,0 1-1 0 0,1 0 1 0 0,0 0-1 0 0,0 0 1 0 0,0 0-1 0 0,6-5 0 0 0,8-5-2077 0 0</inkml:trace>
</inkml:ink>
</file>

<file path=ppt/ink/ink14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29:31.8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2 696 0 0,'1'-1'223'0'0,"0"1"0"0"0,0 0 0 0 0,0 0 1 0 0,0-1-1 0 0,0 1 0 0 0,0 0 0 0 0,0 0 0 0 0,1 0 0 0 0,-1 0 0 0 0,0 0 1 0 0,0 1-1 0 0,0-1 0 0 0,0 0 0 0 0,0 0 0 0 0,0 1 0 0 0,0-1 0 0 0,0 1 0 0 0,0-1 1 0 0,0 1-1 0 0,0-1 0 0 0,0 1 0 0 0,0 0 0 0 0,0-1 0 0 0,0 1 0 0 0,0 0 1 0 0,-1 0-1 0 0,1 0 0 0 0,1 1 0 0 0,0 1 100 0 0,0 1 0 0 0,0 0 0 0 0,0 0 0 0 0,-1 0 0 0 0,1 0 0 0 0,-1 0 0 0 0,2 8 0 0 0,0 9 191 0 0,-1 0 0 0 0,-1 27 0 0 0,-1-46-376 0 0,-3 47-93 0 0,-6-21-3144 0 0</inkml:trace>
</inkml:ink>
</file>

<file path=ppt/ink/ink14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29:32.1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84 172 0 0,'4'-13'1298'0'0,"0"0"-1"0"0,-1 0 1 0 0,-1 0 0 0 0,2-18 0 0 0,-2 31-1548 0 0,-1 1 0 0 0,1 0 0 0 0,0 0 0 0 0,-1-1-1 0 0,1 1 1 0 0,-1 0 0 0 0,1 1 0 0 0,-1-1 0 0 0,0 0 0 0 0,1 0 0 0 0,-1 0 0 0 0,0 1 0 0 0,0-1 0 0 0,2 4 0 0 0,-1-2-1388 0 0</inkml:trace>
</inkml:ink>
</file>

<file path=ppt/ink/ink14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29:32.8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 30 32 0 0,'5'20'2271'0'0,"-4"16"-202"0"0,-2-27-1693 0 0,0 0-1 0 0,0 0 0 0 0,-1 0 0 0 0,0 0 1 0 0,0-1-1 0 0,-1 1 0 0 0,-6 13 1 0 0,8-22-194 0 0,1 0-155 0 0,0 0 0 0 0,-1 0-1 0 0,1 0 1 0 0,0 0 0 0 0,-1 0 0 0 0,1 0-1 0 0,0-1 1 0 0,0 1 0 0 0,-1 0-1 0 0,1 0 1 0 0,0 0 0 0 0,0 0-1 0 0,-1-1 1 0 0,1 1 0 0 0,0 0-1 0 0,0 0 1 0 0,0-1 0 0 0,-1 1 0 0 0,1 0-1 0 0,0 0 1 0 0,0-1 0 0 0,0 1-1 0 0,0 0 1 0 0,0 0 0 0 0,0-1-1 0 0,0 1 1 0 0,-1 0 0 0 0,1-1 0 0 0,0 1-1 0 0,0 0 1 0 0,0 0 0 0 0,0-1-1 0 0,0 1 1 0 0,0 0 0 0 0,0-1-1 0 0,0 1 1 0 0,0 0 0 0 0,1 0-1 0 0,-1-1 1 0 0,0 1 0 0 0,0 0 0 0 0,0-1-1 0 0,0 1 1 0 0,0 0 0 0 0,0 0-1 0 0,1-1 1 0 0,-1 1 0 0 0,0 0-1 0 0,14-27 335 0 0,20-20-251 0 0,-30 42-94 0 0,1 0-1 0 0,-1 0 0 0 0,1 1 1 0 0,0-1-1 0 0,0 1 1 0 0,0 1-1 0 0,1-1 0 0 0,-1 1 1 0 0,1 0-1 0 0,10-4 0 0 0,-13 6-10 0 0,0 0-1 0 0,0 1 0 0 0,0-1 1 0 0,0 1-1 0 0,0 0 0 0 0,0 0 1 0 0,0 0-1 0 0,0 0 0 0 0,1 1 0 0 0,-1-1 1 0 0,0 1-1 0 0,0-1 0 0 0,0 1 1 0 0,0 0-1 0 0,0 1 0 0 0,-1-1 0 0 0,1 0 1 0 0,0 1-1 0 0,0-1 0 0 0,-1 1 1 0 0,1 0-1 0 0,4 4 0 0 0,-5-4-3 0 0,1-1-1 0 0,-1 1 1 0 0,1-1 0 0 0,0 0-1 0 0,-1 0 1 0 0,1 0-1 0 0,0 0 1 0 0,0 0 0 0 0,0-1-1 0 0,0 1 1 0 0,0-1 0 0 0,0 0-1 0 0,0 0 1 0 0,0 0-1 0 0,-1 0 1 0 0,1 0 0 0 0,0-1-1 0 0,0 1 1 0 0,0-1-1 0 0,5-2 1 0 0,23-1-3 0 0,42 14-31 0 0,31 3-73 0 0,-93-12 96 0 0,-1-1 0 0 0,1-1 0 0 0,-1 0 0 0 0,1 0 1 0 0,-1-1-1 0 0,0 0 0 0 0,18-7 0 0 0,-21 6 9 0 0,-1-1 0 0 0,1 0 0 0 0,-1 0 1 0 0,0-1-1 0 0,0 0 0 0 0,0 0 0 0 0,8-10 0 0 0,6-5 310 0 0,-19 20-166 0 0,-2 35 14 0 0,-3 6-35 0 0,1-1 0 0 0,3 1 1 0 0,5 48-1 0 0,24 123 305 0 0,-5-50 3 0 0,-13-95 620 0 0,-11-67-331 0 0,-23-28-206 0 0,19 17-461 0 0,0 0 0 0 0,1-1-1 0 0,0 1 1 0 0,1-1 0 0 0,1 1 0 0 0,0-1-1 0 0,0 0 1 0 0,1-13 0 0 0,2-6 42 0 0,12-59 0 0 0,-6 53-47 0 0,2 0-1 0 0,1 1 1 0 0,17-37-1 0 0,-22 59-35 0 0,1 0 0 0 0,1 1-1 0 0,0-1 1 0 0,0 1-1 0 0,2 1 1 0 0,-1 0 0 0 0,1 0-1 0 0,1 1 1 0 0,0 0-1 0 0,18-12 1 0 0,-24 20-9 0 0,1 0-1 0 0,-1 1 1 0 0,1-1-1 0 0,0 1 1 0 0,0 1-1 0 0,0-1 1 0 0,0 1 0 0 0,0 0-1 0 0,0 0 1 0 0,0 1-1 0 0,0 0 1 0 0,0 0-1 0 0,0 0 1 0 0,0 1 0 0 0,1 0-1 0 0,-1 0 1 0 0,-1 0-1 0 0,13 5 1 0 0,-15-5-2 0 0,1 0 0 0 0,-1 1 1 0 0,0-1-1 0 0,0 1 0 0 0,0 0 0 0 0,0 0 0 0 0,0 0 1 0 0,0 0-1 0 0,0 0 0 0 0,0 0 0 0 0,-1 1 1 0 0,0 0-1 0 0,1-1 0 0 0,-1 1 0 0 0,0 0 1 0 0,0 0-1 0 0,0 0 0 0 0,-1 0 0 0 0,1 1 1 0 0,-1-1-1 0 0,0 0 0 0 0,0 1 0 0 0,0-1 1 0 0,0 1-1 0 0,0-1 0 0 0,-1 1 0 0 0,1-1 1 0 0,-1 1-1 0 0,0-1 0 0 0,0 1 0 0 0,-1 0 1 0 0,1-1-1 0 0,-2 5 0 0 0,0-3 18 0 0,0-1 0 0 0,0 1 0 0 0,0-1 0 0 0,-1 0 0 0 0,1 0 0 0 0,-1 0 0 0 0,0 0 0 0 0,-1 0 0 0 0,1 0 0 0 0,-1-1 0 0 0,1 0 0 0 0,-1 0 0 0 0,0 0 0 0 0,0 0 0 0 0,-1 0 0 0 0,1-1 0 0 0,0 0 0 0 0,-7 3 0 0 0,6-3-218 0 0,1-1 0 0 0,-1 1 1 0 0,0-1-1 0 0,1 0 0 0 0,-1 0 0 0 0,0-1 1 0 0,0 1-1 0 0,-8-2 0 0 0,11 1-271 0 0,-1 0 0 0 0,1-1 0 0 0,-1 1-1 0 0,1-1 1 0 0,-1 0 0 0 0,1 1 0 0 0,-1-1-1 0 0,1-1 1 0 0,-1 1 0 0 0,1 0 0 0 0,0 0-1 0 0,0-1 1 0 0,0 0 0 0 0,0 1 0 0 0,-4-5 0 0 0,-1-2-2696 0 0</inkml:trace>
</inkml:ink>
</file>

<file path=ppt/ink/ink14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29:33.1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0 920 0 0,'0'0'928'0'0,"4"27"1703"0"0,2 11-903 0 0,2 0 0 0 0,23 69 0 0 0,-25-89-1482 0 0,2-1 0 0 0,0 0 0 0 0,1-1 0 0 0,1 1 0 0 0,0-2 0 0 0,1 1 0 0 0,1-2-1 0 0,15 16 1 0 0,-9-11 39 0 0,-13-13-177 0 0,0 0-1 0 0,0-1 0 0 0,0 0 1 0 0,1 0-1 0 0,-1 0 1 0 0,1 0-1 0 0,1-1 0 0 0,-1 0 1 0 0,1 0-1 0 0,10 4 1 0 0,-15-8-40 0 0,-1 0-58 0 0,1-1-1 0 0,0 1 0 0 0,-1-1 1 0 0,1 0-1 0 0,-1 1 0 0 0,1-1 1 0 0,-1 0-1 0 0,1 0 0 0 0,-1 0 1 0 0,1 0-1 0 0,-1 0 0 0 0,0-1 1 0 0,1 1-1 0 0,-1 0 0 0 0,0 0 1 0 0,0-1-1 0 0,0 1 0 0 0,0-1 1 0 0,0 1-1 0 0,0-3 0 0 0,4-8-2261 0 0,-4 2-3398 0 0,-1 4 2441 0 0</inkml:trace>
</inkml:ink>
</file>

<file path=ppt/ink/ink14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29:33.4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88 1248 0 0,'3'-29'4312'0'0,"-3"26"-4061"0"0,0 0 1 0 0,0 0 0 0 0,0 0-1 0 0,0 0 1 0 0,0 0 0 0 0,1 0-1 0 0,0 0 1 0 0,-1 0 0 0 0,1 0-1 0 0,0 1 1 0 0,0-1 0 0 0,0 0-1 0 0,1 1 1 0 0,-1-1 0 0 0,3-3-1 0 0,26-2-5722 0 0,-22 6 3156 0 0</inkml:trace>
</inkml:ink>
</file>

<file path=ppt/ink/ink14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29:33.8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48 27 880 0 0,'0'-2'495'0'0,"-1"0"-1"0"0,-1 0 1 0 0,1 0 0 0 0,0 1 0 0 0,0-1-1 0 0,-1 0 1 0 0,1 1 0 0 0,0-1-1 0 0,-1 1 1 0 0,0-1 0 0 0,1 1-1 0 0,-1 0 1 0 0,0 0 0 0 0,0 0-1 0 0,0 0 1 0 0,-2-1 0 0 0,-6 10 2064 0 0,4 21-2809 0 0,3 12 914 0 0,1 0 0 0 0,3 0 0 0 0,10 73 0 0 0,35 123 627 0 0,-36-191-1052 0 0,28 97 322 0 0,-21-84-292 0 0,-2 1 1 0 0,8 69 0 0 0,-23-127-261 0 0,2 37 82 0 0,-2-37-83 0 0,0-1 1 0 0,0 1 0 0 0,0 0 0 0 0,0-1 0 0 0,-1 1-1 0 0,1 0 1 0 0,0-1 0 0 0,-1 1 0 0 0,1 0-1 0 0,-1-1 1 0 0,0 1 0 0 0,1-1 0 0 0,-1 1 0 0 0,0-1-1 0 0,0 1 1 0 0,0-1 0 0 0,0 0 0 0 0,-2 2 0 0 0,2-2-43 0 0,0-2 20 0 0,-1 1 0 0 0,1-1 0 0 0,0 1 0 0 0,-1-1 0 0 0,1 0 0 0 0,0 0 1 0 0,0 0-1 0 0,0 0 0 0 0,0 0 0 0 0,0 0 0 0 0,0 0 0 0 0,0 0 0 0 0,0 0 0 0 0,0 0 0 0 0,0 0 0 0 0,0-1 0 0 0,1 1 0 0 0,-1 0 0 0 0,0-1 0 0 0,1 1 0 0 0,0-1 0 0 0,-1 1 0 0 0,1 0 0 0 0,-1-4 0 0 0,-6-35-287 0 0,7 20 229 0 0,0 0 0 0 0,1 0 0 0 0,1 0 0 0 0,1 0 0 0 0,1 0-1 0 0,0 0 1 0 0,2 1 0 0 0,0-1 0 0 0,2 2 0 0 0,0-1 0 0 0,0 1 0 0 0,2 0 0 0 0,0 1 0 0 0,1 0 0 0 0,1 0 0 0 0,16-16 0 0 0,-27 32 93 0 0,1-1-1 0 0,0 1 0 0 0,0-1 0 0 0,-1 1 0 0 0,1 0 0 0 0,0 0 0 0 0,0 0 0 0 0,0 0 1 0 0,1 0-1 0 0,-1 0 0 0 0,0 0 0 0 0,0 1 0 0 0,0-1 0 0 0,1 1 0 0 0,-1-1 0 0 0,0 1 1 0 0,0 0-1 0 0,1 0 0 0 0,-1 0 0 0 0,0 0 0 0 0,1 1 0 0 0,-1-1 0 0 0,0 1 0 0 0,0-1 1 0 0,0 1-1 0 0,1 0 0 0 0,-1 0 0 0 0,0-1 0 0 0,0 2 0 0 0,0-1 0 0 0,0 0 0 0 0,0 0 1 0 0,-1 1-1 0 0,1-1 0 0 0,3 3 0 0 0,-3-1-106 0 0,1-1 1 0 0,-1 1 0 0 0,1-1-1 0 0,-1 1 1 0 0,0 0-1 0 0,0 0 1 0 0,0 0-1 0 0,-1 0 1 0 0,1 0-1 0 0,-1 0 1 0 0,0 0-1 0 0,1 1 1 0 0,-1-1-1 0 0,-1 1 1 0 0,1-1-1 0 0,0 1 1 0 0,-1-1-1 0 0,0 0 1 0 0,0 1 0 0 0,0-1-1 0 0,0 1 1 0 0,0-1-1 0 0,-2 7 1 0 0,1-7-127 0 0,-7 15-7192 0 0,6-12 3705 0 0</inkml:trace>
</inkml:ink>
</file>

<file path=ppt/ink/ink14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29:34.1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33 152 0 0,'0'-3'2024'0'0,"-2"-8"-1148"0"0,2 5 652 0 0,2-1 213 0 0,0 1-933 0 0,13 13-1732 0 0,-11-3-113 0 0,0 1-1119 0 0,0-2 496 0 0</inkml:trace>
</inkml:ink>
</file>

<file path=ppt/ink/ink14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29:34.4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31 68 0 0,'8'1'708'0'0,"0"0"0"0"0,-1 0 0 0 0,1-1 0 0 0,0 0 0 0 0,0-1 0 0 0,-1 1 0 0 0,1-1 0 0 0,0-1 0 0 0,-1 0-1 0 0,1 0 1 0 0,-1 0 0 0 0,0-1 0 0 0,1 0 0 0 0,-1-1 0 0 0,-1 1 0 0 0,10-8 2020 0 0,-44 19-2341 0 0,27-7-446 0 0,0 0 1 0 0,0-1-1 0 0,0 1 1 0 0,0 0-1 0 0,1 0 1 0 0,-1 0-1 0 0,0 0 0 0 0,0 0 1 0 0,1 0-1 0 0,-1 0 1 0 0,0 0-1 0 0,1 0 1 0 0,-1 0-1 0 0,1 0 0 0 0,-1 0 1 0 0,1 0-1 0 0,0 1 1 0 0,-1-1-1 0 0,1 0 1 0 0,0 0-1 0 0,0 2 1 0 0,0-2-34 0 0,1 0 1 0 0,-1 0 0 0 0,1 0 0 0 0,-1 0 0 0 0,1 0 0 0 0,-1-1-1 0 0,1 1 1 0 0,0 0 0 0 0,-1 0 0 0 0,1-1 0 0 0,0 1-1 0 0,0-1 1 0 0,-1 1 0 0 0,1 0 0 0 0,0-1 0 0 0,0 1 0 0 0,0-1-1 0 0,0 0 1 0 0,0 1 0 0 0,1-1 0 0 0,4 2-864 0 0,1 0-1 0 0,0-1 1 0 0,-1 0 0 0 0,1 0-1 0 0,0-1 1 0 0,7 0 0 0 0,3-1-1645 0 0</inkml:trace>
</inkml:ink>
</file>

<file path=ppt/ink/ink14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29:34.8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1 377 900 0 0,'0'0'8029'0'0,"7"16"-7246"0"0,0-15-775 0 0,0-1 1 0 0,-1 0 0 0 0,1 0 0 0 0,0-1 0 0 0,0 0 0 0 0,-1 0 0 0 0,1 0 0 0 0,-1-1 0 0 0,1 0 0 0 0,-1 0-1 0 0,0 0 1 0 0,1-1 0 0 0,-1 0 0 0 0,-1 0 0 0 0,1-1 0 0 0,7-6 0 0 0,-3 3-76 0 0,-1 0 0 0 0,0 0 0 0 0,-1-1 1 0 0,0-1-1 0 0,0 1 0 0 0,0-1 0 0 0,-1 0 0 0 0,9-18 1 0 0,-9 14 196 0 0,-1 0 1 0 0,-1-1 0 0 0,0 0 0 0 0,-1 0-1 0 0,0 0 1 0 0,-2-1 0 0 0,1 1 0 0 0,-2-1-1 0 0,0 0 1 0 0,0 1 0 0 0,-2-1 0 0 0,0 0-1 0 0,0 0 1 0 0,-5-17 0 0 0,6 29 46 0 0,-1 1 0 0 0,1 0 0 0 0,-1 0 0 0 0,0-1 0 0 0,1 1 0 0 0,-1 0 0 0 0,0 0 0 0 0,-1 0 0 0 0,1 0 0 0 0,0 0 0 0 0,0 0 0 0 0,-1 0 0 0 0,-2-3 0 0 0,3 5-109 0 0,0 0 0 0 0,0-1 0 0 0,-1 1 0 0 0,1-1 1 0 0,0 1-1 0 0,0 0 0 0 0,0 0 0 0 0,0 0 0 0 0,-1 0 0 0 0,1 0 0 0 0,0 0 0 0 0,0 0 0 0 0,0 0 0 0 0,0 0 0 0 0,0 1 0 0 0,-1-1 1 0 0,1 0-1 0 0,0 1 0 0 0,0-1 0 0 0,0 1 0 0 0,0-1 0 0 0,0 1 0 0 0,0-1 0 0 0,0 1 0 0 0,0 0 0 0 0,-1 1 0 0 0,-3 2 53 0 0,0 1-1 0 0,1-1 1 0 0,-1 1-1 0 0,1 0 1 0 0,0 0-1 0 0,1 0 1 0 0,-1 1-1 0 0,1-1 1 0 0,0 1-1 0 0,1 0 1 0 0,-1 0-1 0 0,1 0 1 0 0,0 0-1 0 0,-1 11 1 0 0,0-2-22 0 0,1 0 1 0 0,0 0-1 0 0,1 0 1 0 0,1 1 0 0 0,1 15-1 0 0,1-17-345 0 0,0 0 0 0 0,1 0-1 0 0,0 0 1 0 0,2 0 0 0 0,-1 0-1 0 0,1-1 1 0 0,1 0 0 0 0,1 0-1 0 0,0 0 1 0 0,0-1 0 0 0,14 17 0 0 0,-10-16-1138 0 0,1 0 0 0 0,0-1 1 0 0,1-1-1 0 0,0 0 1 0 0,24 15-1 0 0,0-5-2379 0 0</inkml:trace>
</inkml:ink>
</file>

<file path=ppt/ink/ink14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29:35.1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 41 15621 0 0,'0'0'18'0'0,"-11"-20"-14"0"0,11 19-38 0 0,19 23-16 0 0,56 90 74 0 0,-56-86 2 0 0,2-1-1 0 0,1-1 1 0 0,1-1 0 0 0,32 25-1 0 0,-53-47 24 0 0,-1 0-1 0 0,1 0 0 0 0,-1 0 1 0 0,1 0-1 0 0,0 0 1 0 0,-1 0-1 0 0,1 0 0 0 0,0-1 1 0 0,0 1-1 0 0,0-1 0 0 0,0 1 1 0 0,-1-1-1 0 0,1 0 0 0 0,0 0 1 0 0,0 0-1 0 0,0 0 0 0 0,0 0 1 0 0,0 0-1 0 0,0 0 0 0 0,0-1 1 0 0,-1 1-1 0 0,1-1 1 0 0,0 1-1 0 0,0-1 0 0 0,0 0 1 0 0,-1 0-1 0 0,1 1 0 0 0,0-1 1 0 0,-1 0-1 0 0,1-1 0 0 0,-1 1 1 0 0,1 0-1 0 0,-1 0 0 0 0,0-1 1 0 0,1 1-1 0 0,-1-1 0 0 0,0 1 1 0 0,0-1-1 0 0,1-1 1 0 0,7-11 193 0 0,-1 0 0 0 0,0 0 0 0 0,11-28 0 0 0,-7 15-30 0 0,16-43 276 0 0,-23 54-977 0 0,1 0 1 0 0,0 1 0 0 0,1 0-1 0 0,16-24 1 0 0,-17 34-2469 0 0</inkml:trace>
  <inkml:trace contextRef="#ctx0" brushRef="#br0" timeOffset="1">648 60 568 0 0,'13'24'8139'0'0,"1"73"-2417"0"0,-13-87-5981 0 0,-1 24-1325 0 0,-12-13-5231 0 0,9-15 3568 0 0</inkml:trace>
</inkml:ink>
</file>

<file path=ppt/ink/ink14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29:35.4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75 1056 0 0,'2'-11'1216'0'0,"-2"1"-88"0"0,2 3-56 0 0,4 2-59 0 0,-3-6-85 0 0,-1 5-80 0 0,-2 0-108 0 0,4-1-80 0 0,-2 2 348 0 0,6 0-780 0 0,-2 3-204 0 0,5 2-724 0 0,3 2-1472 0 0,-9 2-769 0 0,1-1 677 0 0</inkml:trace>
</inkml:ink>
</file>

<file path=ppt/ink/ink14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29:35.9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68 92 448 0 0,'4'-2'479'0'0,"-1"-1"0"0"0,0 0 1 0 0,0 1-1 0 0,0-1 0 0 0,0 0 0 0 0,0-1 0 0 0,-1 1 0 0 0,1 0 1 0 0,-1-1-1 0 0,0 0 0 0 0,0 1 0 0 0,0-1 0 0 0,-1 0 0 0 0,1 0 1 0 0,-1 0-1 0 0,0 0 0 0 0,0 0 0 0 0,0 0 0 0 0,-1-1 0 0 0,1 1 1 0 0,-1-5-1 0 0,-1 8-438 0 0,1 1 0 0 0,0-1 1 0 0,-1 1-1 0 0,1-1 0 0 0,-1 1 0 0 0,1-1 1 0 0,-1 1-1 0 0,1-1 0 0 0,-1 1 1 0 0,1-1-1 0 0,-1 1 0 0 0,0 0 0 0 0,1-1 1 0 0,-1 1-1 0 0,1 0 0 0 0,-1-1 0 0 0,0 1 1 0 0,1 0-1 0 0,-1 0 0 0 0,0 0 1 0 0,1 0-1 0 0,-1 0 0 0 0,0 0 0 0 0,0 0 1 0 0,1 0-1 0 0,-1 0 0 0 0,0 0 1 0 0,1 0-1 0 0,-1 0 0 0 0,0 0 0 0 0,1 0 1 0 0,-1 1-1 0 0,0-1 0 0 0,1 0 1 0 0,-1 0-1 0 0,0 1 0 0 0,1-1 0 0 0,-1 1 1 0 0,1-1-1 0 0,-1 0 0 0 0,0 2 1 0 0,-27 15 423 0 0,23-13-415 0 0,0 0 0 0 0,1 0 0 0 0,-1 0 0 0 0,1 0 0 0 0,0 1 0 0 0,1 0 0 0 0,-1 0 0 0 0,1 0 0 0 0,0 0 1 0 0,0 1-1 0 0,1-1 0 0 0,-1 1 0 0 0,1-1 0 0 0,0 1 0 0 0,1 0 0 0 0,0 0 0 0 0,-1 7 0 0 0,1-10-57 0 0,1 0-1 0 0,1 0 1 0 0,-1 0-1 0 0,0 0 1 0 0,1 0-1 0 0,0 0 0 0 0,-1 0 1 0 0,1 0-1 0 0,0 0 1 0 0,1-1-1 0 0,-1 1 1 0 0,0 0-1 0 0,1-1 0 0 0,0 1 1 0 0,-1-1-1 0 0,1 1 1 0 0,0-1-1 0 0,0 0 1 0 0,0 0-1 0 0,1 0 0 0 0,-1 0 1 0 0,0 0-1 0 0,1 0 1 0 0,0-1-1 0 0,-1 1 1 0 0,1-1-1 0 0,0 1 0 0 0,-1-1 1 0 0,1 0-1 0 0,0 0 1 0 0,0-1-1 0 0,0 1 1 0 0,0-1-1 0 0,0 1 1 0 0,4-1-1 0 0,3 1-39 0 0,0-1 1 0 0,0 0-1 0 0,0-1 1 0 0,0 0-1 0 0,-1 0 1 0 0,1-1-1 0 0,0-1 0 0 0,-1 1 1 0 0,1-2-1 0 0,17-7 1 0 0,8-7-36 0 0,44-30-1 0 0,-67 40 88 0 0,26-18 976 0 0,-37 26-854 0 0,13 8 536 0 0,-13-1-632 0 0,0-1 0 0 0,0 0 0 0 0,1 0 0 0 0,0 0 0 0 0,1-1 0 0 0,-1 1 0 0 0,1 0 0 0 0,0-1 0 0 0,0 0 0 0 0,1 1 0 0 0,6 7 0 0 0,-7-11-27 0 0,-1 0 0 0 0,1 0 0 0 0,0 0 0 0 0,0 0 0 0 0,0-1 0 0 0,0 1 0 0 0,0-1 0 0 0,0 0 0 0 0,0 0 0 0 0,0 0 0 0 0,0 0 0 0 0,1 0 0 0 0,-1-1 0 0 0,0 1-1 0 0,1-1 1 0 0,-1 0 0 0 0,0 0 0 0 0,1 0 0 0 0,-1 0 0 0 0,0-1 0 0 0,0 0 0 0 0,1 1 0 0 0,-1-1 0 0 0,0 0 0 0 0,4-2 0 0 0,15-5-17 0 0,0-1 0 0 0,-1-1 1 0 0,28-17-1 0 0,-40 22 237 0 0,-2-1 0 0 0,1 0 0 0 0,-1 0 0 0 0,0-1 0 0 0,0 0 0 0 0,0 0 0 0 0,-1-1 0 0 0,0 0 0 0 0,-1 0 0 0 0,8-15 0 0 0,-13 23-210 0 0,1 0-1 0 0,-1-1 1 0 0,0 1 0 0 0,1-1-1 0 0,-1 1 1 0 0,0-1 0 0 0,1 1 0 0 0,-1-1-1 0 0,0 1 1 0 0,1-1 0 0 0,-1 1-1 0 0,0-1 1 0 0,0 1 0 0 0,0-1-1 0 0,0 0 1 0 0,0 1 0 0 0,0-1-1 0 0,0 1 1 0 0,0-1 0 0 0,0 1 0 0 0,0-1-1 0 0,0 0 1 0 0,0 1 0 0 0,0-1-1 0 0,0 1 1 0 0,0-1 0 0 0,0 1-1 0 0,-1-1 1 0 0,1 1 0 0 0,0-1 0 0 0,0 1-1 0 0,-1-1 1 0 0,1 1 0 0 0,0-1-1 0 0,-1 1 1 0 0,1-1 0 0 0,-1 1-1 0 0,1-1 1 0 0,0 1 0 0 0,-1 0-1 0 0,1-1 1 0 0,-1 1 0 0 0,1 0 0 0 0,-1-1-1 0 0,1 1 1 0 0,-1 0 0 0 0,1 0-1 0 0,-1 0 1 0 0,0-1 0 0 0,1 1-1 0 0,-1 0 1 0 0,1 0 0 0 0,-1 0-1 0 0,1 0 1 0 0,-1 0 0 0 0,0 0 0 0 0,1 0-1 0 0,-1 0 1 0 0,1 0 0 0 0,-1 0-1 0 0,1 1 1 0 0,-1-1 0 0 0,0 0-1 0 0,1 0 1 0 0,-1 0 0 0 0,0 1 0 0 0,-22 6-3131 0 0,6 2-5009 0 0,12-6 3922 0 0</inkml:trace>
</inkml:ink>
</file>

<file path=ppt/ink/ink14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29:37.1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38 149 412 0 0,'0'0'588'0'0,"-4"-33"5880"0"0,-1 27-1113 0 0,3 8-5323 0 0,-1 1 0 0 0,1-1 1 0 0,0 1-1 0 0,-1-1 0 0 0,1 1 1 0 0,0 0-1 0 0,0 0 0 0 0,1 0 1 0 0,-1 0-1 0 0,1 0 0 0 0,-1 0 1 0 0,1 1-1 0 0,0-1 0 0 0,0 0 1 0 0,1 1-1 0 0,-1-1 0 0 0,1 1 1 0 0,0-1-1 0 0,-1 1 1 0 0,1-1-1 0 0,1 1 0 0 0,-1-1 1 0 0,0 0-1 0 0,1 1 0 0 0,0-1 1 0 0,0 1-1 0 0,0-1 0 0 0,0 0 1 0 0,1 0-1 0 0,-1 0 0 0 0,1 0 1 0 0,-1 0-1 0 0,1 0 0 0 0,3 4 1 0 0,-1-2-14 0 0,0 1 1 0 0,0-1 0 0 0,0 0-1 0 0,1 0 1 0 0,0-1 0 0 0,0 1-1 0 0,0-1 1 0 0,0 0 0 0 0,1-1-1 0 0,-1 1 1 0 0,1-1-1 0 0,0 0 1 0 0,0 0 0 0 0,0-1-1 0 0,0 0 1 0 0,1 0 0 0 0,-1 0-1 0 0,9 0 1 0 0,-5-1-7 0 0,0-1 0 0 0,0-1 1 0 0,0 0-1 0 0,0 0 0 0 0,-1-1 0 0 0,1-1 1 0 0,0 1-1 0 0,-1-1 0 0 0,1-1 0 0 0,15-8 1 0 0,-21 10 4 0 0,0 0 0 0 0,-1-1 1 0 0,1 1-1 0 0,0-1 1 0 0,-1 0-1 0 0,0 0 0 0 0,0 0 1 0 0,0-1-1 0 0,0 1 0 0 0,0-1 1 0 0,-1 1-1 0 0,1-1 1 0 0,-1 0-1 0 0,0 0 0 0 0,0 0 1 0 0,0 0-1 0 0,-1-1 1 0 0,0 1-1 0 0,1 0 0 0 0,-2-1 1 0 0,1 1-1 0 0,0-1 1 0 0,-1 1-1 0 0,0-1 0 0 0,0 1 1 0 0,-1-6-1 0 0,-3-13 225 0 0,-1 0-1 0 0,-1 0 1 0 0,-17-38-1 0 0,13 33-144 0 0,10 28-347 0 0,-3 1-1801 0 0,1-1 1840 0 0,1 1 0 0 0,0 0-1 0 0,-1 0 1 0 0,1 0 0 0 0,0 0 0 0 0,-1 0-1 0 0,1 0 1 0 0,0 0 0 0 0,0 0-1 0 0,0 0 1 0 0,0 1 0 0 0,0-1 0 0 0,-1 2-1 0 0,-1 7-4609 0 0,4-3 1457 0 0</inkml:trace>
</inkml:ink>
</file>

<file path=ppt/ink/ink14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29:36.2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33 640 0 0,'19'-19'4082'0'0,"-12"10"-1281"0"0,-4 5 362 0 0</inkml:trace>
</inkml:ink>
</file>

<file path=ppt/ink/ink14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29:37.8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76 377 244 0 0,'7'-21'3105'0'0,"-5"14"-1612"0"0,0 1 1 0 0,0-1 0 0 0,0 0 0 0 0,-1 0-1 0 0,1-10 1 0 0,-2 17-1444 0 0,0 0-1 0 0,-1-1 0 0 0,1 1 1 0 0,0 0-1 0 0,0 0 1 0 0,0-1-1 0 0,0 1 1 0 0,-1 0-1 0 0,1 0 1 0 0,0 0-1 0 0,0-1 0 0 0,0 1 1 0 0,-1 0-1 0 0,1 0 1 0 0,0 0-1 0 0,0 0 1 0 0,-1-1-1 0 0,1 1 0 0 0,0 0 1 0 0,0 0-1 0 0,-1 0 1 0 0,1 0-1 0 0,0 0 1 0 0,0 0-1 0 0,-1 0 1 0 0,1 0-1 0 0,0 0 0 0 0,-1 0 1 0 0,1 0-1 0 0,0 0 1 0 0,0 0-1 0 0,-1 0 1 0 0,1 0-1 0 0,0 0 0 0 0,-1 0 1 0 0,1 0-1 0 0,0 0 1 0 0,0 1-1 0 0,-1-1 1 0 0,-5 2 120 0 0,1 1 1 0 0,-1-1 0 0 0,0 1 0 0 0,1 1 0 0 0,0-1 0 0 0,0 1-1 0 0,0 0 1 0 0,0 0 0 0 0,0 0 0 0 0,-3 5 0 0 0,5-6-119 0 0,1-1 0 0 0,0 0 0 0 0,0 1 0 0 0,1 0 1 0 0,-1-1-1 0 0,0 1 0 0 0,1 0 0 0 0,0 0 0 0 0,-1-1 0 0 0,1 1 1 0 0,0 0-1 0 0,1 0 0 0 0,-1 1 0 0 0,0-1 0 0 0,1 0 0 0 0,0 0 1 0 0,0 0-1 0 0,0 0 0 0 0,0 0 0 0 0,0 0 0 0 0,0 1 0 0 0,2 4 1 0 0,0-6-42 0 0,-1 0 1 0 0,1 0-1 0 0,0 1 1 0 0,0-1 0 0 0,-1 0-1 0 0,2 0 1 0 0,-1-1-1 0 0,0 1 1 0 0,0 0-1 0 0,0-1 1 0 0,1 0 0 0 0,-1 1-1 0 0,1-1 1 0 0,-1 0-1 0 0,1 0 1 0 0,-1 0 0 0 0,1 0-1 0 0,0-1 1 0 0,0 1-1 0 0,-1-1 1 0 0,1 0-1 0 0,0 0 1 0 0,0 0 0 0 0,-1 0-1 0 0,5 0 1 0 0,6-1-10 0 0,0 0 1 0 0,0 0-1 0 0,23-7 0 0 0,8-4-60 0 0,-1-2-1 0 0,64-29 0 0 0,-85 31 40 0 0,0-1-1 0 0,-1 0 0 0 0,-1-2 0 0 0,0 0 1 0 0,-1-1-1 0 0,21-23 0 0 0,-21 17 233 0 0,-2 0 0 0 0,-1-2 0 0 0,0 0 0 0 0,-2 0 0 0 0,-1-1-1 0 0,-1-1 1 0 0,13-40 0 0 0,-22 56 556 0 0,-5 11-298 0 0,-12 20-148 0 0,-17 37-199 0 0,-251 573 523 0 0,279-625-645 0 0,-118 263-111 0 0,94-199-128 0 0,-33 134 1 0 0,16-35-251 0 0,42-163 451 0 0,1-14 100 0 0,4-19 89 0 0,14-24 20 0 0,3 1 0 0 0,1 0 1 0 0,3 2-1 0 0,2 0 1 0 0,61-82-1 0 0,-45 76-1100 0 0,55-52-1 0 0,63-39-5249 0 0,-118 113 1059 0 0,-3-2 393 0 0</inkml:trace>
</inkml:ink>
</file>

<file path=ppt/ink/ink14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29:39.5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425 290 472 0 0,'8'4'393'0'0,"1"-1"0"0"0,0 1 0 0 0,0-2 0 0 0,0 1 1 0 0,1-1-1 0 0,-1-1 0 0 0,0 0 0 0 0,1 0 0 0 0,-1-1 0 0 0,1 0 0 0 0,-1 0 0 0 0,1-1 0 0 0,-1 0 0 0 0,0-1 1 0 0,0 0-1 0 0,1-1 0 0 0,15-6 0 0 0,-17 6-232 0 0,-1-1 1 0 0,0 0-1 0 0,1 0 0 0 0,-2 0 1 0 0,1-1-1 0 0,0 0 1 0 0,-1 0-1 0 0,0 0 0 0 0,0-1 1 0 0,-1 0-1 0 0,1 0 0 0 0,-1-1 1 0 0,-1 0-1 0 0,1 1 1 0 0,-1-2-1 0 0,0 1 0 0 0,-1 0 1 0 0,0-1-1 0 0,0 1 1 0 0,2-13-1 0 0,-2 8 44 0 0,-2 0 0 0 0,1-1 0 0 0,-2 1-1 0 0,-1-22 1 0 0,1 30-151 0 0,0 0-1 0 0,-1 0 0 0 0,0 0 1 0 0,0 0-1 0 0,0 1 1 0 0,0-1-1 0 0,0 0 0 0 0,-1 1 1 0 0,1-1-1 0 0,-1 1 1 0 0,0-1-1 0 0,0 1 0 0 0,-1 0 1 0 0,1 0-1 0 0,0 0 1 0 0,-1 0-1 0 0,0 0 0 0 0,0 1 1 0 0,-4-4-1 0 0,5 6-33 0 0,0-1 0 0 0,-1 0 0 0 0,1 0 0 0 0,0 1 0 0 0,-1-1 0 0 0,1 1 0 0 0,-1 0 0 0 0,1 0 0 0 0,-1 0 0 0 0,1 0 0 0 0,-1 0-1 0 0,1 1 1 0 0,0-1 0 0 0,-1 1 0 0 0,1-1 0 0 0,-1 1 0 0 0,1 0 0 0 0,-4 2 0 0 0,-45 26 131 0 0,42-23-114 0 0,-24 15 46 0 0,0 3 0 0 0,2 0 0 0 0,1 2 0 0 0,2 2 0 0 0,0 0 0 0 0,2 2 0 0 0,1 1 0 0 0,1 1 0 0 0,2 1 0 0 0,1 0 0 0 0,2 2 0 0 0,1 1 0 0 0,2 0 0 0 0,-16 51 0 0 0,19-22 82 0 0,13-62-151 0 0,-1 0-1 0 0,1 0 0 0 0,0 1 1 0 0,0-1-1 0 0,0 0 1 0 0,1 0-1 0 0,-1 0 0 0 0,1 0 1 0 0,-1 0-1 0 0,1 0 1 0 0,0-1-1 0 0,0 1 0 0 0,0 0 1 0 0,1 0-1 0 0,-1 0 1 0 0,1-1-1 0 0,0 1 0 0 0,2 3 1 0 0,-1-7 0 0 0,0 0 0 0 0,0 0 0 0 0,0-1 0 0 0,0 1 0 0 0,0-1 1 0 0,-1 0-1 0 0,1 0 0 0 0,4-3 0 0 0,15-18 6 0 0,-2-1 0 0 0,0-1 1 0 0,-2 0-1 0 0,0-2 0 0 0,-2 0 0 0 0,14-31 0 0 0,37-59 26 0 0,-66 115-46 0 0,1-1 1 0 0,-1 1-1 0 0,1 0 1 0 0,-1 0-1 0 0,1 0 0 0 0,0 0 1 0 0,-1 1-1 0 0,1-1 1 0 0,0 0-1 0 0,0 1 1 0 0,5-3-1 0 0,-6 4 0 0 0,0 0 0 0 0,0 0 0 0 0,0 0 0 0 0,0 1 0 0 0,0-1 0 0 0,0 0 0 0 0,0 1 0 0 0,0-1 0 0 0,0 1 1 0 0,0 0-1 0 0,0-1 0 0 0,0 1 0 0 0,0-1 0 0 0,0 1 0 0 0,-1 0 0 0 0,1 0 0 0 0,0 0 0 0 0,0-1 0 0 0,-1 1 0 0 0,1 0 0 0 0,-1 0 0 0 0,1 0 0 0 0,0 0 0 0 0,-1 0 0 0 0,0 0 0 0 0,1 0 0 0 0,-1 0 0 0 0,0 0 0 0 0,1 0 0 0 0,-1 1 0 0 0,0 0 0 0 0,10 30 34 0 0,-1-1 0 0 0,-2 1 0 0 0,0 0-1 0 0,-3 1 1 0 0,-1 0 0 0 0,-1-1 0 0 0,-4 50-1 0 0,-3-15 54 0 0,-3-1 0 0 0,-29 110 0 0 0,21-120-27 0 0,-2-1-1 0 0,-2 0 1 0 0,-49 90 0 0 0,51-113 77 0 0,-2-1 0 0 0,-1 0 0 0 0,-1-1 0 0 0,-2-2 0 0 0,-1 0 0 0 0,-1-2 0 0 0,-30 24 1 0 0,47-42 46 0 0,-2-1 0 0 0,1 0 1 0 0,-1 0-1 0 0,0-1 1 0 0,-12 5-1 0 0,22-10-147 0 0,-1-1 0 0 0,0 1 0 0 0,1 0 0 0 0,-1-1 0 0 0,0 1 1 0 0,0-1-1 0 0,1 1 0 0 0,-1-1 0 0 0,0 0 0 0 0,0 0 0 0 0,0 0 0 0 0,1 0 0 0 0,-1 0 0 0 0,0 0 1 0 0,0-1-1 0 0,1 1 0 0 0,-1 0 0 0 0,0-1 0 0 0,0 1 0 0 0,1-1 0 0 0,-1 0 0 0 0,0 0 0 0 0,1 0 1 0 0,-1 0-1 0 0,1 0 0 0 0,-1 0 0 0 0,1 0 0 0 0,0 0 0 0 0,-1 0 0 0 0,1-1 0 0 0,0 1 0 0 0,0 0 1 0 0,0-1-1 0 0,0 1 0 0 0,0-1 0 0 0,0 1 0 0 0,0-1 0 0 0,1 0 0 0 0,-1 1 0 0 0,0-1 0 0 0,1 0 1 0 0,0 0-1 0 0,-1 1 0 0 0,1-4 0 0 0,-2-9 20 0 0,0 0 0 0 0,1 0 0 0 0,1 0 0 0 0,1 0 0 0 0,0 0 0 0 0,0 0 0 0 0,2 0 0 0 0,-1 0-1 0 0,2 1 1 0 0,6-17 0 0 0,9-20 1 0 0,33-60 0 0 0,-50 106-59 0 0,28-53-32 0 0,2 1 0 0 0,3 1 0 0 0,2 3 0 0 0,3 1 0 0 0,1 1 0 0 0,3 3 0 0 0,2 1 0 0 0,2 3 0 0 0,2 2 0 0 0,1 2 0 0 0,2 2 0 0 0,108-56 0 0 0,-149 88 21 0 0,-1-1 0 0 0,1 2 0 0 0,1 0 0 0 0,-1 0 0 0 0,0 2 0 0 0,22-4 0 0 0,-31 6 4 0 0,0 0 1 0 0,0 0-1 0 0,0 0 0 0 0,0 0 1 0 0,0 0-1 0 0,0 1 0 0 0,0 0 1 0 0,0-1-1 0 0,0 1 0 0 0,0 0 1 0 0,0 0-1 0 0,-1 0 0 0 0,1 1 1 0 0,0-1-1 0 0,-1 1 0 0 0,1 0 1 0 0,-1-1-1 0 0,1 1 0 0 0,-1 0 1 0 0,0 1-1 0 0,0-1 0 0 0,1 0 1 0 0,-2 0-1 0 0,1 1 1 0 0,0-1-1 0 0,0 1 0 0 0,-1 0 1 0 0,0-1-1 0 0,1 1 0 0 0,-1 0 1 0 0,0 0-1 0 0,1 6 0 0 0,0 0-10 0 0,-1 1-1 0 0,0-1 1 0 0,0 1-1 0 0,-1 0 1 0 0,0-1-1 0 0,-1 1 0 0 0,0-1 1 0 0,-1 1-1 0 0,0-1 1 0 0,0 1-1 0 0,-4 9 1 0 0,1-5-7 0 0,-1 0 0 0 0,-1 0 0 0 0,0-1 0 0 0,0 1 0 0 0,-2-2 0 0 0,-12 16 0 0 0,72-126 14 0 0,-38 77-303 0 0,1 0 0 0 0,2 1 0 0 0,0 1 0 0 0,30-28 0 0 0,-36 39-419 0 0,0 0 0 0 0,0 0-1 0 0,1 1 1 0 0,17-8 0 0 0,-21 12-369 0 0,1 0 1 0 0,-1 0-1 0 0,1 1 0 0 0,0 0 1 0 0,0 0-1 0 0,0 1 0 0 0,16-1 1 0 0,-8 2-2129 0 0</inkml:trace>
</inkml:ink>
</file>

<file path=ppt/ink/ink14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29:39.9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117 8 484 0 0,'0'0'966'0'0,"-14"-7"4409"0"0,7 10-5052 0 0,-1 0-1 0 0,1 1 1 0 0,-1 0 0 0 0,1 1 0 0 0,0 0 0 0 0,1 0 0 0 0,-1 0 0 0 0,1 1 0 0 0,0 0 0 0 0,1 0 0 0 0,-1 0-1 0 0,1 1 1 0 0,0 0 0 0 0,1 0 0 0 0,-5 8 0 0 0,9-14-306 0 0,0 0 1 0 0,0 0-1 0 0,1 0 0 0 0,-1 0 0 0 0,0 0 1 0 0,0 0-1 0 0,0 0 0 0 0,1 0 0 0 0,-1 0 1 0 0,0 0-1 0 0,1 0 0 0 0,-1 0 1 0 0,1-1-1 0 0,-1 1 0 0 0,1 0 0 0 0,0 0 1 0 0,-1-1-1 0 0,1 1 0 0 0,0 0 0 0 0,-1-1 1 0 0,1 1-1 0 0,0 0 0 0 0,0-1 0 0 0,0 1 1 0 0,-1-1-1 0 0,1 1 0 0 0,0-1 0 0 0,0 0 1 0 0,2 1-1 0 0,25 10 188 0 0,56 4-545 0 0,-46-9-1683 0 0,0 1-3511 0 0,-27-4 2825 0 0</inkml:trace>
</inkml:ink>
</file>

<file path=ppt/ink/ink14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29:40.4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103 28 380 0 0,'3'-3'7073'0'0,"-4"8"-6872"0"0,0 0-1 0 0,0 0 1 0 0,-1-1 0 0 0,0 1-1 0 0,0 0 1 0 0,0-1-1 0 0,0 0 1 0 0,-1 1-1 0 0,0-1 1 0 0,0 0-1 0 0,0 0 1 0 0,0-1-1 0 0,-6 6 1 0 0,-3 2 375 0 0,0-1-1 0 0,-1-1 1 0 0,-15 9 0 0 0,27-17-62 0 0,-1-12-239 0 0,2 10-265 0 0,0 0 0 0 0,0 0 0 0 0,0 0 0 0 0,-1 0 0 0 0,1 0 0 0 0,0 0 0 0 0,0 0 0 0 0,1 0 0 0 0,-1 0 0 0 0,0 0 0 0 0,0 0 0 0 0,0 0 0 0 0,1 0 0 0 0,-1 1 0 0 0,0-1 0 0 0,1 0 0 0 0,-1 0 0 0 0,1 0 0 0 0,-1 0 0 0 0,1 0 0 0 0,-1 1 0 0 0,1-1 0 0 0,0 0 0 0 0,-1 1 0 0 0,1-1 0 0 0,1-1 0 0 0,7-8 46 0 0,1-1 1 0 0,0 1 0 0 0,1 1 0 0 0,0 0 0 0 0,0 0 0 0 0,1 1 0 0 0,17-9-1 0 0,-26 15-49 0 0,1 0 0 0 0,-1 1-1 0 0,1-1 1 0 0,-1 1 0 0 0,1 0-1 0 0,0 0 1 0 0,0 0 0 0 0,-1 1-1 0 0,1-1 1 0 0,0 1 0 0 0,0 0-1 0 0,0 0 1 0 0,-1 0 0 0 0,1 0-1 0 0,0 1 1 0 0,0 0 0 0 0,-1 0-1 0 0,1 0 1 0 0,0 0 0 0 0,-1 0-1 0 0,1 1 1 0 0,-1-1 0 0 0,1 1-1 0 0,-1 0 1 0 0,0 0 0 0 0,0 1-1 0 0,0-1 1 0 0,0 0 0 0 0,0 1-1 0 0,-1 0 1 0 0,5 5 0 0 0,13 36 51 0 0,-14-45-56 0 0,0-2 0 0 0,1 1 0 0 0,-1-1 0 0 0,0 0 0 0 0,0 0 0 0 0,5-4 0 0 0,-1 1-16 0 0,17-9-16 0 0,-10 5 4 0 0,0 1-1 0 0,25-10 0 0 0,-39 18 28 0 0,0 0-1 0 0,1-1 0 0 0,-1 1 1 0 0,1 1-1 0 0,-1-1 0 0 0,1 0 0 0 0,-1 1 1 0 0,1 0-1 0 0,-1 0 0 0 0,1 0 1 0 0,-1 0-1 0 0,1 1 0 0 0,0-1 1 0 0,-1 1-1 0 0,0 0 0 0 0,1 0 1 0 0,-1 0-1 0 0,7 3 0 0 0,-9-3 8 0 0,1 0 0 0 0,0 0 1 0 0,-1 0-1 0 0,1 0 0 0 0,-1 0 0 0 0,1 0 0 0 0,-1 1 0 0 0,0-1 0 0 0,1 0 0 0 0,-1 1 0 0 0,0-1 0 0 0,0 1 0 0 0,0 0 0 0 0,0-1 0 0 0,0 1 0 0 0,0 0 1 0 0,-1 0-1 0 0,1-1 0 0 0,0 1 0 0 0,-1 0 0 0 0,0 0 0 0 0,1 0 0 0 0,-1 0 0 0 0,0 0 0 0 0,0-1 0 0 0,0 1 0 0 0,0 0 0 0 0,0 0 0 0 0,-1 3 0 0 0,-2 2-320 0 0,1-1-1 0 0,-1 1 1 0 0,-1-1 0 0 0,1 0-1 0 0,-1 0 1 0 0,-7 9-1 0 0,-8 11-6919 0 0</inkml:trace>
</inkml:ink>
</file>

<file path=ppt/ink/ink14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29:40.8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1 572 0 0,'2'0'223'0'0,"0"0"0"0"0,-1 0 0 0 0,1 0-1 0 0,0 0 1 0 0,0 0 0 0 0,0 0 0 0 0,0 1 0 0 0,0-1 0 0 0,0 0-1 0 0,0 1 1 0 0,-1 0 0 0 0,1-1 0 0 0,0 1 0 0 0,0 0 0 0 0,-1 0-1 0 0,1 0 1 0 0,-1 0 0 0 0,1 0 0 0 0,-1 1 0 0 0,1-1 0 0 0,-1 0-1 0 0,0 1 1 0 0,1-1 0 0 0,-1 1 0 0 0,0-1 0 0 0,0 1 0 0 0,0 0-1 0 0,0-1 1 0 0,0 1 0 0 0,-1 0 0 0 0,1 0 0 0 0,0 0 0 0 0,-1-1-1 0 0,1 5 1 0 0,1-1 35 0 0,-1 0 0 0 0,0 1-1 0 0,0-1 1 0 0,0 1 0 0 0,-1-1-1 0 0,0 1 1 0 0,0-1-1 0 0,0 1 1 0 0,-1-1 0 0 0,0 1-1 0 0,-1 5 1 0 0,2-10-82 0 0,4-3-35 0 0,1 1-1 0 0,-1-1 1 0 0,0 0-1 0 0,0 0 1 0 0,1 0-1 0 0,-1-1 1 0 0,-1 0-1 0 0,1 0 1 0 0,5-4 0 0 0,56-34-2 0 0,-56 37-128 0 0,-8 3 2 0 0,1 1 0 0 0,-1-1 0 0 0,1 0 0 0 0,-1 0-1 0 0,1 0 1 0 0,0 1 0 0 0,-1-1 0 0 0,1 1 0 0 0,0 0 0 0 0,-1-1-1 0 0,1 1 1 0 0,0 0 0 0 0,0 0 0 0 0,-1 0 0 0 0,1 0-1 0 0,0 0 1 0 0,-1 0 0 0 0,1 1 0 0 0,0-1 0 0 0,0 1 0 0 0,-1-1-1 0 0,1 1 1 0 0,-1-1 0 0 0,1 1 0 0 0,-1 0 0 0 0,1 0-1 0 0,-1 0 1 0 0,1 0 0 0 0,-1 0 0 0 0,0 0 0 0 0,1 0 0 0 0,-1 0-1 0 0,2 3 1 0 0,13 12 60 0 0,-14-13-98 0 0,0-1 1 0 0,0 0-1 0 0,0 0 0 0 0,0 0 0 0 0,0 0 0 0 0,0 0 0 0 0,0-1 0 0 0,1 1 0 0 0,-1-1 0 0 0,1 1 0 0 0,-1-1 0 0 0,1 0 0 0 0,0 0 0 0 0,-1 0 0 0 0,1 0 0 0 0,0-1 0 0 0,0 1 0 0 0,0-1 0 0 0,0 1 0 0 0,-1-1 0 0 0,6 0 0 0 0,28-3-2147 0 0,-11-2-3726 0 0,-14 1 3037 0 0</inkml:trace>
</inkml:ink>
</file>

<file path=ppt/ink/ink14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29:41.3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71 0 1016 0 0,'-5'3'8950'0'0,"-20"10"-7810"0"0,15-8-405 0 0,9-4-645 0 0,-1-1-1 0 0,0 1 1 0 0,0 0-1 0 0,1-1 1 0 0,-1 1-1 0 0,1 0 1 0 0,-1 0-1 0 0,1 0 1 0 0,-1 0-1 0 0,1 1 1 0 0,0-1-1 0 0,-1 0 1 0 0,1 1-1 0 0,0-1 1 0 0,0 0-1 0 0,0 1 1 0 0,0-1-1 0 0,0 1 1 0 0,0 0-1 0 0,0-1 1 0 0,1 1-1 0 0,-1 0 1 0 0,0-1-1 0 0,1 1 1 0 0,0 0-1 0 0,-1 2 1 0 0,7-2 8 0 0,1-1 0 0 0,-1 0 0 0 0,1 0 0 0 0,-1 0-1 0 0,11-1 1 0 0,-16 0-95 0 0,2 0 2 0 0,-1-1-1 0 0,1 1 1 0 0,-1 0 0 0 0,1 0-1 0 0,-1 1 1 0 0,0-1 0 0 0,1 0 0 0 0,-1 1-1 0 0,0-1 1 0 0,1 1 0 0 0,-1 0-1 0 0,0 0 1 0 0,1 0 0 0 0,-1 0 0 0 0,0 0-1 0 0,0 0 1 0 0,0 1 0 0 0,0-1-1 0 0,0 1 1 0 0,0-1 0 0 0,-1 1 0 0 0,1 0-1 0 0,0 0 1 0 0,-1-1 0 0 0,0 1-1 0 0,1 0 1 0 0,-1 1 0 0 0,0-1 0 0 0,0 0-1 0 0,0 0 1 0 0,1 5 0 0 0,-1-6-4 0 0,0 0 0 0 0,0 1 0 0 0,0-1 0 0 0,-1 0 1 0 0,1 0-1 0 0,0 0 0 0 0,0 0 0 0 0,1 0 0 0 0,-1 0 1 0 0,0 0-1 0 0,0 0 0 0 0,0-1 0 0 0,1 1 0 0 0,-1 0 1 0 0,0-1-1 0 0,1 1 0 0 0,-1-1 0 0 0,0 1 0 0 0,1-1 0 0 0,-1 0 1 0 0,1 1-1 0 0,-1-1 0 0 0,1 0 0 0 0,-1 0 0 0 0,1 0 1 0 0,-1 0-1 0 0,0 0 0 0 0,1-1 0 0 0,-1 1 0 0 0,3-1 1 0 0,53-16-8 0 0,-38 10 3 0 0,-1 2-111 0 0,34-9 361 0 0,-50 14-325 0 0,-1-1 0 0 0,1 1 0 0 0,-1 0-1 0 0,1 0 1 0 0,0-1 0 0 0,-1 1-1 0 0,1 0 1 0 0,-1 0 0 0 0,1 1 0 0 0,0-1-1 0 0,-1 0 1 0 0,1 1 0 0 0,-1-1 0 0 0,1 0-1 0 0,-1 1 1 0 0,1 0 0 0 0,-1-1-1 0 0,1 1 1 0 0,-1 0 0 0 0,1 0 0 0 0,-1 0-1 0 0,0 0 1 0 0,0 0 0 0 0,0 0-1 0 0,2 2 1 0 0,3 12-7404 0 0</inkml:trace>
</inkml:ink>
</file>

<file path=ppt/ink/ink14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29:41.7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 25 1676 0 0,'0'10'7433'0'0,"-1"-15"-3611"0"0,-1-5-4511 0 0,0 0-4312 0 0,0 1 928 0 0</inkml:trace>
</inkml:ink>
</file>

<file path=ppt/ink/ink14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29:42.0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 32 1204 0 0,'0'-1'581'0'0,"-1"0"-1"0"0,1 0 1 0 0,-1 0 0 0 0,1 1-1 0 0,-1-1 1 0 0,1 0-1 0 0,0 0 1 0 0,-1 0 0 0 0,1 0-1 0 0,0 0 1 0 0,0 0 0 0 0,0 0-1 0 0,0 0 1 0 0,-1 0-1 0 0,1 0 1 0 0,0 0 0 0 0,1 0-1 0 0,-1 1 1 0 0,0-3 0 0 0,1-2-682 0 0,-1-1-5084 0 0</inkml:trace>
</inkml:ink>
</file>

<file path=ppt/ink/ink14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29:44.1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634 118 9645 0 0,'-3'-7'7'0'0,"0"0"-1"0"0,-1 1 1 0 0,0-1 0 0 0,-1 1 0 0 0,1 0-1 0 0,-1 0 1 0 0,0 0 0 0 0,-1 1 0 0 0,1 0-1 0 0,-1 0 1 0 0,0 0 0 0 0,-1 1-1 0 0,-6-4 1 0 0,2 2 49 0 0,-1 1-1 0 0,0 0 1 0 0,1 1-1 0 0,-2 1 1 0 0,1 0-1 0 0,0 0 1 0 0,-17-1-1 0 0,-2 3 147 0 0,-1 1 0 0 0,1 1 0 0 0,0 2-1 0 0,0 1 1 0 0,-50 13 0 0 0,81-17-201 0 0,-30 7 200 0 0,2 2 1 0 0,-30 12 0 0 0,52-19-160 0 0,0 1 0 0 0,0 0 0 0 0,1-1 0 0 0,-1 2 0 0 0,1-1 0 0 0,0 1 0 0 0,0-1 0 0 0,0 2 0 0 0,0-1-1 0 0,1 0 1 0 0,0 1 0 0 0,0 0 0 0 0,0 0 0 0 0,0 0 0 0 0,1 0 0 0 0,0 1 0 0 0,-3 5 0 0 0,5-7-23 0 0,0-1-1 0 0,1 0 1 0 0,0 0-1 0 0,-1 0 0 0 0,1 1 1 0 0,0-1-1 0 0,0 0 1 0 0,1 0-1 0 0,-1 0 1 0 0,1 1-1 0 0,0-1 1 0 0,-1 0-1 0 0,1 0 1 0 0,1 0-1 0 0,-1 0 1 0 0,3 4-1 0 0,0 0 5 0 0,0-1-1 0 0,1 0 1 0 0,0 0-1 0 0,0 0 1 0 0,1 0 0 0 0,9 7-1 0 0,7 3 32 0 0,1 0 0 0 0,48 23 0 0 0,47 15 46 0 0,50 26 36 0 0,-141-64-103 0 0,0 0 0 0 0,-1 2 0 0 0,44 38 0 0 0,-67-53-32 0 0,1 0 1 0 0,-1 1 0 0 0,0-1 0 0 0,0 0 0 0 0,-1 1 0 0 0,1-1 0 0 0,-1 1 0 0 0,0 0 0 0 0,0 0-1 0 0,0 0 1 0 0,0 0 0 0 0,-1 0 0 0 0,1 1 0 0 0,-1-1 0 0 0,0 0 0 0 0,0 5 0 0 0,-1-5-1 0 0,-1 0 0 0 0,1-1 1 0 0,-1 1-1 0 0,0 0 1 0 0,0-1-1 0 0,0 1 0 0 0,0-1 1 0 0,0 1-1 0 0,-1-1 1 0 0,0 0-1 0 0,0 0 0 0 0,0 0 1 0 0,0 0-1 0 0,0 0 1 0 0,-1 0-1 0 0,1 0 0 0 0,-1-1 1 0 0,1 1-1 0 0,-6 3 1 0 0,-4 2 8 0 0,-1 0 1 0 0,0-1-1 0 0,0 0 1 0 0,-1-1-1 0 0,0 0 1 0 0,0-1 0 0 0,0-1-1 0 0,0 0 1 0 0,-1-1-1 0 0,0-1 1 0 0,-14 1-1 0 0,-10 0 137 0 0,0-2 0 0 0,-77-9-1 0 0,-121-33-148 0 0,249 38-5594 0 0,22 1 1891 0 0,-14 3 849 0 0</inkml:trace>
</inkml:ink>
</file>

<file path=ppt/ink/ink14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29:44.7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20 187 684 0 0,'-5'-6'2290'0'0,"-3"-7"779"0"0,2 4 3470 0 0,30 13-6415 0 0,1-1 1 0 0,0 0-1 0 0,0-2 1 0 0,33-3-1 0 0,106-16 53 0 0,-50 4-67 0 0,415-38 174 0 0,-443 43-270 0 0,108-6 90 0 0,-195 15-102 0 0,1 0 0 0 0,0 0 0 0 0,0 0-1 0 0,0 0 1 0 0,0 0 0 0 0,0 0 0 0 0,0 0-1 0 0,0 0 1 0 0,0-1 0 0 0,0 1 0 0 0,0 0 0 0 0,0 0-1 0 0,0 0 1 0 0,0 0 0 0 0,0 0 0 0 0,0 0-1 0 0,0 0 1 0 0,1 0 0 0 0,-1-1 0 0 0,0 1-1 0 0,0 0 1 0 0,0 0 0 0 0,0 0 0 0 0,0 0 0 0 0,0 0-1 0 0,0 0 1 0 0,0 0 0 0 0,0 0 0 0 0,0 0-1 0 0,0 0 1 0 0,0 0 0 0 0,0-1 0 0 0,1 1-1 0 0,-24-7 10 0 0,-33-6-6 0 0,-101-23 419 0 0,156 36-407 0 0,1 21 13 0 0,1-16-51 0 0,-1 0 0 0 0,0 0-1 0 0,0-1 1 0 0,0 1 0 0 0,0 0 0 0 0,-1-1-1 0 0,0 1 1 0 0,0 0 0 0 0,0-1 0 0 0,-1 1-1 0 0,1-1 1 0 0,-1 0 0 0 0,0 1 0 0 0,-4 6-1 0 0,-42 54-1997 0 0,13-24-4797 0 0,28-32 3842 0 0</inkml:trace>
</inkml:ink>
</file>

<file path=ppt/ink/ink14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29:54.7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88 66 156 0 0,'1'-35'3946'0'0,"0"29"-1490"0"0,-1 22-1796 0 0,-25 416 2870 0 0,19-364-2138 0 0,4-69-1270 0 0,0-1 0 0 0,1 0-1 0 0,-1 1 1 0 0,0-1 0 0 0,1 0-1 0 0,-1 0 1 0 0,1 0-1 0 0,-1 0 1 0 0,1 0 0 0 0,0 0-1 0 0,0 0 1 0 0,0 0 0 0 0,-1-5-1 0 0,-10-39 32 0 0,3 0-1 0 0,1-1 1 0 0,3 0 0 0 0,2 0-1 0 0,3-78 1 0 0,1 110-136 0 0,0 0 0 0 0,1-1 1 0 0,0 1-1 0 0,1 0 0 0 0,6-17 1 0 0,-9 30-17 0 0,1 0 0 0 0,0-1 0 0 0,-1 1 0 0 0,1 0 0 0 0,0 0 0 0 0,0 0 0 0 0,1 0 0 0 0,-1 0 1 0 0,0 0-1 0 0,1 0 0 0 0,-1 0 0 0 0,1 0 0 0 0,-1 0 0 0 0,1 1 0 0 0,0-1 0 0 0,0 1 0 0 0,0-1 0 0 0,0 1 0 0 0,0 0 0 0 0,0 0 1 0 0,0 0-1 0 0,0 0 0 0 0,1 0 0 0 0,-1 0 0 0 0,0 1 0 0 0,1-1 0 0 0,-1 1 0 0 0,0-1 0 0 0,1 1 0 0 0,-1 0 0 0 0,1 0 1 0 0,-1 0-1 0 0,0 0 0 0 0,1 1 0 0 0,-1-1 0 0 0,0 1 0 0 0,1-1 0 0 0,-1 1 0 0 0,0 0 0 0 0,5 2 0 0 0,26 14 0 0 0,-1 2 0 0 0,0 1-1 0 0,-2 2 1 0 0,0 0 0 0 0,33 35-1 0 0,47 34 5 0 0,-52-51 17 0 0,2-2 0 0 0,81 37 0 0 0,-139-74-12 0 0,1 1 1 0 0,0-1-1 0 0,0 1 1 0 0,1-1-1 0 0,-1 0 0 0 0,0 0 1 0 0,0-1-1 0 0,0 1 0 0 0,1-1 1 0 0,-1 1-1 0 0,0-1 0 0 0,1 0 1 0 0,4-1-1 0 0,-7 1-1 0 0,0-1-1 0 0,1 0 0 0 0,-1 0 1 0 0,0 0-1 0 0,0 0 0 0 0,0 0 1 0 0,0 0-1 0 0,0-1 0 0 0,0 1 1 0 0,0 0-1 0 0,0 0 0 0 0,0-1 1 0 0,0 1-1 0 0,-1 0 1 0 0,1-1-1 0 0,0 1 0 0 0,-1-1 1 0 0,1 1-1 0 0,-1-1 0 0 0,0 1 1 0 0,0-1-1 0 0,1 0 0 0 0,-1 1 1 0 0,0-1-1 0 0,0 1 1 0 0,0-1-1 0 0,-1 1 0 0 0,1-1 1 0 0,0 1-1 0 0,-1-1 0 0 0,0-2 1 0 0,-10-90 367 0 0,-10-158-1830 0 0,21 251 654 0 0,22 21-6951 0 0,-15-13 4505 0 0</inkml:trace>
</inkml:ink>
</file>

<file path=ppt/ink/ink14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29:55.1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0 317 272 0 0,'1'16'1033'0'0,"0"0"1"0"0,2 0-1 0 0,-1 0 1 0 0,2 0-1 0 0,0-1 1 0 0,13 30-1 0 0,50 87 1457 0 0,-55-110-1800 0 0,-27-52 34 0 0,1 0-1 0 0,1-2 0 0 0,1 1 0 0 0,-11-53 0 0 0,18 64-708 0 0,2-1-1 0 0,0 0 0 0 0,1 1 0 0 0,1-1 0 0 0,2 0 0 0 0,-1 0 0 0 0,2 0 0 0 0,1 1 0 0 0,9-35 0 0 0,-8 41 12 0 0,1 0 0 0 0,0 1 0 0 0,1 0 0 0 0,0 0 0 0 0,1 0 0 0 0,1 1 0 0 0,14-18 0 0 0,-19 26-21 0 0,1 0-1 0 0,-1 1 1 0 0,1 0 0 0 0,0 0-1 0 0,0 0 1 0 0,0 0-1 0 0,0 1 1 0 0,0-1 0 0 0,1 1-1 0 0,-1 0 1 0 0,1 0-1 0 0,0 1 1 0 0,-1 0 0 0 0,1-1-1 0 0,0 2 1 0 0,0-1-1 0 0,0 0 1 0 0,-1 1 0 0 0,1 0-1 0 0,0 0 1 0 0,0 0-1 0 0,0 1 1 0 0,0 0 0 0 0,0 0-1 0 0,7 2 1 0 0,-8-2-3 0 0,0 0 0 0 0,-1 0 1 0 0,1 1-1 0 0,-1-1 0 0 0,1 1 0 0 0,-1 0 1 0 0,0 0-1 0 0,0 0 0 0 0,0 0 1 0 0,0 0-1 0 0,0 1 0 0 0,0-1 1 0 0,0 1-1 0 0,-1 0 0 0 0,1 0 0 0 0,-1 0 1 0 0,0 0-1 0 0,0 0 0 0 0,0 0 1 0 0,0 1-1 0 0,-1-1 0 0 0,1 1 1 0 0,-1-1-1 0 0,0 1 0 0 0,0-1 0 0 0,0 1 1 0 0,0 4-1 0 0,-1-2-1 0 0,0 0-1 0 0,-1 0 0 0 0,1-1 1 0 0,-1 1-1 0 0,0 0 1 0 0,-1-1-1 0 0,0 1 1 0 0,1-1-1 0 0,-2 1 1 0 0,1-1-1 0 0,-1 0 1 0 0,0 0-1 0 0,0 0 1 0 0,0 0-1 0 0,0-1 0 0 0,-1 1 1 0 0,-4 3-1 0 0,-16 13-267 0 0,0-1-1 0 0,-2-1 0 0 0,0-1 0 0 0,-49 24 0 0 0,12-6-8053 0 0</inkml:trace>
</inkml:ink>
</file>

<file path=ppt/ink/ink14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29:55.5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0 160 11473 0 0,'32'-16'740'0'0,"9"-2"137"0"0,-39 17-843 0 0,0 1 1 0 0,1 0 0 0 0,-1 0-1 0 0,0-1 1 0 0,0 2-1 0 0,0-1 1 0 0,1 0-1 0 0,-1 0 1 0 0,0 1 0 0 0,0-1-1 0 0,0 1 1 0 0,1-1-1 0 0,-1 1 1 0 0,0 0-1 0 0,0 0 1 0 0,0 0-1 0 0,0 0 1 0 0,3 3 0 0 0,78 65 601 0 0,36 45-135 0 0,-2-2-116 0 0,-116-111-371 0 0,-1-1 0 0 0,0 0 0 0 0,1 0-1 0 0,-1 1 1 0 0,0-1 0 0 0,1 0 0 0 0,-1 1-1 0 0,0-1 1 0 0,1 0 0 0 0,-1 0-1 0 0,0 0 1 0 0,1 0 0 0 0,-1 1 0 0 0,1-1-1 0 0,-1 0 1 0 0,0 0 0 0 0,1 0 0 0 0,-1 0-1 0 0,1 0 1 0 0,-1 0 0 0 0,1 0-1 0 0,-1 0 1 0 0,0 0 0 0 0,1 0 0 0 0,-1 0-1 0 0,1 0 1 0 0,-1 0 0 0 0,0 0 0 0 0,1-1-1 0 0,-1 1 1 0 0,1 0 0 0 0,-1 0 0 0 0,0 0-1 0 0,1-1 1 0 0,-1 1 0 0 0,0 0-1 0 0,1-1 1 0 0,9-19 285 0 0,0-33 48 0 0,-10 50-297 0 0,7-64 129 0 0,2-11-228 0 0,22-98 0 0 0,-29 168-280 0 0,-2 7 73 0 0,0 0 0 0 0,1-1 0 0 0,-1 1 0 0 0,0 0 0 0 0,0-1 0 0 0,1 1 0 0 0,-1 0 0 0 0,1 0 0 0 0,-1 0 0 0 0,1-1 0 0 0,-1 1 0 0 0,1 0 0 0 0,0 0 0 0 0,0 0 0 0 0,0 0 0 0 0,-1 0 0 0 0,1 0 0 0 0,0 0 0 0 0,0 1 0 0 0,0-1 0 0 0,0 0 0 0 0,0 0 0 0 0,2 0 0 0 0</inkml:trace>
</inkml:ink>
</file>

<file path=ppt/ink/ink14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29:55.9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18 292 208 0 0,'9'68'5332'0'0,"-8"-53"-4605"0"0,0 0-1 0 0,2-1 1 0 0,4 18-1 0 0,2-3 142 0 0,-4-16-149 0 0,0 0 0 0 0,-1 0-1 0 0,-1 0 1 0 0,3 26 0 0 0,-29-74-22 0 0,17 18-638 0 0,1 0 0 0 0,1 0 0 0 0,0-1 1 0 0,1 0-1 0 0,1 1 0 0 0,0-1 0 0 0,2 0 1 0 0,0 0-1 0 0,1 0 0 0 0,1 0 1 0 0,0 0-1 0 0,2 0 0 0 0,0 1 0 0 0,9-26 1 0 0,-7 27-37 0 0,0 0 0 0 0,1 1 1 0 0,0 0-1 0 0,1 0 0 0 0,1 1 1 0 0,0 0-1 0 0,1 1 0 0 0,1 0 0 0 0,0 1 1 0 0,1 0-1 0 0,0 0 0 0 0,1 1 1 0 0,0 1-1 0 0,0 0 0 0 0,26-14 1 0 0,-36 23-16 0 0,-1 0 0 0 0,0 0 0 0 0,1-1 1 0 0,-1 2-1 0 0,1-1 0 0 0,-1 0 0 0 0,1 0 0 0 0,-1 1 1 0 0,1 0-1 0 0,0-1 0 0 0,-1 1 0 0 0,1 0 0 0 0,-1 0 1 0 0,1 0-1 0 0,0 1 0 0 0,-1-1 0 0 0,1 1 1 0 0,-1-1-1 0 0,1 1 0 0 0,-1 0 0 0 0,1 0 0 0 0,-1 0 1 0 0,1 0-1 0 0,-1 0 0 0 0,0 1 0 0 0,0-1 0 0 0,0 1 1 0 0,0-1-1 0 0,0 1 0 0 0,0 0 0 0 0,0 0 1 0 0,0 0-1 0 0,-1 0 0 0 0,1 0 0 0 0,-1 0 0 0 0,1 1 1 0 0,-1-1-1 0 0,0 0 0 0 0,0 1 0 0 0,0-1 0 0 0,0 1 1 0 0,0-1-1 0 0,-1 1 0 0 0,1-1 0 0 0,-1 1 0 0 0,1-1 1 0 0,-1 1-1 0 0,0 0 0 0 0,0-1 0 0 0,-1 1 1 0 0,1 0-1 0 0,0-1 0 0 0,-1 1 0 0 0,1-1 0 0 0,-1 1 1 0 0,0-1-1 0 0,0 1 0 0 0,0-1 0 0 0,0 1 0 0 0,-1-1 1 0 0,1 0-1 0 0,-3 4 0 0 0,-7 9-76 0 0,-1 0 1 0 0,-1 0-1 0 0,0-1 1 0 0,-1 0-1 0 0,0-2 1 0 0,-1 1-1 0 0,0-2 0 0 0,-1 0 1 0 0,-1-1-1 0 0,-34 16 1 0 0,33-18-1951 0 0,-1 0 1 0 0,0-2 0 0 0,-22 5-1 0 0,16-7-1681 0 0</inkml:trace>
</inkml:ink>
</file>

<file path=ppt/ink/ink14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30:00.0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397 26 956 0 0,'-5'-3'363'0'0,"0"0"-1"0"0,0 0 0 0 0,-1 0 1 0 0,1 1-1 0 0,-1-1 1 0 0,1 1-1 0 0,-1 0 1 0 0,0 1-1 0 0,0 0 0 0 0,1 0 1 0 0,-1 0-1 0 0,0 0 1 0 0,0 1-1 0 0,0 0 1 0 0,-8 1-1 0 0,-4 0 235 0 0,1 2 0 0 0,-1 0 0 0 0,-30 9 0 0 0,38-9-298 0 0,-1 0 1 0 0,1 2-1 0 0,0-1 1 0 0,0 1-1 0 0,-16 12 0 0 0,24-16-267 0 0,0 0-1 0 0,1 0 1 0 0,-1 0 0 0 0,1 0-1 0 0,0 0 1 0 0,-1 1-1 0 0,1-1 1 0 0,0 1-1 0 0,0-1 1 0 0,0 1 0 0 0,0 0-1 0 0,0-1 1 0 0,0 1-1 0 0,0 0 1 0 0,0-1-1 0 0,1 1 1 0 0,-1 0 0 0 0,1 0-1 0 0,-1 0 1 0 0,1 0-1 0 0,0 0 1 0 0,0-1-1 0 0,0 1 1 0 0,0 0 0 0 0,0 0-1 0 0,0 0 1 0 0,0 0-1 0 0,1 0 1 0 0,-1 0-1 0 0,1 0 1 0 0,-1-1-1 0 0,1 1 1 0 0,0 0 0 0 0,0 0-1 0 0,-1-1 1 0 0,1 1-1 0 0,0 0 1 0 0,1-1-1 0 0,-1 1 1 0 0,0-1 0 0 0,3 3-1 0 0,13 12 66 0 0,0-1 0 0 0,1 0 0 0 0,1-2 0 0 0,1 0 0 0 0,0-1 0 0 0,0-1 0 0 0,30 12 0 0 0,-28-14-40 0 0,-1 1 1 0 0,0 1 0 0 0,0 1 0 0 0,-1 1-1 0 0,-1 1 1 0 0,0 1 0 0 0,26 25 0 0 0,-43-38-56 0 0,0 0 1 0 0,0 0-1 0 0,0 1 1 0 0,-1-1-1 0 0,1 0 1 0 0,-1 1-1 0 0,1-1 0 0 0,-1 1 1 0 0,0-1-1 0 0,0 1 1 0 0,0 0-1 0 0,0-1 1 0 0,-1 1-1 0 0,1 0 1 0 0,-1 0-1 0 0,1-1 1 0 0,-1 1-1 0 0,0 0 1 0 0,0 0-1 0 0,0 0 1 0 0,-1 3-1 0 0,-1-2 0 0 0,1-1-1 0 0,-1 1 0 0 0,0-1 0 0 0,0 0 0 0 0,0 1 1 0 0,0-1-1 0 0,-1 0 0 0 0,1 0 0 0 0,-1-1 1 0 0,1 1-1 0 0,-1-1 0 0 0,0 1 0 0 0,-7 3 1 0 0,-5 3 5 0 0,-2-1 0 0 0,1 0 0 0 0,-1-2 0 0 0,0 0 1 0 0,-30 7-1 0 0,15-8-5 0 0,-1-2 0 0 0,-1-1-1 0 0,1-1 1 0 0,0-2 0 0 0,0-1 0 0 0,0-2 0 0 0,-54-13 0 0 0,87 17-40 0 0,-1 0 1 0 0,0 0 0 0 0,0 0 0 0 0,1 0-1 0 0,-1 0 1 0 0,0 0 0 0 0,0 0 0 0 0,1 0-1 0 0,-1-1 1 0 0,0 1 0 0 0,1 0 0 0 0,-1-1-1 0 0,0 1 1 0 0,1-1 0 0 0,-1 1 0 0 0,0 0-1 0 0,1-1 1 0 0,-1 1 0 0 0,1-1 0 0 0,-1 1-1 0 0,1-1 1 0 0,-1 0 0 0 0,1 1 0 0 0,0-1-1 0 0,-1 0 1 0 0,11-11-1356 0 0,29-4-1557 0 0,-11 9-201 0 0,-1 0 241 0 0</inkml:trace>
</inkml:ink>
</file>

<file path=ppt/ink/ink14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30:00.7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22 103 764 0 0,'-8'-10'4537'0'0,"-5"-11"4249"0"0,77 22-8266 0 0,218-15-357 0 0,204-4-120 0 0,-397 14-42 0 0,-58 2 8 0 0,-1 0-1 0 0,0 2 1 0 0,1 2-1 0 0,-1 0 1 0 0,31 8-1 0 0,-120-16 3 0 0,25 4-19 0 0,0-1-1 0 0,-63-15 0 0 0,91 17 19 0 0,5 1-11 0 0,-1 0 1 0 0,0-1-1 0 0,1 1 1 0 0,-1-1-1 0 0,0 1 1 0 0,1-1-1 0 0,-1 1 1 0 0,0-1-1 0 0,1 0 1 0 0,-1 0 0 0 0,1 0-1 0 0,-1 0 1 0 0,1 0-1 0 0,0 0 1 0 0,-1 0-1 0 0,1 0 1 0 0,-2-2-1 0 0,3 2 20 0 0,4 3-36 0 0,-3-1 17 0 0,1 0-1 0 0,0 0 1 0 0,-1 1 0 0 0,1-1 0 0 0,0 0 0 0 0,-1 1 0 0 0,0-1-1 0 0,1 1 1 0 0,-1 0 0 0 0,0-1 0 0 0,0 1 0 0 0,0 0-1 0 0,0 0 1 0 0,0 0 0 0 0,0 0 0 0 0,0-1 0 0 0,-1 1 0 0 0,1 0-1 0 0,-1 1 1 0 0,1-1 0 0 0,-1 0 0 0 0,0 0 0 0 0,0 0 0 0 0,0 0-1 0 0,0 0 1 0 0,0 0 0 0 0,0 0 0 0 0,-1 0 0 0 0,1 0 0 0 0,-1 0-1 0 0,1 0 1 0 0,-1 0 0 0 0,-1 4 0 0 0,-5 9-212 0 0,-1-1-1 0 0,0 1 1 0 0,-17 22 0 0 0,-8 15-2720 0 0,26-37-2532 0 0,7-9 2310 0 0</inkml:trace>
</inkml:ink>
</file>

<file path=ppt/ink/ink14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30:01.1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1 155 1192 0 0,'3'-2'308'0'0,"1"0"1"0"0,-1 0-1 0 0,1 1 0 0 0,0 0 0 0 0,0-1 1 0 0,0 2-1 0 0,-1-1 0 0 0,1 0 0 0 0,0 1 1 0 0,0-1-1 0 0,0 1 0 0 0,0 0 1 0 0,0 0-1 0 0,0 1 0 0 0,0-1 0 0 0,0 1 1 0 0,0 0-1 0 0,-1 0 0 0 0,1 0 0 0 0,0 1 1 0 0,3 1-1 0 0,9 5 147 0 0,0 0 0 0 0,-1 1 0 0 0,18 14-1 0 0,-27-19-285 0 0,9 8 195 0 0,-1 1 0 0 0,23 24 0 0 0,-8-6 5 0 0,88 96 832 0 0,-116-125-1107 0 0,1 0-1 0 0,-1 0 1 0 0,1 0 0 0 0,-1 0-1 0 0,1-1 1 0 0,0 1 0 0 0,0 0-1 0 0,0-1 1 0 0,0 0 0 0 0,0 1 0 0 0,0-1-1 0 0,4 2 1 0 0,-5-5-49 0 0,0 1 1 0 0,0 0-1 0 0,-1-1 1 0 0,1 1-1 0 0,0 0 0 0 0,-1-1 1 0 0,1 1-1 0 0,-1-1 1 0 0,1 1-1 0 0,-1-1 0 0 0,0 0 1 0 0,1 1-1 0 0,-1-1 1 0 0,0 1-1 0 0,0-1 0 0 0,0 0 1 0 0,0 1-1 0 0,-1-1 1 0 0,0-2-1 0 0,1-44 269 0 0,2 0 1 0 0,3 1-1 0 0,12-60 0 0 0,-11 58-206 0 0,3-12-171 0 0,-8 58-143 0 0,0-1 0 0 0,0 1 0 0 0,0-1 1 0 0,1 1-1 0 0,-1 0 0 0 0,1 0 0 0 0,0-1 0 0 0,0 1 0 0 0,0 0 0 0 0,0 1 0 0 0,0-1 1 0 0,0 0-1 0 0,4-2 0 0 0,10-2-1949 0 0,-4 7-3345 0 0,4 0 2397 0 0</inkml:trace>
</inkml:ink>
</file>

<file path=ppt/ink/ink14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30:01.5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3 309 32 0 0,'2'24'1419'0'0,"0"1"1"0"0,2 0-1 0 0,1-1 0 0 0,2 0 0 0 0,0 0 1 0 0,17 39-1 0 0,-14-36 333 0 0,-17-40 222 0 0,-21-46-566 0 0,22 39-1331 0 0,1 0 0 0 0,0 0 0 0 0,2 0 0 0 0,0 0-1 0 0,2-1 1 0 0,0 1 0 0 0,1-1 0 0 0,1 1 0 0 0,1-1-1 0 0,1 1 1 0 0,8-30 0 0 0,-7 36-53 0 0,0 0 0 0 0,1 1 1 0 0,1 0-1 0 0,0 0 0 0 0,1 1 0 0 0,0 0 0 0 0,17-21 1 0 0,-18 25-8 0 0,0 1 0 0 0,1 1 0 0 0,0 0 0 0 0,1 0 0 0 0,-1 0 0 0 0,1 0 0 0 0,0 1 0 0 0,1 1 0 0 0,-1 0 1 0 0,1 0-1 0 0,0 0 0 0 0,14-3 0 0 0,-18 6-13 0 0,0 0 1 0 0,0 1-1 0 0,0 0 1 0 0,0 0-1 0 0,0 0 1 0 0,0 0-1 0 0,0 1 1 0 0,0 0-1 0 0,0 0 1 0 0,0 0 0 0 0,-1 0-1 0 0,1 1 1 0 0,0 0-1 0 0,-1 0 1 0 0,1 0-1 0 0,-1 1 1 0 0,1-1-1 0 0,-1 1 1 0 0,0 0-1 0 0,4 4 1 0 0,-6-5-1 0 0,1 1 1 0 0,-1-1 0 0 0,0 1 0 0 0,0-1-1 0 0,0 1 1 0 0,0 0 0 0 0,-1-1-1 0 0,1 1 1 0 0,-1 0 0 0 0,1 0-1 0 0,-1 0 1 0 0,0 1 0 0 0,0-1 0 0 0,-1 0-1 0 0,1 0 1 0 0,-1 0 0 0 0,1 1-1 0 0,-1-1 1 0 0,0 0 0 0 0,0 1-1 0 0,0-1 1 0 0,-1 0 0 0 0,1 0 0 0 0,-1 1-1 0 0,0-1 1 0 0,0 0 0 0 0,0 0-1 0 0,0 0 1 0 0,-1 0 0 0 0,1 0-1 0 0,-1 0 1 0 0,-1 2 0 0 0,-5 6 17 0 0,0-1 0 0 0,-1 0 0 0 0,0-1 0 0 0,0 0 0 0 0,-1 0-1 0 0,0-1 1 0 0,0-1 0 0 0,-1 1 0 0 0,0-2 0 0 0,-19 10 0 0 0,-50 13-1396 0 0,2-12-3764 0 0,61-15 1194 0 0,3-3 302 0 0</inkml:trace>
</inkml:ink>
</file>

<file path=ppt/ink/ink14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30:04.2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433 105 120 0 0,'-1'-6'445'0'0,"-1"0"-1"0"0,1 0 1 0 0,-1 0 0 0 0,-1 1 0 0 0,1-1-1 0 0,-1 0 1 0 0,0 1 0 0 0,0 0 0 0 0,-1-1-1 0 0,0 1 1 0 0,0 1 0 0 0,0-1-1 0 0,0 0 1 0 0,-6-4 0 0 0,5 6-299 0 0,1 1 0 0 0,-1 0-1 0 0,0-1 1 0 0,1 1 0 0 0,-1 1 0 0 0,0-1 0 0 0,0 1 0 0 0,0 0 0 0 0,-1 0-1 0 0,1 0 1 0 0,0 1 0 0 0,0 0 0 0 0,0 0 0 0 0,-1 0 0 0 0,1 1-1 0 0,0-1 1 0 0,-8 3 0 0 0,-6 2 64 0 0,-1 1-1 0 0,1 0 1 0 0,0 1-1 0 0,0 1 1 0 0,-17 11-1 0 0,30-16-155 0 0,-1 0-1 0 0,1 1 0 0 0,0 0 1 0 0,0 0-1 0 0,1 1 0 0 0,-1 0 1 0 0,1 0-1 0 0,0 0 1 0 0,0 0-1 0 0,1 1 0 0 0,0 0 1 0 0,0 0-1 0 0,0 0 0 0 0,1 0 1 0 0,-1 1-1 0 0,2-1 0 0 0,-4 11 1 0 0,5-13-36 0 0,1 0 0 0 0,0 0 1 0 0,0 0-1 0 0,1 0 0 0 0,-1 0 0 0 0,1 0 1 0 0,0 0-1 0 0,0 0 0 0 0,0 0 1 0 0,0 0-1 0 0,1-1 0 0 0,0 1 0 0 0,0 0 1 0 0,0-1-1 0 0,0 1 0 0 0,0-1 1 0 0,0 0-1 0 0,1 0 0 0 0,0 0 1 0 0,6 6-1 0 0,5 3 12 0 0,2 1-1 0 0,0-2 1 0 0,19 11 0 0 0,-17-11-1 0 0,35 20 34 0 0,-34-21-38 0 0,0 1 0 0 0,0 1 0 0 0,-1 1 0 0 0,-1 0 0 0 0,0 1 0 0 0,25 27 0 0 0,-40-39-22 0 0,-1 0 1 0 0,1 0 0 0 0,-1 0-1 0 0,1 0 1 0 0,-1 0 0 0 0,0 0-1 0 0,0 1 1 0 0,0-1 0 0 0,0 0-1 0 0,0 1 1 0 0,0-1 0 0 0,-1 1-1 0 0,1-1 1 0 0,-1 1 0 0 0,1-1-1 0 0,-1 1 1 0 0,0-1 0 0 0,0 1-1 0 0,-1-1 1 0 0,1 1 0 0 0,-1 3-1 0 0,0-3 1 0 0,-1 0 0 0 0,1 0 0 0 0,-1 0-1 0 0,0-1 1 0 0,0 1 0 0 0,0 0 0 0 0,0-1-1 0 0,-1 1 1 0 0,1-1 0 0 0,-1 0 0 0 0,1 0-1 0 0,-1 0 1 0 0,0 0 0 0 0,-3 1 0 0 0,-11 6 8 0 0,0-2 0 0 0,0 0 0 0 0,-1-1 0 0 0,-26 5 0 0 0,37-10-9 0 0,-14 3 19 0 0,-1 0 0 0 0,1-2 1 0 0,-1-1-1 0 0,0-1 0 0 0,1-1 0 0 0,-1 0 1 0 0,1-2-1 0 0,-1 0 0 0 0,-22-8 1 0 0,43 11-62 0 0,0 0 0 0 0,-1 0 0 0 0,1 0 0 0 0,0 0 1 0 0,0-1-1 0 0,0 1 0 0 0,0-1 0 0 0,0 1 1 0 0,0-1-1 0 0,0 1 0 0 0,0-1 0 0 0,0 1 1 0 0,0-1-1 0 0,0 0 0 0 0,0 1 0 0 0,0-1 1 0 0,0 0-1 0 0,1 0 0 0 0,-1 0 0 0 0,0 0 1 0 0,0-1-1 0 0,1 1-53 0 0,0 0-1 0 0,1 0 1 0 0,-1 1 0 0 0,0-1-1 0 0,1 0 1 0 0,-1 0 0 0 0,1 1 0 0 0,-1-1-1 0 0,1 1 1 0 0,0-1 0 0 0,-1 0 0 0 0,1 1-1 0 0,-1-1 1 0 0,1 1 0 0 0,0-1 0 0 0,0 1-1 0 0,-1 0 1 0 0,1-1 0 0 0,0 1 0 0 0,0 0-1 0 0,1-1 1 0 0,51-14-5046 0 0,-52 15 4944 0 0,31-5-2402 0 0</inkml:trace>
</inkml:ink>
</file>

<file path=ppt/ink/ink14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30:04.7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19 109 1092 0 0,'-17'-20'5439'0'0,"17"20"-5313"0"0,0-1-1 0 0,0 1 1 0 0,-1-1 0 0 0,1 1-1 0 0,0-1 1 0 0,0 1 0 0 0,0-1 0 0 0,0 1-1 0 0,0-1 1 0 0,0 1 0 0 0,0 0-1 0 0,0-1 1 0 0,0 1 0 0 0,0-1-1 0 0,0 1 1 0 0,0-1 0 0 0,0 1 0 0 0,1-1-1 0 0,-1 1 1 0 0,0-1 0 0 0,0 1-1 0 0,0 0 1 0 0,1-1 0 0 0,-1 1-1 0 0,0-1 1 0 0,0 1 0 0 0,1-1 0 0 0,1 0 22 0 0,1 0-1 0 0,-1 0 1 0 0,1 0 0 0 0,-1 0 0 0 0,1 0 0 0 0,0 0 0 0 0,-1 1 0 0 0,1-1 0 0 0,0 1 0 0 0,-1 0 0 0 0,1 0 0 0 0,5 0 0 0 0,854-25 1141 0 0,-477 12-1161 0 0,-371 12-129 0 0,-14-2 0 0 0,-29-5 0 0 0,-48-5 20 0 0,58 10 0 0 0,-1 2-1 0 0,1 1 0 0 0,-1 0 0 0 0,1 1 1 0 0,-35 8-1 0 0,47-7-11 0 0,0 0 0 0 0,0 1 0 0 0,1 0 0 0 0,-1 0 0 0 0,1 1 0 0 0,0-1-1 0 0,0 2 1 0 0,0-1 0 0 0,1 0 0 0 0,-1 1 0 0 0,1 0 0 0 0,0 1 0 0 0,1-1 0 0 0,-1 1 0 0 0,1 0 0 0 0,0 0 0 0 0,0 0 0 0 0,-5 13 0 0 0,4-8-121 0 0,0 1 1 0 0,1 0-1 0 0,0 0 0 0 0,-2 17 1 0 0,5 12-1975 0 0,1-37 1363 0 0,1 0-1 0 0,0 0 1 0 0,0 0 0 0 0,0-1 0 0 0,0 1 0 0 0,1 0-1 0 0,3 6 1 0 0,1 0-2198 0 0</inkml:trace>
</inkml:ink>
</file>

<file path=ppt/ink/ink14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30:05.2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135 433 14161 0 0,'2'-1'21'0'0,"3"0"-85"0"0,0-1 0 0 0,0 1 1 0 0,0-1-1 0 0,1 2 0 0 0,-1-1 0 0 0,0 0 0 0 0,7 1 0 0 0,-11 0 48 0 0,1 1 0 0 0,-1-1 0 0 0,0 1 0 0 0,0-1 0 0 0,0 1 0 0 0,1-1 0 0 0,-1 1 0 0 0,0 0-1 0 0,0-1 1 0 0,0 1 0 0 0,0 0 0 0 0,0 0 0 0 0,0 0 0 0 0,0 0 0 0 0,-1 0 0 0 0,1 0-1 0 0,0 0 1 0 0,0 0 0 0 0,-1 0 0 0 0,1 0 0 0 0,-1 1 0 0 0,1-1 0 0 0,-1 0 0 0 0,1 0-1 0 0,-1 0 1 0 0,0 1 0 0 0,1-1 0 0 0,-1 0 0 0 0,0 1 0 0 0,0-1 0 0 0,0 0 0 0 0,0 1-1 0 0,0-1 1 0 0,-1 3 0 0 0,1 9-21 0 0,-1 0-1 0 0,-1 0 1 0 0,0 0-1 0 0,-8 24 1 0 0,10-33 32 0 0,-1-1 1 0 0,0 1-1 0 0,-1-1 1 0 0,1 0-1 0 0,0 1 1 0 0,-1-1-1 0 0,0 0 1 0 0,0 0-1 0 0,0 0 1 0 0,0 0-1 0 0,0 0 1 0 0,0-1-1 0 0,-1 1 1 0 0,0-1-1 0 0,1 1 0 0 0,-1-1 1 0 0,0 0-1 0 0,0 0 1 0 0,0 0-1 0 0,0-1 1 0 0,0 1-1 0 0,-6 1 1 0 0,7-2 3 0 0,1-1 1 0 0,0 0-1 0 0,0 0 0 0 0,-1 0 1 0 0,1 0-1 0 0,0 0 0 0 0,0 0 1 0 0,-1 0-1 0 0,1-1 0 0 0,0 1 1 0 0,0 0-1 0 0,-1-1 0 0 0,1 1 1 0 0,0 0-1 0 0,0-1 0 0 0,0 0 1 0 0,0 1-1 0 0,0-1 0 0 0,0 0 1 0 0,0 1-1 0 0,0-1 0 0 0,0 0 1 0 0,0 0-1 0 0,-1-1 0 0 0,1 0-1 0 0,-8-4 2 0 0,1-1 0 0 0,0 0 0 0 0,0 0 0 0 0,1-1-1 0 0,0 0 1 0 0,0-1 0 0 0,1 1 0 0 0,0-1 0 0 0,0 0 0 0 0,1-1-1 0 0,1 1 1 0 0,-1-1 0 0 0,2 0 0 0 0,-1 0 0 0 0,1 0 0 0 0,1-1-1 0 0,0 1 1 0 0,-1-18 0 0 0,1 1 0 0 0,1 0-1 0 0,1 1 1 0 0,1-1-1 0 0,2 0 1 0 0,1 0-1 0 0,7-26 1 0 0,-7 39 17 0 0,0 0 1 0 0,1 0 0 0 0,1 1 0 0 0,0-1 0 0 0,1 1-1 0 0,0 1 1 0 0,1-1 0 0 0,1 1 0 0 0,0 1 0 0 0,12-14 0 0 0,-17 21-4 0 0,1-1 0 0 0,-1 1 1 0 0,1 1-1 0 0,-1-1 0 0 0,1 1 0 0 0,0 0 1 0 0,0 0-1 0 0,1 0 0 0 0,-1 1 1 0 0,0-1-1 0 0,1 1 0 0 0,0 1 1 0 0,-1-1-1 0 0,1 1 0 0 0,0 0 1 0 0,0 0-1 0 0,0 1 0 0 0,0-1 0 0 0,-1 2 1 0 0,1-1-1 0 0,0 0 0 0 0,0 1 1 0 0,0 0-1 0 0,0 1 0 0 0,-1-1 1 0 0,1 1-1 0 0,7 3 0 0 0,6 5 73 0 0,-1 0 1 0 0,30 22-1 0 0,-23-12 61 0 0,-2 1 0 0 0,39 44 1 0 0,87 142 712 0 0,-141-196-807 0 0,-1 0-13 0 0,43 73 239 0 0,-46-77-263 0 0,-1 0 1 0 0,1 0 0 0 0,-2 1-1 0 0,1-1 1 0 0,-1 1 0 0 0,0-1-1 0 0,-1 1 1 0 0,0 0-1 0 0,0 15 1 0 0,-1-19-121 0 0,-1-1 0 0 0,0 0-1 0 0,0 0 1 0 0,0 0 0 0 0,0 0 0 0 0,0 0 0 0 0,-1 0-1 0 0,1 0 1 0 0,-1 0 0 0 0,0-1 0 0 0,0 1 0 0 0,0-1-1 0 0,0 1 1 0 0,0-1 0 0 0,0 0 0 0 0,-1 1 0 0 0,1-1-1 0 0,-1 0 1 0 0,0-1 0 0 0,1 1 0 0 0,-1 0 0 0 0,0-1-1 0 0,0 0 1 0 0,0 0 0 0 0,0 1 0 0 0,-4-1-1 0 0,-4 2-967 0 0,0 0 0 0 0,0-1-1 0 0,0-1 1 0 0,0 0 0 0 0,0 0-1 0 0,-14-2 1 0 0,-4-1-1865 0 0</inkml:trace>
</inkml:ink>
</file>

<file path=ppt/ink/ink14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30:05.6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76 520 0 0,'11'-5'752'0'0,"3"-2"-76"0"0,7-1-76 0 0,0-1-64 0 0,4 0-20 0 0,2 1-72 0 0,0 1-40 0 0,11 0-56 0 0,-9 3-28 0 0,4 1-76 0 0,-5 1-180 0 0,11-1-184 0 0,-8 1-228 0 0,-5 2-480 0 0,3-2-892 0 0,-6 2 392 0 0</inkml:trace>
</inkml:ink>
</file>

<file path=ppt/ink/ink14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30:05.9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22 292 0 0,'-4'39'4415'0'0,"5"-33"-4222"0"0,0 0-1 0 0,1 0 1 0 0,0 0-1 0 0,0 0 1 0 0,0 0-1 0 0,1 0 1 0 0,-1-1 0 0 0,1 1-1 0 0,1-1 1 0 0,-1 0-1 0 0,1 0 1 0 0,0 0-1 0 0,0 0 1 0 0,0-1-1 0 0,1 0 1 0 0,0 1 0 0 0,0-2-1 0 0,0 1 1 0 0,0 0-1 0 0,0-1 1 0 0,7 3-1 0 0,-3-2-58 0 0,-1 0 0 0 0,1-1-1 0 0,1 0 1 0 0,-1 0 0 0 0,0-1-1 0 0,1 0 1 0 0,-1 0 0 0 0,1-1 0 0 0,-1 0-1 0 0,1-1 1 0 0,0 0 0 0 0,-1-1-1 0 0,12-2 1 0 0,-18 3-62 0 0,0-1-1 0 0,0 0 1 0 0,0 0 0 0 0,0-1-1 0 0,0 1 1 0 0,0-1 0 0 0,0 1-1 0 0,0-1 1 0 0,0 0 0 0 0,-1 0 0 0 0,1 0-1 0 0,-1 0 1 0 0,1-1 0 0 0,-1 1-1 0 0,0-1 1 0 0,0 1 0 0 0,0-1-1 0 0,0 0 1 0 0,-1 0 0 0 0,1 0-1 0 0,-1 0 1 0 0,0 0 0 0 0,1 0-1 0 0,-1 0 1 0 0,-1 0 0 0 0,1 0-1 0 0,0-1 1 0 0,-1 1 0 0 0,1-5 0 0 0,-1-4 156 0 0,0-1 1 0 0,0 1 0 0 0,-2-1-1 0 0,1 1 1 0 0,-1-1 0 0 0,-5-14 0 0 0,7 26-235 0 0,-4-12-404 0 0,-1 10-2198 0 0,-8 17-6471 0 0</inkml:trace>
</inkml:ink>
</file>

<file path=ppt/ink/ink14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30:06.3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87 8 664 0 0,'1'0'205'0'0,"-1"-1"0"0"0,0 1 0 0 0,0-1 0 0 0,1 1 0 0 0,-1-1 0 0 0,1 1 0 0 0,-1-1 0 0 0,0 1 0 0 0,1-1 0 0 0,-1 1 0 0 0,1 0 0 0 0,-1-1 0 0 0,1 1 0 0 0,-1 0 0 0 0,1 0 0 0 0,-1-1 0 0 0,1 1 0 0 0,-1 0 0 0 0,1 0 0 0 0,-1 0 0 0 0,1-1 0 0 0,0 1-1 0 0,-1 0 1 0 0,1 0 0 0 0,-1 0 0 0 0,2 0 0 0 0,21 5 1812 0 0,17 14-306 0 0,141 90 1812 0 0,-84-52-3197 0 0,-82-47-743 0 0,-4-2-1702 0 0,-4-4-4323 0 0</inkml:trace>
  <inkml:trace contextRef="#ctx0" brushRef="#br0" timeOffset="1">517 18 288 0 0,'0'0'3192'0'0,"-4"2"-2154"0"0,-30 14 264 0 0,0 1 0 0 0,1 1 0 0 0,1 2-1 0 0,-33 27 1 0 0,49-36-1092 0 0,-139 97-701 0 0,52-38-5125 0 0,63-45 2730 0 0</inkml:trace>
</inkml:ink>
</file>

<file path=ppt/ink/ink14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30:08.8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126 225 308 0 0,'-4'-7'911'0'0,"-1"1"0"0"0,1-1 0 0 0,1 0-1 0 0,-6-15 1 0 0,-13-22 3170 0 0,22 44-4027 0 0,-1 0 1 0 0,1 0-1 0 0,0 0 1 0 0,0 0-1 0 0,-1 0 1 0 0,1 0-1 0 0,0 0 0 0 0,0 0 1 0 0,0 0-1 0 0,-1 0 1 0 0,1 0-1 0 0,0 0 1 0 0,0 0-1 0 0,-1 0 1 0 0,1 0-1 0 0,0 0 0 0 0,0 0 1 0 0,-1 0-1 0 0,1 1 1 0 0,0-1-1 0 0,0 0 1 0 0,0 0-1 0 0,-1 0 1 0 0,1 0-1 0 0,0 0 1 0 0,0 1-1 0 0,0-1 0 0 0,0 0 1 0 0,-1 0-1 0 0,1 0 1 0 0,0 1-1 0 0,0-1 1 0 0,0 0-1 0 0,0 0 1 0 0,0 0-1 0 0,0 1 0 0 0,0-1 1 0 0,0 0-1 0 0,-1 0 1 0 0,1 1-1 0 0,0-1 1 0 0,0 0-1 0 0,0 0 1 0 0,0 0-1 0 0,0 1 0 0 0,0-1 1 0 0,0 0-1 0 0,0 0 1 0 0,1 1-1 0 0,-1-1 1 0 0,-8 28 814 0 0,1 33-371 0 0,9 2 26 0 0,5 68 360 0 0,-7-112 498 0 0,-9-38-949 0 0,-10-41-197 0 0,7-4-73 0 0,2-1 1 0 0,-1-89 0 0 0,9 134-139 0 0,2 17-24 0 0,-1 1 0 0 0,0-1 0 0 0,1 1-1 0 0,0-1 1 0 0,-1 1 0 0 0,1-1-1 0 0,0 0 1 0 0,0 1 0 0 0,1-1 0 0 0,-1 1-1 0 0,0-1 1 0 0,1 1 0 0 0,0-1-1 0 0,-1 1 1 0 0,1-1 0 0 0,0 1 0 0 0,0-1-1 0 0,1 1 1 0 0,-1 0 0 0 0,0 0 0 0 0,2-3-1 0 0,-1 5-3 0 0,0 0 1 0 0,0-1-1 0 0,0 1 0 0 0,0 0 0 0 0,0 0 1 0 0,0 0-1 0 0,0 0 0 0 0,0 0 0 0 0,0 0 1 0 0,0 0-1 0 0,0 1 0 0 0,0-1 0 0 0,0 1 1 0 0,-1 0-1 0 0,1-1 0 0 0,0 1 0 0 0,0 0 1 0 0,0 0-1 0 0,-1 0 0 0 0,1 0 0 0 0,-1 0 1 0 0,1 1-1 0 0,1 1 0 0 0,-1-2 3 0 0,36 29-47 0 0,56 59 0 0 0,-57-51-72 0 0,51 38 0 0 0,-57-53-43 0 0,2-2 0 0 0,46 23 1 0 0,-77-43 152 0 0,-1 0 1 0 0,1 0-1 0 0,-1-1 1 0 0,1 1-1 0 0,0 0 0 0 0,-1 0 1 0 0,1-1-1 0 0,0 1 1 0 0,0-1-1 0 0,0 1 1 0 0,-1-1-1 0 0,1 0 1 0 0,0 0-1 0 0,0 0 0 0 0,0 0 1 0 0,-1 0-1 0 0,1 0 1 0 0,0-1-1 0 0,0 1 1 0 0,0 0-1 0 0,-1-1 0 0 0,1 1 1 0 0,3-2-1 0 0,-4 0 8 0 0,0 1 0 0 0,0-1-1 0 0,0 0 1 0 0,0 1 0 0 0,0-1-1 0 0,0 0 1 0 0,0 0 0 0 0,0 1 0 0 0,-1-1-1 0 0,1 0 1 0 0,0 0 0 0 0,-1 0-1 0 0,0 0 1 0 0,0 0 0 0 0,1 0-1 0 0,-1 0 1 0 0,0 0 0 0 0,-1-2-1 0 0,0-14 42 0 0,-2 0-1 0 0,0 0 1 0 0,-10-28-1 0 0,11 36-23 0 0,-6-17-14 0 0,2 9-178 0 0,1 1-1 0 0,1-1 1 0 0,1 0 0 0 0,-2-23-1 0 0,5 40-359 0 0,3 2-1870 0 0,0-1 2113 0 0,0 2 1 0 0,-1-1-1 0 0,1 0 1 0 0,0 0-1 0 0,-1 1 1 0 0,1 0-1 0 0,-1-1 1 0 0,0 1-1 0 0,1 0 1 0 0,-1 0-1 0 0,0 0 1 0 0,0 0-1 0 0,0 1 1 0 0,2 3-1 0 0,3 1-2773 0 0,1 1 328 0 0</inkml:trace>
</inkml:ink>
</file>

<file path=ppt/ink/ink14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30:09.2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1 291 212 0 0,'3'4'545'0'0,"0"1"0"0"0,0 0 1 0 0,-1 0-1 0 0,0 0 0 0 0,0 0 0 0 0,0 1 0 0 0,0-1 1 0 0,-1 1-1 0 0,0-1 0 0 0,1 12 0 0 0,5 18 511 0 0,5-3-216 0 0,0 5 920 0 0,34 69 1534 0 0,-49-110-3078 0 0,-8-13-94 0 0,1-1 0 0 0,0 0 0 0 0,1 0 0 0 0,1-1 1 0 0,1 0-1 0 0,1-1 0 0 0,0 0 0 0 0,2 0 0 0 0,0 0 0 0 0,-1-22 0 0 0,3 16-86 0 0,1 0 0 0 0,1 1 0 0 0,1-1 0 0 0,2 0 0 0 0,0 0 0 0 0,2 1-1 0 0,13-44 1 0 0,8 20 58 0 0,-24 46-91 0 0,0 0 0 0 0,0 0 1 0 0,0 1-1 0 0,0 0 0 0 0,1-1 1 0 0,-1 1-1 0 0,1 0 0 0 0,-1 0 0 0 0,1 0 1 0 0,0 0-1 0 0,0 1 0 0 0,0-1 0 0 0,0 1 1 0 0,5-2-1 0 0,-6 2-3 0 0,0 1 0 0 0,-1-1-1 0 0,1 1 1 0 0,0 0 0 0 0,0 0 0 0 0,0 0 0 0 0,-1 0 0 0 0,1 0-1 0 0,0 0 1 0 0,0 1 0 0 0,-1-1 0 0 0,1 1 0 0 0,0-1-1 0 0,0 1 1 0 0,-1-1 0 0 0,1 1 0 0 0,0 0 0 0 0,-1 0-1 0 0,1 0 1 0 0,-1 0 0 0 0,1 0 0 0 0,-1 0 0 0 0,0 0-1 0 0,1 1 1 0 0,-1-1 0 0 0,0 0 0 0 0,0 1 0 0 0,0-1 0 0 0,0 1-1 0 0,0-1 1 0 0,0 1 0 0 0,0 0 0 0 0,-1-1 0 0 0,1 1-1 0 0,0 2 1 0 0,0 1 2 0 0,0 0-1 0 0,0 0 1 0 0,0 0-1 0 0,-1 0 1 0 0,0 0 0 0 0,0 0-1 0 0,0 0 1 0 0,-1 0-1 0 0,-1 7 1 0 0,0-5-26 0 0,-1 0 0 0 0,0 0 1 0 0,-1 0-1 0 0,0-1 0 0 0,0 0 0 0 0,0 1 1 0 0,-1-1-1 0 0,0-1 0 0 0,0 1 0 0 0,0-1 1 0 0,-1 1-1 0 0,0-2 0 0 0,0 1 0 0 0,-8 4 1 0 0,-17 15-2721 0 0,5 4-3814 0 0,23-23 3463 0 0</inkml:trace>
</inkml:ink>
</file>

<file path=ppt/ink/ink14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30:09.7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73 100 0 0,'2'-1'376'0'0,"0"0"-1"0"0,1 0 0 0 0,-1 0 1 0 0,0 0-1 0 0,0 0 1 0 0,0 1-1 0 0,1-1 1 0 0,-1 1-1 0 0,0 0 1 0 0,1-1-1 0 0,-1 1 1 0 0,0 0-1 0 0,1 0 1 0 0,-1 1-1 0 0,0-1 1 0 0,1 0-1 0 0,1 1 1 0 0,1 1-33 0 0,0 0 1 0 0,0 0 0 0 0,-1 0-1 0 0,1 0 1 0 0,-1 1 0 0 0,0 0-1 0 0,7 6 1 0 0,5 5-86 0 0,-2 2-1 0 0,1 0 1 0 0,11 19 0 0 0,-12-17 385 0 0,163 189 1452 0 0,-174-204-2149 0 0,23 21 838 0 0,-25-23-761 0 0,-1-1 1 0 0,1 0-1 0 0,-1 0 1 0 0,1 1-1 0 0,0-1 1 0 0,-1 0-1 0 0,1 0 0 0 0,0 0 1 0 0,-1 0-1 0 0,1 0 1 0 0,0 0-1 0 0,-1 0 1 0 0,1 0-1 0 0,0 0 1 0 0,-1-1-1 0 0,1 1 1 0 0,0 0-1 0 0,-1 0 1 0 0,1 0-1 0 0,-1-1 1 0 0,1 1-1 0 0,0 0 1 0 0,-1-1-1 0 0,1 1 1 0 0,-1-1-1 0 0,1 1 1 0 0,-1 0-1 0 0,1-1 1 0 0,-1 1-1 0 0,1-1 1 0 0,-1 0-1 0 0,0 1 1 0 0,1-1-1 0 0,-1 1 1 0 0,0-1-1 0 0,1 1 1 0 0,-1-1-1 0 0,0 0 1 0 0,0 1-1 0 0,0-1 1 0 0,1 0-1 0 0,-1 1 1 0 0,0-1-1 0 0,0 0 1 0 0,0 1-1 0 0,0-1 1 0 0,0 0-1 0 0,2-8 93 0 0,60-243 1249 0 0,-58 229-1685 0 0,1 1 0 0 0,0-1 0 0 0,2 1 0 0 0,16-36 0 0 0,-22 58 5 0 0,0 0 0 0 0,0 0-1 0 0,0 0 1 0 0,0 0-1 0 0,0 0 1 0 0,0 0 0 0 0,0 0-1 0 0,0 0 1 0 0,0 0 0 0 0,-1 1-1 0 0,1-1 1 0 0,0 0-1 0 0,0 1 1 0 0,0-1 0 0 0,0 1-1 0 0,0-1 1 0 0,0 1 0 0 0,-1-1-1 0 0,1 1 1 0 0,0-1-1 0 0,0 1 1 0 0,-1 0 0 0 0,1-1-1 0 0,0 1 1 0 0,-1 0 0 0 0,2 1-1 0 0,-1-1-723 0 0,3 4-2090 0 0</inkml:trace>
</inkml:ink>
</file>

<file path=ppt/ink/ink14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30:10.1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145 316 884 0 0,'-4'16'1491'0'0,"2"0"-1"0"0,0 0 1 0 0,1 18 0 0 0,2-12-391 0 0,0 0 0 0 0,2 0 0 0 0,8 32 1 0 0,-4-27 1275 0 0,-11-44-757 0 0,-11-47-659 0 0,12 37-864 0 0,1 0 0 0 0,2 0-1 0 0,0 0 1 0 0,2-1-1 0 0,1 1 1 0 0,1 0 0 0 0,11-39-1 0 0,-12 53-80 0 0,1 0 1 0 0,1 0-1 0 0,0 0 0 0 0,1 1 0 0 0,0 0 0 0 0,1 0 1 0 0,1 0-1 0 0,-1 1 0 0 0,2 0 0 0 0,0 0 1 0 0,0 1-1 0 0,1 0 0 0 0,0 1 0 0 0,0 0 0 0 0,1 1 1 0 0,19-12-1 0 0,-26 19-12 0 0,0-1 0 0 0,0 1 0 0 0,1-1 0 0 0,-1 1 0 0 0,0 1 0 0 0,1-1 0 0 0,-1 0 0 0 0,0 1 0 0 0,1 0 0 0 0,-1 0 0 0 0,1 1 1 0 0,-1-1-1 0 0,1 1 0 0 0,-1 0 0 0 0,8 2 0 0 0,-10-2-1 0 0,-1-1 0 0 0,1 1 0 0 0,0 0 0 0 0,0 0 0 0 0,0 0 0 0 0,-1 0 0 0 0,1 0 0 0 0,-1 0 0 0 0,1 0 0 0 0,-1 1 0 0 0,1-1 1 0 0,-1 0-1 0 0,0 1 0 0 0,1-1 0 0 0,-1 1 0 0 0,0 0 0 0 0,0-1 0 0 0,0 1 0 0 0,0 0 0 0 0,0 0 0 0 0,-1-1 0 0 0,1 1 0 0 0,-1 0 0 0 0,1 0 0 0 0,-1 0 0 0 0,1 0 1 0 0,-1 0-1 0 0,0 0 0 0 0,0 0 0 0 0,0 0 0 0 0,0 0 0 0 0,-1 0 0 0 0,1 0 0 0 0,0 0 0 0 0,-1 0 0 0 0,1-1 0 0 0,-2 3 0 0 0,0 1 6 0 0,0 0 0 0 0,-1-1 0 0 0,0 1 0 0 0,1-1-1 0 0,-2 0 1 0 0,1 0 0 0 0,0 0 0 0 0,-1 0 0 0 0,0-1-1 0 0,0 1 1 0 0,-8 5 0 0 0,-54 29 13 0 0,53-31-45 0 0,-142 64-1936 0 0,50-36-6328 0 0,77-28 4239 0 0</inkml:trace>
</inkml:ink>
</file>

<file path=ppt/ink/ink14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30:30.9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39 98 528 0 0,'-16'-15'4108'0'0,"-2"-1"-1506"0"0,14 5 1960 0 0,4 10-4493 0 0,1 0-1 0 0,-1 1 0 0 0,1-1 0 0 0,0 0 0 0 0,-1 0 1 0 0,1 1-1 0 0,0-1 0 0 0,-1 1 0 0 0,1-1 0 0 0,0 0 1 0 0,0 1-1 0 0,0 0 0 0 0,0-1 0 0 0,0 1 1 0 0,0-1-1 0 0,-1 1 0 0 0,1 0 0 0 0,0 0 0 0 0,0-1 1 0 0,0 1-1 0 0,0 0 0 0 0,0 0 0 0 0,1 0 0 0 0,33-4 260 0 0,-26 4-164 0 0,206-18 779 0 0,276 13-1 0 0,-261 7-629 0 0,-220-2-312 0 0,12-1 10 0 0,-20-2-7 0 0,-12-4-2 0 0,1 5 4 0 0,-1 0-1 0 0,1 0 0 0 0,0 1 1 0 0,0 0-1 0 0,0 1 0 0 0,-1 0 1 0 0,1 0-1 0 0,0 1 0 0 0,-11 2 1 0 0,9-2-4 0 0,9 0-15 0 0,0-1-1 0 0,0 0 1 0 0,-1 1-1 0 0,1 0 0 0 0,0-1 1 0 0,0 1-1 0 0,0 0 0 0 0,0 0 1 0 0,1 0-1 0 0,-1 0 0 0 0,0 1 1 0 0,0-1-1 0 0,1 0 0 0 0,-1 1 1 0 0,0-1-1 0 0,1 1 0 0 0,0 0 1 0 0,-1-1-1 0 0,1 1 0 0 0,-2 4 1 0 0,-15 44-3488 0 0,9-21-2950 0 0,4-20 3096 0 0</inkml:trace>
</inkml:ink>
</file>

<file path=ppt/ink/ink14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30:30.0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20 367 9397 0 0,'-9'-65'1275'0'0,"-1"-91"-1"0"0,40 231-25 0 0,25 152-661 0 0,-42-150-525 0 0,-11-47 275 0 0,-3-26 170 0 0,-2-12 327 0 0,-16-59-617 0 0,3-1 1 0 0,4-1 0 0 0,-8-131 0 0 0,19 195-216 0 0,1 0 0 0 0,0 1 1 0 0,0-1-1 0 0,0 1 1 0 0,1-1-1 0 0,-1 1 1 0 0,1-1-1 0 0,0 1 1 0 0,0-1-1 0 0,1 1 1 0 0,-1 0-1 0 0,1-1 1 0 0,3-4-1 0 0,-3 7-3 0 0,-1 1-1 0 0,1 0 1 0 0,-1 0 0 0 0,1 0-1 0 0,0 0 1 0 0,0 0-1 0 0,-1 0 1 0 0,1 0-1 0 0,0 0 1 0 0,0 1-1 0 0,0-1 1 0 0,0 1 0 0 0,0 0-1 0 0,0-1 1 0 0,0 1-1 0 0,0 0 1 0 0,0 0-1 0 0,0 0 1 0 0,0 0-1 0 0,0 1 1 0 0,0-1 0 0 0,0 0-1 0 0,0 1 1 0 0,0 0-1 0 0,0-1 1 0 0,-1 1-1 0 0,1 0 1 0 0,0 0-1 0 0,0 0 1 0 0,-1 0 0 0 0,3 2-1 0 0,46 26 25 0 0,-3 3 0 0 0,0 2 0 0 0,-2 1-1 0 0,63 66 1 0 0,-31-29-107 0 0,-76-71 81 0 0,-1-1 1 0 0,1 1 0 0 0,-1 0-1 0 0,1-1 1 0 0,-1 1 0 0 0,1 0 0 0 0,0-1-1 0 0,-1 1 1 0 0,1-1 0 0 0,0 1 0 0 0,-1-1-1 0 0,1 0 1 0 0,0 1 0 0 0,0-1-1 0 0,0 1 1 0 0,-1-1 0 0 0,1 0 0 0 0,0 0-1 0 0,0 0 1 0 0,0 1 0 0 0,0-1 0 0 0,0 0-1 0 0,-1 0 1 0 0,1 0 0 0 0,0 0 0 0 0,0 0-1 0 0,0-1 1 0 0,0 1 0 0 0,0 0-1 0 0,-1 0 1 0 0,2-1 0 0 0,-1 0 1 0 0,0-1 0 0 0,0 1 0 0 0,-1 0 0 0 0,1-1 0 0 0,0 1 0 0 0,-1-1 1 0 0,1 1-1 0 0,-1-1 0 0 0,1 0 0 0 0,-1 1 0 0 0,0-1 0 0 0,0 1 0 0 0,0-1 0 0 0,0 0 0 0 0,0-1 0 0 0,-8-69 24 0 0,8 69-26 0 0,-18-76 15 0 0,11 57-82 0 0,2 0 1 0 0,0-1 0 0 0,1 0-1 0 0,1 0 1 0 0,2 0-1 0 0,1-42 1 0 0,0 65 8 0 0,0 0-1 0 0,0 0 1 0 0,0-1-1 0 0,0 1 1 0 0,1 0-1 0 0,-1-1 1 0 0,0 1-1 0 0,0 0 1 0 0,0-1-1 0 0,0 1 1 0 0,0 0 0 0 0,0 0-1 0 0,1-1 1 0 0,-1 1-1 0 0,0 0 1 0 0,0 0-1 0 0,0-1 1 0 0,1 1-1 0 0,-1 0 1 0 0,0 0-1 0 0,0 0 1 0 0,1-1-1 0 0,-1 1 1 0 0,0 0 0 0 0,1 0-1 0 0,-1 0 1 0 0,0 0-1 0 0,0 0 1 0 0,1 0-1 0 0,-1 0 1 0 0,0-1-1 0 0,1 1 1 0 0,-1 0-1 0 0,0 0 1 0 0,1 0-1 0 0,-1 0 1 0 0,0 0-1 0 0,0 0 1 0 0,1 1 0 0 0,16 6-1085 0 0,12 18-5360 0 0,-18-13 3177 0 0</inkml:trace>
</inkml:ink>
</file>

<file path=ppt/ink/ink14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30:30.4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59 338 432 0 0,'1'7'934'0'0,"1"0"0"0"0,-1 0 0 0 0,0 1 0 0 0,0-1 0 0 0,-1 9 0 0 0,0-8-420 0 0,0 0-1 0 0,1 1 1 0 0,0-1-1 0 0,0 0 0 0 0,4 10 1 0 0,1-1-278 0 0,6 16 2356 0 0,-12-33-2561 0 0,0 0 1 0 0,0 0 0 0 0,0 0-1 0 0,0 0 1 0 0,0 0 0 0 0,-1 0-1 0 0,1 0 1 0 0,0 0 0 0 0,0 0-1 0 0,0 0 1 0 0,0 0 0 0 0,0 0-1 0 0,0 0 1 0 0,0 0 0 0 0,0 0-1 0 0,0 0 1 0 0,0 0 0 0 0,0 0-1 0 0,0 0 1 0 0,0 0 0 0 0,-1 0-1 0 0,1 0 1 0 0,0 0 0 0 0,0 0-1 0 0,0 0 1 0 0,0 0 0 0 0,0 0-1 0 0,0 0 1 0 0,0 0 0 0 0,0 0-1 0 0,0 0 1 0 0,0 0 0 0 0,0 0-1 0 0,0 0 1 0 0,0 0 0 0 0,-1 0-1 0 0,1 0 1 0 0,-12-21 293 0 0,-1-3-152 0 0,2 0-1 0 0,0-1 0 0 0,2 0 0 0 0,1-1 1 0 0,-10-52-1 0 0,16 65-151 0 0,0-1-1 0 0,1 1 1 0 0,1 0 0 0 0,0-1 0 0 0,0 1-1 0 0,1 0 1 0 0,1-1 0 0 0,1 1 0 0 0,-1 0-1 0 0,2 0 1 0 0,0 0 0 0 0,1 1 0 0 0,11-24-1 0 0,-13 31-15 0 0,0 0 0 0 0,0 1 0 0 0,1-1 1 0 0,-1 1-1 0 0,1-1 0 0 0,0 1 0 0 0,0 1 0 0 0,1-1 0 0 0,-1 0 0 0 0,1 1 0 0 0,0 0 0 0 0,-1 0 0 0 0,2 1 0 0 0,-1-1 0 0 0,0 1 0 0 0,0 0 0 0 0,1 0 0 0 0,-1 1 0 0 0,1-1 0 0 0,-1 1 0 0 0,1 1 0 0 0,0-1 0 0 0,-1 1 0 0 0,1 0 1 0 0,0 0-1 0 0,-1 0 0 0 0,9 3 0 0 0,-7-1-1 0 0,0 0 0 0 0,0 0 0 0 0,-1 1 1 0 0,1 0-1 0 0,-1 0 0 0 0,0 1 0 0 0,0 0 1 0 0,0 0-1 0 0,-1 0 0 0 0,1 1 0 0 0,-1-1 1 0 0,0 1-1 0 0,0 1 0 0 0,-1-1 0 0 0,0 1 1 0 0,0-1-1 0 0,0 1 0 0 0,0 1 0 0 0,-1-1 1 0 0,0 0-1 0 0,4 13 0 0 0,-6-11 20 0 0,1 0 1 0 0,-1 0-1 0 0,0 0 1 0 0,-1-1-1 0 0,0 1 0 0 0,0 0 1 0 0,-1 0-1 0 0,0 0 1 0 0,0 0-1 0 0,-1 0 0 0 0,0 0 1 0 0,0-1-1 0 0,-1 1 1 0 0,0-1-1 0 0,0 0 1 0 0,-1 0-1 0 0,0 0 0 0 0,0 0 1 0 0,-8 10-1 0 0,-48 53-1540 0 0,-3-11-5725 0 0,56-53 5833 0 0,1-1-1607 0 0</inkml:trace>
</inkml:ink>
</file>

<file path=ppt/ink/ink14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30:31.7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89 116 76 0 0,'-13'-32'4167'0'0,"11"28"-3905"0"0,0-1 0 0 0,1 1 0 0 0,-1 0 0 0 0,-1 1 0 0 0,1-1 0 0 0,-1 0 0 0 0,1 1 0 0 0,-1-1-1 0 0,0 1 1 0 0,0 0 0 0 0,-1 0 0 0 0,1 0 0 0 0,-1 0 0 0 0,-4-2 0 0 0,7 4-150 0 0,-21-17 1738 0 0,14 8 141 0 0,11 31-1626 0 0,0 60 267 0 0,24 140-1 0 0,-24-202-679 0 0,2 0 1 0 0,8 25-1 0 0,-10-37-906 0 0,0 0 0 0 0,0 1 1 0 0,1-2-1 0 0,9 14 0 0 0,-8-15-2392 0 0,3-1 255 0 0</inkml:trace>
</inkml:ink>
</file>

<file path=ppt/ink/ink14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30:49.1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65 96 8029 0 0,'-45'-53'962'0'0,"44"53"-735"0"0,-9-1 555 0 0,9 1-764 0 0,1 0-1 0 0,0 0 0 0 0,-1 0 1 0 0,1 0-1 0 0,0 0 1 0 0,0 0-1 0 0,-1 0 0 0 0,1 0 1 0 0,0 0-1 0 0,0 0 0 0 0,-1 0 1 0 0,1 0-1 0 0,0 0 1 0 0,0 0-1 0 0,-1 0 0 0 0,1 0 1 0 0,0 0-1 0 0,0 0 0 0 0,-1 0 1 0 0,1 1-1 0 0,0-1 1 0 0,0 0-1 0 0,-1 0 0 0 0,1 0 1 0 0,0 0-1 0 0,0 1 1 0 0,0-1-1 0 0,-1 0 0 0 0,1 0 1 0 0,0 0-1 0 0,0 1 0 0 0,0-1 1 0 0,0 0-1 0 0,0 0 1 0 0,0 1-1 0 0,-1-1 0 0 0,1 0 1 0 0,0 0-1 0 0,0 1 0 0 0,0-1 1 0 0,0 0-1 0 0,0 0 1 0 0,0 1-1 0 0,0-1 0 0 0,0 0 1 0 0,0 1-1 0 0,0-1 1 0 0,0 0-1 0 0,0 0 0 0 0,0 1 1 0 0,0-1-1 0 0,1 0 0 0 0,-1 0 1 0 0,0 1-1 0 0,0-1 1 0 0,0 0-1 0 0,0 0 0 0 0,0 1 1 0 0,1-1-1 0 0,-1 0 0 0 0,0 0 1 0 0,0 10-12 0 0,5 60 421 0 0,2 0 0 0 0,29 123-1 0 0,11-30 146 0 0,-47-162-563 0 0,0-1 0 0 0,1 0 0 0 0,-1 0 0 0 0,0 0 0 0 0,0 0 0 0 0,0 0 0 0 0,0 1 0 0 0,0-1 0 0 0,0 0 0 0 0,0 0 0 0 0,1 0 0 0 0,-1 0 0 0 0,0 0 0 0 0,0 0 0 0 0,0 1 0 0 0,0-1 0 0 0,0 0 0 0 0,1 0 0 0 0,-1 0 0 0 0,0 0 0 0 0,0 0 0 0 0,0 0 0 0 0,1 0 0 0 0,-1 0 0 0 0,0 0 0 0 0,0 0 0 0 0,0 0 0 0 0,0 0 0 0 0,1 0 0 0 0,-1 0 0 0 0,0 0 0 0 0,0 0 0 0 0,0 0 0 0 0,0 0 0 0 0,1 0 0 0 0,-1 0 0 0 0,0 0 0 0 0,0 0 0 0 0,0 0 0 0 0,0-1 0 0 0,1 1 0 0 0,-1 0 0 0 0,0 0 0 0 0,0 0 0 0 0,0 0 0 0 0,0 0 0 0 0,0 0 0 0 0,1-1 0 0 0,-1 1 0 0 0,0 0 0 0 0,0 0 0 0 0,0 0 0 0 0,0 0 0 0 0,0 0 0 0 0,0-1 0 0 0,0 1 0 0 0,0 0 0 0 0,0 0 0 0 0,0 0 0 0 0,0-1 0 0 0,107-284 620 0 0,-62 152-530 0 0,-33 91-93 0 0,-10 31-69 0 0,1 0 0 0 0,0 0 0 0 0,1 1-1 0 0,0-1 1 0 0,0 1 0 0 0,13-20 0 0 0,-17 30-16 0 0,1 0 0 0 0,-1-1 0 0 0,1 1 0 0 0,-1 0 0 0 0,1 0 1 0 0,-1-1-1 0 0,1 1 0 0 0,-1 0 0 0 0,1 0 0 0 0,-1 0 0 0 0,1 0 1 0 0,0 0-1 0 0,-1 0 0 0 0,1 0 0 0 0,-1 0 0 0 0,1 0 0 0 0,-1 0 1 0 0,1 0-1 0 0,-1 0 0 0 0,1 0 0 0 0,-1 0 0 0 0,1 0 0 0 0,-1 1 0 0 0,1-1 1 0 0,-1 0-1 0 0,1 0 0 0 0,-1 1 0 0 0,1-1 0 0 0,-1 0 0 0 0,1 1 1 0 0,-1-1-1 0 0,0 0 0 0 0,1 1 0 0 0,0 0 0 0 0,13 15-5479 0 0,-9-9 2487 0 0</inkml:trace>
</inkml:ink>
</file>

<file path=ppt/ink/ink14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30:49.6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41 325 540 0 0,'-4'42'2437'0'0,"1"0"1"0"0,4 55-1 0 0,0-28-198 0 0,-5-82 761 0 0,-16-70-2310 0 0,15 48-537 0 0,1 0 1 0 0,2 0 0 0 0,2 0 0 0 0,6-57 0 0 0,-5 78-128 0 0,2-1 0 0 0,0 1 0 0 0,1 0 1 0 0,0 0-1 0 0,1 1 0 0 0,0-1 0 0 0,2 1 0 0 0,-1 0 1 0 0,1 1-1 0 0,1-1 0 0 0,0 2 0 0 0,1-1 0 0 0,0 1 1 0 0,12-11-1 0 0,-16 18-19 0 0,1-1-1 0 0,0 1 1 0 0,0 0 0 0 0,0 0 0 0 0,0 1 0 0 0,0 0 0 0 0,1 0-1 0 0,0 1 1 0 0,-1-1 0 0 0,1 1 0 0 0,0 1 0 0 0,0-1 0 0 0,0 1-1 0 0,0 1 1 0 0,0-1 0 0 0,14 2 0 0 0,-16-1-4 0 0,-1 1-1 0 0,1 0 1 0 0,0 0 0 0 0,-1 1 0 0 0,1-1-1 0 0,-1 1 1 0 0,0 0 0 0 0,1 0-1 0 0,-1 0 1 0 0,0 1 0 0 0,0 0-1 0 0,0-1 1 0 0,-1 1 0 0 0,1 1 0 0 0,-1-1-1 0 0,0 0 1 0 0,1 1 0 0 0,-1 0-1 0 0,-1 0 1 0 0,1 0 0 0 0,-1 0 0 0 0,1 0-1 0 0,-1 0 1 0 0,0 0 0 0 0,-1 1-1 0 0,2 5 1 0 0,-2-5-1 0 0,0-1-1 0 0,0 0 1 0 0,-1 0-1 0 0,0 0 1 0 0,0 0 0 0 0,0 1-1 0 0,0-1 1 0 0,-1 0-1 0 0,0 0 1 0 0,0 0 0 0 0,0 0-1 0 0,0 0 1 0 0,0 0-1 0 0,-1 0 1 0 0,0 0-1 0 0,0 0 1 0 0,0-1 0 0 0,0 1-1 0 0,-1-1 1 0 0,1 1-1 0 0,-1-1 1 0 0,0 0 0 0 0,-4 4-1 0 0,-9 7-17 0 0,-1 0 0 0 0,0-1 1 0 0,-28 16-1 0 0,9-6-220 0 0,22-16-256 0 0,-16 10-1044 0 0,20-3-2419 0 0</inkml:trace>
</inkml:ink>
</file>

<file path=ppt/ink/ink14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30:50.1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 68 716 0 0,'-12'-15'4733'0'0,"16"9"-941"0"0,13 6-959 0 0,-2 2-2295 0 0,-3-1-1074 0 0,556 23 2388 0 0,-549-23-1819 0 0,0-2 0 0 0,0-1-1 0 0,0 0 1 0 0,27-7 0 0 0,-45 9-32 0 0,-1 0 0 0 0,1 0 0 0 0,0-1 0 0 0,-1 1 0 0 0,1 0 0 0 0,0 0 1 0 0,-1-1-1 0 0,1 1 0 0 0,-1 0 0 0 0,1-1 0 0 0,-1 1 0 0 0,1 0 0 0 0,-1-1 0 0 0,1 1 0 0 0,-1-1 0 0 0,1 1 0 0 0,-1-1 1 0 0,1 1-1 0 0,-1-1 0 0 0,0 1 0 0 0,1-1 0 0 0,-1 0 0 0 0,0 1 0 0 0,0-1 0 0 0,1 1 0 0 0,-1-1 0 0 0,0 0 0 0 0,0 1 1 0 0,0-1-1 0 0,0 0 0 0 0,0 1 0 0 0,0-1 0 0 0,0 0 0 0 0,0 1 0 0 0,0-1 0 0 0,0 0 0 0 0,0 1 0 0 0,0-1 0 0 0,0 0 1 0 0,-1 1-1 0 0,1-1 0 0 0,0 1 0 0 0,0-1 0 0 0,-1 0 0 0 0,1 1 0 0 0,0-1 0 0 0,-1 1 0 0 0,1-1 0 0 0,-1 1 0 0 0,1-1 1 0 0,-1 1-1 0 0,1-1 0 0 0,-1 1 0 0 0,1 0 0 0 0,-1-1 0 0 0,1 1 0 0 0,-1-1 0 0 0,-26-19 18 0 0,12 15 47 0 0,14 4-59 0 0,0 0 1 0 0,0 0 0 0 0,-1 1-1 0 0,1-1 1 0 0,0 1 0 0 0,-1-1-1 0 0,1 1 1 0 0,0 0 0 0 0,-1-1-1 0 0,1 1 1 0 0,-1 0 0 0 0,1 0-1 0 0,0 0 1 0 0,-1 0 0 0 0,1 0-1 0 0,-1 0 1 0 0,1 0 0 0 0,-1 1-1 0 0,1-1 1 0 0,0 0 0 0 0,-1 1-1 0 0,1-1 1 0 0,0 1 0 0 0,0 0-1 0 0,-1-1 1 0 0,1 1 0 0 0,0 0-1 0 0,0 0 1 0 0,0 0 0 0 0,0 0-1 0 0,0 0 1 0 0,0 0 0 0 0,0 0-1 0 0,0 0 1 0 0,0 0 0 0 0,-1 2-1 0 0,-27 28 131 0 0,-26 37 0 0 0,-7 8-2614 0 0,15-29-3789 0 0,28-31 2855 0 0</inkml:trace>
</inkml:ink>
</file>

<file path=ppt/ink/ink14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30:43.6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112 434 1024 0 0,'5'6'6230'0'0,"12"21"-4402"0"0,-6-3-881 0 0,0-1 0 0 0,22 33-1 0 0,-22-39-528 0 0,-1 0 1815 0 0,-18-25-1242 0 0,-29-41-805 0 0,17 23 126 0 0,1 1-205 0 0,0 0-1 0 0,2-2 1 0 0,1 0 0 0 0,1-1-1 0 0,1-1 1 0 0,-19-56-1 0 0,30 74-94 0 0,0-1-1 0 0,1 0 0 0 0,1-1 1 0 0,0 1-1 0 0,0 0 0 0 0,1 0 0 0 0,0-1 1 0 0,2 1-1 0 0,1-12 0 0 0,-1 15-1 0 0,1 0-1 0 0,0 1 1 0 0,0-1 0 0 0,1 1-1 0 0,0 0 1 0 0,1 0-1 0 0,0 0 1 0 0,0 0 0 0 0,0 1-1 0 0,1 0 1 0 0,0 0-1 0 0,0 0 1 0 0,11-7 0 0 0,-13 11-9 0 0,0 0 0 0 0,0 1 0 0 0,0-1 0 0 0,1 1 0 0 0,-1 0 1 0 0,1 0-1 0 0,0 0 0 0 0,-1 1 0 0 0,1-1 0 0 0,0 1 0 0 0,0 1 1 0 0,0-1-1 0 0,0 0 0 0 0,0 1 0 0 0,0 0 0 0 0,0 1 0 0 0,0-1 1 0 0,0 1-1 0 0,0 0 0 0 0,0 0 0 0 0,-1 0 0 0 0,1 1 0 0 0,0-1 1 0 0,0 1-1 0 0,-1 0 0 0 0,0 1 0 0 0,1-1 0 0 0,3 4 1 0 0,-2-3-1 0 0,-1 1 0 0 0,1 0 0 0 0,-1 1 0 0 0,0-1 0 0 0,0 1 0 0 0,-1 0 0 0 0,1 0 0 0 0,-1 1 1 0 0,0-1-1 0 0,0 1 0 0 0,-1 0 0 0 0,0 0 0 0 0,0 0 0 0 0,0 0 0 0 0,-1 1 0 0 0,0-1 0 0 0,0 1 1 0 0,-1-1-1 0 0,0 1 0 0 0,1 7 0 0 0,-2-10 3 0 0,0 0 0 0 0,-1 0 1 0 0,0 0-1 0 0,0 0 0 0 0,0 0 1 0 0,0 0-1 0 0,0 0 0 0 0,-1 0 0 0 0,1 0 1 0 0,-1-1-1 0 0,0 1 0 0 0,-1-1 0 0 0,1 0 1 0 0,0 1-1 0 0,-1-1 0 0 0,0 0 1 0 0,0 0-1 0 0,0-1 0 0 0,0 1 0 0 0,-4 3 1 0 0,-8 3-103 0 0,1-1 0 0 0,-1 0 0 0 0,-26 10 0 0 0,6-3-678 0 0,19-9-323 0 0,-15 6-567 0 0,20 2-5607 0 0,11-7 3896 0 0</inkml:trace>
</inkml:ink>
</file>

<file path=ppt/ink/ink14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30:44.0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67 319 112 0 0,'11'18'1431'0'0,"0"0"0"0"0,-2 0 1 0 0,0 1-1 0 0,-1 1 0 0 0,9 33 0 0 0,18 43 853 0 0,-25-69-726 0 0,-13-25-355 0 0,-7-11-984 0 0,-1-4-146 0 0,1 1 0 0 0,0-2 0 0 0,1 1 0 0 0,0-1-1 0 0,2-1 1 0 0,-1 1 0 0 0,2-1 0 0 0,0-1 0 0 0,1 1 0 0 0,0-1-1 0 0,1 0 1 0 0,1 0 0 0 0,1 0 0 0 0,0 0 0 0 0,1-1-1 0 0,1 1 1 0 0,0 0 0 0 0,3-19 0 0 0,0 20-56 0 0,-1 1 1 0 0,2 0-1 0 0,0 0 0 0 0,1 0 1 0 0,0 0-1 0 0,1 1 1 0 0,1 0-1 0 0,0 0 0 0 0,1 1 1 0 0,0-1-1 0 0,1 2 1 0 0,0-1-1 0 0,1 1 0 0 0,0 1 1 0 0,1 0-1 0 0,0 0 1 0 0,0 1-1 0 0,1 0 0 0 0,0 1 1 0 0,18-8-1 0 0,-22 12-4 0 0,1 1-1 0 0,0 0 1 0 0,-1 0 0 0 0,1 1-1 0 0,0 0 1 0 0,0 0 0 0 0,0 1 0 0 0,0 1-1 0 0,0-1 1 0 0,0 1 0 0 0,1 1-1 0 0,16 3 1 0 0,-22-4-5 0 0,-1 1-1 0 0,0 0 1 0 0,0 0 0 0 0,0 0-1 0 0,0 1 1 0 0,0-1 0 0 0,0 1 0 0 0,0-1-1 0 0,0 1 1 0 0,0 0 0 0 0,-1 0-1 0 0,1 0 1 0 0,-1 0 0 0 0,0 1 0 0 0,1-1-1 0 0,-1 1 1 0 0,0 0 0 0 0,0-1-1 0 0,-1 1 1 0 0,1 0 0 0 0,-1 0-1 0 0,1 0 1 0 0,-1 0 0 0 0,0 0 0 0 0,0 0-1 0 0,0 0 1 0 0,0 1 0 0 0,-1-1-1 0 0,1 0 1 0 0,-1 1 0 0 0,0-1 0 0 0,0 0-1 0 0,0 0 1 0 0,-1 1 0 0 0,1-1-1 0 0,-1 0 1 0 0,0 1 0 0 0,-1 4-1 0 0,0-3 3 0 0,0 0 0 0 0,0 1 0 0 0,-1-1-1 0 0,1 0 1 0 0,-1-1 0 0 0,0 1-1 0 0,0 0 1 0 0,-1-1 0 0 0,0 0-1 0 0,1 0 1 0 0,-1 0 0 0 0,-1 0 0 0 0,1-1-1 0 0,-7 5 1 0 0,-10 5-25 0 0,-43 22-1 0 0,35-21-129 0 0,-13 6-1051 0 0,-61 21-1 0 0,5-10-5931 0 0,65-23 3402 0 0</inkml:trace>
</inkml:ink>
</file>

<file path=ppt/ink/ink14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30:46.1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222 9 632 0 0,'-1'-1'84'0'0,"0"0"0"0"0,0 1-1 0 0,0-1 1 0 0,0 0 0 0 0,0 1 0 0 0,0-1 0 0 0,0 0-1 0 0,0 1 1 0 0,0-1 0 0 0,0 1 0 0 0,0-1 0 0 0,0 1-1 0 0,0 0 1 0 0,0 0 0 0 0,-1-1 0 0 0,1 1 0 0 0,0 0-1 0 0,0 0 1 0 0,0 0 0 0 0,0 0 0 0 0,-1 0-1 0 0,1 0 1 0 0,0 1 0 0 0,0-1 0 0 0,0 0 0 0 0,0 1-1 0 0,0-1 1 0 0,0 0 0 0 0,-1 1 0 0 0,1-1 0 0 0,0 1-1 0 0,0 0 1 0 0,0-1 0 0 0,1 1 0 0 0,-1 0 0 0 0,0 0-1 0 0,-2 1 1 0 0,-35 31 918 0 0,23-18-799 0 0,2 1 1 0 0,-1 1-1 0 0,2 0 1 0 0,0 0-1 0 0,1 1 0 0 0,1 1 1 0 0,1 0-1 0 0,0 0 1 0 0,2 0-1 0 0,0 1 1 0 0,1 1-1 0 0,1-1 0 0 0,1 1 1 0 0,1 0-1 0 0,1 0 1 0 0,0 0-1 0 0,2 0 1 0 0,0 0-1 0 0,2 0 0 0 0,0 0 1 0 0,1-1-1 0 0,1 1 1 0 0,12 34-1 0 0,-2-16-18 0 0,2 0 0 0 0,1-2 0 0 0,2 0 0 0 0,2-1 0 0 0,1-1 0 0 0,2 0 0 0 0,1-2 0 0 0,39 39 0 0 0,-42-51-403 0 0,1-1 1 0 0,0-1 0 0 0,2-1 0 0 0,0-1 0 0 0,29 14-1 0 0,-32-20-619 0 0,1-1 0 0 0,0-1-1 0 0,1 0 1 0 0,0-2-1 0 0,0-2 1 0 0,42 6 0 0 0,-23-8-1527 0 0</inkml:trace>
</inkml:ink>
</file>

<file path=ppt/ink/ink14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30:46.5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1114 1 144 0 0,'10'4'279'0'0,"-1"0"0"0"0,0 1 0 0 0,0 0 0 0 0,0 0 0 0 0,0 1 0 0 0,-1 0 0 0 0,0 1 0 0 0,0 0-1 0 0,-1 0 1 0 0,0 0 0 0 0,0 1 0 0 0,0 0 0 0 0,8 15 0 0 0,-9-12 7 0 0,-1 1 0 0 0,0 0 1 0 0,-1 0-1 0 0,0 0 0 0 0,-1 1 0 0 0,0-1 0 0 0,-1 1 1 0 0,0 0-1 0 0,-1 23 0 0 0,-3-3 99 0 0,-2 0-1 0 0,-1 0 1 0 0,-1 0 0 0 0,-2-1-1 0 0,-1 0 1 0 0,-2 0 0 0 0,-24 50-1 0 0,9-33-115 0 0,-2-1-1 0 0,-2-1 0 0 0,-2-2 1 0 0,-2-1-1 0 0,-1-2 0 0 0,-3-1 1 0 0,-2-2-1 0 0,-76 59 1 0 0,29-35-889 0 0,-2-4 0 0 0,-4-4 1 0 0,-149 66-1 0 0,58-52-4306 0 0,67-30 2115 0 0</inkml:trace>
</inkml:ink>
</file>

<file path=ppt/ink/ink14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30:33.9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120 55 472 0 0,'12'-29'4756'0'0,"-2"3"5318"0"0,-16 35-10062 0 0,4-6 153 0 0,-1 2-222 0 0,0 0 55 0 0,0 0 0 0 0,0-1 1 0 0,0 0-1 0 0,-1 1 0 0 0,-4 3 1 0 0,-6 8 20 0 0,2 2 27 0 0,1 0-1 0 0,0 1 0 0 0,2 0 1 0 0,0 1-1 0 0,1 0 1 0 0,1 1-1 0 0,1-1 0 0 0,1 2 1 0 0,-4 26-1 0 0,6-19 30 0 0,1 2 0 0 0,2-1 0 0 0,1 0 0 0 0,1 0 0 0 0,1 0 0 0 0,8 31 0 0 0,-4-31 77 0 0,1 0 0 0 0,2 0 0 0 0,21 46 0 0 0,-27-67-414 0 0,1 1 0 0 0,0-1 0 0 0,1 0-1 0 0,0-1 1 0 0,0 0 0 0 0,1 1 0 0 0,0-2 0 0 0,1 1 0 0 0,-1-1 0 0 0,1-1 0 0 0,1 1 0 0 0,-1-1 0 0 0,1-1 0 0 0,16 8 0 0 0,-12-10-1677 0 0,-3-1-3217 0 0</inkml:trace>
</inkml:ink>
</file>

<file path=ppt/ink/ink14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30:34.5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16 157 896 0 0,'3'-39'6281'0'0,"-3"39"-6227"0"0,0 0 1 0 0,0 0-1 0 0,0 0 0 0 0,0-1 1 0 0,0 1-1 0 0,0 0 0 0 0,0 0 1 0 0,1 0-1 0 0,-1 0 0 0 0,0 0 1 0 0,0 0-1 0 0,0 0 0 0 0,0 0 1 0 0,0 0-1 0 0,0 0 0 0 0,0 0 1 0 0,1 0-1 0 0,-1-1 0 0 0,0 1 1 0 0,0 0-1 0 0,0 0 0 0 0,0 0 1 0 0,0 0-1 0 0,1 0 0 0 0,-1 0 1 0 0,0 0-1 0 0,0 0 0 0 0,0 0 1 0 0,0 1-1 0 0,0-1 0 0 0,0 0 1 0 0,1 0-1 0 0,-1 0 0 0 0,0 0 1 0 0,0 0-1 0 0,0 0 0 0 0,0 0 1 0 0,0 0-1 0 0,0 0 0 0 0,0 0 1 0 0,1 0-1 0 0,-1 0 0 0 0,0 0 1 0 0,0 1-1 0 0,0-1 0 0 0,0 0 1 0 0,0 0-1 0 0,0 0 0 0 0,0 0 1 0 0,0 0-1 0 0,0 0 0 0 0,0 1 1 0 0,0-1-1 0 0,0 0 0 0 0,0 0 1 0 0,0 0-1 0 0,0 0 0 0 0,11 22 736 0 0,-3-1-175 0 0,-1 1 1 0 0,-1-1 0 0 0,-1 1 0 0 0,-1 0-1 0 0,3 45 1 0 0,-35-147 1020 0 0,26 66-1606 0 0,0 1-1 0 0,0-1 0 0 0,1 0 1 0 0,1 0-1 0 0,0 0 0 0 0,1 0 1 0 0,5-26-1 0 0,-5 34-21 0 0,1 1 1 0 0,-1 0 0 0 0,1 0-1 0 0,1 0 1 0 0,-1 0 0 0 0,1 1-1 0 0,0-1 1 0 0,0 1-1 0 0,0-1 1 0 0,1 1 0 0 0,-1 0-1 0 0,1 0 1 0 0,0 1-1 0 0,0-1 1 0 0,0 1 0 0 0,1 0-1 0 0,-1 0 1 0 0,1 0-1 0 0,0 1 1 0 0,0 0 0 0 0,0-1-1 0 0,0 2 1 0 0,8-3 0 0 0,-5 2-15 0 0,0 0 0 0 0,-1 1 0 0 0,1 0 1 0 0,0 1-1 0 0,0 0 0 0 0,0 0 1 0 0,0 0-1 0 0,0 1 0 0 0,0 0 1 0 0,0 1-1 0 0,0 0 0 0 0,-1 0 1 0 0,1 1-1 0 0,-1-1 0 0 0,1 2 1 0 0,-1-1-1 0 0,8 6 0 0 0,-10-5 2 0 0,0-1 0 0 0,0 1-1 0 0,-1 0 1 0 0,1 0-1 0 0,-1 1 1 0 0,0-1 0 0 0,-1 1-1 0 0,1 0 1 0 0,-1 0 0 0 0,0 0-1 0 0,0 0 1 0 0,-1 0 0 0 0,1 1-1 0 0,-1-1 1 0 0,0 1 0 0 0,-1 0-1 0 0,1 0 1 0 0,-1 0 0 0 0,0-1-1 0 0,-1 1 1 0 0,1 0 0 0 0,-1 0-1 0 0,-1 12 1 0 0,-1-11 6 0 0,0 1 0 0 0,0 0 0 0 0,-1 0-1 0 0,0-1 1 0 0,0 0 0 0 0,-1 1 0 0 0,0-1 0 0 0,0 0 0 0 0,0-1 0 0 0,-1 1 0 0 0,0-1 0 0 0,-1 0 0 0 0,1 0-1 0 0,-1-1 1 0 0,0 1 0 0 0,-1-1 0 0 0,1-1 0 0 0,-1 1 0 0 0,0-1 0 0 0,0 0 0 0 0,-11 4 0 0 0,3-1-18 0 0,-1-1 0 0 0,0-1 0 0 0,0 0 0 0 0,0-1 0 0 0,0 0 1 0 0,-1-2-1 0 0,0 0 0 0 0,1 0 0 0 0,-26-3 0 0 0,39 2-307 0 0,1-1 0 0 0,-1-1 0 0 0,0 1 0 0 0,0 0 0 0 0,1-1 0 0 0,-1 1 0 0 0,0-1-1 0 0,0 0 1 0 0,1 0 0 0 0,-1 0 0 0 0,1 0 0 0 0,-1 0 0 0 0,1-1 0 0 0,-3-1 0 0 0,14-15-8805 0 0</inkml:trace>
</inkml:ink>
</file>

<file path=ppt/ink/ink14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30:35.2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0 378 392 0 0,'6'3'1320'0'0,"-1"-4"1859"0"0,22-10-1798 0 0,-1-1 1 0 0,0-1-1 0 0,-1-1 0 0 0,39-29 1 0 0,-64 42-1347 0 0,1 1 0 0 0,-1 0 0 0 0,1 0 0 0 0,0-1 0 0 0,-1 1 0 0 0,1 0 0 0 0,-1 0 0 0 0,1-1 0 0 0,-1 1 0 0 0,1-1 1 0 0,-1 1-1 0 0,0 0 0 0 0,1-1 0 0 0,-1 1 0 0 0,0-1 0 0 0,1 1 0 0 0,-1-1 0 0 0,0 1 0 0 0,1-1 0 0 0,-1 1 0 0 0,0-1 0 0 0,0 0 0 0 0,0 1 0 0 0,1-1 1 0 0,-1 1-1 0 0,0-1 0 0 0,0 0 0 0 0,0 1 0 0 0,0-1 0 0 0,0 1 0 0 0,0-1 0 0 0,0 0 0 0 0,0 1 0 0 0,0-1 0 0 0,-1 1 0 0 0,1-1 0 0 0,0 1 0 0 0,0-1 1 0 0,0 0-1 0 0,-1 1 0 0 0,1-1 0 0 0,0 1 0 0 0,-1-1 0 0 0,1 1 0 0 0,0-1 0 0 0,-1 1 0 0 0,0-1 0 0 0,0 0 86 0 0,-34 22 273 0 0,33-20-382 0 0,0 0 1 0 0,1 0-1 0 0,-1 1 0 0 0,0-1 1 0 0,0 1-1 0 0,1-1 0 0 0,-1 1 1 0 0,1-1-1 0 0,0 1 0 0 0,-1 0 1 0 0,1-1-1 0 0,0 1 0 0 0,0 0 1 0 0,0 0-1 0 0,0 0 0 0 0,0 0 1 0 0,1 0-1 0 0,-1 0 0 0 0,1 0 1 0 0,-1 0-1 0 0,1 1 0 0 0,0-1 1 0 0,-1 0-1 0 0,1 0 0 0 0,0 0 1 0 0,1 0-1 0 0,-1 1 0 0 0,0-1 1 0 0,0 0-1 0 0,1 0 0 0 0,0 0 1 0 0,-1 0-1 0 0,1 0 0 0 0,0 0 1 0 0,0 0-1 0 0,0 0 1 0 0,2 3-1 0 0,0-2-15 0 0,0 0 1 0 0,-1-1-1 0 0,1 1 1 0 0,0-1 0 0 0,1 0-1 0 0,-1 0 1 0 0,0 0-1 0 0,1 0 1 0 0,-1 0-1 0 0,1-1 1 0 0,-1 1-1 0 0,1-1 1 0 0,0 0 0 0 0,-1 0-1 0 0,1-1 1 0 0,0 1-1 0 0,0-1 1 0 0,0 0-1 0 0,0 0 1 0 0,6-1-1 0 0,0-1-5 0 0,-1 0 1 0 0,1-1-1 0 0,-1-1 0 0 0,0 0 0 0 0,0 0 0 0 0,0-1 0 0 0,-1 0 0 0 0,1 0 0 0 0,-1-1 0 0 0,0 0 1 0 0,-1 0-1 0 0,0-1 0 0 0,0 0 0 0 0,0 0 0 0 0,-1-1 0 0 0,0 0 0 0 0,0 0 0 0 0,7-15 0 0 0,-4 7 23 0 0,-1 0 0 0 0,0 0-1 0 0,-2-1 1 0 0,0 0 0 0 0,-1 0-1 0 0,0 0 1 0 0,-1-1 0 0 0,-1 1-1 0 0,1-29 1 0 0,-4-20 1852 0 0,-1 65-1843 0 0,1 1-1 0 0,0 0 1 0 0,0 0-1 0 0,0 0 1 0 0,0 0-1 0 0,-1 0 0 0 0,1-1 1 0 0,0 1-1 0 0,0 0 1 0 0,-1 0-1 0 0,1 0 0 0 0,0 0 1 0 0,0 0-1 0 0,0 0 1 0 0,-1 0-1 0 0,1 0 0 0 0,0 0 1 0 0,0 0-1 0 0,-1 0 1 0 0,1 0-1 0 0,0 0 0 0 0,0 0 1 0 0,-1 0-1 0 0,1 0 1 0 0,0 0-1 0 0,0 0 1 0 0,0 0-1 0 0,-1 0 0 0 0,1 0 1 0 0,0 0-1 0 0,0 0 1 0 0,-1 0-1 0 0,1 1 0 0 0,0-1 1 0 0,0 0-1 0 0,0 0 1 0 0,0 0-1 0 0,-1 0 0 0 0,1 0 1 0 0,0 1-1 0 0,0-1 1 0 0,0 0-1 0 0,0 0 1 0 0,0 0-1 0 0,-1 1 0 0 0,1-1 1 0 0,0 0-1 0 0,0 0 1 0 0,0 1-1 0 0,-12 13 223 0 0,7-1-113 0 0,0 0-1 0 0,1 1 1 0 0,1-1 0 0 0,0 1-1 0 0,1 0 1 0 0,1 0-1 0 0,0 0 1 0 0,0 0-1 0 0,2 0 1 0 0,0 0 0 0 0,0 0-1 0 0,1 0 1 0 0,1 0-1 0 0,0-1 1 0 0,1 1-1 0 0,1-1 1 0 0,10 23 0 0 0,3-8-2313 0 0,-14-23-1812 0 0</inkml:trace>
</inkml:ink>
</file>

<file path=ppt/ink/ink14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30:35.5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73 680 0 0,'70'-25'5567'0'0,"-43"15"-4416"0"0,-1 1 0 0 0,48-9 0 0 0,-31 14-1205 0 0,7-2-5486 0 0</inkml:trace>
</inkml:ink>
</file>

<file path=ppt/ink/ink14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30:35.9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371 0 304 0 0,'22'21'2653'0'0,"-18"-18"-2299"0"0,0 0 1 0 0,0 1 0 0 0,-1-1-1 0 0,0 1 1 0 0,1 0-1 0 0,-1 0 1 0 0,0 0-1 0 0,-1 0 1 0 0,1 0-1 0 0,-1 0 1 0 0,0 1 0 0 0,0-1-1 0 0,2 8 1 0 0,-1 5 60 0 0,-1 0 0 0 0,-1 1 0 0 0,0-1 0 0 0,-1 0 0 0 0,-1 1 0 0 0,-1-1 0 0 0,-1 0 0 0 0,0 0 0 0 0,-1 0 0 0 0,-1 0 0 0 0,0-1 0 0 0,-1 0 0 0 0,-1 0 0 0 0,0 0 0 0 0,-2-1 0 0 0,1 0-1 0 0,-2 0 1 0 0,-12 14 0 0 0,4-7-574 0 0,-1-1 0 0 0,-1 0 0 0 0,0-2 0 0 0,-30 21 0 0 0,23-20-1099 0 0,-2-2 0 0 0,0-1 1 0 0,-36 15-1 0 0,27-15-2519 0 0,3-3 287 0 0</inkml:trace>
</inkml:ink>
</file>

<file path=ppt/ink/ink14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30:37.6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316 109 780 0 0,'-2'-10'883'0'0,"0"0"0"0"0,-1 0 0 0 0,-1 0 0 0 0,-6-14 1 0 0,8 21-668 0 0,1-1 0 0 0,-1 1 0 0 0,0 1 0 0 0,1-1 0 0 0,-1 0 0 0 0,-1 0 0 0 0,1 1 0 0 0,0-1 1 0 0,-1 1-1 0 0,1 0 0 0 0,-1 0 0 0 0,1 0 0 0 0,-1 0 0 0 0,0 0 0 0 0,0 0 0 0 0,0 1 0 0 0,-4-2 1 0 0,4 3-154 0 0,0 0 1 0 0,1 0-1 0 0,-1 1 1 0 0,0-1 0 0 0,1 1-1 0 0,-1 0 1 0 0,1 0-1 0 0,-1 0 1 0 0,1 0 0 0 0,0 0-1 0 0,-1 0 1 0 0,1 1-1 0 0,0-1 1 0 0,0 1 0 0 0,-3 2-1 0 0,-29 26 428 0 0,15-8-356 0 0,1 0 0 0 0,1 1 0 0 0,1 1 0 0 0,2 0 0 0 0,0 2 0 0 0,1-1 1 0 0,1 2-1 0 0,2-1 0 0 0,1 1 0 0 0,1 1 0 0 0,1 0 0 0 0,1 0 0 0 0,2 0 0 0 0,1 1 0 0 0,1 0 0 0 0,3 55 0 0 0,2-64-107 0 0,0 0-1 0 0,2 0 1 0 0,0 0 0 0 0,1-1 0 0 0,1 0-1 0 0,1 0 1 0 0,12 21 0 0 0,-14-30-319 0 0,0 1 1 0 0,1-1-1 0 0,1 0 0 0 0,0-1 1 0 0,0 0-1 0 0,0 0 0 0 0,1-1 1 0 0,1 0-1 0 0,0 0 0 0 0,0-1 1 0 0,0-1-1 0 0,21 11 1 0 0,7-8-4334 0 0,-17-9 1974 0 0</inkml:trace>
</inkml:ink>
</file>

<file path=ppt/ink/ink14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30:38.1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83 314 8 0 0,'0'0'793'0'0,"-3"4"-31"0"0,-2 3-409 0 0,0 0 1 0 0,0 0-1 0 0,1 1 1 0 0,0-1-1 0 0,1 1 0 0 0,0 0 1 0 0,0 1-1 0 0,1-1 1 0 0,-2 13-1 0 0,-8 87 1765 0 0,5-23-342 0 0,7-85-1748 0 0,0 1 0 0 0,0-1 0 0 0,0 0 0 0 0,0 0 0 0 0,0 0-1 0 0,0 0 1 0 0,0 1 0 0 0,0-1 0 0 0,0 0 0 0 0,0 0 0 0 0,0 0-1 0 0,0 0 1 0 0,0 1 0 0 0,0-1 0 0 0,0 0 0 0 0,0 0-1 0 0,0 0 1 0 0,0 0 0 0 0,0 1 0 0 0,0-1 0 0 0,0 0 0 0 0,0 0-1 0 0,0 0 1 0 0,0 0 0 0 0,0 1 0 0 0,0-1 0 0 0,0 0 0 0 0,-1 0-1 0 0,1 0 1 0 0,0 0 0 0 0,0 0 0 0 0,0 0 0 0 0,0 1-1 0 0,0-1 1 0 0,0 0 0 0 0,-1 0 0 0 0,1 0 0 0 0,0 0 0 0 0,0 0-1 0 0,0 0 1 0 0,0 0 0 0 0,-1 0 0 0 0,1 0 0 0 0,0 0-1 0 0,0 0 1 0 0,0 0 0 0 0,0 0 0 0 0,-1 0 0 0 0,1 0 0 0 0,0 0-1 0 0,0 0 1 0 0,0 0 0 0 0,0 0 0 0 0,-1 0 0 0 0,-5-12 323 0 0,-3-25-228 0 0,7-12-8 0 0,2 0 1 0 0,2 0 0 0 0,3 0-1 0 0,2 1 1 0 0,13-53 0 0 0,-16 88-99 0 0,25-87 97 0 0,-26 90-104 0 0,1 0 0 0 0,0 0 0 0 0,1 1 0 0 0,0-1 0 0 0,1 1 0 0 0,0 0 0 0 0,10-11-1 0 0,-14 18-1 0 0,-1 1 0 0 0,1 0 0 0 0,0 0 0 0 0,0-1-1 0 0,0 1 1 0 0,-1 1 0 0 0,1-1 0 0 0,0 0 0 0 0,0 0-1 0 0,1 1 1 0 0,-1-1 0 0 0,0 1 0 0 0,0 0 0 0 0,0-1-1 0 0,0 1 1 0 0,0 0 0 0 0,0 0 0 0 0,0 1 0 0 0,0-1-1 0 0,1 0 1 0 0,-1 1 0 0 0,0-1 0 0 0,0 1 0 0 0,0-1-1 0 0,0 1 1 0 0,0 0 0 0 0,0 0 0 0 0,-1 0 0 0 0,1 0-1 0 0,0 0 1 0 0,0 1 0 0 0,-1-1 0 0 0,1 0 0 0 0,2 3-1 0 0,7 6 94 0 0,-1 0 0 0 0,0 1 0 0 0,14 19 0 0 0,-21-27-82 0 0,124 194 1026 0 0,-78-116-667 0 0,19 51 112 0 0,-67-131-531 0 0,0 0-1 0 0,0 1 1 0 0,0-1 0 0 0,0 0 0 0 0,0 1 0 0 0,-1-1 0 0 0,1 1 0 0 0,0-1-1 0 0,-1 1 1 0 0,1 0 0 0 0,-1-1 0 0 0,1 1 0 0 0,-1 0 0 0 0,0-1 0 0 0,0 1-1 0 0,0 0 1 0 0,0-1 0 0 0,0 1 0 0 0,0 0 0 0 0,0-1 0 0 0,-1 1 0 0 0,1 0 0 0 0,0-1-1 0 0,-1 1 1 0 0,0-1 0 0 0,1 1 0 0 0,-1-1 0 0 0,0 1 0 0 0,0-1 0 0 0,0 1-1 0 0,0-1 1 0 0,0 0 0 0 0,0 1 0 0 0,0-1 0 0 0,0 0 0 0 0,0 0 0 0 0,-1 0-1 0 0,1 0 1 0 0,-2 1 0 0 0,-2 1-576 0 0,1-1 0 0 0,-1-1 0 0 0,1 1 0 0 0,-1-1 0 0 0,0 0 0 0 0,0 0 0 0 0,0 0 0 0 0,1 0 0 0 0,-1-1 0 0 0,0 0 0 0 0,0 0 0 0 0,-8-1 0 0 0,-5-1-2109 0 0</inkml:trace>
</inkml:ink>
</file>

<file path=ppt/ink/ink14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30:38.5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39 576 0 0,'31'-19'2737'0'0,"-16"15"-2438"0"0,0 0 0 0 0,0 1 0 0 0,0 1 0 0 0,0 1 0 0 0,1 0 1 0 0,-1 1-1 0 0,27 2 0 0 0,31 0-254 0 0,66-7-3226 0 0,-111 2 1735 0 0</inkml:trace>
</inkml:ink>
</file>

<file path=ppt/ink/ink14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30:38.8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131 269 672 0 0,'-3'1'195'0'0,"0"1"1"0"0,0-1-1 0 0,0 1 0 0 0,0 0 1 0 0,0 0-1 0 0,0 0 0 0 0,1 0 1 0 0,-1 0-1 0 0,1 0 0 0 0,-1 1 1 0 0,1-1-1 0 0,0 1 0 0 0,0 0 0 0 0,0 0 1 0 0,0-1-1 0 0,1 1 0 0 0,-1 0 1 0 0,1 1-1 0 0,0-1 0 0 0,0 0 1 0 0,0 0-1 0 0,0 0 0 0 0,0 1 1 0 0,0 6-1 0 0,-1 10 487 0 0,0 1-1 0 0,2 0 1 0 0,2 22 0 0 0,-1-9 79 0 0,6 26 229 0 0,-2-21-15 0 0,-6-34-20 0 0,-3-16 488 0 0,-9-42-1238 0 0,2 0 0 0 0,3-1 1 0 0,1 0-1 0 0,3-100 0 0 0,4 141-192 0 0,1-1 0 0 0,0 1 0 0 0,1-1-1 0 0,1 1 1 0 0,7-23 0 0 0,-8 29-10 0 0,1 0-1 0 0,0 0 1 0 0,0 1 0 0 0,1-1-1 0 0,0 1 1 0 0,0 0-1 0 0,0 0 1 0 0,1 0 0 0 0,0 1-1 0 0,0-1 1 0 0,1 1 0 0 0,6-5-1 0 0,-9 8 0 0 0,1 0-1 0 0,-1 0 1 0 0,1 1-1 0 0,0-1 0 0 0,0 1 1 0 0,-1 0-1 0 0,1-1 1 0 0,0 2-1 0 0,0-1 0 0 0,0 0 1 0 0,0 1-1 0 0,0 0 0 0 0,1 0 1 0 0,-1 0-1 0 0,0 0 1 0 0,0 1-1 0 0,0 0 0 0 0,0 0 1 0 0,0 0-1 0 0,-1 0 1 0 0,1 0-1 0 0,0 1 0 0 0,0 0 1 0 0,-1-1-1 0 0,1 2 1 0 0,-1-1-1 0 0,0 0 0 0 0,1 1 1 0 0,2 3-1 0 0,0-2 4 0 0,-1 1-1 0 0,1 1 0 0 0,-1-1 1 0 0,-1 1-1 0 0,1-1 1 0 0,-1 2-1 0 0,0-1 0 0 0,0 0 1 0 0,-1 1-1 0 0,0-1 0 0 0,0 1 1 0 0,-1 0-1 0 0,1 0 1 0 0,-1 0-1 0 0,1 10 0 0 0,-4-14 0 0 0,1 0-1 0 0,0 0 0 0 0,-1 1 1 0 0,0-1-1 0 0,0 0 1 0 0,0 0-1 0 0,0 0 0 0 0,0 0 1 0 0,0 0-1 0 0,-1 0 1 0 0,0 0-1 0 0,1 0 0 0 0,-1-1 1 0 0,0 1-1 0 0,-1-1 0 0 0,1 1 1 0 0,0-1-1 0 0,-1 0 1 0 0,-3 3-1 0 0,-57 36 41 0 0,52-35-38 0 0,-1 1-9 0 0,-1 0 0 0 0,-1-2 0 0 0,1 0-1 0 0,-24 6 1 0 0,-13-4-2114 0 0,6-13-5295 0 0,36 2 4472 0 0</inkml:trace>
</inkml:ink>
</file>

<file path=ppt/ink/ink14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30:39.2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394 0 876 0 0,'20'20'842'0'0,"0"0"1"0"0,-1 1-1 0 0,-2 1 1 0 0,0 1-1 0 0,-1 0 0 0 0,-1 1 1 0 0,20 46-1 0 0,-25-46-530 0 0,0 1 0 0 0,-2 0 0 0 0,-2 0-1 0 0,0 1 1 0 0,-1 0 0 0 0,-2 0 0 0 0,0 0 0 0 0,-2 0 0 0 0,-1 0 0 0 0,-1 0 0 0 0,-1 0-1 0 0,-1 0 1 0 0,-13 47 0 0 0,9-53-174 0 0,-1 0 0 0 0,-1 0 0 0 0,-1-1-1 0 0,0 0 1 0 0,-2-1 0 0 0,0 0 0 0 0,-1 0 0 0 0,0-2 0 0 0,-2 0 0 0 0,0 0-1 0 0,-1-1 1 0 0,-27 19 0 0 0,-5 0-151 0 0,-2-2 1 0 0,-2-2-1 0 0,-73 31 0 0 0,58-37-1802 0 0,21-13-4404 0 0,34-9 3019 0 0</inkml:trace>
</inkml:ink>
</file>

<file path=ppt/ink/ink14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30:41.8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109 369 224 0 0,'-31'-124'10232'0'0,"30"175"-9592"0"0,-1-24-445 0 0,13 246 2293 0 0,-34-302-2102 0 0,15 13-293 0 0,0 0-1 0 0,2 0 0 0 0,-1-1 0 0 0,2 0 1 0 0,-6-33-1 0 0,5 10-1 0 0,-2-58 0 0 0,7 80-77 0 0,-1-6 7 0 0,1-1 0 0 0,1 0 1 0 0,1 1-1 0 0,2-1 0 0 0,0 1 1 0 0,12-46-1 0 0,-14 69-19 0 0,-1 0-1 0 0,0 0 1 0 0,1 1-1 0 0,-1-1 1 0 0,0 0-1 0 0,1 1 1 0 0,-1-1-1 0 0,1 0 1 0 0,-1 1 0 0 0,1-1-1 0 0,-1 1 1 0 0,1-1-1 0 0,0 0 1 0 0,-1 1-1 0 0,1-1 1 0 0,-1 1-1 0 0,1 0 1 0 0,0-1 0 0 0,0 1-1 0 0,-1 0 1 0 0,1-1-1 0 0,0 1 1 0 0,0 0-1 0 0,-1 0 1 0 0,1 0-1 0 0,0-1 1 0 0,1 1 0 0 0,23 10 11 0 0,16 28-23 0 0,-39-36 9 0 0,192 195 5 0 0,-164-170 6 0 0,1-2 1 0 0,1-1-1 0 0,1-2 1 0 0,69 35 0 0 0,-100-56-10 0 0,1 1-1 0 0,0-1 1 0 0,0 0 0 0 0,0 0 0 0 0,0 0 0 0 0,1 0-1 0 0,-1 0 1 0 0,0-1 0 0 0,0 1 0 0 0,0-1 0 0 0,1 0 0 0 0,-1 0-1 0 0,0 0 1 0 0,0-1 0 0 0,0 1 0 0 0,1-1 0 0 0,-1 1 0 0 0,0-1-1 0 0,0 0 1 0 0,0 0 0 0 0,0-1 0 0 0,0 1 0 0 0,0 0-1 0 0,4-4 1 0 0,-4 2 6 0 0,0-1-1 0 0,1 0 0 0 0,-1 0 0 0 0,0 0 1 0 0,-1 0-1 0 0,1 0 0 0 0,-1-1 1 0 0,0 1-1 0 0,0-1 0 0 0,0 0 1 0 0,-1 1-1 0 0,1-1 0 0 0,-1 0 0 0 0,0 0 1 0 0,0-7-1 0 0,-1-5 61 0 0,0-1-1 0 0,-1 0 1 0 0,0 1-1 0 0,-2-1 1 0 0,0 1 0 0 0,-1 0-1 0 0,-1 0 1 0 0,0 0-1 0 0,-9-16 1 0 0,-17-68 288 0 0,19 68-202 0 0,0-12-403 0 0,15 45-1006 0 0,6 10 644 0 0,5 13-391 0 0,15 33-2060 0 0,-8-21-2254 0 0,-11-21 2524 0 0</inkml:trace>
</inkml:ink>
</file>

<file path=ppt/ink/ink14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30:42.2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64 37 476 0 0,'-4'1'719'0'0,"2"-1"-557"0"0,-1 1-1 0 0,1 0 1 0 0,-1-1 0 0 0,1 1 0 0 0,0 0 0 0 0,-1 0 0 0 0,1 1-1 0 0,0-1 1 0 0,0 0 0 0 0,0 1 0 0 0,0-1 0 0 0,0 1 0 0 0,0 0-1 0 0,0-1 1 0 0,1 1 0 0 0,-1 0 0 0 0,1 0 0 0 0,-1 0 0 0 0,-1 5 0 0 0,0-1 44 0 0,0 0 1 0 0,1 0-1 0 0,0 0 1 0 0,0 0-1 0 0,1 1 1 0 0,-1-1-1 0 0,2 1 1 0 0,-1 7-1 0 0,0-8-87 0 0,1 1 0 0 0,0 0 0 0 0,0 0 0 0 0,0-1 0 0 0,1 1 1 0 0,0 0-1 0 0,1-1 0 0 0,-1 1 0 0 0,1-1 0 0 0,1 1 0 0 0,-1-1 0 0 0,1 0 0 0 0,0 0 0 0 0,1 0 0 0 0,-1 0 0 0 0,1-1 0 0 0,6 8 0 0 0,-8-12-62 0 0,-1 1-1 0 0,1 0 0 0 0,0-1 0 0 0,0 1 0 0 0,0-1 0 0 0,0 1 0 0 0,1-1 0 0 0,-1 0 0 0 0,0 0 0 0 0,1 0 0 0 0,-1 0 0 0 0,0-1 0 0 0,1 1 0 0 0,-1 0 1 0 0,1-1-1 0 0,-1 0 0 0 0,1 0 0 0 0,-1 0 0 0 0,1 0 0 0 0,-1 0 0 0 0,1 0 0 0 0,-1 0 0 0 0,1-1 0 0 0,-1 1 0 0 0,1-1 0 0 0,-1 0 0 0 0,0 0 1 0 0,1 0-1 0 0,-1 0 0 0 0,0 0 0 0 0,0 0 0 0 0,0-1 0 0 0,0 1 0 0 0,0-1 0 0 0,0 0 0 0 0,0 1 0 0 0,0-1 0 0 0,-1 0 0 0 0,1 0 0 0 0,-1 0 1 0 0,1 0-1 0 0,-1 0 0 0 0,0 0 0 0 0,0-1 0 0 0,2-3 0 0 0,1-2 100 0 0,0-1 1 0 0,0-1-1 0 0,-1 1 0 0 0,0 0 1 0 0,-1-1-1 0 0,0 1 0 0 0,0-1 1 0 0,-1 0-1 0 0,-1 0 0 0 0,0-15 0 0 0,-1 18-75 0 0,-1-1-1 0 0,0 1 0 0 0,0 0 1 0 0,0 0-1 0 0,-1 0 0 0 0,0 0 1 0 0,-1 0-1 0 0,1 0 0 0 0,-1 1 1 0 0,-6-8-1 0 0,8 12-72 0 0,0-1 1 0 0,0 1 0 0 0,0 0-1 0 0,0 0 1 0 0,0 0-1 0 0,0 0 1 0 0,-1 0 0 0 0,1 0-1 0 0,0 1 1 0 0,-1-1-1 0 0,1 1 1 0 0,-1 0 0 0 0,0 0-1 0 0,0 0 1 0 0,1 0-1 0 0,-1 0 1 0 0,0 0 0 0 0,0 1-1 0 0,0-1 1 0 0,0 1-1 0 0,0 0 1 0 0,0 0 0 0 0,0 0-1 0 0,0 0 1 0 0,1 1-1 0 0,-1-1 1 0 0,-5 2 0 0 0,6-1-96 0 0,1-1 0 0 0,0 1 1 0 0,0 0-1 0 0,-1 0 0 0 0,1-1 1 0 0,0 1-1 0 0,0 0 1 0 0,0 0-1 0 0,0 0 0 0 0,0 0 1 0 0,0 1-1 0 0,0-1 0 0 0,0 0 1 0 0,0 0-1 0 0,0 0 0 0 0,1 1 1 0 0,-1-1-1 0 0,0 1 1 0 0,1-1-1 0 0,-1 0 0 0 0,1 1 1 0 0,0-1-1 0 0,0 1 0 0 0,-1-1 1 0 0,1 1-1 0 0,0-1 1 0 0,0 1-1 0 0,0-1 0 0 0,1 3 1 0 0,-1-1-348 0 0,0-1 0 0 0,1 1 1 0 0,-1 0-1 0 0,1-1 1 0 0,0 1-1 0 0,0-1 0 0 0,0 1 1 0 0,0-1-1 0 0,0 0 0 0 0,1 0 1 0 0,-1 1-1 0 0,1-1 1 0 0,-1 0-1 0 0,1 0 0 0 0,2 2 1 0 0,4 1-1999 0 0</inkml:trace>
</inkml:ink>
</file>

<file path=ppt/ink/ink14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30:42.6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 12 504 0 0,'0'0'3013'0'0,"-3"2"-2351"0"0,-1 3-481 0 0,1 1-1 0 0,-1-1 1 0 0,1 0 0 0 0,0 1-1 0 0,1-1 1 0 0,-1 1 0 0 0,1 0-1 0 0,0 0 1 0 0,0 0 0 0 0,1 0 0 0 0,0 0-1 0 0,0 1 1 0 0,1-1 0 0 0,-1 0-1 0 0,1 0 1 0 0,0 1 0 0 0,1-1-1 0 0,0 0 1 0 0,0 0 0 0 0,0 0-1 0 0,1 0 1 0 0,0 0 0 0 0,0 0-1 0 0,0 0 1 0 0,1 0 0 0 0,4 7-1 0 0,-5-8-131 0 0,1-1 0 0 0,-1 0-1 0 0,1 1 1 0 0,0-1 0 0 0,0 0 0 0 0,0-1-1 0 0,0 1 1 0 0,1 0 0 0 0,-1-1-1 0 0,1 0 1 0 0,0 0 0 0 0,0 0 0 0 0,0 0-1 0 0,1 0 1 0 0,-1-1 0 0 0,1 0-1 0 0,-1 0 1 0 0,1 0 0 0 0,0-1 0 0 0,0 1-1 0 0,-1-1 1 0 0,1 0 0 0 0,0-1-1 0 0,0 1 1 0 0,0-1 0 0 0,0 0 0 0 0,0 0-1 0 0,0-1 1 0 0,0 1 0 0 0,0-1-1 0 0,0 0 1 0 0,0-1 0 0 0,0 1 0 0 0,6-3-1 0 0,-4 0 44 0 0,0-1 0 0 0,0 1-1 0 0,0-1 1 0 0,-1 0 0 0 0,1 0-1 0 0,-1-1 1 0 0,-1 0 0 0 0,1 0-1 0 0,-1-1 1 0 0,0 1 0 0 0,0-1-1 0 0,-1 0 1 0 0,0 0 0 0 0,4-10-1 0 0,-5 11-16 0 0,0-1 0 0 0,-1 0 0 0 0,0 1 0 0 0,0-1 0 0 0,0 0 0 0 0,-1 0 0 0 0,0 0 0 0 0,0 0-1 0 0,-1-1 1 0 0,0 1 0 0 0,0 0 0 0 0,-1 0 0 0 0,0 0 0 0 0,0 0 0 0 0,-1 0 0 0 0,-4-13 0 0 0,-4 9-2035 0 0,9 11 1841 0 0,1 0 0 0 0,-1 0 0 0 0,1 1 0 0 0,0-1 0 0 0,-1 0 0 0 0,1 0 0 0 0,-1 1 0 0 0,1-1 0 0 0,0 1 0 0 0,-1-1 0 0 0,1 0-1 0 0,0 1 1 0 0,-1-1 0 0 0,1 1 0 0 0,0-1 0 0 0,0 0 0 0 0,-1 1 0 0 0,1-1 0 0 0,0 1 0 0 0,0-1 0 0 0,0 1 0 0 0,0-1 0 0 0,0 1 0 0 0,-1-1-1 0 0,1 1 1 0 0,0-1 0 0 0,0 1 0 0 0,0-1 0 0 0,0 1 0 0 0,1-1 0 0 0,-1 1 0 0 0,0-1 0 0 0,0 1 0 0 0,0-1 0 0 0,0 1 0 0 0,1 5-2595 0 0,2 1 207 0 0</inkml:trace>
</inkml:ink>
</file>

<file path=ppt/ink/ink14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30:43.0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0 176 0 0,'5'1'5596'0'0,"-5"-1"-5490"0"0,10 20 1744 0 0,9 23-494 0 0,-16-34-1096 0 0,-1-3 9 0 0,0 1 0 0 0,0-1-1 0 0,0 0 1 0 0,1 0-1 0 0,0 0 1 0 0,5 6-1 0 0,-7-11-114 0 0,24-29 430 0 0,-12 16-401 0 0,0 0-1 0 0,2 0 1 0 0,-1 1-1 0 0,1 1 0 0 0,1 1 1 0 0,28-14-1 0 0,-43 23-164 0 0,1 0 0 0 0,-1 0 0 0 0,1 0 0 0 0,-1 0-1 0 0,0 0 1 0 0,1 0 0 0 0,-1 0 0 0 0,1 1 0 0 0,-1-1-1 0 0,1 0 1 0 0,-1 1 0 0 0,0-1 0 0 0,1 1 0 0 0,-1-1 0 0 0,0 1-1 0 0,1 0 1 0 0,-1 0 0 0 0,0-1 0 0 0,2 3 0 0 0,23 21 251 0 0,-19-18-205 0 0,-1 1-173 0 0,1 0 0 0 0,-1 1 1 0 0,-1-1-1 0 0,1 1 1 0 0,7 16-1 0 0,-10-16-943 0 0,2 0 0 0 0,-1 0 0 0 0,1-1 0 0 0,1 1 0 0 0,-1-1 0 0 0,1 0 0 0 0,13 11 0 0 0,-6-8-1685 0 0</inkml:trace>
</inkml:ink>
</file>

<file path=ppt/ink/ink14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30:52.9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13 173 7341 0 0,'2'-16'156'0'0,"-1"1"1"0"0,-1-1 0 0 0,0 0 0 0 0,-1 1 0 0 0,-5-22-1 0 0,1-1 597 0 0,2 19 8 0 0,2 23-68 0 0,5 32-263 0 0,6 13-311 0 0,3 0 0 0 0,2-1-1 0 0,2 0 1 0 0,1-1 0 0 0,3-1-1 0 0,2-1 1 0 0,49 71 0 0 0,-71-115-72 0 0,0 1 1 0 0,-1-1-1 0 0,1 1 1 0 0,1-1-1 0 0,-1 1 1 0 0,0-1-1 0 0,0 0 1 0 0,0 1-1 0 0,1-1 1 0 0,-1 0-1 0 0,1 0 1 0 0,-1 0-1 0 0,1 0 1 0 0,-1 0-1 0 0,1-1 1 0 0,2 2-1 0 0,-3-3-28 0 0,-1 1 0 0 0,1-1-1 0 0,0 0 1 0 0,0 1 0 0 0,0-1-1 0 0,0 0 1 0 0,0 0 0 0 0,-1 1-1 0 0,1-1 1 0 0,0 0 0 0 0,0 0-1 0 0,-1 0 1 0 0,1 0 0 0 0,-1 0 0 0 0,1 0-1 0 0,-1 0 1 0 0,0 0 0 0 0,1 0-1 0 0,-1-1 1 0 0,0 1 0 0 0,0 0-1 0 0,1 0 1 0 0,-1 0 0 0 0,0 0-1 0 0,0 0 1 0 0,0 0 0 0 0,-1-2 0 0 0,67-375 755 0 0,-59 349-765 0 0,-4 20-148 0 0,0-1 0 0 0,-1 0-1 0 0,2-20 1 0 0,-4 30 43 0 0,0 0 0 0 0,0 0 1 0 0,0-1-1 0 0,0 1 0 0 0,0 0 0 0 0,0 0 0 0 0,0 0 0 0 0,0-1 0 0 0,0 1 0 0 0,0 0 0 0 0,0 0 0 0 0,1 0 0 0 0,-1-1 1 0 0,0 1-1 0 0,0 0 0 0 0,0 0 0 0 0,0 0 0 0 0,0-1 0 0 0,1 1 0 0 0,-1 0 0 0 0,0 0 0 0 0,0 0 0 0 0,0 0 0 0 0,1 0 1 0 0,-1 0-1 0 0,0-1 0 0 0,0 1 0 0 0,0 0 0 0 0,1 0 0 0 0,-1 0 0 0 0,0 0 0 0 0,0 0 0 0 0,1 0 0 0 0,-1 0 0 0 0,0 0 1 0 0,0 0-1 0 0,1 0 0 0 0,-1 0 0 0 0,0 0 0 0 0,0 0 0 0 0,0 0 0 0 0,1 0 0 0 0,-1 0 0 0 0,0 0 0 0 0,0 1 0 0 0,1-1 1 0 0,-1 0-1 0 0,0 0 0 0 0,0 0 0 0 0,0 0 0 0 0,0 0 0 0 0,1 0 0 0 0,-1 1 0 0 0,9 4-3145 0 0,-4 1 424 0 0</inkml:trace>
</inkml:ink>
</file>

<file path=ppt/ink/ink14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30:54.1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0 543 120 0 0,'0'0'1543'0'0,"30"-28"1580"0"0,-9 6-2359 0 0,-1 0 0 0 0,-1-2 0 0 0,0 0 0 0 0,-2-1 0 0 0,-2-1 0 0 0,15-29 0 0 0,-29 53-722 0 0,-1 1-1 0 0,1-1 0 0 0,0 0 1 0 0,0 0-1 0 0,-1 1 1 0 0,1-1-1 0 0,-1 0 1 0 0,0 0-1 0 0,1 1 0 0 0,-1-1 1 0 0,0 0-1 0 0,0 0 1 0 0,0 0-1 0 0,0 0 0 0 0,-1 1 1 0 0,1-1-1 0 0,0 0 1 0 0,-1 0-1 0 0,1 0 0 0 0,-1 1 1 0 0,0-1-1 0 0,1 0 1 0 0,-1 1-1 0 0,0-1 0 0 0,0 1 1 0 0,0-1-1 0 0,-2-1 1 0 0,3 2 34 0 0,-20 14 47 0 0,14-9-102 0 0,0 0 0 0 0,1 1 1 0 0,0 0-1 0 0,-1 0 0 0 0,2 0 0 0 0,-1 1 1 0 0,1 0-1 0 0,-1 0 0 0 0,2 0 0 0 0,-1 0 0 0 0,1 1 1 0 0,0-1-1 0 0,0 1 0 0 0,1 0 0 0 0,-1 0 1 0 0,0 7-1 0 0,1-6-9 0 0,0 1-1 0 0,1 0 1 0 0,0-1 0 0 0,0 1 0 0 0,1 0 0 0 0,0 0-1 0 0,1 0 1 0 0,0-1 0 0 0,0 1 0 0 0,1 0 0 0 0,0-1-1 0 0,5 15 1 0 0,-5-21-9 0 0,-1 1-1 0 0,1-1 1 0 0,-1 0-1 0 0,1 1 1 0 0,0-1-1 0 0,0 0 1 0 0,0 0 0 0 0,0 0-1 0 0,0 0 1 0 0,0 0-1 0 0,0-1 1 0 0,1 1-1 0 0,-1-1 1 0 0,1 1-1 0 0,-1-1 1 0 0,1 0-1 0 0,0 0 1 0 0,-1 0 0 0 0,1 0-1 0 0,0-1 1 0 0,0 1-1 0 0,0-1 1 0 0,-1 0-1 0 0,1 1 1 0 0,0-1-1 0 0,0-1 1 0 0,0 1-1 0 0,0 0 1 0 0,-1-1 0 0 0,1 1-1 0 0,0-1 1 0 0,0 0-1 0 0,-1 0 1 0 0,1 0-1 0 0,3-2 1 0 0,10-3 3 0 0,1-2 0 0 0,-1 0 0 0 0,0-1 0 0 0,14-12 0 0 0,-24 17-4 0 0,7-5-1 0 0,-1-1 0 0 0,0-1-1 0 0,0 0 1 0 0,-1-1 0 0 0,-1 0-1 0 0,0-1 1 0 0,-1 0 0 0 0,0 0 0 0 0,-1-1-1 0 0,0 0 1 0 0,-1-1 0 0 0,6-18-1 0 0,-13 32-2 0 0,1-1 4 0 0,0-2-2 0 0,-1 3 14 0 0,3 3-14 0 0,1 2 0 0 0,1 0-1 0 0,-1 0 0 0 0,0 0 1 0 0,0 1-1 0 0,-1-1 0 0 0,1 1 1 0 0,-1 0-1 0 0,0 0 0 0 0,-1 0 1 0 0,1 1-1 0 0,-1-1 0 0 0,0 1 1 0 0,0-1-1 0 0,0 1 0 0 0,-1 0 1 0 0,0 0-1 0 0,0 9 0 0 0,0-9 1 0 0,0-1 1 0 0,0 1-1 0 0,0 0 0 0 0,0-1 1 0 0,1 1-1 0 0,0-1 0 0 0,0 1 1 0 0,1-1-1 0 0,4 8 0 0 0,-6-11 1 0 0,1-1-1 0 0,-1 0 0 0 0,1 1 1 0 0,0-1-1 0 0,0 0 1 0 0,-1 0-1 0 0,1 0 0 0 0,0 0 1 0 0,0 0-1 0 0,0 0 1 0 0,0-1-1 0 0,0 1 0 0 0,0 0 1 0 0,0-1-1 0 0,1 0 1 0 0,-1 0-1 0 0,0 1 0 0 0,0-1 1 0 0,0 0-1 0 0,0-1 1 0 0,0 1-1 0 0,0 0 0 0 0,4-1 1 0 0,-1-1-3 0 0,0 1 1 0 0,1 0-1 0 0,-1-1 1 0 0,0 0-1 0 0,0 0 1 0 0,0-1-1 0 0,5-3 0 0 0,4-7 3 0 0,-1-1-1 0 0,0 0 1 0 0,-1-1-1 0 0,-1-1 0 0 0,0 0 1 0 0,-1 0-1 0 0,11-25 0 0 0,-20 39-1 0 0,11-23 6 0 0,-1-1 0 0 0,-1 0 0 0 0,-1-1 0 0 0,-2 0 0 0 0,0 0 0 0 0,-2-1 0 0 0,-1 0 0 0 0,0-34 0 0 0,-4 61-2 0 0,-1-29 259 0 0,-1 28-120 0 0,-2 19-108 0 0,-12 53 28 0 0,9-48-42 0 0,2 0-1 0 0,1 0 1 0 0,0 1 0 0 0,2-1 0 0 0,0 25 0 0 0,0-13-16 0 0,1-29 2 0 0,1 0-1 0 0,-1 0 1 0 0,1 0 0 0 0,-1 0-1 0 0,1 0 1 0 0,1 0-1 0 0,-1 0 1 0 0,1 0 0 0 0,0 0-1 0 0,0-1 1 0 0,0 1-1 0 0,5 9 1 0 0,-5-12-5 0 0,1-1 1 0 0,-1 0 0 0 0,1 0-1 0 0,0 1 1 0 0,-1-1 0 0 0,1 0-1 0 0,0-1 1 0 0,0 1-1 0 0,0 0 1 0 0,0 0 0 0 0,0-1-1 0 0,0 1 1 0 0,0-1 0 0 0,0 0-1 0 0,0 1 1 0 0,0-1-1 0 0,0 0 1 0 0,3-1 0 0 0,45-4 16 0 0,-32 3-24 0 0,-17 2 5 0 0,69-2 6 0 0,-67 1-5 0 0,-1 1 0 0 0,1 0 1 0 0,-1 0-1 0 0,1 0 0 0 0,-1 1 0 0 0,1-1 0 0 0,0 1 0 0 0,-1-1 0 0 0,1 1 0 0 0,-1 0 0 0 0,0 0 0 0 0,1 0 0 0 0,-1 0 0 0 0,0 0 0 0 0,1 1 1 0 0,-1-1-1 0 0,0 1 0 0 0,0-1 0 0 0,0 1 0 0 0,0 0 0 0 0,-1 0 0 0 0,1-1 0 0 0,1 4 0 0 0,-3-4 1 0 0,0 1 0 0 0,0-1 0 0 0,0 1-1 0 0,-1 0 1 0 0,1-1 0 0 0,0 1 0 0 0,-1-1 0 0 0,1 1-1 0 0,-1-1 1 0 0,0 1 0 0 0,0-1 0 0 0,1 0 0 0 0,-1 1 0 0 0,0-1-1 0 0,0 0 1 0 0,0 0 0 0 0,0 0 0 0 0,0 1 0 0 0,-1-1-1 0 0,1 0 1 0 0,0 0 0 0 0,0-1 0 0 0,-3 2 0 0 0,-37 25 24 0 0,33-23-22 0 0,-50 22 89 0 0,46-23-263 0 0,1 1-1 0 0,0 1 0 0 0,-21 12 0 0 0,21-11-870 0 0,-3-1-5284 0 0</inkml:trace>
</inkml:ink>
</file>

<file path=ppt/ink/ink14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30:55.2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0 158 180 0 0,'39'-25'4190'0'0,"27"-2"-3916"0"0,-65 27-265 0 0,42-26 110 0 0,-40 24 145 0 0,1 1 1 0 0,-1-1-1 0 0,1 0 0 0 0,-1-1 1 0 0,0 1-1 0 0,0 0 1 0 0,0-1-1 0 0,0 0 0 0 0,0 0 1 0 0,2-3-1 0 0,8-7 670 0 0,-12 12-774 0 0,1-2 123 0 0,-1 0 1 0 0,1-1-1 0 0,0 1 0 0 0,-1-1 1 0 0,0 1-1 0 0,0-1 0 0 0,0 1 1 0 0,0-5-1 0 0,0 6 529 0 0,-13 19-769 0 0,1 1 0 0 0,1 0-1 0 0,0 1 1 0 0,1 0 0 0 0,2 0 0 0 0,0 1 0 0 0,1 0 0 0 0,0 0 0 0 0,2 1 0 0 0,1-1 0 0 0,0 1 0 0 0,1 0-1 0 0,2 0 1 0 0,0 0 0 0 0,1 0 0 0 0,5 28 0 0 0,-1-22-96 0 0,0 1 0 0 0,2-1 0 0 0,1 0 0 0 0,1 0-1 0 0,2-1 1 0 0,0 0 0 0 0,2-1 0 0 0,1 0 0 0 0,1-1 0 0 0,0-1 0 0 0,36 39 0 0 0,-48-58-121 0 0,52 47-1483 0 0,-11-28-4440 0 0,-33-21 3677 0 0</inkml:trace>
</inkml:ink>
</file>

<file path=ppt/ink/ink14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30:55.9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68 74 664 0 0,'-1'0'233'0'0,"0"1"0"0"0,1-1 0 0 0,-1 0 0 0 0,0 0 0 0 0,0 1 0 0 0,1-1 0 0 0,-1 0 0 0 0,0 1 0 0 0,0-1 0 0 0,1 1 0 0 0,-1-1 0 0 0,0 1 0 0 0,1-1 0 0 0,-1 1 0 0 0,1-1 0 0 0,-1 1 0 0 0,1 0 0 0 0,-1-1 0 0 0,1 1 0 0 0,-1 0 0 0 0,-4 10 204 0 0,1 0 1 0 0,0 0-1 0 0,1 1 1 0 0,0-1-1 0 0,-1 20 1 0 0,-3 5 204 0 0,1-6-143 0 0,1 0 1 0 0,2 0-1 0 0,0 32 0 0 0,2-58-11 0 0,1-8-184 0 0,-2-19-79 0 0,-1-33-140 0 0,9-82 126 0 0,-4 122-181 0 0,0 1 0 0 0,1-1 0 0 0,1 1 0 0 0,0 0 0 0 0,1 0 0 0 0,11-24 0 0 0,-15 38-29 0 0,-1 1 0 0 0,0-1 0 0 0,1 1-1 0 0,-1-1 1 0 0,0 0 0 0 0,1 1-1 0 0,-1-1 1 0 0,0 1 0 0 0,1-1-1 0 0,-1 1 1 0 0,1-1 0 0 0,-1 1-1 0 0,1 0 1 0 0,-1-1 0 0 0,1 1 0 0 0,-1 0-1 0 0,1-1 1 0 0,0 1 0 0 0,-1 0-1 0 0,1-1 1 0 0,-1 1 0 0 0,1 0-1 0 0,0 0 1 0 0,-1 0 0 0 0,1 0 0 0 0,0 0-1 0 0,-1 0 1 0 0,1 0 0 0 0,0 0-1 0 0,-1 0 1 0 0,1 0 0 0 0,0 0-1 0 0,-1 0 1 0 0,1 0 0 0 0,0 0-1 0 0,0 1 1 0 0,22 20 25 0 0,12 39 9 0 0,-33-57-34 0 0,21 42-36 0 0,2-1 0 0 0,54 71 0 0 0,-79-114 33 0 0,1 0 0 0 0,-1-1 0 0 0,1 1 0 0 0,0 0-1 0 0,-1-1 1 0 0,1 1 0 0 0,0 0 0 0 0,-1-1 0 0 0,1 1 0 0 0,0-1-1 0 0,0 1 1 0 0,-1-1 0 0 0,1 0 0 0 0,0 1 0 0 0,0-1 0 0 0,0 0 0 0 0,0 1-1 0 0,-1-1 1 0 0,1 0 0 0 0,0 0 0 0 0,0 0 0 0 0,0 0 0 0 0,0 0-1 0 0,0 0 1 0 0,0 0 0 0 0,0 0 0 0 0,0 0 0 0 0,0-1 0 0 0,2 0-2 0 0,-1 0 0 0 0,0 0 1 0 0,0 0-1 0 0,-1 0 0 0 0,1-1 1 0 0,0 1-1 0 0,0-1 0 0 0,-1 1 0 0 0,1-1 1 0 0,2-3-1 0 0,27-50-4 0 0,-30 53 10 0 0,14-36-103 0 0,-1-1-1 0 0,-2 0 0 0 0,10-57 1 0 0,-19 89-2086 0 0</inkml:trace>
</inkml:ink>
</file>

<file path=ppt/ink/ink14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30:56.4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41 254 132 0 0,'-1'34'2875'0'0,"0"-26"-2342"0"0,0 0 1 0 0,1 1-1 0 0,0-1 0 0 0,1 0 0 0 0,0 1 1 0 0,2 10-1 0 0,3 10 1588 0 0,-14-48-28 0 0,5 10-1998 0 0,-9-30 308 0 0,-10-56 1 0 0,20 80-344 0 0,1-1 1 0 0,0 1-1 0 0,1 0 1 0 0,1 0-1 0 0,0-1 1 0 0,1 1-1 0 0,5-17 1 0 0,-6 27-48 0 0,1 0 1 0 0,0 1 0 0 0,0-1-1 0 0,0 1 1 0 0,1-1-1 0 0,0 1 1 0 0,0 0 0 0 0,0 0-1 0 0,0 0 1 0 0,0 0-1 0 0,1 0 1 0 0,0 1 0 0 0,0 0-1 0 0,0-1 1 0 0,0 1 0 0 0,0 1-1 0 0,1-1 1 0 0,-1 1-1 0 0,1 0 1 0 0,0 0 0 0 0,-1 0-1 0 0,1 0 1 0 0,0 1-1 0 0,0 0 1 0 0,0 0 0 0 0,0 0-1 0 0,0 1 1 0 0,0 0-1 0 0,1 0 1 0 0,-1 0 0 0 0,0 0-1 0 0,0 1 1 0 0,0 0-1 0 0,0 0 1 0 0,0 0 0 0 0,0 1-1 0 0,-1 0 1 0 0,1 0 0 0 0,0 0-1 0 0,-1 0 1 0 0,1 1-1 0 0,-1-1 1 0 0,0 1 0 0 0,0 0-1 0 0,0 1 1 0 0,0-1-1 0 0,0 1 1 0 0,-1 0 0 0 0,0 0-1 0 0,4 5 1 0 0,-4-5-2 0 0,-1-1 1 0 0,0 1 0 0 0,0 0-1 0 0,0 0 1 0 0,0 0-1 0 0,-1 0 1 0 0,0 1 0 0 0,0-1-1 0 0,0 0 1 0 0,0 1-1 0 0,-1-1 1 0 0,1 0 0 0 0,-1 1-1 0 0,0-1 1 0 0,0 1 0 0 0,-1-1-1 0 0,1 0 1 0 0,-1 1-1 0 0,0-1 1 0 0,-1 0 0 0 0,1 0-1 0 0,0 1 1 0 0,-3 3-1 0 0,1-3-299 0 0,-1 0-1 0 0,1 0 1 0 0,-1-1 0 0 0,0 1-1 0 0,0-1 1 0 0,0 0-1 0 0,-1 0 1 0 0,1-1 0 0 0,-1 1-1 0 0,0-1 1 0 0,0 0-1 0 0,0 0 1 0 0,-1 0-1 0 0,1-1 1 0 0,0 0 0 0 0,-1 0-1 0 0,-6 1 1 0 0,2-2-2804 0 0,0-2 235 0 0</inkml:trace>
</inkml:ink>
</file>

<file path=ppt/ink/ink14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30:56.7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490 1 980 0 0,'11'8'428'0'0,"-1"2"1"0"0,-1-1-1 0 0,0 1 1 0 0,0 1-1 0 0,-1 0 0 0 0,0 0 1 0 0,-1 0-1 0 0,0 1 1 0 0,-1 0-1 0 0,0 0 0 0 0,-1 1 1 0 0,-1 0-1 0 0,0 0 1 0 0,0 0-1 0 0,-1 0 0 0 0,-1 1 1 0 0,0-1-1 0 0,-1 23 1 0 0,0-17-201 0 0,-2-1 0 0 0,-1 1 1 0 0,0 0-1 0 0,-1 0 1 0 0,-1-1-1 0 0,-1 0 1 0 0,0 0-1 0 0,-2 0 1 0 0,0 0-1 0 0,0-1 0 0 0,-2-1 1 0 0,0 1-1 0 0,-1-1 1 0 0,-1-1-1 0 0,0 0 1 0 0,-17 17-1 0 0,-2-3-274 0 0,-2-2-1 0 0,0-1 1 0 0,-2-1 0 0 0,-1-2-1 0 0,-49 25 1 0 0,29-22-3583 0 0,-79 26 0 0 0,86-36 554 0 0</inkml:trace>
</inkml:ink>
</file>

<file path=ppt/ink/ink14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30:59.0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433 36 272 0 0,'-9'-14'1622'0'0,"9"13"-1531"0"0,-1 0 0 0 0,1 0-1 0 0,0 0 1 0 0,-1-1 0 0 0,0 1-1 0 0,1 0 1 0 0,-1 0-1 0 0,0 0 1 0 0,1 0 0 0 0,-1 0-1 0 0,0 0 1 0 0,0 0 0 0 0,0 0-1 0 0,0 1 1 0 0,0-1 0 0 0,0 0-1 0 0,0 0 1 0 0,0 1-1 0 0,0-1 1 0 0,0 1 0 0 0,0-1-1 0 0,-1 1 1 0 0,1-1 0 0 0,0 1-1 0 0,0 0 1 0 0,-1-1-1 0 0,1 1 1 0 0,0 0 0 0 0,0 0-1 0 0,-1 0 1 0 0,1 0 0 0 0,0 0-1 0 0,0 0 1 0 0,-1 1-1 0 0,1-1 1 0 0,0 0 0 0 0,0 1-1 0 0,0-1 1 0 0,-1 1 0 0 0,1-1-1 0 0,0 1 1 0 0,0-1 0 0 0,0 1-1 0 0,0 0 1 0 0,0-1-1 0 0,0 1 1 0 0,0 0 0 0 0,0 0-1 0 0,-1 1 1 0 0,-31 24 564 0 0,1 1 1 0 0,2 1-1 0 0,-45 54 0 0 0,47-51-316 0 0,7-8-138 0 0,2 1 0 0 0,1 0 0 0 0,1 2 0 0 0,1 0 0 0 0,1 1 0 0 0,1 0 0 0 0,2 1 0 0 0,1 1 0 0 0,-12 43 0 0 0,20-58-140 0 0,1 0 0 0 0,0 0 0 0 0,1 0 1 0 0,1 0-1 0 0,0 1 0 0 0,0-1 1 0 0,2 0-1 0 0,0 0 0 0 0,6 24 1 0 0,-4-27-60 0 0,0-1 0 0 0,0 1 1 0 0,1-1-1 0 0,1-1 1 0 0,0 1-1 0 0,0-1 1 0 0,1 0-1 0 0,0 0 1 0 0,0-1-1 0 0,1 0 1 0 0,0 0-1 0 0,1 0 1 0 0,15 9-1 0 0,-11-9-262 0 0,-1 0 0 0 0,1-2 0 0 0,1 1 0 0 0,0-2 0 0 0,-1 0 0 0 0,29 6-1 0 0,-28-8-852 0 0,0-1-1 0 0,1 0 0 0 0,-1-2 0 0 0,16 0 0 0 0,-1-3-1503 0 0</inkml:trace>
</inkml:ink>
</file>

<file path=ppt/ink/ink15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30:59.6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65 90 592 0 0,'0'0'2248'0'0,"-1"4"-1584"0"0,-7 20 202 0 0,1 1 0 0 0,2 0 0 0 0,0 1 0 0 0,-2 48 0 0 0,-5 34 536 0 0,12-108-1384 0 0,1 0-1 0 0,-1 0 0 0 0,0 1 1 0 0,0-1-1 0 0,0 0 0 0 0,0 0 1 0 0,0 0-1 0 0,0 0 1 0 0,0 0-1 0 0,0 1 0 0 0,0-1 1 0 0,0 0-1 0 0,0 0 0 0 0,0 0 1 0 0,0 0-1 0 0,0 0 1 0 0,0 1-1 0 0,0-1 0 0 0,0 0 1 0 0,0 0-1 0 0,0 0 0 0 0,0 0 1 0 0,0 0-1 0 0,0 1 1 0 0,0-1-1 0 0,0 0 0 0 0,0 0 1 0 0,-1 0-1 0 0,1 0 0 0 0,0 0 1 0 0,0 0-1 0 0,0 1 1 0 0,0-1-1 0 0,0 0 0 0 0,0 0 1 0 0,0 0-1 0 0,0 0 0 0 0,-1 0 1 0 0,1 0-1 0 0,0 0 1 0 0,0 0-1 0 0,0 0 0 0 0,0 0 1 0 0,0 0-1 0 0,-1 1 0 0 0,1-1 1 0 0,0 0-1 0 0,0 0 1 0 0,0 0-1 0 0,0 0 0 0 0,0 0 1 0 0,-1 0-1 0 0,1 0 0 0 0,0 0 1 0 0,0 0-1 0 0,0 0 1 0 0,0-1-1 0 0,0 1 0 0 0,-1 0 1 0 0,1 0-1 0 0,0 0 0 0 0,0 0 1 0 0,0 0-1 0 0,0 0 1 0 0,0 0-1 0 0,-1 0 0 0 0,-5-15 265 0 0,-2-25-176 0 0,15-109 234 0 0,-5 134-316 0 0,0-1 0 0 0,2 0 0 0 0,0 0 0 0 0,0 1 0 0 0,1 0 0 0 0,1 0 0 0 0,11-19 0 0 0,-16 32-22 0 0,-1 1-1 0 0,1-1 1 0 0,0 1-1 0 0,0-1 0 0 0,0 1 1 0 0,0 0-1 0 0,0 0 0 0 0,1-1 1 0 0,-1 1-1 0 0,0 0 1 0 0,0 0-1 0 0,1 0 0 0 0,-1 0 1 0 0,1 0-1 0 0,-1 1 0 0 0,1-1 1 0 0,-1 0-1 0 0,1 1 1 0 0,-1-1-1 0 0,1 1 0 0 0,0-1 1 0 0,-1 1-1 0 0,3 0 0 0 0,-1 0 1 0 0,-1 0 0 0 0,0 1 0 0 0,1 0-1 0 0,-1 0 1 0 0,0-1 0 0 0,1 1 0 0 0,-1 1-1 0 0,0-1 1 0 0,0 0 0 0 0,0 0 0 0 0,0 1-1 0 0,0-1 1 0 0,0 1 0 0 0,2 2 0 0 0,7 8 7 0 0,-1 1-1 0 0,-1 0 1 0 0,16 27 0 0 0,-20-31-5 0 0,21 35-5 0 0,1-1-1 0 0,2-1 1 0 0,55 61-1 0 0,-80-98 7 0 0,1 0-1 0 0,0-1 1 0 0,1 1-1 0 0,-1-1 1 0 0,1 0 0 0 0,0 0-1 0 0,-1-1 1 0 0,2 0-1 0 0,-1 0 1 0 0,11 3 0 0 0,-15-5-3 0 0,1-1 1 0 0,0 0-1 0 0,-1 0 1 0 0,1 0-1 0 0,-1 0 1 0 0,1 0 0 0 0,0 0-1 0 0,-1-1 1 0 0,1 1-1 0 0,-1-1 1 0 0,1 0-1 0 0,-1 0 1 0 0,0 0-1 0 0,1 0 1 0 0,-1 0 0 0 0,0-1-1 0 0,0 1 1 0 0,1 0-1 0 0,-1-1 1 0 0,0 0-1 0 0,-1 1 1 0 0,1-1 0 0 0,0 0-1 0 0,0 0 1 0 0,-1 0-1 0 0,1 0 1 0 0,-1-1-1 0 0,0 1 1 0 0,1 0-1 0 0,0-5 1 0 0,6-10 108 0 0,-1 0 0 0 0,0-1-1 0 0,-2 0 1 0 0,0 0 0 0 0,-1-1-1 0 0,2-23 1 0 0,0-114 564 0 0,-6 150-867 0 0,0-1 1 0 0,0 0 0 0 0,1 1 0 0 0,0-1 0 0 0,3-10 0 0 0,-4 17-325 0 0,25 17-6240 0 0,-19-10 4182 0 0</inkml:trace>
</inkml:ink>
</file>

<file path=ppt/ink/ink15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31:00.0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46 249 696 0 0,'-1'64'3377'0'0,"0"-16"-759"0"0,8 76 1 0 0,-16-143-378 0 0,-15-36-1832 0 0,17 18-238 0 0,2 0 0 0 0,1 0 0 0 0,2-56 0 0 0,3 79-133 0 0,0 0 1 0 0,0 1-1 0 0,1 0 1 0 0,1-1-1 0 0,0 1 0 0 0,1 0 1 0 0,1 0-1 0 0,0 1 1 0 0,0-1-1 0 0,1 1 0 0 0,1 0 1 0 0,15-21-1 0 0,-20 31-34 0 0,-1 1 0 0 0,0-1 0 0 0,1 1 0 0 0,-1 0 1 0 0,1 0-1 0 0,-1-1 0 0 0,1 1 0 0 0,-1 0 0 0 0,1 1 0 0 0,0-1 0 0 0,0 0 0 0 0,-1 0 0 0 0,1 1 0 0 0,0-1 0 0 0,0 1 0 0 0,0-1 0 0 0,0 1 0 0 0,0 0 1 0 0,0 0-1 0 0,0 0 0 0 0,0 0 0 0 0,0 0 0 0 0,-1 0 0 0 0,1 0 0 0 0,0 1 0 0 0,0-1 0 0 0,0 1 0 0 0,0-1 0 0 0,0 1 0 0 0,-1 0 0 0 0,1 0 0 0 0,0 0 0 0 0,-1 0 1 0 0,1 0-1 0 0,0 0 0 0 0,-1 0 0 0 0,1 0 0 0 0,-1 1 0 0 0,0-1 0 0 0,1 1 0 0 0,-1-1 0 0 0,0 1 0 0 0,1 1 0 0 0,1 1 1 0 0,0-1-1 0 0,-1 0 0 0 0,1 1 0 0 0,-1 0 1 0 0,0-1-1 0 0,0 1 0 0 0,0 0 0 0 0,-1 0 1 0 0,1 0-1 0 0,-1 0 0 0 0,0 1 0 0 0,0-1 1 0 0,0 0-1 0 0,-1 0 0 0 0,0 1 0 0 0,0-1 1 0 0,0 0-1 0 0,-1 6 0 0 0,-2 9 10 0 0,3-18-12 0 0,0 1-1 0 0,0 0 0 0 0,0 0 1 0 0,-1 0-1 0 0,1-1 0 0 0,-1 1 1 0 0,1 0-1 0 0,-1-1 0 0 0,0 1 1 0 0,0 0-1 0 0,1-1 0 0 0,-1 1 1 0 0,0-1-1 0 0,-1 1 0 0 0,0 1 1 0 0,-5 5-43 0 0,5-4-226 0 0,-1-1 0 0 0,0 1 0 0 0,0-1 0 0 0,0 1 1 0 0,0-1-1 0 0,-1 0 0 0 0,1 0 0 0 0,-1 0 0 0 0,0 0 0 0 0,0-1 0 0 0,0 0 1 0 0,0 1-1 0 0,0-2 0 0 0,0 1 0 0 0,-7 2 0 0 0</inkml:trace>
</inkml:ink>
</file>

<file path=ppt/ink/ink15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31:00.4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265 0 852 0 0,'8'8'588'0'0,"-1"-1"0"0"0,0 1 0 0 0,0 0 0 0 0,-1 0 0 0 0,0 1 0 0 0,0-1 0 0 0,-1 2 0 0 0,5 10 0 0 0,6 9 311 0 0,-6-12-593 0 0,-2 1 1 0 0,1 0 0 0 0,-2 1-1 0 0,-1 0 1 0 0,0 0 0 0 0,-1 1 0 0 0,-1-1-1 0 0,-1 1 1 0 0,-1 0 0 0 0,-1 0-1 0 0,0 0 1 0 0,-2 0 0 0 0,0 0-1 0 0,-1 0 1 0 0,-1 0 0 0 0,-11 38-1 0 0,6-38-217 0 0,-2-1 0 0 0,0 0 0 0 0,0-1 0 0 0,-2 0 0 0 0,0 0 0 0 0,-2-1 0 0 0,1-1-1 0 0,-2 0 1 0 0,-19 16 0 0 0,14-15-595 0 0,-1-1 0 0 0,-1-1 0 0 0,0 0-1 0 0,-24 11 1 0 0,32-20-577 0 0,-1-1-1 0 0,0 0 0 0 0,-16 4 1 0 0,18-6-409 0 0,-14 4-1200 0 0</inkml:trace>
</inkml:ink>
</file>

<file path=ppt/ink/ink15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31:02.1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339 32 436 0 0,'-1'-1'147'0'0,"1"-1"0"0"0,0 0 0 0 0,-1 1 0 0 0,0-1 0 0 0,1 1 0 0 0,-1-1-1 0 0,0 1 1 0 0,0-1 0 0 0,1 1 0 0 0,-1-1 0 0 0,0 1 0 0 0,-1 0 0 0 0,1-1 0 0 0,0 1 0 0 0,0 0 0 0 0,0 0 0 0 0,-1 0-1 0 0,1 0 1 0 0,-1 0 0 0 0,1 0 0 0 0,-1 1 0 0 0,1-1 0 0 0,-1 0 0 0 0,1 1 0 0 0,-3-1 0 0 0,1 0 16 0 0,-1 1 0 0 0,1 0 0 0 0,0 0 0 0 0,-1 1 0 0 0,1-1 0 0 0,-1 1 0 0 0,1-1 0 0 0,0 1 0 0 0,-1 0 0 0 0,1 1 0 0 0,-5 1 0 0 0,-6 4 144 0 0,1 1 0 0 0,0 0 1 0 0,0 1-1 0 0,-12 12 0 0 0,7-5-116 0 0,2 0-1 0 0,0 1 1 0 0,1 1-1 0 0,0 1 1 0 0,2 0-1 0 0,0 0 1 0 0,1 2 0 0 0,1-1-1 0 0,1 2 1 0 0,1-1-1 0 0,1 1 1 0 0,1 0 0 0 0,0 1-1 0 0,2 0 1 0 0,-2 25-1 0 0,5-30-125 0 0,1 0 0 0 0,1 0 0 0 0,0 0 0 0 0,2 0 0 0 0,0 0 0 0 0,1 0-1 0 0,1-1 1 0 0,0 1 0 0 0,2-1 0 0 0,0 0 0 0 0,1 0 0 0 0,0-1 0 0 0,1 0 0 0 0,1 0 0 0 0,1-1 0 0 0,0 0-1 0 0,1-1 1 0 0,1 0 0 0 0,25 25 0 0 0,-19-23-188 0 0,1-1 0 0 0,0-1 1 0 0,0 0-1 0 0,2-2 0 0 0,29 14 0 0 0,-38-20-474 0 0,0-2-1 0 0,1 0 1 0 0,-1 0-1 0 0,1-1 1 0 0,0-1-1 0 0,0 0 0 0 0,1 0 1 0 0,-1-2-1 0 0,0 0 1 0 0,0 0-1 0 0,19-3 1 0 0,-5-2-1763 0 0</inkml:trace>
</inkml:ink>
</file>

<file path=ppt/ink/ink15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31:02.6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64 346 260 0 0,'1'-3'3176'0'0,"2"8"-1207"0"0,5 21-345 0 0,10 36-511 0 0,-6-22-442 0 0,-6-21-160 0 0,-1-1-1 0 0,0 1 0 0 0,-1 1 0 0 0,1 20 0 0 0,-5-40-495 0 0,0 0 0 0 0,0 0-1 0 0,0 0 1 0 0,0 1-1 0 0,0-1 1 0 0,0 0-1 0 0,0 0 1 0 0,0 0-1 0 0,-1 0 1 0 0,1 1 0 0 0,0-1-1 0 0,0 0 1 0 0,0 0-1 0 0,0 0 1 0 0,0 0-1 0 0,0 1 1 0 0,-1-1 0 0 0,1 0-1 0 0,0 0 1 0 0,0 0-1 0 0,0 0 1 0 0,0 0-1 0 0,-1 0 1 0 0,1 0 0 0 0,0 1-1 0 0,0-1 1 0 0,0 0-1 0 0,0 0 1 0 0,-1 0-1 0 0,1 0 1 0 0,0 0 0 0 0,0 0-1 0 0,0 0 1 0 0,-1 0-1 0 0,1 0 1 0 0,0 0-1 0 0,0 0 1 0 0,0 0 0 0 0,-1 0-1 0 0,1 0 1 0 0,0 0-1 0 0,0 0 1 0 0,0 0-1 0 0,-1-1 1 0 0,1 1-1 0 0,0 0 1 0 0,0 0 0 0 0,0 0-1 0 0,0 0 1 0 0,-1 0-1 0 0,1 0 1 0 0,0 0-1 0 0,0-1 1 0 0,0 1 0 0 0,0 0-1 0 0,0 0 1 0 0,0 0-1 0 0,-1 0 1 0 0,1-1-1 0 0,0 1 1 0 0,0 0 0 0 0,0 0-1 0 0,0 0 1 0 0,0-1-1 0 0,0 1 1 0 0,0 0-1 0 0,0 0 1 0 0,-10-11 202 0 0,-5-11-99 0 0,2 0 0 0 0,0-2 0 0 0,1 1 1 0 0,1-2-1 0 0,1 1 0 0 0,2-2 0 0 0,0 1 1 0 0,1-1-1 0 0,2 0 0 0 0,1 0 0 0 0,1-1 0 0 0,1-48 1 0 0,3 61-103 0 0,0 1 1 0 0,1-1-1 0 0,1 0 0 0 0,0 1 1 0 0,1 0-1 0 0,0 0 1 0 0,1 0-1 0 0,1 0 1 0 0,0 1-1 0 0,8-12 1 0 0,-12 20-14 0 0,0 1 0 0 0,1-1 0 0 0,0 0 0 0 0,-1 1 0 0 0,1 0 1 0 0,0 0-1 0 0,1 0 0 0 0,-1 0 0 0 0,0 0 0 0 0,1 0 1 0 0,0 1-1 0 0,0 0 0 0 0,-1 0 0 0 0,1 0 0 0 0,0 0 0 0 0,1 1 1 0 0,-1-1-1 0 0,0 1 0 0 0,0 0 0 0 0,1 0 0 0 0,-1 1 0 0 0,0-1 1 0 0,1 1-1 0 0,-1 0 0 0 0,1 0 0 0 0,-1 0 0 0 0,0 1 0 0 0,1 0 1 0 0,-1 0-1 0 0,0 0 0 0 0,0 0 0 0 0,1 0 0 0 0,-1 1 0 0 0,7 4 1 0 0,-5-3-2 0 0,0 1-1 0 0,0 0 1 0 0,-1 0 0 0 0,1 1 0 0 0,-1-1 0 0 0,0 1 0 0 0,-1 0 0 0 0,1 1-1 0 0,-1-1 1 0 0,0 1 0 0 0,0 0 0 0 0,-1 0 0 0 0,0 0 0 0 0,5 12 0 0 0,-7-15-8 0 0,0 0 1 0 0,1 1 0 0 0,-2-1 0 0 0,1 1 0 0 0,0 0-1 0 0,-1-1 1 0 0,1 1 0 0 0,-1-1 0 0 0,0 1-1 0 0,-1 0 1 0 0,1-1 0 0 0,0 1 0 0 0,-1-1 0 0 0,0 1-1 0 0,0 0 1 0 0,0-1 0 0 0,0 0 0 0 0,-1 1-1 0 0,1-1 1 0 0,-1 0 0 0 0,0 0 0 0 0,0 0 0 0 0,0 0-1 0 0,0 0 1 0 0,-1 0 0 0 0,1 0 0 0 0,-1-1 0 0 0,-4 4-1 0 0,-43 25-1252 0 0,15-13-3293 0 0,23-12 1015 0 0,9-2 764 0 0</inkml:trace>
</inkml:ink>
</file>

<file path=ppt/ink/ink15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31:03.1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1 223 660 0 0,'3'36'1280'0'0,"1"1"0"0"0,2-1 0 0 0,1 0 1 0 0,18 49-1 0 0,-24-79-1156 0 0,2 4 187 0 0,0 0 1 0 0,0 0-1 0 0,1 0 1 0 0,0 0-1 0 0,0-1 1 0 0,13 19 1551 0 0,-20-51-1530 0 0,-8-39 86 0 0,0 4-128 0 0,-4-70 0 0 0,14 111-267 0 0,1 0 0 0 0,1 1 0 0 0,0-1 0 0 0,1 1 0 0 0,1-1 0 0 0,0 1 0 0 0,1 0 0 0 0,12-30-1 0 0,-12 38-15 0 0,0 0 0 0 0,1 1-1 0 0,0 0 1 0 0,0 0 0 0 0,0 0-1 0 0,1 1 1 0 0,0 0 0 0 0,0 0-1 0 0,1 0 1 0 0,-1 1-1 0 0,14-8 1 0 0,-18 11-6 0 0,1 1-1 0 0,-1 0 1 0 0,1-1-1 0 0,0 1 1 0 0,0 0-1 0 0,0 1 1 0 0,-1-1-1 0 0,1 0 1 0 0,0 1-1 0 0,0 0 1 0 0,0-1-1 0 0,0 1 1 0 0,0 1-1 0 0,0-1 1 0 0,0 0-1 0 0,0 1 1 0 0,-1-1-1 0 0,1 1 1 0 0,0 0-1 0 0,0 0 1 0 0,0 0-1 0 0,-1 0 1 0 0,1 0-1 0 0,-1 1 1 0 0,1-1-1 0 0,-1 1 1 0 0,1 0-1 0 0,-1-1 1 0 0,0 1-1 0 0,0 0 1 0 0,0 1-1 0 0,0-1 1 0 0,0 0-1 0 0,0 0 1 0 0,-1 1-1 0 0,1-1 1 0 0,1 6-1 0 0,0-4 4 0 0,0 0 0 0 0,-1 1 0 0 0,1 0 0 0 0,-1 0-1 0 0,0-1 1 0 0,-1 1 0 0 0,1 0 0 0 0,-1 0 0 0 0,0 1 0 0 0,-1-1-1 0 0,1 0 1 0 0,-1 0 0 0 0,0 0 0 0 0,0 1 0 0 0,0-1 0 0 0,-1 0 0 0 0,0 0-1 0 0,0 0 1 0 0,-2 6 0 0 0,0-5-63 0 0,0-1-1 0 0,0 1 1 0 0,0-1 0 0 0,-1 1-1 0 0,0-1 1 0 0,0 0 0 0 0,0-1-1 0 0,-1 1 1 0 0,1-1 0 0 0,-1 1-1 0 0,-1-2 1 0 0,1 1-1 0 0,0 0 1 0 0,-1-1 0 0 0,-6 3-1 0 0,10-5-487 0 0,-13 6-201 0 0,5-8-5250 0 0,1-6 3473 0 0</inkml:trace>
</inkml:ink>
</file>

<file path=ppt/ink/ink15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31:03.4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201 1 548 0 0,'21'22'827'0'0,"-2"2"1"0"0,-1 0-1 0 0,-1 1 0 0 0,-1 1 1 0 0,-1 1-1 0 0,-2 0 0 0 0,0 1 0 0 0,-2 0 1 0 0,-1 0-1 0 0,12 60 0 0 0,-19-69-669 0 0,0-1 0 0 0,0 1 0 0 0,-2 0 0 0 0,-1-1-1 0 0,0 1 1 0 0,-1 0 0 0 0,-1 0 0 0 0,-1-1 0 0 0,-1 1 0 0 0,0-1-1 0 0,-1 0 1 0 0,-1 0 0 0 0,-1 0 0 0 0,-1-1 0 0 0,0 0 0 0 0,-1-1-1 0 0,-1 1 1 0 0,-21 26 0 0 0,19-31-60 0 0,-1 0 0 0 0,1-1 0 0 0,-2 0 0 0 0,1-1 0 0 0,-1-1 0 0 0,-22 11 0 0 0,26-15-174 0 0,-1 0 0 0 0,0 0-1 0 0,0-1 1 0 0,0-1-1 0 0,0 0 1 0 0,-1 0 0 0 0,1-1-1 0 0,-1 0 1 0 0,1-1 0 0 0,-13-1-1 0 0,22 0-62 0 0,0 0 1 0 0,0-1-1 0 0,1 1 0 0 0,-1-1 0 0 0,0 1 1 0 0,1-1-1 0 0,-1 0 0 0 0,1 0 0 0 0,-1 1 0 0 0,0-1 1 0 0,1 0-1 0 0,0 0 0 0 0,-1-1 0 0 0,1 1 1 0 0,0 0-1 0 0,-1 0 0 0 0,1-1 0 0 0,0 1 1 0 0,0 0-1 0 0,-1-4 0 0 0,1 3-263 0 0,0 0 1 0 0,0 0-1 0 0,0 0 1 0 0,1 0-1 0 0,-1 0 0 0 0,1 0 1 0 0,-1 0-1 0 0,1 0 1 0 0,0 0-1 0 0,0 0 0 0 0,0-4 1 0 0,5-16-2279 0 0</inkml:trace>
</inkml:ink>
</file>

<file path=ppt/ink/ink15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31:04.1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56 14 680 0 0,'10'0'3028'0'0,"-1"9"-2638"0"0,0 0 0 0 0,-1 0 0 0 0,0 1 0 0 0,-1 0 0 0 0,0 0 0 0 0,0 1 0 0 0,-1 0 1 0 0,0 0-1 0 0,5 17 0 0 0,25 42 577 0 0,5-7-60 0 0,2-2 0 0 0,52 55-1 0 0,-95-115-906 0 0,1-1 0 0 0,-1 1-1 0 0,0-1 1 0 0,0 1 0 0 0,1-1-1 0 0,-1 0 1 0 0,1 1-1 0 0,-1-1 1 0 0,0 0 0 0 0,1 1-1 0 0,-1-1 1 0 0,1 0 0 0 0,-1 1-1 0 0,1-1 1 0 0,-1 0 0 0 0,1 0-1 0 0,-1 0 1 0 0,1 1-1 0 0,-1-1 1 0 0,1 0 0 0 0,-1 0-1 0 0,1 0 1 0 0,-1 0 0 0 0,1 0-1 0 0,-1 0 1 0 0,1 0-1 0 0,-1 0 1 0 0,1 0 0 0 0,0 0-1 0 0,-1 0 1 0 0,1 0 0 0 0,-1-1-1 0 0,1 1 1 0 0,-1 0 0 0 0,1 0-1 0 0,-1 0 1 0 0,1-1-1 0 0,-1 1 1 0 0,0 0 0 0 0,1-1-1 0 0,-1 1 1 0 0,1 0 0 0 0,-1-1-1 0 0,1 0 1 0 0,11-32-407 0 0,-3-48-271 0 0,-8 57 573 0 0,1-14 16 0 0,-1 0 1 0 0,-1 1-1 0 0,-3-1 0 0 0,-11-61 0 0 0,1 44 1263 0 0,12 54-696 0 0,0 2-445 0 0,-1-1-1 0 0,1 1 1 0 0,-1 0-1 0 0,1 0 1 0 0,0 0-1 0 0,-1-1 1 0 0,1 1-1 0 0,0 0 1 0 0,0 1-1 0 0,0-1 1 0 0,-1 0-1 0 0,1 0 0 0 0,0 0 1 0 0,0 1-1 0 0,1-1 1 0 0,-1 0-1 0 0,-1 3 1 0 0,-16 31 348 0 0,14-28-282 0 0,-14 36 277 0 0,1 0-1 0 0,2 1 0 0 0,-13 66 1 0 0,16-58-127 0 0,-31 161 470 0 0,42-209-721 0 0,0 0 0 0 0,0 0 0 0 0,0-1 0 0 0,0 1 0 0 0,0-1 0 0 0,-1 1 1 0 0,0-1-1 0 0,0 0 0 0 0,0 1 0 0 0,0-1 0 0 0,0 0 0 0 0,0 0 0 0 0,-1 0 0 0 0,0-1 1 0 0,1 1-1 0 0,-6 3 0 0 0,6-5-49 0 0,1 0 0 0 0,-1 0 0 0 0,0-1 0 0 0,0 1 0 0 0,0-1 0 0 0,0 1 0 0 0,0-1 0 0 0,0 1 0 0 0,0-1 0 0 0,0 0 0 0 0,0 0 0 0 0,0 0 0 0 0,0 0 0 0 0,0-1 0 0 0,0 1 0 0 0,0 0 0 0 0,0-1-1 0 0,0 1 1 0 0,0-1 0 0 0,0 0 0 0 0,0 0 0 0 0,0 0 0 0 0,0 0 0 0 0,1 0 0 0 0,-1 0 0 0 0,0 0 0 0 0,1 0 0 0 0,-1-1 0 0 0,1 1 0 0 0,-3-3 0 0 0,-10-13-401 0 0,0-1-1 0 0,1 0 0 0 0,1 0 0 0 0,0-1 1 0 0,2-1-1 0 0,-14-33 0 0 0,24 51 458 0 0,-1 0-1 0 0,1 1 1 0 0,0-1-1 0 0,-1 1 1 0 0,1-1-1 0 0,0 0 1 0 0,0 1-1 0 0,0-1 1 0 0,0 0-1 0 0,1 1 1 0 0,-1-1-1 0 0,0 0 1 0 0,1 1-1 0 0,-1-1 1 0 0,1 1-1 0 0,-1-1 1 0 0,1 1-1 0 0,0-1 1 0 0,0 1-1 0 0,-1-1 1 0 0,1 1-1 0 0,0 0 1 0 0,0 0 0 0 0,1-1-1 0 0,-1 1 1 0 0,0 0-1 0 0,0 0 1 0 0,0 0-1 0 0,1 0 1 0 0,-1 0-1 0 0,1 0 1 0 0,-1 1-1 0 0,4-2 1 0 0,5-3 130 0 0,1 0 1 0 0,0 1 0 0 0,20-4 0 0 0,-18 4-90 0 0,78-18 487 0 0,138-15 0 0 0,98 11-511 0 0,-155 18-1375 0 0,13-1-3841 0 0,-93 3 2192 0 0</inkml:trace>
</inkml:ink>
</file>

<file path=ppt/ink/ink15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31:07.4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53 904 0 0,'0'-18'1187'0'0,"0"-2"3256"0"0,6 37-2484 0 0,12 80-911 0 0,-12-57-776 0 0,2-1 1 0 0,1 1-1 0 0,2-2 1 0 0,2 1-1 0 0,27 55 1 0 0,-36-87-214 0 0,48 81 336 0 0,-47-81-307 0 0,0 0 0 0 0,1 0 0 0 0,-1-1 0 0 0,1 0 1 0 0,1 0-1 0 0,-1 0 0 0 0,1-1 0 0 0,0 0 1 0 0,12 7-1 0 0,-18-12-60 0 0,0 1 0 0 0,0-1 1 0 0,0 0-1 0 0,0 1 0 0 0,0-1 0 0 0,0 0 1 0 0,0 0-1 0 0,0 0 0 0 0,0 0 0 0 0,0 0 1 0 0,0 0-1 0 0,0 0 0 0 0,0 0 1 0 0,0 0-1 0 0,0 0 0 0 0,0-1 0 0 0,0 1 1 0 0,0 0-1 0 0,0-1 0 0 0,0 1 0 0 0,0 0 1 0 0,0-1-1 0 0,0 0 0 0 0,-1 1 0 0 0,1-1 1 0 0,1-1-1 0 0,17-28 379 0 0,-1-39-41 0 0,-4-86-73 0 0,-13 115-177 0 0,2 0 0 0 0,1 1 1 0 0,2-1-1 0 0,22-70 1 0 0,-27 107-312 0 0,0 0 0 0 0,0 0 0 0 0,0 0 0 0 0,1 0 0 0 0,-1 1 1 0 0,1-1-1 0 0,0 0 0 0 0,-1 1 0 0 0,1-1 0 0 0,1 1 0 0 0,-1 0 1 0 0,0-1-1 0 0,0 1 0 0 0,1 0 0 0 0,0 0 0 0 0,-1 1 0 0 0,1-1 1 0 0,0 1-1 0 0,0-1 0 0 0,0 1 0 0 0,4-2 0 0 0,-2 3-190 0 0,-1-1-1 0 0,1 1 1 0 0,0 0-1 0 0,-1 0 1 0 0,1 0-1 0 0,-1 1 1 0 0,1 0 0 0 0,-1 0-1 0 0,1 0 1 0 0,-1 0-1 0 0,0 1 1 0 0,0-1-1 0 0,1 1 1 0 0,4 4-1 0 0,1-1-2344 0 0</inkml:trace>
</inkml:ink>
</file>

<file path=ppt/ink/ink15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31:07.9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76 415 704 0 0,'-6'19'804'0'0,"2"0"1"0"0,1 0-1 0 0,0 0 1 0 0,1 1-1 0 0,1-1 0 0 0,3 36 1 0 0,-2-47-452 0 0,1 0 1 0 0,0-1 0 0 0,0 1-1 0 0,1-1 1 0 0,4 13 1221 0 0,-7-24-1387 0 0,-2-9-33 0 0,-17-65 264 0 0,4-1 0 0 0,3-1 0 0 0,-3-88 0 0 0,16 158-382 0 0,0-1 1 0 0,1 1-1 0 0,1 0 0 0 0,0-1 1 0 0,0 1-1 0 0,1 0 0 0 0,0 0 1 0 0,0 1-1 0 0,1-1 0 0 0,1 0 1 0 0,0 1-1 0 0,0 0 0 0 0,1 0 1 0 0,0 1-1 0 0,13-15 1 0 0,-14 18-26 0 0,1 0 1 0 0,0 0 0 0 0,0 1 0 0 0,0-1 0 0 0,1 1 0 0 0,-1 1 0 0 0,1-1 0 0 0,0 1 0 0 0,0 0 0 0 0,1 1 0 0 0,-1 0 0 0 0,0 0 0 0 0,1 0-1 0 0,-1 1 1 0 0,1 0 0 0 0,0 1 0 0 0,-1 0 0 0 0,1 0 0 0 0,0 0 0 0 0,-1 1 0 0 0,1 0 0 0 0,8 3 0 0 0,-11-3-5 0 0,0 0-1 0 0,0 1 1 0 0,0 0 0 0 0,0 0 0 0 0,0 0 0 0 0,0 1 0 0 0,0 0-1 0 0,-1 0 1 0 0,0 0 0 0 0,1 0 0 0 0,-1 0 0 0 0,0 1-1 0 0,0 0 1 0 0,-1 0 0 0 0,1 0 0 0 0,-1 0 0 0 0,5 9 0 0 0,-7-10-2 0 0,1 1 0 0 0,-1-1 0 0 0,0 0 0 0 0,0 1 0 0 0,0-1 1 0 0,0 1-1 0 0,-1 0 0 0 0,0-1 0 0 0,1 1 0 0 0,-1-1 0 0 0,0 1 1 0 0,-1 0-1 0 0,1-1 0 0 0,-1 1 0 0 0,0-1 0 0 0,1 1 0 0 0,-2-1 1 0 0,1 1-1 0 0,0-1 0 0 0,-1 1 0 0 0,1-1 0 0 0,-1 0 0 0 0,0 0 1 0 0,0 0-1 0 0,0 0 0 0 0,-3 3 0 0 0,-8 6 6 0 0,-1 0-1 0 0,1-1 0 0 0,-2 0 1 0 0,0-2-1 0 0,0 1 0 0 0,0-2 0 0 0,-1 0 1 0 0,-1-1-1 0 0,-24 8 0 0 0,-41 19-1661 0 0,66-20-321 0 0,13-2-2969 0 0</inkml:trace>
</inkml:ink>
</file>

<file path=ppt/ink/ink15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31:08.5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21 145 12 0 0,'0'0'1806'0'0,"-21"-38"9261"0"0,129 34-10572 0 0,-31 4-398 0 0,162-4 40 0 0,250-2-2 0 0,-392 6-121 0 0,-86-1-3 0 0,-10-3-6 0 0,-21-9-7 0 0,-42-11-20 0 0,59 23 20 0 0,-7-2-3 0 0,4 1 3 0 0,1 1 0 0 0,-1-1 0 0 0,1 0 0 0 0,-1 0 0 0 0,1-1 0 0 0,0 0 0 0 0,0 0 0 0 0,0 0 0 0 0,1 0 0 0 0,-1-1 0 0 0,1 0 0 0 0,-5-5 0 0 0,8 8-11 0 0,14-3-57 0 0,-11 4 69 0 0,-1 0-1 0 0,1 0 0 0 0,0 1 1 0 0,0-1-1 0 0,-1 1 1 0 0,1-1-1 0 0,0 1 0 0 0,-1 0 1 0 0,1-1-1 0 0,-1 1 1 0 0,1 0-1 0 0,-1 0 0 0 0,1 0 1 0 0,-1 0-1 0 0,0 1 1 0 0,1-1-1 0 0,-1 0 0 0 0,0 1 1 0 0,0-1-1 0 0,0 0 1 0 0,0 1-1 0 0,0-1 0 0 0,1 3 1 0 0,-2-2 2 0 0,1 1 0 0 0,-1 0-1 0 0,1-1 1 0 0,-1 1 0 0 0,0 0 0 0 0,0-1 0 0 0,-1 1 0 0 0,1 0 0 0 0,0-1 0 0 0,-1 1-1 0 0,1 0 1 0 0,-1-1 0 0 0,-2 5 0 0 0,-1 3-28 0 0,-1-1 0 0 0,0 0 0 0 0,0-1 0 0 0,-1 1 1 0 0,0-1-1 0 0,0 0 0 0 0,-12 11 0 0 0,-79 62-1839 0 0,27-35-4286 0 0,45-32 3124 0 0</inkml:trace>
</inkml:ink>
</file>

<file path=ppt/ink/ink15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31:10.7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21 548 0 0,'0'0'165'0'0,"-1"-1"-1"0"0,1 0 1 0 0,0 0-1 0 0,0 0 1 0 0,0 0-1 0 0,0 0 1 0 0,0 1-1 0 0,0-1 1 0 0,0 0-1 0 0,0 0 1 0 0,0 0-1 0 0,0 0 1 0 0,1 1-1 0 0,-1-1 1 0 0,0 0-1 0 0,0 0 1 0 0,1 0-1 0 0,-1 1 1 0 0,1-1-1 0 0,-1 0 1 0 0,1 0-1 0 0,-1 1 1 0 0,1-1-1 0 0,0-1 1 0 0,12 16 1325 0 0,16 47-1161 0 0,-25-50 202 0 0,25 55 190 0 0,2 6 254 0 0,63 109 1 0 0,-94-181-952 0 0,1 0 1 0 0,-1 0-1 0 0,0 0 0 0 0,0 0 1 0 0,0 1-1 0 0,0-1 1 0 0,1 0-1 0 0,-1 0 0 0 0,0 0 1 0 0,0 0-1 0 0,0 0 1 0 0,1 0-1 0 0,-1 0 0 0 0,0 0 1 0 0,0 0-1 0 0,1 1 1 0 0,-1-1-1 0 0,0 0 0 0 0,0 0 1 0 0,0 0-1 0 0,1 0 1 0 0,-1 0-1 0 0,0-1 0 0 0,0 1 1 0 0,1 0-1 0 0,-1 0 1 0 0,0 0-1 0 0,0 0 0 0 0,1 0 1 0 0,-1 0-1 0 0,0 0 1 0 0,0 0-1 0 0,0 0 0 0 0,0 0 1 0 0,1-1-1 0 0,-1 1 1 0 0,0 0-1 0 0,0 0 0 0 0,0 0 1 0 0,0 0-1 0 0,1-1 1 0 0,-1 1-1 0 0,0 0 0 0 0,0 0 1 0 0,0 0-1 0 0,0-1 0 0 0,0 1 1 0 0,0 0-1 0 0,0 0 1 0 0,0-1-1 0 0,1 1 0 0 0,-1 0 1 0 0,0 0-1 0 0,0 0 1 0 0,0-1-1 0 0,0 1 0 0 0,0 0 1 0 0,0 0-1 0 0,0-1 1 0 0,-1 1-1 0 0,1 0 0 0 0,9-31 490 0 0,3-41-257 0 0,-11 70-229 0 0,1-14-7 0 0,3-21 206 0 0,11-39-1 0 0,-13 66-278 0 0,0 0-1 0 0,0 1 0 0 0,1-1 0 0 0,0 1 0 0 0,1 0 0 0 0,0 1 0 0 0,0-1 0 0 0,1 1 1 0 0,8-10-1 0 0,-12 17-89 0 0,0-1 0 0 0,0 1 0 0 0,0 0 0 0 0,0-1 0 0 0,0 1 0 0 0,0 0 0 0 0,0 0 0 0 0,0 0 0 0 0,1 1 1 0 0,-1-1-1 0 0,0 0 0 0 0,1 1 0 0 0,-1 0 0 0 0,0-1 0 0 0,1 1 0 0 0,-1 0 0 0 0,0 0 0 0 0,4 1 0 0 0,26 6-5016 0 0,-23-2 2857 0 0</inkml:trace>
</inkml:ink>
</file>

<file path=ppt/ink/ink15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31:11.7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10 443 8 0 0,'0'0'1347'0'0,"34"-25"1735"0"0,-29 20-2792 0 0,0-1 1 0 0,0 0-1 0 0,0 0 1 0 0,-1 0-1 0 0,0-1 0 0 0,0 1 1 0 0,0-1-1 0 0,-1 0 1 0 0,0 0-1 0 0,0-1 0 0 0,-1 1 1 0 0,0 0-1 0 0,-1-1 1 0 0,1 1-1 0 0,-1-1 0 0 0,-1 0 1 0 0,1 1-1 0 0,-1-1 1 0 0,-1-8-1 0 0,1 14-259 0 0,0 1 0 0 0,0 0-1 0 0,0 0 1 0 0,0 0 0 0 0,-1-1 0 0 0,1 1 0 0 0,0 0-1 0 0,0 0 1 0 0,-1 0 0 0 0,1 0 0 0 0,0 0 0 0 0,-1 0-1 0 0,1 0 1 0 0,-1 0 0 0 0,0-1 0 0 0,1 2 0 0 0,-1-1-1 0 0,0 0 1 0 0,1 0 0 0 0,-1 0 0 0 0,0 0 0 0 0,0 0-1 0 0,0 1 1 0 0,0-1 0 0 0,0 0 0 0 0,0 1 0 0 0,0-1-1 0 0,0 1 1 0 0,0-1 0 0 0,0 1 0 0 0,0-1 0 0 0,-1 1-1 0 0,1 0 1 0 0,0 0 0 0 0,0-1 0 0 0,0 1 0 0 0,0 0-1 0 0,-1 0 1 0 0,1 0 0 0 0,0 0 0 0 0,0 0 0 0 0,0 1-1 0 0,0-1 1 0 0,-1 0 0 0 0,1 0 0 0 0,0 1 0 0 0,0-1-1 0 0,0 1 1 0 0,0-1 0 0 0,0 1 0 0 0,0-1 0 0 0,0 1-1 0 0,0 0 1 0 0,0 0 0 0 0,-1 1 0 0 0,-3 1 8 0 0,1 1 1 0 0,0 0-1 0 0,0-1 0 0 0,0 2 1 0 0,1-1-1 0 0,0 0 1 0 0,-1 1-1 0 0,2-1 0 0 0,-1 1 1 0 0,0 0-1 0 0,-2 7 0 0 0,4-5-5 0 0,-1 1-1 0 0,1-1 1 0 0,0 1-1 0 0,1-1 0 0 0,0 1 1 0 0,0 0-1 0 0,1-1 0 0 0,0 1 1 0 0,0 0-1 0 0,1-1 0 0 0,0 0 1 0 0,0 1-1 0 0,0-1 0 0 0,1 0 1 0 0,1 0-1 0 0,-1 0 1 0 0,1 0-1 0 0,0-1 0 0 0,8 11 1 0 0,-7-12-166 0 0,-1 0 1 0 0,1 0 0 0 0,0 0 0 0 0,0-1-1 0 0,1 1 1 0 0,-1-1 0 0 0,1 0 0 0 0,0-1 0 0 0,0 0-1 0 0,0 0 1 0 0,1 0 0 0 0,-1 0 0 0 0,1-1 0 0 0,-1 0-1 0 0,1-1 1 0 0,0 1 0 0 0,0-1 0 0 0,0-1-1 0 0,0 1 1 0 0,-1-1 0 0 0,1 0 0 0 0,10-2 0 0 0,-13 1-58 0 0,0 0 0 0 0,0 0 1 0 0,0-1-1 0 0,0 1 0 0 0,-1-1 1 0 0,1 0-1 0 0,0 0 0 0 0,-1 0 1 0 0,1-1-1 0 0,-1 1 0 0 0,0-1 0 0 0,0 0 1 0 0,4-3-1 0 0,33-50-1133 0 0,-34 46 1318 0 0,0 1 1 0 0,0 0-1 0 0,1 1 1 0 0,0-1 0 0 0,0 1-1 0 0,9-7 1 0 0,-12 12 83 0 0,0 0 0 0 0,1 0 0 0 0,0 1 0 0 0,0 0 0 0 0,-1-1 0 0 0,1 2 0 0 0,0-1 0 0 0,1 0 0 0 0,-1 1 0 0 0,0 0 0 0 0,0 0 0 0 0,1 1 1 0 0,-1-1-1 0 0,0 1 0 0 0,1 0 0 0 0,-1 1 0 0 0,0-1 0 0 0,0 1 0 0 0,1 0 0 0 0,-1 1 0 0 0,0-1 0 0 0,0 1 0 0 0,9 4 0 0 0,-7-2-13 0 0,0 0 0 0 0,-1 0 0 0 0,1 0 0 0 0,-1 1-1 0 0,0 0 1 0 0,-1 1 0 0 0,1-1 0 0 0,-1 1 0 0 0,0 0 0 0 0,-1 0 0 0 0,1 0-1 0 0,-1 1 1 0 0,0 0 0 0 0,-1 0 0 0 0,6 13 0 0 0,-8-16-41 0 0,0 0 0 0 0,1 0 0 0 0,-1-1 0 0 0,-1 1 0 0 0,1 0-1 0 0,0 1 1 0 0,-1-1 0 0 0,0 0 0 0 0,0 6 0 0 0,-1-9 112 0 0,28-38-110 0 0,11-12-24 0 0,-3-2 1 0 0,-2-1 0 0 0,39-83 0 0 0,-57 103 506 0 0,-1 0 0 0 0,-2-1 0 0 0,13-49 0 0 0,-25 81 18 0 0,-2 3-505 0 0,0 1 0 0 0,0 0 0 0 0,0-1 0 0 0,1 1 0 0 0,-1 0 0 0 0,1 0-1 0 0,-1 0 1 0 0,1 1 0 0 0,0-1 0 0 0,0 0 0 0 0,1 0 0 0 0,-1 5 0 0 0,0-5 6 0 0,-4 21 62 0 0,0-1 0 0 0,2 1 0 0 0,0 30 0 0 0,2-46-75 0 0,1-1 1 0 0,0 1-1 0 0,1 0 0 0 0,0 0 0 0 0,0 0 0 0 0,1 0 0 0 0,0-1 0 0 0,0 1 0 0 0,1-1 0 0 0,0 1 0 0 0,0-1 0 0 0,0 0 0 0 0,8 11 0 0 0,-5-13-10 0 0,0 0-1 0 0,0-1 1 0 0,0 0 0 0 0,1 0 0 0 0,0 0-1 0 0,-1-1 1 0 0,1 0 0 0 0,0 0-1 0 0,0-1 1 0 0,1 0 0 0 0,-1 0 0 0 0,12 1-1 0 0,-8-1 3 0 0,-1 1 1 0 0,0-1-1 0 0,0 2 0 0 0,-1-1 0 0 0,16 9 0 0 0,-12-5-13 0 0,-10-6 7 0 0,0 1-1 0 0,-1-1 0 0 0,1 1 0 0 0,0-1 1 0 0,-1 1-1 0 0,1 0 0 0 0,-1 0 1 0 0,0 0-1 0 0,0 0 0 0 0,0 1 0 0 0,0-1 1 0 0,0 0-1 0 0,0 1 0 0 0,2 5 1 0 0,-4-7-3 0 0,0-1 0 0 0,0 1 0 0 0,0 0 0 0 0,0 0 0 0 0,-1 0 0 0 0,1 0 0 0 0,0 0 0 0 0,-1-1 0 0 0,1 1 0 0 0,0 0 0 0 0,-1 0 0 0 0,1-1 0 0 0,-1 1 0 0 0,1 0 0 0 0,-1 0 0 0 0,0-1 0 0 0,1 1 0 0 0,-1-1 0 0 0,0 1 0 0 0,1-1 0 0 0,-1 1 0 0 0,0-1 0 0 0,0 1 0 0 0,0-1 0 0 0,1 1 0 0 0,-3-1 0 0 0,-26 13 9 0 0,25-11-10 0 0,-11 2-53 0 0,0 0 0 0 0,0-1 0 0 0,-1-1-1 0 0,1 0 1 0 0,-1-1 0 0 0,-22-2 0 0 0,37 1 29 0 0,-25 6-1275 0 0,15-2-5067 0 0</inkml:trace>
</inkml:ink>
</file>

<file path=ppt/ink/ink15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31:12.2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377 131 852 0 0,'2'-6'399'0'0,"0"1"-1"0"0,0-1 1 0 0,-1 0 0 0 0,0 0 0 0 0,0 1-1 0 0,0-1 1 0 0,-1 0 0 0 0,1 0-1 0 0,-2 0 1 0 0,1 0 0 0 0,-1 0-1 0 0,1 0 1 0 0,-2 1 0 0 0,-1-9-1 0 0,2 12-304 0 0,-1-1 0 0 0,1 1 0 0 0,0 0 0 0 0,-1 0 0 0 0,0 0-1 0 0,1 0 1 0 0,-1 0 0 0 0,0 0 0 0 0,0 0 0 0 0,0 0-1 0 0,0 1 1 0 0,0-1 0 0 0,-1 1 0 0 0,1-1 0 0 0,0 1 0 0 0,-1 0-1 0 0,1 0 1 0 0,-1 0 0 0 0,1 0 0 0 0,-1 1 0 0 0,1-1-1 0 0,-1 1 1 0 0,0-1 0 0 0,1 1 0 0 0,-1 0 0 0 0,0 0 0 0 0,1 0-1 0 0,-1 0 1 0 0,1 1 0 0 0,-1-1 0 0 0,0 1 0 0 0,1 0-1 0 0,-4 1 1 0 0,0-1-8 0 0,1 0-1 0 0,-1 1 0 0 0,1 0 0 0 0,-1 1 1 0 0,1-1-1 0 0,0 1 0 0 0,0 0 0 0 0,0 0 1 0 0,0 1-1 0 0,-4 4 0 0 0,6-6-59 0 0,1 0 1 0 0,0 0-1 0 0,0 0 0 0 0,1 1 1 0 0,-1-1-1 0 0,0 1 0 0 0,1-1 0 0 0,-1 1 1 0 0,1 0-1 0 0,0-1 0 0 0,0 1 1 0 0,0 0-1 0 0,0 0 0 0 0,1 0 0 0 0,-1 0 1 0 0,1 0-1 0 0,0 0 0 0 0,0 0 1 0 0,0 0-1 0 0,0 0 0 0 0,1 5 0 0 0,4 12 40 0 0,1 0 0 0 0,2 0 0 0 0,0 0 0 0 0,0-1 0 0 0,2 0 0 0 0,1-1 0 0 0,0 0 0 0 0,23 27 0 0 0,-11-14 61 0 0,28 51-1 0 0,-50-80-121 0 0,0 0 0 0 0,0 0-1 0 0,1 0 1 0 0,-1-1 0 0 0,-1 1 0 0 0,1 1-1 0 0,0-1 1 0 0,0 0 0 0 0,-1 0 0 0 0,1 0-1 0 0,-1 0 1 0 0,0 0 0 0 0,0 0 0 0 0,1 1-1 0 0,-2-1 1 0 0,1 0 0 0 0,0 0 0 0 0,0 0-1 0 0,-1 1 1 0 0,1-1 0 0 0,-1 0 0 0 0,1 0 0 0 0,-1 0-1 0 0,0 0 1 0 0,0 0 0 0 0,-2 3 0 0 0,0-2-2 0 0,0-1 1 0 0,-1 1-1 0 0,1-1 1 0 0,-1 0-1 0 0,0 0 1 0 0,0 0-1 0 0,0 0 1 0 0,0-1-1 0 0,0 1 1 0 0,0-1-1 0 0,0 0 1 0 0,-9 1-1 0 0,-42 4-453 0 0,-1-1 1 0 0,-79-5-1 0 0,62-1-5368 0 0,56 1 2786 0 0</inkml:trace>
</inkml:ink>
</file>

<file path=ppt/ink/ink15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31:14.8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259 268 652 0 0,'0'-2'177'0'0,"0"0"0"0"0,-1 1 0 0 0,1-1 0 0 0,0 0-1 0 0,-1 0 1 0 0,1 0 0 0 0,-1 1 0 0 0,0-1 0 0 0,0 0 0 0 0,1 1 0 0 0,-1-1 0 0 0,0 1-1 0 0,0-1 1 0 0,-1 1 0 0 0,-1-3 0 0 0,2 4-117 0 0,1 0-1 0 0,-1 0 1 0 0,1 1 0 0 0,-1-1-1 0 0,0 0 1 0 0,1 0 0 0 0,-1 0-1 0 0,1 1 1 0 0,-1-1 0 0 0,1 0-1 0 0,-1 1 1 0 0,1-1 0 0 0,-1 0-1 0 0,1 1 1 0 0,-1-1 0 0 0,1 1-1 0 0,-1-1 1 0 0,1 1 0 0 0,0-1-1 0 0,-1 1 1 0 0,1-1 0 0 0,0 1-1 0 0,-1-1 1 0 0,1 1 0 0 0,0 0-1 0 0,0-1 1 0 0,-1 1 0 0 0,1 0-1 0 0,-19 66 1167 0 0,16-56-1194 0 0,-12 66 577 0 0,-7 84 0 0 0,9-53-118 0 0,12-103-421 0 0,0-1 0 0 0,0 1 0 0 0,0-1 0 0 0,0 0 0 0 0,-1 0 0 0 0,0 1-1 0 0,0-1 1 0 0,0 0 0 0 0,0 0 0 0 0,-1-1 0 0 0,0 1 0 0 0,1-1 0 0 0,-5 5 0 0 0,5-8-44 0 0,1 0 0 0 0,-1 0-1 0 0,0 0 1 0 0,1 0 0 0 0,-1 0-1 0 0,0 0 1 0 0,1 0 0 0 0,-1 0-1 0 0,1-1 1 0 0,-1 1 0 0 0,0-1-1 0 0,1 1 1 0 0,-1-1 0 0 0,1 0-1 0 0,-1 1 1 0 0,1-1 0 0 0,0 0-1 0 0,-1 0 1 0 0,1 0 0 0 0,0 0-1 0 0,-1 0 1 0 0,1 0 0 0 0,-1-2-1 0 0,-10-15 26 0 0,0 0-1 0 0,2 0 1 0 0,0-1-1 0 0,1-1 1 0 0,1 1-1 0 0,1-2 1 0 0,0 1 0 0 0,2 0-1 0 0,0-1 1 0 0,2 0-1 0 0,0 0 1 0 0,0-40-1 0 0,3 30-39 0 0,1 0 0 0 0,2 0-1 0 0,1 0 1 0 0,1 1-1 0 0,2-1 1 0 0,1 1 0 0 0,1 1-1 0 0,17-37 1 0 0,-21 55-8 0 0,0 1 0 0 0,1 0 0 0 0,0 0-1 0 0,1 0 1 0 0,0 1 0 0 0,0 0 0 0 0,12-11 0 0 0,-16 17-3 0 0,1 0 1 0 0,-1 1-1 0 0,0-1 0 0 0,1 1 0 0 0,0 0 1 0 0,0 0-1 0 0,0 1 0 0 0,-1-1 1 0 0,1 1-1 0 0,1 0 0 0 0,-1 0 1 0 0,0 0-1 0 0,0 0 0 0 0,0 1 0 0 0,0 0 1 0 0,1 0-1 0 0,-1 0 0 0 0,0 0 1 0 0,0 0-1 0 0,0 1 0 0 0,1 0 0 0 0,-1 0 1 0 0,6 2-1 0 0,6 4-1 0 0,-1 0 1 0 0,0 1-1 0 0,-1 1 1 0 0,0 0-1 0 0,0 0 1 0 0,19 19-1 0 0,72 77 28 0 0,-91-89-18 0 0,11 10 9 0 0,44 47 31 0 0,104 141 1 0 0,-170-209-78 0 0,0 0 0 0 0,0 0 0 0 0,0 1 0 0 0,-1-1 0 0 0,1 1 0 0 0,-1 0 0 0 0,-1-1 1 0 0,1 1-1 0 0,-1 0 0 0 0,0 0 0 0 0,0 0 0 0 0,-1 0 0 0 0,1 0 0 0 0,-1 0 0 0 0,-1 0 0 0 0,1 0 1 0 0,-3 10-1 0 0,2-13-193 0 0,-1 1 0 0 0,1-1 1 0 0,-1 0-1 0 0,1 0 1 0 0,-1 0-1 0 0,0 0 1 0 0,0 0-1 0 0,-1 0 0 0 0,1-1 1 0 0,0 1-1 0 0,-1-1 1 0 0,0 1-1 0 0,1-1 1 0 0,-1 0-1 0 0,0 0 0 0 0,0 0 1 0 0,0-1-1 0 0,-1 1 1 0 0,1-1-1 0 0,0 0 0 0 0,-1 1 1 0 0,1-2-1 0 0,0 1 1 0 0,-1 0-1 0 0,1-1 1 0 0,-1 1-1 0 0,1-1 0 0 0,-1 0 1 0 0,0 0-1 0 0,-5-1 1 0 0,-8-1-1678 0 0</inkml:trace>
</inkml:ink>
</file>

<file path=ppt/ink/ink15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31:15.2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1 107 104 0 0,'13'-10'358'0'0,"1"-1"0"0"0,0 2 0 0 0,1 0 0 0 0,0 1 0 0 0,1 0 0 0 0,-1 2 0 0 0,1-1 0 0 0,1 2 0 0 0,-1 0 0 0 0,28-4 0 0 0,18 1-1020 0 0,97-2-1 0 0,-126 10-200 0 0,-6-2-183 0 0</inkml:trace>
</inkml:ink>
</file>

<file path=ppt/ink/ink15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31:15.5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192 527 292 0 0,'-2'14'611'0'0,"1"0"1"0"0,1 0-1 0 0,0-1 1 0 0,1 1-1 0 0,1 0 0 0 0,0 0 1 0 0,0 0-1 0 0,6 15 1 0 0,6 45 931 0 0,-11-41 494 0 0,-22-46-1713 0 0,12 6-238 0 0,1 0 0 0 0,-1 0 0 0 0,1-1 0 0 0,1 0 0 0 0,0 0-1 0 0,0-1 1 0 0,0 1 0 0 0,-3-11 0 0 0,-6-10 48 0 0,-8-11-48 0 0,1-1-1 0 0,2-1 1 0 0,2-1 0 0 0,2 0 0 0 0,2-1 0 0 0,-11-71 0 0 0,22 103-74 0 0,2 0 0 0 0,-1 0 1 0 0,2 0-1 0 0,0 0 0 0 0,0 0 0 0 0,1 0 1 0 0,0 0-1 0 0,1 0 0 0 0,1 1 0 0 0,-1-1 0 0 0,2 1 1 0 0,0 0-1 0 0,10-16 0 0 0,-10 19-8 0 0,1 0-1 0 0,0 1 1 0 0,0 0 0 0 0,1 0 0 0 0,0 0-1 0 0,0 1 1 0 0,0 0 0 0 0,1 1 0 0 0,0-1-1 0 0,0 2 1 0 0,0-1 0 0 0,1 1-1 0 0,0 0 1 0 0,0 1 0 0 0,0 0 0 0 0,0 0-1 0 0,16-2 1 0 0,-9 3-1 0 0,0 1 0 0 0,0 0 0 0 0,0 1 0 0 0,0 0 0 0 0,0 1 0 0 0,0 1 0 0 0,16 5 0 0 0,-27-6-3 0 0,0 0 1 0 0,0 0-1 0 0,0 1 0 0 0,0 0 1 0 0,0 0-1 0 0,0 0 0 0 0,-1 0 1 0 0,1 1-1 0 0,-1 0 0 0 0,1 0 1 0 0,-1 0-1 0 0,0 1 0 0 0,0-1 1 0 0,-1 1-1 0 0,1 0 0 0 0,-1 0 1 0 0,0 0-1 0 0,0 1 0 0 0,0-1 0 0 0,0 1 1 0 0,-1-1-1 0 0,0 1 0 0 0,0 0 1 0 0,3 9-1 0 0,-5-11 3 0 0,0 1 0 0 0,0 0 1 0 0,-1-1-1 0 0,1 1 0 0 0,-1-1 0 0 0,0 1 0 0 0,0-1 0 0 0,0 1 0 0 0,0-1 1 0 0,0 0-1 0 0,-1 0 0 0 0,1 1 0 0 0,-1-1 0 0 0,0 0 0 0 0,0 0 1 0 0,0-1-1 0 0,-1 1 0 0 0,1 0 0 0 0,-1-1 0 0 0,1 1 0 0 0,-1-1 0 0 0,-6 4 1 0 0,-6 5 14 0 0,-1 0 1 0 0,-31 14 0 0 0,45-24-19 0 0,-60 28 3 0 0,38-19-295 0 0,0 0 0 0 0,1 2 0 0 0,-25 18 1 0 0,30-9-1231 0 0,13-2-3222 0 0,7-10 2396 0 0</inkml:trace>
</inkml:ink>
</file>

<file path=ppt/ink/ink15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31:16.0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1 106 656 0 0,'0'0'7245'0'0,"3"-1"-6876"0"0,14-2-94 0 0,0 0 0 0 0,0 2 0 0 0,0 0 0 0 0,0 1 0 0 0,28 3 0 0 0,3 0-5 0 0,745-9 1345 0 0,-724-4-1504 0 0,-69 10-109 0 0,1 0-1 0 0,-1-1 1 0 0,0 1-1 0 0,0 0 0 0 0,1 0 1 0 0,-1-1-1 0 0,0 1 1 0 0,0 0-1 0 0,1 0 1 0 0,-1-1-1 0 0,0 1 0 0 0,0 0 1 0 0,0-1-1 0 0,0 1 1 0 0,1 0-1 0 0,-1-1 0 0 0,0 1 1 0 0,0 0-1 0 0,0-1 1 0 0,0 1-1 0 0,0 0 0 0 0,0-1 1 0 0,0 1-1 0 0,0 0 1 0 0,0-1-1 0 0,0 1 0 0 0,0 0 1 0 0,0-1-1 0 0,0 1 1 0 0,-1 0-1 0 0,1-1 1 0 0,0 1-1 0 0,0 0 0 0 0,0-1 1 0 0,0 1-1 0 0,0 0 1 0 0,-1-1-1 0 0,1 1 0 0 0,0 0 1 0 0,0 0-1 0 0,-1-1 1 0 0,1 1-1 0 0,0 0 0 0 0,0 0 1 0 0,-1-1-1 0 0,1 1 1 0 0,0 0-1 0 0,-1 0 1 0 0,1 0-1 0 0,0 0 0 0 0,-1-1 1 0 0,-13-10 8 0 0,-24-11 9 0 0,26 14-13 0 0,1 1-1 0 0,-1 1 1 0 0,-1 0-1 0 0,-16-5 0 0 0,27 10-10 0 0,-4 47 39 0 0,6-34-30 0 0,-1-1 0 0 0,0 1 0 0 0,-1 0-1 0 0,0-1 1 0 0,0 1 0 0 0,-1-1 0 0 0,-1 0 0 0 0,0 0 0 0 0,-1 0-1 0 0,0 0 1 0 0,0-1 0 0 0,-1 0 0 0 0,-10 13 0 0 0,-43 51-1652 0 0,-4-11-3972 0 0,43-46 2883 0 0</inkml:trace>
</inkml:ink>
</file>

<file path=ppt/ink/ink15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31:18.7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230 76 72 0 0,'-8'-23'1088'0'0,"7"21"-946"0"0,1-1 0 0 0,-1 1 0 0 0,1-1 0 0 0,-1 0 0 0 0,0 1 0 0 0,0-1 0 0 0,0 1 0 0 0,0 0 0 0 0,-1-1 0 0 0,1 1 0 0 0,0 0 0 0 0,-1 0 0 0 0,0-1 0 0 0,0 1 0 0 0,1 1 0 0 0,-1-1 0 0 0,0 0 0 0 0,0 0 0 0 0,-1 1 0 0 0,1-1 0 0 0,0 1 0 0 0,-1 0 0 0 0,1-1 0 0 0,0 1 0 0 0,-4-1 0 0 0,2 4-35 0 0,0-1 0 0 0,0 0 0 0 0,1 1 0 0 0,-1-1 0 0 0,0 1 0 0 0,1 0 0 0 0,-1 0 0 0 0,1 1 0 0 0,-1-1 0 0 0,1 1 0 0 0,0 0 0 0 0,0-1 0 0 0,0 1 0 0 0,-3 6 0 0 0,-9 11 71 0 0,1 0 0 0 0,1 1-1 0 0,0 0 1 0 0,2 1 0 0 0,1 0-1 0 0,1 1 1 0 0,0 0 0 0 0,2 1-1 0 0,1 0 1 0 0,1 0 0 0 0,1 0-1 0 0,1 0 1 0 0,0 35 0 0 0,2-35-109 0 0,2 0 1 0 0,0 0-1 0 0,2 0 1 0 0,0 0-1 0 0,2 0 1 0 0,1-1 0 0 0,1 0-1 0 0,0 0 1 0 0,2-1-1 0 0,1 1 1 0 0,0-2-1 0 0,2 0 1 0 0,25 35-1 0 0,-27-44-258 0 0,0 0 0 0 0,1 0-1 0 0,0-1 1 0 0,1-1 0 0 0,1 0-1 0 0,23 15 1 0 0,-28-21-439 0 0,0 0 0 0 0,1 0-1 0 0,0-1 1 0 0,-1 0 0 0 0,1 0 0 0 0,0-1-1 0 0,19 2 1 0 0,-8-4-1379 0 0</inkml:trace>
</inkml:ink>
</file>

<file path=ppt/ink/ink15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31:19.3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138 346 464 0 0,'0'0'1324'0'0,"-1"5"-716"0"0,-17 189 4966 0 0,18-194-5540 0 0,0 1 0 0 0,0 0 0 0 0,0 0 0 0 0,0-1 0 0 0,0 1 1 0 0,0 0-1 0 0,0 0 0 0 0,-1-1 0 0 0,1 1 0 0 0,0 0 0 0 0,0-1 0 0 0,-1 1 0 0 0,1 0 0 0 0,0-1 0 0 0,-1 1 0 0 0,1 0 0 0 0,-1-1 0 0 0,1 1 1 0 0,-1-1-1 0 0,1 1 0 0 0,-1-1 0 0 0,1 1 0 0 0,-1-1 0 0 0,0 1 0 0 0,1-1 0 0 0,-1 0 0 0 0,1 1 0 0 0,-1-1 0 0 0,0 0 0 0 0,-1 1 0 0 0,1-1-7 0 0,0-1 0 0 0,-1 1 0 0 0,1 0 0 0 0,0-1 0 0 0,-1 1 0 0 0,1-1 0 0 0,0 1-1 0 0,0-1 1 0 0,-1 0 0 0 0,1 1 0 0 0,0-1 0 0 0,0 0 0 0 0,0 0 0 0 0,-2-2 0 0 0,-29-38 316 0 0,23 22-282 0 0,1-1 0 0 0,1 0 0 0 0,0-1 0 0 0,2 0 0 0 0,0 1 0 0 0,-2-30 0 0 0,4 8-8 0 0,1 0 1 0 0,5-53-1 0 0,-2 80-41 0 0,2 1-1 0 0,-1 0 0 0 0,9-25 0 0 0,-9 32-7 0 0,1 1-1 0 0,-1 0 0 0 0,1 0 1 0 0,0 0-1 0 0,0 1 0 0 0,1-1 0 0 0,0 1 1 0 0,0 0-1 0 0,0 0 0 0 0,9-8 1 0 0,-11 12-4 0 0,1 0 1 0 0,-1-1 0 0 0,1 1 0 0 0,0 0 0 0 0,0 1-1 0 0,-1-1 1 0 0,1 0 0 0 0,0 1 0 0 0,0-1-1 0 0,0 1 1 0 0,0 0 0 0 0,-1 0 0 0 0,1 0-1 0 0,0 0 1 0 0,0 1 0 0 0,0-1 0 0 0,0 1 0 0 0,-1 0-1 0 0,1 0 1 0 0,0 0 0 0 0,-1 0 0 0 0,1 0-1 0 0,0 0 1 0 0,-1 1 0 0 0,0-1 0 0 0,5 4 0 0 0,7 5 19 0 0,0 1 1 0 0,-1 1 0 0 0,13 13-1 0 0,-21-21 3 0 0,32 34 77 0 0,-1 2 0 0 0,-2 1 0 0 0,-3 2 1 0 0,45 76-1 0 0,-70-108-72 0 0,-1-1 0 0 0,0 1 0 0 0,-1 0 0 0 0,0 0-1 0 0,4 18 1 0 0,-8-27-75 0 0,1 1 0 0 0,-1-1 0 0 0,0 1-1 0 0,0-1 1 0 0,0 0 0 0 0,0 1 0 0 0,0-1-1 0 0,0 1 1 0 0,-1-1 0 0 0,1 1 0 0 0,-1-1-1 0 0,0 0 1 0 0,0 1 0 0 0,0-1 0 0 0,0 0-1 0 0,0 0 1 0 0,0 1 0 0 0,-1-1 0 0 0,1 0-1 0 0,-1 0 1 0 0,1 0 0 0 0,-1-1 0 0 0,0 1-1 0 0,0 0 1 0 0,1-1 0 0 0,-1 1 0 0 0,-1-1-1 0 0,1 0 1 0 0,0 1 0 0 0,-4 1 0 0 0,0-3-171 0 0,1 1 0 0 0,-1-1 0 0 0,1 0 1 0 0,-1 0-1 0 0,1-1 0 0 0,-1 0 0 0 0,1 0 1 0 0,-1 0-1 0 0,1 0 0 0 0,0-1 0 0 0,0 0 0 0 0,0 0 1 0 0,0 0-1 0 0,-7-5 0 0 0,-4 0-234 0 0,1 1 265 0 0,1-1 1 0 0,0-1-1 0 0,0 0 0 0 0,1 0 0 0 0,0-1 1 0 0,-15-14-1 0 0,27 22 197 0 0,1 1 0 0 0,-1-1 1 0 0,1 1-1 0 0,-1-1 0 0 0,1 1 1 0 0,0-1-1 0 0,-1 1 0 0 0,1-1 1 0 0,0 0-1 0 0,-1 1 0 0 0,1-1 0 0 0,0 0 1 0 0,-1 1-1 0 0,1-1 0 0 0,0 0 1 0 0,0 1-1 0 0,0-1 0 0 0,0 0 1 0 0,0 0-1 0 0,0 1 0 0 0,0-1 1 0 0,0 0-1 0 0,0 1 0 0 0,0-1 1 0 0,0 0-1 0 0,0 0 0 0 0,1 1 0 0 0,-1-1 1 0 0,0 0-1 0 0,1 0 0 0 0,20-16 365 0 0,32-1 108 0 0,-29 15-435 0 0,0 1-1 0 0,-1 1 1 0 0,1 1-1 0 0,0 2 1 0 0,-1 0-1 0 0,28 7 1 0 0,61 4-3781 0 0,-86-13 2310 0 0</inkml:trace>
</inkml:ink>
</file>

<file path=ppt/ink/ink15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31:19.8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141 329 232 0 0,'-4'1'679'0'0,"-2"-1"-476"0"0,0 0 1 0 0,0 0 0 0 0,1 1-1 0 0,-1 0 1 0 0,0 0 0 0 0,0 1-1 0 0,1 0 1 0 0,-1-1 0 0 0,0 2-1 0 0,1-1 1 0 0,0 1-1 0 0,0 0 1 0 0,0 0 0 0 0,0 0-1 0 0,0 1 1 0 0,0 0 0 0 0,1 0-1 0 0,0 0 1 0 0,0 0 0 0 0,0 1-1 0 0,0-1 1 0 0,1 1-1 0 0,0 0 1 0 0,0 0 0 0 0,0 0-1 0 0,0 1 1 0 0,1-1 0 0 0,0 1-1 0 0,-2 6 1 0 0,4-10-182 0 0,0-1 0 0 0,0 1 1 0 0,0-1-1 0 0,0 1 0 0 0,0-1 0 0 0,0 1 0 0 0,0-1 1 0 0,1 1-1 0 0,-1-1 0 0 0,0 1 0 0 0,1-1 0 0 0,-1 0 1 0 0,1 1-1 0 0,0-1 0 0 0,-1 0 0 0 0,1 1 0 0 0,0-1 1 0 0,0 0-1 0 0,0 0 0 0 0,0 0 0 0 0,0 1 0 0 0,0-1 1 0 0,0 0-1 0 0,0 0 0 0 0,0-1 0 0 0,1 1 0 0 0,-1 0 1 0 0,0 0-1 0 0,1-1 0 0 0,-1 1 0 0 0,0 0 0 0 0,1-1 1 0 0,-1 1-1 0 0,1-1 0 0 0,-1 0 0 0 0,1 0 0 0 0,-1 1 1 0 0,1-1-1 0 0,-1 0 0 0 0,1 0 0 0 0,-1 0 0 0 0,1-1 1 0 0,-1 1-1 0 0,1 0 0 0 0,-1 0 0 0 0,1-1 0 0 0,-1 1 1 0 0,0-1-1 0 0,1 0 0 0 0,-1 1 0 0 0,1-1 0 0 0,-1 0 1 0 0,0 0-1 0 0,0 1 0 0 0,0-1 0 0 0,1 0 0 0 0,-1 0 0 0 0,0-1 1 0 0,0 1-1 0 0,1-2 0 0 0,3-4-7 0 0,-1-1 0 0 0,0 1-1 0 0,0-1 1 0 0,-1-1 0 0 0,0 1 0 0 0,0 0-1 0 0,0-1 1 0 0,-2 1 0 0 0,3-16-1 0 0,2-81 114 0 0,-5 42 18 0 0,0 17 143 0 0,-1 0 0 0 0,-8-48 1 0 0,6 87 426 0 0,0 9-245 0 0,0 25-45 0 0,5 43-145 0 0,52 198-2432 0 0,-54-265 1844 0 0,0-1 1 0 0,0 1-1 0 0,0 0 0 0 0,0-1 1 0 0,1 1-1 0 0,-1-1 0 0 0,1 1 1 0 0,-1-1-1 0 0,4 3 0 0 0,0 2-2638 0 0</inkml:trace>
</inkml:ink>
</file>

<file path=ppt/ink/ink15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31:20.2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72 176 0 0,'0'0'562'0'0,"19"9"2046"0"0,-16-3-2329 0 0,0 0 0 0 0,0 0 1 0 0,0 0-1 0 0,-1 0 1 0 0,0 0-1 0 0,0 0 0 0 0,0 1 1 0 0,1 9-1 0 0,10 33 819 0 0,-13-47-1036 0 0,1 0 0 0 0,-1-1 0 0 0,1 1-1 0 0,0 0 1 0 0,0-1 0 0 0,0 1 0 0 0,0 0 0 0 0,0-1 0 0 0,0 0 0 0 0,0 1-1 0 0,0-1 1 0 0,1 1 0 0 0,-1-1 0 0 0,1 0 0 0 0,-1 0 0 0 0,1 0 0 0 0,-1 0 0 0 0,1 0-1 0 0,-1 0 1 0 0,1 0 0 0 0,0-1 0 0 0,0 1 0 0 0,3 0 0 0 0,-3-1 1 0 0,0 0 1 0 0,0-1-1 0 0,0 1 0 0 0,0-1 1 0 0,0 1-1 0 0,0-1 0 0 0,0 0 1 0 0,0 0-1 0 0,0 0 1 0 0,0 0-1 0 0,0 0 0 0 0,0 0 1 0 0,0-1-1 0 0,-1 1 0 0 0,1-1 1 0 0,2-2-1 0 0,3-4 77 0 0,-1 0-1 0 0,-1 0 1 0 0,1 0 0 0 0,-1 0-1 0 0,0-1 1 0 0,-1 0-1 0 0,6-18 1 0 0,-3 2-73 0 0,18-63-1981 0 0,-21 78-2873 0 0</inkml:trace>
</inkml:ink>
</file>

<file path=ppt/ink/ink15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31:20.5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404 0 608 0 0,'11'11'508'0'0,"-1"1"0"0"0,1 0 0 0 0,-2 1 1 0 0,0 0-1 0 0,0 1 0 0 0,-1-1 0 0 0,-1 1 0 0 0,-1 1 0 0 0,0 0 0 0 0,0 0 0 0 0,-2 0 1 0 0,6 25-1 0 0,-7-22-289 0 0,-1 1-1 0 0,0-1 1 0 0,-1 0 0 0 0,-1 1 0 0 0,-1-1 0 0 0,0 1 0 0 0,-1-1-1 0 0,-2 0 1 0 0,1 0 0 0 0,-11 27 0 0 0,5-25-105 0 0,-1 0 0 0 0,-1-2 1 0 0,0 1-1 0 0,-2-1 0 0 0,0-1 1 0 0,-1 0-1 0 0,-1-1 0 0 0,-24 21 1 0 0,-10 4-691 0 0,-86 55 0 0 0,101-75-1968 0 0,-61 26 0 0 0,50-28 62 0 0</inkml:trace>
</inkml:ink>
</file>

<file path=ppt/ink/ink15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31:23.2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115 348 920 0 0,'1'-5'574'0'0,"-1"0"-1"0"0,1 1 1 0 0,0-1-1 0 0,1 1 1 0 0,-1-1 0 0 0,1 1-1 0 0,0 0 1 0 0,0-1-1 0 0,5-6 1 0 0,-7 11-117 0 0,10 60 1289 0 0,-8 18-1012 0 0,0-35-289 0 0,-7 83 1 0 0,5-122-425 0 0,0-1 1 0 0,-1 0-1 0 0,1 0 0 0 0,-1 0 1 0 0,0 1-1 0 0,0-1 1 0 0,0 0-1 0 0,0 0 1 0 0,0 0-1 0 0,-1 0 1 0 0,1-1-1 0 0,-1 1 0 0 0,0 0 1 0 0,0-1-1 0 0,0 1 1 0 0,0-1-1 0 0,-5 5 1 0 0,6-7 16 0 0,-28-14 45 0 0,19 1-75 0 0,1-1 0 0 0,1 0 0 0 0,0 0 0 0 0,0 0 0 0 0,1-1 0 0 0,1-1 0 0 0,1 1 0 0 0,0-1 0 0 0,1 0 0 0 0,-4-31 0 0 0,4 12-3 0 0,2-1 0 0 0,1 1 0 0 0,2 0 0 0 0,5-39 0 0 0,-4 54-7 0 0,2 1 1 0 0,0-1-1 0 0,1 1 0 0 0,1 0 0 0 0,1 0 0 0 0,11-20 0 0 0,-16 34 1 0 0,1-1 0 0 0,0 1 0 0 0,0 0 0 0 0,1 0-1 0 0,-1 1 1 0 0,1-1 0 0 0,0 1 0 0 0,0-1 0 0 0,1 1-1 0 0,-1 1 1 0 0,1-1 0 0 0,0 1 0 0 0,0-1 0 0 0,0 1 0 0 0,0 1-1 0 0,0-1 1 0 0,1 1 0 0 0,0 0 0 0 0,-1 0 0 0 0,1 0-1 0 0,0 1 1 0 0,0 0 0 0 0,-1 0 0 0 0,11 1 0 0 0,-2 1 1 0 0,-1 1 0 0 0,0 0 0 0 0,0 1 0 0 0,0 0 0 0 0,0 1 0 0 0,-1 1 0 0 0,1 0 0 0 0,-1 1 0 0 0,0 0 0 0 0,-1 1 0 0 0,12 8 0 0 0,15 14 15 0 0,59 59 0 0 0,-61-54-13 0 0,-16-15 3 0 0,-2 1 1 0 0,-1 0-1 0 0,0 1 1 0 0,-1 1-1 0 0,-2 0 1 0 0,0 1-1 0 0,20 48 1 0 0,-32-67-46 0 0,-1 0-1 0 0,1 1 1 0 0,-1-1 0 0 0,-1 1 0 0 0,1-1 0 0 0,0 1 0 0 0,-1 0 0 0 0,0-1 0 0 0,0 1-1 0 0,0-1 1 0 0,-1 1 0 0 0,0 0 0 0 0,0-1 0 0 0,0 0 0 0 0,0 1 0 0 0,-1-1 0 0 0,1 1-1 0 0,-1-1 1 0 0,0 0 0 0 0,0 0 0 0 0,-1 0 0 0 0,1 0 0 0 0,-1-1 0 0 0,0 1 0 0 0,0-1-1 0 0,0 1 1 0 0,-1-1 0 0 0,1 0 0 0 0,-1 0 0 0 0,0-1 0 0 0,1 1 0 0 0,-1-1 0 0 0,0 0-1 0 0,-1 0 1 0 0,1 0 0 0 0,-5 1 0 0 0,3 0-148 0 0,0-1 0 0 0,-1 1 0 0 0,1-2 0 0 0,-1 1 0 0 0,0-1 0 0 0,1 0 0 0 0,-1 0-1 0 0,0-1 1 0 0,0 0 0 0 0,0 0 0 0 0,1-1 0 0 0,-1 1 0 0 0,0-2 0 0 0,0 1 0 0 0,1-1 0 0 0,-1 0 0 0 0,1 0 0 0 0,-1 0 0 0 0,1-1 0 0 0,0 0-1 0 0,0-1 1 0 0,0 1 0 0 0,1-1 0 0 0,-6-5 0 0 0,8 7 145 0 0,1-1 0 0 0,-1 1 0 0 0,1-1 0 0 0,0 1 0 0 0,0-1 0 0 0,0 0 0 0 0,0 0 0 0 0,1 0 0 0 0,-1 0 0 0 0,1 0 0 0 0,-1 0 0 0 0,1 0 0 0 0,0 0 0 0 0,-1-7 0 0 0,3 8 52 0 0,-1-1-1 0 0,0 1 1 0 0,1 0-1 0 0,0 0 1 0 0,-1 0-1 0 0,1 0 1 0 0,0 0-1 0 0,0 1 1 0 0,0-1-1 0 0,0 0 1 0 0,0 0-1 0 0,1 1 1 0 0,-1-1-1 0 0,0 0 1 0 0,1 1-1 0 0,-1-1 1 0 0,1 1-1 0 0,0 0 1 0 0,-1 0-1 0 0,1-1 1 0 0,0 1-1 0 0,0 0 1 0 0,0 0-1 0 0,0 1 1 0 0,2-2-1 0 0,20-8 78 0 0,0 1 0 0 0,1 1-1 0 0,0 1 1 0 0,0 1 0 0 0,0 2 0 0 0,36-3-1 0 0,158 7-3176 0 0,-200 0 1943 0 0</inkml:trace>
</inkml:ink>
</file>

<file path=ppt/ink/ink15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31:23.6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126 337 468 0 0,'-7'2'298'0'0,"-1"0"0"0"0,1 1 0 0 0,0-1 0 0 0,0 1 0 0 0,0 1 0 0 0,0-1 0 0 0,0 1 0 0 0,1 0 0 0 0,0 1 0 0 0,0 0 0 0 0,0 0 0 0 0,0 0 0 0 0,1 0 0 0 0,-7 10 0 0 0,9-12-222 0 0,1 0-1 0 0,0 0 0 0 0,-1 1 1 0 0,2-1-1 0 0,-1 1 0 0 0,0-1 1 0 0,1 1-1 0 0,-1 0 1 0 0,1 0-1 0 0,0-1 0 0 0,1 1 1 0 0,-1 0-1 0 0,0 0 0 0 0,1 0 1 0 0,0 0-1 0 0,0 0 1 0 0,0 0-1 0 0,1 0 0 0 0,-1 0 1 0 0,1 0-1 0 0,0-1 0 0 0,0 1 1 0 0,0 0-1 0 0,1 0 0 0 0,-1-1 1 0 0,1 1-1 0 0,0-1 1 0 0,0 1-1 0 0,4 4 0 0 0,-5-6-55 0 0,1 0 1 0 0,-1-1-1 0 0,1 1 0 0 0,-1 0 0 0 0,1-1 0 0 0,0 0 0 0 0,-1 1 0 0 0,1-1 1 0 0,0 0-1 0 0,0 0 0 0 0,0 0 0 0 0,0 0 0 0 0,0 0 0 0 0,0-1 0 0 0,0 1 1 0 0,0-1-1 0 0,0 1 0 0 0,0-1 0 0 0,0 0 0 0 0,0 1 0 0 0,1-1 0 0 0,-1 0 1 0 0,0 0-1 0 0,0-1 0 0 0,0 1 0 0 0,0 0 0 0 0,0-1 0 0 0,0 0 0 0 0,1 1 0 0 0,-1-1 1 0 0,0 0-1 0 0,-1 0 0 0 0,1 0 0 0 0,0 0 0 0 0,0 0 0 0 0,0 0 0 0 0,1-2 1 0 0,2-1-3 0 0,0 0 0 0 0,0-1 1 0 0,0 1-1 0 0,-1-1 1 0 0,0 0-1 0 0,0 0 0 0 0,0 0 1 0 0,0-1-1 0 0,-1 1 1 0 0,0-1-1 0 0,3-7 0 0 0,3-16 20 0 0,-1 0-1 0 0,-1-1 1 0 0,-2 0-1 0 0,-1 0 1 0 0,-1 0-1 0 0,-1-1 1 0 0,-2 1-1 0 0,-1-1 1 0 0,-2 1-1 0 0,-1 0 1 0 0,-9-37-1 0 0,11 60 51 0 0,1 1 90 0 0,0-1 1 0 0,-1 1 0 0 0,0 0-1 0 0,0 0 1 0 0,-1 0 0 0 0,1 0 0 0 0,-6-7-1 0 0,8 12 98 0 0,-2 2-261 0 0,1 0 0 0 0,0 0 0 0 0,0 0 0 0 0,0 0-1 0 0,0 0 1 0 0,0 0 0 0 0,0 0 0 0 0,0 0 0 0 0,1 0 0 0 0,-1 0 0 0 0,0 1-1 0 0,1-1 1 0 0,-1 0 0 0 0,1 0 0 0 0,-1 1 0 0 0,1-1 0 0 0,-1 0-1 0 0,1 1 1 0 0,0-1 0 0 0,0 1 0 0 0,0-1 0 0 0,0 0 0 0 0,0 2-1 0 0,-3 36 221 0 0,6-14-201 0 0,1 0-1 0 0,2 0 1 0 0,0 0 0 0 0,2-1-1 0 0,18 40 1 0 0,-19-46-170 0 0,-7-16 77 0 0,35 75-1361 0 0,-3-32-3966 0 0,-21-34 3010 0 0</inkml:trace>
</inkml:ink>
</file>

<file path=ppt/ink/ink15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31:23.9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237 1 644 0 0,'4'9'604'0'0,"0"1"1"0"0,-1 0-1 0 0,0 0 0 0 0,-1 1 0 0 0,2 13 1 0 0,-1-5-85 0 0,12 65 1203 0 0,5 104-1 0 0,-18-158-1449 0 0,-2 0 0 0 0,-1-1 0 0 0,-2 1 0 0 0,0-1 0 0 0,-2 0 0 0 0,-2 0 0 0 0,-12 36 0 0 0,16-57-197 0 0,0-1 1 0 0,-1 0-1 0 0,0 0 1 0 0,0-1-1 0 0,-1 1 1 0 0,0-1-1 0 0,0 0 1 0 0,0 0-1 0 0,-1-1 1 0 0,0 0-1 0 0,0 0 1 0 0,0 0-1 0 0,-1 0 1 0 0,-10 4-1 0 0,13-7-40 0 0,0 0 0 0 0,0 0 0 0 0,0-1 0 0 0,0 1 0 0 0,0-1-1 0 0,-1 0 1 0 0,1-1 0 0 0,0 1 0 0 0,-1-1 0 0 0,1 0 0 0 0,0 0 0 0 0,-1 0 0 0 0,1 0 0 0 0,-1-1 0 0 0,1 0-1 0 0,0 0 1 0 0,0 0 0 0 0,-1 0 0 0 0,1-1 0 0 0,0 1 0 0 0,0-1 0 0 0,0 0 0 0 0,1-1 0 0 0,-1 1-1 0 0,0 0 1 0 0,1-1 0 0 0,-7-6 0 0 0,5 3-8 0 0,0 0-1 0 0,0 0 1 0 0,0 0-1 0 0,1-1 1 0 0,0 0-1 0 0,0 0 1 0 0,1 0-1 0 0,0 0 1 0 0,0 0-1 0 0,1-1 1 0 0,-1 1-1 0 0,2-1 1 0 0,-1 0-1 0 0,1 0 1 0 0,0 0-1 0 0,1 1 1 0 0,0-1-1 0 0,0 0 1 0 0,1 0-1 0 0,2-13 1 0 0,1 0-520 0 0,0 1 1 0 0,12-29-1 0 0,17-34-5164 0 0,-29 74 4591 0 0,5-13-1720 0 0</inkml:trace>
</inkml:ink>
</file>

<file path=ppt/ink/ink15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31:24.3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44 152 0 0,'-2'-9'884'0'0,"1"0"-84"0"0,1 3-68 0 0,1-1 516 0 0,1 0-260 0 0,8 2-267 0 0,9 13-802 0 0,-9-3-171 0 0,-3-1-172 0 0,-1 3-372 0 0,4 0-860 0 0,-2-2 376 0 0</inkml:trace>
</inkml:ink>
</file>

<file path=ppt/ink/ink15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31:24.6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145 1 680 0 0,'-19'5'2958'0'0,"12"3"-2580"0"0,-1-1 0 0 0,1 1 0 0 0,1 0 0 0 0,-1 1 0 0 0,1-1 0 0 0,1 1 0 0 0,-9 17 0 0 0,-23 71 922 0 0,36-94-1235 0 0,-7 23 176 0 0,2 0-1 0 0,1 0 1 0 0,1 1-1 0 0,1-1 0 0 0,2 1 1 0 0,0-1-1 0 0,2 1 1 0 0,1 0-1 0 0,1-1 0 0 0,11 44 1 0 0,-4-32-234 0 0,1-2 0 0 0,2 0 0 0 0,1 0 0 0 0,2-1 0 0 0,2-1 0 0 0,40 59 0 0 0,-54-88-243 0 0,0 1-1 0 0,1-1 1 0 0,-1 0 0 0 0,1-1 0 0 0,0 1-1 0 0,8 5 1 0 0,-9-8-375 0 0,-1 0 1 0 0,1 0-1 0 0,-1 0 0 0 0,1-1 0 0 0,0 1 0 0 0,0-1 0 0 0,6 1 0 0 0,3-1-1741 0 0</inkml:trace>
</inkml:ink>
</file>

<file path=ppt/ink/ink15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31:25.0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60 268 60 0 0,'0'0'2491'0'0,"-1"3"-1711"0"0,-5 17-163 0 0,1 0 1 0 0,0 1-1 0 0,2-1 1 0 0,1 1-1 0 0,0-1 1 0 0,1 1-1 0 0,4 35 1 0 0,2 0 551 0 0,14 74 1 0 0,-16-117-86 0 0,-3-15-470 0 0,-8-30-296 0 0,-7-29-181 0 0,3 13-68 0 0,2 1 0 0 0,2-1-1 0 0,2-1 1 0 0,2 0 0 0 0,3 1-1 0 0,5-59 1 0 0,-2 93-59 0 0,0 1 1 0 0,1 0-1 0 0,1-1 1 0 0,0 1-1 0 0,1 1 1 0 0,0-1-1 0 0,11-18 1 0 0,-14 27-10 0 0,0 1 0 0 0,0-1 0 0 0,1 0 1 0 0,0 1-1 0 0,-1 0 0 0 0,1-1 1 0 0,1 1-1 0 0,-1 1 0 0 0,0-1 0 0 0,1 0 1 0 0,-1 1-1 0 0,1-1 0 0 0,0 1 0 0 0,0 0 1 0 0,0 1-1 0 0,0-1 0 0 0,0 1 1 0 0,0-1-1 0 0,0 1 0 0 0,0 0 0 0 0,1 1 1 0 0,-1-1-1 0 0,0 1 0 0 0,1 0 0 0 0,-1 0 1 0 0,1 0-1 0 0,5 1 0 0 0,-6 1 1 0 0,0-1-1 0 0,0 1 1 0 0,0 0-1 0 0,0 0 1 0 0,0 0-1 0 0,-1 0 1 0 0,1 1-1 0 0,0-1 1 0 0,-1 1-1 0 0,0 0 1 0 0,0 0-1 0 0,0 0 1 0 0,0 1-1 0 0,0-1 1 0 0,-1 1-1 0 0,1-1 1 0 0,-1 1-1 0 0,0 0 1 0 0,0 0-1 0 0,0 0 1 0 0,1 8-1 0 0,-1-8-1 0 0,-1 0 0 0 0,0 0 0 0 0,0 0 0 0 0,0 1 1 0 0,0-1-1 0 0,-1 0 0 0 0,0 0 0 0 0,0 1 0 0 0,0-1 0 0 0,0 0 0 0 0,-1 0 0 0 0,0 0 0 0 0,0 0 0 0 0,0 1 0 0 0,0-1 0 0 0,0 0 0 0 0,-1-1 1 0 0,0 1-1 0 0,0 0 0 0 0,0 0 0 0 0,0-1 0 0 0,-6 7 0 0 0,-57 44-245 0 0,9-9-3162 0 0,43-32-1946 0 0</inkml:trace>
</inkml:ink>
</file>

<file path=ppt/ink/ink15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31:25.4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1 190 144 0 0,'1'57'2885'0'0,"10"70"0"0"0,-2-73-1515 0 0,3 0 0 0 0,35 103 1 0 0,-39-135 272 0 0,-11-32-1014 0 0,-23-67-354 0 0,16 31-179 0 0,-6-23 10 0 0,-7-73 1 0 0,21 124-99 0 0,1-1 1 0 0,0 1 0 0 0,2-1-1 0 0,0 1 1 0 0,1 0 0 0 0,0-1-1 0 0,2 1 1 0 0,0 0 0 0 0,9-21-1 0 0,-10 31-3 0 0,1 1 0 0 0,0-1-1 0 0,0 1 1 0 0,1 0 0 0 0,-1 0-1 0 0,2 1 1 0 0,-1-1 0 0 0,1 1-1 0 0,0 0 1 0 0,0 1 0 0 0,1 0-1 0 0,-1 0 1 0 0,1 0 0 0 0,0 0-1 0 0,13-5 1 0 0,-15 8-5 0 0,0 1 0 0 0,0-1 0 0 0,1 1 0 0 0,-1 0 0 0 0,0 0 0 0 0,0 1 0 0 0,0-1 0 0 0,1 1 0 0 0,-1 0 0 0 0,0 1 0 0 0,0-1 1 0 0,1 1-1 0 0,-1 0 0 0 0,0 1 0 0 0,0-1 0 0 0,0 1 0 0 0,0 0 0 0 0,0 0 0 0 0,-1 0 0 0 0,1 1 0 0 0,-1 0 0 0 0,1 0 0 0 0,-1 0 0 0 0,0 0 0 0 0,6 7 0 0 0,-6-7 0 0 0,-1 1 0 0 0,1-1 0 0 0,-1 1 0 0 0,0 0 0 0 0,0 0 0 0 0,-1 0 0 0 0,1 1 0 0 0,-1-1 0 0 0,0 0 0 0 0,0 1 0 0 0,-1 0 0 0 0,1-1 0 0 0,-1 1 0 0 0,0 0 0 0 0,0 0-1 0 0,-1-1 1 0 0,1 1 0 0 0,-1 0 0 0 0,0 0 0 0 0,0 0 0 0 0,-1 0 0 0 0,1 0 0 0 0,-1 0 0 0 0,0-1 0 0 0,-1 1 0 0 0,1 0 0 0 0,-1-1 0 0 0,0 1 0 0 0,0-1 0 0 0,0 1 0 0 0,-1-1 0 0 0,1 0 0 0 0,-1 0 0 0 0,0 0 0 0 0,0 0 0 0 0,-1-1-1 0 0,1 1 1 0 0,-1-1 0 0 0,0 0 0 0 0,0 0 0 0 0,0 0 0 0 0,0-1 0 0 0,-8 5 0 0 0,-22 13-837 0 0,-2 1-1701 0 0,13-9-1958 0 0,12-10 1586 0 0</inkml:trace>
</inkml:ink>
</file>

<file path=ppt/ink/ink15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31:25.8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828 2 9049 0 0,'13'-1'171'0'0,"-1"1"0"0"0,1 0 0 0 0,-1 1 1 0 0,1 0-1 0 0,-1 1 0 0 0,0 0 0 0 0,0 1 0 0 0,0 0 0 0 0,0 1 1 0 0,0 1-1 0 0,-1 0 0 0 0,1 0 0 0 0,-1 1 0 0 0,19 14 0 0 0,-18-11-41 0 0,-1 0 0 0 0,0 1 0 0 0,0 0 0 0 0,-1 0 0 0 0,-1 1 0 0 0,0 1-1 0 0,0-1 1 0 0,-1 2 0 0 0,-1-1 0 0 0,0 1 0 0 0,0 0 0 0 0,-2 0 0 0 0,1 1-1 0 0,-2 0 1 0 0,0 0 0 0 0,0 0 0 0 0,-2 0 0 0 0,0 1 0 0 0,0-1 0 0 0,-1 1 0 0 0,-1-1-1 0 0,0 1 1 0 0,-1-1 0 0 0,-1 1 0 0 0,0-1 0 0 0,-8 24 0 0 0,0-8 28 0 0,-1-1 0 0 0,-1 0 1 0 0,-2-1-1 0 0,-1 0 0 0 0,-1-2 1 0 0,-31 40-1 0 0,16-30 5 0 0,-1-1 0 0 0,-1-2 1 0 0,-69 53-1 0 0,24-32-782 0 0,-1-4 0 0 0,-3-3 0 0 0,-160 65 0 0 0,-18-23-7172 0 0,172-64 4070 0 0</inkml:trace>
</inkml:ink>
</file>

<file path=ppt/ink/ink15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31:28.3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83 343 56 0 0,'-6'4'253'0'0,"1"0"1"0"0,-1 1-1 0 0,1 0 1 0 0,0 0-1 0 0,1 0 1 0 0,-1 0-1 0 0,1 1 1 0 0,0 0-1 0 0,1 0 1 0 0,-1 0-1 0 0,1 0 0 0 0,0 0 1 0 0,1 1-1 0 0,0 0 1 0 0,0-1-1 0 0,-2 11 1 0 0,-1 8 269 0 0,0 1 1 0 0,-1 51 0 0 0,7-37-81 0 0,0 0 0 0 0,3-1 0 0 0,1 0 0 0 0,2 1 0 0 0,2-2 0 0 0,25 69 0 0 0,-48-173 312 0 0,2 0 0 0 0,-3-118 0 0 0,15 124-721 0 0,2-1 1 0 0,3 1-1 0 0,16-71 0 0 0,-18 113-27 0 0,2 0 1 0 0,0 0-1 0 0,1 1 1 0 0,1 0-1 0 0,0 0 1 0 0,1 0-1 0 0,1 1 1 0 0,1 0-1 0 0,0 1 1 0 0,1 0-1 0 0,1 0 1 0 0,0 1-1 0 0,1 1 1 0 0,25-21-1 0 0,-32 30-5 0 0,1 0-1 0 0,-1 0 1 0 0,1 1 0 0 0,0-1-1 0 0,0 2 1 0 0,0-1 0 0 0,0 1-1 0 0,1 0 1 0 0,-1 1 0 0 0,1 0-1 0 0,-1 0 1 0 0,1 0 0 0 0,11 1-1 0 0,-16 1 1 0 0,0-1 0 0 0,0 1-1 0 0,0-1 1 0 0,1 1 0 0 0,-1 0-1 0 0,0 0 1 0 0,0 0 0 0 0,0 1 0 0 0,-1-1-1 0 0,1 1 1 0 0,0 0 0 0 0,0-1-1 0 0,-1 1 1 0 0,1 1 0 0 0,-1-1-1 0 0,0 0 1 0 0,1 0 0 0 0,-1 1-1 0 0,0-1 1 0 0,-1 1 0 0 0,1 0-1 0 0,0 0 1 0 0,-1-1 0 0 0,1 1-1 0 0,-1 0 1 0 0,0 0 0 0 0,0 1-1 0 0,0-1 1 0 0,0 0 0 0 0,-1 0-1 0 0,1 0 1 0 0,-1 0 0 0 0,0 1-1 0 0,0 2 1 0 0,0 2-1 0 0,0 1 0 0 0,0-1-1 0 0,-1 0 1 0 0,0 0 0 0 0,-1 0 0 0 0,0 0 0 0 0,0 0-1 0 0,0 0 1 0 0,-1 0 0 0 0,0 0 0 0 0,-1-1 0 0 0,-5 9-1 0 0,-3 1 20 0 0,-1 0-1 0 0,-1 0 1 0 0,-18 17-1 0 0,14-17-472 0 0,2 1 1 0 0,-24 33-1 0 0,28-27-1092 0 0,12-7-3129 0 0,2-10 2342 0 0</inkml:trace>
</inkml:ink>
</file>

<file path=ppt/ink/ink15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31:28.7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0 324 268 0 0,'15'20'1039'0'0,"10"16"782"0"0,31 58-1 0 0,-44-72-1327 0 0,-5-10-221 0 0,-1 0 0 0 0,0 1-1 0 0,0-1 1 0 0,-1 1-1 0 0,-1 0 1 0 0,0 1 0 0 0,-1-1-1 0 0,2 19 1 0 0,-5-31-251 0 0,0-1 0 0 0,0 1 0 0 0,-1-1 1 0 0,1 1-1 0 0,0-1 0 0 0,0 1 0 0 0,0-1 0 0 0,-1 1 0 0 0,1-1 0 0 0,0 0 0 0 0,-1 1 0 0 0,1-1 1 0 0,0 1-1 0 0,-1-1 0 0 0,1 0 0 0 0,-1 1 0 0 0,1-1 0 0 0,0 0 0 0 0,-1 1 0 0 0,1-1 1 0 0,-1 0-1 0 0,1 0 0 0 0,-1 0 0 0 0,1 1 0 0 0,-1-1 0 0 0,1 0 0 0 0,-1 0 0 0 0,1 0 1 0 0,-1 0-1 0 0,1 0 0 0 0,-1 0 0 0 0,1 0 0 0 0,-1 0 0 0 0,1 0 0 0 0,-1 0 0 0 0,1 0 0 0 0,-1 0 1 0 0,1 0-1 0 0,-1-1 0 0 0,1 1 0 0 0,-1 0 0 0 0,1 0 0 0 0,-1 0 0 0 0,1-1 0 0 0,-1 1 1 0 0,0-1-1 0 0,-23-11 280 0 0,16 4-254 0 0,0-2 0 0 0,0 1-1 0 0,1-1 1 0 0,0 0 0 0 0,0-1-1 0 0,1 1 1 0 0,1-1 0 0 0,-1 0 0 0 0,2-1-1 0 0,0 1 1 0 0,0-1 0 0 0,1 0-1 0 0,1 0 1 0 0,0 0 0 0 0,0 0 0 0 0,1-1-1 0 0,2-21 1 0 0,0 8-22 0 0,2 0 0 0 0,0 0 0 0 0,2 1 0 0 0,1 0 0 0 0,1 0-1 0 0,1 0 1 0 0,16-34 0 0 0,-15 41-9 0 0,0 1-1 0 0,1 0 0 0 0,1 1 1 0 0,1 0-1 0 0,17-18 1 0 0,-25 30-13 0 0,0-1 1 0 0,0 1 0 0 0,0 0 0 0 0,0 1 0 0 0,0-1 0 0 0,1 1-1 0 0,-1 0 1 0 0,1 0 0 0 0,0 0 0 0 0,0 1 0 0 0,0 0-1 0 0,1 0 1 0 0,-1 0 0 0 0,0 0 0 0 0,1 1 0 0 0,-1 0 0 0 0,1 0-1 0 0,-1 1 1 0 0,1-1 0 0 0,-1 1 0 0 0,1 0 0 0 0,0 1-1 0 0,6 0 1 0 0,-10 0-1 0 0,0 0 0 0 0,0 0-1 0 0,0 0 1 0 0,0 0 0 0 0,0 0 0 0 0,0 0-1 0 0,0 0 1 0 0,0 0 0 0 0,0 1 0 0 0,0-1-1 0 0,-1 1 1 0 0,1 0 0 0 0,-1-1-1 0 0,1 1 1 0 0,-1 0 0 0 0,0 0 0 0 0,0 0-1 0 0,0 0 1 0 0,0 0 0 0 0,0 0 0 0 0,0 0-1 0 0,0 0 1 0 0,0 0 0 0 0,-1 0-1 0 0,1 1 1 0 0,-1-1 0 0 0,0 0 0 0 0,0 0-1 0 0,0 1 1 0 0,0-1 0 0 0,0 0 0 0 0,0 1-1 0 0,-1-1 1 0 0,1 0 0 0 0,-1 0-1 0 0,1 0 1 0 0,-1 0 0 0 0,0 1 0 0 0,0-1-1 0 0,-1 2 1 0 0,-2 5 10 0 0,0 0-1 0 0,0 0 0 0 0,-1 0 1 0 0,0-1-1 0 0,-1 0 1 0 0,0 0-1 0 0,0-1 1 0 0,-8 8-1 0 0,0-3-106 0 0,-37 39 72 0 0,48-48-277 0 0,0 1 0 0 0,0-1 1 0 0,1 1-1 0 0,0 0 1 0 0,0 0-1 0 0,0-1 0 0 0,0 1 1 0 0,0 1-1 0 0,1-1 1 0 0,0 0-1 0 0,0 0 0 0 0,0 1 1 0 0,0 6-1 0 0,3-2-2098 0 0,3-1 183 0 0</inkml:trace>
</inkml:ink>
</file>

<file path=ppt/ink/ink15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31:29.1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0 113 32 0 0,'6'1'933'0'0,"1"0"0"0"0,-1 0 0 0 0,1 0 0 0 0,0 0 0 0 0,9-1 0 0 0,64-12 258 0 0,-34 5-534 0 0,54-5 149 0 0,544-38 1868 0 0,-643 50-2658 0 0,1 0 0 0 0,-1 0 0 0 0,1 0 0 0 0,0 0 0 0 0,-1 0-1 0 0,1 0 1 0 0,-1 0 0 0 0,1 0 0 0 0,-1 0 0 0 0,1-1 0 0 0,-1 1 0 0 0,1-1-1 0 0,-1 1 1 0 0,1-1 0 0 0,-1 1 0 0 0,1-1 0 0 0,-1 0 0 0 0,0 0 0 0 0,1 0-1 0 0,-1 0 1 0 0,0 0 0 0 0,2-2 0 0 0,-3 2 11 0 0,-37-10 101 0 0,32 9-98 0 0,0 0 0 0 0,0 0 1 0 0,0 0-1 0 0,-1 1 0 0 0,1-1 0 0 0,-7 1 0 0 0,10 1-22 0 0,1 0-1 0 0,-1 0 1 0 0,1 0 0 0 0,-1 0-1 0 0,1 0 1 0 0,-1 1-1 0 0,1-1 1 0 0,-1 1 0 0 0,1-1-1 0 0,0 1 1 0 0,-1 0 0 0 0,1 0-1 0 0,0-1 1 0 0,-1 1-1 0 0,1 0 1 0 0,0 0 0 0 0,0 0-1 0 0,0 0 1 0 0,0 0-1 0 0,0 0 1 0 0,0 1 0 0 0,0-1-1 0 0,0 0 1 0 0,0 1 0 0 0,1-1-1 0 0,-1 0 1 0 0,0 3-1 0 0,-42 106-369 0 0,21-34-6418 0 0,21-66 4100 0 0</inkml:trace>
</inkml:ink>
</file>

<file path=ppt/ink/ink15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31:32.8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82 249 416 0 0,'8'-48'5882'0'0,"-8"52"-5427"0"0,-19 536 3557 0 0,20-516-3845 0 0,0-16-22 0 0,-1 1 0 0 0,0 0 0 0 0,0-1 0 0 0,-1 1 0 0 0,-2 11 0 0 0,3-19 552 0 0,-1-1-679 0 0,0-1-1 0 0,-1 0 1 0 0,1 1 0 0 0,0-1-1 0 0,0 0 1 0 0,0 0-1 0 0,0 0 1 0 0,0 0 0 0 0,1 0-1 0 0,-1 0 1 0 0,0 0-1 0 0,0 0 1 0 0,1 0 0 0 0,-1 0-1 0 0,0 0 1 0 0,1-1-1 0 0,-1 1 1 0 0,1 0 0 0 0,-1-3-1 0 0,-10-30 164 0 0,10 29-140 0 0,-10-35 38 0 0,2-1 1 0 0,1 0-1 0 0,3 0 0 0 0,1-1 1 0 0,2 1-1 0 0,3-50 1 0 0,2 63-74 0 0,0 0 0 0 0,2-1 0 0 0,1 2 0 0 0,2-1-1 0 0,0 1 1 0 0,2 0 0 0 0,1 1 0 0 0,1 0 0 0 0,28-45 0 0 0,-32 59-1 0 0,2 0 1 0 0,-1 1-1 0 0,1 0 1 0 0,1 1-1 0 0,19-15 1 0 0,-25 21-4 0 0,1 0 0 0 0,0 0 0 0 0,0 0 0 0 0,0 1 0 0 0,0 0 0 0 0,0 0 0 0 0,1 1 0 0 0,0-1 0 0 0,-1 2 1 0 0,1-1-1 0 0,0 1 0 0 0,0 0 0 0 0,13 0 0 0 0,-18 1-2 0 0,0 0 1 0 0,0 0 0 0 0,0 0-1 0 0,0 1 1 0 0,0-1-1 0 0,1 1 1 0 0,-1 0-1 0 0,0-1 1 0 0,0 1-1 0 0,-1 0 1 0 0,1 0-1 0 0,0 0 1 0 0,0 1-1 0 0,0-1 1 0 0,-1 0 0 0 0,1 1-1 0 0,0-1 1 0 0,-1 1-1 0 0,0-1 1 0 0,1 1-1 0 0,-1 0 1 0 0,0 0-1 0 0,0 0 1 0 0,0-1-1 0 0,0 1 1 0 0,0 0 0 0 0,0 0-1 0 0,0 0 1 0 0,-1 1-1 0 0,1-1 1 0 0,-1 0-1 0 0,0 0 1 0 0,1 0-1 0 0,-1 0 1 0 0,0 0-1 0 0,0 0 1 0 0,0 1-1 0 0,-1-1 1 0 0,0 3 0 0 0,0 3 0 0 0,0 1 1 0 0,-1-1-1 0 0,-1 1 1 0 0,1-1 0 0 0,-1 0-1 0 0,0 0 1 0 0,-1 0-1 0 0,-7 11 1 0 0,0-5 3 0 0,-1-1 0 0 0,-1 0-1 0 0,0-1 1 0 0,-1 0 0 0 0,0-1 0 0 0,0-1 0 0 0,-1 0-1 0 0,-1-1 1 0 0,-19 9 0 0 0,7-4-142 0 0,-42 32 1 0 0,68-45 21 0 0,1 0 0 0 0,-1 1 0 0 0,1-1 1 0 0,0 0-1 0 0,0 1 0 0 0,-1 0 0 0 0,1-1 1 0 0,0 1-1 0 0,0 0 0 0 0,0 0 0 0 0,1-1 1 0 0,-1 1-1 0 0,0 0 0 0 0,0 2 0 0 0,1-3-60 0 0,0 0 0 0 0,0 0 0 0 0,0-1 0 0 0,0 1 0 0 0,0 0 0 0 0,0 0 0 0 0,0-1 0 0 0,0 1 1 0 0,0 0-1 0 0,0 0 0 0 0,1-1 0 0 0,-1 1 0 0 0,0 0 0 0 0,0-1 0 0 0,1 1 0 0 0,-1 0 0 0 0,1-1 0 0 0,-1 1 0 0 0,0 0 0 0 0,1-1 0 0 0,-1 1 0 0 0,1-1 0 0 0,-1 1 0 0 0,1-1 0 0 0,0 1 0 0 0,-1-1 0 0 0,1 1 0 0 0,-1-1 0 0 0,1 0 0 0 0,0 1 0 0 0,0-1 0 0 0,-1 0 0 0 0,1 1 0 0 0,0-1 0 0 0,-1 0 0 0 0,1 0 0 0 0,0 0 0 0 0,1 0 0 0 0,7 1-2644 0 0</inkml:trace>
</inkml:ink>
</file>

<file path=ppt/ink/ink15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31:33.7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9 107 216 0 0,'-8'-57'7553'0'0,"9"55"-7482"0"0,-1 0 0 0 0,1 1 0 0 0,0-1-1 0 0,0 1 1 0 0,0-1 0 0 0,0 1 0 0 0,0 0-1 0 0,0-1 1 0 0,0 1 0 0 0,0 0 0 0 0,1 0-1 0 0,-1-1 1 0 0,0 1 0 0 0,1 0 0 0 0,-1 0-1 0 0,1 1 1 0 0,-1-1 0 0 0,4-1 0 0 0,30-13 370 0 0,-29 13-401 0 0,0 0 1 0 0,0 1-1 0 0,0-1 0 0 0,0 1 1 0 0,1 0-1 0 0,-1 1 0 0 0,0-1 1 0 0,0 1-1 0 0,1 0 0 0 0,-1 1 1 0 0,0 0-1 0 0,0 0 0 0 0,1 0 1 0 0,-1 1-1 0 0,0-1 0 0 0,0 2 1 0 0,-1-1-1 0 0,1 1 0 0 0,0-1 1 0 0,-1 2-1 0 0,1-1 0 0 0,-1 0 1 0 0,0 1-1 0 0,0 0 1 0 0,-1 0-1 0 0,1 1 0 0 0,-1 0 1 0 0,0-1-1 0 0,0 1 0 0 0,0 0 1 0 0,-1 1-1 0 0,0-1 0 0 0,0 1 1 0 0,3 8-1 0 0,1 2 2 0 0,0 0 0 0 0,-2 0 0 0 0,0 1 0 0 0,0 0 0 0 0,2 31 0 0 0,-6-42-9 0 0,0 1 1 0 0,0-1-1 0 0,-1 0 0 0 0,0 1 0 0 0,-1-1 1 0 0,1 0-1 0 0,-1 1 0 0 0,-1-1 0 0 0,1 0 1 0 0,-1 0-1 0 0,0 0 0 0 0,0 0 1 0 0,0 0-1 0 0,-1 0 0 0 0,0-1 0 0 0,-1 1 1 0 0,1-1-1 0 0,-9 10 0 0 0,12-15-1 0 0,-1 1 0 0 0,1 0 0 0 0,-1-1 0 0 0,1 1-1 0 0,-1 0 1 0 0,0-1 0 0 0,1 1 0 0 0,-1-1 0 0 0,0 0 0 0 0,1 1 0 0 0,-1-1 0 0 0,0 1-1 0 0,0-1 1 0 0,1 0 0 0 0,-1 0 0 0 0,0 1 0 0 0,0-1 0 0 0,0 0 0 0 0,1 0-1 0 0,-1 0 1 0 0,0 0 0 0 0,0 0 0 0 0,0 0 0 0 0,1 0 0 0 0,-1 0 0 0 0,0 0 0 0 0,0 0-1 0 0,0-1 1 0 0,1 1 0 0 0,-3-1 0 0 0,2 0-3 0 0,0 0-1 0 0,0 0 1 0 0,0-1-1 0 0,0 1 1 0 0,0-1-1 0 0,0 1 1 0 0,1-1 0 0 0,-1 1-1 0 0,0-1 1 0 0,1 1-1 0 0,-1-1 1 0 0,1 0 0 0 0,-1 1-1 0 0,1-3 1 0 0,-1-3 30 0 0,0-1 0 0 0,0 0 1 0 0,1 0-1 0 0,0 0 1 0 0,2-12-1 0 0,5-6 62 0 0,0 0 0 0 0,20-42 0 0 0,-22 57-181 0 0,1 0 0 0 0,0 0 0 0 0,0 1 0 0 0,2-1 0 0 0,-1 1-1 0 0,1 1 1 0 0,0 0 0 0 0,11-9 0 0 0,-16 15-156 0 0,0 1 0 0 0,0 0 0 0 0,0 0 0 0 0,1 1 0 0 0,-1-1-1 0 0,1 0 1 0 0,-1 1 0 0 0,1 0 0 0 0,-1 0 0 0 0,8-1 0 0 0,20 6-6173 0 0,-22-1 3753 0 0</inkml:trace>
</inkml:ink>
</file>

<file path=ppt/ink/ink15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31:34.7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0 342 368 0 0,'0'0'1348'0'0,"15"2"1560"0"0,-7-6-2424 0 0,1-1 0 0 0,-1-1 0 0 0,0 1 1 0 0,0-1-1 0 0,-1 0 0 0 0,1-1 0 0 0,11-14 0 0 0,-16 17-388 0 0,0 0 0 0 0,0 0 0 0 0,-1 0 0 0 0,1 0 0 0 0,-1-1 0 0 0,0 1 0 0 0,0-1 0 0 0,-1 1 0 0 0,1-1 0 0 0,-1 0 0 0 0,0 0 0 0 0,0 1 0 0 0,-1-1 0 0 0,1 0-1 0 0,-1 0 1 0 0,0 0 0 0 0,-1-8 0 0 0,0 12-86 0 0,1 0-1 0 0,0 0 1 0 0,0 1 0 0 0,-1-1-1 0 0,1 0 1 0 0,-1 1-1 0 0,1-1 1 0 0,-1 0-1 0 0,1 1 1 0 0,-1-1 0 0 0,1 1-1 0 0,-1-1 1 0 0,1 1-1 0 0,-1-1 1 0 0,0 1-1 0 0,1-1 1 0 0,-1 1 0 0 0,0 0-1 0 0,1-1 1 0 0,-1 1-1 0 0,0 0 1 0 0,1 0-1 0 0,-1-1 1 0 0,0 1 0 0 0,0 0-1 0 0,0 0 1 0 0,1 0-1 0 0,-1 0 1 0 0,0 0 0 0 0,0 0-1 0 0,1 0 1 0 0,-1 0-1 0 0,0 0 1 0 0,0 0-1 0 0,1 1 1 0 0,-1-1 0 0 0,0 0-1 0 0,-1 1 1 0 0,-25 11 92 0 0,24-10-97 0 0,0 1 0 0 0,0-1 0 0 0,0 1 0 0 0,1 0 0 0 0,-1 0 0 0 0,1 0 0 0 0,0 0 0 0 0,-1 0 0 0 0,1 1 0 0 0,1-1 0 0 0,-1 1 0 0 0,0-1 0 0 0,1 1 0 0 0,0 0 1 0 0,0-1-1 0 0,0 1 0 0 0,0 0 0 0 0,1 0 0 0 0,-1 0 0 0 0,1 0 0 0 0,0-1 0 0 0,0 1 0 0 0,0 0 0 0 0,1 0 0 0 0,-1 0 0 0 0,1 0 0 0 0,0 0 0 0 0,0-1 0 0 0,1 1 0 0 0,-1 0 0 0 0,1-1 0 0 0,-1 1 1 0 0,1-1-1 0 0,0 0 0 0 0,0 0 0 0 0,1 1 0 0 0,-1-1 0 0 0,1 0 0 0 0,0-1 0 0 0,-1 1 0 0 0,1 0 0 0 0,0-1 0 0 0,1 0 0 0 0,-1 0 0 0 0,0 0 0 0 0,1 0 0 0 0,-1 0 0 0 0,1-1 0 0 0,-1 1 1 0 0,1-1-1 0 0,0 0 0 0 0,6 1 0 0 0,-4 0-4 0 0,0-1 1 0 0,0 0 0 0 0,1 0 0 0 0,-1-1 0 0 0,1 0-1 0 0,-1 0 1 0 0,0 0 0 0 0,1-1 0 0 0,-1 1-1 0 0,0-2 1 0 0,1 1 0 0 0,-1-1 0 0 0,0 0 0 0 0,7-3-1 0 0,-5 1-4 0 0,0-1-1 0 0,0 0 1 0 0,0-1 0 0 0,0 0-1 0 0,-1 0 1 0 0,0 0-1 0 0,0-1 1 0 0,9-12-1 0 0,3-9 59 0 0,-1-1-1 0 0,-1-1 1 0 0,-2-1-1 0 0,14-36 1 0 0,-28 63-39 0 0,4-8 280 0 0,-1-1 0 0 0,-1 0 0 0 0,0 0 0 0 0,-1 0-1 0 0,1-17 1 0 0,-3 29-60 0 0,-2 2-218 0 0,0 0 1 0 0,0 1-1 0 0,1-1 1 0 0,-1 1-1 0 0,1-1 0 0 0,-1 1 1 0 0,1-1-1 0 0,0 1 1 0 0,0 0-1 0 0,-1 0 1 0 0,1 0-1 0 0,0 0 1 0 0,1-1-1 0 0,-1 1 1 0 0,0 0-1 0 0,0 3 1 0 0,-12 33 237 0 0,-5 37 90 0 0,4 0 0 0 0,3 1 0 0 0,-2 141 0 0 0,21-91-1 0 0,-10-124-158 0 0,-2-8-112 0 0,-3-11 12 0 0,7 6-76 0 0,0 0 0 0 0,1 1-1 0 0,1-1 1 0 0,-1 0 0 0 0,2 1-1 0 0,-1-1 1 0 0,2 1-1 0 0,-1 0 1 0 0,1 0 0 0 0,1 0-1 0 0,0 0 1 0 0,0 1-1 0 0,8-11 1 0 0,3-1 14 0 0,0 0 0 0 0,1 0 0 0 0,2 2 0 0 0,24-22 0 0 0,-27 28-18 0 0,0 0-1 0 0,1 0 0 0 0,36-18 0 0 0,-47 27-4 0 0,1 1-1 0 0,0 0 0 0 0,0 1 1 0 0,0 0-1 0 0,0 0 0 0 0,1 0 1 0 0,-1 1-1 0 0,1 0 1 0 0,-1 1-1 0 0,0 0 0 0 0,1 0 1 0 0,-1 0-1 0 0,1 1 0 0 0,11 2 1 0 0,-18-3-2 0 0,-1 0 0 0 0,1 0 0 0 0,0 1 0 0 0,0-1 0 0 0,-1 0 0 0 0,1 0 0 0 0,0 0 0 0 0,-1 0-1 0 0,1 1 1 0 0,0-1 0 0 0,-1 0 0 0 0,1 1 0 0 0,0-1 0 0 0,-1 0 0 0 0,1 1 0 0 0,-1-1 0 0 0,1 1 0 0 0,-1-1 0 0 0,1 1 0 0 0,-1-1 0 0 0,1 1 0 0 0,-1 0 0 0 0,1-1 0 0 0,-1 1 0 0 0,0-1 0 0 0,1 1 0 0 0,-1 0 0 0 0,0-1 0 0 0,1 2 0 0 0,-14 13-1 0 0,-29 5 16 0 0,-131 35-1127 0 0,56-30-7928 0 0,100-22 5612 0 0</inkml:trace>
</inkml:ink>
</file>

<file path=ppt/ink/ink15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31:37.0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373 41 6861 0 0,'-8'-6'92'0'0,"3"1"33"0"0,-1 1 0 0 0,0-1-1 0 0,0 1 1 0 0,0 1 0 0 0,-1-1 0 0 0,-8-3-1 0 0,11 6-88 0 0,1 1-1 0 0,-1-1 1 0 0,0 1-1 0 0,0 0 1 0 0,1 0-1 0 0,-1 0 1 0 0,0 0-1 0 0,0 1 1 0 0,1-1 0 0 0,-1 1-1 0 0,1 0 1 0 0,-1 0-1 0 0,0 0 1 0 0,1 1-1 0 0,-5 2 1 0 0,-9 5 64 0 0,2 1 0 0 0,-1 0 0 0 0,1 1 0 0 0,1 0 0 0 0,0 2 0 0 0,1-1 0 0 0,0 2 0 0 0,1 0 0 0 0,0 0 0 0 0,1 1 0 0 0,1 0 0 0 0,0 1 0 0 0,-10 23 0 0 0,10-16 23 0 0,0 0 0 0 0,2 1 1 0 0,0 0-1 0 0,2 0 0 0 0,0 1 0 0 0,2-1 0 0 0,1 1 1 0 0,0 0-1 0 0,3 35 0 0 0,1-47-90 0 0,1 0 0 0 0,1 0 0 0 0,0 0 0 0 0,0 0 1 0 0,2-1-1 0 0,-1 0 0 0 0,2 0 0 0 0,-1 0 0 0 0,2 0 0 0 0,0-1 0 0 0,0 0 0 0 0,1 0 0 0 0,0-1 0 0 0,1 0 1 0 0,0 0-1 0 0,0-1 0 0 0,1 0 0 0 0,0-1 0 0 0,1 0 0 0 0,14 7 0 0 0,-14-8-401 0 0,0-1 1 0 0,1-1-1 0 0,0 0 0 0 0,0-1 1 0 0,0 0-1 0 0,0 0 0 0 0,1-2 0 0 0,-1 1 1 0 0,1-2-1 0 0,0 0 0 0 0,-1 0 0 0 0,1-1 1 0 0,16-2-1 0 0,-11-2-2121 0 0,1-2 188 0 0</inkml:trace>
</inkml:ink>
</file>

<file path=ppt/ink/ink15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31:37.5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70 192 452 0 0,'0'0'77'0'0,"0"0"1"0"0,1-1-1 0 0,-1 1 0 0 0,0 0 1 0 0,0 0-1 0 0,0-1 0 0 0,0 1 1 0 0,0 0-1 0 0,0 0 0 0 0,1-1 1 0 0,-1 1-1 0 0,0 0 0 0 0,0 0 0 0 0,0 0 1 0 0,1-1-1 0 0,-1 1 0 0 0,0 0 1 0 0,0 0-1 0 0,1 0 0 0 0,-1 0 1 0 0,0 0-1 0 0,0 0 0 0 0,1 0 1 0 0,-1-1-1 0 0,0 1 0 0 0,0 0 1 0 0,1 0-1 0 0,-1 0 0 0 0,0 0 1 0 0,0 0-1 0 0,1 0 0 0 0,-1 0 0 0 0,0 0 1 0 0,1 0-1 0 0,-1 0 0 0 0,0 1 1 0 0,0-1-1 0 0,1 0 0 0 0,-1 0 1 0 0,0 0-1 0 0,0 0 0 0 0,1 0 1 0 0,-1 0-1 0 0,0 0 0 0 0,0 1 1 0 0,0-1-1 0 0,1 0 0 0 0,-1 0 1 0 0,0 0-1 0 0,0 1 0 0 0,0-1 0 0 0,1 0 1 0 0,-1 0-1 0 0,0 0 0 0 0,0 1 1 0 0,0-1-1 0 0,0 0 0 0 0,0 0 1 0 0,0 1-1 0 0,5 27 1701 0 0,-6 37-609 0 0,1-64-1042 0 0,-10 103 1420 0 0,1-62-797 0 0,9-41-722 0 0,-1 0 0 0 0,1 0 0 0 0,0 0 0 0 0,-1-1 0 0 0,1 1 0 0 0,0 0 0 0 0,-1 0 1 0 0,1-1-1 0 0,-1 1 0 0 0,1 0 0 0 0,-1-1 0 0 0,0 1 0 0 0,1 0 0 0 0,-1-1 0 0 0,0 1 0 0 0,1-1 0 0 0,-1 1 1 0 0,0-1-1 0 0,0 1 0 0 0,0-1 0 0 0,1 0 0 0 0,-1 1 0 0 0,0-1 0 0 0,0 0 0 0 0,0 0 0 0 0,0 0 0 0 0,1 1 1 0 0,-1-1-1 0 0,0 0 0 0 0,0 0 0 0 0,0 0 0 0 0,0 0 0 0 0,0-1 0 0 0,0 1 0 0 0,0 0 0 0 0,1 0 0 0 0,-1 0 1 0 0,0-1-1 0 0,-1 0 0 0 0,0 0-8 0 0,0 0 0 0 0,1-1 0 0 0,-1 1 0 0 0,1 0 1 0 0,-1-1-1 0 0,1 0 0 0 0,0 1 0 0 0,0-1 0 0 0,0 0 0 0 0,0 1 1 0 0,0-1-1 0 0,0 0 0 0 0,0 0 0 0 0,0 0 0 0 0,1 0 0 0 0,-1-3 1 0 0,-7-35 133 0 0,7 32-131 0 0,-3-18 12 0 0,2 0 0 0 0,0 0 0 0 0,2 0 0 0 0,1 0 0 0 0,1-1 0 0 0,1 1 0 0 0,1 0 0 0 0,1 1 0 0 0,2-1 0 0 0,18-45-1 0 0,-24 69-29 0 0,0 0-1 0 0,0-1 0 0 0,0 1 0 0 0,0 0 0 0 0,1 0 0 0 0,-1 0 0 0 0,1 0 0 0 0,-1 0 0 0 0,1 0 0 0 0,0 0 0 0 0,0 1 0 0 0,0-1 0 0 0,0 1 0 0 0,0-1 0 0 0,0 1 1 0 0,4-2-1 0 0,-4 3-3 0 0,0-1 1 0 0,0 1 0 0 0,0 0 0 0 0,-1 0 0 0 0,1 0 0 0 0,0 0 0 0 0,0 0-1 0 0,0 0 1 0 0,0 0 0 0 0,0 1 0 0 0,0-1 0 0 0,0 1 0 0 0,-1-1 0 0 0,1 1-1 0 0,0 0 1 0 0,0 0 0 0 0,1 1 0 0 0,8 6 2 0 0,-1 0-1 0 0,-1 0 1 0 0,1 1-1 0 0,-1 1 1 0 0,10 14 0 0 0,-3-6 4 0 0,158 160 33 0 0,-166-171-40 0 0,-1 0 5 0 0,0 0 1 0 0,1-1-1 0 0,0 0 0 0 0,14 8 1 0 0,-21-13-7 0 0,0 0 0 0 0,0-1 1 0 0,1 1-1 0 0,-1 0 1 0 0,0-1-1 0 0,0 1 0 0 0,1-1 1 0 0,-1 1-1 0 0,0-1 0 0 0,1 0 1 0 0,-1 1-1 0 0,0-1 1 0 0,1 0-1 0 0,-1 0 0 0 0,1 0 1 0 0,-1 0-1 0 0,0 0 1 0 0,1 0-1 0 0,-1 0 0 0 0,1-1 1 0 0,-1 1-1 0 0,0-1 1 0 0,1 1-1 0 0,-1-1 0 0 0,0 1 1 0 0,0-1-1 0 0,1 1 1 0 0,-1-1-1 0 0,0 0 0 0 0,0 0 1 0 0,0 0-1 0 0,0 0 1 0 0,0 0-1 0 0,0 0 0 0 0,0 0 1 0 0,0 0-1 0 0,0 0 0 0 0,0 0 1 0 0,-1 0-1 0 0,1-1 1 0 0,0 1-1 0 0,-1 0 0 0 0,1-2 1 0 0,5-16 23 0 0,-2 0 1 0 0,0-1-1 0 0,-1 0 0 0 0,1-31 1 0 0,-3 28-26 0 0,2 0 1 0 0,0 1-1 0 0,7-27 1 0 0,-10 47-83 0 0,1 1 0 0 0,-1 0 0 0 0,0-1 0 0 0,1 1 0 0 0,-1-1-1 0 0,1 1 1 0 0,0 0 0 0 0,-1-1 0 0 0,1 1 0 0 0,0 0 0 0 0,0 0 0 0 0,0 0 0 0 0,0 0 0 0 0,0-1 0 0 0,0 1 0 0 0,0 0 0 0 0,0 1 0 0 0,2-2 0 0 0,-2 2-224 0 0,0 0 0 0 0,1 0 0 0 0,-1 0 1 0 0,0 0-1 0 0,1 0 0 0 0,-1 0 1 0 0,0 0-1 0 0,0 1 0 0 0,1-1 1 0 0,-1 1-1 0 0,0-1 0 0 0,0 1 1 0 0,0-1-1 0 0,0 1 0 0 0,1 0 1 0 0,-1-1-1 0 0,0 1 0 0 0,0 0 0 0 0,0 0 1 0 0,0 0-1 0 0,1 1 0 0 0,3 4-2229 0 0</inkml:trace>
</inkml:ink>
</file>

<file path=ppt/ink/ink15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31:38.1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68 1 464 0 0,'-5'14'4875'0'0,"-13"45"-2437"0"0,-10 136 1494 0 0,24-189-3113 0 0,-2-16-603 0 0,-1-22-105 0 0,7 15-72 0 0,1 0 0 0 0,1-1 0 0 0,0 1 0 0 0,1 0 1 0 0,1 0-1 0 0,0 0 0 0 0,1 1 0 0 0,1-1 0 0 0,1 1 1 0 0,10-17-1 0 0,-17 32-38 0 0,0 0 0 0 0,1 1 0 0 0,-1-1-1 0 0,1 0 1 0 0,-1 1 0 0 0,1-1 0 0 0,-1 1 0 0 0,1-1 0 0 0,-1 1 0 0 0,1-1 0 0 0,-1 1-1 0 0,1-1 1 0 0,0 1 0 0 0,-1 0 0 0 0,1-1 0 0 0,0 1 0 0 0,-1 0 0 0 0,1 0 0 0 0,0-1-1 0 0,0 1 1 0 0,-1 0 0 0 0,1 0 0 0 0,0 0 0 0 0,0 0 0 0 0,-1 0 0 0 0,1 0 0 0 0,0 0-1 0 0,0 0 1 0 0,0 0 0 0 0,19 17 11 0 0,12 42-3 0 0,-27-48-4 0 0,4 6-2 0 0,0-1 0 0 0,0 0 1 0 0,2 0-1 0 0,0-1 0 0 0,0-1 0 0 0,22 22 1 0 0,-30-34-5 0 0,-1 1 0 0 0,1-1 1 0 0,0 1-1 0 0,0-1 0 0 0,0 0 1 0 0,0 0-1 0 0,0-1 0 0 0,1 1 0 0 0,-1-1 1 0 0,0 1-1 0 0,1-1 0 0 0,-1 0 1 0 0,1 0-1 0 0,0-1 0 0 0,-1 1 1 0 0,1-1-1 0 0,0 1 0 0 0,-1-1 1 0 0,1 0-1 0 0,-1-1 0 0 0,1 1 1 0 0,0-1-1 0 0,-1 1 0 0 0,1-1 1 0 0,-1 0-1 0 0,1-1 0 0 0,-1 1 0 0 0,1 0 1 0 0,-1-1-1 0 0,0 0 0 0 0,0 0 1 0 0,0 0-1 0 0,0 0 0 0 0,0 0 1 0 0,0-1-1 0 0,-1 1 0 0 0,1-1 1 0 0,-1 0-1 0 0,0 1 0 0 0,4-7 1 0 0,3-4 0 0 0,-1-1 1 0 0,0 0 0 0 0,0 0-1 0 0,-2-1 1 0 0,0 0 0 0 0,-1 0-1 0 0,0-1 1 0 0,4-26 0 0 0,-4 23-233 0 0,1-6-905 0 0,-5 8-5650 0 0</inkml:trace>
</inkml:ink>
</file>

<file path=ppt/ink/ink15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31:38.4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473 0 616 0 0,'6'3'363'0'0,"-1"0"0"0"0,0 0-1 0 0,0 1 1 0 0,0-1 0 0 0,0 1 0 0 0,-1 0 0 0 0,1 1-1 0 0,-1-1 1 0 0,0 1 0 0 0,-1-1 0 0 0,1 1 0 0 0,-1 0-1 0 0,0 1 1 0 0,0-1 0 0 0,4 10 0 0 0,-5-6-65 0 0,1 0-1 0 0,-1 0 1 0 0,-1 0 0 0 0,0 0 0 0 0,0 0-1 0 0,-1 0 1 0 0,0 0 0 0 0,-1 1 0 0 0,-2 12-1 0 0,-3 5 130 0 0,-1 0 0 0 0,-2 0 0 0 0,0-1 0 0 0,-2-1-1 0 0,-27 47 1 0 0,20-43-372 0 0,-2 0 0 0 0,-1-2 0 0 0,-1-1 0 0 0,-33 32 0 0 0,-111 82-2244 0 0,55-61-2780 0 0,55-40 2113 0 0</inkml:trace>
</inkml:ink>
</file>

<file path=ppt/ink/ink15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31:41.0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67 45 120 0 0,'14'-36'9861'0'0,"-18"63"-9218"0"0,-2-1-1 0 0,-14 46 1 0 0,10-42-312 0 0,2 0-1 0 0,-5 36 1 0 0,-5 203 1110 0 0,16-227-999 0 0,2-41 45 0 0,0-32-407 0 0,58-223 90 0 0,-49 215-168 0 0,-1 8-6 0 0,21-59 0 0 0,-26 82-1 0 0,1 1 0 0 0,0-1 0 0 0,0 0 1 0 0,1 1-1 0 0,0 0 0 0 0,0 0 0 0 0,1 0 1 0 0,0 1-1 0 0,0 0 0 0 0,0 0 0 0 0,14-9 0 0 0,-13 10 4 0 0,1 1 0 0 0,-1 0 0 0 0,1 0 0 0 0,0 1-1 0 0,0 0 1 0 0,0 0 0 0 0,1 1 0 0 0,-1 0 0 0 0,0 0 0 0 0,1 1-1 0 0,-1 0 1 0 0,1 1 0 0 0,0 0 0 0 0,14 1 0 0 0,-18 0-1 0 0,0 1 0 0 0,0-1 0 0 0,0 1 0 0 0,0 0 1 0 0,0 0-1 0 0,0 1 0 0 0,-1-1 0 0 0,1 1 0 0 0,-1 0 0 0 0,1 0 1 0 0,-1 1-1 0 0,0-1 0 0 0,-1 1 0 0 0,1 0 0 0 0,0 0 0 0 0,-1 0 1 0 0,0 1-1 0 0,0-1 0 0 0,0 1 0 0 0,-1-1 0 0 0,0 1 1 0 0,0 0-1 0 0,0 0 0 0 0,2 9 0 0 0,-2-10 3 0 0,-1 1 0 0 0,0 0 0 0 0,0-1 0 0 0,-1 1 0 0 0,1 0 0 0 0,-1 0 0 0 0,0 0-1 0 0,0 0 1 0 0,0-1 0 0 0,-1 1 0 0 0,0 0 0 0 0,0 0 0 0 0,0-1 0 0 0,-1 1 0 0 0,1 0 0 0 0,-1-1 0 0 0,0 1 0 0 0,0-1 0 0 0,-4 5 0 0 0,1-2 0 0 0,0-1 0 0 0,-1-1 0 0 0,0 1 0 0 0,0-1 0 0 0,0 0 0 0 0,0 0 0 0 0,-1-1 0 0 0,1 0 0 0 0,-1 0 0 0 0,0 0 0 0 0,-11 3 0 0 0,4-2 1 0 0,-1 0 0 0 0,-1-1-1 0 0,1 0 1 0 0,0-1-1 0 0,-1-1 1 0 0,-23 0 0 0 0,33-1-15 0 0,0-1 1 0 0,0-1-1 0 0,-1 1 1 0 0,1-1-1 0 0,0 0 1 0 0,0 0-1 0 0,0-1 1 0 0,1 0-1 0 0,-1 0 1 0 0,0 0-1 0 0,1-1 1 0 0,-1 0-1 0 0,1 0 1 0 0,0 0-1 0 0,0-1 1 0 0,0 0-1 0 0,0 0 1 0 0,1 0-1 0 0,-7-7 1 0 0,7 6-2108 0 0,8 12-2024 0 0,3 5-102 0 0,-5-8 1613 0 0</inkml:trace>
</inkml:ink>
</file>

<file path=ppt/ink/ink15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31:41.9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43 160 432 0 0,'0'-25'2277'0'0,"0"13"1706"0"0,-3 37-2322 0 0,-11 97-48 0 0,5-55-1002 0 0,0 72 0 0 0,6-110-446 0 0,2-25-120 0 0,0 0 0 0 0,1 1 1 0 0,-1-1-1 0 0,1 1 0 0 0,0-1 1 0 0,1 1-1 0 0,0 7 0 0 0,-2-21 61 0 0,-1 0 1 0 0,2 0-1 0 0,-1 1 1 0 0,2-1-1 0 0,-1 0 1 0 0,1 0-1 0 0,3-15 0 0 0,22-78-126 0 0,-9 38 80 0 0,-7 32-56 0 0,1 0 0 0 0,2 1 1 0 0,26-47-1 0 0,-16 32-37 0 0,-19 41 31 0 0,-1-1-1 0 0,1 2 1 0 0,0-1 0 0 0,1 0 0 0 0,-1 1 0 0 0,1 0-1 0 0,0 0 1 0 0,0 0 0 0 0,0 1 0 0 0,0 0-1 0 0,1 0 1 0 0,-1 0 0 0 0,1 0 0 0 0,0 1 0 0 0,0 0-1 0 0,11-2 1 0 0,-2 0-11 0 0,0 1 1 0 0,1 0-1 0 0,0 2 0 0 0,-1 0 1 0 0,25 1-1 0 0,-36 1 11 0 0,0-1-1 0 0,0 1 1 0 0,0 0 0 0 0,0 0 0 0 0,0 0 0 0 0,-1 1-1 0 0,1 0 1 0 0,0-1 0 0 0,-1 1 0 0 0,1 0 0 0 0,-1 0-1 0 0,0 1 1 0 0,0-1 0 0 0,0 1 0 0 0,0 0 0 0 0,5 6-1 0 0,-7-8 3 0 0,0 1-1 0 0,0-1 1 0 0,-1 1-1 0 0,1 0 0 0 0,0-1 1 0 0,-1 1-1 0 0,1 0 0 0 0,-1-1 1 0 0,0 1-1 0 0,1 0 0 0 0,-1 0 1 0 0,0-1-1 0 0,0 1 1 0 0,0 0-1 0 0,0 0 0 0 0,-1 0 1 0 0,1-1-1 0 0,0 1 0 0 0,-1 0 1 0 0,1-1-1 0 0,-1 1 1 0 0,1 0-1 0 0,-1-1 0 0 0,0 1 1 0 0,0-1-1 0 0,0 1 0 0 0,0-1 1 0 0,0 1-1 0 0,0-1 0 0 0,0 1 1 0 0,-1-1-1 0 0,1 0 1 0 0,0 0-1 0 0,-1 0 0 0 0,1 0 1 0 0,-1 0-1 0 0,1 0 0 0 0,-1 0 1 0 0,1 0-1 0 0,-4 0 0 0 0,-133 74-239 0 0,42-31-7222 0 0,82-39 4812 0 0</inkml:trace>
</inkml:ink>
</file>

<file path=ppt/ink/ink15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7T06:08:02.9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1 440 0 0,'0'0'4140'0'0,"8"1"-1923"0"0</inkml:trace>
</inkml:ink>
</file>

<file path=ppt/ink/ink15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7T06:08:46.3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8 1044 0 0,'0'0'4601'0'0,"18"-8"-4161"0"0,1 11-624 0 0,3 1-2853 0 0,-4-3 1461 0 0</inkml:trace>
</inkml:ink>
</file>

<file path=ppt/ink/ink15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7T06:08:46.6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0 372 0 0,'1'4'2535'0'0,"2"1"1849"0"0</inkml:trace>
</inkml:ink>
</file>

<file path=ppt/ink/ink15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7T06:10:20.0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1 824 0 0,'0'12'2168'0'0</inkml:trace>
</inkml:ink>
</file>

<file path=ppt/ink/ink15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34:34.4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363 172 448 0 0,'5'-9'807'0'0,"-1"0"-1"0"0,0 0 1 0 0,-1-1-1 0 0,0 1 1 0 0,0-1-1 0 0,-1 0 1 0 0,0 0-1 0 0,0 0 1 0 0,-1-17-1 0 0,-1 24-616 0 0,0-1 0 0 0,0 1-1 0 0,0 0 1 0 0,0-1-1 0 0,-1 1 1 0 0,0 0-1 0 0,1 0 1 0 0,-1-1 0 0 0,0 1-1 0 0,-3-4 1 0 0,3 5-166 0 0,0 1 0 0 0,0-1 1 0 0,-1 1-1 0 0,1 0 0 0 0,-1 0 0 0 0,1-1 1 0 0,-1 1-1 0 0,1 0 0 0 0,-1 0 1 0 0,0 0-1 0 0,1 0 0 0 0,-1 1 1 0 0,0-1-1 0 0,0 0 0 0 0,0 1 1 0 0,0 0-1 0 0,0-1 0 0 0,0 1 0 0 0,1 0 1 0 0,-1 0-1 0 0,0 0 0 0 0,-3 0 1 0 0,-47 0 140 0 0,-60 8 0 0 0,97-6-133 0 0,-1 1 1 0 0,0 0-1 0 0,1 1 0 0 0,0 1 1 0 0,0 0-1 0 0,0 2 0 0 0,0-1 1 0 0,-16 12-1 0 0,29-18-25 0 0,0 1 1 0 0,1 0-1 0 0,-1 0 0 0 0,1 0 1 0 0,-1 0-1 0 0,1 1 0 0 0,-1-1 0 0 0,1 0 1 0 0,0 1-1 0 0,0-1 0 0 0,0 1 1 0 0,0-1-1 0 0,0 1 0 0 0,0-1 0 0 0,0 1 1 0 0,0 0-1 0 0,0-1 0 0 0,1 1 1 0 0,-1 0-1 0 0,1 0 0 0 0,-1 0 0 0 0,1-1 1 0 0,0 1-1 0 0,0 0 0 0 0,0 3 1 0 0,1-3-8 0 0,0 1 0 0 0,0 0 0 0 0,0 0 0 0 0,0-1 0 0 0,1 1 1 0 0,-1-1-1 0 0,1 1 0 0 0,0-1 0 0 0,0 1 0 0 0,0-1 0 0 0,0 0 1 0 0,0 0-1 0 0,0 0 0 0 0,4 2 0 0 0,7 5-28 0 0,1 0 1 0 0,1-1-1 0 0,-1-1 0 0 0,28 11 0 0 0,102 25-237 0 0,-99-32 84 0 0,-1 1 0 0 0,-1 3 0 0 0,0 2 0 0 0,-1 1-1 0 0,49 29 1 0 0,-87-45 139 0 0,-1 1 0 0 0,1-1-1 0 0,-1 1 1 0 0,1 0 0 0 0,-1 0-1 0 0,0 0 1 0 0,0 0 0 0 0,0 0-1 0 0,0 1 1 0 0,-1-1 0 0 0,1 1-1 0 0,-1 0 1 0 0,0 0 0 0 0,0 0-1 0 0,0 0 1 0 0,-1 0 0 0 0,1 0-1 0 0,-1 0 1 0 0,1 8 0 0 0,-2-7 16 0 0,-1-1 1 0 0,1 0 0 0 0,-1 0 0 0 0,0 0-1 0 0,0 1 1 0 0,0-1 0 0 0,-1 0 0 0 0,0-1-1 0 0,1 1 1 0 0,-1 0 0 0 0,-1 0 0 0 0,1-1-1 0 0,0 1 1 0 0,-1-1 0 0 0,0 0 0 0 0,0 0-1 0 0,0 0 1 0 0,0 0 0 0 0,0 0 0 0 0,-5 2 0 0 0,-10 8 40 0 0,-1-1 1 0 0,0-1 0 0 0,-1-1-1 0 0,0-1 1 0 0,0-1 0 0 0,-1 0 0 0 0,-1-2-1 0 0,-24 5 1 0 0,-15 0 664 0 0,-103 5 1 0 0,96-16 401 0 0,66 0-971 0 0,0 0-8 0 0,-1 1-1 0 0,1-1 1 0 0,-1 0-1 0 0,1 0 1 0 0,-1 0-1 0 0,1-1 0 0 0,-1 1 1 0 0,0 0-1 0 0,1-1 1 0 0,0 0-1 0 0,-1 1 1 0 0,1-1-1 0 0,-5-3 1 0 0,6 4-70 0 0,-4-2 762 0 0,22 11-12985 0 0</inkml:trace>
</inkml:ink>
</file>

<file path=ppt/ink/ink15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34:35.2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938 32 216 0 0,'0'0'1264'0'0,"-3"-18"2317"0"0,3 18-3461 0 0,0-1 0 0 0,1 1 0 0 0,-1-1 1 0 0,0 1-1 0 0,0-1 0 0 0,-1 0 0 0 0,1 1 0 0 0,0-1 0 0 0,0 1 0 0 0,0-1 0 0 0,0 1 0 0 0,0-1 0 0 0,0 1 0 0 0,-1-1 1 0 0,1 1-1 0 0,0-1 0 0 0,-1 1 0 0 0,1 0 0 0 0,0-1 0 0 0,0 1 0 0 0,-1-1 0 0 0,1 1 0 0 0,-1 0 0 0 0,1-1 1 0 0,0 1-1 0 0,-1 0 0 0 0,1-1 0 0 0,-1 1 0 0 0,1 0 0 0 0,-1 0 0 0 0,0-1 0 0 0,-14 13-58 0 0,1 1 0 0 0,1 0 0 0 0,0 1-1 0 0,-18 25 1 0 0,-44 74 135 0 0,49-72-147 0 0,-100 162 146 0 0,-85 126 22 0 0,137-226-227 0 0,-19 26-211 0 0,-104 190 0 0 0,167-250-1169 0 0,21-21-2886 0 0,10-34 2158 0 0</inkml:trace>
</inkml:ink>
</file>

<file path=ppt/ink/ink15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34:35.7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1 460 0 0,'1'0'132'0'0,"1"0"0"0"0,0 0 0 0 0,0-1 0 0 0,0 1 0 0 0,0 1 0 0 0,0-1 0 0 0,0 0 0 0 0,0 0 0 0 0,-1 1 0 0 0,1-1 0 0 0,0 1 0 0 0,0-1 0 0 0,0 1 0 0 0,-1 0 0 0 0,1 0 1 0 0,3 1-1 0 0,32 20 602 0 0,-34-20-608 0 0,110 81 1394 0 0,43 57-91 0 0,-7-7-459 0 0,105 71 105 0 0,494 390-1521 0 0,-668-529-3565 0 0,-42-36 1701 0 0</inkml:trace>
</inkml:ink>
</file>

<file path=ppt/ink/ink15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34:42.0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819 1 520 0 0,'-33'15'926'0'0,"0"1"1"0"0,1 1-1 0 0,-47 35 0 0 0,16-10-324 0 0,1 0-215 0 0,1 2 0 0 0,3 3 0 0 0,2 3 1 0 0,2 2-1 0 0,3 3 0 0 0,2 1 0 0 0,-49 74 0 0 0,81-105-219 0 0,2 1 0 0 0,-21 46 0 0 0,31-60-424 0 0,1 0 1 0 0,0 1-1 0 0,-3 19 1 0 0,6-25-289 0 0,1 0 1 0 0,-1 0-1 0 0,1 1 1 0 0,1-1 0 0 0,-1 0-1 0 0,1 0 1 0 0,3 10-1 0 0,-1-8-1178 0 0</inkml:trace>
</inkml:ink>
</file>

<file path=ppt/ink/ink15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34:42.4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27 516 0 0,'1'-1'85'0'0,"-1"-1"-1"0"0,1 1 0 0 0,0-1 1 0 0,-1 1-1 0 0,1-1 1 0 0,0 1-1 0 0,0 0 1 0 0,0-1-1 0 0,0 1 1 0 0,0 0-1 0 0,0 0 1 0 0,1 0-1 0 0,-1 0 1 0 0,0 0-1 0 0,0 0 0 0 0,1 0 1 0 0,-1 0-1 0 0,1 0 1 0 0,-1 0-1 0 0,1 1 1 0 0,-1-1-1 0 0,1 1 1 0 0,-1-1-1 0 0,1 1 1 0 0,0 0-1 0 0,-1-1 1 0 0,1 1-1 0 0,0 0 0 0 0,-1 0 1 0 0,1 0-1 0 0,0 0 1 0 0,-1 1-1 0 0,1-1 1 0 0,-1 0-1 0 0,1 1 1 0 0,0-1-1 0 0,-1 1 1 0 0,1-1-1 0 0,-1 1 1 0 0,1 0-1 0 0,-1 0 0 0 0,0 0 1 0 0,1 0-1 0 0,1 1 1 0 0,8 6 76 0 0,0 0 1 0 0,-1 1-1 0 0,0 0 0 0 0,12 14 1 0 0,-17-17 31 0 0,38 43 324 0 0,-3 1 0 0 0,37 61 0 0 0,59 118 450 0 0,-21-33-303 0 0,-56-112-828 0 0,2-3-1 0 0,5-3 0 0 0,121 113 1 0 0,-164-167-3715 0 0,-14-19 1649 0 0</inkml:trace>
</inkml:ink>
</file>

<file path=ppt/ink/ink15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34:46.9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225 112 392 0 0,'-2'-4'433'0'0,"-1"1"0"0"0,0-1-1 0 0,0 0 1 0 0,-1 1 0 0 0,1 0 0 0 0,-1 0 0 0 0,1 0-1 0 0,-1 0 1 0 0,0 1 0 0 0,-6-4 0 0 0,8 5-312 0 0,1 1 350 0 0,1 0-450 0 0,-1 0-1 0 0,1 0 1 0 0,0 0-1 0 0,-1 1 0 0 0,1-1 1 0 0,0 0-1 0 0,-1 1 1 0 0,1-1-1 0 0,0 0 1 0 0,-1 1-1 0 0,1-1 0 0 0,0 0 1 0 0,0 1-1 0 0,0-1 1 0 0,-1 1-1 0 0,1-1 1 0 0,0 0-1 0 0,0 1 1 0 0,0-1-1 0 0,0 1 0 0 0,0-1 1 0 0,0 1-1 0 0,-1-1 1 0 0,1 1-1 0 0,0 0 1 0 0,3 0 12 0 0,0 0 1 0 0,-1 0 0 0 0,1 1-1 0 0,0-1 1 0 0,-1-1 0 0 0,1 1-1 0 0,0 0 1 0 0,0-1 0 0 0,0 0-1 0 0,0 1 1 0 0,0-1 0 0 0,-1 0-1 0 0,1 0 1 0 0,0-1 0 0 0,0 1 0 0 0,0-1-1 0 0,0 1 1 0 0,0-1 0 0 0,-1 0-1 0 0,5-2 1 0 0,-7 3-22 0 0,1-1 1 0 0,-1 0 0 0 0,0 1-1 0 0,1-1 1 0 0,-1 0-1 0 0,0 1 1 0 0,0-1-1 0 0,1 0 1 0 0,-1 1-1 0 0,0-1 1 0 0,0 0-1 0 0,0 1 1 0 0,0-1-1 0 0,0 0 1 0 0,0 0-1 0 0,0 1 1 0 0,0-1-1 0 0,0 0 1 0 0,0 1-1 0 0,0-1 1 0 0,-1 0 0 0 0,1 1-1 0 0,0-1 1 0 0,0 0-1 0 0,-1 1 1 0 0,1-1-1 0 0,0 0 1 0 0,-1 1-1 0 0,1-1 1 0 0,-1 1-1 0 0,1-1 1 0 0,-2 0-1 0 0,-14-19 184 0 0,4 13-112 0 0,-1 1 1 0 0,1 1 0 0 0,-1 0-1 0 0,0 0 1 0 0,-1 1-1 0 0,1 1 1 0 0,-1 0 0 0 0,1 1-1 0 0,-1 1 1 0 0,-27 0-1 0 0,4 5-1 0 0,30 6-435 0 0,17 6-140 0 0,-6-12-31 0 0,0 0-1 0 0,1 0 1 0 0,-1-1 0 0 0,1 0 0 0 0,0 0-1 0 0,0 0 1 0 0,10 3 0 0 0,8 0-1489 0 0</inkml:trace>
</inkml:ink>
</file>

<file path=ppt/ink/ink15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34:47.4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114 27 632 0 0,'-28'2'2415'0'0,"20"-1"-2001"0"0,-1 1-1 0 0,1 0 1 0 0,0 0-1 0 0,0 1 1 0 0,-10 4 0 0 0,17-6-367 0 0,-1-1 1 0 0,1 1 0 0 0,-1-1 0 0 0,1 1 0 0 0,0-1 0 0 0,0 1 0 0 0,-1 0 0 0 0,1-1 0 0 0,0 1-1 0 0,0 0 1 0 0,0 0 0 0 0,0 0 0 0 0,0 0 0 0 0,0 0 0 0 0,0 0 0 0 0,0 0 0 0 0,0 0-1 0 0,0 1 1 0 0,0-1 0 0 0,1 0 0 0 0,-1 0 0 0 0,1 1 0 0 0,-1-1 0 0 0,1 1 0 0 0,-1-1-1 0 0,1 0 1 0 0,0 1 0 0 0,-1-1 0 0 0,1 1 0 0 0,0-1 0 0 0,0 1 0 0 0,0-1 0 0 0,0 0-1 0 0,1 1 1 0 0,-1-1 0 0 0,0 1 0 0 0,1-1 0 0 0,-1 0 0 0 0,0 1 0 0 0,1-1 0 0 0,0 0-1 0 0,0 2 1 0 0,0-1-28 0 0,1-1-1 0 0,-1 0 1 0 0,1 1-1 0 0,0-1 0 0 0,-1 0 1 0 0,1 0-1 0 0,0 0 0 0 0,0 0 1 0 0,0 0-1 0 0,0-1 1 0 0,0 1-1 0 0,0 0 0 0 0,0-1 1 0 0,0 1-1 0 0,0-1 1 0 0,0 0-1 0 0,0 0 0 0 0,0 0 1 0 0,0 0-1 0 0,0 0 0 0 0,0 0 1 0 0,0-1-1 0 0,0 1 1 0 0,0-1-1 0 0,3 0 0 0 0,2-1 5 0 0,-1 0-1 0 0,1 0 1 0 0,-1 0-1 0 0,1-1 1 0 0,-1 0-1 0 0,8-5 0 0 0,-12 6-16 0 0,1 0 0 0 0,-1 0-1 0 0,1 0 1 0 0,-1 0 0 0 0,0 0 0 0 0,0 0-1 0 0,0 0 1 0 0,-1-1 0 0 0,1 1-1 0 0,0-1 1 0 0,-1 1 0 0 0,1-1-1 0 0,-1 0 1 0 0,0 1 0 0 0,0-1-1 0 0,0 0 1 0 0,0-4 0 0 0,-1 5-5 0 0,0 1-1 0 0,0-1 1 0 0,0 1 0 0 0,-1-1 0 0 0,1 1-1 0 0,0-1 1 0 0,-1 1 0 0 0,1 0 0 0 0,-1-1-1 0 0,0 1 1 0 0,0-1 0 0 0,1 1 0 0 0,-1 0 0 0 0,0 0-1 0 0,0-1 1 0 0,0 1 0 0 0,0 0 0 0 0,0 0-1 0 0,0 0 1 0 0,-1 0 0 0 0,1 0 0 0 0,0 0-1 0 0,0 1 1 0 0,-1-1 0 0 0,1 0 0 0 0,-1 1 0 0 0,1-1-1 0 0,-1 1 1 0 0,1-1 0 0 0,0 1 0 0 0,-1 0-1 0 0,0-1 1 0 0,1 1 0 0 0,-1 0 0 0 0,-1 0-1 0 0,-2-1 5 0 0,0 0 0 0 0,0 1-1 0 0,0-1 1 0 0,0 1-1 0 0,0 0 1 0 0,0 0 0 0 0,0 1-1 0 0,1-1 1 0 0,-1 1-1 0 0,0 0 1 0 0,0 1-1 0 0,0-1 1 0 0,0 1 0 0 0,1 0-1 0 0,-6 3 1 0 0,10-5-19 0 0,-1 0 0 0 0,1 0 0 0 0,0 1 0 0 0,-1-1 1 0 0,1 0-1 0 0,0 1 0 0 0,0-1 0 0 0,-1 0 0 0 0,1 1 0 0 0,0-1 1 0 0,0 0-1 0 0,0 1 0 0 0,-1-1 0 0 0,1 1 0 0 0,0-1 0 0 0,0 0 1 0 0,0 1-1 0 0,0-1 0 0 0,0 1 0 0 0,0-1 0 0 0,0 1 0 0 0,0-1 1 0 0,0 0-1 0 0,0 1 0 0 0,0-1 0 0 0,0 1 0 0 0,0-1 0 0 0,0 0 1 0 0,0 1-1 0 0,0-1 0 0 0,1 1 0 0 0,-1-1 0 0 0,0 0 0 0 0,0 1 1 0 0,0-1-1 0 0,1 0 0 0 0,-1 1 0 0 0,0-1 0 0 0,0 0 0 0 0,1 1 1 0 0,-1-1-1 0 0,0 0 0 0 0,1 0 0 0 0,-1 1 0 0 0,0-1 0 0 0,1 0 1 0 0,-1 0-1 0 0,1 1 0 0 0,-1-1 0 0 0,0 0 0 0 0,1 0 0 0 0,-1 0 1 0 0,1 0-1 0 0,-1 0 0 0 0,0 0 0 0 0,1 0 0 0 0,22 10-2035 0 0,-11-9-129 0 0,5 2 165 0 0</inkml:trace>
</inkml:ink>
</file>

<file path=ppt/ink/ink15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34:43.6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423 1 100 0 0,'-8'4'2898'0'0,"-18"38"-2078"0"0,-189 429 2992 0 0,162-337-4291 0 0,-56 225 1 0 0,100-330-2824 0 0,6-21 1407 0 0</inkml:trace>
</inkml:ink>
</file>

<file path=ppt/ink/ink15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34:44.0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1 476 0 0,'425'103'2193'0'0,"491"134"760"0"0,-831-210-2659 0 0,119 56 1 0 0,-88-21-2522 0 0,-106-55 717 0 0,-2-1 116 0 0</inkml:trace>
</inkml:ink>
</file>

<file path=ppt/ink/ink15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34:44.4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367 3 112 0 0,'0'0'63'0'0,"0"0"-1"0"0,0 0 1 0 0,0 0-1 0 0,0 0 1 0 0,0-1-1 0 0,0 1 1 0 0,0 0 0 0 0,-1 0-1 0 0,1 0 1 0 0,0 0-1 0 0,0 0 1 0 0,0 0-1 0 0,0-1 1 0 0,0 1-1 0 0,0 0 1 0 0,-1 0 0 0 0,1 0-1 0 0,0 0 1 0 0,0 0-1 0 0,0 0 1 0 0,0 0-1 0 0,0 0 1 0 0,-1 0-1 0 0,1 0 1 0 0,0 0 0 0 0,0 0-1 0 0,0 0 1 0 0,0 0-1 0 0,-1 0 1 0 0,1 0-1 0 0,0 0 1 0 0,0 0 0 0 0,0 0-1 0 0,0 0 1 0 0,-1 0-1 0 0,1 0 1 0 0,0 0-1 0 0,0 0 1 0 0,0 0-1 0 0,0 0 1 0 0,-1 0 0 0 0,1 0-1 0 0,0 0 1 0 0,0 1-1 0 0,0-1 1 0 0,0 0-1 0 0,0 0 1 0 0,0 0 0 0 0,0 0-1 0 0,-1 0 1 0 0,1 0-1 0 0,0 1 1 0 0,0-1-1 0 0,0 0 1 0 0,-12 14 924 0 0,-10 19-312 0 0,-140 297 2513 0 0,108-212-2530 0 0,26-59-443 0 0,-51 121-2464 0 0,77-168-1227 0 0</inkml:trace>
</inkml:ink>
</file>

<file path=ppt/ink/ink15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34:44.8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1 600 0 0,'110'14'889'0'0,"-1"5"-1"0"0,116 36 0 0 0,-163-39-631 0 0,498 140 1677 0 0,139 34-192 0 0,-537-150-1408 0 0,86 19 211 0 0,-214-49-449 0 0,-26-7-106 0 0,0 0 0 0 0,1-1 0 0 0,-1 0 0 0 0,14 1 0 0 0,-21-3-332 0 0</inkml:trace>
</inkml:ink>
</file>

<file path=ppt/ink/ink15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34:45.1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83 9 392 0 0,'0'0'5353'0'0,"-26"-5"-5674"0"0,10 4-583 0 0,1-1-984 0 0,-10 2 436 0 0</inkml:trace>
</inkml:ink>
</file>

<file path=ppt/ink/ink15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34:48.2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253 118 7925 0 0,'-5'-5'88'0'0,"0"1"1"0"0,-1-1-1 0 0,1 1 1 0 0,-1 0-1 0 0,0 0 1 0 0,0 1-1 0 0,-1-1 1 0 0,1 1-1 0 0,-1 1 1 0 0,1-1 0 0 0,-1 1-1 0 0,0 1 1 0 0,0-1-1 0 0,-12 0 1 0 0,-5-1 307 0 0,1 2 0 0 0,-1 1 0 0 0,-24 3 0 0 0,24 1 122 0 0,24-4-512 0 0,-1 0-1 0 0,1 0 1 0 0,0 0-1 0 0,0 0 1 0 0,0 0 0 0 0,-1 1-1 0 0,1-1 1 0 0,0 0-1 0 0,0 0 1 0 0,0 0 0 0 0,-1 0-1 0 0,1 0 1 0 0,0 1-1 0 0,0-1 1 0 0,0 0 0 0 0,0 0-1 0 0,-1 0 1 0 0,1 1-1 0 0,0-1 1 0 0,0 0 0 0 0,0 0-1 0 0,0 0 1 0 0,0 1-1 0 0,0-1 1 0 0,0 0-1 0 0,-1 0 1 0 0,1 1 0 0 0,0-1-1 0 0,0 0 1 0 0,0 0-1 0 0,0 1 1 0 0,0-1 0 0 0,0 0-1 0 0,0 0 1 0 0,0 0-1 0 0,0 1 1 0 0,1-1 0 0 0,-1 0-1 0 0,0 0 1 0 0,0 1-1 0 0,0-1 1 0 0,0 0-1 0 0,0 0 1 0 0,0 1 0 0 0,0-1-1 0 0,0 0 1 0 0,1 0-1 0 0,-1 0 1 0 0,0 0 0 0 0,0 1-1 0 0,0-1 1 0 0,1 0-1 0 0,-1 0 1 0 0,0 0 0 0 0,0 0-1 0 0,0 0 1 0 0,1 1-1 0 0,-1-1 1 0 0,0 0-1 0 0,0 0 1 0 0,0 0 0 0 0,1 0-1 0 0,-1 0 1 0 0,1 0-1 0 0,2 1 5 0 0,1-1 0 0 0,0 0 0 0 0,-1 0 0 0 0,1 0 0 0 0,0 0 0 0 0,0 0 0 0 0,-1-1 0 0 0,1 0 0 0 0,0 1 0 0 0,-1-1 0 0 0,1-1 0 0 0,-1 1 0 0 0,4-2 0 0 0,6-1 30 0 0,-11 3-34 0 0,0 1 0 0 0,0-1 0 0 0,-1 1 0 0 0,1-1 0 0 0,0 0 1 0 0,0 1-1 0 0,-1-1 0 0 0,1 0 0 0 0,0 0 0 0 0,-1 0 0 0 0,1-1 0 0 0,-1 1 0 0 0,1 0 1 0 0,-1-1-1 0 0,1 1 0 0 0,-1-1 0 0 0,0 1 0 0 0,0-1 0 0 0,0 1 0 0 0,0-1 1 0 0,1-2-1 0 0,0 0-9 0 0,-1-1 1 0 0,0 0-1 0 0,0 0 1 0 0,-1 0-1 0 0,1 1 0 0 0,-1-1 1 0 0,0-5-1 0 0,0 9-172 0 0,-2 24-7009 0 0,4-13 4567 0 0</inkml:trace>
</inkml:ink>
</file>

<file path=ppt/ink/ink15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34:48.6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57 1 628 0 0,'-6'1'375'0'0,"1"0"1"0"0,0 1-1 0 0,1 0 1 0 0,-1 0-1 0 0,0 0 0 0 0,0 1 1 0 0,-4 2-1 0 0,9-4-333 0 0,-1-1 1 0 0,0 1-1 0 0,0-1 0 0 0,1 1 0 0 0,-1-1 1 0 0,0 1-1 0 0,0-1 0 0 0,1 1 0 0 0,-1 0 1 0 0,1-1-1 0 0,-1 1 0 0 0,0 0 0 0 0,1 0 1 0 0,0-1-1 0 0,-1 1 0 0 0,1 0 0 0 0,-1 0 1 0 0,1 0-1 0 0,0 0 0 0 0,0-1 0 0 0,-1 1 1 0 0,1 0-1 0 0,0 0 0 0 0,0 0 0 0 0,0 0 1 0 0,0 0-1 0 0,0 0 0 0 0,0 0 0 0 0,0 0 1 0 0,0-1-1 0 0,0 1 0 0 0,1 0 0 0 0,-1 0 1 0 0,0 0-1 0 0,1 0 0 0 0,-1 0 0 0 0,0-1 1 0 0,1 1-1 0 0,-1 0 0 0 0,1 0 0 0 0,-1-1 1 0 0,1 1-1 0 0,0 0 0 0 0,-1-1 0 0 0,1 1 1 0 0,0 0-1 0 0,-1-1 0 0 0,1 1 0 0 0,0-1 1 0 0,1 1-1 0 0,5 2 42 0 0,-1 0-1 0 0,1-1 1 0 0,0 0 0 0 0,0 0-1 0 0,0 0 1 0 0,0-1 0 0 0,0 0-1 0 0,0-1 1 0 0,0 0 0 0 0,0 0-1 0 0,0 0 1 0 0,0-1 0 0 0,0 0 0 0 0,0 0-1 0 0,0-1 1 0 0,13-4 0 0 0,-19 5 85 0 0,-11-6 275 0 0,3 0-1536 0 0</inkml:trace>
</inkml:ink>
</file>

<file path=ppt/ink/ink15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34:49.2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28 712 0 0,'5'-28'6927'0'0,"-10"45"-3724"0"0,6-13-3146 0 0,-1-1 0 0 0,0 1 0 0 0,1 0 0 0 0,0-1 0 0 0,0 1 1 0 0,0-1-1 0 0,0 1 0 0 0,0-1 0 0 0,1 0 0 0 0,0 1 0 0 0,-1-1 1 0 0,1 0-1 0 0,0 0 0 0 0,1 0 0 0 0,-1-1 0 0 0,0 1 0 0 0,1 0 1 0 0,0-1-1 0 0,-1 1 0 0 0,1-1 0 0 0,0 0 0 0 0,5 2 0 0 0,-7-3 89 0 0,20-27-510 0 0,-21 24-112 0 0,0-4 338 0 0,2-7-8858 0 0</inkml:trace>
</inkml:ink>
</file>

<file path=ppt/ink/ink15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34:49.9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33 154 516 0 0,'-3'-2'753'0'0,"0"0"0"0"0,0 0-1 0 0,1-1 1 0 0,-1 0 0 0 0,0 1 0 0 0,1-1 0 0 0,0 0-1 0 0,-1 0 1 0 0,1 0 0 0 0,0-1 0 0 0,-2-6 0 0 0,31 6-149 0 0,559-17 915 0 0,-238 14-1186 0 0,1-10-119 0 0,-107 1-62 0 0,311-25 11 0 0,-522 37 166 0 0,-10 2-1856 0 0,-11 1-4882 0 0,-39 2 3633 0 0</inkml:trace>
</inkml:ink>
</file>

<file path=ppt/ink/ink15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34:50.2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907 8 972 0 0,'0'0'61'0'0,"1"0"0"0"0,-1-1 0 0 0,0 1 0 0 0,0 0 0 0 0,0 0 0 0 0,0 0 0 0 0,0-1 0 0 0,0 1 0 0 0,0 0 0 0 0,0 0 0 0 0,0 0 0 0 0,0-1 0 0 0,0 1 0 0 0,0 0 0 0 0,0 0 0 0 0,0 0 0 0 0,0-1 0 0 0,0 1 0 0 0,0 0 0 0 0,0 0 0 0 0,0 0 0 0 0,0-1 0 0 0,0 1 0 0 0,0 0 0 0 0,-1 0 1 0 0,1 0-1 0 0,0 0 0 0 0,0-1 0 0 0,0 1 0 0 0,0 0 0 0 0,0 0 0 0 0,0 0 0 0 0,-1 0 0 0 0,1 0 0 0 0,0 0 0 0 0,0-1 0 0 0,0 1 0 0 0,0 0 0 0 0,-1 0 0 0 0,1 0 0 0 0,0 0 0 0 0,0 0 0 0 0,0 0 0 0 0,-1 0 0 0 0,1 0 0 0 0,0 0 0 0 0,0 0 0 0 0,0 0 0 0 0,-1 0 0 0 0,1 0 0 0 0,0 0 0 0 0,0 0 0 0 0,0 0 0 0 0,-1 0 0 0 0,1 0 0 0 0,0 0 0 0 0,0 0 0 0 0,0 0 0 0 0,0 0 0 0 0,-1 0 0 0 0,1 1 0 0 0,-102 51 1551 0 0,-311 154 751 0 0,374-188-2188 0 0,-230 112 1379 0 0,262-126-1488 0 0,0 0 1 0 0,0 0-1 0 0,1 0 0 0 0,-1 1 1 0 0,1 0-1 0 0,0 0 0 0 0,0 1 1 0 0,1-1-1 0 0,-9 12 0 0 0,13-15-50 0 0,0 0-1 0 0,1-1 0 0 0,-1 1 0 0 0,0 0 1 0 0,1-1-1 0 0,-1 1 0 0 0,1 0 0 0 0,-1 0 1 0 0,1-1-1 0 0,0 1 0 0 0,0 0 0 0 0,0 0 1 0 0,0 0-1 0 0,0-1 0 0 0,0 1 0 0 0,0 0 1 0 0,0 0-1 0 0,2 2 0 0 0,-1-1-5 0 0,0-1-1 0 0,1 1 0 0 0,0 0 1 0 0,0-1-1 0 0,-1 0 1 0 0,1 1-1 0 0,1-1 1 0 0,-1 0-1 0 0,0 0 1 0 0,0 0-1 0 0,1 0 0 0 0,-1-1 1 0 0,1 1-1 0 0,4 1 1 0 0,24 12-126 0 0,0-3 0 0 0,0 0 1 0 0,1-2-1 0 0,55 10 0 0 0,139 11-857 0 0,-190-27 806 0 0,370 21-5110 0 0,-269-25 2711 0 0</inkml:trace>
</inkml:ink>
</file>

<file path=ppt/ink/ink15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34:51.6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280 162 10065 0 0,'15'-133'35'0'0,"-13"120"-38"0"0,-2-2 260 0 0,-11 32 30 0 0,5-7-264 0 0,-43 69 216 0 0,4 1 0 0 0,3 3 0 0 0,4 1 0 0 0,-33 112 0 0 0,59-146-127 0 0,-7 92 0 0 0,17-130-98 0 0,1-1-1 0 0,1 1 0 0 0,0 0 1 0 0,0-1-1 0 0,1 1 1 0 0,1 0-1 0 0,0-1 1 0 0,0 1-1 0 0,1-1 1 0 0,0 0-1 0 0,1 0 1 0 0,1 0-1 0 0,0-1 0 0 0,0 1 1 0 0,1-1-1 0 0,11 15 1 0 0,-12-20-19 0 0,0-1 0 0 0,1 0 0 0 0,0 0 0 0 0,0-1 1 0 0,0 0-1 0 0,0 0 0 0 0,0 0 0 0 0,0 0 0 0 0,1-1 0 0 0,-1 0 0 0 0,1-1 1 0 0,0 1-1 0 0,-1-1 0 0 0,1-1 0 0 0,0 1 0 0 0,0-1 0 0 0,0 0 0 0 0,-1-1 1 0 0,12-1-1 0 0,13-3-32 0 0,1-1 1 0 0,49-17 0 0 0,-80 22 35 0 0,23-8-7 0 0,1 0 0 0 0,-1-2 0 0 0,-1-1 0 0 0,35-24 1 0 0,-43 26 8 0 0,-1-1 0 0 0,0 0 1 0 0,-1-1-1 0 0,0 0 0 0 0,-1-1 1 0 0,0-1-1 0 0,15-23 0 0 0,-25 34 21 0 0,0 0-1 0 0,0-1 0 0 0,0 1 1 0 0,-1 0-1 0 0,1-1 0 0 0,-1 1 1 0 0,0-1-1 0 0,0 1 0 0 0,-1-1 0 0 0,1 0 1 0 0,-1 0-1 0 0,1 1 0 0 0,-1-1 1 0 0,0 0-1 0 0,-1-6 0 0 0,0 9-10 0 0,0-1 0 0 0,0 0 0 0 0,0 0 0 0 0,0 1 0 0 0,0-1-1 0 0,0 1 1 0 0,0-1 0 0 0,-1 1 0 0 0,1-1 0 0 0,0 1 0 0 0,-1 0-1 0 0,0 0 1 0 0,1 0 0 0 0,-1 0 0 0 0,1 0 0 0 0,-1 0 0 0 0,0 0 0 0 0,0 0-1 0 0,0 1 1 0 0,1-1 0 0 0,-1 1 0 0 0,0-1 0 0 0,0 1 0 0 0,0 0 0 0 0,0-1-1 0 0,0 1 1 0 0,0 0 0 0 0,0 0 0 0 0,0 1 0 0 0,0-1 0 0 0,-2 1 0 0 0,-5 0 8 0 0,-1 0 0 0 0,0 1 0 0 0,0 0 0 0 0,1 1 0 0 0,0 0 0 0 0,-1 1 0 0 0,1-1 0 0 0,0 2 0 0 0,1-1 0 0 0,-1 1 0 0 0,1 1 0 0 0,-12 10 1 0 0,14-12-17 0 0,1 0 0 0 0,0 1 0 0 0,1 0 0 0 0,-1 0 0 0 0,1 0 1 0 0,0 1-1 0 0,1-1 0 0 0,-1 1 0 0 0,1 0 0 0 0,0 0 0 0 0,0 0 1 0 0,1 0-1 0 0,0 1 0 0 0,0-1 0 0 0,0 1 0 0 0,1-1 0 0 0,0 1 1 0 0,1 0-1 0 0,-1 8 0 0 0,1-11-16 0 0,1 0 0 0 0,0 0 0 0 0,-1 1 0 0 0,1-1 0 0 0,1 0 0 0 0,-1 0 0 0 0,1 0 1 0 0,0 0-1 0 0,0 0 0 0 0,0 0 0 0 0,0-1 0 0 0,0 1 0 0 0,1-1 0 0 0,0 1 0 0 0,5 4 0 0 0,-2-2-35 0 0,1-1 0 0 0,0 0-1 0 0,0-1 1 0 0,0 0 0 0 0,0 0-1 0 0,1 0 1 0 0,13 4 0 0 0,7-1-209 0 0,-1 0 1 0 0,2-2-1 0 0,47 3 0 0 0,-31-7 0 0 0,-1-2 0 0 0,1-1 1 0 0,-1-3-1 0 0,0-1 0 0 0,0-3 0 0 0,-1-1 0 0 0,0-2 0 0 0,-1-2 0 0 0,61-29 0 0 0,-93 39 422 0 0,0-1 0 0 0,-1-1 0 0 0,1 1 0 0 0,-1-2 0 0 0,0 1 0 0 0,-1-1 0 0 0,0 0 0 0 0,0-1 0 0 0,0 0 0 0 0,11-16 0 0 0,-18 23-123 0 0,-1 1-1 0 0,0-1 1 0 0,1 1 0 0 0,-1-1 0 0 0,1 1 0 0 0,-1-1 0 0 0,0 1 0 0 0,0-1 0 0 0,1 1 0 0 0,-1-1-1 0 0,0 1 1 0 0,0-1 0 0 0,0 0 0 0 0,1 1 0 0 0,-1-1 0 0 0,0 0 0 0 0,0 1 0 0 0,0-1 0 0 0,0 1 0 0 0,0-1-1 0 0,0 0 1 0 0,-1 1 0 0 0,1-1 0 0 0,0 1 0 0 0,0-1 0 0 0,0 0 0 0 0,0 1 0 0 0,-1-1 0 0 0,1 1-1 0 0,0-1 1 0 0,-1 1 0 0 0,1-1 0 0 0,0 1 0 0 0,-1-1 0 0 0,1 1 0 0 0,-1-2 0 0 0,-25 5 573 0 0,-28 23-220 0 0,25-1-127 0 0,28-24-262 0 0,0 0 0 0 0,0 0 0 0 0,0 0 0 0 0,0 0 0 0 0,1 1 0 0 0,-1-1 0 0 0,0 0 1 0 0,0 0-1 0 0,1 1 0 0 0,-1-1 0 0 0,1 0 0 0 0,-1 0 0 0 0,1 1 0 0 0,0-1 0 0 0,0 1 1 0 0,-1-1-1 0 0,1 0 0 0 0,0 1 0 0 0,0-1 0 0 0,0 1 0 0 0,1-1 0 0 0,-1 0 0 0 0,0 3 1 0 0,3-3-12 0 0,0 0 0 0 0,0 0 0 0 0,0 0 0 0 0,-1 0 0 0 0,1 0 0 0 0,0-1 0 0 0,0 0 0 0 0,0 1 0 0 0,0-1 0 0 0,0 0 0 0 0,0 0 0 0 0,0-1 0 0 0,0 1 0 0 0,5-2 0 0 0,-7 2 4 0 0,119-22-247 0 0,-119 22 223 0 0,55 21-82 0 0,-50-17 104 0 0,0 0-1 0 0,1 0 1 0 0,-1-1 0 0 0,0 0-1 0 0,1 0 1 0 0,0-1-1 0 0,0 0 1 0 0,0 0 0 0 0,0 0-1 0 0,0-1 1 0 0,0 0-1 0 0,0-1 1 0 0,14 0 0 0 0,-6-1 5 0 0,0-1 1 0 0,0-1 0 0 0,0-1 0 0 0,-1 0 0 0 0,26-11 0 0 0,-20 7 2 0 0,-13 6-6 0 0,0 0 1 0 0,0 0-1 0 0,-1-1 1 0 0,1 0 0 0 0,0-1-1 0 0,-1 0 1 0 0,0 1-1 0 0,9-9 1 0 0,-13 11 0 0 0,-1 1-1 0 0,0 0 1 0 0,0-1 0 0 0,0 1-1 0 0,1 0 1 0 0,-1 0 0 0 0,0 0-1 0 0,0 0 1 0 0,0 0-1 0 0,1 0 1 0 0,-1 0 0 0 0,0 0-1 0 0,0 0 1 0 0,1 0 0 0 0,-1 1-1 0 0,0-1 1 0 0,0 1 0 0 0,0-1-1 0 0,0 1 1 0 0,0-1 0 0 0,0 1-1 0 0,0-1 1 0 0,0 1 0 0 0,2 1-1 0 0,32 21-4 0 0,-30-19 8 0 0,-3-3 6 0 0,0-1 1 0 0,1 1 0 0 0,-1 0-1 0 0,1-1 1 0 0,-1 0-1 0 0,1 1 1 0 0,-1-1 0 0 0,1 0-1 0 0,-1 0 1 0 0,0 0 0 0 0,1-1-1 0 0,-1 1 1 0 0,1-1 0 0 0,-1 1-1 0 0,0-1 1 0 0,1 0 0 0 0,-1 0-1 0 0,0 0 1 0 0,1 0 0 0 0,-1 0-1 0 0,0 0 1 0 0,0-1 0 0 0,0 1-1 0 0,0-1 1 0 0,2-3 0 0 0,9-3-47 0 0,6-8-1480 0 0,-19 15 1365 0 0,0 1 0 0 0,1 0 0 0 0,-1-1-1 0 0,0 1 1 0 0,0-1 0 0 0,0 1 0 0 0,0 0-1 0 0,0-1 1 0 0,0 1 0 0 0,0 0 0 0 0,0-1-1 0 0,0 1 1 0 0,0-1 0 0 0,0 1 0 0 0,0 0-1 0 0,0-1 1 0 0,0 1 0 0 0,0 0 0 0 0,0-1-1 0 0,-1 1 1 0 0,1-1 0 0 0,0 1 0 0 0,0 0-1 0 0,0-1 1 0 0,-1 1 0 0 0,1 0 0 0 0,0-1-1 0 0,0 1 1 0 0,-1 0 0 0 0,1 0 0 0 0,0-1-1 0 0,0 1 1 0 0,-1 0 0 0 0,1 0 0 0 0,0 0-1 0 0,-1-1 1 0 0,1 1 0 0 0,0 0 0 0 0,-1 0-1 0 0,1 0 1 0 0,-1 0 0 0 0,1 0 0 0 0,0 0-1 0 0,-1-1 1 0 0,1 1 0 0 0,-1 0 0 0 0,1 0-1 0 0,0 0 1 0 0,-1 0 0 0 0,0 1 0 0 0,-5-3-2162 0 0</inkml:trace>
</inkml:ink>
</file>

<file path=ppt/ink/ink15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34:52.4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38 360 0 0,'24'-35'7501'0'0,"-23"34"-7384"0"0,0 1 0 0 0,0 0 1 0 0,0-1-1 0 0,0 1 1 0 0,0 0-1 0 0,0 0 0 0 0,0 0 1 0 0,0-1-1 0 0,0 1 0 0 0,0 0 1 0 0,0 1-1 0 0,0-1 1 0 0,0 0-1 0 0,0 0 0 0 0,0 0 1 0 0,0 1-1 0 0,0-1 0 0 0,0 0 1 0 0,0 1-1 0 0,0-1 1 0 0,0 1-1 0 0,0-1 0 0 0,0 1 1 0 0,-1-1-1 0 0,1 1 0 0 0,0 0 1 0 0,0-1-1 0 0,0 1 1 0 0,-1 0-1 0 0,1 0 0 0 0,0 0 1 0 0,-1-1-1 0 0,1 1 0 0 0,-1 0 1 0 0,1 0-1 0 0,-1 0 1 0 0,0 0-1 0 0,1 0 0 0 0,-1 0 1 0 0,0 0-1 0 0,1 2 0 0 0,19 62-6 0 0,-10-29 297 0 0,-8-31-389 0 0,0 0 0 0 0,0-1 1 0 0,0 1-1 0 0,1-1 0 0 0,-1 1 1 0 0,1-1-1 0 0,0 0 1 0 0,0 0-1 0 0,1-1 0 0 0,-1 1 1 0 0,1-1-1 0 0,6 6 1 0 0,-8-9-16 0 0,-1 1-1 0 0,1 0 1 0 0,-1 0 0 0 0,1-1 0 0 0,0 1 0 0 0,-1-1 0 0 0,1 1 0 0 0,-1-1 0 0 0,1 0 0 0 0,0 0 0 0 0,-1 1 0 0 0,1-1 0 0 0,0 0 0 0 0,-1-1 0 0 0,1 1-1 0 0,0 0 1 0 0,-1 0 0 0 0,1-1 0 0 0,0 1 0 0 0,-1-1 0 0 0,1 1 0 0 0,-1-1 0 0 0,1 0 0 0 0,-1 1 0 0 0,1-1 0 0 0,2-2 0 0 0,35-35 60 0 0,-20 19-42 0 0,-9 8-33 0 0,0 1 0 0 0,0-1 0 0 0,14-23 0 0 0,-9 12-1014 0 0,-13 18-32 0 0,0-1-893 0 0</inkml:trace>
</inkml:ink>
</file>

<file path=ppt/ink/ink15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34:52.7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0 113 380 0 0,'2'0'224'0'0,"21"-4"1850"0"0,0-1 1 0 0,37-13-1 0 0,-54 16-1800 0 0,-1 0 0 0 0,0 0-1 0 0,0-1 1 0 0,0 0-1 0 0,0 0 1 0 0,0 0-1 0 0,0 0 1 0 0,-1-1 0 0 0,1 0-1 0 0,-1 0 1 0 0,0 0-1 0 0,-1 0 1 0 0,1-1-1 0 0,-1 1 1 0 0,1-1 0 0 0,-1 0-1 0 0,2-6 1 0 0,-4 11-222 0 0,-1-1 1 0 0,0 1 0 0 0,0-1 0 0 0,1 1-1 0 0,-1 0 1 0 0,0-1 0 0 0,0 1-1 0 0,0-1 1 0 0,0 1 0 0 0,1-1 0 0 0,-1 1-1 0 0,0 0 1 0 0,0-1 0 0 0,0 1-1 0 0,0-1 1 0 0,0 1 0 0 0,0-1 0 0 0,0 1-1 0 0,0-1 1 0 0,0 1 0 0 0,-1 0-1 0 0,1-1 1 0 0,0 1 0 0 0,0-1 0 0 0,0 1-1 0 0,0-1 1 0 0,-1 1 0 0 0,1 0-1 0 0,0-1 1 0 0,0 1 0 0 0,-1 0 0 0 0,1-1-1 0 0,-15 4 792 0 0,-15 17-37 0 0,27-16-782 0 0,0 0-1 0 0,0 0 0 0 0,0 0 1 0 0,0 0-1 0 0,1 1 1 0 0,0-1-1 0 0,0 1 1 0 0,0 0-1 0 0,1-1 1 0 0,-1 1-1 0 0,1 0 1 0 0,0 0-1 0 0,0 0 1 0 0,1 0-1 0 0,0 0 1 0 0,0 0-1 0 0,0 0 1 0 0,0 0-1 0 0,2 8 1 0 0,11 22-2769 0 0,9-7-3527 0 0,-2-13 2550 0 0</inkml:trace>
</inkml:ink>
</file>

<file path=ppt/ink/ink15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34:54.1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74 69 212 0 0,'1'0'375'0'0,"-1"-1"1"0"0,1 0-1 0 0,0 0 0 0 0,-1 1 1 0 0,1-1-1 0 0,-1 1 0 0 0,1-1 1 0 0,0 1-1 0 0,-1-1 0 0 0,1 1 1 0 0,0-1-1 0 0,0 1 0 0 0,-1-1 1 0 0,1 1-1 0 0,0 0 0 0 0,0-1 1 0 0,0 1-1 0 0,1 0 0 0 0,-1 10 11 0 0,-1 0 1 0 0,1 0-1 0 0,-1 0 0 0 0,-1 0 0 0 0,0 0 0 0 0,0 0 0 0 0,-4 11 1 0 0,-4 44 627 0 0,-4 1 103 0 0,12-65-1102 0 0,0-1 0 0 0,0 0 0 0 0,0 0 0 0 0,0 0 0 0 0,0 1 0 0 0,-1-1 0 0 0,1-1 0 0 0,0 1 0 0 0,0 0 0 0 0,0 0 0 0 0,0 0-1 0 0,0-1 1 0 0,-1 1 0 0 0,1 0 0 0 0,0-1 0 0 0,0 1 0 0 0,0-1 0 0 0,0 1 0 0 0,0-1 0 0 0,0 0 0 0 0,-1 0 0 0 0,-1-2-7 0 0,0 1 0 0 0,0-1 0 0 0,0 0 0 0 0,1 0 0 0 0,-1-1 0 0 0,1 1 0 0 0,-1-1 0 0 0,1 1 0 0 0,0-1 0 0 0,1 1 0 0 0,-1-1 0 0 0,1 0 0 0 0,-1 0 0 0 0,1 0 0 0 0,0 0 0 0 0,0 0 0 0 0,1 0 0 0 0,-1 0 0 0 0,1 0 0 0 0,0-6 0 0 0,0-6 5 0 0,1-1 1 0 0,1 1-1 0 0,5-26 1 0 0,-4 27-22 0 0,1 0 0 0 0,0 1 0 0 0,1-1 0 0 0,12-22 0 0 0,-17 36 7 0 0,1 0 0 0 0,0 1-1 0 0,0-1 1 0 0,0 0 0 0 0,0 1-1 0 0,0-1 1 0 0,0 0 0 0 0,0 1-1 0 0,0-1 1 0 0,0 1 0 0 0,0 0-1 0 0,0-1 1 0 0,0 1 0 0 0,0 0-1 0 0,0-1 1 0 0,0 1 0 0 0,1 0-1 0 0,-1 0 1 0 0,0 0 0 0 0,0 0-1 0 0,0 0 1 0 0,0 0 0 0 0,0 1-1 0 0,0-1 1 0 0,1 0 0 0 0,-1 1-1 0 0,0-1 1 0 0,0 0 0 0 0,0 1-1 0 0,0-1 1 0 0,0 1 0 0 0,0 0-1 0 0,0-1 1 0 0,0 1 0 0 0,0 0-1 0 0,-1-1 1 0 0,1 1 0 0 0,0 0-1 0 0,0 1 1 0 0,35 34 2 0 0,2 19-43 0 0,71 90-144 0 0,-97-132 162 0 0,-1-1 0 0 0,1 0 0 0 0,1-1-1 0 0,0 0 1 0 0,1-1 0 0 0,0-1 0 0 0,0 0 0 0 0,21 9 0 0 0,-32-17 23 0 0,0 1 1 0 0,1-1-1 0 0,-1 0 0 0 0,1 0 1 0 0,-1 0-1 0 0,1 0 0 0 0,0-1 1 0 0,-1 0-1 0 0,1 1 0 0 0,-1-1 1 0 0,1-1-1 0 0,0 1 0 0 0,-1 0 1 0 0,1-1-1 0 0,0 0 0 0 0,-1 0 1 0 0,1 0-1 0 0,-1 0 1 0 0,0 0-1 0 0,1-1 0 0 0,-1 0 1 0 0,0 1-1 0 0,0-1 0 0 0,0 0 1 0 0,0-1-1 0 0,0 1 0 0 0,-1 0 1 0 0,1-1-1 0 0,0 0 0 0 0,2-3 1 0 0,5-9 10 0 0,-1 1 0 0 0,-1-1 0 0 0,0-1 0 0 0,-1 1 0 0 0,6-21 0 0 0,0 3-24 0 0,-7 20-145 0 0,6-16 150 0 0,-8 12-3449 0 0,2 15-990 0 0</inkml:trace>
</inkml:ink>
</file>

<file path=ppt/ink/ink15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34:54.4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 1 536 0 0,'-2'3'280'0'0,"0"-1"-1"0"0,1 1 0 0 0,-1 0 1 0 0,1 0-1 0 0,-1 0 1 0 0,1 0-1 0 0,0 0 1 0 0,0 0-1 0 0,1 1 1 0 0,-1-1-1 0 0,1 0 1 0 0,0 0-1 0 0,-1 1 0 0 0,1-1 1 0 0,1 0-1 0 0,-1 0 1 0 0,0 1-1 0 0,1-1 1 0 0,0 0-1 0 0,-1 0 1 0 0,1 0-1 0 0,1 0 1 0 0,-1 0-1 0 0,0 0 0 0 0,1 0 1 0 0,-1 0-1 0 0,1 0 1 0 0,0-1-1 0 0,0 1 1 0 0,0-1-1 0 0,0 1 1 0 0,1-1-1 0 0,2 3 1 0 0,-4-4 18 0 0,6-8 334 0 0,-5 7-559 0 0,0-1 1 0 0,-1 0 0 0 0,1 0 0 0 0,-1-1 0 0 0,1 1 0 0 0,-1 0-1 0 0,0 0 1 0 0,1-1 0 0 0,-1 1 0 0 0,0-1 0 0 0,0 1-1 0 0,0-1 1 0 0,1-2 0 0 0,-2-63 214 0 0,0 65-871 0 0</inkml:trace>
</inkml:ink>
</file>

<file path=ppt/ink/ink15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34:54.8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1 344 80 0 0,'0'0'1468'0'0,"9"2"4021"0"0,-9-1-5335 0 0,33-7 493 0 0,-29 4-613 0 0,0-1 1 0 0,0 0-1 0 0,0 0 0 0 0,-1 0 0 0 0,0 0 0 0 0,0-1 1 0 0,0 1-1 0 0,0-1 0 0 0,0 0 0 0 0,0 1 1 0 0,-1-1-1 0 0,4-8 0 0 0,16-57 69 0 0,-8 23-34 0 0,32-128 2180 0 0,-49 185-1563 0 0,0 1 0 0 0,1 0 1 0 0,0 0-1 0 0,1 16 0 0 0,0 10-374 0 0,8 75-1 0 0,-4-96-708 0 0,10 58-1515 0 0,-11-70 952 0 0,0 0 0 0 0,1 1 0 0 0,-1-1 0 0 0,1 0 0 0 0,0 0 0 0 0,6 7 0 0 0,4 1-2265 0 0</inkml:trace>
</inkml:ink>
</file>

<file path=ppt/ink/ink15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34:55.1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28 716 0 0,'6'-2'1288'0'0,"2"-1"1176"0"0,-2-1-1263 0 0,-1 1 1051 0 0,3-4-1204 0 0,-4 5 556 0 0,0-3-364 0 0,2 3-1384 0 0</inkml:trace>
  <inkml:trace contextRef="#ctx0" brushRef="#br0" timeOffset="1">227 151 1160 0 0,'0'0'1056'0'0,"8"-4"-108"0"0,-4 1 624 0 0,-1-4-727 0 0,-1 0-1222 0 0,-13 2-3695 0 0</inkml:trace>
</inkml:ink>
</file>

<file path=ppt/ink/ink15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35:00.1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43 74 328 0 0,'5'-14'7815'0'0,"-4"6"-6532"0"0,-1 7-1258 0 0,-1 0-1 0 0,1 0 1 0 0,-1 0-1 0 0,1 0 1 0 0,0 0-1 0 0,-1 0 1 0 0,1 0-1 0 0,0 0 1 0 0,0 0-1 0 0,0 0 1 0 0,-1 0-1 0 0,1 0 1 0 0,0 0-1 0 0,1 0 1 0 0,-1 0-1 0 0,0 0 1 0 0,0 0-1 0 0,0 0 1 0 0,0 0-1 0 0,1 0 1 0 0,0-2-1 0 0,1-11 467 0 0,-2 13-413 0 0,-11-11 865 0 0,15 20-931 0 0,0 1-1 0 0,-1 0 1 0 0,0-1-1 0 0,0 1 1 0 0,-1 1 0 0 0,0-1-1 0 0,0 0 1 0 0,-1 0-1 0 0,0 18 1 0 0,-1-26-6 0 0,-1 0 0 0 0,1 0-1 0 0,0 1 1 0 0,-1-1 0 0 0,1-1 0 0 0,-1 1-1 0 0,1 0 1 0 0,-1 0 0 0 0,1 0 0 0 0,-1 0-1 0 0,1 0 1 0 0,-1 0 0 0 0,0 0-1 0 0,0-1 1 0 0,1 1 0 0 0,-1 0 0 0 0,0-1-1 0 0,0 1 1 0 0,0 0 0 0 0,0-1 0 0 0,0 1-1 0 0,0-1 1 0 0,0 0 0 0 0,0 1 0 0 0,-1-1-1 0 0,-27 8 67 0 0,24-7-66 0 0,4-1-54 0 0,-8 3-207 0 0</inkml:trace>
</inkml:ink>
</file>

<file path=ppt/ink/ink15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35:59.3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502 3 180 0 0,'-36'-2'1022'0'0,"0"1"0"0"0,-1 2 0 0 0,1 2 0 0 0,-65 13 0 0 0,76-10-713 0 0,1 0 1 0 0,0 2 0 0 0,0 1 0 0 0,1 1 0 0 0,0 0-1 0 0,1 2 1 0 0,-38 27 0 0 0,57-38-282 0 0,1 1 1 0 0,0-1-1 0 0,0 1 0 0 0,0 0 1 0 0,0 0-1 0 0,0 0 0 0 0,0 0 1 0 0,0 0-1 0 0,1 0 0 0 0,-1 0 0 0 0,1 1 1 0 0,0-1-1 0 0,0 1 0 0 0,0-1 1 0 0,0 1-1 0 0,0-1 0 0 0,0 1 1 0 0,0 0-1 0 0,0 4 0 0 0,2-5-4 0 0,-1 1-1 0 0,1-1 0 0 0,-1 1 1 0 0,1 0-1 0 0,0-1 1 0 0,0 1-1 0 0,0-1 0 0 0,0 0 1 0 0,0 1-1 0 0,1-1 1 0 0,-1 0-1 0 0,1 0 0 0 0,0 1 1 0 0,-1-1-1 0 0,1-1 1 0 0,3 4-1 0 0,7 4 33 0 0,0 0-1 0 0,1-1 1 0 0,0 0 0 0 0,1 0-1 0 0,20 7 1 0 0,160 55 234 0 0,-127-48-217 0 0,-1 2 0 0 0,94 50 0 0 0,-98-32-6 0 0,-59-40-62 0 0,0 0 1 0 0,0 1 0 0 0,0-1 0 0 0,0 1 0 0 0,0 0 0 0 0,-1 0-1 0 0,1 0 1 0 0,-1 0 0 0 0,0 0 0 0 0,0 0 0 0 0,0 1 0 0 0,0-1 0 0 0,-1 1-1 0 0,1-1 1 0 0,-1 1 0 0 0,1 4 0 0 0,-3-5 7 0 0,0 0 1 0 0,1-1 0 0 0,-1 1-1 0 0,-1-1 1 0 0,1 1-1 0 0,0-1 1 0 0,-1 0-1 0 0,1 1 1 0 0,-1-1-1 0 0,0 0 1 0 0,1 0-1 0 0,-1 0 1 0 0,0 0-1 0 0,0 0 1 0 0,-1 0 0 0 0,1-1-1 0 0,0 1 1 0 0,-1-1-1 0 0,1 0 1 0 0,0 1-1 0 0,-1-1 1 0 0,0 0-1 0 0,1-1 1 0 0,-1 1-1 0 0,-3 0 1 0 0,-70 17 465 0 0,75-18-470 0 0,-37 5 316 0 0,0-1 1 0 0,-1-2-1 0 0,1-1 0 0 0,-77-9 1 0 0,104 5-1009 0 0,10 3 573 0 0,0 0 0 0 0,1-1 0 0 0,-1 1 0 0 0,0 0 0 0 0,0 0 0 0 0,0 0 0 0 0,1 0 0 0 0,-1 0 0 0 0,0 0 0 0 0,0 0 0 0 0,0 0 0 0 0,1 0 0 0 0,-1 0 0 0 0,0 0 0 0 0,0 0 0 0 0,1 0 0 0 0,-1 1 0 0 0,0-1 0 0 0,0 0 0 0 0,1 1 0 0 0,-1-1 0 0 0,-1 1 0 0 0,1 7-4339 0 0</inkml:trace>
</inkml:ink>
</file>

<file path=ppt/ink/ink15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36:11.9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 42 88 0 0,'-18'-30'4404'0'0,"12"21"-89"0"0,2 7-4313 0 0,3 1 40 0 0,3 3-1530 0 0,0-1 1337 0 0,0 1 1 0 0,1-1-1 0 0,-1 1 0 0 0,1-1 0 0 0,-1 0 0 0 0,1 0 1 0 0,-1 0-1 0 0,1-1 0 0 0,2 2 0 0 0,11 3-2930 0 0,-11-1 1519 0 0</inkml:trace>
</inkml:ink>
</file>

<file path=ppt/ink/ink15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36:13.0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1 137 112 0 0,'0'0'2155'0'0,"3"2"-2058"0"0,15 4 20 0 0,1-1 1 0 0,-1 0 0 0 0,1-2 0 0 0,-1 0 0 0 0,1-1 0 0 0,22 0-1 0 0,125-9 213 0 0,-117 4-234 0 0,653-53 556 0 0,245-12-62 0 0,-52 63-173 0 0,-454 9 3 0 0,-414-11 493 0 0,-22 5-695 0 0,-4 1-207 0 0,-1 1 1 0 0,0 0-1 0 0,0 0 0 0 0,0 0 1 0 0,1 0-1 0 0,-1-1 1 0 0,0 1-1 0 0,0 0 0 0 0,0 0 1 0 0,1 0-1 0 0,-1-1 1 0 0,0 1-1 0 0,0 0 0 0 0,0 0 1 0 0,0-1-1 0 0,0 1 1 0 0,1 0-1 0 0,-1 0 0 0 0,0-1 1 0 0,0 1-1 0 0,0 0 0 0 0,0 0 1 0 0,0-1-1 0 0,0 1 1 0 0,0 0-1 0 0,0 0 0 0 0,0-1 1 0 0,0 1-1 0 0,0 0 1 0 0,0-1-1 0 0,0 1 0 0 0,0 0 1 0 0,0 0-1 0 0,0-1 0 0 0,-1 1 1 0 0,1 0-1 0 0,0 0 1 0 0,0-1-1 0 0,0 1 0 0 0,0 0 1 0 0,0 0-1 0 0,-1 0 1 0 0,1-1-1 0 0,0 1 0 0 0,0 0 1 0 0,0 0-1 0 0,-1 0 0 0 0,1-1 1 0 0,0 1-1 0 0,0 0 1 0 0,-1 0-1 0 0,1 0 0 0 0,0 0 1 0 0,0 0-1 0 0,-1 0 1 0 0,1 0-1 0 0,0 0 0 0 0,-1-1 1 0 0,-19-6 7 0 0,-52 18-2386 0 0,42-5 273 0 0,2-1 372 0 0</inkml:trace>
</inkml:ink>
</file>

<file path=ppt/ink/ink15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36:13.5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706 60 220 0 0,'4'-5'685'0'0,"1"0"-61"0"0,-1 1 0 0 0,0-1 0 0 0,-1 0 0 0 0,1 0 0 0 0,-1 0 1 0 0,0 0-1 0 0,0-1 0 0 0,2-7 0 0 0,-5 12-381 0 0,-3 3-8 0 0,-230 137 987 0 0,-19 10-724 0 0,33-20 168 0 0,216-128-652 0 0,1 1 0 0 0,-1-1 0 0 0,1 0 0 0 0,-1 1 0 0 0,1-1 0 0 0,0 1 0 0 0,0 0 0 0 0,-1 0 0 0 0,1 0 0 0 0,1 0 0 0 0,-1 0 0 0 0,0 1 0 0 0,0-1 0 0 0,1 0 0 0 0,-3 5 0 0 0,4-5-3 0 0,0-1 0 0 0,-1 0 0 0 0,1 1 1 0 0,0-1-1 0 0,0 1 0 0 0,0-1 0 0 0,1 0 1 0 0,-1 1-1 0 0,0-1 0 0 0,0 0 0 0 0,1 1 1 0 0,-1-1-1 0 0,1 0 0 0 0,-1 1 0 0 0,1-1 1 0 0,-1 0-1 0 0,1 0 0 0 0,0 0 0 0 0,0 1 1 0 0,0-1-1 0 0,0 0 0 0 0,1 1 0 0 0,4 3 18 0 0,1 0 0 0 0,-1 0 0 0 0,1-1-1 0 0,0 0 1 0 0,0 0 0 0 0,0-1 0 0 0,0 0 0 0 0,1 0-1 0 0,10 2 1 0 0,407 66-517 0 0,-334-59-691 0 0,0-2-3007 0 0,-48-6 1763 0 0</inkml:trace>
</inkml:ink>
</file>

<file path=ppt/ink/ink15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36:14.3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96 43 64 0 0,'14'-43'6233'0'0,"-14"44"-6181"0"0,0-1 0 0 0,0 0 0 0 0,0 0 0 0 0,0 0 0 0 0,0 0 0 0 0,0 0 0 0 0,0 0 0 0 0,0 0 0 0 0,0 0 0 0 0,0 1 0 0 0,0-1 0 0 0,0 0 0 0 0,0 0 0 0 0,0 0 0 0 0,0 0 0 0 0,1 0 0 0 0,-1 0 0 0 0,0 0 0 0 0,0 0 0 0 0,0 0 0 0 0,0 1 0 0 0,0-1 0 0 0,0 0 0 0 0,0 0 0 0 0,0 0 0 0 0,0 0 0 0 0,0 0 0 0 0,0 0 0 0 0,1 0 0 0 0,-1 0-1 0 0,0 0 1 0 0,0 0 0 0 0,0 0 0 0 0,0 0 0 0 0,0 0 0 0 0,0 0 0 0 0,0 0 0 0 0,0 0 0 0 0,1 0 0 0 0,-1 0 0 0 0,0 0 0 0 0,0 0 0 0 0,0 0 0 0 0,0 0 0 0 0,0 0 0 0 0,0 0 0 0 0,0 0 0 0 0,0 0 0 0 0,1 0 0 0 0,-1 0 0 0 0,0 0 0 0 0,0 0 0 0 0,0 0 0 0 0,0 0 0 0 0,0 0 0 0 0,0 0 0 0 0,0 0 0 0 0,0-1 0 0 0,-1 31 453 0 0,-11 56 317 0 0,-35 130 1 0 0,46-212-809 0 0,-12 61 181 0 0,11-47-142 0 0,-1-1 0 0 0,-1 0 0 0 0,-1 1 0 0 0,-6 17 0 0 0,7-26-18 0 0,1 1 0 0 0,1 0-1 0 0,0-1 1 0 0,0 1 0 0 0,1 0-1 0 0,0 17 1 0 0,2-25-33 0 0,-1 1-1 0 0,0 0 1 0 0,1 0 0 0 0,0-1-1 0 0,-1 1 1 0 0,1 0-1 0 0,0-1 1 0 0,1 1 0 0 0,-1-1-1 0 0,0 1 1 0 0,1-1-1 0 0,-1 0 1 0 0,1 0 0 0 0,0 1-1 0 0,-1-1 1 0 0,1 0 0 0 0,0 0-1 0 0,0-1 1 0 0,1 1-1 0 0,-1 0 1 0 0,0-1 0 0 0,1 1-1 0 0,-1-1 1 0 0,0 0-1 0 0,1 0 1 0 0,0 0 0 0 0,-1 0-1 0 0,1 0 1 0 0,0 0-1 0 0,4 0 1 0 0,11 2 15 0 0,1 0-1 0 0,-1-2 0 0 0,30 0 1 0 0,-23 0-11 0 0,99-5-439 0 0,-25-1-78 0 0,-93 5 124 0 0,24 0-1158 0 0,-10-3-3214 0 0,-12 1 2105 0 0</inkml:trace>
</inkml:ink>
</file>

<file path=ppt/ink/ink15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36: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1 211 672 0 0,'22'7'2894'0'0,"-3"-7"-2582"0"0,1-1 0 0 0,-1 0 0 0 0,0-1 0 0 0,0-2 1 0 0,0 0-1 0 0,0 0 0 0 0,-1-2 0 0 0,0 0 1 0 0,0-2-1 0 0,0 0 0 0 0,-1 0 0 0 0,0-2 0 0 0,-1 0 1 0 0,30-24-1 0 0,-42 30-263 0 0,-1 1 0 0 0,1-1 1 0 0,-1 0-1 0 0,0 0 0 0 0,0-1 0 0 0,0 1 1 0 0,-1 0-1 0 0,0-1 0 0 0,0 0 1 0 0,0 1-1 0 0,0-1 0 0 0,1-7 0 0 0,-3 10-35 0 0,0 0 0 0 0,0 0 0 0 0,0 0 0 0 0,0 1-1 0 0,0-1 1 0 0,-1 0 0 0 0,1 0 0 0 0,-1 0 0 0 0,1 1 0 0 0,-1-1-1 0 0,1 0 1 0 0,-1 0 0 0 0,0 1 0 0 0,0-1 0 0 0,0 1-1 0 0,0-1 1 0 0,0 1 0 0 0,0-1 0 0 0,-1 1 0 0 0,1 0-1 0 0,0-1 1 0 0,-1 1 0 0 0,1 0 0 0 0,-1 0 0 0 0,1 0-1 0 0,-1 0 1 0 0,1 0 0 0 0,-1 1 0 0 0,0-1 0 0 0,1 0 0 0 0,-1 1-1 0 0,0-1 1 0 0,0 1 0 0 0,0-1 0 0 0,1 1 0 0 0,-1 0-1 0 0,-2 0 1 0 0,0-1-1 0 0,1 1 0 0 0,0 0 0 0 0,0-1 0 0 0,0 1 0 0 0,-1 0 0 0 0,1 1 0 0 0,0-1 0 0 0,0 1 0 0 0,0-1 0 0 0,0 1 0 0 0,0 0 0 0 0,0 0 0 0 0,0 0-1 0 0,0 1 1 0 0,0-1 0 0 0,0 1 0 0 0,0-1 0 0 0,1 1 0 0 0,-1 0 0 0 0,1 0 0 0 0,-1 0 0 0 0,1 0 0 0 0,0 1 0 0 0,0-1 0 0 0,-4 6 0 0 0,5-6-5 0 0,0 1 0 0 0,0-1 1 0 0,0 1-1 0 0,0-1 0 0 0,0 1 0 0 0,0-1 0 0 0,1 1 1 0 0,-1 0-1 0 0,1-1 0 0 0,0 1 0 0 0,0 0 1 0 0,0 0-1 0 0,0-1 0 0 0,0 1 0 0 0,1 0 1 0 0,-1-1-1 0 0,1 1 0 0 0,0 0 0 0 0,0-1 0 0 0,0 1 1 0 0,0-1-1 0 0,0 1 0 0 0,0-1 0 0 0,1 0 1 0 0,-1 0-1 0 0,1 1 0 0 0,0-1 0 0 0,-1 0 1 0 0,1 0-1 0 0,0 0 0 0 0,2 1 0 0 0,2 2 3 0 0,0-1 0 0 0,0 1 0 0 0,0-1 1 0 0,0-1-1 0 0,0 1 0 0 0,1-1 0 0 0,0 0 0 0 0,-1-1 0 0 0,1 1 0 0 0,0-1 0 0 0,1-1 0 0 0,-1 1 0 0 0,0-1 0 0 0,0-1 0 0 0,0 1 0 0 0,14-2 0 0 0,3-2-1 0 0,1-1-1 0 0,-1-1 0 0 0,38-13 1 0 0,-12 3-8 0 0,-46 14-1 0 0,1 1 0 0 0,0-1 0 0 0,0 1 0 0 0,-1 0 0 0 0,1 0 0 0 0,0 0 0 0 0,0 0 0 0 0,-1 1 0 0 0,1 0 0 0 0,0 0 0 0 0,-1 1 0 0 0,1-1 0 0 0,-1 1 0 0 0,7 3 0 0 0,25 32 7 0 0,3 2 4 0 0,-37-38-2 0 0,-1-1-1 0 0,0 0 1 0 0,0 0 0 0 0,1 0-1 0 0,-1 0 1 0 0,0 0 0 0 0,1 0-1 0 0,-1 0 1 0 0,0 0 0 0 0,0 0-1 0 0,1 0 1 0 0,-1-1 0 0 0,0 1-1 0 0,0-1 1 0 0,0 1 0 0 0,1-1-1 0 0,-1 1 1 0 0,0-1 0 0 0,0 1 0 0 0,0-1-1 0 0,0 0 1 0 0,0 0 0 0 0,0 0-1 0 0,0 0 1 0 0,0 1 0 0 0,-1-1-1 0 0,1 0 1 0 0,1-2 0 0 0,25-31 182 0 0,-24 29-158 0 0,13-19 8 0 0,9-10-1461 0 0,1 16-3939 0 0,-19 14 3081 0 0</inkml:trace>
</inkml:ink>
</file>

<file path=ppt/ink/ink15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36:15.4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1 328 112 0 0,'0'0'1131'0'0,"4"-1"-602"0"0,113-46 4242 0 0,-90 73-4533 0 0,-21-23-228 0 0,0 1 0 0 0,1-1 0 0 0,0-1 0 0 0,0 1 0 0 0,0-1 0 0 0,0 0-1 0 0,0-1 1 0 0,0 1 0 0 0,0-1 0 0 0,1-1 0 0 0,13 0 0 0 0,-6-1 11 0 0,1 0 1 0 0,-1-2-1 0 0,0 1 1 0 0,24-9-1 0 0,-32 8 8 0 0,-1 0 0 0 0,0 0-1 0 0,0 0 1 0 0,0-1-1 0 0,0 0 1 0 0,0 0 0 0 0,-1 0-1 0 0,0-1 1 0 0,0 0-1 0 0,0 0 1 0 0,-1 0 0 0 0,1 0-1 0 0,-1-1 1 0 0,0 0 0 0 0,-1 0-1 0 0,0 0 1 0 0,3-7-1 0 0,1-4 81 0 0,-1 0 0 0 0,0-1 0 0 0,-2 1 0 0 0,0-1 0 0 0,1-22-1 0 0,-9-17 1069 0 0,-1 21 296 0 0,5 36-1465 0 0,0 0-1 0 0,0 1 1 0 0,0-1 0 0 0,0 0-1 0 0,0 0 1 0 0,0 0-1 0 0,0 0 1 0 0,0 0 0 0 0,0 0-1 0 0,0 1 1 0 0,0-1 0 0 0,0 0-1 0 0,0 0 1 0 0,0 0 0 0 0,0 0-1 0 0,-1 0 1 0 0,1 0-1 0 0,0 0 1 0 0,0 0 0 0 0,0 1-1 0 0,0-1 1 0 0,0 0 0 0 0,0 0-1 0 0,0 0 1 0 0,-1 0-1 0 0,1 0 1 0 0,0 0 0 0 0,0 0-1 0 0,0 0 1 0 0,0 0 0 0 0,0 0-1 0 0,-1 0 1 0 0,1 0 0 0 0,0 0-1 0 0,0 0 1 0 0,0 0-1 0 0,0 0 1 0 0,0 0 0 0 0,0 0-1 0 0,-1 0 1 0 0,1 0 0 0 0,0 0-1 0 0,0 0 1 0 0,0 0 0 0 0,0 0-1 0 0,0-1 1 0 0,0 1-1 0 0,-1 0 1 0 0,1 0 0 0 0,0 0-1 0 0,0 0 1 0 0,0 0 0 0 0,0 0-1 0 0,0 0 1 0 0,0 0 0 0 0,0 0-1 0 0,0-1 1 0 0,0 1-1 0 0,-1 0 1 0 0,1 0 0 0 0,0 0-1 0 0,0 0 1 0 0,0 0 0 0 0,0 0-1 0 0,0-1 1 0 0,0 1 0 0 0,0 0-1 0 0,0 0 1 0 0,-8 9 211 0 0,7-8-234 0 0,-2 6 38 0 0,0 0 0 0 0,1 0-1 0 0,0 0 1 0 0,0 1 0 0 0,0-1-1 0 0,1 1 1 0 0,0-1 0 0 0,0 1 0 0 0,1-1-1 0 0,0 1 1 0 0,2 8 0 0 0,13 87-2192 0 0,-13-95 1750 0 0,9 39-4157 0 0,-5-23 1951 0 0</inkml:trace>
</inkml:ink>
</file>

<file path=ppt/ink/ink15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36:16.0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16 168 0 0,'5'-2'7653'0'0,"14"-6"-7507"0"0,-4 5-126 0 0,1 2 1 0 0,0 0 0 0 0,0 0-1 0 0,0 1 1 0 0,27 5-1 0 0,3-1-4348 0 0,-31-4 2210 0 0</inkml:trace>
</inkml:ink>
</file>

<file path=ppt/ink/ink15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36:16.4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1 368 0 0,'0'0'120'0'0,"0"1"1"0"0,0-1-1 0 0,0 0 0 0 0,-1 1 1 0 0,1-1-1 0 0,0 0 0 0 0,0 1 1 0 0,0-1-1 0 0,0 0 0 0 0,0 1 1 0 0,1-1-1 0 0,-1 0 0 0 0,0 1 0 0 0,0-1 1 0 0,0 0-1 0 0,0 1 0 0 0,0-1 1 0 0,0 0-1 0 0,0 0 0 0 0,1 1 1 0 0,-1-1-1 0 0,0 0 0 0 0,0 1 1 0 0,0-1-1 0 0,1 0 0 0 0,-1 0 1 0 0,0 1-1 0 0,0-1 0 0 0,1 0 1 0 0,-1 0-1 0 0,0 0 0 0 0,1 1 0 0 0,-1-1 1 0 0,0 0-1 0 0,0 0 0 0 0,1 0 1 0 0,-1 0-1 0 0,0 0 0 0 0,1 0 1 0 0,-1 0-1 0 0,0 0 0 0 0,1 0 1 0 0,-1 0-1 0 0,0 0 0 0 0,1 0 1 0 0,-1 0-1 0 0,0 0 0 0 0,1 0 1 0 0,-1 0-1 0 0,0 0 0 0 0,1 0 1 0 0,-1 0-1 0 0,0 0 0 0 0,1 0 0 0 0,-1-1 1 0 0,0 1-1 0 0,1 0 0 0 0,-1 0 1 0 0,0 0-1 0 0,0-1 0 0 0,1 1 1 0 0,-1 0-1 0 0,0 0 0 0 0,0-1 1 0 0,0 1-1 0 0,1 0 0 0 0,-1-1 1 0 0,3 20 394 0 0,0 3 40 0 0,0-1 0 0 0,-2 1 0 0 0,0 0 0 0 0,-5 42-1 0 0,2-33-255 0 0,-8 30 362 0 0,1 5-2869 0 0,6-62 1421 0 0</inkml:trace>
</inkml:ink>
</file>

<file path=ppt/ink/ink15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36:16.7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28 304 0 0,'5'-3'362'0'0,"-1"0"0"0"0,1 0 0 0 0,0 1 0 0 0,0 0 0 0 0,0 0-1 0 0,0 0 1 0 0,0 0 0 0 0,1 1 0 0 0,8-1 0 0 0,52-4 1289 0 0,-35 7-956 0 0,57 7 1 0 0,-77-6-1506 0 0,0 0 0 0 0,0 1-1 0 0,-1 0 1 0 0,20 10 0 0 0,-21-7-832 0 0</inkml:trace>
</inkml:ink>
</file>

<file path=ppt/ink/ink15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36:17.1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0 336 0 0,'7'5'908'0'0,"3"-3"-48"0"0,3 0-92 0 0,5 0-60 0 0,-1 1-76 0 0,4-5-64 0 0,4 2-60 0 0,-6 0-47 0 0,8 4-61 0 0,-6-4-164 0 0,2 2-256 0 0,0-4-240 0 0,0 2-761 0 0,-3 2-1103 0 0,1-2 496 0 0</inkml:trace>
</inkml:ink>
</file>

<file path=ppt/ink/ink15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0-16T13:35:59.7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818 1 468,'-9'9'4451,"-20"17"-3241,-5 4-791,-573 596 4130,580-597-4723,3 2 0,0 1 0,2 1-1,-19 37 1,41-70 25,0 1-1,0-1 0,-1 1 1,1-1-1,0 0 0,0 1 1,0-1-1,0 1 0,0-1 1,0 1-1,0-1 0,0 0 1,1 1-1,-1-1 0,0 1 1,0-1-1,0 1 0,0-1 1,0 0-1,1 1 1,-1-1-1,0 0 0,0 1 1,1-1-1,-1 0 0,0 1 1,1-1-1,-1 0 0,0 1 1,1-1-1,-1 0 0,0 0 1,1 1-1,-1-1 0,1 0 1,-1 0-1,0 0 0,1 0 1</inkml:trace>
</inkml:ink>
</file>

<file path=ppt/ink/ink15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36:00.2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16 116 0 0,'1'-1'127'0'0,"-1"0"-1"0"0,1 0 1 0 0,0 0-1 0 0,0-1 1 0 0,0 1-1 0 0,0 1 1 0 0,0-1 0 0 0,0 0-1 0 0,0 0 1 0 0,0 0-1 0 0,1 0 1 0 0,-1 1 0 0 0,0-1-1 0 0,0 1 1 0 0,1-1-1 0 0,-1 1 1 0 0,0-1-1 0 0,1 1 1 0 0,-1 0 0 0 0,0 0-1 0 0,1-1 1 0 0,-1 1-1 0 0,0 0 1 0 0,1 0-1 0 0,-1 0 1 0 0,1 1 0 0 0,-1-1-1 0 0,0 0 1 0 0,1 0-1 0 0,-1 1 1 0 0,0-1 0 0 0,1 1-1 0 0,-1-1 1 0 0,0 1-1 0 0,0 0 1 0 0,0-1-1 0 0,1 1 1 0 0,-1 0 0 0 0,2 2-1 0 0,5 2 184 0 0,-1 1 0 0 0,0 0-1 0 0,1 0 1 0 0,9 13 0 0 0,150 209 2568 0 0,-49-60-1752 0 0,55 40 11 0 0,-51-64-458 0 0,-105-122-540 0 0,-12-14-1 0 0,1 0 0 0 0,-1-1 0 0 0,1 0 0 0 0,1 0 0 0 0,-1-1 0 0 0,1 1 0 0 0,0-2 0 0 0,11 8 0 0 0,-17-13-36 0 0,0 1-81 0 0,1-1 0 0 0,-1 1-1 0 0,0-1 1 0 0,1 0 0 0 0,-1 0-1 0 0,0 0 1 0 0,1 1 0 0 0,-1-1-1 0 0,0-1 1 0 0,1 1 0 0 0,-1 0-1 0 0,0 0 1 0 0,1 0 0 0 0,-1-1-1 0 0,0 1 1 0 0,0-1 0 0 0,1 1-1 0 0,-1-1 1 0 0,0 1 0 0 0,0-1-1 0 0,1 0 1 0 0,-1 1 0 0 0,0-1-1 0 0,0 0 1 0 0,0 0 0 0 0,0 0-1 0 0,1-1 1 0 0,3-2-500 0 0,-4 4 309 0 0,-6-9-2408 0 0,5 8 2182 0 0,-1 0 0 0 0,1 0 0 0 0,-1 0 1 0 0,1 0-1 0 0,0 1 0 0 0,-1-1 0 0 0,0 0 0 0 0,1 0 0 0 0,-1 1 0 0 0,1-1 0 0 0,-1 0 0 0 0,0 1 0 0 0,0-1 0 0 0,1 1 0 0 0,-1-1 0 0 0,0 1 0 0 0,0-1 0 0 0,0 1 0 0 0,-1-1 0 0 0</inkml:trace>
</inkml:ink>
</file>

<file path=ppt/ink/ink15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36:04.0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1048 12 320 0 0,'5'-11'3129'0'0,"-3"14"-1429"0"0,-10 22-710 0 0,-76 100 1056 0 0,-130 146 1 0 0,-121 95-752 0 0,311-340-1156 0 0,-125 114 473 0 0,102-99-375 0 0,1 2 0 0 0,2 3 0 0 0,-52 68 0 0 0,89-87-1141 0 0,7-27 843 0 0,-1 0 0 0 0,1 1 0 0 0,0-1 0 0 0,0 1 0 0 0,0-1 1 0 0,0 0-1 0 0,0 1 0 0 0,0-1 0 0 0,0 1 0 0 0,0-1 0 0 0,0 0 0 0 0,0 1 0 0 0,0-1 0 0 0,0 1 0 0 0,0-1 1 0 0,1 0-1 0 0,-1 1 0 0 0,0-1 0 0 0,0 0 0 0 0,0 1 0 0 0,1-1 0 0 0,-1 1 0 0 0,0-1 0 0 0,0 0 1 0 0,1 0-1 0 0,-1 1 0 0 0,0-1 0 0 0,0 0 0 0 0,1 1 0 0 0,-1-1 0 0 0,0 0 0 0 0,1 0 0 0 0,-1 0 0 0 0,1 1 1 0 0,-1-1-1 0 0,0 0 0 0 0,1 0 0 0 0,-1 0 0 0 0,0 0 0 0 0,1 0 0 0 0,-1 0 0 0 0,1 0 0 0 0,-1 0 0 0 0,0 0 1 0 0,1 0-1 0 0,-1 0 0 0 0,1 0 0 0 0,-1 0 0 0 0,1 0 0 0 0,-1 0 0 0 0,0 0 0 0 0,1 0 0 0 0,0-1 0 0 0,10-11-4418 0 0,0 0 1917 0 0</inkml:trace>
</inkml:ink>
</file>

<file path=ppt/ink/ink15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36:04.7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22 4 0 0,'9'-22'5841'0'0,"-4"33"-5585"0"0,0-1 0 0 0,1 0 0 0 0,0-1-1 0 0,1 1 1 0 0,0-1 0 0 0,0-1 0 0 0,13 12 0 0 0,67 57 767 0 0,-74-67-883 0 0,135 94 558 0 0,-100-74-534 0 0,-2 2 1 0 0,45 41-1 0 0,-10 8 186 0 0,-4 4 0 0 0,-4 3 0 0 0,97 151 0 0 0,-148-207-185 0 0,-14-23-22 0 0,-1 1 1 0 0,-1 0 0 0 0,0 1-1 0 0,7 14 1 0 0,-12-24-36 0 0,-1 0 0 0 0,1 1 0 0 0,0-1 0 0 0,0 1-1 0 0,0-1 1 0 0,1 0 0 0 0,-1 0 0 0 0,0 0 0 0 0,0 0 0 0 0,1 0 0 0 0,-1 0-1 0 0,1 0 1 0 0,1 1 0 0 0,7-1-1101 0 0,-5-12-6833 0 0</inkml:trace>
</inkml:ink>
</file>

<file path=ppt/ink/ink15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0-16T13:36:05.0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14 928,'0'0'840,"0"-7"568,0 0-228</inkml:trace>
</inkml:ink>
</file>

<file path=ppt/ink/ink15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36:18.1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74 132 0 0,'-1'-31'4531'0'0,"23"28"-4312"0"0,0 1 0 0 0,1 0 0 0 0,39 4 0 0 0,8 0-31 0 0,284-15 372 0 0,492-11 204 0 0,-488 21-474 0 0,587 33 353 0 0,-824-26-14 0 0,-120-4-583 0 0,1 0 0 0 0,0 0 1 0 0,-1-1-1 0 0,1 1 0 0 0,-1-1 1 0 0,1 0-1 0 0,-1 1 0 0 0,1-1 1 0 0,-1 0-1 0 0,0 0 0 0 0,1 0 0 0 0,-1 0 1 0 0,0 0-1 0 0,2-2 0 0 0,12-5 103 0 0,-76 8-5795 0 0,45 1 3500 0 0</inkml:trace>
</inkml:ink>
</file>

<file path=ppt/ink/ink15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36:18.6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745 36 96 0 0,'1'-7'982'0'0,"-2"-15"2824"0"0,1 22-3763 0 0,0-1 0 0 0,0 1 0 0 0,-1 0 0 0 0,1-1 0 0 0,0 1 0 0 0,-1-1 0 0 0,1 1 0 0 0,-1 0 0 0 0,1-1 0 0 0,0 1 0 0 0,-1 0 0 0 0,1-1 0 0 0,-1 1 0 0 0,1 0 0 0 0,-1-1 0 0 0,1 1 0 0 0,-1 0 0 0 0,1 0 0 0 0,-1 0 0 0 0,1 0 0 0 0,-1-1 0 0 0,1 1 0 0 0,-1 0 0 0 0,1 0 0 0 0,-1 0 0 0 0,0 0 0 0 0,1 0 0 0 0,-1 0 0 0 0,1 1 0 0 0,-1-1 0 0 0,1 0 0 0 0,-1 0 0 0 0,1 0 0 0 0,-1 0 1 0 0,1 1-1 0 0,-1-1 0 0 0,1 0 0 0 0,-1 0 0 0 0,0 1 0 0 0,-285 122 1529 0 0,14-5-634 0 0,129-55-13 0 0,142-63-912 0 0,-1 1 1 0 0,1-1-1 0 0,0 1 0 0 0,-1-1 0 0 0,1 1 0 0 0,0 0 0 0 0,0 0 0 0 0,-1-1 0 0 0,1 1 1 0 0,0 0-1 0 0,0 0 0 0 0,0 0 0 0 0,0 0 0 0 0,0 0 0 0 0,0 1 0 0 0,1-1 0 0 0,-1 0 1 0 0,0 0-1 0 0,0 1 0 0 0,1-1 0 0 0,-1 0 0 0 0,1 1 0 0 0,-1-1 0 0 0,1 3 0 0 0,0-3-1 0 0,0 0-1 0 0,1 1 0 0 0,0-1 1 0 0,-1 1-1 0 0,1-1 0 0 0,0 0 0 0 0,0 1 1 0 0,0-1-1 0 0,0 0 0 0 0,0 0 1 0 0,0 0-1 0 0,0 1 0 0 0,0-1 0 0 0,0 0 1 0 0,0-1-1 0 0,1 1 0 0 0,-1 0 1 0 0,2 1-1 0 0,9 4 40 0 0,0 0 1 0 0,1-1-1 0 0,25 6 1 0 0,228 38 213 0 0,-135-28-343 0 0,-4 0-550 0 0,96 18-5359 0 0,-178-32 3534 0 0</inkml:trace>
</inkml:ink>
</file>

<file path=ppt/ink/ink15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36:19.8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108 90 448 0 0,'31'-89'9334'0'0,"-31"88"-9022"0"0,1 1-244 0 0,0 1 0 0 0,-1-1 0 0 0,1 1 0 0 0,-1-1 0 0 0,1 1 0 0 0,0-1 1 0 0,-1 1-1 0 0,1-1 0 0 0,-1 1 0 0 0,1 0 0 0 0,-1-1 0 0 0,1 1 0 0 0,-1 0 0 0 0,0-1 0 0 0,1 1 0 0 0,-1 0 0 0 0,0-1 0 0 0,0 1 0 0 0,1 0 0 0 0,-1 1 0 0 0,0 19 151 0 0,0 1 1 0 0,-2-1-1 0 0,0 0 1 0 0,-1 0-1 0 0,-9 27 1 0 0,-39 98 291 0 0,14-74-328 0 0,-3 7 0 0 0,39-75-181 0 0,1-3-1 0 0,0 1 1 0 0,1-1-1 0 0,-1 0 0 0 0,1 1 0 0 0,-1-1 1 0 0,1 0-1 0 0,-1 1 0 0 0,1-1 0 0 0,0 0 0 0 0,0 0 1 0 0,-1 0-1 0 0,1 0 0 0 0,0 0 0 0 0,0 0 0 0 0,0 0 1 0 0,0 0-1 0 0,0 0 0 0 0,0 0 0 0 0,1-1 1 0 0,-1 1-1 0 0,0 0 0 0 0,0-1 0 0 0,0 1 0 0 0,1-1 1 0 0,-1 1-1 0 0,0-1 0 0 0,1 0 0 0 0,1 1 0 0 0,47 7 50 0 0,-30-6-41 0 0,200 32-4757 0 0,-198-33 262 0 0,-11-3 1906 0 0</inkml:trace>
</inkml:ink>
</file>

<file path=ppt/ink/ink15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36:20.2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7 143 120 0 0,'0'0'571'0'0,"-6"12"2746"0"0,14-10-3075 0 0,-1 0 0 0 0,1-1 0 0 0,0 0 0 0 0,0 0-1 0 0,0 0 1 0 0,0-1 0 0 0,0 0 0 0 0,0-1 0 0 0,0 0 0 0 0,0 0 0 0 0,0-1 0 0 0,10-3 0 0 0,-3 1-120 0 0,1-1 0 0 0,-1-1 0 0 0,0 0 0 0 0,0-1 0 0 0,16-11 0 0 0,18-21 276 0 0,-47 37-360 0 0,0 0-1 0 0,-1 0 1 0 0,1 0 0 0 0,0 0-1 0 0,-1 0 1 0 0,1 0-1 0 0,-1 0 1 0 0,0-1 0 0 0,0 1-1 0 0,0 0 1 0 0,0-1-1 0 0,0 1 1 0 0,-1-1 0 0 0,1 1-1 0 0,-1-1 1 0 0,1 0-1 0 0,-1 1 1 0 0,0-1 0 0 0,0 1-1 0 0,-1-5 1 0 0,1 6-23 0 0,-1 0 0 0 0,1 0 0 0 0,-1 0 0 0 0,1 1 1 0 0,-1-1-1 0 0,0 0 0 0 0,1 0 0 0 0,-1 0 0 0 0,0 1 0 0 0,0-1 0 0 0,1 0 1 0 0,-1 1-1 0 0,0-1 0 0 0,0 1 0 0 0,0-1 0 0 0,0 1 0 0 0,0-1 0 0 0,0 1 1 0 0,0 0-1 0 0,0 0 0 0 0,0-1 0 0 0,0 1 0 0 0,0 0 0 0 0,0 0 1 0 0,0 0-1 0 0,0 0 0 0 0,0 0 0 0 0,0 0 0 0 0,0 0 0 0 0,0 0 0 0 0,0 0 1 0 0,0 1-1 0 0,0-1 0 0 0,0 0 0 0 0,0 1 0 0 0,0-1 0 0 0,0 1 0 0 0,0-1 1 0 0,-1 2-1 0 0,-36 18 287 0 0,34-17-265 0 0,0 1 1 0 0,1-1-1 0 0,-1 0 0 0 0,1 1 1 0 0,0 0-1 0 0,0 0 0 0 0,1 0 1 0 0,-1 0-1 0 0,1 0 0 0 0,0 0 1 0 0,0 1-1 0 0,0-1 0 0 0,0 1 1 0 0,1-1-1 0 0,0 1 0 0 0,0 0 1 0 0,0 0-1 0 0,1-1 0 0 0,-1 1 1 0 0,1 0-1 0 0,1 6 0 0 0,0-5-55 0 0,1-1 0 0 0,-1 1 0 0 0,1-1 0 0 0,1 0 0 0 0,-1 1 0 0 0,1-1 0 0 0,0-1 0 0 0,0 1 0 0 0,0 0 0 0 0,1-1 0 0 0,0 0 0 0 0,0 1 0 0 0,0-1 0 0 0,0-1 0 0 0,0 1 0 0 0,1-1 0 0 0,8 6 0 0 0,-5-4-355 0 0,0-1 0 0 0,0 0 0 0 0,1 0 1 0 0,-1-1-1 0 0,16 5 0 0 0,-20-7-200 0 0,1-1-1 0 0,0 1 1 0 0,0-1-1 0 0,0 1 1 0 0,-1-2 0 0 0,1 1-1 0 0,8-2 1 0 0,-1-1-1485 0 0</inkml:trace>
</inkml:ink>
</file>

<file path=ppt/ink/ink15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36:20.6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26 160 0 0,'13'-6'3866'0'0,"-9"7"-3614"0"0,0 1 0 0 0,0-1 0 0 0,0 1 0 0 0,-1 0 0 0 0,1 0 0 0 0,-1 1 0 0 0,0-1 0 0 0,0 1 0 0 0,1 0-1 0 0,-2-1 1 0 0,1 1 0 0 0,3 4 0 0 0,-2-2 15 0 0,0-1 0 0 0,0 0 0 0 0,1 0-1 0 0,0 0 1 0 0,0 0 0 0 0,0-1 0 0 0,8 5 0 0 0,-11-7-160 0 0,1-1 1 0 0,-1 1 0 0 0,1-1 0 0 0,-1 1 0 0 0,0-1 0 0 0,1 0 0 0 0,-1 0 0 0 0,1 0 0 0 0,-1 0 0 0 0,1 0-1 0 0,-1-1 1 0 0,1 1 0 0 0,-1-1 0 0 0,0 1 0 0 0,1-1 0 0 0,-1 0 0 0 0,0 0 0 0 0,1 0 0 0 0,-1 0 0 0 0,0-1-1 0 0,3-2 1 0 0,4-3-325 0 0,0-1-1 0 0,0 0 0 0 0,10-15 1 0 0,7-5-6156 0 0,-22 23 3803 0 0</inkml:trace>
</inkml:ink>
</file>

<file path=ppt/ink/ink15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36:20.9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0 215 348 0 0,'0'0'679'0'0,"29"-37"4303"0"0,-26 36-4867 0 0,0 1-1 0 0,-1-1 0 0 0,1 1 1 0 0,0 0-1 0 0,0 0 0 0 0,0 0 1 0 0,0 1-1 0 0,0-1 0 0 0,0 1 1 0 0,-1-1-1 0 0,1 1 0 0 0,3 1 1 0 0,-3-1 41 0 0,14 2-38 0 0,0 0 1 0 0,0-2-1 0 0,0 0 1 0 0,0-1-1 0 0,0-1 0 0 0,27-4 1 0 0,-38 4-110 0 0,0-1 1 0 0,-1 1-1 0 0,1-1 1 0 0,-1 0-1 0 0,1-1 1 0 0,-1 1-1 0 0,0-1 1 0 0,0 0-1 0 0,0-1 1 0 0,0 1-1 0 0,-1-1 1 0 0,1 0-1 0 0,-1 0 1 0 0,0 0-1 0 0,0-1 1 0 0,0 1-1 0 0,-1-1 1 0 0,0 0-1 0 0,0 0 1 0 0,0 0-1 0 0,0-1 1 0 0,1-5-1 0 0,-1 2 79 0 0,-1 0-1 0 0,0 0 0 0 0,-1 0 0 0 0,0 0 0 0 0,0 0 0 0 0,-1-17 1 0 0,0 11 1134 0 0,-2 15-1205 0 0,1 1 0 0 0,0 0 0 0 0,-1-1-1 0 0,1 1 1 0 0,0 0 0 0 0,0 0 0 0 0,0 0-1 0 0,-1 0 1 0 0,1 0 0 0 0,0 0 0 0 0,0 0 0 0 0,0 0-1 0 0,1 0 1 0 0,-1 0 0 0 0,0 0 0 0 0,0 1-1 0 0,1-1 1 0 0,-1 0 0 0 0,1 1 0 0 0,-1-1-1 0 0,1 1 1 0 0,-1-1 0 0 0,1 0 0 0 0,0 3 0 0 0,-7 36 197 0 0,6-30-321 0 0,2 0-1 0 0,-1-1 0 0 0,2 1 0 0 0,-1 0 1 0 0,1 0-1 0 0,1-1 0 0 0,-1 0 1 0 0,8 15-1 0 0,20 39-5773 0 0,-23-49 3453 0 0</inkml:trace>
</inkml:ink>
</file>

<file path=ppt/ink/ink15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36:21.3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26 888 0 0,'8'-3'968'0'0,"2"-1"-124"0"0,-1 2-56 0 0,3-1-76 0 0,-5 1-64 0 0,5-1-56 0 0,1 1-63 0 0,-1-1-65 0 0,3 1-20 0 0,2 2-76 0 0,-7-2-148 0 0,2 4-168 0 0,-1-2-168 0 0,3 2-192 0 0,1-1-220 0 0,-4 3-568 0 0,1-2-1189 0 0,-4-2 533 0 0</inkml:trace>
</inkml:ink>
</file>

<file path=ppt/ink/ink15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36:21.6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2 620 0 0,'2'-1'3567'0'0,"0"8"-254"0"0,1 20-1403 0 0,0 31-1145 0 0,-7-15-638 0 0,1-11-1510 0 0,4 0-3709 0 0,1-27 2937 0 0</inkml:trace>
</inkml:ink>
</file>

<file path=ppt/ink/ink15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36:21.9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221 139 620 0 0,'0'0'171'0'0,"1"0"1"0"0,0 0-1 0 0,-1 0 1 0 0,1 0-1 0 0,-1 1 0 0 0,1-1 1 0 0,-1 0-1 0 0,1 0 1 0 0,-1 1-1 0 0,1-1 0 0 0,-1 0 1 0 0,1 1-1 0 0,-1-1 1 0 0,1 0-1 0 0,-1 1 0 0 0,1-1 1 0 0,-1 1-1 0 0,0-1 1 0 0,1 1-1 0 0,-1-1 0 0 0,0 1 1 0 0,0-1-1 0 0,1 1 1 0 0,-1-1-1 0 0,0 1 0 0 0,0-1 1 0 0,0 1-1 0 0,1 0 1 0 0,-1-1-1 0 0,0 1 0 0 0,0-1 1 0 0,0 1-1 0 0,0-1 1 0 0,0 1-1 0 0,0 0 0 0 0,0-1 1 0 0,0 1-1 0 0,-1-1 1 0 0,1 1-1 0 0,0-1 0 0 0,0 2 1 0 0,-1 35 1044 0 0,1-29-467 0 0,-1 7-303 0 0,1 0 0 0 0,-2 0-1 0 0,-5 25 1 0 0,-8-1-1837 0 0,-10-6-4482 0 0,17-26 3450 0 0</inkml:trace>
  <inkml:trace contextRef="#ctx0" brushRef="#br0" timeOffset="1">0 64 340 0 0,'14'-10'800'0'0,"1"1"-72"0"0,2 1-76 0 0,0 1-60 0 0,3 0-56 0 0,-1 0-56 0 0,-4 2-40 0 0,10 0-40 0 0,-6 1-52 0 0,-5 3-39 0 0,7 1-69 0 0,-6 1-180 0 0,5 1-140 0 0,-5 0-192 0 0,2-1-181 0 0,-3 5-403 0 0,1-1-924 0 0,-4-2 412 0 0</inkml:trace>
</inkml:ink>
</file>

<file path=ppt/ink/ink15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36:22.3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1 236 0 0,'6'2'924'0'0,"4"-1"-104"0"0,1-1-88 0 0,8 0-56 0 0,1 2-68 0 0,-1-2-76 0 0,2 0-76 0 0,4 2-188 0 0,2 0-272 0 0,0-4-316 0 0,-8 0-504 0 0,10 0-888 0 0,0 2 392 0 0</inkml:trace>
</inkml:ink>
</file>

<file path=ppt/ink/ink15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36:23.2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 21 132 0 0,'-13'-18'2470'0'0,"11"16"-293"0"0,20 11-2006 0 0,1 0 1 0 0,0-1-1 0 0,0-1 0 0 0,35 8 0 0 0,89 12 152 0 0,-115-22-258 0 0,811 60 750 0 0,-814-64-794 0 0,2251 139 1443 0 0,-1583-79-1001 0 0,-550-50-322 0 0,112 16 359 0 0,-252-26-676 0 0,-13-1-5 0 0,-34 2-720 0 0,-25 0-3614 0 0,43 1 2457 0 0</inkml:trace>
</inkml:ink>
</file>

<file path=ppt/ink/ink15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36:23.7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832 36 64 0 0,'0'-1'136'0'0,"1"0"0"0"0,0 0-1 0 0,-1 0 1 0 0,1 0 0 0 0,0 0 0 0 0,-1 0 0 0 0,0-1 0 0 0,1 1-1 0 0,-1 0 1 0 0,0 0 0 0 0,1 0 0 0 0,-1-1 0 0 0,0 1-1 0 0,0 0 1 0 0,0 0 0 0 0,0 0 0 0 0,0-1 0 0 0,0 1 0 0 0,0 0-1 0 0,-1 0 1 0 0,1-1 0 0 0,0 1 0 0 0,-1 0 0 0 0,0-1-1 0 0,0 1-80 0 0,1 1-1 0 0,-1-1 1 0 0,0 0-1 0 0,0 1 1 0 0,0-1-1 0 0,0 1 1 0 0,0 0-1 0 0,1-1 1 0 0,-1 1-1 0 0,0 0 0 0 0,0 0 1 0 0,0-1-1 0 0,0 1 1 0 0,0 0-1 0 0,0 0 1 0 0,0 0-1 0 0,0 0 1 0 0,0 0-1 0 0,0 0 1 0 0,0 0-1 0 0,0 1 1 0 0,0-1-1 0 0,0 0 0 0 0,0 1 1 0 0,0-1-1 0 0,-1 1 1 0 0,-89 37 915 0 0,-137 80 1 0 0,217-112-922 0 0,-77 42 511 0 0,2 4 1 0 0,-129 102-1 0 0,212-151-549 0 0,-8 6 88 0 0,-1 1 0 0 0,2 1 0 0 0,-1-1 0 0 0,2 2 0 0 0,-13 18 0 0 0,20-28-81 0 0,1 1 0 0 0,-1-1 0 0 0,1 1-1 0 0,0 0 1 0 0,0-1 0 0 0,0 1 0 0 0,0 0-1 0 0,1 0 1 0 0,-1 0 0 0 0,1 0 0 0 0,-1-1-1 0 0,1 1 1 0 0,0 0 0 0 0,0 0 0 0 0,1 0-1 0 0,-1 0 1 0 0,1 0 0 0 0,-1 0 0 0 0,1 0-1 0 0,0-1 1 0 0,0 1 0 0 0,0 0 0 0 0,0-1-1 0 0,1 1 1 0 0,-1 0 0 0 0,1-1 0 0 0,-1 0 0 0 0,1 1-1 0 0,0-1 1 0 0,0 0 0 0 0,0 0 0 0 0,0 0-1 0 0,1 0 1 0 0,-1 0 0 0 0,3 1 0 0 0,14 10 22 0 0,0 0 1 0 0,1-1 0 0 0,1-2 0 0 0,0 0 0 0 0,1-1 0 0 0,27 8-1 0 0,144 28 27 0 0,-136-33-79 0 0,346 61-1401 0 0,-124-32-3362 0 0,-149-24 2525 0 0</inkml:trace>
</inkml:ink>
</file>

<file path=ppt/ink/ink16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36:24.4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115 64 788 0 0,'10'-53'4600'0'0,"-7"42"-1078"0"0,-17 40-2580 0 0,-10 36-114 0 0,2 1 0 0 0,-21 114 0 0 0,37-152-622 0 0,0 1 139 0 0,-5 53 0 0 0,10-75-301 0 0,1 0 0 0 0,0 0 0 0 0,0 0 0 0 0,1 0 0 0 0,0 0 0 0 0,0 0 0 0 0,1 0 0 0 0,0 0 0 0 0,0-1 0 0 0,1 1 0 0 0,-1-1 0 0 0,1 1 1 0 0,5 5-1 0 0,-6-8-25 0 0,1-1 0 0 0,1 0 0 0 0,-1 0 1 0 0,0 0-1 0 0,1 0 0 0 0,0 0 0 0 0,0-1 1 0 0,-1 0-1 0 0,1 1 0 0 0,1-2 0 0 0,-1 1 1 0 0,0 0-1 0 0,6 1 0 0 0,65 10 88 0 0,-24-5-685 0 0,-16-2-1138 0 0,-13-7-4930 0 0</inkml:trace>
</inkml:ink>
</file>

<file path=ppt/ink/ink16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36:25.2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1 208 160 0 0,'4'-3'274'0'0,"-1"1"1"0"0,1 0-1 0 0,0 1 0 0 0,0-1 1 0 0,0 1-1 0 0,1-1 0 0 0,-1 1 0 0 0,0 1 1 0 0,0-1-1 0 0,1 0 0 0 0,-1 1 1 0 0,0 0-1 0 0,8 1 0 0 0,15-3 464 0 0,17-6 211 0 0,-5 2-326 0 0,-1-2 1 0 0,0-2-1 0 0,0-1 0 0 0,51-23 0 0 0,-86 33-603 0 0,-1 0-1 0 0,0 0 1 0 0,0-1 0 0 0,0 1 0 0 0,0-1-1 0 0,0 0 1 0 0,0 1 0 0 0,0-1 0 0 0,0 0 0 0 0,-1 0-1 0 0,1 0 1 0 0,-1 0 0 0 0,1-1 0 0 0,-1 1 0 0 0,0 0-1 0 0,0 0 1 0 0,0-1 0 0 0,0 1 0 0 0,0-1-1 0 0,-1 1 1 0 0,1-1 0 0 0,-1 1 0 0 0,0-1 0 0 0,1 1-1 0 0,-1-1 1 0 0,0 1 0 0 0,-1-1 0 0 0,1 0-1 0 0,0 1 1 0 0,-1-1 0 0 0,1 1 0 0 0,-1-1 0 0 0,0 1-1 0 0,0 0 1 0 0,0-1 0 0 0,0 1 0 0 0,0 0-1 0 0,0 0 1 0 0,-1-1 0 0 0,1 1 0 0 0,-1 0 0 0 0,0 0-1 0 0,1 0 1 0 0,-1 1 0 0 0,0-1 0 0 0,0 0-1 0 0,0 1 1 0 0,0-1 0 0 0,0 1 0 0 0,-1 0 0 0 0,1 0-1 0 0,0 0 1 0 0,-4-1 0 0 0,2 1-14 0 0,1 0-1 0 0,0 0 1 0 0,0 0 0 0 0,-1 1-1 0 0,1 0 1 0 0,0 0 0 0 0,-1 0 0 0 0,1 0-1 0 0,0 0 1 0 0,-1 0 0 0 0,1 1 0 0 0,0 0-1 0 0,-1 0 1 0 0,1 0 0 0 0,0 0-1 0 0,0 0 1 0 0,0 1 0 0 0,0-1 0 0 0,0 1-1 0 0,0 0 1 0 0,1 0 0 0 0,-1 0-1 0 0,0 0 1 0 0,1 0 0 0 0,-1 0 0 0 0,1 1-1 0 0,0-1 1 0 0,0 1 0 0 0,0 0-1 0 0,0 0 1 0 0,1 0 0 0 0,-1 0 0 0 0,1 0-1 0 0,-2 5 1 0 0,1-5-1 0 0,1 1 1 0 0,0 0-1 0 0,0-1 1 0 0,1 1-1 0 0,-1 0 1 0 0,1 0-1 0 0,-1 0 0 0 0,1 0 1 0 0,1 0-1 0 0,-1-1 1 0 0,0 1-1 0 0,1 0 1 0 0,0 0-1 0 0,0 0 1 0 0,0-1-1 0 0,0 1 0 0 0,1 0 1 0 0,-1-1-1 0 0,1 1 1 0 0,0-1-1 0 0,0 0 1 0 0,0 1-1 0 0,0-1 1 0 0,1 0-1 0 0,-1 0 0 0 0,1-1 1 0 0,0 1-1 0 0,0-1 1 0 0,0 1-1 0 0,4 2 1 0 0,-1-3-4 0 0,-1 0 0 0 0,1 0 0 0 0,0 0 0 0 0,0 0 1 0 0,0-1-1 0 0,0 0 0 0 0,0 0 0 0 0,0-1 1 0 0,0 0-1 0 0,0 0 0 0 0,0 0 0 0 0,0-1 0 0 0,0 0 1 0 0,0 0-1 0 0,0 0 0 0 0,10-4 0 0 0,11-5 11 0 0,0-1 0 0 0,28-16 0 0 0,-45 23-12 0 0,7-6-2 0 0,-6 4-1 0 0,1 1-1 0 0,-1-1 1 0 0,1 2-1 0 0,17-5 1 0 0,-25 8 1 0 0,0 0 0 0 0,-1 1 1 0 0,1-1-1 0 0,0 1 0 0 0,0 0 0 0 0,0 1 1 0 0,0-1-1 0 0,0 1 0 0 0,0-1 0 0 0,-1 1 1 0 0,1 0-1 0 0,0 1 0 0 0,-1-1 0 0 0,1 1 1 0 0,-1-1-1 0 0,1 1 0 0 0,-1 0 0 0 0,6 4 1 0 0,15 15 4 0 0,-15-14 0 0 0,0 1 1 0 0,0-1-1 0 0,1-1 1 0 0,15 9-1 0 0,-18-13-1 0 0,-5-2-1 0 0,0 0 1 0 0,-1 0-1 0 0,1-1 0 0 0,-1 1 0 0 0,1 0 1 0 0,0-1-1 0 0,-1 1 0 0 0,1-1 0 0 0,-1 1 1 0 0,1-1-1 0 0,-1 0 0 0 0,0 0 1 0 0,1 0-1 0 0,-1 0 0 0 0,0 0 0 0 0,0 0 1 0 0,1 0-1 0 0,-1 0 0 0 0,0 0 1 0 0,0 0-1 0 0,1-2 0 0 0,5-4 3 0 0,2-8 45 0 0,-4 3-6327 0 0,-2 8 3942 0 0</inkml:trace>
</inkml:ink>
</file>

<file path=ppt/ink/ink16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36:25.6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1 246 596 0 0,'14'-18'4391'0'0,"-4"9"-2183"0"0,-9 8-1964 0 0,5 4-116 0 0,0-1 0 0 0,0 0 0 0 0,0 0 0 0 0,0 0 0 0 0,1-1 0 0 0,5 1 0 0 0,5 1 71 0 0,-8 0-180 0 0,0-1 0 0 0,1-1 0 0 0,-1 0 0 0 0,0 0 0 0 0,1-1 0 0 0,-1 0 0 0 0,1 0 0 0 0,-1-1 0 0 0,0-1 0 0 0,1 0 0 0 0,10-3 0 0 0,-14 3-26 0 0,-1 0 1 0 0,0-1-1 0 0,1 0 1 0 0,-1 0-1 0 0,0 0 1 0 0,0-1-1 0 0,-1 1 0 0 0,1-1 1 0 0,-1 0-1 0 0,0-1 1 0 0,0 1-1 0 0,0-1 1 0 0,-1 0-1 0 0,1 1 1 0 0,-1-2-1 0 0,0 1 0 0 0,-1 0 1 0 0,1 0-1 0 0,1-8 1 0 0,2-6 269 0 0,-1 0 0 0 0,0-1 0 0 0,-2 1 0 0 0,0-1 0 0 0,0-27 0 0 0,-30 99 322 0 0,20-32-615 0 0,0 0 0 0 0,2 1 0 0 0,0 0 0 0 0,-3 40 1 0 0,2 35-6021 0 0,5-73 3463 0 0</inkml:trace>
</inkml:ink>
</file>

<file path=ppt/ink/ink16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36:25.9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28 132 0 0,'17'-6'1621'0'0,"-9"2"-1159"0"0,1 1 0 0 0,-1 0 0 0 0,1 0-1 0 0,-1 1 1 0 0,1 0 0 0 0,0 0 0 0 0,0 1-1 0 0,0 0 1 0 0,0 0 0 0 0,1 1 0 0 0,-1 1 0 0 0,0-1-1 0 0,9 3 1 0 0,17 2-5223 0 0</inkml:trace>
</inkml:ink>
</file>

<file path=ppt/ink/ink16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36:26.3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42 1 20 0 0,'0'0'95'0'0,"1"0"1"0"0,-1 0-1 0 0,0 0 1 0 0,1-1-1 0 0,-1 1 0 0 0,0 0 1 0 0,1 0-1 0 0,-1 0 0 0 0,0 0 1 0 0,1 0-1 0 0,-1 0 1 0 0,0 0-1 0 0,1 0 0 0 0,-1 0 1 0 0,0 0-1 0 0,1 1 1 0 0,-1-1-1 0 0,0 0 0 0 0,1 0 1 0 0,-1 0-1 0 0,0 0 1 0 0,1 0-1 0 0,-1 1 0 0 0,0-1 1 0 0,0 0-1 0 0,1 0 0 0 0,-1 0 1 0 0,0 1-1 0 0,0-1 1 0 0,1 0-1 0 0,-1 0 0 0 0,0 1 1 0 0,0-1-1 0 0,0 0 1 0 0,1 1-1 0 0,-1-1 0 0 0,0 0 1 0 0,0 1-1 0 0,0-1 1 0 0,0 0-1 0 0,0 1 0 0 0,0-1 1 0 0,3 26 1992 0 0,-7 25-275 0 0,4-51-1791 0 0,-3 21 536 0 0,-1-1-1 0 0,-11 35 1 0 0,12-46-1797 0 0,-1 0 1 0 0,0 0 0 0 0,-1-1 0 0 0,-9 14-1 0 0</inkml:trace>
</inkml:ink>
</file>

<file path=ppt/ink/ink16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36:26.6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116 1 356 0 0,'0'0'78'0'0,"0"0"-1"0"0,0 0 1 0 0,0 0-1 0 0,0 0 1 0 0,1 0-1 0 0,-1 0 1 0 0,0 0 0 0 0,0 0-1 0 0,0 0 1 0 0,0 0-1 0 0,1 0 1 0 0,-1 0-1 0 0,0 0 1 0 0,0 0 0 0 0,0 0-1 0 0,1 0 1 0 0,-1 0-1 0 0,0 0 1 0 0,0 0-1 0 0,0 0 1 0 0,0 0 0 0 0,0 0-1 0 0,1 0 1 0 0,-1 0-1 0 0,0 0 1 0 0,0 1-1 0 0,0-1 1 0 0,0 0-1 0 0,0 0 1 0 0,1 0 0 0 0,-1 0-1 0 0,0 0 1 0 0,0 0-1 0 0,0 1 1 0 0,0-1-1 0 0,0 0 1 0 0,0 0 0 0 0,0 0-1 0 0,0 0 1 0 0,0 1-1 0 0,0-1 1 0 0,0 0-1 0 0,0 0 1 0 0,1 0 0 0 0,-1 0-1 0 0,0 1 1 0 0,0-1-1 0 0,0 0 1 0 0,-1 0-1 0 0,1 0 1 0 0,0 0 0 0 0,0 1-1 0 0,0-1 1 0 0,0 0-1 0 0,0 0 1 0 0,0 0-1 0 0,0 1 1 0 0,-2 20 1882 0 0,-9 24-632 0 0,11-43-1134 0 0,-9 32 545 0 0,-2 0 0 0 0,-19 42 0 0 0,20-56-2936 0 0,-1 0-1 0 0,-20 26 1 0 0,25-37-33 0 0</inkml:trace>
</inkml:ink>
</file>

<file path=ppt/ink/ink16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36:27.0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593 298 412 0 0,'-4'32'4774'0'0,"1"-19"-4188"0"0,-3 18 1069 0 0,-17 45 0 0 0,-1-27-2699 0 0,20-42 299 0 0,-1-1 0 0 0,0 0 0 0 0,0-1 0 0 0,0 1 0 0 0,-7 5 0 0 0,1-2-1263 0 0</inkml:trace>
  <inkml:trace contextRef="#ctx0" brushRef="#br0" timeOffset="1">0 98 588 0 0,'190'-43'2176'0'0,"100"-6"745"0"0,-199 44-1939 0 0,-85 4-1259 0 0,0 2 1 0 0,0-1-1 0 0,-1 1 1 0 0,1-1-1 0 0,0 2 1 0 0,-1-1-1 0 0,1 1 1 0 0,-1-1-1 0 0,1 1 1 0 0,-1 1-1 0 0,0-1 1 0 0,0 1-1 0 0,6 4 1 0 0,-5 0-1296 0 0</inkml:trace>
</inkml:ink>
</file>

<file path=ppt/ink/ink16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36:27.3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84 632 0 0,'16'1'964'0'0,"-3"-1"4"0"0,6-1-76 0 0,-3-6-92 0 0,3 3-60 0 0,-2-4-83 0 0,-1 1-69 0 0,1 3-48 0 0,2-1-128 0 0,-3 0-216 0 0,-1 0-208 0 0,0-2-304 0 0,-1 2-280 0 0,-5-6-485 0 0,1 6-1167 0 0,1-5 520 0 0</inkml:trace>
</inkml:ink>
</file>

<file path=ppt/ink/ink16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7T06:08:02.9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1 440 0 0,'0'0'4140'0'0,"8"1"-1923"0"0</inkml:trace>
</inkml:ink>
</file>

<file path=ppt/ink/ink16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7T06:08:46.3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8 1044 0 0,'0'0'4601'0'0,"18"-8"-4161"0"0,1 11-624 0 0,3 1-2853 0 0,-4-3 1461 0 0</inkml:trace>
</inkml:ink>
</file>

<file path=ppt/ink/ink16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7T06:08:46.6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0 372 0 0,'1'4'2535'0'0,"2"1"1849"0"0</inkml:trace>
</inkml:ink>
</file>

<file path=ppt/ink/ink16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7T06:10:20.0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1 824 0 0,'0'12'2168'0'0</inkml:trace>
</inkml:ink>
</file>

<file path=ppt/ink/ink16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39:32.3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188 475 280 0 0,'-5'-14'6456'0'0,"10"29"-6209"0"0,-1 1-1 0 0,-1-1 1 0 0,0 1 0 0 0,-1 0-1 0 0,0 0 1 0 0,-2 0 0 0 0,-1 26-1 0 0,1 4 79 0 0,-4 320 1731 0 0,-2-309 1063 0 0,3-60-2794 0 0,-9-10-161 0 0,1 0 1 0 0,0-1-1 0 0,1 0 1 0 0,0 0-1 0 0,1-1 0 0 0,1 0 1 0 0,1-1-1 0 0,-7-17 1 0 0,-3-14 46 0 0,-17-79 1 0 0,19 57-77 0 0,3 0 0 0 0,-5-120-1 0 0,16 163-123 0 0,2 0 0 0 0,0-1 0 0 0,2 1 0 0 0,1 0 0 0 0,1 0 0 0 0,1 1 0 0 0,2-1 0 0 0,0 1 0 0 0,1 1 0 0 0,18-33 0 0 0,-22 48 4 0 0,1 1 0 0 0,-1 0 0 0 0,1 0 1 0 0,1 0-1 0 0,-1 1 0 0 0,1 0 1 0 0,1 0-1 0 0,-1 1 0 0 0,1 0 0 0 0,0 0 1 0 0,1 0-1 0 0,-1 1 0 0 0,1 1 1 0 0,0 0-1 0 0,0 0 0 0 0,1 0 0 0 0,-1 1 1 0 0,19-3-1 0 0,-19 5-33 0 0,0 1 0 0 0,0 0 0 0 0,0 0 0 0 0,0 1 0 0 0,0 0 0 0 0,0 0 0 0 0,0 1 0 0 0,-1 0 0 0 0,1 1 0 0 0,-1 0 0 0 0,1 0 1 0 0,-1 1-1 0 0,0 0 0 0 0,0 1 0 0 0,-1-1 0 0 0,1 2 0 0 0,-1-1 0 0 0,0 1 0 0 0,-1 0 0 0 0,13 13 0 0 0,-13-12-16 0 0,-1 0 1 0 0,1 0-1 0 0,-1 0 1 0 0,-1 1-1 0 0,1-1 1 0 0,-1 1-1 0 0,-1 0 1 0 0,1 0-1 0 0,-1 1 1 0 0,-1-1-1 0 0,1 1 1 0 0,-2-1-1 0 0,3 17 0 0 0,-4-17 11 0 0,-1 0 0 0 0,0-1 0 0 0,0 1 0 0 0,0 0 0 0 0,-1-1 0 0 0,0 1 0 0 0,0-1 0 0 0,-1 0 0 0 0,0 0 0 0 0,0 0 0 0 0,-1 0 0 0 0,0 0 0 0 0,0-1 0 0 0,0 1 0 0 0,-11 10 0 0 0,5-6-53 0 0,1 0 0 0 0,-2-1 0 0 0,1 0 0 0 0,-1-1 0 0 0,-1 0 0 0 0,0-1 0 0 0,0 0 0 0 0,0-1-1 0 0,-1 0 1 0 0,0-1 0 0 0,-1 0 0 0 0,-23 5 0 0 0,2-2-4103 0 0</inkml:trace>
</inkml:ink>
</file>

<file path=ppt/ink/ink16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39:33.9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379 193 344 0 0,'-14'-36'5421'0'0,"14"34"-5333"0"0,0 1 0 0 0,0-1 0 0 0,0 0 0 0 0,-1 1 0 0 0,1-1 0 0 0,-1 1 0 0 0,1-1 0 0 0,-1 1 0 0 0,0-1 0 0 0,1 1 0 0 0,-1-1 0 0 0,0 1 0 0 0,0-1 0 0 0,0 1 0 0 0,0 0 0 0 0,0 0 0 0 0,0-1 0 0 0,-1 1 0 0 0,1 0 0 0 0,0 0 0 0 0,-1 0 0 0 0,1 0 0 0 0,0 1 0 0 0,-1-1 0 0 0,1 0 0 0 0,-1 1 0 0 0,1-1 0 0 0,-1 1 0 0 0,0-1 0 0 0,1 1 0 0 0,-1-1 0 0 0,0 1 0 0 0,1 0 0 0 0,-1 0 1 0 0,0 0-1 0 0,1 0 0 0 0,-1 0 0 0 0,1 0 0 0 0,-4 1 0 0 0,-4 0-14 0 0,-1 0-1 0 0,1 1 1 0 0,-1 0 0 0 0,1 1 0 0 0,-15 5 0 0 0,2 3 84 0 0,0 0 0 0 0,1 1-1 0 0,1 1 1 0 0,0 1 0 0 0,1 1 0 0 0,0 0 0 0 0,1 2-1 0 0,1 0 1 0 0,-25 32 0 0 0,39-44-123 0 0,0 0 0 0 0,0 1-1 0 0,0-1 1 0 0,1 1 0 0 0,-1-1 0 0 0,1 1-1 0 0,1 0 1 0 0,-1 0 0 0 0,1 0 0 0 0,0 0-1 0 0,0 0 1 0 0,1 0 0 0 0,0 0 0 0 0,0 0-1 0 0,1 10 1 0 0,0-14-27 0 0,-1 1-1 0 0,1-1 1 0 0,-1 1-1 0 0,1-1 1 0 0,0 0 0 0 0,0 1-1 0 0,0-1 1 0 0,1 0-1 0 0,-1 0 1 0 0,0 0-1 0 0,1 0 1 0 0,0 0-1 0 0,-1 0 1 0 0,1 0 0 0 0,0 0-1 0 0,0-1 1 0 0,0 1-1 0 0,0-1 1 0 0,0 1-1 0 0,0-1 1 0 0,0 0-1 0 0,0 0 1 0 0,1 0-1 0 0,-1 0 1 0 0,1 0 0 0 0,-1 0-1 0 0,0-1 1 0 0,1 1-1 0 0,-1-1 1 0 0,1 0-1 0 0,-1 0 1 0 0,1 0-1 0 0,-1 0 1 0 0,1 0 0 0 0,-1 0-1 0 0,1-1 1 0 0,-1 1-1 0 0,4-2 1 0 0,-1 1-4 0 0,1-1 0 0 0,0 0-1 0 0,0-1 1 0 0,-1 1 0 0 0,1-1 0 0 0,-1 0 0 0 0,0 0 0 0 0,0-1 0 0 0,0 0-1 0 0,-1 1 1 0 0,1-2 0 0 0,4-5 0 0 0,48-63-19 0 0,-39 47 32 0 0,3-15 3 0 0,-21 40-17 0 0,5-2 13 0 0,-7 11-13 0 0,0 0 0 0 0,1 0 0 0 0,0 1 0 0 0,1-1 0 0 0,0 0-1 0 0,0 0 1 0 0,0 1 0 0 0,1-1 0 0 0,1 0 0 0 0,-1 0 0 0 0,3 8 0 0 0,-2-12-3 0 0,-1-1 0 0 0,1 0 1 0 0,0 0-1 0 0,-1 1 0 0 0,1-1 1 0 0,1 0-1 0 0,-1 0 0 0 0,0-1 1 0 0,1 1-1 0 0,-1 0 1 0 0,1-1-1 0 0,0 0 0 0 0,0 1 1 0 0,0-1-1 0 0,0 0 0 0 0,0-1 1 0 0,1 1-1 0 0,-1 0 0 0 0,0-1 1 0 0,1 0-1 0 0,-1 0 0 0 0,1 0 1 0 0,0 0-1 0 0,-1-1 0 0 0,1 1 1 0 0,0-1-1 0 0,-1 0 0 0 0,5 0 1 0 0,5-1-3 0 0,1-1 1 0 0,-1-1 0 0 0,0 0-1 0 0,0-1 1 0 0,0 0 0 0 0,0-1-1 0 0,-1 0 1 0 0,0-1 0 0 0,0-1-1 0 0,0 1 1 0 0,-1-2 0 0 0,0 0-1 0 0,0 0 1 0 0,-1-1 0 0 0,0 0-1 0 0,-1-1 1 0 0,15-18 0 0 0,-9 9-7 0 0,-11 15 6 0 0,0-1 0 0 0,-1 1-1 0 0,1-1 1 0 0,-1 0 0 0 0,0 0 0 0 0,-1 0 0 0 0,1 0 0 0 0,-1 0-1 0 0,0 0 1 0 0,0-1 0 0 0,1-6 0 0 0,-2 8 9 0 0,-5 7-6 0 0,0 0 1 0 0,1 1-1 0 0,-1 0 1 0 0,1 0-1 0 0,0 0 0 0 0,0 0 1 0 0,0 0-1 0 0,1 0 0 0 0,0 1 1 0 0,-1-1-1 0 0,1 1 1 0 0,1 0-1 0 0,-1-1 0 0 0,1 1 1 0 0,-1 6-1 0 0,2-8 0 0 0,0 1-1 0 0,1-1 1 0 0,-1 1-1 0 0,1-1 1 0 0,0 0-1 0 0,0 0 1 0 0,0 1-1 0 0,1-1 1 0 0,-1 0 0 0 0,1 0-1 0 0,0 0 1 0 0,0 0-1 0 0,0 0 1 0 0,0-1-1 0 0,0 1 1 0 0,3 3-1 0 0,-2-5-1 0 0,0 1 0 0 0,0-1 1 0 0,-1 0-1 0 0,1 0 0 0 0,0 0 0 0 0,0 0 0 0 0,0 0 0 0 0,0-1 0 0 0,0 1 0 0 0,0-1 0 0 0,1 0 1 0 0,-1 0-1 0 0,0 0 0 0 0,0 0 0 0 0,0 0 0 0 0,0-1 0 0 0,0 1 0 0 0,0-1 0 0 0,3-1 0 0 0,13-2-51 0 0,0-2 0 0 0,0 0-1 0 0,-1 0 1 0 0,0-2-1 0 0,0 0 1 0 0,0-1 0 0 0,-1-1-1 0 0,-1-1 1 0 0,22-17-1 0 0,0 5-102 0 0,-21 65 194 0 0,-1 35 10 0 0,-16-77-48 0 0,1 0-1 0 0,-1 0 1 0 0,1 0-1 0 0,-1 0 0 0 0,1 0 1 0 0,-1 0-1 0 0,1 0 1 0 0,-1 0-1 0 0,1 0 1 0 0,-1 0-1 0 0,1 0 1 0 0,-1 0-1 0 0,1 0 1 0 0,-1 0-1 0 0,1 0 1 0 0,-1 0-1 0 0,1-1 1 0 0,-1 1-1 0 0,1 0 1 0 0,-1 0-1 0 0,1-1 1 0 0,-1 1-1 0 0,1 0 1 0 0,-1-1-1 0 0,0 1 1 0 0,1 0-1 0 0,-1-1 1 0 0,0 1-1 0 0,1-1 1 0 0,-1 1-1 0 0,0 0 0 0 0,1-1 1 0 0,-1 1-1 0 0,0-1 1 0 0,0 1-1 0 0,1-1 1 0 0,19-19 17 0 0,-20 19-18 0 0,3-2-29 0 0,0-1 0 0 0,0 1 0 0 0,1 0 0 0 0,-1 0 0 0 0,1 0 0 0 0,0 0 0 0 0,-1 1 0 0 0,1-1 0 0 0,0 1 0 0 0,1 0-1 0 0,-1 0 1 0 0,0 0 0 0 0,1 1 0 0 0,-1 0 0 0 0,1 0 0 0 0,-1 0 0 0 0,1 0 0 0 0,-1 1 0 0 0,1-1 0 0 0,0 1 0 0 0,-1 0 0 0 0,1 1 0 0 0,0-1 0 0 0,-1 1 0 0 0,6 1 0 0 0,-2 0-21 0 0,-1-1-1 0 0,1-1 1 0 0,-1 1 0 0 0,1-1 0 0 0,0 0 0 0 0,-1-1 0 0 0,1 0 0 0 0,-1 0-1 0 0,1-1 1 0 0,-1 0 0 0 0,0 0 0 0 0,1-1 0 0 0,-1 0 0 0 0,0 0 0 0 0,12-8-1 0 0,-12 6 95 0 0,0-1-1 0 0,0 0 0 0 0,-1-1 0 0 0,1 0 0 0 0,-2 0 0 0 0,1 0 0 0 0,-1 0 1 0 0,0-1-1 0 0,0 0 0 0 0,-1 0 0 0 0,0 0 0 0 0,5-18 0 0 0,-4 9 251 0 0,0 0-1 0 0,-2-1 1 0 0,0 0 0 0 0,0 0-1 0 0,-1-34 1 0 0,-2 41 383 0 0,-1 13-228 0 0,0 27-25 0 0,1 51-8 0 0,3-59-370 0 0,1 0-1 0 0,1-1 1 0 0,1 0 0 0 0,1 0-1 0 0,1 0 1 0 0,0-1-1 0 0,16 25 1 0 0,-15-30-1028 0 0,0-1-1 0 0,1 0 1 0 0,12 13-1 0 0,-8-17-4389 0 0,-9-7 2281 0 0</inkml:trace>
</inkml:ink>
</file>

<file path=ppt/ink/ink16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39:34.2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50 900 0 0,'15'-8'1178'0'0,"1"0"1"0"0,-1 1-1 0 0,2 0 1 0 0,-1 1-1 0 0,1 1 0 0 0,22-3 1 0 0,-38 7-1329 0 0,8 3-168 0 0,-26 12-6727 0 0</inkml:trace>
</inkml:ink>
</file>

<file path=ppt/ink/ink16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39:34.6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53 54 848 0 0,'-10'-7'1304'0'0,"1"0"-84"0"0,3 1-76 0 0,0 0-71 0 0,0 1-93 0 0,2 2-80 0 0,1-4 640 0 0,-1 0-516 0 0,0 2-672 0 0,6 24-6397 0 0</inkml:trace>
</inkml:ink>
</file>

<file path=ppt/ink/ink16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39:40.3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48 16 908 0 0,'0'-1'230'0'0,"0"0"0"0"0,-1 0 0 0 0,1 0 0 0 0,-1 0 1 0 0,1 0-1 0 0,-1 1 0 0 0,1-1 0 0 0,-1 0 0 0 0,0 0 0 0 0,1 1 0 0 0,-1-1 0 0 0,0 0 0 0 0,1 1 1 0 0,-1-1-1 0 0,0 0 0 0 0,0 1 0 0 0,0 0 0 0 0,0-1 0 0 0,0 1 0 0 0,1-1 0 0 0,-1 1 0 0 0,0 0 0 0 0,0 0 1 0 0,0-1-1 0 0,0 1 0 0 0,0 0 0 0 0,0 0 0 0 0,0 0 0 0 0,0 0 0 0 0,0 0 0 0 0,0 0 0 0 0,-1 1 0 0 0,0 0-96 0 0,1 1 0 0 0,-1-1 0 0 0,1 1 0 0 0,0-1 0 0 0,0 1 0 0 0,0 0 0 0 0,0 0 0 0 0,0 0 0 0 0,0 0 0 0 0,1-1 0 0 0,-1 1 0 0 0,0 0 0 0 0,1 0 0 0 0,-1 3 0 0 0,-2 14 114 0 0,1 1 0 0 0,0 25 0 0 0,30 306 1965 0 0,-17-257-1990 0 0,-9-85-616 0 0,3 24-1523 0 0,-6-22-4958 0 0</inkml:trace>
</inkml:ink>
</file>

<file path=ppt/ink/ink16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39:41.2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0 489 44 0 0,'74'-2'1187'0'0,"1"-4"-1"0"0,74-15 1 0 0,143-42 2 0 0,-279 60-1108 0 0,12-3 38 0 0,34-7 220 0 0,0-3-1 0 0,-1-1 1 0 0,88-41 0 0 0,-135 52-228 0 0,-1 0 1 0 0,0-1-1 0 0,0 0 1 0 0,0 0-1 0 0,-1-1 0 0 0,-1 0 1 0 0,1-1-1 0 0,-1 0 1 0 0,-1 0-1 0 0,1 0 1 0 0,-2-1-1 0 0,7-12 0 0 0,-10 18-47 0 0,-1-1 0 0 0,0 0 0 0 0,-1 0 0 0 0,1 0 0 0 0,-1 0-1 0 0,0 0 1 0 0,0 0 0 0 0,0-1 0 0 0,-1 1 0 0 0,0 0 0 0 0,0 0 0 0 0,0-1-1 0 0,-1 1 1 0 0,1 0 0 0 0,-1 0 0 0 0,-1 0 0 0 0,1 0 0 0 0,-1 0-1 0 0,1 0 1 0 0,-2 0 0 0 0,1 0 0 0 0,0 1 0 0 0,-1-1 0 0 0,0 1-1 0 0,0 0 1 0 0,0 0 0 0 0,-1 0 0 0 0,1 0 0 0 0,-1 0 0 0 0,-4-3 0 0 0,7 6-35 0 0,0 0 1 0 0,0-1 0 0 0,0 1 0 0 0,-1 0 0 0 0,1 0 0 0 0,0 0 0 0 0,-1 0 0 0 0,1 0-1 0 0,-1 0 1 0 0,1 1 0 0 0,-1-1 0 0 0,1 0 0 0 0,-1 1 0 0 0,0-1 0 0 0,1 1-1 0 0,-1-1 1 0 0,0 1 0 0 0,1 0 0 0 0,-1 0 0 0 0,0 0 0 0 0,0 0 0 0 0,1 0 0 0 0,-1 0-1 0 0,0 0 1 0 0,1 1 0 0 0,-4 0 0 0 0,3 1 0 0 0,-1 0 0 0 0,1 0 0 0 0,-1 0 0 0 0,1 0 0 0 0,0 1 0 0 0,0-1 0 0 0,0 1 0 0 0,0 0 0 0 0,1-1 0 0 0,-1 1 0 0 0,1 0 0 0 0,-1 0 0 0 0,-1 6 0 0 0,-5 18 80 0 0,1 0 0 0 0,1 0 0 0 0,2 1 0 0 0,1 0 0 0 0,1 0 0 0 0,2 37 0 0 0,-6 61 121 0 0,2 17 35 0 0,7-53 101 0 0,-3-88-346 0 0,2 8 192 0 0,22-37-186 0 0,-18 16-31 0 0,1 0 0 0 0,0 0 0 0 0,1 1 0 0 0,0 0 1 0 0,12-11-1 0 0,-18 19-2 0 0,4 0 12 0 0,-2 1-5 0 0,-1 0 1 0 0,1 0-1 0 0,0 1 0 0 0,0 0 1 0 0,0 0-1 0 0,0 0 0 0 0,-1 0 1 0 0,1 0-1 0 0,0 1 0 0 0,0 0 1 0 0,0 0-1 0 0,-1 0 0 0 0,1 0 1 0 0,0 0-1 0 0,-1 1 0 0 0,1 0 1 0 0,-1-1-1 0 0,6 6 0 0 0,15 4-9 0 0,6-3 8 0 0,-1-1-1 0 0,1-1 1 0 0,0-2-1 0 0,0-1 1 0 0,0-1-1 0 0,1-1 0 0 0,-1-2 1 0 0,0-1-1 0 0,48-10 1 0 0,-67 9-3 0 0,1 0 0 0 0,-1-1 0 0 0,0 0 0 0 0,0-1 0 0 0,15-8 0 0 0,-23 11 27 0 0,0 0-1 0 0,0 1 1 0 0,0-2-1 0 0,0 1 1 0 0,-1 0-1 0 0,1 0 1 0 0,0-1-1 0 0,-1 0 1 0 0,0 1-1 0 0,0-1 1 0 0,0 0-1 0 0,0 0 1 0 0,0 0-1 0 0,0 0 1 0 0,-1-1-1 0 0,1 1 1 0 0,-1 0-1 0 0,0-1 1 0 0,0 1-1 0 0,-1-1 1 0 0,2-5-1 0 0,-3 8-4 0 0,1 0-1 0 0,0 0 0 0 0,-1-1 1 0 0,1 1-1 0 0,-1 0 1 0 0,0 0-1 0 0,1 0 0 0 0,-1 0 1 0 0,0 0-1 0 0,0 0 0 0 0,0 0 1 0 0,1 0-1 0 0,-1 0 1 0 0,0 0-1 0 0,0 0 0 0 0,0 0 1 0 0,-1 1-1 0 0,1-1 1 0 0,0 0-1 0 0,0 1 0 0 0,0-1 1 0 0,0 1-1 0 0,-1-1 1 0 0,1 1-1 0 0,0 0 0 0 0,0 0 1 0 0,-1-1-1 0 0,1 1 0 0 0,-2 0 1 0 0,-6-3 99 0 0,7 3-76 0 0,-9 24-70 0 0,13-20-115 0 0,0 0 0 0 0,0 0 0 0 0,0 0 0 0 0,1 0 0 0 0,-1-1 0 0 0,1 1 1 0 0,0-1-1 0 0,0 1 0 0 0,0-1 0 0 0,1 0 0 0 0,-1 0 0 0 0,1-1 0 0 0,0 1 0 0 0,0-1 1 0 0,0 1-1 0 0,4 1 0 0 0,12 4-1422 0 0,-1 0 0 0 0,25 6 0 0 0,-27-9-222 0 0,25 8-1115 0 0</inkml:trace>
</inkml:ink>
</file>

<file path=ppt/ink/ink16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39:42.2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409 1 452 0 0,'3'69'9289'0'0,"9"67"-7230"0"0,-1-7-1167 0 0,-3-73-515 0 0,-5-45-287 0 0,-1 0 0 0 0,0 1 1 0 0,-1-1-1 0 0,-1 1 0 0 0,0-1 0 0 0,-1 12 1 0 0,-3-1 377 0 0,2-30 246 0 0,-5-31-542 0 0,5 31-219 0 0,0 0 0 0 0,-1 0 0 0 0,-1 1 1 0 0,1 0-1 0 0,-1-1 0 0 0,0 1 0 0 0,-1 1 0 0 0,0-1 0 0 0,0 1 1 0 0,0 0-1 0 0,-10-9 0 0 0,11 12 21 0 0,-1 0 0 0 0,0-1 1 0 0,0 2-1 0 0,0-1 0 0 0,0 1 0 0 0,0-1 0 0 0,-1 1 1 0 0,1 1-1 0 0,-1-1 0 0 0,1 1 0 0 0,-1 0 0 0 0,0 0 1 0 0,1 1-1 0 0,-1 0 0 0 0,0 0 0 0 0,1 0 0 0 0,-11 2 1 0 0,-13 2-36 0 0,1 2 1 0 0,0 1-1 0 0,-43 16 0 0 0,63-20 57 0 0,-1 0 0 0 0,1 1 0 0 0,0 0-1 0 0,1 1 1 0 0,-1 0 0 0 0,1 0-1 0 0,0 0 1 0 0,0 1 0 0 0,1 0 0 0 0,0 0-1 0 0,0 1 1 0 0,0 0 0 0 0,1 0-1 0 0,-1 0 1 0 0,-6 15 0 0 0,11-20 4 0 0,1-1-1 0 0,0 1 1 0 0,-1-1 0 0 0,1 0 0 0 0,0 1-1 0 0,0-1 1 0 0,0 1 0 0 0,0-1 0 0 0,1 1-1 0 0,-1-1 1 0 0,0 0 0 0 0,1 1 0 0 0,-1-1-1 0 0,0 1 1 0 0,1-1 0 0 0,0 0 0 0 0,-1 0-1 0 0,1 1 1 0 0,0-1 0 0 0,0 0 0 0 0,-1 0-1 0 0,1 0 1 0 0,0 0 0 0 0,0 0-1 0 0,0 0 1 0 0,0 0 0 0 0,1 0 0 0 0,-1 0-1 0 0,0 0 1 0 0,0 0 0 0 0,0-1 0 0 0,1 1-1 0 0,-1-1 1 0 0,0 1 0 0 0,1-1 0 0 0,-1 1-1 0 0,1-1 1 0 0,-1 0 0 0 0,2 1 0 0 0,64 12 13 0 0,-61-13-13 0 0,31 3-37 0 0,0-1 0 0 0,0-2 0 0 0,68-9 1 0 0,108-32-564 0 0,-147 27 372 0 0,-1-4-262 0 0,124-50 0 0 0,-119 40 200 0 0,-67 30 306 0 0,-7 8-2 0 0,3-8-13 0 0,-1 0 0 0 0,1 0-1 0 0,0 0 1 0 0,0 0 0 0 0,0 0 0 0 0,0 1 0 0 0,0-1-1 0 0,1 0 1 0 0,-1 1 0 0 0,1-1 0 0 0,-1 0 0 0 0,1 1-1 0 0,0-1 1 0 0,0 1 0 0 0,0-1 0 0 0,0 1-1 0 0,0-1 1 0 0,1 0 0 0 0,-1 1 0 0 0,1-1 0 0 0,0 0-1 0 0,-1 1 1 0 0,1-1 0 0 0,0 0 0 0 0,0 0 0 0 0,1 1-1 0 0,-1-1 1 0 0,0 0 0 0 0,2 2 0 0 0,3 0 1 0 0,1 0 0 0 0,-1-1 1 0 0,0 1-1 0 0,1-1 1 0 0,0-1-1 0 0,-1 1 0 0 0,1-1 1 0 0,0 0-1 0 0,0-1 1 0 0,0 0-1 0 0,1 0 0 0 0,-1 0 1 0 0,0-1-1 0 0,0 0 0 0 0,0 0 1 0 0,1-1-1 0 0,9-2 1 0 0,-8 1 31 0 0,0 0 0 0 0,0 0 1 0 0,0-1-1 0 0,0-1 1 0 0,0 1-1 0 0,-1-1 1 0 0,0-1-1 0 0,0 0 1 0 0,0 0-1 0 0,0 0 1 0 0,-1-1-1 0 0,1 0 1 0 0,6-9-1 0 0,-12 13-16 0 0,0-1 0 0 0,0 1-1 0 0,-1-1 1 0 0,1 0 0 0 0,-1 0-1 0 0,0 0 1 0 0,0 0 0 0 0,0 0 0 0 0,0 0-1 0 0,0 0 1 0 0,-1 0 0 0 0,1 0-1 0 0,-1 0 1 0 0,0 0 0 0 0,0 0 0 0 0,0-1-1 0 0,0 1 1 0 0,0 0 0 0 0,-1 0-1 0 0,0 0 1 0 0,1 0 0 0 0,-1 0 0 0 0,0 0-1 0 0,-1 0 1 0 0,1 0 0 0 0,0 0 0 0 0,-1 0-1 0 0,0 1 1 0 0,1-1 0 0 0,-1 1-1 0 0,0-1 1 0 0,0 1 0 0 0,-1 0 0 0 0,1 0-1 0 0,0 0 1 0 0,-1 0 0 0 0,1 0-1 0 0,-1 0 1 0 0,0 0 0 0 0,0 1 0 0 0,0 0-1 0 0,1-1 1 0 0,-1 1 0 0 0,0 0-1 0 0,0 0 1 0 0,-1 1 0 0 0,1-1 0 0 0,0 1-1 0 0,0-1 1 0 0,0 1 0 0 0,-4 1 0 0 0,5-1-119 0 0,1 0 1 0 0,-1 0 0 0 0,1 0 0 0 0,0 0 0 0 0,-1 1 0 0 0,1-1-1 0 0,0 1 1 0 0,-1-1 0 0 0,1 1 0 0 0,0 0 0 0 0,-1-1 0 0 0,1 1 0 0 0,0 0-1 0 0,0 0 1 0 0,0 0 0 0 0,0 0 0 0 0,0 0 0 0 0,0 0 0 0 0,0 0-1 0 0,0 0 1 0 0,0 0 0 0 0,0 0 0 0 0,1 1 0 0 0,-1-1 0 0 0,0 0 0 0 0,0 3-1 0 0,1-3-100 0 0,0-1 0 0 0,0 1 0 0 0,-1 0 0 0 0,1 0 0 0 0,0 0 0 0 0,0-1 0 0 0,0 1 0 0 0,0 0 0 0 0,1 0 0 0 0,-1 0 0 0 0,0-1 0 0 0,0 1 0 0 0,0 0 0 0 0,1 0 0 0 0,-1 0 0 0 0,0-1 0 0 0,1 1 0 0 0,-1 0 0 0 0,0-1 0 0 0,1 1 0 0 0,-1 0 0 0 0,1-1 0 0 0,-1 1 0 0 0,1-1 0 0 0,0 1 0 0 0,-1-1 0 0 0,1 1 0 0 0,0-1 0 0 0,0 1 0 0 0,5 3-2185 0 0</inkml:trace>
</inkml:ink>
</file>

<file path=ppt/ink/ink16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39:42.5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41 40 324 0 0,'-5'4'510'0'0,"0"1"-1"0"0,1 0 1 0 0,-1 0 0 0 0,1 0-1 0 0,0 0 1 0 0,-5 10 0 0 0,8-14-443 0 0,1 0 1 0 0,-1 0 0 0 0,1 1 0 0 0,-1-1-1 0 0,1 1 1 0 0,-1-1 0 0 0,1 0 0 0 0,0 1-1 0 0,0-1 1 0 0,-1 1 0 0 0,1-1 0 0 0,0 1-1 0 0,0-1 1 0 0,1 0 0 0 0,-1 1 0 0 0,0-1-1 0 0,0 1 1 0 0,1-1 0 0 0,-1 1 0 0 0,1-1-1 0 0,-1 0 1 0 0,1 1 0 0 0,0-1 0 0 0,-1 0 0 0 0,1 0-1 0 0,0 0 1 0 0,0 1 0 0 0,0-1 0 0 0,0 0-1 0 0,0 0 1 0 0,0 0 0 0 0,0 0 0 0 0,0 0-1 0 0,0-1 1 0 0,1 1 0 0 0,1 1 0 0 0,1 0 61 0 0,-1 0 1 0 0,1 0-1 0 0,0 0 1 0 0,0 0-1 0 0,0-1 1 0 0,0 1-1 0 0,1-1 1 0 0,-1 0-1 0 0,0 0 1 0 0,1-1-1 0 0,-1 0 1 0 0,0 1 0 0 0,1-1-1 0 0,6-1 1 0 0,-8 0-52 0 0,-1 0 1 0 0,0 0-1 0 0,0 1 1 0 0,0-2-1 0 0,0 1 1 0 0,0 0-1 0 0,-1 0 0 0 0,1 0 1 0 0,0-1-1 0 0,0 1 1 0 0,-1-1-1 0 0,1 0 1 0 0,-1 1-1 0 0,0-1 1 0 0,1 0-1 0 0,-1 0 1 0 0,0 0-1 0 0,0 0 1 0 0,0 0-1 0 0,0 0 1 0 0,0 0-1 0 0,-1 0 1 0 0,1 0-1 0 0,-1 0 1 0 0,1-1-1 0 0,-1 1 1 0 0,0 0-1 0 0,0 0 1 0 0,0 0-1 0 0,0-1 1 0 0,-1-2-1 0 0,2 0-17 0 0,-1 0 0 0 0,0 0-1 0 0,-1 0 1 0 0,1 0 0 0 0,-1 0 0 0 0,0 1 0 0 0,0-1 0 0 0,-1 0-1 0 0,1 0 1 0 0,-1 1 0 0 0,0-1 0 0 0,0 1 0 0 0,-1 0-1 0 0,1-1 1 0 0,-1 1 0 0 0,0 0 0 0 0,-6-5 0 0 0,9 8-419 0 0,-4 2-744 0 0,-4 1 815 0 0,-12 2-1436 0 0,7 1-2311 0 0</inkml:trace>
</inkml:ink>
</file>

<file path=ppt/ink/ink16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39:42.9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22 720 0 0,'11'5'530'0'0,"-2"1"-1"0"0,1 0 1 0 0,-1 1-1 0 0,0 0 1 0 0,0 0 0 0 0,-1 1-1 0 0,0 0 1 0 0,0 0-1 0 0,-1 1 1 0 0,0 0 0 0 0,-1 1-1 0 0,9 14 1 0 0,-8-13 156 0 0,-7-11-579 0 0,1 1 1 0 0,-1-1 0 0 0,1 1-1 0 0,-1-1 1 0 0,1 1-1 0 0,-1-1 1 0 0,1 1 0 0 0,-1-1-1 0 0,1 0 1 0 0,0 1-1 0 0,-1-1 1 0 0,1 0 0 0 0,0 0-1 0 0,-1 1 1 0 0,1-1-1 0 0,-1 0 1 0 0,1 0 0 0 0,0 0-1 0 0,0 0 1 0 0,-1 0-1 0 0,1 0 1 0 0,0 0 0 0 0,-1 0-1 0 0,1 0 1 0 0,0 0-1 0 0,-1 0 1 0 0,1 0 0 0 0,0 0-1 0 0,-1-1 1 0 0,1 1-1 0 0,-1 0 1 0 0,1-1 0 0 0,0 1-1 0 0,-1 0 1 0 0,1-1-1 0 0,-1 1 1 0 0,1 0 0 0 0,-1-1-1 0 0,1 1 1 0 0,0-2-1 0 0,26-25 63 0 0,-17 15 318 0 0,11-5-506 0 0,0 1 0 0 0,44-25 1 0 0,-52 34-1620 0 0,-1 2 0 0 0,1 0 0 0 0,1 0 0 0 0,17-3 0 0 0,-18 5-1245 0 0</inkml:trace>
</inkml:ink>
</file>

<file path=ppt/ink/ink16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40:02.4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210 151 7209 0 0,'-1'-31'1154'0'0,"-1"0"0"0"0,-12-56 0 0 0,13 85-685 0 0,6 36-102 0 0,-7 3-253 0 0,-1 0 1 0 0,-2 1-1 0 0,-1-1 1 0 0,-2-1-1 0 0,-19 54 0 0 0,27-88-109 0 0,-37 110 196 0 0,-52 108 1 0 0,83-208-207 0 0,4-8 18 0 0,0-1 0 0 0,0 1 0 0 0,1 0 0 0 0,-1 1 0 0 0,1-1 1 0 0,0 0-1 0 0,0 0 0 0 0,-1 6 0 0 0,2-9-10 0 0,0 0 0 0 0,1-1 1 0 0,-1 1-1 0 0,0-1 0 0 0,0 1 0 0 0,0-1 0 0 0,0 1 1 0 0,1-1-1 0 0,-1 1 0 0 0,0-1 0 0 0,0 1 0 0 0,1-1 1 0 0,-1 1-1 0 0,1-1 0 0 0,-1 1 0 0 0,0-1 0 0 0,1 0 1 0 0,-1 1-1 0 0,1-1 0 0 0,-1 0 0 0 0,1 1 0 0 0,-1-1 1 0 0,1 0-1 0 0,-1 0 0 0 0,1 1 0 0 0,0-1 1 0 0,28 0 59 0 0,56-20-210 0 0,64-10 515 0 0,-132 28-1250 0 0,-1 1 0 0 0,1 0 0 0 0,0 1 0 0 0,0 0-1 0 0,-1 2 1 0 0,28 5 0 0 0,-39-6-1733 0 0</inkml:trace>
</inkml:ink>
</file>

<file path=ppt/ink/ink16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40:02.9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1 205 592 0 0,'37'6'3805'0'0,"-11"-9"-3179"0"0,-1-1 1 0 0,0-2-1 0 0,44-15 1 0 0,-58 17-458 0 0,0-1 1 0 0,0 0 0 0 0,0 0 0 0 0,0-1 0 0 0,-1-1 0 0 0,0 0-1 0 0,0 0 1 0 0,-1-1 0 0 0,0 0 0 0 0,9-12 0 0 0,-16 19-133 0 0,0-1 0 0 0,-1 0 1 0 0,0 0-1 0 0,1 0 0 0 0,-1 0 1 0 0,0 0-1 0 0,0 0 0 0 0,0-1 1 0 0,0 1-1 0 0,0 0 0 0 0,0 0 1 0 0,-1-1-1 0 0,1 1 0 0 0,-1 0 1 0 0,0-1-1 0 0,0 1 0 0 0,0 0 1 0 0,0-1-1 0 0,0 1 0 0 0,0-1 1 0 0,0 1-1 0 0,-1 0 0 0 0,1-1 1 0 0,-1 1-1 0 0,0 0 0 0 0,0 0 1 0 0,0-1-1 0 0,0 1 0 0 0,0 0 1 0 0,-2-2-1 0 0,1 1-13 0 0,0 1 0 0 0,-1 0 0 0 0,1 0 0 0 0,-1 0 0 0 0,0 0 0 0 0,1 1 0 0 0,-1-1 0 0 0,0 1 0 0 0,0-1 0 0 0,0 1 0 0 0,0 0 0 0 0,0 0-1 0 0,0 0 1 0 0,-1 1 0 0 0,1-1 0 0 0,0 1 0 0 0,0 0 0 0 0,0 0 0 0 0,-1 0 0 0 0,1 0 0 0 0,0 0 0 0 0,-5 2 0 0 0,2-1-6 0 0,-1 1 0 0 0,0 0 0 0 0,1 0-1 0 0,-1 1 1 0 0,1 0 0 0 0,0 0 0 0 0,0 0 0 0 0,0 1 0 0 0,0 0 0 0 0,0 0-1 0 0,1 1 1 0 0,0-1 0 0 0,0 1 0 0 0,0 0 0 0 0,-5 7 0 0 0,8-8-7 0 0,-1-1 0 0 0,1 1 1 0 0,0 0-1 0 0,0 0 1 0 0,0 0-1 0 0,1 0 0 0 0,-1 0 1 0 0,1 0-1 0 0,0 1 1 0 0,0-1-1 0 0,0 0 0 0 0,1 1 1 0 0,0-1-1 0 0,-1 0 1 0 0,2 1-1 0 0,-1-1 0 0 0,0 1 1 0 0,1-1-1 0 0,0 0 1 0 0,0 0-1 0 0,0 1 0 0 0,0-1 1 0 0,1 0-1 0 0,4 7 1 0 0,-3-6-19 0 0,0-2 0 0 0,0 1 0 0 0,1 0 1 0 0,-1-1-1 0 0,1 1 0 0 0,0-1 0 0 0,0 0 0 0 0,0 0 1 0 0,1-1-1 0 0,-1 1 0 0 0,1-1 0 0 0,-1 0 0 0 0,1 0 1 0 0,0 0-1 0 0,0-1 0 0 0,0 0 0 0 0,0 0 0 0 0,0 0 1 0 0,9 0-1 0 0,5 0-1123 0 0,0 0 0 0 0,0-2-1 0 0,34-4 1 0 0,-42 3-1292 0 0,0-1 187 0 0</inkml:trace>
</inkml:ink>
</file>

<file path=ppt/ink/ink16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39:56.2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150 87 488 0 0,'-12'-29'2796'0'0,"-12"-24"2773"0"0,23 52-5230 0 0,1-2 1108 0 0,-7 149-509 0 0,-41 223-1 0 0,35-282-758 0 0,-28 125 293 0 0,38-198-381 0 0,3 10 144 0 0,1-23-230 0 0,0 0 0 0 0,0 0 0 0 0,0-1 0 0 0,0 1 0 0 0,0-1 0 0 0,0 1 0 0 0,0-1 0 0 0,0 1 0 0 0,0-1 0 0 0,1 0 0 0 0,-1 1 0 0 0,0-1 0 0 0,0 0 0 0 0,1 0 0 0 0,-1 0 0 0 0,0 0 0 0 0,0 0-1 0 0,0 0 1 0 0,1 0 0 0 0,-1-1 0 0 0,0 1 0 0 0,2-1 0 0 0,199-37 285 0 0,-36 5-2127 0 0,-155 32 978 0 0,12-2-152 0 0,-11-2-4265 0 0,-8 0 2512 0 0</inkml:trace>
</inkml:ink>
</file>

<file path=ppt/ink/ink16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39:57.0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0 218 112 0 0,'17'5'3466'0'0,"5"-9"-2916"0"0,-1 0-1 0 0,1-1 1 0 0,-1-2 0 0 0,0 0 0 0 0,0-1 0 0 0,-1-1 0 0 0,0-1 0 0 0,-1 0 0 0 0,34-26 0 0 0,-51 35-492 0 0,0-1-1 0 0,0 1 1 0 0,0-1 0 0 0,0 0 0 0 0,-1 1-1 0 0,1-1 1 0 0,0 0 0 0 0,-1 0 0 0 0,0 0-1 0 0,1 0 1 0 0,-1 0 0 0 0,0 0 0 0 0,0-1-1 0 0,0 1 1 0 0,0 0 0 0 0,-1-1 0 0 0,1 1-1 0 0,-1 0 1 0 0,1-1 0 0 0,-1 1 0 0 0,0-1 0 0 0,0-4-1 0 0,0 6-36 0 0,-1 0-1 0 0,1-1 1 0 0,-1 1-1 0 0,1-1 0 0 0,-1 1 1 0 0,0 0-1 0 0,1-1 1 0 0,-1 1-1 0 0,0 0 1 0 0,0 0-1 0 0,0-1 0 0 0,0 1 1 0 0,0 0-1 0 0,0 0 1 0 0,0 0-1 0 0,-1 0 1 0 0,1 1-1 0 0,0-1 0 0 0,0 0 1 0 0,-1 0-1 0 0,1 1 1 0 0,-1-1-1 0 0,1 1 0 0 0,0-1 1 0 0,-1 1-1 0 0,1-1 1 0 0,-1 1-1 0 0,1 0 1 0 0,-1 0-1 0 0,1 0 0 0 0,-1 0 1 0 0,1 0-1 0 0,-1 0 1 0 0,1 0-1 0 0,-1 1 1 0 0,-2 0-1 0 0,-6 0 23 0 0,-1 2-1 0 0,0 0 1 0 0,1 0 0 0 0,0 0 0 0 0,-1 2-1 0 0,2-1 1 0 0,-13 8 0 0 0,17-9-29 0 0,0 0 0 0 0,0 0 0 0 0,0 1 0 0 0,0 0 0 0 0,1 0 0 0 0,0 0 0 0 0,0 0 0 0 0,0 1 0 0 0,0 0 0 0 0,1 0 0 0 0,-1 0 1 0 0,1 0-1 0 0,1 0 0 0 0,-5 10 0 0 0,6-12-10 0 0,0-1 1 0 0,1 0 0 0 0,-1 1 0 0 0,1-1 0 0 0,-1 0-1 0 0,1 1 1 0 0,0-1 0 0 0,0 1 0 0 0,0-1-1 0 0,0 0 1 0 0,1 1 0 0 0,-1-1 0 0 0,0 1-1 0 0,1-1 1 0 0,0 0 0 0 0,-1 1 0 0 0,1-1-1 0 0,0 0 1 0 0,0 0 0 0 0,1 0 0 0 0,-1 0-1 0 0,3 4 1 0 0,-1-3-2 0 0,0-1 0 0 0,0 0 1 0 0,1 0-1 0 0,-1 0 0 0 0,0 0 0 0 0,1 0 1 0 0,-1-1-1 0 0,1 0 0 0 0,-1 1 0 0 0,1-1 0 0 0,0-1 1 0 0,0 1-1 0 0,4 0 0 0 0,6 0-2 0 0,0-1 0 0 0,1 0 0 0 0,-1-1 0 0 0,0 0 0 0 0,0-1 0 0 0,24-7 0 0 0,-12-1-4 0 0,0-1 0 0 0,-1-1 0 0 0,34-22 0 0 0,34-17-3 0 0,-91 49 6 0 0,0 1 0 0 0,1 0 0 0 0,-1 0 1 0 0,1 1-1 0 0,-1-1 0 0 0,1 1 0 0 0,-1-1 0 0 0,1 1 0 0 0,-1 0 0 0 0,1-1 0 0 0,-1 1 0 0 0,1 1 1 0 0,0-1-1 0 0,-1 0 0 0 0,1 1 0 0 0,-1-1 0 0 0,1 1 0 0 0,-1 0 0 0 0,0-1 0 0 0,1 1 0 0 0,3 3 1 0 0,0 0 0 0 0,0 1 0 0 0,0 0 1 0 0,0 1-1 0 0,-1-1 1 0 0,8 12-1 0 0,2 0 0 0 0,-12-12 1 0 0,0-1 0 0 0,1 0 0 0 0,0 0 0 0 0,0 0 0 0 0,0-1-1 0 0,0 1 1 0 0,1-1 0 0 0,-1 0 0 0 0,1 0 0 0 0,0-1 0 0 0,0 1 0 0 0,6 1 0 0 0,-6-5-2 0 0,-1 0 0 0 0,1 0 0 0 0,-1 0 1 0 0,0-1-1 0 0,1 0 0 0 0,-1 0 0 0 0,0 0 1 0 0,0 0-1 0 0,0-1 0 0 0,0 1 0 0 0,-1-1 1 0 0,1 0-1 0 0,-1 0 0 0 0,0 0 0 0 0,0-1 1 0 0,0 1-1 0 0,0-1 0 0 0,0 0 0 0 0,-1 0 0 0 0,4-8 1 0 0,1 2-3 0 0,67-108-2832 0 0,-63 104-2135 0 0,-10 9 2667 0 0</inkml:trace>
</inkml:ink>
</file>

<file path=ppt/ink/ink16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39:57.5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0 289 112 0 0,'12'-7'1160'0'0,"-9"5"-855"0"0,0 1 0 0 0,-1 0 0 0 0,1-1 1 0 0,-1 1-1 0 0,0-1 0 0 0,1 0 1 0 0,-1 0-1 0 0,0 0 0 0 0,0 0 1 0 0,0 0-1 0 0,0 0 0 0 0,2-4 0 0 0,-4 5-50 0 0,-19 17 1345 0 0,18-16-1588 0 0,0 1 0 0 0,1 0 0 0 0,-1-1 0 0 0,1 1 0 0 0,-1 0 0 0 0,1 0 0 0 0,0 0 0 0 0,-1 0 0 0 0,1 0 0 0 0,0-1 0 0 0,-1 1 0 0 0,1 0 0 0 0,0 0 0 0 0,0 0 0 0 0,0 0 0 0 0,0 0 0 0 0,0 0 0 0 0,0 0 0 0 0,0 0 0 0 0,0 0 0 0 0,0 0-1 0 0,1-1 1 0 0,-1 1 0 0 0,0 0 0 0 0,0 0 0 0 0,1 0 0 0 0,-1 0 0 0 0,1 1 0 0 0,1 0 0 0 0,-1-1-1 0 0,1 0 1 0 0,0 1-1 0 0,-1-1 1 0 0,1 0-1 0 0,0 0 0 0 0,0 0 1 0 0,0 0-1 0 0,0 0 1 0 0,0-1-1 0 0,0 1 1 0 0,2 0-1 0 0,7 1 16 0 0,-1 0 0 0 0,0-1 0 0 0,0 0 0 0 0,13-1-1 0 0,-8-1-32 0 0,0-1 0 0 0,1 0-1 0 0,-1-1 1 0 0,0-1-1 0 0,-1 0 1 0 0,1-1 0 0 0,-1-1-1 0 0,0 0 1 0 0,0-1-1 0 0,0 0 1 0 0,15-12-1 0 0,-21 13 4 0 0,-1 0-1 0 0,1 0 0 0 0,-1-1 1 0 0,-1 0-1 0 0,1 0 0 0 0,-1-1 0 0 0,0 0 1 0 0,-1 0-1 0 0,1 0 0 0 0,-2 0 0 0 0,1-1 1 0 0,-1 0-1 0 0,-1 0 0 0 0,1 0 0 0 0,-2-1 1 0 0,1 1-1 0 0,-1-1 0 0 0,1-12 0 0 0,-3 12 149 0 0,0-1-1 0 0,-1 1 0 0 0,0 0 0 0 0,-1 0 0 0 0,0 0 1 0 0,-4-12-1 0 0,6 21 88 0 0,-2 2-207 0 0,0-1 0 0 0,0 1 0 0 0,0 0 0 0 0,0 0 0 0 0,0-1 0 0 0,0 1 0 0 0,0 1 0 0 0,0-1 0 0 0,0 0 0 0 0,0 0 0 0 0,1 1 0 0 0,-1-1 0 0 0,1 1 0 0 0,-1-1 0 0 0,1 1 0 0 0,-1 0 0 0 0,1-1 0 0 0,0 1 0 0 0,0 0 0 0 0,0 0 0 0 0,0 0 0 0 0,0 0 0 0 0,0 0 0 0 0,0 3 0 0 0,-14 51 373 0 0,13-39-390 0 0,0 0-1 0 0,2 0 1 0 0,0 0 0 0 0,1 0-1 0 0,0 0 1 0 0,2 0-1 0 0,0 0 1 0 0,8 25 0 0 0,-6-26-1233 0 0,2 1 1 0 0,0-1 0 0 0,1 0 0 0 0,18 27 0 0 0,-15-30-910 0 0</inkml:trace>
</inkml:ink>
</file>

<file path=ppt/ink/ink16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39:57.8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1 147 972 0 0,'0'0'1282'0'0,"16"-16"4045"0"0,-6 4-2468 0 0,5-16 302 0 0,7-15 802 0 0,-17 22-6435 0 0,-10 1-5543 0 0,1 13 4034 0 0</inkml:trace>
</inkml:ink>
</file>

<file path=ppt/ink/ink16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39:58.1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97 11117 0 0,'1'-2'217'0'0,"0"0"0"0"0,1 0 0 0 0,-1 0-1 0 0,0 0 1 0 0,0 0 0 0 0,0 0 0 0 0,-1 0 0 0 0,1 0-1 0 0,0 0 1 0 0,-1-1 0 0 0,0 1 0 0 0,1 0 0 0 0,-1 0 0 0 0,0-1-1 0 0,0 1 1 0 0,0 0 0 0 0,0-1 0 0 0,-1 1 0 0 0,1 0 0 0 0,-1-3-1 0 0,0 3-174 0 0,1-1 0 0 0,-1 0-1 0 0,1 1 1 0 0,0-1 0 0 0,0 1-1 0 0,0-1 1 0 0,0 0-1 0 0,0 1 1 0 0,1-1 0 0 0,-1 0-1 0 0,1 1 1 0 0,-1-1-1 0 0,1 1 1 0 0,0-1 0 0 0,0 1-1 0 0,1 0 1 0 0,0-3 0 0 0</inkml:trace>
</inkml:ink>
</file>

<file path=ppt/ink/ink16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40:04.1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56 17 204 0 0,'0'0'1139'0'0,"-10"-17"4263"0"0,-28 21-4374 0 0,36-4-600 0 0,-3 0-204 0 0,24 1-159 0 0,0 0 0 0 0,28-4 0 0 0,-27 1-481 0 0,0 1-1 0 0,0 1 1 0 0,22 3 0 0 0,-16-1-3815 0 0</inkml:trace>
</inkml:ink>
</file>

<file path=ppt/ink/ink16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40:04.5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40 0 0,'2'30'5735'0'0,"0"20"-4005"0"0,7 91-1570 0 0,-7-105-326 0 0,-2-35-47 0 0,0 0 0 0 0,0 1 0 0 0,0-1 0 0 0,-1 0 0 0 0,1 1 0 0 0,0-1 1 0 0,0 0-1 0 0,-1 0 0 0 0,1 1 0 0 0,-1-1 0 0 0,1 0 0 0 0,-1 0 0 0 0,0 0 0 0 0,1 1 0 0 0,-1-1 0 0 0,0 0 1 0 0,0 0-1 0 0,0 0 0 0 0,1 0 0 0 0,-1 0 0 0 0,0-1 0 0 0,-2 2 0 0 0</inkml:trace>
</inkml:ink>
</file>

<file path=ppt/ink/ink16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40:04.8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35 168 0 0,'3'-3'67'0'0,"0"0"1"0"0,1-1-1 0 0,-1 2 0 0 0,1-1 1 0 0,0 0-1 0 0,0 1 0 0 0,0 0 1 0 0,0 0-1 0 0,0 0 0 0 0,1 0 0 0 0,-1 1 1 0 0,1-1-1 0 0,-1 1 0 0 0,1 0 1 0 0,-1 1-1 0 0,1-1 0 0 0,0 1 1 0 0,-1 0-1 0 0,1 0 0 0 0,-1 0 1 0 0,1 1-1 0 0,0-1 0 0 0,-1 1 1 0 0,5 2-1 0 0,-5 0-767 0 0</inkml:trace>
</inkml:ink>
</file>

<file path=ppt/ink/ink16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40:05.2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8 348 0 0,'0'0'572'0'0,"4"3"488"0"0,7-1-148 0 0,7-4-528 0 0,-5 0-48 0 0,-3 1-48 0 0,5-1-12 0 0,-2 2-52 0 0,-3-2-56 0 0,3 2-156 0 0,1-2-168 0 0,-3 2-216 0 0,1 0-308 0 0,5-1-1812 0 0</inkml:trace>
</inkml:ink>
</file>

<file path=ppt/ink/ink16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40:05.9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1 121 4 0 0,'10'-13'2929'0'0,"0"3"-1129"0"0,11 17-1141 0 0,2 6-182 0 0,23 16 187 0 0,-4-2 589 0 0,-41-26-719 0 0,18-31 552 0 0,-9-3-1044 0 0,25-56 0 0 0,-19 72-1982 0 0,-8 13-2108 0 0,0 2 2078 0 0</inkml:trace>
</inkml:ink>
</file>

<file path=ppt/ink/ink16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40:06.4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1 262 192 0 0,'62'-43'5250'0'0,"-61"43"-4916"0"0,4-3 1558 0 0,-5 6-979 0 0,-1 2-1128 0 0,0-4 230 0 0,1 0-1 0 0,0 0 1 0 0,0 0-1 0 0,0 1 1 0 0,-1-1 0 0 0,1 0-1 0 0,0 0 1 0 0,0 0-1 0 0,0 0 1 0 0,1 0-1 0 0,-1 0 1 0 0,0 0 0 0 0,0 0-1 0 0,1 0 1 0 0,-1 0-1 0 0,0 0 1 0 0,1 0 0 0 0,-1 0-1 0 0,1 0 1 0 0,-1 0-1 0 0,1 0 1 0 0,0 0-1 0 0,-1 0 1 0 0,1 0 0 0 0,0 0-1 0 0,0-1 1 0 0,1 2-1 0 0,1 0-4 0 0,0 0 0 0 0,0-1 0 0 0,1 1 0 0 0,-1-1 0 0 0,0 0-1 0 0,1 1 1 0 0,-1-2 0 0 0,8 2 0 0 0,1-1-52 0 0,1 0 1 0 0,0-1-1 0 0,-1 0 0 0 0,17-3 1 0 0,-22 2 14 0 0,1-1-1 0 0,-1 0 1 0 0,0 0 0 0 0,0 0 0 0 0,0-1-1 0 0,0 0 1 0 0,0-1 0 0 0,-1 0 0 0 0,1 0-1 0 0,-1 0 1 0 0,0-1 0 0 0,-1 0 0 0 0,1 0 0 0 0,8-9-1 0 0,-8 5 15 0 0,0 0-1 0 0,0 0 0 0 0,-1 0 1 0 0,0-1-1 0 0,0 0 1 0 0,-1 0-1 0 0,-1 0 0 0 0,1 0 1 0 0,1-15-1 0 0,-2-24 381 0 0,-3 46-290 0 0,0 0 1 0 0,0 1 0 0 0,-1-1 0 0 0,1 0-1 0 0,-1 0 1 0 0,1 0 0 0 0,-1 0 0 0 0,0 1-1 0 0,0-1 1 0 0,-1 0 0 0 0,1 1-1 0 0,0-1 1 0 0,-4-4 0 0 0,4 7-62 0 0,1 0-1 0 0,-1-1 1 0 0,1 1 0 0 0,-1 0 0 0 0,1 0-1 0 0,-1 0 1 0 0,1 0 0 0 0,-1-1 0 0 0,0 1-1 0 0,1 0 1 0 0,-1 0 0 0 0,1 0 0 0 0,-1 0-1 0 0,0 0 1 0 0,1 1 0 0 0,-1-1 0 0 0,1 0-1 0 0,-1 0 1 0 0,1 0 0 0 0,-1 0 0 0 0,1 1-1 0 0,-1-1 1 0 0,1 0 0 0 0,-1 0 0 0 0,1 1-1 0 0,-1-1 1 0 0,1 0 0 0 0,-1 1 0 0 0,1-1-1 0 0,-1 1 1 0 0,1-1 0 0 0,0 0 0 0 0,-1 1-1 0 0,1-1 1 0 0,0 1 0 0 0,-1-1 0 0 0,1 1-1 0 0,0-1 1 0 0,0 1 0 0 0,-1-1 0 0 0,1 1-1 0 0,0 0 1 0 0,0-1 0 0 0,0 1 0 0 0,0-1-1 0 0,0 2 1 0 0,-8 27 124 0 0,8-15-189 0 0,1 0-1 0 0,1 0 1 0 0,0 0 0 0 0,1 0-1 0 0,1-1 1 0 0,0 0 0 0 0,7 17-1 0 0,-7-20-991 0 0,2 1 0 0 0,-1-1-1 0 0,1-1 1 0 0,1 1 0 0 0,12 13-1 0 0,-8-11-1096 0 0</inkml:trace>
</inkml:ink>
</file>

<file path=ppt/ink/ink16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40:06.8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51 940 0 0,'0'0'826'0'0,"25"-11"2712"0"0,20 1-1860 0 0,77-8-1 0 0,-109 18-2075 0 0,18-2-395 0 0,-14-3-3289 0 0,-9 0 2176 0 0</inkml:trace>
</inkml:ink>
</file>

<file path=ppt/ink/ink16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40:07.1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0 700 0 0,'0'0'4192'0'0,"18"46"-1330"0"0,-16-36-2617 0 0,0 0 1 0 0,-1 1-1 0 0,0-1 0 0 0,0 1 0 0 0,-1-1 0 0 0,-3 18 1 0 0,3-21-1098 0 0,-1 0 1 0 0,-1 0-1 0 0,1 0 0 0 0,-1-1 1 0 0,0 1-1 0 0,-5 8 1 0 0,4-10-1127 0 0</inkml:trace>
</inkml:ink>
</file>

<file path=ppt/ink/ink16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40:07.4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37 0 472 0 0,'0'0'3805'0'0,"15"32"-581"0"0,-8 13-1438 0 0,-6-38-1641 0 0,1 0 0 0 0,-1-1 0 0 0,0 1 0 0 0,0 0 0 0 0,-1-1-1 0 0,0 1 1 0 0,0 0 0 0 0,-2 9 0 0 0,1-13-295 0 0,1-1 0 0 0,-1 1 0 0 0,0-1 1 0 0,0 1-1 0 0,0-1 0 0 0,0 1 0 0 0,-1-1 0 0 0,1 0 0 0 0,0 1 1 0 0,-1-1-1 0 0,0 0 0 0 0,1 0 0 0 0,-1 0 0 0 0,-3 3 0 0 0,3-4-248 0 0,0 0-1 0 0,0 0 0 0 0,-1 0 1 0 0,1-1-1 0 0,0 1 1 0 0,0 0-1 0 0,-1-1 0 0 0,1 0 1 0 0,0 1-1 0 0,0-1 0 0 0,-5 0 1 0 0,-2 0-1606 0 0</inkml:trace>
</inkml:ink>
</file>

<file path=ppt/ink/ink16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40:07.8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71 604 0 0,'16'-10'542'0'0,"2"1"-1"0"0,0 0 1 0 0,0 1 0 0 0,0 1-1 0 0,1 1 1 0 0,0 1 0 0 0,0 0-1 0 0,27-2 1 0 0,-25 4-1177 0 0,0 2-1 0 0,-1 0 1 0 0,1 2 0 0 0,31 4-1 0 0,-41-4-658 0 0</inkml:trace>
  <inkml:trace contextRef="#ctx0" brushRef="#br0" timeOffset="1">108 534 644 0 0,'13'2'608'0'0,"-1"-2"0"0"0,1 0 0 0 0,0-1-1 0 0,-1 0 1 0 0,1-1 0 0 0,-1 0 0 0 0,1-1 0 0 0,-1 0 0 0 0,0-1-1 0 0,15-7 1 0 0,-6 4-265 0 0,0 0 0 0 0,23-3 0 0 0,29-7-2955 0 0,-61 14 224 0 0,-5 2 497 0 0</inkml:trace>
</inkml:ink>
</file>

<file path=ppt/ink/ink16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40:08.1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27 152 9189 0 0,'-6'-15'563'0'0,"2"1"-1"0"0,0-1 1 0 0,1 0 0 0 0,0 0-1 0 0,1 0 1 0 0,1-21 0 0 0,-1 17 348 0 0,1 11-2121 0 0,7 19-121 0 0,-6-10 1167 0 0,1 0 0 0 0,-1 0-1 0 0,0 0 1 0 0,0 0-1 0 0,1 0 1 0 0,-1 0 0 0 0,0 0-1 0 0,0 0 1 0 0,0 0-1 0 0,0 0 1 0 0,0 0 0 0 0,0 0-1 0 0,0 0 1 0 0,0-1-1 0 0,0 1 1 0 0,-1 0 0 0 0,0 2-1 0 0,-1 8-3159 0 0,2 1 389 0 0</inkml:trace>
</inkml:ink>
</file>

<file path=ppt/ink/ink16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40:08.5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61 324 0 0,'5'6'9708'0'0,"24"-40"-7640"0"0,-13 7-9071 0 0,-13 21 4138 0 0</inkml:trace>
</inkml:ink>
</file>

<file path=ppt/ink/ink16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40:22.2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3 117 116 0 0,'-2'-28'7401'0'0,"15"68"-7061"0"0,-2 1 0 0 0,6 46-1 0 0,-7-35-149 0 0,7 42 133 0 0,18 73 288 0 0,-32-123 195 0 0,-3-32 73 0 0,0-11-466 0 0,-12-33-22 0 0,8 21-313 0 0,1-1-1 0 0,1-1 1 0 0,0 1-1 0 0,0-18 1 0 0,-5-28 27 0 0,1 17-59 0 0,2 0 1 0 0,1-67-1 0 0,14-27-44 0 0,-10 124-7 0 0,0 0 2 0 0,0 0 0 0 0,1 0 1 0 0,1 1-1 0 0,4-14 0 0 0,-6 20 6 0 0,0 2-2 0 0,0-1-1 0 0,0 0 0 0 0,-1 0 0 0 0,1 0 0 0 0,0 0 0 0 0,-1 1 1 0 0,0-1-1 0 0,0 0 0 0 0,0-6 0 0 0,0 8 19 0 0,0 0-17 0 0,3-2-5 0 0,-3 2-6 0 0,2-4-2203 0 0,3 16 2212 0 0,-4-9 22 0 0,0-4-24 0 0,5-6 9 0 0,-5 6-14 0 0,-1 2 3 0 0,3-3 8 0 0,-2 3 0 0 0,-1 0-42 0 0,-1 0 30 0 0,1 0 1 0 0,0 0-1 0 0,0 0 0 0 0,0 0 1 0 0,0 0-1 0 0,-1 0 0 0 0,1 0 1 0 0,0 1-1 0 0,0-1 0 0 0,0 0 1 0 0,0 0-1 0 0,0 0 0 0 0,-1 0 1 0 0,1 0-1 0 0,0 1 0 0 0,0-1 1 0 0,0 0-1 0 0,0 0 0 0 0,0 0 1 0 0,0 0-1 0 0,0 1 0 0 0,0-1 1 0 0,0 0-1 0 0,0 0 0 0 0,0 0 1 0 0,-1 0-1 0 0,1 1 0 0 0,0-1 1 0 0,0 0-1 0 0,0 0 0 0 0,0 0 1 0 0,1 0-1 0 0,-1 1 0 0 0,0-1 1 0 0,0 0-1 0 0,0 0 0 0 0,0 0 1 0 0,0 1-1 0 0,0-1 0 0 0,0 0 1 0 0,0 0-1 0 0,0 0 0 0 0,0 0 0 0 0,0 0 1 0 0,0 1-1 0 0,1-1 0 0 0,-1 0 1 0 0,0 0-1 0 0,0 0 0 0 0,0 0 1 0 0,0 0-1 0 0,0 0 0 0 0,1 1 1 0 0,-1-1-1 0 0,0 0 0 0 0,0 0 1 0 0,0 0-1 0 0,-3 3 78 0 0,1 0-79 0 0,2-3-46 0 0,-1 0 47 0 0,1 1 0 0 0,0-1 0 0 0,-1 0 0 0 0,1 0 0 0 0,-1 1 0 0 0,1-1 0 0 0,-1 0 0 0 0,1 0 0 0 0,0 1 0 0 0,-1-1 1 0 0,1 0-1 0 0,-1 0 0 0 0,1 0 0 0 0,-1 0 0 0 0,1 0 0 0 0,-1 0 0 0 0,1 0 0 0 0,-1 0 0 0 0,1 0 0 0 0,-1 0 0 0 0,1 0 0 0 0,0 0 0 0 0,-1 0 0 0 0,1 0 0 0 0,-2-1 0 0 0,1-4-223 0 0,-6-11-1796 0 0,8 25 249 0 0,-3-2-1136 0 0</inkml:trace>
</inkml:ink>
</file>

<file path=ppt/ink/ink16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40:31.5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 75 480 0 0,'0'0'421'0'0,"-28"-36"5853"0"0,28 36-6257 0 0,0 0 0 0 0,0-1 0 0 0,0 1 0 0 0,-1 0 0 0 0,1-1 0 0 0,0 1 0 0 0,0 0 0 0 0,0-1 0 0 0,0 1 0 0 0,0-1 0 0 0,-1 1 0 0 0,1 0 0 0 0,0-1 0 0 0,0 1 0 0 0,0-1 0 0 0,0 1 0 0 0,0 0 0 0 0,0-1 0 0 0,0 1 0 0 0,0-1 0 0 0,1 1 0 0 0,-1 0 0 0 0,0-1 0 0 0,0 1 0 0 0,0 0 0 0 0,0-1 0 0 0,0 1 0 0 0,1 0 0 0 0,-1-1 0 0 0,0 1 0 0 0,0 0 0 0 0,1-1 0 0 0,-1 1 0 0 0,0 0 0 0 0,0-1 0 0 0,1 1 0 0 0,-1 0 0 0 0,1-1 0 0 0,21-8 226 0 0,26 0-144 0 0,-47 8-84 0 0,28-2 31 0 0,0 1 0 0 0,0 1 0 0 0,53 6-1 0 0,-69-4-37 0 0,0 1-1 0 0,0 1 0 0 0,-1 0 0 0 0,1 1 0 0 0,-1 0 1 0 0,1 1-1 0 0,-1 0 0 0 0,0 1 0 0 0,-1 1 0 0 0,18 12 0 0 0,-27-17-2 0 0,1 0-1 0 0,0 0 0 0 0,-1 0 0 0 0,1 0 0 0 0,-1 1 0 0 0,0-1 0 0 0,1 1 0 0 0,-1 0 0 0 0,-1 0 0 0 0,1-1 0 0 0,0 1 1 0 0,-1 0-1 0 0,1 1 0 0 0,-1-1 0 0 0,0 0 0 0 0,0 0 0 0 0,0 1 0 0 0,0-1 0 0 0,0 6 0 0 0,-2-6 17 0 0,0 0 1 0 0,1 1-1 0 0,-1-1 0 0 0,0 0 0 0 0,0 0 0 0 0,-1 0 0 0 0,1 0 0 0 0,-1 0 0 0 0,1-1 1 0 0,-1 1-1 0 0,0 0 0 0 0,0-1 0 0 0,0 1 0 0 0,0-1 0 0 0,-1 0 0 0 0,-3 4 0 0 0,-6 2 104 0 0,0 0 0 0 0,0-1 0 0 0,0 0 0 0 0,-1-1 0 0 0,0 0 0 0 0,0-1 0 0 0,-26 7 0 0 0,13-8 122 0 0,1-1 0 0 0,0-1 0 0 0,-1-1 0 0 0,0-2 0 0 0,-46-5 0 0 0,53 4-852 0 0,47 8-6187 0 0,-18-6 4549 0 0</inkml:trace>
</inkml:ink>
</file>

<file path=ppt/ink/ink16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40:33.3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235 40 20 0 0,'-5'-9'805'0'0,"5"9"-697"0"0,-1-1 0 0 0,1 0 0 0 0,0 0 0 0 0,0 0-1 0 0,-1 0 1 0 0,1 0 0 0 0,0 1 0 0 0,-1-1-1 0 0,1 0 1 0 0,-1 0 0 0 0,1 1 0 0 0,-1-1-1 0 0,1 0 1 0 0,-1 0 0 0 0,0 1 0 0 0,1-1-1 0 0,-1 1 1 0 0,0-1 0 0 0,1 1 0 0 0,-1-1 0 0 0,0 1-1 0 0,0-1 1 0 0,0 1 0 0 0,1 0 0 0 0,-1-1-1 0 0,0 1 1 0 0,0 0 0 0 0,0 0 0 0 0,0-1-1 0 0,0 1 1 0 0,0 0 0 0 0,1 0 0 0 0,-1 0-1 0 0,0 0 1 0 0,0 0 0 0 0,0 0 0 0 0,0 1 0 0 0,0-1-1 0 0,0 0 1 0 0,-1 1 0 0 0,0 0-108 0 0,-7 4-40 0 0,5-2 50 0 0,-22 8-19 0 0,24-11 14 0 0,-12 5 20 0 0,13-5 26 0 0,-30-16-99 0 0,31 15 49 0 0,-1-1 0 0 0,1 1-1 0 0,0 0 1 0 0,-1 0 0 0 0,1 0 0 0 0,-1 0 0 0 0,1-1 0 0 0,-1 1 0 0 0,0 0 0 0 0,0 0 0 0 0,1 0 0 0 0,-1 1-1 0 0,0-1 1 0 0,0 0 0 0 0,0 0 0 0 0,0 0 0 0 0,0 0 0 0 0,0 1 0 0 0,0-1 0 0 0,0 1 0 0 0,0-1 0 0 0,0 1-1 0 0,0-1 1 0 0,-1 1 0 0 0,1-1 0 0 0,0 1 0 0 0,0 0 0 0 0,0 0 0 0 0,-1 0 0 0 0,1-1 0 0 0,0 1-1 0 0,-2 1 1 0 0,-1-1 2 0 0,1 1-1 0 0,-1-1 1 0 0,1 1-1 0 0,-1 0 1 0 0,1 1-1 0 0,-1-1 1 0 0,1 0-1 0 0,-4 3 1 0 0,6-3 5 0 0,-27 11-96 0 0,22-11 71 0 0,6 0 19 0 0,0-1-1 0 0,0 0 1 0 0,-1 0 0 0 0,1 0-1 0 0,0 0 1 0 0,0 0 0 0 0,-1 0-1 0 0,1 0 1 0 0,0 0 0 0 0,0 0 0 0 0,-1 0-1 0 0,1 0 1 0 0,0 0 0 0 0,-1 0-1 0 0,1 0 1 0 0,0 0 0 0 0,0 0-1 0 0,-1 0 1 0 0,1 0 0 0 0,0 0-1 0 0,-1 0 1 0 0,1 0 0 0 0,0 0-1 0 0,0-1 1 0 0,-1 1 0 0 0,1 0-1 0 0,0 0 1 0 0,0 0 0 0 0,0 0-1 0 0,-1-1 1 0 0,1 1 0 0 0,0 0 0 0 0,0 0-1 0 0,0-1 1 0 0,0 1 0 0 0,-1 0-1 0 0,1 0 1 0 0,0 0 0 0 0,0-1-1 0 0,0 1 1 0 0,0 0 0 0 0,0-1-1 0 0,0 1 1 0 0,0 0 0 0 0,0 0-1 0 0,0-1 1 0 0,0 1 0 0 0,0 0-1 0 0,0-1 1 0 0,-1-1 22 0 0,7-3-436 0 0</inkml:trace>
</inkml:ink>
</file>

<file path=ppt/ink/ink16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40:34.7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1 192 336 0 0,'2'-6'749'0'0,"0"0"-1"0"0,0 0 1 0 0,0 0 0 0 0,-1 0-1 0 0,0 0 1 0 0,0 0-1 0 0,0 0 1 0 0,-1 0 0 0 0,-1-12-1 0 0,1 13 241 0 0,0 4-448 0 0,1 101 1431 0 0,23 147-1122 0 0,-8-111-374 0 0,-7-68 492 0 0,-9-66-799 0 0,0-2-157 0 0,0 0 0 0 0,0 0 0 0 0,0 0 0 0 0,0-1 0 0 0,0 1 0 0 0,0 0 0 0 0,0 0 0 0 0,0 0-1 0 0,0 0 1 0 0,0 0 0 0 0,-1 0 0 0 0,1 0 0 0 0,0 0 0 0 0,0 0 0 0 0,0 0 0 0 0,0 0 0 0 0,0 0 0 0 0,0 0 0 0 0,0 0-1 0 0,0 0 1 0 0,0 0 0 0 0,-1 0 0 0 0,1 0 0 0 0,0 0 0 0 0,0 0 0 0 0,0 0 0 0 0,0 0 0 0 0,0 0 0 0 0,0 0 0 0 0,0 0-1 0 0,0 0 1 0 0,0 0 0 0 0,-1 0 0 0 0,1 0 0 0 0,0 0 0 0 0,0 0 0 0 0,0 0 0 0 0,0 0 0 0 0,0 0 0 0 0,0 0 0 0 0,0 1-1 0 0,0-1 1 0 0,0 0 0 0 0,0 0 0 0 0,0 0 0 0 0,0 0 0 0 0,0 0 0 0 0,0 0 0 0 0,-1 0 0 0 0,1 0 0 0 0,0 0 0 0 0,0 0-1 0 0,0 1 1 0 0,0-1 0 0 0,0 0 0 0 0,0 0 0 0 0,0 0 0 0 0,0 0 0 0 0,0 0 0 0 0,0 0 0 0 0,0 0 0 0 0,0 0 0 0 0,0 1-1 0 0,0-1 1 0 0,0 0 0 0 0,5-203 555 0 0,4-1-486 0 0,-9 190-92 0 0,1-1 1 0 0,0 1-1 0 0,1 0 1 0 0,0-1-1 0 0,1 1 1 0 0,1 0-1 0 0,0 0 0 0 0,1 1 1 0 0,13-25-1 0 0,-18 37 10 0 0,1 0 0 0 0,-1 0 0 0 0,1 1 0 0 0,0-1 0 0 0,-1 0 0 0 0,1 1 0 0 0,0-1 0 0 0,-1 0 0 0 0,1 1 0 0 0,0-1 0 0 0,0 1 0 0 0,0-1 0 0 0,-1 1 0 0 0,1-1 0 0 0,0 1 0 0 0,0 0 0 0 0,0-1 0 0 0,0 1 0 0 0,0 0 0 0 0,0 0 0 0 0,0 0 0 0 0,0 0-1 0 0,0 0 1 0 0,0 0 0 0 0,-1 0 0 0 0,1 0 0 0 0,2 0 0 0 0,-1 1-4 0 0,1 0 0 0 0,0 0 0 0 0,-1 0 1 0 0,1 0-1 0 0,0 1 0 0 0,-1-1 0 0 0,0 1 0 0 0,1 0 0 0 0,2 2 0 0 0,42 50-73 0 0,-44-49 76 0 0,44 58 3 0 0,-2-1 2 0 0,2-2 0 0 0,87 84 0 0 0,-123-133-7 0 0,-5-6 13 0 0,-1 1 1 0 0,1-1-1 0 0,0-1 0 0 0,0 1 0 0 0,0-1 0 0 0,0 0 1 0 0,10 4-1 0 0,-15-8 0 0 0,0-1-8 0 0,1 0 1 0 0,0 0-1 0 0,-1-1 0 0 0,1 1 1 0 0,-1-1-1 0 0,1 1 0 0 0,-1-1 1 0 0,0 0-1 0 0,0 0 0 0 0,1 1 1 0 0,-1-1-1 0 0,-1 0 0 0 0,1 0 1 0 0,0 0-1 0 0,0 0 0 0 0,0-3 1 0 0,7-41 1 0 0,-4 18 4 0 0,5-19-7 0 0,7-79 0 0 0,-4 13-10 0 0,-7 64 45 0 0,-4 35-139 0 0,0 1 1 0 0,1-1-1 0 0,0 1 1 0 0,1-1-1 0 0,6-15 1 0 0,-9 29 55 0 0,0 0 0 0 0,0-1 0 0 0,1 1 0 0 0,-1-1 0 0 0,0 1 0 0 0,1 0 1 0 0,-1 0-1 0 0,1-1 0 0 0,-1 1 0 0 0,0 0 0 0 0,1 0 0 0 0,-1-1 0 0 0,1 1 0 0 0,-1 0 1 0 0,1 0-1 0 0,-1 0 0 0 0,0 0 0 0 0,1-1 0 0 0,-1 1 0 0 0,1 0 0 0 0,-1 0 0 0 0,1 0 1 0 0,-1 0-1 0 0,1 0 0 0 0,-1 0 0 0 0,1 1 0 0 0,-1-1 0 0 0,1 0 0 0 0,-1 0 0 0 0,1 0 1 0 0,-1 0-1 0 0,0 0 0 0 0,1 1 0 0 0,-1-1 0 0 0,1 0 0 0 0,-1 0 0 0 0,0 1 0 0 0,1-1 1 0 0,-1 0-1 0 0,1 1 0 0 0,20 15-1863 0 0,-16-12 1204 0 0,17 16-4735 0 0,-13-12 2934 0 0</inkml:trace>
</inkml:ink>
</file>

<file path=ppt/ink/ink16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40:35.2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62 3 572 0 0,'-16'6'3614'0'0,"11"-2"-3407"0"0,1 1-1 0 0,0 0 1 0 0,1 0 0 0 0,-1 0 0 0 0,1 0 0 0 0,0 0-1 0 0,0 0 1 0 0,1 1 0 0 0,-1 0 0 0 0,1-1 0 0 0,1 1 0 0 0,-1 0-1 0 0,0 6 1 0 0,0 3 55 0 0,0 0 1 0 0,1 0-1 0 0,1-1 0 0 0,2 16 1 0 0,-1-25-207 0 0,0 0 0 0 0,1 0 0 0 0,0 0 0 0 0,-1-1 0 0 0,2 1 0 0 0,-1-1 0 0 0,0 1 0 0 0,1-1 0 0 0,0 0 0 0 0,0 0 0 0 0,0 0 0 0 0,0 0 0 0 0,1-1 0 0 0,0 1 0 0 0,-1-1 0 0 0,7 4 0 0 0,-1 1 38 0 0,-8-8-85 0 0,1 1 0 0 0,0-1 0 0 0,-1 1 1 0 0,1-1-1 0 0,-1 0 0 0 0,1 1 0 0 0,0-1 1 0 0,-1 0-1 0 0,1 0 0 0 0,0 0 0 0 0,-1 0 0 0 0,1-1 1 0 0,-1 1-1 0 0,1 0 0 0 0,0-1 0 0 0,-1 1 0 0 0,1-1 1 0 0,-1 0-1 0 0,1 1 0 0 0,-1-1 0 0 0,1 0 0 0 0,1-1 1 0 0,29-20 213 0 0,-26 17-121 0 0,-1-1 0 0 0,0 0 0 0 0,0 0 0 0 0,-1 0 0 0 0,0-1 0 0 0,0 1 0 0 0,0-1 1 0 0,-1 0-1 0 0,0 0 0 0 0,0 0 0 0 0,0-1 0 0 0,-1 1 0 0 0,0 0 0 0 0,-1-1 0 0 0,0 0 1 0 0,0 1-1 0 0,-1-1 0 0 0,0 0 0 0 0,0 1 0 0 0,0-1 0 0 0,-1 0 0 0 0,0 1 0 0 0,-1-1 1 0 0,0 1-1 0 0,0-1 0 0 0,-1 1 0 0 0,1 0 0 0 0,-6-9 0 0 0,-9-2-852 0 0,17 17 623 0 0,-1 1 0 0 0,1 0 0 0 0,0 0-1 0 0,-1 0 1 0 0,1 0 0 0 0,0 0 0 0 0,-1-1 0 0 0,1 1-1 0 0,-1 0 1 0 0,1 0 0 0 0,0 0 0 0 0,-1 0 0 0 0,1 0 0 0 0,0 0-1 0 0,-1 0 1 0 0,1 0 0 0 0,0 0 0 0 0,-1 0 0 0 0,1 0-1 0 0,-1 0 1 0 0,1 1 0 0 0,0-1 0 0 0,-1 0 0 0 0,1 0 0 0 0,0 0-1 0 0,-1 0 1 0 0,1 1 0 0 0,0-1 0 0 0,-1 0 0 0 0,1 0-1 0 0,0 1 1 0 0,0-1 0 0 0,-1 0 0 0 0,1 0 0 0 0,0 1 0 0 0,0-1-1 0 0,0 0 1 0 0,-1 1 0 0 0,1-1 0 0 0,0 0 0 0 0,0 1-1 0 0,0-1 1 0 0,0 0 0 0 0,0 1 0 0 0,-1-1 0 0 0,1 1-1 0 0,0-1 1 0 0,0 0 0 0 0,0 1 0 0 0,0-1 0 0 0,0 0 0 0 0,0 1-1 0 0,0-1 1 0 0,1 1 0 0 0,-1-1 0 0 0,0 0 0 0 0,0 1-1 0 0,0-1 1 0 0,0 0 0 0 0,0 1 0 0 0,1-1 0 0 0</inkml:trace>
</inkml:ink>
</file>

<file path=ppt/ink/ink16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40:35.7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 30 396 0 0,'0'0'1229'0'0,"-4"48"1660"0"0,4-37-2475 0 0,1 0 1 0 0,0 0 0 0 0,1 0 0 0 0,0 0-1 0 0,7 20 1 0 0,-8-27-333 0 0,0 0 1 0 0,1-1-1 0 0,-1 1 1 0 0,1 0-1 0 0,0-1 1 0 0,0 1-1 0 0,1-1 1 0 0,-1 0 0 0 0,1 0-1 0 0,-1 0 1 0 0,1 0-1 0 0,0 0 1 0 0,0 0-1 0 0,0-1 1 0 0,1 0-1 0 0,-1 1 1 0 0,1-1-1 0 0,-1 0 1 0 0,5 1-1 0 0,-5-2 1 0 0,0-1-1 0 0,1 0 1 0 0,-1 1 0 0 0,0-1 0 0 0,0 0-1 0 0,1-1 1 0 0,-1 1 0 0 0,0-1-1 0 0,0 1 1 0 0,1-1 0 0 0,-1 0-1 0 0,0 0 1 0 0,0 0 0 0 0,0-1-1 0 0,0 1 1 0 0,0-1 0 0 0,-1 1-1 0 0,1-1 1 0 0,0 0 0 0 0,-1 0-1 0 0,1 0 1 0 0,-1-1 0 0 0,0 1-1 0 0,1-1 1 0 0,-1 1 0 0 0,0-1 0 0 0,-1 0-1 0 0,1 1 1 0 0,0-1 0 0 0,-1 0-1 0 0,0 0 1 0 0,2-5 0 0 0,0 2 82 0 0,0-1 0 0 0,-1 0 0 0 0,1 0 0 0 0,-1 0 0 0 0,-1 0 0 0 0,1-1 1 0 0,-1 1-1 0 0,-1 0 0 0 0,1-1 0 0 0,-1 1 0 0 0,0 0 0 0 0,-1-1 0 0 0,-2-10 1 0 0,-15-41 298 0 0,17 58-808 0 0,3 17-8693 0 0,-2-13 6349 0 0</inkml:trace>
</inkml:ink>
</file>

<file path=ppt/ink/ink16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40:36.4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93 548 0 0,'0'0'2188'0'0,"14"16"454"0"0,-12 22-433 0 0,-1-29-1795 0 0,0 1 0 0 0,-1-1 0 0 0,0 1 0 0 0,-2 16 0 0 0,-2 48 1408 0 0,4-70-764 0 0,0-6-414 0 0,0-14-212 0 0,1-24-303 0 0,1 28-97 0 0,0 0 0 0 0,1 1 0 0 0,1-1 0 0 0,0 1 0 0 0,0 0 0 0 0,1 0 0 0 0,0 0 0 0 0,1 0 0 0 0,0 1 1 0 0,12-15-1 0 0,-17 24-33 0 0,-1 1 1 0 0,1-1 0 0 0,-1 1-1 0 0,1 0 1 0 0,-1-1 0 0 0,1 1-1 0 0,0 0 1 0 0,-1 0 0 0 0,1-1-1 0 0,-1 1 1 0 0,1 0 0 0 0,0 0 0 0 0,-1 0-1 0 0,1 0 1 0 0,-1-1 0 0 0,1 1-1 0 0,0 0 1 0 0,-1 0 0 0 0,1 0-1 0 0,0 1 1 0 0,-1-1 0 0 0,1 0-1 0 0,-1 0 1 0 0,1 0 0 0 0,0 0-1 0 0,-1 0 1 0 0,1 1 0 0 0,-1-1 0 0 0,1 0-1 0 0,-1 1 1 0 0,2 0 0 0 0,16 11-17 0 0,-16-10 8 0 0,8 7 19 0 0,0 0-1 0 0,-1 1 1 0 0,11 15 0 0 0,-15-17-11 0 0,1-1 0 0 0,0 0 0 0 0,0 1 0 0 0,1-2 0 0 0,0 1 1 0 0,0-1-1 0 0,1 0 0 0 0,-1-1 0 0 0,11 6 0 0 0,-10-7-2 0 0,-1-1 1 0 0,1 0-1 0 0,0 0 0 0 0,0-1 0 0 0,0 0 0 0 0,0-1 0 0 0,0 0 1 0 0,13 1-1 0 0,-16-3 16 0 0,-1 1 0 0 0,0-1 0 0 0,0 0 0 0 0,0 0 0 0 0,0 0 0 0 0,0 0 0 0 0,-1-1 0 0 0,1 1 0 0 0,0-1 0 0 0,-1 0 0 0 0,1-1 0 0 0,-1 1 0 0 0,1 0 0 0 0,-1-1 0 0 0,0 0 0 0 0,0 0 1 0 0,0 0-1 0 0,-1 0 0 0 0,5-6 0 0 0,2-4 295 0 0,-1-1 0 0 0,-1 1 0 0 0,0-1 0 0 0,-1-1 1 0 0,-1 1-1 0 0,0-1 0 0 0,-1 0 0 0 0,0 0 0 0 0,-2 0 1 0 0,1-1-1 0 0,-1-17 0 0 0,-3 18-2082 0 0,-5 17-2495 0 0,-9 8-765 0 0,8-8 1128 0 0</inkml:trace>
</inkml:ink>
</file>

<file path=ppt/ink/ink16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40:38.7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118 85 460 0 0,'-25'-74'8296'0'0,"26"109"-7558"0"0,18 194 844 0 0,-17-213-1468 0 0,-1-10-6 0 0,-1 0 1 0 0,1-1-1 0 0,-1 1 0 0 0,0 0 0 0 0,-1-1 1 0 0,1 1-1 0 0,-1 0 0 0 0,-2 6 0 0 0,3-11 334 0 0,-4-4-322 0 0,-5-3-60 0 0,1-2-1 0 0,0 1 0 0 0,0-1 0 0 0,1 0 0 0 0,0-1 0 0 0,0 1 1 0 0,1-2-1 0 0,0 1 0 0 0,0 0 0 0 0,1-1 0 0 0,1 0 0 0 0,-6-16 1 0 0,7 18-52 0 0,0-1 0 0 0,0 1 0 0 0,1 0 0 0 0,0-1 1 0 0,1 1-1 0 0,0-1 0 0 0,0 1 0 0 0,1-1 0 0 0,0 1 1 0 0,0-1-1 0 0,1 0 0 0 0,0 1 0 0 0,1-1 0 0 0,0 1 1 0 0,0 0-1 0 0,0-1 0 0 0,5-8 0 0 0,-4 13-8 0 0,-1 0-1 0 0,1 0 1 0 0,0 0-1 0 0,0 0 0 0 0,0 1 1 0 0,1-1-1 0 0,-1 1 1 0 0,1 0-1 0 0,0 0 0 0 0,-1 0 1 0 0,1 1-1 0 0,1-1 1 0 0,-1 1-1 0 0,0 0 1 0 0,1 0-1 0 0,-1 0 0 0 0,1 1 1 0 0,-1 0-1 0 0,1-1 1 0 0,0 2-1 0 0,-1-1 1 0 0,6 0-1 0 0,-4 1-1 0 0,0 1 1 0 0,0 0-1 0 0,0-1 1 0 0,-1 2-1 0 0,1-1 1 0 0,0 1-1 0 0,-1 0 0 0 0,1 0 1 0 0,-1 0-1 0 0,1 1 1 0 0,-1 0-1 0 0,0 0 1 0 0,0 0-1 0 0,-1 1 1 0 0,1 0-1 0 0,-1 0 0 0 0,7 6 1 0 0,7 12 5 0 0,0 1 0 0 0,-2 0-1 0 0,0 1 1 0 0,-2 1 0 0 0,-1 0 0 0 0,0 1 0 0 0,-2 1 0 0 0,12 45 0 0 0,-21-67-4 0 0,-1 1 0 0 0,1-1 1 0 0,-2 1-1 0 0,1-1 1 0 0,0 1-1 0 0,-1 0 1 0 0,0-1-1 0 0,-1 1 0 0 0,1-1 1 0 0,-1 1-1 0 0,0 0 1 0 0,0-1-1 0 0,-1 1 0 0 0,0-1 1 0 0,0 0-1 0 0,0 0 1 0 0,0 1-1 0 0,-1-2 1 0 0,0 1-1 0 0,0 0 0 0 0,0 0 1 0 0,-1-1-1 0 0,1 0 1 0 0,-7 6-1 0 0,4-5-1 0 0,0-1 1 0 0,0 0-1 0 0,-1 0 0 0 0,1 0 0 0 0,-1-1 1 0 0,0 0-1 0 0,0-1 0 0 0,0 1 1 0 0,0-1-1 0 0,0-1 0 0 0,-1 1 0 0 0,1-1 1 0 0,0 0-1 0 0,-1-1 0 0 0,1 0 0 0 0,-1 0 1 0 0,1-1-1 0 0,-9-1 0 0 0,12 2-107 0 0,0-1 1 0 0,0 0-1 0 0,0 0 0 0 0,0 0 0 0 0,0 0 0 0 0,0-1 1 0 0,-5-2-1 0 0,8 3-110 0 0,1 1 1 0 0,-1-1 0 0 0,1 0 0 0 0,-1 1 0 0 0,0-1-1 0 0,1 0 1 0 0,-1 0 0 0 0,1 1 0 0 0,-1-1-1 0 0,1 0 1 0 0,0 0 0 0 0,-1 0 0 0 0,1 0 0 0 0,0 0-1 0 0,0 1 1 0 0,-1-1 0 0 0,1 0 0 0 0,0 0 0 0 0,0 0-1 0 0,0 0 1 0 0,0 0 0 0 0,0 0 0 0 0,0 0-1 0 0,1 0 1 0 0,-1 0 0 0 0,0 1 0 0 0,0-1 0 0 0,1 0-1 0 0,-1 0 1 0 0,0 0 0 0 0,1 0 0 0 0,-1 1-1 0 0,1-1 1 0 0,-1 0 0 0 0,1 0 0 0 0,-1 1 0 0 0,2-2-1 0 0,3-5-2326 0 0</inkml:trace>
</inkml:ink>
</file>

<file path=ppt/ink/ink16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40:39.4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1 492 460 0 0,'0'0'1385'0'0,"3"-1"-694"0"0,9-6-181 0 0,-1 1 0 0 0,0-2 1 0 0,0 0-1 0 0,-1 0 1 0 0,0-1-1 0 0,-1 0 0 0 0,0-1 1 0 0,0 0-1 0 0,-1 0 1 0 0,0-1-1 0 0,-1 0 0 0 0,7-13 1 0 0,-16 27-453 0 0,0 0-1 0 0,-1 1 1 0 0,2-1 0 0 0,-1 0 0 0 0,0 1-1 0 0,1-1 1 0 0,0 1 0 0 0,-1 0 0 0 0,1-1-1 0 0,1 1 1 0 0,-1 0 0 0 0,0 0 0 0 0,1-1-1 0 0,0 1 1 0 0,0 0 0 0 0,0 0 0 0 0,1 0-1 0 0,-1-1 1 0 0,1 1 0 0 0,2 7 0 0 0,0-6-52 0 0,1 1 1 0 0,0-1 0 0 0,0 0 0 0 0,1 0 0 0 0,-1-1-1 0 0,1 1 1 0 0,0-1 0 0 0,1 0 0 0 0,-1 0-1 0 0,1 0 1 0 0,-1-1 0 0 0,1 0 0 0 0,0 0 0 0 0,0-1-1 0 0,1 1 1 0 0,-1-1 0 0 0,0-1 0 0 0,1 1 0 0 0,-1-1-1 0 0,1 0 1 0 0,-1 0 0 0 0,1-1 0 0 0,0 0 0 0 0,6-1-1 0 0,5 0-1 0 0,0 0-1 0 0,0-2 0 0 0,0 0 0 0 0,0-1 0 0 0,0-1 1 0 0,-1 0-1 0 0,28-13 0 0 0,-35 13-5 0 0,0-1 1 0 0,-1 1-1 0 0,1-2 0 0 0,-1 1 1 0 0,-1-1-1 0 0,1-1 1 0 0,-1 0-1 0 0,0 0 0 0 0,-1 0 1 0 0,0-1-1 0 0,0 0 0 0 0,-1 0 1 0 0,0-1-1 0 0,-1 0 1 0 0,0 0-1 0 0,6-16 0 0 0,-6 8 24 0 0,-1 0-1 0 0,0-1 1 0 0,-1 1-1 0 0,-1-1 0 0 0,-1 1 1 0 0,-1-1-1 0 0,0 1 1 0 0,-2-1-1 0 0,-4-23 0 0 0,4 30 170 0 0,0 1 0 0 0,-2 0-1 0 0,1 0 1 0 0,-1 0 0 0 0,-1 0-1 0 0,0 0 1 0 0,0 1 0 0 0,-9-12-1 0 0,14 22-175 0 0,0-1 0 0 0,-1 1 0 0 0,1-1 0 0 0,0 1 0 0 0,0 0 0 0 0,-1-1 0 0 0,1 1 0 0 0,0 0 0 0 0,-1 0 0 0 0,1-1 0 0 0,0 1 0 0 0,-1 0 0 0 0,1 0 0 0 0,0 0 0 0 0,-1-1 0 0 0,1 1 0 0 0,-1 0 0 0 0,1 0 1 0 0,0 0-1 0 0,-1 0 0 0 0,1 0 0 0 0,-1 0 0 0 0,1 0 0 0 0,-1 0 0 0 0,1 0 0 0 0,0 0 0 0 0,-1 0 0 0 0,1 0 0 0 0,-1 0 0 0 0,1 0 0 0 0,-1 0 0 0 0,1 0 0 0 0,0 0 0 0 0,-1 0 0 0 0,1 1 0 0 0,-1-1 0 0 0,-13 16 197 0 0,-3 22-33 0 0,10-8-53 0 0,1 0 1 0 0,2 0 0 0 0,1 1 0 0 0,1 0 0 0 0,1-1 0 0 0,5 35-1 0 0,3-2 208 0 0,30 118 0 0 0,-29-156-284 0 0,-6-19-149 0 0,1 0 0 0 0,-2 0 0 0 0,1 1 0 0 0,-1-1 0 0 0,1 11 0 0 0,7-31-9085 0 0,-6 4 6168 0 0</inkml:trace>
</inkml:ink>
</file>

<file path=ppt/ink/ink16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40:39.7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59 156 0 0,'9'-2'812'0'0,"5"-4"-36"0"0,-1 0-44 0 0,6 3-80 0 0,1-4-52 0 0,-1 2-76 0 0,6 0-48 0 0,4-1-52 0 0,-3 3-132 0 0,1 0-263 0 0,6-1-266 0 0,-6 2-639 0 0,2-3-944 0 0,1 3 420 0 0</inkml:trace>
</inkml:ink>
</file>

<file path=ppt/ink/ink16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40:41.3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93 61 8 0 0,'-12'-14'4940'0'0,"4"10"-172"0"0,1 31-4435 0 0,1 1 0 0 0,1-1 0 0 0,-3 51 0 0 0,2 84 381 0 0,6-133 327 0 0,-21-79-723 0 0,15 25-267 0 0,1-1 0 0 0,1 0 0 0 0,1 0 1 0 0,2 0-1 0 0,1-33 0 0 0,0 54-42 0 0,2-40 23 0 0,9-52-1 0 0,-11 96-32 0 0,0 1 0 0 0,0-1 0 0 0,0 1-1 0 0,0 0 1 0 0,0-1 0 0 0,0 1 0 0 0,0 0-1 0 0,0 0 1 0 0,0-1 0 0 0,0 1 0 0 0,0 0-1 0 0,0 0 1 0 0,0-1 0 0 0,0 1 0 0 0,1 0-1 0 0,-1 0 1 0 0,0-1 0 0 0,0 1-1 0 0,0 0 1 0 0,0 0 0 0 0,1-1 0 0 0,-1 1-1 0 0,0 0 1 0 0,0 0 0 0 0,0 0 0 0 0,1-1-1 0 0,-1 1 1 0 0,0 0 0 0 0,0 0 0 0 0,1 0-1 0 0,-1 0 1 0 0,0 0 0 0 0,0-1-1 0 0,1 1 1 0 0,-1 0 0 0 0,0 0 0 0 0,0 0-1 0 0,1 0 1 0 0,-1 0 0 0 0,0 0 0 0 0,1 0-1 0 0,-1 0 1 0 0,0 0 0 0 0,0 0 0 0 0,1 0-1 0 0,-1 0 1 0 0,15 11 1 0 0,7 19 22 0 0,-8 2-33 0 0,1-1 0 0 0,2 0 1 0 0,1-1-1 0 0,2-1 1 0 0,0-1-1 0 0,2 0 1 0 0,1-2-1 0 0,1 0 1 0 0,2-2-1 0 0,0-1 0 0 0,35 24 1 0 0,-59-46 10 0 0,0 0 0 0 0,0 0 1 0 0,0-1-1 0 0,0 1 0 0 0,0 0 1 0 0,0-1-1 0 0,0 1 0 0 0,0-1 0 0 0,0 0 1 0 0,0 1-1 0 0,0-1 0 0 0,0 0 0 0 0,0 0 1 0 0,0-1-1 0 0,1 1 0 0 0,-1 0 1 0 0,0-1-1 0 0,0 1 0 0 0,0-1 0 0 0,0 0 1 0 0,0 0-1 0 0,0 1 0 0 0,-1-1 0 0 0,1-1 1 0 0,0 1-1 0 0,0 0 0 0 0,-1 0 0 0 0,1-1 1 0 0,0 1-1 0 0,-1-1 0 0 0,2-1 1 0 0,2-3 7 0 0,1 0 0 0 0,-1 0 1 0 0,-1-1-1 0 0,1 1 0 0 0,6-15 1 0 0,-4 4 38 0 0,0-1 1 0 0,-1 1 0 0 0,-2-1 0 0 0,1 0 0 0 0,-2-1 0 0 0,1-20 0 0 0,-1-27-3730 0 0,21 79-1762 0 0,-17-11 2856 0 0</inkml:trace>
</inkml:ink>
</file>

<file path=ppt/ink/ink16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40:41.8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104 33 156 0 0,'0'0'98'0'0,"0"0"0"0"0,-1-1 0 0 0,1 1 0 0 0,-1-1 0 0 0,1 1-1 0 0,0 0 1 0 0,-1 0 0 0 0,1-1 0 0 0,-1 1 0 0 0,1 0 0 0 0,-1 0 0 0 0,1-1 0 0 0,-1 1 0 0 0,1 0 0 0 0,-1 0-1 0 0,1 0 1 0 0,-1 0 0 0 0,1 0 0 0 0,-1 0 0 0 0,1 0 0 0 0,-1 0 0 0 0,0 0 0 0 0,1 0 0 0 0,-1 0 0 0 0,1 0 0 0 0,-1 0-1 0 0,1 0 1 0 0,-1 0 0 0 0,1 0 0 0 0,-1 1 0 0 0,0-1 0 0 0,-20 16 1145 0 0,-10 22-98 0 0,26-29-965 0 0,0-1 0 0 0,1 1 0 0 0,0 0 0 0 0,0 0 0 0 0,1 0 0 0 0,1 1 0 0 0,-1-1 1 0 0,2 1-1 0 0,-2 13 0 0 0,2-18-133 0 0,1-1 0 0 0,0 1 0 0 0,0-1 0 0 0,0 1 0 0 0,0 0 0 0 0,1-1 0 0 0,0 1 0 0 0,0-1 0 0 0,0 1 0 0 0,1-1 0 0 0,-1 0 0 0 0,1 0 0 0 0,0 0 0 0 0,0 1 0 0 0,0-2 0 0 0,1 1 0 0 0,0 0 0 0 0,-1 0 0 0 0,1-1 0 0 0,1 0 0 0 0,-1 1 0 0 0,4 2 0 0 0,-5-5-11 0 0,1 1-1 0 0,-1-1 1 0 0,0 0-1 0 0,1 1 1 0 0,-1-1-1 0 0,1-1 1 0 0,-1 1-1 0 0,1 0 1 0 0,0-1-1 0 0,-1 1 1 0 0,1-1-1 0 0,0 0 1 0 0,0 0-1 0 0,-1 0 1 0 0,1 0-1 0 0,0 0 1 0 0,-1 0-1 0 0,1-1 1 0 0,0 1-1 0 0,-1-1 1 0 0,1 0-1 0 0,-1 0 0 0 0,1 0 1 0 0,-1 0-1 0 0,1-1 1 0 0,-1 1-1 0 0,0 0 1 0 0,1-1-1 0 0,-1 0 1 0 0,0 1-1 0 0,0-1 1 0 0,0 0-1 0 0,-1 0 1 0 0,1 0-1 0 0,2-3 1 0 0,-1 0 54 0 0,0 1 1 0 0,1-1-1 0 0,-2 0 1 0 0,1 0-1 0 0,-1 0 0 0 0,1 0 1 0 0,-1 0-1 0 0,-1 0 1 0 0,1-1-1 0 0,-1 1 1 0 0,0-1-1 0 0,0 1 1 0 0,0-1-1 0 0,-1 1 0 0 0,0-1 1 0 0,-1-6-1 0 0,-1-4 125 0 0,-2-4 167 0 0,0 1 0 0 0,-12-36-1 0 0,15 51-356 0 0,-1 0 0 0 0,0 0-1 0 0,0 0 1 0 0,0 0-1 0 0,0 0 1 0 0,0 1 0 0 0,-1-1-1 0 0,0 1 1 0 0,0-1-1 0 0,0 1 1 0 0,0 0 0 0 0,0 0-1 0 0,-1 0 1 0 0,1 1-1 0 0,-1-1 1 0 0,0 1 0 0 0,0 0-1 0 0,-7-3 1 0 0,10 5-314 0 0,-28 19-3123 0 0,23-9-1297 0 0,4-5 2013 0 0</inkml:trace>
</inkml:ink>
</file>

<file path=ppt/ink/ink16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40:42.3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36 440 0 0,'0'0'3156'0'0,"0"4"-2778"0"0,2 13 160 0 0,0 1-1 0 0,1 0 0 0 0,10 30 0 0 0,-12-43-460 0 0,1 0-1 0 0,0 0 0 0 0,0 0 0 0 0,1 0 0 0 0,-1-1 0 0 0,1 1 0 0 0,0-1 0 0 0,1 0 0 0 0,-1 1 0 0 0,1-2 0 0 0,-1 1 0 0 0,1 0 0 0 0,0-1 0 0 0,1 1 0 0 0,-1-1 1 0 0,1 0-1 0 0,9 4 0 0 0,-12-6 6 0 0,1 0 1 0 0,-1 0 0 0 0,1 0-1 0 0,-1-1 1 0 0,1 1 0 0 0,0-1-1 0 0,-1 0 1 0 0,1 1 0 0 0,0-1-1 0 0,-1 0 1 0 0,1-1 0 0 0,0 1-1 0 0,-1 0 1 0 0,1-1 0 0 0,0 1-1 0 0,-1-1 1 0 0,1 0 0 0 0,-1 0-1 0 0,1 0 1 0 0,3-2 0 0 0,-3 0 68 0 0,1 0-1 0 0,-1 0 1 0 0,0 0 0 0 0,0 0 0 0 0,0-1 0 0 0,0 1 0 0 0,0-1 0 0 0,-1 0-1 0 0,0 1 1 0 0,0-1 0 0 0,3-6 0 0 0,0-3 197 0 0,-1 0 0 0 0,0-1 0 0 0,-1 0 1 0 0,0 0-1 0 0,-1 0 0 0 0,0-23 0 0 0,-3-5 432 0 0,1 35-3755 0 0</inkml:trace>
</inkml:ink>
</file>

<file path=ppt/ink/ink16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40:42.9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47 33 24 0 0,'-4'35'4300'0'0,"-25"113"510"0"0,19-115-3754 0 0,10-33-1040 0 0,0 0 1 0 0,0 0-1 0 0,0-1 0 0 0,0 1 1 0 0,0 0-1 0 0,0 0 0 0 0,0 0 1 0 0,0 0-1 0 0,0 0 0 0 0,0 0 1 0 0,0 0-1 0 0,0 0 0 0 0,0 0 1 0 0,-1 0-1 0 0,1 0 0 0 0,0 0 1 0 0,0 0-1 0 0,0-1 1 0 0,0 1-1 0 0,0 0 0 0 0,0 0 1 0 0,0 0-1 0 0,0 0 0 0 0,0 0 1 0 0,0 0-1 0 0,0 0 0 0 0,0 0 1 0 0,0 0-1 0 0,0 0 0 0 0,0 0 1 0 0,0 0-1 0 0,-1 0 0 0 0,1 0 1 0 0,0 0-1 0 0,0 0 0 0 0,0 0 1 0 0,0 0-1 0 0,0 0 0 0 0,0 0 1 0 0,0 0-1 0 0,0 0 0 0 0,0 0 1 0 0,0 0-1 0 0,0 0 0 0 0,-1 0 1 0 0,1 0-1 0 0,0 0 0 0 0,0 0 1 0 0,0 0-1 0 0,0 0 1 0 0,0 0-1 0 0,0 0 0 0 0,4-23 282 0 0,-2 8-255 0 0,2 0 1 0 0,0 0-1 0 0,0 0 1 0 0,1 1-1 0 0,1 0 1 0 0,1 0 0 0 0,0 0-1 0 0,1 0 1 0 0,0 1-1 0 0,1 1 1 0 0,12-14-1 0 0,-20 25-43 0 0,0 1-1 0 0,0-1 0 0 0,-1 1 1 0 0,1 0-1 0 0,0 0 0 0 0,0 0 1 0 0,0 0-1 0 0,0-1 0 0 0,0 1 1 0 0,0 0-1 0 0,0 0 0 0 0,0 1 0 0 0,0-1 1 0 0,0 0-1 0 0,0 0 0 0 0,-1 0 1 0 0,1 1-1 0 0,0-1 0 0 0,0 0 1 0 0,0 1-1 0 0,0-1 0 0 0,-1 1 1 0 0,1-1-1 0 0,0 1 0 0 0,0-1 1 0 0,-1 1-1 0 0,1 0 0 0 0,0-1 0 0 0,-1 1 1 0 0,1 0-1 0 0,0-1 0 0 0,-1 1 1 0 0,1 0-1 0 0,-1 0 0 0 0,0 0 1 0 0,1-1-1 0 0,0 2 0 0 0,18 32 20 0 0,-13-18-23 0 0,2 0-1 0 0,0 0 1 0 0,1-1-1 0 0,0 0 1 0 0,1-1-1 0 0,17 19 1 0 0,-24-30 21 0 0,0 0 0 0 0,0 0 0 0 0,0 0 0 0 0,0 0 0 0 0,1-1 0 0 0,-1 0 0 0 0,1 1 1 0 0,-1-1-1 0 0,1 0 0 0 0,0-1 0 0 0,0 1 0 0 0,0-1 0 0 0,0 0 0 0 0,0 0 0 0 0,1 0 0 0 0,-1 0 1 0 0,0-1-1 0 0,0 1 0 0 0,1-1 0 0 0,-1 0 0 0 0,0-1 0 0 0,0 1 0 0 0,0-1 0 0 0,1 1 1 0 0,-1-1-1 0 0,0-1 0 0 0,0 1 0 0 0,0-1 0 0 0,0 1 0 0 0,0-1 0 0 0,-1 0 0 0 0,6-4 0 0 0,2-2 199 0 0,-1-1-1 0 0,0 0 1 0 0,-1-1-1 0 0,0 0 1 0 0,-1 0-1 0 0,0-1 1 0 0,0 0-1 0 0,-1 0 1 0 0,0-1-1 0 0,-1 0 1 0 0,-1 0-1 0 0,0-1 1 0 0,-1 1-1 0 0,0-1 1 0 0,4-21-1 0 0,-8 33-272 0 0,0 0 0 0 0,1 0 0 0 0,-1 0 0 0 0,0 0-1 0 0,1 0 1 0 0,-1 0 0 0 0,0 0 0 0 0,0 0 0 0 0,0 0 0 0 0,0 0 0 0 0,0 0 0 0 0,0 0-1 0 0,0 0 1 0 0,0 0 0 0 0,-1 0 0 0 0,1 0 0 0 0,0 0 0 0 0,-1 0 0 0 0,1 0-1 0 0,0 0 1 0 0,-1 0 0 0 0,1 1 0 0 0,-1-1 0 0 0,1 0 0 0 0,-1 0 0 0 0,0 0 0 0 0,1 0-1 0 0,-2 0 1 0 0,-29-3-7503 0 0,14 5 3827 0 0</inkml:trace>
</inkml:ink>
</file>

<file path=ppt/ink/ink16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40:45.4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96 76 268 0 0,'0'0'1233'0'0,"-20"-18"3581"0"0,20 18-4753 0 0,-1 0 0 0 0,1 0 0 0 0,0-1 0 0 0,-1 1 0 0 0,1 0 0 0 0,0 0 0 0 0,-1 0 1 0 0,1 0-1 0 0,0 0 0 0 0,0 0 0 0 0,-1 0 0 0 0,1 0 0 0 0,0 0 0 0 0,-1 0 0 0 0,1 0 0 0 0,0 0 1 0 0,-1 1-1 0 0,1-1 0 0 0,0 0 0 0 0,-1 0 0 0 0,1 0 0 0 0,0 0 0 0 0,0 0 0 0 0,-1 1 1 0 0,1-1-1 0 0,0 0 0 0 0,0 0 0 0 0,-1 0 0 0 0,1 1 0 0 0,0-1 0 0 0,0 0 0 0 0,-1 0 0 0 0,1 1 1 0 0,0-1-1 0 0,0 0 0 0 0,0 1 0 0 0,0-1 0 0 0,0 0 0 0 0,-1 0 0 0 0,1 1 0 0 0,0-1 1 0 0,0 0-1 0 0,0 1 0 0 0,0-1 0 0 0,0 0 0 0 0,0 1 0 0 0,-5 30 743 0 0,3 43-977 0 0,2-66 412 0 0,0 19-168 0 0,7 199 645 0 0,-8-180-349 0 0,1-44-274 0 0,-13-24 473 0 0,-15-110-412 0 0,9-13-162 0 0,17 133-1 0 0,1 0 0 0 0,0 0 0 0 0,2 0-1 0 0,-1 0 1 0 0,1 0 0 0 0,1 0 0 0 0,5-21 0 0 0,-6 29 7 0 0,0 1-1 0 0,1-1 0 0 0,0 1 1 0 0,-1-1-1 0 0,1 1 1 0 0,0 0-1 0 0,1 0 1 0 0,-1 0-1 0 0,1 0 1 0 0,-1 0-1 0 0,1 0 0 0 0,0 1 1 0 0,0-1-1 0 0,0 1 1 0 0,0 0-1 0 0,0 0 1 0 0,1 0-1 0 0,-1 0 1 0 0,1 0-1 0 0,-1 1 0 0 0,1 0 1 0 0,-1 0-1 0 0,1 0 1 0 0,0 0-1 0 0,0 0 1 0 0,0 1-1 0 0,-1-1 1 0 0,1 1-1 0 0,5 1 0 0 0,0-1-7 0 0,1 0 0 0 0,0 1 0 0 0,0 1 0 0 0,0-1 0 0 0,0 2 0 0 0,-1-1-1 0 0,1 2 1 0 0,15 6 0 0 0,-21-8 2 0 0,1 1 0 0 0,-1-1 0 0 0,1 1 1 0 0,-1 0-1 0 0,0 1 0 0 0,0-1 0 0 0,-1 1 0 0 0,1-1 0 0 0,-1 1 0 0 0,1 0 0 0 0,-1 0 0 0 0,-1 1 0 0 0,1-1 1 0 0,0 1-1 0 0,-1-1 0 0 0,0 1 0 0 0,0 0 0 0 0,2 8 0 0 0,-4-11 6 0 0,0 0 0 0 0,0 0-1 0 0,0 0 1 0 0,0 1 0 0 0,-1-1 0 0 0,1 0-1 0 0,-1 0 1 0 0,1 0 0 0 0,-1 0 0 0 0,1 0 0 0 0,-1 0-1 0 0,0 0 1 0 0,0 0 0 0 0,0 0 0 0 0,0 0-1 0 0,-1 0 1 0 0,1 0 0 0 0,0-1 0 0 0,-1 1-1 0 0,1-1 1 0 0,-1 1 0 0 0,0-1 0 0 0,1 1 0 0 0,-1-1-1 0 0,0 0 1 0 0,0 0 0 0 0,0 0 0 0 0,-2 1-1 0 0,-10 5 2 0 0,1-1 0 0 0,-1 0 0 0 0,-15 4-1 0 0,12-5-19 0 0,7-2-7 0 0,-1-1 1 0 0,1 0-1 0 0,0-1 1 0 0,-1 0-1 0 0,1 0 1 0 0,0-1-1 0 0,-1-1 1 0 0,-19-2-1 0 0,15-2-1506 0 0,17-1 338 0 0,23-5-1577 0 0,-14 7 541 0 0,-2-2 233 0 0</inkml:trace>
</inkml:ink>
</file>

<file path=ppt/ink/ink16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40:45.8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 33 516 0 0,'-5'-21'5326'0'0,"2"9"-8270"0"0</inkml:trace>
</inkml:ink>
</file>

<file path=ppt/ink/ink16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40:46.2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 12 100 0 0,'0'-1'344'0'0,"-1"0"-1"0"0,1 1 1 0 0,0-1 0 0 0,-1 0-1 0 0,1 1 1 0 0,0-1 0 0 0,-1 0-1 0 0,1 1 1 0 0,-1-1 0 0 0,1 1 0 0 0,-1-1-1 0 0,0 1 1 0 0,1 0 0 0 0,-1-1-1 0 0,1 1 1 0 0,-1-1 0 0 0,0 1-1 0 0,1 0 1 0 0,-1-1 0 0 0,-1 1-1 0 0,-1 59 935 0 0,7 92 0 0 0,1-20-7629 0 0,-5-118 4369 0 0</inkml:trace>
</inkml:ink>
</file>

<file path=ppt/ink/ink16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40:47.4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235 27 316 0 0,'-12'-4'779'0'0,"-33"-14"4218"0"0,44 17-4540 0 0,-34-3 1763 0 0,20 11-1887 0 0,1 1-1 0 0,-1 0 1 0 0,2 1-1 0 0,-1 0 1 0 0,-14 14-1 0 0,25-20-295 0 0,-1 0-1 0 0,1 0 1 0 0,-1 1-1 0 0,1-1 1 0 0,0 1-1 0 0,1-1 1 0 0,-1 1-1 0 0,0 0 1 0 0,1 0-1 0 0,0 0 1 0 0,0 1 0 0 0,0-1-1 0 0,1 0 1 0 0,-1 1-1 0 0,1 0 1 0 0,0-1-1 0 0,1 1 1 0 0,-1-1-1 0 0,1 1 1 0 0,-1 0-1 0 0,2-1 1 0 0,-1 1 0 0 0,1 7-1 0 0,0-11-32 0 0,0 1 0 0 0,-1-1 0 0 0,1 0 0 0 0,0 0 0 0 0,0 1 1 0 0,0-1-1 0 0,0 0 0 0 0,0 0 0 0 0,0 0 0 0 0,0 0 0 0 0,0 0 0 0 0,1 0 0 0 0,-1 0 0 0 0,0 0 0 0 0,1 0 0 0 0,-1-1 0 0 0,0 1 1 0 0,1-1-1 0 0,-1 1 0 0 0,1-1 0 0 0,-1 1 0 0 0,1-1 0 0 0,-1 0 0 0 0,1 1 0 0 0,-1-1 0 0 0,1 0 0 0 0,-1 0 0 0 0,1 0 0 0 0,-1-1 0 0 0,1 1 1 0 0,0 0-1 0 0,-1 0 0 0 0,0-1 0 0 0,1 1 0 0 0,2-2 0 0 0,4 0 0 0 0,-1-1 0 0 0,0 1 0 0 0,0-1 0 0 0,0-1 0 0 0,7-3 0 0 0,2-5 3 0 0,0 0-1 0 0,17-19 1 0 0,-4 3-2 0 0,-28 27-4 0 0,-1 0 0 0 0,1 0-1 0 0,0 1 1 0 0,-1-1 0 0 0,1 0-1 0 0,0 0 1 0 0,0 1 0 0 0,0-1-1 0 0,0 0 1 0 0,0 1 0 0 0,-1-1 0 0 0,1 1-1 0 0,0 0 1 0 0,0-1 0 0 0,0 1-1 0 0,1 0 1 0 0,-1-1 0 0 0,0 1 0 0 0,0 0-1 0 0,0 0 1 0 0,2 0 0 0 0,6 18 24 0 0,0 5-18 0 0,-8-21-8 0 0,1 0-1 0 0,-1 1 1 0 0,1-1 0 0 0,0 0-1 0 0,0 0 1 0 0,-1 0-1 0 0,1 0 1 0 0,1 0 0 0 0,-1 0-1 0 0,0 0 1 0 0,0-1-1 0 0,1 1 1 0 0,-1-1 0 0 0,1 0-1 0 0,-1 0 1 0 0,1 0 0 0 0,0 0-1 0 0,-1 0 1 0 0,1 0-1 0 0,0-1 1 0 0,-1 1 0 0 0,1-1-1 0 0,0 0 1 0 0,0 0 0 0 0,0 0-1 0 0,-1 0 1 0 0,1 0-1 0 0,0-1 1 0 0,0 1 0 0 0,0-1-1 0 0,-1 0 1 0 0,1 0-1 0 0,4-2 1 0 0,5-1-4 0 0,0-1 1 0 0,-1 0-1 0 0,0-1 1 0 0,0-1-1 0 0,19-13 0 0 0,-21 13-2 0 0,-2 2 8 0 0,-1-1 0 0 0,1 0-1 0 0,-1 0 1 0 0,0 0 0 0 0,6-9 0 0 0,1-3 336 0 0,-14 23-123 0 0,-2 1-193 0 0,1 0 1 0 0,0 0 0 0 0,0 0-1 0 0,0 0 1 0 0,-1 12-1 0 0,3-15-24 0 0,0 1 1 0 0,0-1-1 0 0,0 1 0 0 0,0-1 0 0 0,0 0 0 0 0,1 1 0 0 0,0-1 0 0 0,-1 0 0 0 0,1 0 0 0 0,1 1 0 0 0,-1-1 0 0 0,0 0 0 0 0,1 0 0 0 0,-1 0 0 0 0,1 0 0 0 0,0-1 0 0 0,0 1 0 0 0,3 3 0 0 0,-3-5-3 0 0,0 1 1 0 0,1-1-1 0 0,-1 0 0 0 0,0 0 0 0 0,1 0 1 0 0,-1 0-1 0 0,1-1 0 0 0,-1 1 1 0 0,1-1-1 0 0,-1 1 0 0 0,1-1 0 0 0,-1 0 1 0 0,1 0-1 0 0,0 0 0 0 0,-1 0 1 0 0,1 0-1 0 0,-1-1 0 0 0,4 0 0 0 0,11-4-22 0 0,-1-1-1 0 0,0-1 1 0 0,0 0-1 0 0,0-1 0 0 0,18-13 1 0 0,-24 15 26 0 0,5-6-17 0 0,-14 11 20 0 0,1-1-1 0 0,-1 1 0 0 0,0 0 1 0 0,1 0-1 0 0,0 0 1 0 0,-1 0-1 0 0,1 0 1 0 0,0 0-1 0 0,-1 0 0 0 0,1 0 1 0 0,0 0-1 0 0,0 1 1 0 0,0-1-1 0 0,0 1 1 0 0,0-1-1 0 0,0 1 1 0 0,-1 0-1 0 0,1 0 0 0 0,0 0 1 0 0,0 0-1 0 0,0 0 1 0 0,0 0-1 0 0,0 1 1 0 0,0-1-1 0 0,3 2 0 0 0,41 10 330 0 0,-45-12-297 0 0,29-8-22 0 0,-29 7-195 0 0,2 1-478 0 0,0 1 0 0 0,0-2 0 0 0,0 1-1 0 0,0 0 1 0 0,0-1 0 0 0,0 1-1 0 0,0-1 1 0 0,0 0 0 0 0,0 0 0 0 0,0 0-1 0 0,2-2 1 0 0,1-1-1807 0 0</inkml:trace>
</inkml:ink>
</file>

<file path=ppt/ink/ink16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40:47.7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 7 40 0 0,'-8'-7'6899'0'0,"9"20"-4041"0"0,0-1-2958 0 0,24 146 3575 0 0,-10-71-4029 0 0,-14-85-97 0 0,1 12-80 0 0</inkml:trace>
</inkml:ink>
</file>

<file path=ppt/ink/ink16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40:48.0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646 155 548 0 0,'10'-4'572'0'0,"-1"1"-52"0"0,3 1-76 0 0,-1-1-32 0 0,1 1-56 0 0,-3-2-32 0 0,1 1-28 0 0,-1 1-88 0 0,1 2-128 0 0,0-3-216 0 0,-3 3-468 0 0,5 0-1632 0 0</inkml:trace>
  <inkml:trace contextRef="#ctx0" brushRef="#br0" timeOffset="1">57 23 616 0 0,'-10'-1'1180'0'0,"0"-3"-92"0"0,3 2-108 0 0,1-3-92 0 0,-4 4 633 0 0,3-3-321 0 0,1-1 96 0 0,33 12-1648 0 0,-16-5-240 0 0,-1-1-712 0 0,-1 3-1417 0 0,3-3 629 0 0</inkml:trace>
</inkml:ink>
</file>

<file path=ppt/ink/ink16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40:49.6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70 648 0 0,'-1'-20'1761'0'0,"0"15"-1264"0"0,1 0-1 0 0,-1-1 1 0 0,1 1 0 0 0,0-1-1 0 0,1 1 1 0 0,-1-1-1 0 0,2-5 1543 0 0,2 40-1453 0 0,2 13-192 0 0,0 62 0 0 0,-2-19-1131 0 0,-3-65-869 0 0,0-1 1 0 0,-3 29-1 0 0,2-29-502 0 0</inkml:trace>
</inkml:ink>
</file>

<file path=ppt/ink/ink16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40:49.9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 0 916 0 0,'0'0'3197'0'0,"-6"28"-325"0"0,12 132-1666 0 0,-11-133-5875 0 0</inkml:trace>
</inkml:ink>
</file>

<file path=ppt/ink/ink16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40:50.6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0 244 4 0 0,'10'5'397'0'0,"1"-1"-1"0"0,0-1 1 0 0,-1 0 0 0 0,1 0 0 0 0,0-1-1 0 0,0-1 1 0 0,17 1 0 0 0,82-5 544 0 0,-91 2-726 0 0,-3 1-114 0 0,42-3 334 0 0,77-14-1 0 0,-118 13-369 0 0,-1 1-1 0 0,0-2 1 0 0,1 0-1 0 0,-2-2 1 0 0,1 1-1 0 0,-1-2 1 0 0,0 0-1 0 0,0-1 1 0 0,16-13-1 0 0,-28 20-53 0 0,0 0 0 0 0,-1-1 0 0 0,1 1 0 0 0,-1-1 0 0 0,0 1 0 0 0,0-1 1 0 0,0 0-1 0 0,0 0 0 0 0,0 0 0 0 0,-1 0 0 0 0,1-1 0 0 0,-1 1 0 0 0,0 0 0 0 0,0-1 0 0 0,0 1 0 0 0,0 0 0 0 0,-1-1 0 0 0,1 1 0 0 0,-1-1 0 0 0,0 1 0 0 0,0-1 0 0 0,0 1 0 0 0,-1-1 0 0 0,0-3 0 0 0,-2-5 410 0 0,-1 0 0 0 0,0 0 0 0 0,-1 0 0 0 0,0 1-1 0 0,-9-14 643 0 0,12 25-1036 0 0,1 1 0 0 0,-1 0 0 0 0,1 0 0 0 0,-1 0 0 0 0,1-1 0 0 0,-1 1 0 0 0,1 0 0 0 0,0 1 0 0 0,0-1 0 0 0,-1 0 0 0 0,1 0 0 0 0,0 1 1 0 0,0-1-1 0 0,0 0 0 0 0,0 1 0 0 0,1-1 0 0 0,-1 1 0 0 0,0-1 0 0 0,1 1 0 0 0,-1 1 0 0 0,-12 33 267 0 0,4 4-102 0 0,2 1-1 0 0,2 0 1 0 0,2 0-1 0 0,2 61 1 0 0,1-81-140 0 0,2-6 118 0 0,5-23 13 0 0,-6 6-178 0 0,0 0 0 0 0,-1 1 0 0 0,1-1 0 0 0,0 1 0 0 0,0-1 0 0 0,0 1 0 0 0,1-1 0 0 0,-1 1 0 0 0,0 0 0 0 0,0 0 0 0 0,1-1 0 0 0,-1 1 0 0 0,1 0 0 0 0,-1 0 0 0 0,1 0 0 0 0,-1 1 0 0 0,1-1 0 0 0,0 0 0 0 0,2 0 0 0 0,62 6 31 0 0,-43-3-41 0 0,0 0 0 0 0,26-2 0 0 0,24-12 267 0 0,-71 11-148 0 0,20-5-1506 0 0,-19 6 1184 0 0,29 1-5379 0 0,-16-1 2812 0 0</inkml:trace>
</inkml:ink>
</file>

<file path=ppt/ink/ink16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40:51.3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 58 304 0 0,'7'-53'7635'0'0,"-7"48"-4600"0"0,-10 140-1871 0 0,-1 10-2289 0 0,8-99-948 0 0,-2-16-2136 0 0,0-13 1546 0 0</inkml:trace>
</inkml:ink>
</file>

<file path=ppt/ink/ink16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40:52.3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351 0 492 0 0,'0'0'917'0'0,"0"7"4478"0"0,-2 21-3879 0 0,-4 21-93 0 0,-5 71 331 0 0,10-117-1426 0 0,-2-9-142 0 0,-7-19-98 0 0,-9-19-87 0 0,15 39 2 0 0,0 0 0 0 0,-1 0 0 0 0,0 0 0 0 0,0 1 0 0 0,0 0 0 0 0,0 0 0 0 0,-1 0 0 0 0,0 1-1 0 0,0-1 1 0 0,0 2 0 0 0,0-1 0 0 0,0 0 0 0 0,0 1 0 0 0,-1 1 0 0 0,1-1 0 0 0,-1 1 0 0 0,0 0-1 0 0,-9-1 1 0 0,3 2-2 0 0,0 1 0 0 0,1-1 0 0 0,-1 2 0 0 0,0 0 0 0 0,1 0 0 0 0,-1 1 0 0 0,1 1 0 0 0,-21 9 0 0 0,30-12-1 0 0,0 0 0 0 0,1 0 1 0 0,-1 0-1 0 0,0 1 0 0 0,1-1 0 0 0,0 1 0 0 0,-1-1 0 0 0,1 1 0 0 0,0 0 0 0 0,0 0 0 0 0,0 0 0 0 0,0 0 0 0 0,0 0 0 0 0,0 1 0 0 0,1-1 0 0 0,-1 0 0 0 0,1 1 0 0 0,-1 0 0 0 0,1-1 0 0 0,0 1 0 0 0,0 0 0 0 0,0-1 0 0 0,1 1 0 0 0,-2 5 0 0 0,3-5 0 0 0,-1 0 0 0 0,1-1 0 0 0,-1 1 0 0 0,1-1 0 0 0,0 1 0 0 0,0-1 0 0 0,0 1 0 0 0,1-1 0 0 0,-1 0 1 0 0,0 1-1 0 0,1-1 0 0 0,0 0 0 0 0,-1 0 0 0 0,1 0 0 0 0,0 0 0 0 0,0 0 0 0 0,0 0 0 0 0,0-1 0 0 0,1 1 0 0 0,-1-1 0 0 0,0 0 0 0 0,1 1 0 0 0,-1-1 0 0 0,0 0 0 0 0,5 1 0 0 0,7 3-43 0 0,0-1 0 0 0,1 0-1 0 0,0-2 1 0 0,-1 1 0 0 0,1-2-1 0 0,22 1 1 0 0,93-12-396 0 0,-92 6 387 0 0,-12 1-6 0 0,0-1-1 0 0,-1-2 1 0 0,0 0 0 0 0,0-2 0 0 0,0-1 0 0 0,-1-1 0 0 0,41-24-1 0 0,-36 18 557 0 0,-25 17-28 0 0,-15 13-379 0 0,9-12-91 0 0,1-1-1 0 0,0 1 1 0 0,0-1 0 0 0,0 1-1 0 0,0 0 1 0 0,0-1 0 0 0,0 1-1 0 0,0 0 1 0 0,1 0-1 0 0,-1 0 1 0 0,0-1 0 0 0,1 1-1 0 0,0 0 1 0 0,-1 0 0 0 0,1 0-1 0 0,0 0 1 0 0,0 0 0 0 0,0 0-1 0 0,0 0 1 0 0,1 0-1 0 0,-1 0 1 0 0,0 0 0 0 0,1 0-1 0 0,-1-1 1 0 0,1 1 0 0 0,0 0-1 0 0,0 0 1 0 0,-1 0 0 0 0,1-1-1 0 0,0 1 1 0 0,0 0-1 0 0,1-1 1 0 0,-1 1 0 0 0,0-1-1 0 0,1 0 1 0 0,-1 1 0 0 0,0-1-1 0 0,1 0 1 0 0,0 0-1 0 0,-1 0 1 0 0,3 2 0 0 0,-2-3 0 0 0,0 1 1 0 0,0-1 0 0 0,0 0 0 0 0,0 1-1 0 0,0-1 1 0 0,0 0 0 0 0,-1 0 0 0 0,1 0-1 0 0,0 0 1 0 0,0-1 0 0 0,0 1 0 0 0,0 0-1 0 0,0-1 1 0 0,0 0 0 0 0,-1 1 0 0 0,1-1-1 0 0,0 0 1 0 0,0 0 0 0 0,-1 0-1 0 0,1 0 1 0 0,-1 0 0 0 0,1 0 0 0 0,-1 0-1 0 0,1-1 1 0 0,-1 1 0 0 0,0 0 0 0 0,1-1-1 0 0,-1 1 1 0 0,0-1 0 0 0,0 0 0 0 0,1-1-1 0 0,-1 0 30 0 0,1 0 0 0 0,-1 1 0 0 0,0-1 0 0 0,0 0 0 0 0,0 0 0 0 0,0 0 0 0 0,-1 0 0 0 0,1 0 0 0 0,-1 0-1 0 0,0 0 1 0 0,0 0 0 0 0,0-1 0 0 0,0 1 0 0 0,0 0 0 0 0,-1 0 0 0 0,1 0 0 0 0,-2-4 0 0 0,-1 0-6 0 0,3 5-34 0 0,-1 0 0 0 0,0 0-1 0 0,0 0 1 0 0,0 0 0 0 0,0 0 0 0 0,0 0 0 0 0,0 1 0 0 0,0-1 0 0 0,-1 0 0 0 0,1 0 0 0 0,0 1 0 0 0,-1-1 0 0 0,-2-1-1 0 0,3 2-319 0 0,-2 7-3667 0 0,0 1 262 0 0,3-1 1295 0 0</inkml:trace>
</inkml:ink>
</file>

<file path=ppt/ink/ink16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40:52.6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50 13 300 0 0,'0'0'2450'0'0,"-4"2"-1711"0"0,1-1-487 0 0,0 1 0 0 0,0-1-1 0 0,0 1 1 0 0,0 0 0 0 0,0 0 0 0 0,0 1-1 0 0,0-1 1 0 0,1 1 0 0 0,-1-1 0 0 0,1 1 0 0 0,0 0-1 0 0,0 0 1 0 0,0 0 0 0 0,0 0 0 0 0,-2 5-1 0 0,3-7-179 0 0,1 1 1 0 0,0 0-1 0 0,-1-1 0 0 0,1 1 0 0 0,0-1 0 0 0,0 1 0 0 0,0 0 0 0 0,0-1 0 0 0,0 1 0 0 0,0 0 0 0 0,0-1 0 0 0,1 1 0 0 0,-1-1 0 0 0,0 1 0 0 0,1 0 0 0 0,0-1 0 0 0,-1 1 0 0 0,1-1 0 0 0,0 1 0 0 0,0-1 0 0 0,0 0 0 0 0,0 1 0 0 0,0-1 0 0 0,0 0 0 0 0,0 0 0 0 0,0 1 0 0 0,0-1 0 0 0,1 0 0 0 0,-1 0 0 0 0,0 0 0 0 0,1-1 0 0 0,-1 1 0 0 0,1 0 0 0 0,-1 0 0 0 0,1-1 0 0 0,-1 1 0 0 0,1-1 0 0 0,2 1 0 0 0,-1 0 16 0 0,0-1 0 0 0,0 1 0 0 0,0-1 0 0 0,0 0 0 0 0,0 1 0 0 0,0-2 0 0 0,0 1 0 0 0,0 0 0 0 0,0 0 0 0 0,0-1 0 0 0,0 0 0 0 0,0 1 0 0 0,0-1 0 0 0,-1-1 0 0 0,1 1 0 0 0,0 0 0 0 0,0 0 0 0 0,-1-1 0 0 0,1 0 0 0 0,-1 1 0 0 0,1-1 0 0 0,-1 0 0 0 0,0 0 0 0 0,0-1 0 0 0,0 1 0 0 0,0 0 0 0 0,0-1 1 0 0,0 1-1 0 0,-1-1 0 0 0,1 1 0 0 0,-1-1 0 0 0,0 0 0 0 0,1 0 0 0 0,-1 1 0 0 0,0-1 0 0 0,-1 0 0 0 0,2-6 0 0 0,-3 6-23 0 0,1 1 1 0 0,-1-1 0 0 0,0 1 0 0 0,0-1 0 0 0,0 1-1 0 0,0 0 1 0 0,0-1 0 0 0,-1 1 0 0 0,1 0 0 0 0,-1 0-1 0 0,1 0 1 0 0,-1 0 0 0 0,0 0 0 0 0,-3-3 0 0 0,-16-5-1927 0 0,20 10 1474 0 0,0-1 0 0 0,0 1 0 0 0,0 0 0 0 0,0 0 0 0 0,0 1 0 0 0,0-1 0 0 0,0 0 0 0 0,0 0 0 0 0,0 0 0 0 0,0 1 0 0 0,0-1 0 0 0,0 1 0 0 0,0-1-1 0 0,0 0 1 0 0,0 1 0 0 0,0 0 0 0 0,0-1 0 0 0,1 1 0 0 0,-1-1 0 0 0,-1 2 0 0 0</inkml:trace>
</inkml:ink>
</file>

<file path=ppt/ink/ink16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40:53.0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44 752 0 0,'7'1'457'0'0,"0"1"0"0"0,0-1 0 0 0,1 2 0 0 0,-1-1 0 0 0,-1 1 0 0 0,1 0 0 0 0,0 1 0 0 0,-1 0-1 0 0,0 0 1 0 0,1 0 0 0 0,-1 1 0 0 0,-1-1 0 0 0,1 1 0 0 0,-1 1 0 0 0,0-1 0 0 0,0 1 0 0 0,5 9 0 0 0,-9-14-351 0 0,-1 0 0 0 0,0-1 1 0 0,1 1-1 0 0,-1 0 0 0 0,1 0 0 0 0,-1 0 1 0 0,1 0-1 0 0,0-1 0 0 0,-1 1 0 0 0,1 0 1 0 0,0-1-1 0 0,-1 1 0 0 0,1 0 0 0 0,0-1 1 0 0,0 1-1 0 0,-1-1 0 0 0,1 1 0 0 0,0-1 1 0 0,0 0-1 0 0,0 1 0 0 0,0-1 0 0 0,0 0 1 0 0,0 0-1 0 0,0 1 0 0 0,0-1 0 0 0,0 0 1 0 0,0 0-1 0 0,0 0 0 0 0,0 0 1 0 0,-1 0-1 0 0,1 0 0 0 0,2-1 0 0 0,16-24 1519 0 0,-5 2-1762 0 0,17-10-910 0 0,-6 6-1713 0 0,-10 8-2398 0 0,-10 11 2340 0 0</inkml:trace>
</inkml:ink>
</file>

<file path=ppt/ink/ink16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40:53.8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162 99 360 0 0,'0'0'552'0'0,"8"-47"6427"0"0,-10-3-1731 0 0,2 49-4625 0 0,-11 11 3 0 0,-26 106-335 0 0,-25 53-1204 0 0,13-61-7262 0 0,41-90 5032 0 0</inkml:trace>
</inkml:ink>
</file>

<file path=ppt/ink/ink16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41:06.7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 65 672 0 0,'-8'-46'7579'0'0,"8"45"-7338"0"0,0 1-178 0 0,-1-1 0 0 0,1 1 0 0 0,0-1 0 0 0,0 1 0 0 0,0-1 0 0 0,0 1 0 0 0,0-1 0 0 0,0 0 0 0 0,0 1 0 0 0,0-1 0 0 0,0 1-1 0 0,0-1 1 0 0,0 1 0 0 0,0-1 0 0 0,0 1 0 0 0,0-1 0 0 0,0 1 0 0 0,1-1 0 0 0,-1 1 0 0 0,0-1 0 0 0,0 1 0 0 0,1 0 0 0 0,-1-1 0 0 0,0 1 0 0 0,1-1 0 0 0,-1 1 0 0 0,0-1 0 0 0,1 1 0 0 0,-1 0-1 0 0,0-1 1 0 0,1 1 0 0 0,-1 0 0 0 0,1 0 0 0 0,-1-1 0 0 0,1 1 0 0 0,-1 0 0 0 0,1 0 0 0 0,-1 0 0 0 0,1-1 0 0 0,-1 1 0 0 0,1 0 0 0 0,-1 0 0 0 0,1 0 0 0 0,0 0 0 0 0,24 17 456 0 0,19 37-664 0 0,4 8 241 0 0,-24-31-35 0 0,-1 1-1 0 0,19 36 1 0 0,6 4 200 0 0,-37-58 247 0 0,-11-13 136 0 0,1-2-623 0 0,0 1-1 0 0,0-1 1 0 0,-1 1 0 0 0,1-1-1 0 0,0 1 1 0 0,-1-1 0 0 0,1 0-1 0 0,-1 1 1 0 0,1-1 0 0 0,-1 1-1 0 0,1-1 1 0 0,-1 0 0 0 0,1 0 0 0 0,-1 1-1 0 0,0-1 1 0 0,1 0 0 0 0,-1 0-1 0 0,0 0 1 0 0,0 1 0 0 0,1-1-1 0 0,-1 0 1 0 0,0 0 0 0 0,0-1-1 0 0,4-27 274 0 0,-3 21-183 0 0,31-133 682 0 0,-7 37-462 0 0,-14 80-156 0 0,-1-3-3420 0 0,27 58-2353 0 0,-33-24 3044 0 0,1 0 197 0 0</inkml:trace>
</inkml:ink>
</file>

<file path=ppt/ink/ink16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41:07.9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0 360 260 0 0,'0'0'735'0'0,"31"-9"2905"0"0,-9-1-2426 0 0,-8 3-412 0 0,0-1 0 0 0,0 0 0 0 0,20-15 0 0 0,-30 21-652 0 0,-1-1 1 0 0,0 0 0 0 0,0 0 0 0 0,-1 0 0 0 0,1 0 0 0 0,0-1-1 0 0,-1 1 1 0 0,0 0 0 0 0,0-1 0 0 0,0 0 0 0 0,0 0 0 0 0,-1 1-1 0 0,1-1 1 0 0,-1 0 0 0 0,0 0 0 0 0,0 0 0 0 0,-1 0 0 0 0,1-8-1 0 0,-1 11-123 0 0,0 0-1 0 0,1 0 0 0 0,-1 0 1 0 0,0 0-1 0 0,0 0 0 0 0,0 0 1 0 0,0 1-1 0 0,-1-1 0 0 0,1 0 0 0 0,0 0 1 0 0,0 0-1 0 0,0 0 0 0 0,-1 0 1 0 0,1 0-1 0 0,-1 0 0 0 0,1 1 1 0 0,0-1-1 0 0,-1 0 0 0 0,1 0 0 0 0,-1 1 1 0 0,0-1-1 0 0,1 0 0 0 0,-1 1 1 0 0,0-1-1 0 0,1 0 0 0 0,-1 1 1 0 0,0-1-1 0 0,0 1 0 0 0,1-1 0 0 0,-2 1 1 0 0,0-1-1 0 0,0 1 0 0 0,0 0 0 0 0,0 0 0 0 0,1 1 0 0 0,-1-1 0 0 0,0 0 0 0 0,0 1 0 0 0,0-1 0 0 0,1 1 1 0 0,-1-1-1 0 0,0 1 0 0 0,1 0 0 0 0,-4 1 0 0 0,-3 3 17 0 0,0 1 0 0 0,0-1 0 0 0,1 1 0 0 0,-12 12 1 0 0,16-14-47 0 0,0 1 0 0 0,0 0 0 0 0,0 0 0 0 0,1 0 0 0 0,-1 0 0 0 0,1 0 0 0 0,1 1 0 0 0,-1-1 0 0 0,1 1 0 0 0,0-1 0 0 0,0 1 0 0 0,0-1 0 0 0,1 1 0 0 0,0 0 0 0 0,0-1 0 0 0,0 1 0 0 0,1-1 0 0 0,0 1 0 0 0,0 0 0 0 0,0-1 0 0 0,1 0 0 0 0,0 1 0 0 0,0-1 0 0 0,0 0 0 0 0,1 0 0 0 0,-1 0 0 0 0,1 0 0 0 0,0 0 0 0 0,1-1 0 0 0,-1 1 0 0 0,1-1 0 0 0,0 0 0 0 0,0 0 0 0 0,0 0 0 0 0,1-1 0 0 0,-1 0 0 0 0,1 1 0 0 0,0-2 1 0 0,0 1-1 0 0,9 4 0 0 0,-10-6-219 0 0,0 0 1 0 0,-1-1 0 0 0,1 1 0 0 0,0-1-1 0 0,-1 1 1 0 0,1-1 0 0 0,0 0 0 0 0,0 0-1 0 0,-1-1 1 0 0,1 1 0 0 0,0-1 0 0 0,0 0-1 0 0,-1 0 1 0 0,1 0 0 0 0,-1 0 0 0 0,1-1-1 0 0,-1 1 1 0 0,0-1 0 0 0,1 0 0 0 0,-1 0-1 0 0,0 0 1 0 0,0 0 0 0 0,0-1 0 0 0,-1 1-1 0 0,1-1 1 0 0,2-4 0 0 0,2-2-385 0 0,0 0 1 0 0,-1-1 0 0 0,0 0 0 0 0,-1 0-1 0 0,0 0 1 0 0,-1-1 0 0 0,3-11-1 0 0,-6 19 686 0 0,0 1-1 0 0,0-1 1 0 0,0 0-1 0 0,1 0 1 0 0,-1 1-1 0 0,1-1 1 0 0,-1 1-1 0 0,1-1 0 0 0,0 1 1 0 0,0 0-1 0 0,0 0 1 0 0,0 0-1 0 0,1 0 1 0 0,-1 0-1 0 0,0 0 1 0 0,1 1-1 0 0,-1-1 1 0 0,1 1-1 0 0,0 0 1 0 0,0-1-1 0 0,-1 1 1 0 0,1 0-1 0 0,0 1 1 0 0,0-1-1 0 0,0 0 0 0 0,0 1 1 0 0,0 0-1 0 0,0 0 1 0 0,0 0-1 0 0,0 0 1 0 0,0 0-1 0 0,0 0 1 0 0,-1 1-1 0 0,1-1 1 0 0,0 1-1 0 0,0 0 1 0 0,0 0-1 0 0,0 0 1 0 0,-1 0-1 0 0,1 1 1 0 0,0-1-1 0 0,-1 1 0 0 0,1-1 1 0 0,-1 1-1 0 0,3 2 1 0 0,1 1 27 0 0,1 2 64 0 0,1 0-1 0 0,-1 0 0 0 0,0 1 0 0 0,6 8 0 0 0,-12-13-112 0 0,1-1-1 0 0,-1 0 1 0 0,0 1-1 0 0,1-1 1 0 0,-1 1-1 0 0,-1-1 1 0 0,1 1 0 0 0,0-1-1 0 0,0 1 1 0 0,-1-1-1 0 0,0 1 1 0 0,1 0-1 0 0,-1-1 1 0 0,0 1-1 0 0,-1 0 1 0 0,1 0 0 0 0,0-1-1 0 0,-1 1 1 0 0,1-1-1 0 0,-2 5 1 0 0,2-6 48 0 0,-3 5 960 0 0,11-18-1181 0 0,0 0 1 0 0,1 1-1 0 0,0 1 1 0 0,1-1-1 0 0,0 1 1 0 0,1 1-1 0 0,0 0 1 0 0,0 1-1 0 0,1 0 0 0 0,23-12 1 0 0,-22 14 37 0 0,0-2 0 0 0,0 1 0 0 0,-1-2 0 0 0,-1 1 0 0 0,1-2 0 0 0,-2 0 0 0 0,1 0 0 0 0,-1 0 0 0 0,-1-2 0 0 0,16-22 0 0 0,-19 21 462 0 0,0 1 0 0 0,-1-1 1 0 0,0 0-1 0 0,-1-1 0 0 0,-1 1 0 0 0,0-1 0 0 0,-1 0 0 0 0,-1 0 1 0 0,1-22-1 0 0,-2 36-359 0 0,-1 0 0 0 0,1 0 0 0 0,0 0 0 0 0,0 0 0 0 0,0 0 0 0 0,0 0 0 0 0,0 0 0 0 0,-1 0 0 0 0,1 0 0 0 0,0 0 0 0 0,0 0 0 0 0,0 0 0 0 0,0 0 0 0 0,0 0 0 0 0,-1 0 0 0 0,1 0 0 0 0,0 0 0 0 0,0 0 0 0 0,0 0 0 0 0,0 0 0 0 0,0 0 0 0 0,-1 0 0 0 0,1 0 0 0 0,0 0 0 0 0,0 0 0 0 0,0-1 0 0 0,0 1 0 0 0,0 0 0 0 0,0 0 0 0 0,-1 0 0 0 0,1 0 0 0 0,0 0 0 0 0,0 0 0 0 0,0 0 0 0 0,0-1 0 0 0,0 1 0 0 0,0 0 0 0 0,0 0 0 0 0,0 0 0 0 0,0 0 0 0 0,0 0 0 0 0,0-1 0 0 0,0 1 0 0 0,0 0 0 0 0,0 0 0 0 0,0 0 0 0 0,0 0 0 0 0,0 0 0 0 0,0-1 0 0 0,0 1 0 0 0,0 0 0 0 0,0 0 0 0 0,0 0 0 0 0,0 0 0 0 0,0 0 0 0 0,0-1 0 0 0,0 1 0 0 0,0 0 0 0 0,0 0 0 0 0,0 0 0 0 0,-10 18 407 0 0,-7 29-232 0 0,12-18-92 0 0,2 1-1 0 0,1-1 1 0 0,1 1 0 0 0,1 0-1 0 0,2-1 1 0 0,8 45 0 0 0,-9-73-113 0 0,0 1 1 0 0,-1-1 0 0 0,1 1 0 0 0,0-1 0 0 0,0 0 0 0 0,0 1 0 0 0,0-1 0 0 0,0 0-1 0 0,0 0 1 0 0,0 0 0 0 0,0 1 0 0 0,1-1 0 0 0,-1 0 0 0 0,0-1 0 0 0,1 1-1 0 0,-1 0 1 0 0,1 0 0 0 0,-1-1 0 0 0,1 1 0 0 0,-1 0 0 0 0,1-1 0 0 0,-1 0 0 0 0,1 1-1 0 0,0-1 1 0 0,-1 0 0 0 0,1 0 0 0 0,-1 0 0 0 0,1 0 0 0 0,1 0 0 0 0,60-2-51 0 0,-46 0 44 0 0,-1 1 7 0 0,1 0 3 0 0,-1 0-1 0 0,1 0 0 0 0,-1 2 1 0 0,1 0-1 0 0,-1 1 1 0 0,1 0-1 0 0,-1 2 1 0 0,0 0-1 0 0,16 6 1 0 0,-31-10 1 0 0,0 0 0 0 0,-1 1 0 0 0,1-1 0 0 0,-1 0 0 0 0,1 0 0 0 0,-1 0 0 0 0,1 1 0 0 0,0-1 0 0 0,-1 0 0 0 0,0 1 0 0 0,1-1 0 0 0,-1 1 1 0 0,1-1-1 0 0,-1 1 0 0 0,1-1 0 0 0,-1 1 0 0 0,0-1 0 0 0,1 1 0 0 0,-1-1 0 0 0,0 1 0 0 0,1-1 0 0 0,-1 1 0 0 0,0-1 0 0 0,0 1 0 0 0,0-1 0 0 0,0 1 1 0 0,1 0-1 0 0,-1-1 0 0 0,0 1 0 0 0,0-1 0 0 0,0 1 0 0 0,0 0 0 0 0,0-1 0 0 0,-1 2 0 0 0,-16 14 49 0 0,-35 6-151 0 0,49-21 61 0 0,-69 19-1731 0 0,25-12-4852 0 0,36-6 3536 0 0</inkml:trace>
</inkml:ink>
</file>

<file path=ppt/ink/ink16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41:10.8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136 54 156 0 0,'-2'-5'960'0'0,"1"-1"-1"0"0,-1 1 1 0 0,0 0-1 0 0,-1-1 0 0 0,1 1 1 0 0,-1 0-1 0 0,0 0 1 0 0,-6-6 1012 0 0,5 22-1760 0 0,1 0 0 0 0,0 0 0 0 0,1 1 0 0 0,0-1 0 0 0,1 1 0 0 0,0-1 0 0 0,1 15 0 0 0,-3 25 254 0 0,1-14-213 0 0,2-26-127 0 0,-1-1 0 0 0,0 0 0 0 0,0 1 0 0 0,-1-1 0 0 0,-4 12 0 0 0,6-21-75 0 0,0-1 1 0 0,0 1-1 0 0,0-1 0 0 0,0 1 1 0 0,-1 0-1 0 0,1-1 0 0 0,0 1 0 0 0,0-1 1 0 0,0 0-1 0 0,0 1 0 0 0,-1-1 0 0 0,1 1 1 0 0,0-1-1 0 0,-1 1 0 0 0,1-1 1 0 0,0 1-1 0 0,-1-1 0 0 0,1 0 0 0 0,0 1 1 0 0,-1-1-1 0 0,1 0 0 0 0,-1 1 0 0 0,1-1 1 0 0,-1 0-1 0 0,1 0 0 0 0,0 0 1 0 0,-1 1-1 0 0,1-1 0 0 0,-1 0 0 0 0,1 0 1 0 0,-1 0-1 0 0,1 0 0 0 0,-1 0 0 0 0,1 0 1 0 0,-1 0-1 0 0,0 0 0 0 0,-16-21 587 0 0,13 12-593 0 0,0 0-1 0 0,1 0 1 0 0,-1-1-1 0 0,2 1 1 0 0,-1-1-1 0 0,1 0 0 0 0,1 0 1 0 0,0 0-1 0 0,0 0 1 0 0,1 0-1 0 0,1 0 1 0 0,-1 0-1 0 0,3-12 1 0 0,-1 17-54 0 0,-1 0 1 0 0,1 0-1 0 0,0 0 1 0 0,0 0-1 0 0,0 0 0 0 0,0 1 1 0 0,1-1-1 0 0,0 0 1 0 0,0 1-1 0 0,0 0 1 0 0,1 0-1 0 0,0 0 0 0 0,-1 0 1 0 0,1 1-1 0 0,0-1 1 0 0,1 1-1 0 0,-1 0 1 0 0,1 0-1 0 0,-1 1 0 0 0,1-1 1 0 0,0 1-1 0 0,0 0 1 0 0,0 0-1 0 0,0 1 1 0 0,0-1-1 0 0,10 0 0 0 0,-8 1 3 0 0,0 1-1 0 0,0 0 1 0 0,0 1-1 0 0,0-1 0 0 0,0 2 1 0 0,0-1-1 0 0,0 1 0 0 0,0 0 1 0 0,0 0-1 0 0,-1 1 0 0 0,1-1 1 0 0,-1 2-1 0 0,7 3 0 0 0,-8-5-12 0 0,-1 1 0 0 0,1 0 0 0 0,-1 0-1 0 0,1 1 1 0 0,-1-1 0 0 0,0 1-1 0 0,0 0 1 0 0,-1 0 0 0 0,1 0 0 0 0,-1 1-1 0 0,0-1 1 0 0,0 1 0 0 0,0 0 0 0 0,-1-1-1 0 0,1 1 1 0 0,-1 1 0 0 0,2 8-1 0 0,-4-9 8 0 0,0-1-1 0 0,0 1 0 0 0,-1-1 0 0 0,1 1 1 0 0,-1 0-1 0 0,0-1 0 0 0,-1 1 0 0 0,1-1 0 0 0,-1 0 1 0 0,0 1-1 0 0,0-1 0 0 0,0 0 0 0 0,0 0 0 0 0,-1 0 1 0 0,0 0-1 0 0,0-1 0 0 0,0 1 0 0 0,0-1 1 0 0,0 0-1 0 0,-1 0 0 0 0,1 0 0 0 0,-1 0 0 0 0,0 0 1 0 0,-8 3-1 0 0,-10 7-17 0 0,-1-1 0 0 0,-1-1 0 0 0,-27 8 0 0 0,42-15-1 0 0,-45 9-506 0 0,-2 2-3143 0 0</inkml:trace>
</inkml:ink>
</file>

<file path=ppt/ink/ink16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41:11.4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0 447 308 0 0,'14'-1'567'0'0,"0"-1"0"0"0,-1 0 0 0 0,0-1 0 0 0,1 0 0 0 0,-1-1-1 0 0,0-1 1 0 0,-1 0 0 0 0,1 0 0 0 0,-1-1 0 0 0,0-1 0 0 0,0 0 0 0 0,-1-1 0 0 0,17-14 0 0 0,-15 4 753 0 0,-13 18-1305 0 0,0 0-1 0 0,0 0 1 0 0,0 0-1 0 0,0 0 1 0 0,0 0-1 0 0,0 0 1 0 0,0 1-1 0 0,-1-1 1 0 0,1 0-1 0 0,0 0 1 0 0,0 0-1 0 0,0 0 1 0 0,0 0-1 0 0,0 0 1 0 0,0 0 0 0 0,0 0-1 0 0,0 0 1 0 0,0 0-1 0 0,0 0 1 0 0,0 0-1 0 0,0 0 1 0 0,-1 1-1 0 0,1-1 1 0 0,0 0-1 0 0,0 0 1 0 0,0 0-1 0 0,0 0 1 0 0,0 0-1 0 0,0 0 1 0 0,0 0-1 0 0,0 0 1 0 0,-1 0-1 0 0,1 0 1 0 0,0 0 0 0 0,0 0-1 0 0,0 0 1 0 0,0 0-1 0 0,0 0 1 0 0,0 0-1 0 0,0 0 1 0 0,0-1-1 0 0,-1 1 1 0 0,1 0-1 0 0,0 0 1 0 0,0 0-1 0 0,0 0 1 0 0,0 0-1 0 0,0 0 1 0 0,0 0-1 0 0,0 0 1 0 0,0 0 0 0 0,0 0-1 0 0,0 0 1 0 0,0 0-1 0 0,0 0 1 0 0,-1-1-1 0 0,1 1 1 0 0,0 0-1 0 0,0 0 1 0 0,0 0-1 0 0,0 0 1 0 0,0 0-1 0 0,0 0 1 0 0,0 0-1 0 0,0 0 1 0 0,0-1-1 0 0,0 1 1 0 0,0 0-1 0 0,-1 1 8 0 0,0 0-1 0 0,0 0 0 0 0,0 0 0 0 0,0 1 0 0 0,0-1 0 0 0,0 0 0 0 0,0 0 0 0 0,1 1 0 0 0,-1-1 0 0 0,0 0 0 0 0,1 1 0 0 0,-1-1 0 0 0,1 1 0 0 0,-1-1 0 0 0,1 1 1 0 0,0-1-1 0 0,0 1 0 0 0,0-1 0 0 0,0 1 0 0 0,0-1 0 0 0,0 1 0 0 0,0-1 0 0 0,0 3 0 0 0,1-1-13 0 0,0 1 1 0 0,0-1-1 0 0,0 1 0 0 0,0-1 0 0 0,0 0 1 0 0,1 0-1 0 0,0 0 0 0 0,-1 0 1 0 0,1 0-1 0 0,0 0 0 0 0,0 0 1 0 0,1 0-1 0 0,-1-1 0 0 0,1 1 0 0 0,-1-1 1 0 0,1 0-1 0 0,0 1 0 0 0,0-1 1 0 0,0-1-1 0 0,5 4 0 0 0,-2-3-4 0 0,-1 0 0 0 0,1-1-1 0 0,0 0 1 0 0,0 0 0 0 0,0 0-1 0 0,0-1 1 0 0,0 0 0 0 0,0 0-1 0 0,0 0 1 0 0,0-1 0 0 0,8-1 0 0 0,0-1-8 0 0,1-1 1 0 0,-1-1 0 0 0,0 0 0 0 0,0 0-1 0 0,-1-2 1 0 0,1 0 0 0 0,-1 0 0 0 0,-1-1-1 0 0,15-12 1 0 0,-18 12 8 0 0,-1-1 0 0 0,0 1 0 0 0,0-2 0 0 0,-1 1 0 0 0,0-1 0 0 0,-1 0 0 0 0,0 0 0 0 0,-1-1 1 0 0,0 0-1 0 0,0 0 0 0 0,-1 0 0 0 0,-1-1 0 0 0,4-19 0 0 0,-3 2 400 0 0,-2 0 1 0 0,-1 0-1 0 0,-2 0 1 0 0,-5-44-1 0 0,1 51 299 0 0,0 17 157 0 0,3 7-790 0 0,1 0-1 0 0,-1 1 0 0 0,1-1 0 0 0,-1 1 1 0 0,1-1-1 0 0,0 1 0 0 0,0 0 0 0 0,0 0 0 0 0,1-1 1 0 0,-2 6-1 0 0,-6 39 353 0 0,2 0 1 0 0,2 0-1 0 0,1 0 1 0 0,3 0-1 0 0,10 80 1 0 0,-7-93-291 0 0,2-4-75 0 0,0 4-954 0 0,-6-14-2912 0 0,0-18 2838 0 0,9-21-9235 0 0</inkml:trace>
</inkml:ink>
</file>

<file path=ppt/ink/ink16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41:11.8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32 292 0 0,'6'-2'632'0'0,"3"-5"-48"0"0,3 4-44 0 0,1-2-68 0 0,3 1-28 0 0,1-1-72 0 0,2 5-28 0 0,6-3-84 0 0,2 3-148 0 0,2-2-160 0 0,4 2-172 0 0,-5 2-412 0 0,5 1-684 0 0,5-3 300 0 0</inkml:trace>
</inkml:ink>
</file>

<file path=ppt/ink/ink16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41:12.4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74 178 560 0 0,'10'-17'9120'0'0,"-18"62"-7903"0"0,1 0 1 0 0,2 0-1 0 0,1 70 1 0 0,4-114-1203 0 0,0-1 1 0 0,0 0-1 0 0,0 0 0 0 0,0 0 0 0 0,0 0 1 0 0,-1 1-1 0 0,1-1 0 0 0,0 0 1 0 0,0 0-1 0 0,0 0 0 0 0,-1 0 1 0 0,1 0-1 0 0,0 0 0 0 0,0 0 0 0 0,0 0 1 0 0,-1 0-1 0 0,1 0 0 0 0,0 1 1 0 0,0-1-1 0 0,-1 0 0 0 0,1 0 0 0 0,0 0 1 0 0,0 0-1 0 0,0 0 0 0 0,-1-1 1 0 0,1 1-1 0 0,0 0 0 0 0,0 0 1 0 0,0 0-1 0 0,-1 0 0 0 0,1 0 0 0 0,0 0 1 0 0,0 0-1 0 0,0 0 0 0 0,-1 0 1 0 0,1-1-1 0 0,0 1 0 0 0,0 0 0 0 0,0 0 1 0 0,0 0-1 0 0,-1 0 0 0 0,1 0 1 0 0,0-1-1 0 0,0 1 0 0 0,0 0 1 0 0,0 0-1 0 0,0 0 0 0 0,0-1 0 0 0,-1 1 1 0 0,1 0-1 0 0,0 0 0 0 0,0 0 1 0 0,0-1-1 0 0,0 1 0 0 0,-9-10-25 0 0,3 0 49 0 0,1 0 0 0 0,0-1 0 0 0,0 0 1 0 0,1 0-1 0 0,1 0 0 0 0,0 0 0 0 0,0 0 0 0 0,-1-20 1 0 0,1-9-58 0 0,3-45 1 0 0,1 42 7 0 0,5-20-13 0 0,-5 60 10 0 0,0-1 0 0 0,-1 1 0 0 0,2 0 0 0 0,-1 0-1 0 0,0 0 1 0 0,0-1 0 0 0,1 1 0 0 0,0 0 0 0 0,0 1 0 0 0,0-1 0 0 0,0 0 0 0 0,0 0 0 0 0,0 1 0 0 0,1 0 0 0 0,3-4 0 0 0,-3 6 5 0 0,0 0-1 0 0,0 0 1 0 0,0 0 0 0 0,0 1 0 0 0,0-1-1 0 0,0 1 1 0 0,0 0 0 0 0,0-1 0 0 0,-1 1 0 0 0,1 1-1 0 0,0-1 1 0 0,-1 0 0 0 0,1 1 0 0 0,-1-1 0 0 0,1 1-1 0 0,-1 0 1 0 0,0 0 0 0 0,3 3 0 0 0,17 23-106 0 0,32 57 1 0 0,-38-57 26 0 0,2-1 1 0 0,33 41-1 0 0,-49-66 77 0 0,8 9-26 0 0,0-1 1 0 0,0 0-1 0 0,20 14 0 0 0,-28-22 33 0 0,-1-1 0 0 0,1 0 0 0 0,0 1 0 0 0,0-1 0 0 0,0 0 0 0 0,0 0 1 0 0,1 0-1 0 0,-1 0 0 0 0,0 0 0 0 0,0-1 0 0 0,1 1 0 0 0,-1-1 0 0 0,0 1 1 0 0,1-1-1 0 0,-1 0 0 0 0,0 0 0 0 0,1 0 0 0 0,-1 0 0 0 0,0 0 0 0 0,1-1 1 0 0,-1 1-1 0 0,0-1 0 0 0,1 0 0 0 0,-1 1 0 0 0,0-1 0 0 0,0 0 0 0 0,0 0 1 0 0,0 0-1 0 0,0-1 0 0 0,3-1 0 0 0,0-1 15 0 0,-1-2 0 0 0,1 1 0 0 0,-1 0 0 0 0,0-1 1 0 0,0 0-1 0 0,-1 0 0 0 0,0 0 0 0 0,0 0 0 0 0,0 0 0 0 0,-1-1 0 0 0,1 0 0 0 0,-2 1 0 0 0,2-9 1 0 0,1-10 49 0 0,-2 1 1 0 0,-1-36 0 0 0,-1 42-52 0 0,5-27-2185 0 0,-1 42 982 0 0,12 15-8355 0 0</inkml:trace>
</inkml:ink>
</file>

<file path=ppt/ink/ink16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41:12.8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 95 220 0 0,'0'0'3169'0'0,"-3"2"-2516"0"0,1-1-532 0 0,-1 1 0 0 0,1 0 0 0 0,0-1 0 0 0,0 1 0 0 0,1 0 0 0 0,-1 0 0 0 0,0 0 0 0 0,1 0 0 0 0,-1 1 0 0 0,1-1 0 0 0,-1 0 0 0 0,1 1 0 0 0,0-1 0 0 0,0 1 0 0 0,0-1 0 0 0,1 1 0 0 0,-1-1 0 0 0,0 1 0 0 0,1 0 0 0 0,0-1 0 0 0,-1 5 0 0 0,2-3 11 0 0,-1 1 0 0 0,1 0 0 0 0,0 0 0 0 0,0-1 0 0 0,0 1 0 0 0,0 0 0 0 0,1-1 0 0 0,0 1 0 0 0,0-1 0 0 0,0 1 0 0 0,5 6 0 0 0,-5-8-66 0 0,1 1 0 0 0,-1-1-1 0 0,1 1 1 0 0,-1-1-1 0 0,1 0 1 0 0,0 0 0 0 0,0 0-1 0 0,0-1 1 0 0,1 1-1 0 0,-1-1 1 0 0,1 1 0 0 0,-1-1-1 0 0,1 0 1 0 0,0-1-1 0 0,0 1 1 0 0,-1-1 0 0 0,1 1-1 0 0,1-1 1 0 0,-1 0-1 0 0,0-1 1 0 0,0 1 0 0 0,0-1-1 0 0,0 0 1 0 0,0 0-1 0 0,1 0 1 0 0,-1 0 0 0 0,0-1-1 0 0,0 1 1 0 0,0-1-1 0 0,0 0 1 0 0,4-2 0 0 0,-2 0 83 0 0,0 0 0 0 0,-1 0 1 0 0,0 0-1 0 0,1-1 0 0 0,-1 0 0 0 0,0 0 1 0 0,-1 0-1 0 0,1-1 0 0 0,-1 1 1 0 0,0-1-1 0 0,0 0 0 0 0,0-1 1 0 0,-1 1-1 0 0,0 0 0 0 0,0-1 1 0 0,0 0-1 0 0,-1 0 0 0 0,1 0 0 0 0,1-7 1 0 0,-3 5 51 0 0,0-1 0 0 0,-1 1 0 0 0,0 0 0 0 0,0 0 0 0 0,0-1 0 0 0,-1 1 0 0 0,0 0-1 0 0,-1 0 1 0 0,0 0 0 0 0,0 0 0 0 0,-1 0 0 0 0,0 1 0 0 0,0-1 0 0 0,-7-10 0 0 0,10 16-225 0 0,-1 1 0 0 0,0-1 0 0 0,0 1 0 0 0,0 0 0 0 0,0-1 0 0 0,0 1 0 0 0,0 0 0 0 0,0 0 0 0 0,0 0 0 0 0,0 0 0 0 0,-1-1 0 0 0,1 2-1 0 0,0-1 1 0 0,-1 0 0 0 0,1 0 0 0 0,-1 0 0 0 0,1 1 0 0 0,-1-1 0 0 0,1 1 0 0 0,-1-1 0 0 0,1 1 0 0 0,-1-1 0 0 0,1 1 0 0 0,-1 0 0 0 0,0 0 0 0 0,1 0 0 0 0,-1 0 0 0 0,0 0 0 0 0,1 0 0 0 0,-1 0 0 0 0,1 1-1 0 0,-1-1 1 0 0,0 1 0 0 0,1-1 0 0 0,-1 1 0 0 0,1-1 0 0 0,-1 1 0 0 0,1 0 0 0 0,0 0 0 0 0,-1 0 0 0 0,-1 1 0 0 0,-26 25-3510 0 0,9 3-3464 0 0,17-23 4268 0 0</inkml:trace>
</inkml:ink>
</file>

<file path=ppt/ink/ink16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41:13.7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9 112 0 0,'5'-9'6085'0'0,"-1"18"-2932"0"0,3 36-1999 0 0,3 15-725 0 0,-7-50-366 0 0,1-1-1 0 0,1 0 1 0 0,-1 0-1 0 0,2-1 1 0 0,-1 1 0 0 0,1-1-1 0 0,0 0 1 0 0,1-1-1 0 0,0 0 1 0 0,0 0 0 0 0,15 12-1 0 0,-19-17-11 0 0,0 0-1 0 0,0 0 1 0 0,0-1-1 0 0,0 1 1 0 0,0-1-1 0 0,1 0 1 0 0,-1 1-1 0 0,0-1 1 0 0,1-1-1 0 0,-1 1 1 0 0,0 0-1 0 0,1-1 1 0 0,-1 0 0 0 0,1 1-1 0 0,-1-2 1 0 0,1 1-1 0 0,-1 0 1 0 0,1-1-1 0 0,-1 1 1 0 0,1-1-1 0 0,-1 0 1 0 0,0 0-1 0 0,0 0 1 0 0,1-1-1 0 0,-1 1 1 0 0,0-1-1 0 0,0 0 1 0 0,0 0-1 0 0,0 0 1 0 0,-1 0-1 0 0,1 0 1 0 0,0 0-1 0 0,-1-1 1 0 0,0 0-1 0 0,0 1 1 0 0,1-1-1 0 0,1-4 1 0 0,3-4 205 0 0,-1 0 0 0 0,-1-1 1 0 0,1 1-1 0 0,-2-1 0 0 0,0-1 0 0 0,0 1 1 0 0,-1 0-1 0 0,0-1 0 0 0,1-23 0 0 0,0 5 294 0 0,-2 16-4155 0 0,-4 36-4196 0 0,4-13 4815 0 0</inkml:trace>
</inkml:ink>
</file>

<file path=ppt/ink/ink16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41:14.4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20 100 428 0 0,'0'0'6783'0'0,"-6"40"-4741"0"0,-7 61 660 0 0,12-138-737 0 0,3 27-1889 0 0,17-57 161 0 0,-18 64-235 0 0,0 0-1 0 0,0 0 0 0 0,0 0 1 0 0,0 0-1 0 0,1 0 1 0 0,0 0-1 0 0,-1 1 1 0 0,1-1-1 0 0,0 1 0 0 0,0-1 1 0 0,0 1-1 0 0,1 0 1 0 0,-1 0-1 0 0,1 0 0 0 0,-1 0 1 0 0,1 0-1 0 0,4-2 1 0 0,-5 4-3 0 0,0 0 0 0 0,0 0-1 0 0,0 0 1 0 0,-1 0 0 0 0,1 0 0 0 0,0 1 0 0 0,0-1 0 0 0,-1 0 0 0 0,1 1 0 0 0,0 0 0 0 0,-1-1 0 0 0,1 1 0 0 0,0 0 0 0 0,-1 0 0 0 0,1 0 0 0 0,-1 0 0 0 0,1 0 0 0 0,-1 0 0 0 0,0 1 0 0 0,2 0 0 0 0,27 32-24 0 0,-24-26 13 0 0,13 15 9 0 0,-14-15 2 0 0,1 0 1 0 0,0-1-1 0 0,0 0 0 0 0,0 0 0 0 0,1-1 0 0 0,0 1 0 0 0,0-1 0 0 0,0-1 0 0 0,1 0 0 0 0,0 0 0 0 0,0 0 0 0 0,14 5 0 0 0,-21-10 39 0 0,1 0 0 0 0,-1 0-1 0 0,1 0 1 0 0,-1 0 0 0 0,1 0-1 0 0,-1 0 1 0 0,0 0 0 0 0,1 0-1 0 0,-1-1 1 0 0,0 1 0 0 0,1-1-1 0 0,-1 1 1 0 0,0-1-1 0 0,1 1 1 0 0,-1-1 0 0 0,0 0-1 0 0,0 0 1 0 0,0 1 0 0 0,0-1-1 0 0,1 0 1 0 0,-1 0 0 0 0,0 0-1 0 0,-1 0 1 0 0,1 0 0 0 0,0-1-1 0 0,0 1 1 0 0,0 0 0 0 0,-1 0-1 0 0,2-2 1 0 0,15-46 1282 0 0,-11 31-859 0 0,1-2-277 0 0,-2-1 0 0 0,0 0 0 0 0,-1 0 0 0 0,-1-1 0 0 0,0-27 0 0 0,-3 49-361 0 0,0 0 1 0 0,0 1-1 0 0,-1-1 1 0 0,1 0 0 0 0,0 0-1 0 0,-4 3-3528 0 0,4-3 3529 0 0,-1 0-1 0 0,1 0 1 0 0,0 0 0 0 0,0 0-1 0 0,-1 0 1 0 0,1 0-1 0 0,0 0 1 0 0,0-1-1 0 0,0 1 1 0 0,-1 0 0 0 0,1 0-1 0 0,0 0 1 0 0,0 0-1 0 0,-1 0 1 0 0,-1-4-3529 0 0,2 3 3529 0 0,0 1-1 0 0,0 0 1 0 0,0 0-1 0 0,0-1 1 0 0,0 1 0 0 0,-6 3 364 0 0,-2 3-3683 0 0</inkml:trace>
</inkml:ink>
</file>

<file path=ppt/ink/ink16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41:16.4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 17 708 0 0,'-25'-17'4706'0'0,"24"17"-4616"0"0,1 0-1 0 0,0 0 0 0 0,-1 0 1 0 0,1 0-1 0 0,0 0 0 0 0,-1 1 0 0 0,1-1 1 0 0,0 0-1 0 0,-1 0 0 0 0,1 0 1 0 0,0 0-1 0 0,-1 0 0 0 0,1 0 1 0 0,0 0-1 0 0,-1 1 0 0 0,1-1 1 0 0,0 0-1 0 0,0 0 0 0 0,-1 0 1 0 0,1 1-1 0 0,0-1 0 0 0,0 0 1 0 0,-1 0-1 0 0,1 1 0 0 0,0-1 1 0 0,0 0-1 0 0,0 1 0 0 0,-1-1 1 0 0,1 0-1 0 0,0 0 0 0 0,0 1 1 0 0,0-1-1 0 0,0 0 0 0 0,0 1 1 0 0,0-1-1 0 0,0 0 0 0 0,0 1 1 0 0,0-1-1 0 0,0 1 0 0 0,0 7 466 0 0,0 0 1 0 0,1 0-1 0 0,0 0 0 0 0,5 14 0 0 0,-4-10-889 0 0,5 18-95 0 0,3 56 1 0 0,-9-73-1124 0 0,-1 0 1 0 0,-1 0-1 0 0,-4 24 1 0 0,1-19-907 0 0</inkml:trace>
</inkml:ink>
</file>

<file path=ppt/ink/ink16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41:17.0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158 329 748 0 0,'-6'35'3627'0'0,"-1"68"-841"0"0,7-79-2283 0 0,-2 1 0 0 0,0 0 0 0 0,-1-1 0 0 0,-8 30 0 0 0,10-53-460 0 0,1 0 0 0 0,0-1-1 0 0,0 1 1 0 0,0-1 0 0 0,0 1-1 0 0,0 0 1 0 0,-1-1 0 0 0,1 1 0 0 0,0-1-1 0 0,-1 1 1 0 0,1-1 0 0 0,0 1-1 0 0,-1-1 1 0 0,1 1 0 0 0,-1-1-1 0 0,1 1 1 0 0,0-1 0 0 0,-1 1 0 0 0,1-1-1 0 0,-1 0 1 0 0,0 1 0 0 0,1-1-1 0 0,-1 0 1 0 0,1 1 0 0 0,-1-1 0 0 0,1 0-1 0 0,-1 0 1 0 0,0 1 0 0 0,1-1-1 0 0,-1 0 1 0 0,0 0 0 0 0,1 0-1 0 0,-1 0 1 0 0,0 0 0 0 0,0 0 0 0 0,-22-16 501 0 0,-12-32-151 0 0,27 30-310 0 0,0 1-1 0 0,2-1 1 0 0,0-1 0 0 0,1 1-1 0 0,-4-33 1 0 0,4 7 5 0 0,0-60 0 0 0,6 85-74 0 0,1 0 1 0 0,0 0-1 0 0,1 1 0 0 0,1-1 0 0 0,0 1 0 0 0,2-1 1 0 0,0 2-1 0 0,16-32 0 0 0,-18 42-15 0 0,0 1 0 0 0,0-1 0 0 0,0 1 0 0 0,1 1 0 0 0,0-1 0 0 0,0 1 0 0 0,0 0-1 0 0,1 0 1 0 0,-1 0 0 0 0,1 1 0 0 0,8-5 0 0 0,-9 6-1 0 0,0 1-1 0 0,0 1 0 0 0,0-1 0 0 0,0 1 1 0 0,0 0-1 0 0,0 0 0 0 0,1 0 1 0 0,-1 1-1 0 0,0-1 0 0 0,1 1 1 0 0,-1 1-1 0 0,0-1 0 0 0,0 1 1 0 0,1 0-1 0 0,-1 0 0 0 0,0 0 1 0 0,7 4-1 0 0,-7-4-4 0 0,-1 1-1 0 0,0 0 1 0 0,0 0 0 0 0,1 0 0 0 0,-1 1-1 0 0,-1-1 1 0 0,1 1 0 0 0,0 0-1 0 0,-1 0 1 0 0,1 1 0 0 0,-1-1 0 0 0,0 1-1 0 0,0-1 1 0 0,0 1 0 0 0,-1 0 0 0 0,1 0-1 0 0,-1 0 1 0 0,0 0 0 0 0,0 1-1 0 0,0-1 1 0 0,-1 1 0 0 0,1-1 0 0 0,0 7-1 0 0,-2-8 6 0 0,0 1-1 0 0,0 0 0 0 0,0 0 0 0 0,0-1 1 0 0,-1 1-1 0 0,1 0 0 0 0,-1-1 0 0 0,0 1 1 0 0,0 0-1 0 0,-1-1 0 0 0,1 1 0 0 0,-1-1 0 0 0,1 0 1 0 0,-1 1-1 0 0,0-1 0 0 0,0 0 0 0 0,-1 0 1 0 0,1 0-1 0 0,-1 0 0 0 0,1-1 0 0 0,-1 1 1 0 0,0-1-1 0 0,0 0 0 0 0,0 1 0 0 0,0-1 1 0 0,0 0-1 0 0,-1-1 0 0 0,1 1 0 0 0,-5 1 0 0 0,-12 4-5 0 0,-1-1-1 0 0,1-1 1 0 0,-1 0-1 0 0,-31 1 1 0 0,-7 3-1878 0 0,57-9 1262 0 0,-3 1-5 0 0,1-1-752 0 0</inkml:trace>
</inkml:ink>
</file>

<file path=ppt/ink/ink16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41:18.5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216 128 224 0 0,'1'-3'448'0'0,"0"1"0"0"0,-1-1-1 0 0,1 0 1 0 0,-1 0 0 0 0,0 1 0 0 0,1-1 0 0 0,-1 0 0 0 0,-1 0-1 0 0,1 1 1 0 0,0-1 0 0 0,0 0 0 0 0,-1 0 0 0 0,0 1-1 0 0,0-1 1 0 0,1 0 0 0 0,-4-4 0 0 0,4 6-366 0 0,-1 0 0 0 0,0 0 0 0 0,0 0-1 0 0,0 0 1 0 0,0 1 0 0 0,0-1 0 0 0,-1 0 0 0 0,1 0 0 0 0,0 1 0 0 0,0-1 0 0 0,0 0 0 0 0,-1 1 0 0 0,1 0 0 0 0,0-1-1 0 0,-1 1 1 0 0,1 0 0 0 0,0-1 0 0 0,-1 1 0 0 0,1 0 0 0 0,0 0 0 0 0,-1 0 0 0 0,1 0 0 0 0,0 0 0 0 0,-1 1-1 0 0,1-1 1 0 0,0 0 0 0 0,-1 0 0 0 0,1 1 0 0 0,0-1 0 0 0,0 1 0 0 0,-1 0 0 0 0,1-1 0 0 0,-1 2 0 0 0,-14 6 144 0 0,2 0-1 0 0,-1 2 1 0 0,1 0 0 0 0,0 0 0 0 0,1 1 0 0 0,0 1 0 0 0,1 0 0 0 0,-13 17 0 0 0,20-23-160 0 0,2-4-43 0 0,1 1 1 0 0,-1 0-1 0 0,1-1 0 0 0,0 1 0 0 0,0 0 1 0 0,0 0-1 0 0,0 0 0 0 0,0 0 0 0 0,1 0 1 0 0,-1 1-1 0 0,1-1 0 0 0,0 0 0 0 0,0 1 1 0 0,0-1-1 0 0,1 1 0 0 0,-1-1 1 0 0,1 1-1 0 0,0-1 0 0 0,0 1 0 0 0,0-1 1 0 0,0 1-1 0 0,1-1 0 0 0,-1 1 0 0 0,2 5 1 0 0,1-9-20 0 0,0 0 1 0 0,0 0 0 0 0,0 0 0 0 0,0 0-1 0 0,0 0 1 0 0,0 0 0 0 0,0-1 0 0 0,0 1-1 0 0,0-1 1 0 0,0 0 0 0 0,-1 0 0 0 0,1 0-1 0 0,3-2 1 0 0,19-8-49 0 0,-1-2 0 0 0,0 0-1 0 0,0-2 1 0 0,-2 0 0 0 0,32-29-1 0 0,-54 44 42 0 0,1 0 0 0 0,-1-1 0 0 0,1 1 0 0 0,-1 0-1 0 0,1-1 1 0 0,-1 1 0 0 0,1 0 0 0 0,-1 0 0 0 0,1-1-1 0 0,0 1 1 0 0,-1 0 0 0 0,1 0 0 0 0,-1 0 0 0 0,1 0 0 0 0,-1 0-1 0 0,1 0 1 0 0,0 0 0 0 0,-1 0 0 0 0,1 0 0 0 0,-1 0 0 0 0,1 0-1 0 0,0 0 1 0 0,-1 0 0 0 0,1 0 0 0 0,-1 1 0 0 0,1-1 0 0 0,-1 0-1 0 0,1 0 1 0 0,0 1 0 0 0,19 16-26 0 0,-17-13 22 0 0,0-1 1 0 0,0 0 0 0 0,0 0 0 0 0,0-1-1 0 0,1 1 1 0 0,-1-1 0 0 0,1 1 0 0 0,0-1-1 0 0,0 0 1 0 0,-1-1 0 0 0,1 1-1 0 0,6 1 1 0 0,-5-3 2 0 0,0 0-1 0 0,0 0 1 0 0,0 0-1 0 0,0-1 0 0 0,0 1 1 0 0,0-1-1 0 0,-1 0 1 0 0,1-1-1 0 0,0 1 1 0 0,0-1-1 0 0,-1 0 0 0 0,1 0 1 0 0,-1-1-1 0 0,0 1 1 0 0,5-4-1 0 0,8-7-3 0 0,0-1 1 0 0,18-19-1 0 0,-9 8 25 0 0,-15 12 10 0 0,-21 16-30 0 0,6-1-1 0 0,1 0 0 0 0,0 0 0 0 0,0 0 0 0 0,0 1 0 0 0,0-1 0 0 0,0 1-1 0 0,1 0 1 0 0,-1-1 0 0 0,-3 6 0 0 0,5-6-4 0 0,0 0 0 0 0,0 0 1 0 0,0 1-1 0 0,0-1 0 0 0,0 0 0 0 0,1 0 0 0 0,-1 0 0 0 0,0 1 1 0 0,1-1-1 0 0,0 0 0 0 0,0 1 0 0 0,0-1 0 0 0,0 1 0 0 0,0-1 0 0 0,0 0 1 0 0,0 1-1 0 0,1-1 0 0 0,-1 0 0 0 0,1 0 0 0 0,0 1 0 0 0,-1-1 0 0 0,1 0 1 0 0,0 0-1 0 0,1 0 0 0 0,-1 0 0 0 0,0 0 0 0 0,0 0 0 0 0,1 0 0 0 0,-1 0 1 0 0,1 0-1 0 0,0-1 0 0 0,-1 1 0 0 0,1-1 0 0 0,0 1 0 0 0,0-1 1 0 0,0 0-1 0 0,0 1 0 0 0,0-1 0 0 0,0 0 0 0 0,1-1 0 0 0,-1 1 0 0 0,0 0 1 0 0,5 0-1 0 0,0 1-34 0 0,1-1 0 0 0,0 0 0 0 0,0 0 0 0 0,0-1 1 0 0,-1 0-1 0 0,1 0 0 0 0,0-1 0 0 0,0 0 0 0 0,0 0 0 0 0,-1-1 0 0 0,1 0 1 0 0,9-4-1 0 0,-9 2 10 0 0,-1-1-1 0 0,1 0 1 0 0,-1 0 0 0 0,0-1 0 0 0,0 0 0 0 0,12-13 0 0 0,-13 12 12 0 0,2 0 0 0 0,-1 0 0 0 0,1 0 0 0 0,8-5 1 0 0,-14 11 8 0 0,0-4-1 0 0,-2 5 10 0 0,0 0 0 0 0,0-1 0 0 0,0 1 0 0 0,0-1-1 0 0,0 1 1 0 0,1-1 0 0 0,-1 1 0 0 0,0 0 0 0 0,0-1 0 0 0,1 1 0 0 0,-1-1 0 0 0,0 1 0 0 0,1 0-1 0 0,-1-1 1 0 0,0 1 0 0 0,1 0 0 0 0,-1 0 0 0 0,1-1 0 0 0,-1 1 0 0 0,0 0 0 0 0,1 0-1 0 0,-1 0 1 0 0,1-1 0 0 0,-1 1 0 0 0,1 0 0 0 0,-1 0 0 0 0,1 0 0 0 0,-1 0 0 0 0,1 0-1 0 0,-1 0 1 0 0,1 0 0 0 0,9 12 0 0 0,2 31 55 0 0,-10-35-60 0 0,-1-5 7 0 0,0 0 0 0 0,0-1 0 0 0,0 1 0 0 0,-1 0 0 0 0,1-1 0 0 0,-1 1 0 0 0,0 0 0 0 0,0-1 0 0 0,0 6 0 0 0,0-1-15 0 0,0-6 19 0 0,0-1 0 0 0,0 0 1 0 0,0 1-1 0 0,0-1 0 0 0,0 0 1 0 0,0 1-1 0 0,0-1 0 0 0,0 0 1 0 0,0 0-1 0 0,0 1 1 0 0,0-1-1 0 0,0 0 0 0 0,1 1 1 0 0,-1-1-1 0 0,0 0 0 0 0,0 0 1 0 0,0 1-1 0 0,1-1 0 0 0,-1 0 1 0 0,0 0-1 0 0,0 0 0 0 0,1 1 1 0 0,-1-1-1 0 0,0 0 0 0 0,0 0 1 0 0,1 0-1 0 0,-1 0 0 0 0,0 0 1 0 0,1 1-1 0 0,-1-1 0 0 0,0 0 1 0 0,0 0-1 0 0,1 0 0 0 0,-1 0 1 0 0,0 0-1 0 0,1 0 0 0 0,-1 0 1 0 0,0 0-1 0 0,1 0 0 0 0,-1 0 1 0 0,0 0-1 0 0,1 0 0 0 0,-1 0 1 0 0,0 0-1 0 0,0-1 1 0 0,1 1-1 0 0,-1 0 0 0 0,0 0 1 0 0,1 0-1 0 0,-1 0 0 0 0,0-1 1 0 0,0 1-1 0 0,1 0 0 0 0,-1 0 1 0 0,0 0-1 0 0,0-1 0 0 0,0 1 1 0 0,1 0-1 0 0,-1-1 0 0 0,16-10 9 0 0,-16 11-11 0 0,6-5-9 0 0,1 0 1 0 0,0 1-1 0 0,1 0 0 0 0,-1 0 1 0 0,1 1-1 0 0,-1 0 0 0 0,1 0 1 0 0,0 1-1 0 0,0 0 0 0 0,0 0 1 0 0,0 1-1 0 0,1 0 0 0 0,-1 1 1 0 0,0 0-1 0 0,1 0 0 0 0,-1 0 1 0 0,0 1-1 0 0,0 0 0 0 0,0 1 1 0 0,11 3-1 0 0,-16-5 4 0 0,0 1 0 0 0,0-1 0 0 0,0 0 0 0 0,0-1 0 0 0,0 1-1 0 0,0-1 1 0 0,0 1 0 0 0,0-1 0 0 0,0 0 0 0 0,0 0 0 0 0,0 0 0 0 0,-1 0 0 0 0,1-1 0 0 0,0 1 0 0 0,-1-1-1 0 0,1 1 1 0 0,-1-1 0 0 0,1 0 0 0 0,-1 0 0 0 0,0 0 0 0 0,0-1 0 0 0,0 1 0 0 0,0 0 0 0 0,0-1 0 0 0,0 1-1 0 0,-1-1 1 0 0,3-5 0 0 0,0 1 80 0 0,0 0 0 0 0,-1-1 0 0 0,0 1 0 0 0,0-1 0 0 0,-1 0 0 0 0,0 0 0 0 0,0 0 0 0 0,1-16 0 0 0,2 2 1044 0 0,-3 25-644 0 0,-2 14-388 0 0,-2 7 179 0 0,0 1 0 0 0,4 46 0 0 0,1-53-1033 0 0,0 0 0 0 0,9 27 0 0 0,-4-36-342 0 0,-3-6-428 0 0</inkml:trace>
</inkml:ink>
</file>

<file path=ppt/ink/ink16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41:18.8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58 204 0 0,'28'-34'5675'0'0,"-25"32"-5415"0"0,-1 0 0 0 0,1 0 1 0 0,0 0-1 0 0,0 0 1 0 0,0 0-1 0 0,0 1 0 0 0,0-1 1 0 0,0 1-1 0 0,5-2 1 0 0,6-1-3773 0 0,-11 4 1854 0 0,-30 7-207 0 0</inkml:trace>
</inkml:ink>
</file>

<file path=ppt/ink/ink16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41:19.2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 23 356 0 0,'-6'-5'668'0'0,"0"0"-40"0"0,2 2 388 0 0,-1-1-56 0 0,22-1-1076 0 0,-6 5-184 0 0,12 2-1356 0 0,-7-1 796 0 0</inkml:trace>
</inkml:ink>
</file>

<file path=ppt/ink/ink16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41:19.5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 13 636 0 0,'-6'-12'6343'0'0,"5"29"-3463"0"0,1 4-2401 0 0,-1 8 61 0 0,1 0 0 0 0,6 35-1 0 0,-3-38-1781 0 0,-1 0-1 0 0,-1 0 1 0 0,-4 33-1 0 0,0-45-1400 0 0,-1 0 199 0 0</inkml:trace>
</inkml:ink>
</file>

<file path=ppt/ink/ink16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41:20.4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76 41 96 0 0,'-8'-41'9013'0'0,"8"41"-8950"0"0,0 0 0 0 0,0 1-1 0 0,0-1 1 0 0,0 0 0 0 0,0 0 0 0 0,0 0 0 0 0,0 0 0 0 0,0 1-1 0 0,0-1 1 0 0,0 0 0 0 0,0 0 0 0 0,0 0 0 0 0,0 0 0 0 0,0 1-1 0 0,0-1 1 0 0,0 0 0 0 0,0 0 0 0 0,0 0 0 0 0,0 0 0 0 0,0 1-1 0 0,-1-1 1 0 0,1 0 0 0 0,0 0 0 0 0,0 0 0 0 0,0 0 0 0 0,0 0-1 0 0,0 1 1 0 0,0-1 0 0 0,0 0 0 0 0,-1 0 0 0 0,1 0 0 0 0,0 0-1 0 0,0 0 1 0 0,0 0 0 0 0,0 0 0 0 0,0 0 0 0 0,-1 0 0 0 0,1 0-1 0 0,0 0 1 0 0,0 1 0 0 0,0-1 0 0 0,0 0 0 0 0,-1 0 0 0 0,1 0-1 0 0,0 0 1 0 0,0 0 0 0 0,0 0 0 0 0,-1 0 0 0 0,1 0 0 0 0,0-1 0 0 0,0 1-1 0 0,0 0 1 0 0,0 0 0 0 0,-1 0 0 0 0,1 0 0 0 0,0 0 0 0 0,0 0-1 0 0,0 0 1 0 0,0 0 0 0 0,0 0 0 0 0,-1 0 0 0 0,1 0 0 0 0,0-1-1 0 0,0 1 1 0 0,0 0 0 0 0,0 0 0 0 0,0 0 0 0 0,0 0 0 0 0,-1-1-1 0 0,-11 28 1049 0 0,-8 33-696 0 0,11-19-87 0 0,2 1 0 0 0,1-1 1 0 0,1 47-1 0 0,5-28-2586 0 0,0-59 1778 0 0,1 7-1982 0 0,6-19-4072 0 0,-4 2 3938 0 0</inkml:trace>
</inkml:ink>
</file>

<file path=ppt/ink/ink16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41:21.2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0 242 84 0 0,'0'0'523'0'0,"17"9"910"0"0,11-7-1041 0 0,0-2 0 0 0,0 0 1 0 0,0-2-1 0 0,0-1 0 0 0,0-1 0 0 0,0-1 0 0 0,-1-2 0 0 0,44-16 0 0 0,-65 20-240 0 0,1 0 0 0 0,0-1 0 0 0,-1 0 0 0 0,1 0 0 0 0,-1 0 0 0 0,0-1 0 0 0,-1 0 0 0 0,1 0 0 0 0,-1 0 0 0 0,0-1 0 0 0,0 1 0 0 0,-1-2 0 0 0,1 1 0 0 0,-1 0 0 0 0,-1-1 0 0 0,1 1 0 0 0,-1-1 0 0 0,0 0 0 0 0,-1 0 0 0 0,0 0 0 0 0,0-1 0 0 0,0 1 0 0 0,-1-1 0 0 0,0 1-1 0 0,0-1 1 0 0,-1 1 0 0 0,0-1 0 0 0,-1 1 0 0 0,1-1 0 0 0,-1 1 0 0 0,-4-13 0 0 0,5 20-121 0 0,0 0 0 0 0,0 0 0 0 0,0 0 0 0 0,0 1 0 0 0,0-1-1 0 0,-1 0 1 0 0,1 0 0 0 0,0 0 0 0 0,0 0 0 0 0,0 0 0 0 0,0 0-1 0 0,0 1 1 0 0,0-1 0 0 0,0 0 0 0 0,-1 0 0 0 0,1 0 0 0 0,0 0-1 0 0,0 0 1 0 0,0 0 0 0 0,0 0 0 0 0,0 0 0 0 0,-1 0 0 0 0,1 0 0 0 0,0 0-1 0 0,0 0 1 0 0,0 0 0 0 0,0 0 0 0 0,0 0 0 0 0,-1 0 0 0 0,1 0-1 0 0,0 0 1 0 0,0 0 0 0 0,0 0 0 0 0,0 0 0 0 0,-1 0 0 0 0,1 0-1 0 0,0 0 1 0 0,0 0 0 0 0,0 0 0 0 0,0 0 0 0 0,0 0 0 0 0,-1 0 0 0 0,1 0-1 0 0,0 0 1 0 0,0 0 0 0 0,0-1 0 0 0,0 1 0 0 0,0 0 0 0 0,0 0-1 0 0,0 0 1 0 0,-1 0 0 0 0,1 0 0 0 0,0 0 0 0 0,0-1 0 0 0,0 1-1 0 0,0 0 1 0 0,0 0 0 0 0,0 0 0 0 0,0-1 0 0 0,-9 27 585 0 0,-4 36-216 0 0,12-19-152 0 0,2-1 1 0 0,1 1 0 0 0,11 49 0 0 0,-14-84-212 0 0,2 1 39 0 0,19-22 62 0 0,-3-16-155 0 0,-17 28 8 0 0,1-1 0 0 0,0 0-1 0 0,0 1 1 0 0,0-1 0 0 0,0 1 0 0 0,0-1 0 0 0,0 1 0 0 0,1-1-1 0 0,-1 1 1 0 0,0 0 0 0 0,1 0 0 0 0,-1 0 0 0 0,1 0 0 0 0,-1 0-1 0 0,1 0 1 0 0,-1 0 0 0 0,1 0 0 0 0,0 0 0 0 0,0 1 0 0 0,-1-1-1 0 0,1 1 1 0 0,0-1 0 0 0,0 1 0 0 0,-1 0 0 0 0,4 0 0 0 0,5 0-36 0 0,-1 0 1 0 0,1 1 0 0 0,-1 1 0 0 0,11 2 0 0 0,26 3-36 0 0,-31-8 46 0 0,0 0 0 0 0,0-1 1 0 0,19-5-1 0 0,-1 0 69 0 0,-32 6 28 0 0,0 1 0 0 0,0-1-1 0 0,0 1 1 0 0,0-1 0 0 0,0 0 0 0 0,0 1 0 0 0,0-1 0 0 0,0 0 0 0 0,0 0 0 0 0,0 1 0 0 0,-1-1 0 0 0,1 0 0 0 0,0 0 0 0 0,0 0 0 0 0,-1 0 0 0 0,1 0 0 0 0,-1 0 0 0 0,1 0 0 0 0,-1 0 0 0 0,1 0-1 0 0,-1 0 1 0 0,1-3 0 0 0,-1 4-47 0 0,0-1-1 0 0,-1 1 1 0 0,1-1-1 0 0,0 1 1 0 0,0 0-1 0 0,1-1 1 0 0,-1 1-1 0 0,0-1 1 0 0,0 1-1 0 0,0-1 1 0 0,0 1-1 0 0,0-1 1 0 0,0 1-1 0 0,0 0 1 0 0,1-1-1 0 0,-1 1 0 0 0,0-1 1 0 0,0 1-1 0 0,1 0 1 0 0,-1-1-1 0 0,0 1 1 0 0,1 0-1 0 0,-1-1 1 0 0,0 1-1 0 0,1 0 1 0 0,-1 0-1 0 0,0-1 1 0 0,1 1-1 0 0,-1 0 1 0 0,1 0-1 0 0,-1 0 1 0 0,0-1-1 0 0,1 1 1 0 0,-1 0-1 0 0,1 0 1 0 0,-1 0-1 0 0,1 0 1 0 0,-1 0-1 0 0,0 0 0 0 0,1 0 1 0 0,-1 0-1 0 0,1 0 1 0 0,-1 0-1 0 0,1 0 1 0 0,-1 0-1 0 0,1 0 1 0 0,-1 0-1 0 0,0 1 1 0 0,1-1-1 0 0,-1 0 1 0 0,1 0-1 0 0,-1 0 1 0 0,0 1-1 0 0,1-1 1 0 0,-1 0-1 0 0,0 0 1 0 0,1 1-1 0 0,-1-1 1 0 0,0 0-1 0 0,1 1 1 0 0,-1-1-1 0 0,0 0 0 0 0,0 1 1 0 0,1-1-1 0 0,-1 1 1 0 0,0-1-1 0 0,0 1 1 0 0,4 2-499 0 0,0 0 0 0 0,0 0 0 0 0,0 0-1 0 0,0 0 1 0 0,0-1 0 0 0,0 0 0 0 0,8 3 0 0 0,17 4-5424 0 0,-9-5 2186 0 0</inkml:trace>
</inkml:ink>
</file>

<file path=ppt/ink/ink16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41:22.2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37 0 596 0 0,'-4'28'10512'0'0,"-4"25"-8159"0"0,3-17-2606 0 0,-1 71 0 0 0,7-73-403 0 0,-6 49 0 0 0,-4-6-6347 0 0,9-63 4391 0 0</inkml:trace>
</inkml:ink>
</file>

<file path=ppt/ink/ink16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41:23.2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24 169 116 0 0,'16'-26'13278'0'0,"-16"46"-12441"0"0,-19 136 1267 0 0,13-127-1610 0 0,6-29-491 0 0,-1 0 1 0 0,1 0-1 0 0,0 0 1 0 0,0 0-1 0 0,0 0 1 0 0,0 0-1 0 0,-1 0 1 0 0,1 0-1 0 0,0 0 1 0 0,0 0-1 0 0,0 0 0 0 0,0 0 1 0 0,-1 0-1 0 0,1 0 1 0 0,0 0-1 0 0,0 0 1 0 0,0 0-1 0 0,0 0 1 0 0,0 0-1 0 0,-1 0 1 0 0,1 0-1 0 0,0 0 1 0 0,0 0-1 0 0,0-1 1 0 0,0 1-1 0 0,0 0 0 0 0,-1 0 1 0 0,1 0-1 0 0,0 0 1 0 0,0 0-1 0 0,0 0 1 0 0,0-1-1 0 0,0 1 1 0 0,0 0-1 0 0,0 0 1 0 0,0 0-1 0 0,0 0 1 0 0,-1-1-1 0 0,1 1 1 0 0,0 0-1 0 0,0 0 0 0 0,0 0 1 0 0,0 0-1 0 0,0-1 1 0 0,0 1-1 0 0,0 0 1 0 0,0 0-1 0 0,0 0 1 0 0,0 0-1 0 0,0-1 1 0 0,0 1-1 0 0,1 0 1 0 0,-1 0-1 0 0,0 0 1 0 0,0 0-1 0 0,0 0 0 0 0,0-1 1 0 0,0 1-1 0 0,0 0 1 0 0,0 0-1 0 0,0 0 1 0 0,1-1-1 0 0,-6-60 4 0 0,3 29-4 0 0,0 20-8 0 0,1 0 0 0 0,0-1 0 0 0,1 1 0 0 0,1 0 0 0 0,0-1 0 0 0,0 1 0 0 0,1 0 0 0 0,1-1 0 0 0,0 1 0 0 0,1 0 0 0 0,0 1 0 0 0,7-15 0 0 0,-9 24-10 0 0,-1-1 10 0 0,1-1 0 0 0,0 1 0 0 0,0 0 0 0 0,1 0-1 0 0,-1 0 1 0 0,1 0 0 0 0,-1 0 0 0 0,1 1-1 0 0,0-1 1 0 0,0 1 0 0 0,0 0 0 0 0,0 0 0 0 0,1 0-1 0 0,-1 0 1 0 0,0 0 0 0 0,1 1 0 0 0,6-3 0 0 0,22-14 191 0 0,-24 16-184 0 0,-1 0 0 0 0,1 1 0 0 0,0-1 0 0 0,0 1 0 0 0,0 1 0 0 0,0 0 0 0 0,0 0 0 0 0,0 0 0 0 0,0 1 0 0 0,-1 0 0 0 0,1 1 0 0 0,0-1 0 0 0,0 2 0 0 0,-1-1 0 0 0,1 1 0 0 0,-1 0 0 0 0,0 1 0 0 0,0-1 0 0 0,0 1 0 0 0,0 1 0 0 0,-1-1 0 0 0,9 9 0 0 0,-10-9-3 0 0,0 1-1 0 0,0 0 0 0 0,0 1 0 0 0,0-1 1 0 0,-1 1-1 0 0,0 0 0 0 0,0 0 0 0 0,-1 0 0 0 0,0 1 1 0 0,0-1-1 0 0,0 1 0 0 0,-1 0 0 0 0,0-1 1 0 0,0 1-1 0 0,-1 0 0 0 0,0 0 0 0 0,0 0 0 0 0,0 0 1 0 0,-1 1-1 0 0,0-1 0 0 0,-1 0 0 0 0,1 0 1 0 0,-1 0-1 0 0,-1 0 0 0 0,-2 9 0 0 0,2-11-4 0 0,-1-1-1 0 0,1 0 1 0 0,-1 0-1 0 0,0 0 1 0 0,0 0-1 0 0,-1 0 1 0 0,1-1-1 0 0,-1 1 1 0 0,0-1-1 0 0,0 0 1 0 0,0 0-1 0 0,0 0 1 0 0,0-1-1 0 0,0 1 1 0 0,-1-1-1 0 0,0 0 1 0 0,1-1-1 0 0,-1 1 1 0 0,0-1-1 0 0,0 0 1 0 0,1 0-1 0 0,-8 1 1 0 0,-4 0-19 0 0,-1 0 1 0 0,0-1 0 0 0,0-1-1 0 0,0-1 1 0 0,-19-2 0 0 0,8-11-815 0 0,18 2-1741 0 0,10 1-5273 0 0,3 6 4754 0 0</inkml:trace>
</inkml:ink>
</file>

<file path=ppt/ink/ink16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41:23.7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78 27 464 0 0,'0'0'879'0'0,"-5"0"-25"0"0,2 0-639 0 0,0 0 1 0 0,0 0-1 0 0,0 1 0 0 0,0 0 1 0 0,0-1-1 0 0,0 1 0 0 0,0 0 1 0 0,0 1-1 0 0,0-1 0 0 0,0 0 0 0 0,0 1 1 0 0,1 0-1 0 0,-1-1 0 0 0,1 1 1 0 0,-1 0-1 0 0,1 0 0 0 0,0 1 1 0 0,0-1-1 0 0,0 0 0 0 0,0 1 1 0 0,0 0-1 0 0,0-1 0 0 0,1 1 1 0 0,-1 0-1 0 0,1 0 0 0 0,0-1 1 0 0,-2 6-1 0 0,3-7-181 0 0,-1 0 0 0 0,1-1 0 0 0,-1 1-1 0 0,1 0 1 0 0,-1 0 0 0 0,1 0 0 0 0,0 0 0 0 0,-1 0-1 0 0,1 0 1 0 0,0 0 0 0 0,0 0 0 0 0,0 0 0 0 0,0 0-1 0 0,0 0 1 0 0,0 0 0 0 0,0 0 0 0 0,0 0 0 0 0,0 0-1 0 0,0 0 1 0 0,1 0 0 0 0,-1 0 0 0 0,0 0 0 0 0,1 0-1 0 0,-1 0 1 0 0,0 0 0 0 0,1 0 0 0 0,0 0 0 0 0,-1 0-1 0 0,1 0 1 0 0,-1-1 0 0 0,1 1 0 0 0,0 0 0 0 0,0-1 0 0 0,-1 1-1 0 0,1 0 1 0 0,0-1 0 0 0,0 1 0 0 0,0-1 0 0 0,0 1-1 0 0,0-1 1 0 0,0 1 0 0 0,0-1 0 0 0,0 0 0 0 0,-1 1-1 0 0,2-1 1 0 0,-1 0 0 0 0,0 0 0 0 0,0 0 0 0 0,0 0-1 0 0,1 0 1 0 0,2 0 27 0 0,-1 0 0 0 0,1-1 0 0 0,0 0 0 0 0,-1 1 0 0 0,1-1 1 0 0,0-1-1 0 0,-1 1 0 0 0,1 0 0 0 0,-1-1 0 0 0,0 0 0 0 0,1 0 0 0 0,-1 0 0 0 0,3-3 0 0 0,-2 2 50 0 0,-1 0 1 0 0,0 0-1 0 0,0-1 1 0 0,-1 1-1 0 0,1-1 0 0 0,-1 1 1 0 0,0-1-1 0 0,0 0 1 0 0,0 0-1 0 0,0 0 0 0 0,-1 0 1 0 0,3-9-1 0 0,-4 12-108 0 0,0-1 1 0 0,0 1-1 0 0,0-1 0 0 0,0 1 0 0 0,0-1 0 0 0,0 1 0 0 0,0-1 1 0 0,-1 1-1 0 0,1-1 0 0 0,0 1 0 0 0,-1 0 0 0 0,1-1 1 0 0,-1 1-1 0 0,0-1 0 0 0,1 1 0 0 0,-1 0 0 0 0,0 0 0 0 0,0-1 1 0 0,0 1-1 0 0,0 0 0 0 0,0 0 0 0 0,0 0 0 0 0,0 0 1 0 0,0 0-1 0 0,0 0 0 0 0,-1 0 0 0 0,1 0 0 0 0,0 1 0 0 0,-1-1 1 0 0,1 0-1 0 0,0 1 0 0 0,-1-1 0 0 0,1 1 0 0 0,-1 0 1 0 0,1-1-1 0 0,-1 1 0 0 0,1 0 0 0 0,-1 0 0 0 0,-1 0 0 0 0,1 0-233 0 0,0 0-1 0 0,0 0 0 0 0,0 0 1 0 0,1 0-1 0 0,-1 1 0 0 0,0-1 1 0 0,0 1-1 0 0,1-1 0 0 0,-1 1 0 0 0,0-1 1 0 0,1 1-1 0 0,-1 0 0 0 0,-1 1 1 0 0,-7 2-4231 0 0</inkml:trace>
</inkml:ink>
</file>

<file path=ppt/ink/ink16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41:24.1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53 660 0 0,'0'0'3556'0'0,"8"18"-1827"0"0,-9-13-1584 0 0,1-1-1 0 0,-1 0 1 0 0,1 1-1 0 0,1-1 1 0 0,-1 1-1 0 0,1-1 1 0 0,-1 0-1 0 0,1 1 1 0 0,0-1-1 0 0,1 0 1 0 0,-1 0-1 0 0,1 0 1 0 0,0 0-1 0 0,0 0 1 0 0,0 0-1 0 0,0 0 1 0 0,5 5-1 0 0,-5-7-70 0 0,-1-1-1 0 0,0 1 0 0 0,1-1 1 0 0,-1 1-1 0 0,1-1 0 0 0,-1 0 1 0 0,1 1-1 0 0,0-1 0 0 0,-1 0 1 0 0,1 0-1 0 0,0 0 0 0 0,0 0 1 0 0,0-1-1 0 0,0 1 0 0 0,0-1 1 0 0,0 1-1 0 0,0-1 0 0 0,0 1 1 0 0,0-1-1 0 0,0 0 0 0 0,0 0 1 0 0,0 0-1 0 0,0 0 0 0 0,0 0 1 0 0,0-1-1 0 0,0 1 0 0 0,0-1 1 0 0,0 1-1 0 0,0-1 0 0 0,0 0 1 0 0,0 1-1 0 0,0-1 0 0 0,-1 0 1 0 0,1 0-1 0 0,0-1 0 0 0,0 1 1 0 0,-1 0-1 0 0,1 0 0 0 0,1-2 1 0 0,0-1 68 0 0,0 1 1 0 0,-1-1 0 0 0,1 1-1 0 0,-1-1 1 0 0,1 0 0 0 0,-1 0-1 0 0,-1 0 1 0 0,1 0 0 0 0,0 0-1 0 0,-1 0 1 0 0,0-1 0 0 0,0 1-1 0 0,0 0 1 0 0,0-1 0 0 0,-1 1-1 0 0,0-1 1 0 0,0 1 0 0 0,0-1-1 0 0,0 1 1 0 0,-1-1 0 0 0,0 1-1 0 0,0 0 1 0 0,0-1 0 0 0,0 1-1 0 0,-1 0 1 0 0,1 0 0 0 0,-1 0-1 0 0,0 0 1 0 0,0 0-1 0 0,-1 0 1 0 0,-3-4 0 0 0,4 6-243 0 0,1 0 1 0 0,-1 0 0 0 0,0 1-1 0 0,0-1 1 0 0,0 1 0 0 0,0-1-1 0 0,0 1 1 0 0,-1 0 0 0 0,1 0-1 0 0,0 0 1 0 0,0 0-1 0 0,-1 0 1 0 0,1 0 0 0 0,-5 0-1 0 0,6 1-404 0 0,-1 0 0 0 0,1 0 0 0 0,0 0 0 0 0,-1 0 0 0 0,1 0 0 0 0,-1 0 0 0 0,1 0 0 0 0,0 1 0 0 0,-1-1 0 0 0,1 0 0 0 0,0 1 0 0 0,-1 0 0 0 0,1-1 0 0 0,0 1 0 0 0,-1 0 0 0 0,1-1 0 0 0,-2 3 0 0 0</inkml:trace>
</inkml:ink>
</file>

<file path=ppt/ink/ink16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41:24.5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32 544 0 0,'33'5'3497'0'0,"-23"0"-3008"0"0,-1 1 0 0 0,1-1 0 0 0,-2 2 0 0 0,1-1 0 0 0,-1 1 0 0 0,0 0 1 0 0,0 1-1 0 0,-1 0 0 0 0,0 0 0 0 0,0 0 0 0 0,-1 1 0 0 0,6 10 0 0 0,-12-18-429 0 0,1-1 1 0 0,-1 1-1 0 0,0-1 1 0 0,1 1-1 0 0,-1-1 1 0 0,1 1-1 0 0,-1-1 0 0 0,1 0 1 0 0,-1 1-1 0 0,0-1 1 0 0,1 0-1 0 0,0 1 1 0 0,-1-1-1 0 0,1 0 1 0 0,-1 0-1 0 0,1 1 0 0 0,-1-1 1 0 0,1 0-1 0 0,0 0 1 0 0,-1 0-1 0 0,1 0 1 0 0,-1 0-1 0 0,1 0 0 0 0,0 0 1 0 0,-1 0-1 0 0,1 0 1 0 0,-1 0-1 0 0,2 0 1 0 0,22-11 813 0 0,33-32-568 0 0,-29 21-221 0 0,17-5-999 0 0,-19 11-971 0 0,1-1-3365 0 0,-16 7 2230 0 0</inkml:trace>
</inkml:ink>
</file>

<file path=ppt/ink/ink16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42:08.8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77 88 76 0 0,'6'-88'10056'0'0,"-2"141"-9312"0"0,-3-40-636 0 0,1 0 1 0 0,-2 0 0 0 0,-1 22 0 0 0,-39 203 581 0 0,11-87-446 0 0,22-115-193 0 0,3-14 1 0 0,0-1-1 0 0,2 0 0 0 0,0 1 1 0 0,1 26-1 0 0,2-45-26 0 0,-1-1 1 0 0,0 1-1 0 0,1 0 0 0 0,0-1 1 0 0,-1 0-1 0 0,1 1 0 0 0,0-1 0 0 0,0 1 1 0 0,1-1-1 0 0,-1 0 0 0 0,0 0 1 0 0,1 0-1 0 0,-1 0 0 0 0,1 0 0 0 0,0 0 1 0 0,0 0-1 0 0,0 0 0 0 0,0-1 1 0 0,0 1-1 0 0,0-1 0 0 0,3 2 0 0 0,1 0 12 0 0,0 0 0 0 0,0-1 0 0 0,0 0-1 0 0,0-1 1 0 0,1 1 0 0 0,-1-1 0 0 0,1 0-1 0 0,8-1 1 0 0,12 0 37 0 0,0-2 0 0 0,0-1 0 0 0,29-7 1 0 0,68-3-1794 0 0,-89 11-2324 0 0,-29 0 1024 0 0</inkml:trace>
</inkml:ink>
</file>

<file path=ppt/ink/ink16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42:09.6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1 226 432 0 0,'0'0'1928'0'0,"4"-1"-1314"0"0,87-18 2196 0 0,-50 12-2068 0 0,55-17-1 0 0,-85 21-636 0 0,-1 0 0 0 0,0-2-1 0 0,0 1 1 0 0,-1-1 0 0 0,1 0-1 0 0,-1-1 1 0 0,0 0 0 0 0,-1-1-1 0 0,1 0 1 0 0,9-10 0 0 0,-16 14-67 0 0,0 0 1 0 0,-1 1-1 0 0,1-1 0 0 0,-1 0 1 0 0,1 0-1 0 0,-1 0 1 0 0,0 0-1 0 0,0 0 0 0 0,0 0 1 0 0,0 0-1 0 0,-1-1 1 0 0,1 1-1 0 0,-1 0 0 0 0,0 0 1 0 0,0 0-1 0 0,0-1 1 0 0,-1 1-1 0 0,1 0 0 0 0,-1 0 1 0 0,-1-6-1 0 0,1 6-21 0 0,0 1 1 0 0,1 0-1 0 0,-1 0 0 0 0,0 0 0 0 0,-1 0 0 0 0,1 0 1 0 0,0 1-1 0 0,-1-1 0 0 0,1 0 0 0 0,-1 1 0 0 0,1-1 1 0 0,-1 1-1 0 0,0-1 0 0 0,1 1 0 0 0,-1 0 0 0 0,0-1 1 0 0,0 1-1 0 0,0 0 0 0 0,0 0 0 0 0,0 1 0 0 0,0-1 1 0 0,-1 0-1 0 0,1 1 0 0 0,0-1 0 0 0,0 1 0 0 0,0 0 1 0 0,-1 0-1 0 0,1 0 0 0 0,0 0 0 0 0,0 0 0 0 0,-1 0 1 0 0,-2 1-1 0 0,-4 1 6 0 0,0 1 1 0 0,0 0-1 0 0,1 0 0 0 0,-1 0 1 0 0,1 1-1 0 0,0 1 1 0 0,0-1-1 0 0,1 1 0 0 0,-1 1 1 0 0,1-1-1 0 0,-10 11 1 0 0,14-13-19 0 0,1-1 0 0 0,-1 0 1 0 0,1 1-1 0 0,0 0 0 0 0,0-1 1 0 0,0 1-1 0 0,0 0 0 0 0,1 0 1 0 0,-1 0-1 0 0,1 0 0 0 0,0 0 1 0 0,0 1-1 0 0,0-1 0 0 0,0 0 1 0 0,0 0-1 0 0,1 1 1 0 0,-1-1-1 0 0,1 1 0 0 0,0-1 1 0 0,0 0-1 0 0,0 1 0 0 0,1-1 1 0 0,-1 0-1 0 0,1 1 0 0 0,0-1 1 0 0,0 0-1 0 0,0 0 0 0 0,0 1 1 0 0,0-1-1 0 0,1 0 0 0 0,0 0 1 0 0,-1 0-1 0 0,1-1 1 0 0,0 1-1 0 0,3 3 0 0 0,-2-3-2 0 0,1-1 0 0 0,-1 1 0 0 0,1-1-1 0 0,-1 0 1 0 0,1 1 0 0 0,0-2 0 0 0,0 1-1 0 0,-1 0 1 0 0,1-1 0 0 0,0 0 0 0 0,1 0-1 0 0,-1 0 1 0 0,0 0 0 0 0,0-1 0 0 0,0 0-1 0 0,1 1 1 0 0,-1-2 0 0 0,0 1 0 0 0,0 0-1 0 0,0-1 1 0 0,8-2 0 0 0,3 0-2 0 0,0-1-1 0 0,0-1 1 0 0,-1 0 0 0 0,23-13-1 0 0,9-4-6 0 0,-24 12 2 0 0,-1-1 1 0 0,0-1-1 0 0,-1 0 0 0 0,22-18 1 0 0,-41 29 2 0 0,0 1 1 0 0,0 0-1 0 0,0-1 1 0 0,0 1-1 0 0,0 0 1 0 0,-1 0-1 0 0,1 0 1 0 0,0 0 0 0 0,0 0-1 0 0,0 0 1 0 0,0 0-1 0 0,0 0 1 0 0,0 0-1 0 0,0 0 1 0 0,0 1-1 0 0,0-1 1 0 0,0 0 0 0 0,0 0-1 0 0,-1 1 1 0 0,1-1-1 0 0,0 1 1 0 0,0-1-1 0 0,0 1 1 0 0,-1-1-1 0 0,1 1 1 0 0,0 0 0 0 0,-1-1-1 0 0,1 1 1 0 0,0 0-1 0 0,-1-1 1 0 0,1 1-1 0 0,-1 0 1 0 0,1 0-1 0 0,-1 0 1 0 0,1-1 0 0 0,-1 1-1 0 0,1 2 1 0 0,21 37 7 0 0,-20-36-3 0 0,0 0-4 0 0,0 0 1 0 0,0 0 0 0 0,0-1-1 0 0,0 1 1 0 0,0-1 0 0 0,1 1-1 0 0,0-1 1 0 0,0 0 0 0 0,0 0-1 0 0,0 0 1 0 0,0-1 0 0 0,0 1-1 0 0,1-1 1 0 0,-1 1 0 0 0,1-1-1 0 0,0 0 1 0 0,0-1 0 0 0,0 1-1 0 0,0-1 1 0 0,0 1 0 0 0,0-1-1 0 0,0 0 1 0 0,0-1 0 0 0,6 1-1 0 0,-5-1 12 0 0,-1-1 0 0 0,1 0 0 0 0,0 0 0 0 0,-1 0 0 0 0,1-1 0 0 0,0 1 0 0 0,-1-1 0 0 0,0-1 0 0 0,1 1 0 0 0,-1 0 0 0 0,0-1 0 0 0,0 0 0 0 0,-1 0 0 0 0,1 0 0 0 0,0 0 0 0 0,-1-1 0 0 0,0 1 0 0 0,0-1 0 0 0,0 0 0 0 0,0 0 0 0 0,2-6 0 0 0,2 0-316 0 0,20-37 563 0 0,-15 17-6672 0 0</inkml:trace>
</inkml:ink>
</file>

<file path=ppt/ink/ink16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42:10.1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0 308 116 0 0,'84'-78'7742'0'0,"-84"79"-7686"0"0,1 1 0 0 0,-1-1 0 0 0,1 0 0 0 0,-1 1 0 0 0,1-1 0 0 0,-1 0 0 0 0,1 1 0 0 0,0-1 0 0 0,0 0 0 0 0,-1 0 0 0 0,1 0 0 0 0,0 0 0 0 0,0 0 0 0 0,0 0 0 0 0,0 0 0 0 0,1 0 0 0 0,-1 0 0 0 0,0 0 0 0 0,0-1 0 0 0,2 2 0 0 0,35 23-2 0 0,-32-22-50 0 0,0 0-1 0 0,0-1 1 0 0,0 0 0 0 0,1 0-1 0 0,-1-1 1 0 0,0 0-1 0 0,1 0 1 0 0,-1 0 0 0 0,1-1-1 0 0,0 0 1 0 0,-1 0-1 0 0,1 0 1 0 0,-1-1-1 0 0,1 0 1 0 0,-1 0 0 0 0,1-1-1 0 0,-1 0 1 0 0,0 0-1 0 0,0-1 1 0 0,0 1 0 0 0,10-7-1 0 0,-9 4 0 0 0,0 0 1 0 0,-1 0-1 0 0,1 0 0 0 0,-1-1 0 0 0,0 0 0 0 0,0-1 1 0 0,-1 1-1 0 0,0-1 0 0 0,0 0 0 0 0,-1 0 0 0 0,0-1 1 0 0,0 1-1 0 0,0-1 0 0 0,-1 0 0 0 0,-1 0 0 0 0,3-9 1 0 0,-3 5 13 0 0,0 1 1 0 0,-1-1 0 0 0,0 0 0 0 0,-2-19-1 0 0,1 27 48 0 0,0-1 0 0 0,-1 1 0 0 0,0-1-1 0 0,0 1 1 0 0,0-1 0 0 0,0 1-1 0 0,-1-1 1 0 0,1 1 0 0 0,-1 0-1 0 0,0 0 1 0 0,-1 0 0 0 0,1 0 0 0 0,-1 0-1 0 0,-4-5 1 0 0,7 9-54 0 0,-1 0 0 0 0,1-1 0 0 0,-1 1-1 0 0,0 0 1 0 0,1 0 0 0 0,-1-1 0 0 0,0 1 0 0 0,1 0 0 0 0,-1 0 0 0 0,0 0-1 0 0,1 0 1 0 0,-1 0 0 0 0,0 0 0 0 0,0 0 0 0 0,1 0 0 0 0,-1 0 0 0 0,0 0-1 0 0,1 0 1 0 0,-1 1 0 0 0,0-1 0 0 0,1 0 0 0 0,-1 0 0 0 0,1 1 0 0 0,-1-1-1 0 0,0 0 1 0 0,1 1 0 0 0,-1-1 0 0 0,1 1 0 0 0,-1-1 0 0 0,1 1 0 0 0,-1-1 0 0 0,1 1-1 0 0,-1-1 1 0 0,1 1 0 0 0,0-1 0 0 0,-1 1 0 0 0,1-1 0 0 0,0 1 0 0 0,-1 1-1 0 0,-16 28 122 0 0,15-26-100 0 0,-3 9-144 0 0,1 0 0 0 0,1 0 1 0 0,0 0-1 0 0,1 0 0 0 0,0 0 0 0 0,1 1 0 0 0,1-1 1 0 0,0 1-1 0 0,0-1 0 0 0,1 0 0 0 0,5 18 1 0 0,-2-18-342 0 0,1-1 1 0 0,0 0 0 0 0,1-1-1 0 0,1 1 1 0 0,0-1 0 0 0,0 0-1 0 0,1-1 1 0 0,0 0 0 0 0,12 11-1 0 0,-9-8-965 0 0,8 5-606 0 0</inkml:trace>
</inkml:ink>
</file>

<file path=ppt/ink/ink16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42:10.4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38 852 0 0,'0'0'933'0'0,"23"-20"4026"0"0,-5 14-4117 0 0,12 0 442 0 0,49 1 600 0 0,-26 9-3095 0 0,-21 1-1334 0 0,-23-4-105 0 0,-1 0 202 0 0</inkml:trace>
</inkml:ink>
</file>

<file path=ppt/ink/ink16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42:10.7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10 752 0 0,'7'-10'4319'0'0,"-3"23"-639"0"0,0 22-1322 0 0,-2 25-815 0 0,0-30-1182 0 0,-2 0 0 0 0,-4 33 0 0 0,-4-45-750 0 0,3-7-2012 0 0,3-3-3920 0 0</inkml:trace>
</inkml:ink>
</file>

<file path=ppt/ink/ink16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42:11.1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3 728 0 0,'1'-2'1353'0'0,"0"2"-1240"0"0,-1 0 0 0 0,0 0-1 0 0,0 0 1 0 0,0 0 0 0 0,0 0 0 0 0,0 0-1 0 0,1-1 1 0 0,-1 1 0 0 0,0 0 0 0 0,0 0-1 0 0,0 0 1 0 0,0 0 0 0 0,1 0 0 0 0,-1 0-1 0 0,0 0 1 0 0,0 0 0 0 0,0 0 0 0 0,0 0-1 0 0,1 0 1 0 0,-1 0 0 0 0,0 1 0 0 0,2 0 1465 0 0,-2-1-1465 0 0,0 0-1 0 0,0 0 1 0 0,0 0 0 0 0,0 1 0 0 0,0-1-1 0 0,0 0 1 0 0,0 0 0 0 0,6 16 2498 0 0,1 28-1683 0 0,-6-37-85 0 0,4 21 165 0 0,0 47-1 0 0,-9-6-2704 0 0,4-61 1227 0 0,-5 8-6194 0 0</inkml:trace>
</inkml:ink>
</file>

<file path=ppt/ink/ink16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42:11.4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84 0 0,'0'0'873'0'0,"14"5"3838"0"0,-5 0-3633 0 0,-5 2-598 0 0,0-1 0 0 0,0 1 0 0 0,-1 0 1 0 0,0 0-1 0 0,-1 1 0 0 0,0-1 0 0 0,3 12 0 0 0,5 55 24 0 0,-16-38-2353 0 0,-5-15-3266 0 0,7-16 2792 0 0</inkml:trace>
</inkml:ink>
</file>

<file path=ppt/ink/ink16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42:11.7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0 104 212 0 0,'24'-14'929'0'0,"0"0"-1"0"0,1 2 1 0 0,0 1-1 0 0,1 0 1 0 0,43-10-1 0 0,-40 15-601 0 0,1 0 0 0 0,-1 2 0 0 0,1 1 0 0 0,-1 2-1 0 0,1 0 1 0 0,0 2 0 0 0,-1 2 0 0 0,51 9 0 0 0,-67-9-491 0 0,-1 1 1 0 0,0-1-1 0 0,-1 2 1 0 0,12 5-1 0 0,-19-8-262 0 0,0 0 0 0 0,-1 0 0 0 0,1 1-1 0 0,-1-1 1 0 0,0 1 0 0 0,0 0 0 0 0,0 0 0 0 0,0 0 0 0 0,4 6 0 0 0,2 5-1628 0 0</inkml:trace>
  <inkml:trace contextRef="#ctx0" brushRef="#br0" timeOffset="1">93 726 584 0 0,'1'2'271'0'0,"0"0"0"0"0,0-1 0 0 0,0 1 0 0 0,0-1 0 0 0,1 1 0 0 0,-1-1 0 0 0,1 0 0 0 0,-1 0 0 0 0,1 1 0 0 0,-1-1 0 0 0,1 0 0 0 0,0 0 0 0 0,-1-1 0 0 0,1 1 0 0 0,0 0 0 0 0,0 0 0 0 0,0-1 0 0 0,0 1 0 0 0,0-1 0 0 0,0 0 0 0 0,-1 0 0 0 0,1 1 0 0 0,0-1 0 0 0,2-1 0 0 0,57-2 1256 0 0,-47 2-909 0 0,26-2-192 0 0,29-3-1047 0 0,-23-3-4274 0 0,-30 6 2409 0 0</inkml:trace>
</inkml:ink>
</file>

<file path=ppt/ink/ink16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42:12.1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1 482 11669 0 0,'0'0'645'0'0,"24"-23"1131"0"0,-19 18-1497 0 0,10-12 1502 0 0,-8 4-3700 0 0</inkml:trace>
  <inkml:trace contextRef="#ctx0" brushRef="#br0" timeOffset="1">152 43 1036 0 0,'4'-34'7399'0'0,"-5"25"-5319"0"0,-13 27-6560 0 0,10-13 3093 0 0,-2 3-1229 0 0</inkml:trace>
</inkml:ink>
</file>

<file path=ppt/ink/ink16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42:22.0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189 447 12 0 0,'-14'6'2266'0'0,"10"8"-1524"0"0,1-1 1 0 0,1 1-1 0 0,0-1 0 0 0,-1 25 0 0 0,3-22-168 0 0,-2 1-1 0 0,-6 30 0 0 0,3-4 310 0 0,5-37-713 0 0,0 0-1 0 0,-1 0 0 0 0,1 0 1 0 0,-1 0-1 0 0,-1 0 1 0 0,1 0-1 0 0,-1 0 1 0 0,-4 9-1 0 0,6-15-122 0 0,0 1 1 0 0,0-1-1 0 0,0 0 0 0 0,0 1 1 0 0,0-1-1 0 0,-1 0 0 0 0,1 1 1 0 0,0-1-1 0 0,0 0 1 0 0,0 1-1 0 0,-1-1 0 0 0,1 0 1 0 0,0 0-1 0 0,0 1 0 0 0,-1-1 1 0 0,1 0-1 0 0,0 0 0 0 0,0 0 1 0 0,-1 1-1 0 0,1-1 1 0 0,0 0-1 0 0,-1 0 0 0 0,1 0 1 0 0,0 0-1 0 0,-1 1 0 0 0,1-1 1 0 0,0 0-1 0 0,-1 0 0 0 0,1 0 1 0 0,0 0-1 0 0,-1 0 0 0 0,1 0 1 0 0,0 0-1 0 0,-1 0 1 0 0,1 0-1 0 0,0 0 0 0 0,-1 0 1 0 0,1-1-1 0 0,0 1 0 0 0,-1 0 1 0 0,1 0-1 0 0,-1 0 0 0 0,-10-17 529 0 0,-1-24-276 0 0,6-6-138 0 0,1 0 1 0 0,3 0 0 0 0,2-1 0 0 0,2 1 0 0 0,9-52 0 0 0,-8 77-147 0 0,1 0 0 0 0,1 1 0 0 0,1 0 0 0 0,1 0 0 0 0,1 0 0 0 0,1 1 0 0 0,0 0 0 0 0,2 1 0 0 0,0 0 0 0 0,1 1-1 0 0,1 0 1 0 0,1 0 0 0 0,19-18 0 0 0,-27 31-16 0 0,0 0-1 0 0,1 0 1 0 0,0 0 0 0 0,0 1-1 0 0,0 0 1 0 0,0 1-1 0 0,0 0 1 0 0,1 0 0 0 0,0 0-1 0 0,0 1 1 0 0,-1 0-1 0 0,13-1 1 0 0,-16 2 0 0 0,1 1 1 0 0,-1 0-1 0 0,0 0 0 0 0,1 1 1 0 0,-1-1-1 0 0,1 1 0 0 0,-1 0 1 0 0,0 0-1 0 0,0 0 0 0 0,1 1 1 0 0,-1-1-1 0 0,0 1 0 0 0,0 0 1 0 0,0 0-1 0 0,-1 0 1 0 0,1 1-1 0 0,0 0 0 0 0,-1-1 1 0 0,0 1-1 0 0,0 0 0 0 0,0 1 1 0 0,0-1-1 0 0,0 0 0 0 0,2 5 1 0 0,-1-4-3 0 0,-2 1 0 0 0,1-1 0 0 0,0 0 1 0 0,-1 1-1 0 0,0-1 0 0 0,0 1 0 0 0,0 0 1 0 0,0 0-1 0 0,-1 0 0 0 0,0 0 0 0 0,0 0 1 0 0,0 0-1 0 0,-1 0 0 0 0,0 0 0 0 0,0 0 1 0 0,0 0-1 0 0,0 0 0 0 0,-1 0 0 0 0,0 1 1 0 0,0-1-1 0 0,0-1 0 0 0,-1 1 0 0 0,1 0 1 0 0,-1 0-1 0 0,-1 0 0 0 0,1-1 0 0 0,0 1 1 0 0,-1-1-1 0 0,0 0 0 0 0,0 0 0 0 0,-8 7 1 0 0,-4 3 23 0 0,-1-2 1 0 0,0 0 0 0 0,-1-1 0 0 0,0 0-1 0 0,-1-1 1 0 0,0-1 0 0 0,-1-1 0 0 0,1-1-1 0 0,-32 8 1 0 0,33-11-259 0 0,0-1-1 0 0,0 0 1 0 0,-1-1-1 0 0,1-1 1 0 0,-1 0-1 0 0,1-2 1 0 0,-1 0-1 0 0,1-1 1 0 0,0 0-1 0 0,0-1 1 0 0,-22-8-1 0 0,37 10-583 0 0,21-6-7774 0 0</inkml:trace>
</inkml:ink>
</file>

<file path=ppt/ink/ink17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42:23.3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182 108 588 0 0,'0'-1'186'0'0,"0"0"-1"0"0,0 0 1 0 0,-1 1 0 0 0,1-1-1 0 0,0 0 1 0 0,-1 0 0 0 0,1 0-1 0 0,0 0 1 0 0,-1 1 0 0 0,1-1 0 0 0,-1 0-1 0 0,1 1 1 0 0,-1-1 0 0 0,0 0-1 0 0,1 1 1 0 0,-1-1 0 0 0,0 1-1 0 0,1-1 1 0 0,-1 1 0 0 0,0-1-1 0 0,0 1 1 0 0,1-1 0 0 0,-1 1-1 0 0,0 0 1 0 0,0-1 0 0 0,0 1-1 0 0,0 0 1 0 0,-1 0 0 0 0,0 0-24 0 0,-1 0 0 0 0,1 0 1 0 0,0 1-1 0 0,-1-1 1 0 0,1 1-1 0 0,0-1 0 0 0,0 1 1 0 0,-1 0-1 0 0,1 0 1 0 0,-3 2-1 0 0,-48 38 651 0 0,50-39-467 0 0,1 0-288 0 0,-10 9 302 0 0,0 1 0 0 0,0 0 0 0 0,-11 16-1 0 0,21-25-313 0 0,0-1-1 0 0,0 0 0 0 0,0 1 1 0 0,1-1-1 0 0,-1 1 0 0 0,1 0 1 0 0,0-1-1 0 0,-1 1 0 0 0,1 0 0 0 0,1 0 1 0 0,-1 0-1 0 0,0-1 0 0 0,1 1 1 0 0,-1 0-1 0 0,1 0 0 0 0,0 0 0 0 0,0 0 1 0 0,0 0-1 0 0,1 0 0 0 0,-1 0 1 0 0,1 0-1 0 0,-1 0 0 0 0,1 0 1 0 0,0 0-1 0 0,0-1 0 0 0,2 5 0 0 0,-2-6-30 0 0,1 0 0 0 0,-1 1 0 0 0,1-1-1 0 0,-1 0 1 0 0,1 0 0 0 0,0 0 0 0 0,-1 0-1 0 0,1 0 1 0 0,0-1 0 0 0,0 1 0 0 0,0 0-1 0 0,-1-1 1 0 0,1 1 0 0 0,0-1 0 0 0,0 0-1 0 0,0 0 1 0 0,0 0 0 0 0,0 0 0 0 0,0 0-1 0 0,0 0 1 0 0,0 0 0 0 0,0 0-1 0 0,3-2 1 0 0,48-13 101 0 0,-45 13-94 0 0,10-6 6 0 0,-1-1 0 0 0,0 0 0 0 0,0-1-1 0 0,-1-1 1 0 0,0 0 0 0 0,-1-1 0 0 0,18-19 0 0 0,-22 36 8 0 0,-5 1-51 0 0,-2-3 12 0 0,1 0-1 0 0,-1-1 1 0 0,1 0-1 0 0,0 0 0 0 0,0 0 1 0 0,-1 0-1 0 0,1-1 1 0 0,0 0-1 0 0,1 0 0 0 0,-1 0 1 0 0,0-1-1 0 0,0 0 1 0 0,0 0-1 0 0,7 0 0 0 0,-2-1 2 0 0,0 0-1 0 0,0 0 0 0 0,0-1 0 0 0,0 0 0 0 0,0-1 0 0 0,15-6 0 0 0,-16 4 1 0 0,-1 0 1 0 0,1-1-1 0 0,-1 0 0 0 0,0-1 0 0 0,0 1 0 0 0,-1-1 0 0 0,13-16 0 0 0,-16 19 4 0 0,2-8-20 0 0,-15 11-5 0 0,6 2 21 0 0,1 0 1 0 0,0 0-1 0 0,-1 0 1 0 0,1 0-1 0 0,0 1 0 0 0,0-1 1 0 0,0 1-1 0 0,0-1 0 0 0,0 1 1 0 0,0-1-1 0 0,-3 5 0 0 0,4-4-1 0 0,-1 1-1 0 0,1-1 0 0 0,-1 1 0 0 0,1-1 0 0 0,0 1 0 0 0,0-1 1 0 0,0 1-1 0 0,0 0 0 0 0,1 0 0 0 0,-1-1 0 0 0,1 1 0 0 0,-1 0 1 0 0,1 0-1 0 0,0 0 0 0 0,0 0 0 0 0,1-1 0 0 0,-1 1 0 0 0,0 0 1 0 0,1 0-1 0 0,0 0 0 0 0,-1-1 0 0 0,1 1 0 0 0,0 0 0 0 0,1-1 1 0 0,-1 1-1 0 0,0-1 0 0 0,1 1 0 0 0,-1-1 0 0 0,1 0 0 0 0,0 1 0 0 0,0-1 1 0 0,0 0-1 0 0,0 0 0 0 0,0-1 0 0 0,0 1 0 0 0,1 0 0 0 0,-1-1 1 0 0,0 1-1 0 0,1-1 0 0 0,0 0 0 0 0,-1 1 0 0 0,1-1 0 0 0,0-1 1 0 0,3 2-1 0 0,4-2-11 0 0,0-1 0 0 0,0-1 1 0 0,0 0-1 0 0,0 0 0 0 0,-1-1 0 0 0,1 0 1 0 0,-1 0-1 0 0,1-1 0 0 0,-1 0 0 0 0,16-11 1 0 0,-9 6 0 0 0,53-35-71 0 0,-68 43 79 0 0,1-2 7 0 0,3 8 14 0 0,2 12 18 0 0,-7-7-14 0 0,-1-6-17 0 0,1 0 0 0 0,0 1 1 0 0,0-1-1 0 0,0 0 1 0 0,0 0-1 0 0,1 0 1 0 0,0 0-1 0 0,0 0 1 0 0,0 0-1 0 0,0 0 1 0 0,0 0-1 0 0,1 0 0 0 0,0 0 1 0 0,0 0-1 0 0,3 4 1 0 0,-3-8 0 0 0,0 0 0 0 0,-1 0 0 0 0,1 0 1 0 0,0 0-1 0 0,0 0 0 0 0,0 0 0 0 0,0 0 0 0 0,-1-1 1 0 0,1 1-1 0 0,0-1 0 0 0,0 1 0 0 0,0-1 0 0 0,1-1 1 0 0,-3 2-6 0 0,57-25 0 0 0,-48 19-6 0 0,1 1 0 0 0,0 1 0 0 0,0-1 0 0 0,1 1 1 0 0,-1 1-1 0 0,1 0 0 0 0,0 1 0 0 0,-1 0 0 0 0,1 0 1 0 0,0 1-1 0 0,14 1 0 0 0,-18 1 14 0 0,0-1 0 0 0,0 1 0 0 0,0-1 0 0 0,0-1 0 0 0,0 1 0 0 0,0-1 0 0 0,-1 0 0 0 0,1-1-1 0 0,0 0 1 0 0,-1 0 0 0 0,1 0 0 0 0,-1-1 0 0 0,1 0 0 0 0,-1 0 0 0 0,0 0 0 0 0,-1-1 0 0 0,1 0 0 0 0,0 0 0 0 0,-1-1 0 0 0,0 1 0 0 0,0-1 0 0 0,0 0 0 0 0,-1-1-1 0 0,0 1 1 0 0,0-1 0 0 0,0 0 0 0 0,-1 0 0 0 0,1 0 0 0 0,2-10 0 0 0,8-10 571 0 0,-12 23-387 0 0,0 0 1 0 0,0 0 0 0 0,0-1 0 0 0,0 1-1 0 0,-1-1 1 0 0,1 1 0 0 0,-1-1 0 0 0,0 1 0 0 0,1-6-1 0 0,-2 8 432 0 0,14 47-62 0 0,23 38-118 0 0,-15-38-1256 0 0,-20-42 154 0 0,9 17-421 0 0,2-11-6736 0 0,-5-7 4582 0 0</inkml:trace>
</inkml:ink>
</file>

<file path=ppt/ink/ink17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42:23.7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52 98 284 0 0,'17'-39'4926'0'0,"-14"35"-4505"0"0,-1-1 0 0 0,0 1 0 0 0,0 0 0 0 0,0-1 0 0 0,0 1 0 0 0,-1-1 0 0 0,0 1 0 0 0,0-1 0 0 0,1-5 0 0 0,-5 9-643 0 0,0 0-1 0 0,1-1 0 0 0,-1 1 1 0 0,0 0-1 0 0,0 1 1 0 0,0-1-1 0 0,0 0 1 0 0,0 1-1 0 0,0 0 0 0 0,0 0 1 0 0,0 0-1 0 0,-5 0 1 0 0,7 0-1 0 0,-17 0-2164 0 0,-6 0 182 0 0</inkml:trace>
</inkml:ink>
</file>

<file path=ppt/ink/ink17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42:24.0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47 107 1288 0 0,'-12'-19'1769'0'0,"8"12"-1011"0"0,-1 0 1 0 0,1 0-1 0 0,0-1 1 0 0,1 1-1 0 0,-1-1 0 0 0,2 0 1 0 0,-1 0-1 0 0,1 0 1 0 0,-2-11-1 0 0,4 18-631 0 0,0 24-8871 0 0</inkml:trace>
</inkml:ink>
</file>

<file path=ppt/ink/ink17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42:24.9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52 10 252 0 0,'-9'-9'7395'0'0,"4"16"-7086"0"0,1 0 0 0 0,-1 1 1 0 0,1-1-1 0 0,0 1 1 0 0,1 0-1 0 0,0 0 0 0 0,0 0 1 0 0,1 1-1 0 0,0-1 0 0 0,1 1 1 0 0,-2 14-1 0 0,1 4 268 0 0,0-1 0 0 0,4 46 0 0 0,26 146 643 0 0,-27-217-1385 0 0,-1 1 0 0 0,0-1 0 0 0,1 0 0 0 0,-1 0 0 0 0,0 0 0 0 0,0 1 0 0 0,0-1 0 0 0,0 0 0 0 0,0 0 0 0 0,0 1 0 0 0,0-1-1 0 0,-1 0 1 0 0,1 0 0 0 0,0 0 0 0 0,-1 1 0 0 0,1-1 0 0 0,0 0 0 0 0,-2 2 0 0 0,1-3-132 0 0,0-1-1 0 0,0 1 0 0 0,0-1 1 0 0,0 1-1 0 0,0 0 1 0 0,0-1-1 0 0,1 0 1 0 0,-1 1-1 0 0,0-1 0 0 0,0 1 1 0 0,0-1-1 0 0,1 0 1 0 0,-1 0-1 0 0,0 0 1 0 0,1 1-1 0 0,-1-1 0 0 0,1 0 1 0 0,-1 0-1 0 0,1 0 1 0 0,-1 0-1 0 0,1 0 1 0 0,0 0-1 0 0,-1-1 0 0 0,-4-6-1970 0 0</inkml:trace>
</inkml:ink>
</file>

<file path=ppt/ink/ink17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42:25.8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1 359 328 0 0,'5'1'363'0'0,"35"1"90"0"0,1-1 0 0 0,-1-2 0 0 0,0-2-1 0 0,0-1 1 0 0,0-3 0 0 0,0-1-1 0 0,-1-1 1 0 0,75-30 0 0 0,-106 35-324 0 0,1 0 1 0 0,-2 0-1 0 0,1-1 1 0 0,0 0-1 0 0,-1 0 1 0 0,0 0-1 0 0,0-1 1 0 0,-1 0 0 0 0,1-1-1 0 0,-1 1 1 0 0,-1-1-1 0 0,1 0 1 0 0,-1-1-1 0 0,0 0 1 0 0,-1 1-1 0 0,5-14 1 0 0,-4 8 155 0 0,-1 0 1 0 0,-1 0-1 0 0,0-1 1 0 0,-1 1-1 0 0,-1-1 1 0 0,0 0-1 0 0,0 1 1 0 0,-1-1-1 0 0,-5-26 1 0 0,0 24 503 0 0,-2 21-338 0 0,-6 28 76 0 0,7-11-283 0 0,2 1 0 0 0,1 0 0 0 0,1 0 0 0 0,1 0 0 0 0,0 0-1 0 0,2 0 1 0 0,1 1 0 0 0,7 32 0 0 0,-2 6 28 0 0,8 10 158 0 0,-15-71-402 0 0,5 2 99 0 0,1-7-128 0 0,35-50 35 0 0,-38 50-46 0 0,1-1-1 0 0,-1 1 1 0 0,1 0 0 0 0,0 0 0 0 0,0 0 0 0 0,0 0 0 0 0,0 1-1 0 0,1 0 1 0 0,-1-1 0 0 0,1 2 0 0 0,0-1 0 0 0,0 1 0 0 0,0-1-1 0 0,0 1 1 0 0,1 1 0 0 0,9-3 0 0 0,-13 4 1 0 0,40 12-16 0 0,-25-5 29 0 0,0-1 0 0 0,0-1 0 0 0,1 0 1 0 0,0-2-1 0 0,0 0 0 0 0,0-1 0 0 0,1 0 0 0 0,-1-2 0 0 0,0 0 0 0 0,0-1 1 0 0,1-1-1 0 0,-1-1 0 0 0,22-6 0 0 0,-36 8 3 0 0,-1 0 0 0 0,1-1 0 0 0,0 0 0 0 0,-1 0 0 0 0,0 0 0 0 0,1-1 0 0 0,-1 1 0 0 0,0-1 0 0 0,0 1 0 0 0,0-1 0 0 0,0 0 0 0 0,-1 0 0 0 0,1-1 0 0 0,-1 1 0 0 0,0 0 0 0 0,0-1 0 0 0,3-7 0 0 0,-1 3 40 0 0,-4 8-38 0 0,0-1-1 0 0,1 1 0 0 0,-1-1 0 0 0,0 1 1 0 0,-1-1-1 0 0,1 1 0 0 0,0-1 0 0 0,0 1 1 0 0,0-1-1 0 0,0 1 0 0 0,0-1 0 0 0,0 1 1 0 0,-1-1-1 0 0,1 1 0 0 0,0 0 0 0 0,0-1 1 0 0,-1 1-1 0 0,1-1 0 0 0,0 1 0 0 0,0-1 1 0 0,-1 1-1 0 0,1 0 0 0 0,-1-1 0 0 0,1 1 1 0 0,0 0-1 0 0,-1 0 0 0 0,1-1 0 0 0,-1 1 1 0 0,1 0-1 0 0,-1 0 0 0 0,1-1 0 0 0,-1 1 1 0 0,1 0-1 0 0,0 0 0 0 0,-1 0 0 0 0,1 0 1 0 0,-1 0-1 0 0,1 0 0 0 0,-1 0 0 0 0,1 0 1 0 0,-1 0-1 0 0,1 0 0 0 0,-2 0 0 0 0,2 0-11 0 0,-2 0 30 0 0,-3 40-530 0 0,7-36 255 0 0,1 0-1 0 0,0-1 1 0 0,0 1-1 0 0,1-1 1 0 0,-1 1-1 0 0,1-1 0 0 0,0 0 1 0 0,0-1-1 0 0,0 1 1 0 0,8 4-1 0 0,49 18-5833 0 0,-21-12 2963 0 0</inkml:trace>
</inkml:ink>
</file>

<file path=ppt/ink/ink17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42:30.1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 6 20 0 0,'-11'-5'4626'0'0,"10"18"-1822"0"0,1-1-2843 0 0,-4 206 3812 0 0,2-109-4401 0 0,0 0-5292 0 0,2-95 3312 0 0</inkml:trace>
</inkml:ink>
</file>

<file path=ppt/ink/ink17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42:30.9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12 664 0 0,'0'0'213'0'0,"0"-1"-1"0"0,0 1 0 0 0,0-1 1 0 0,0 1-1 0 0,0-1 1 0 0,0 1-1 0 0,0-1 1 0 0,1 1-1 0 0,-1 0 1 0 0,0-1-1 0 0,0 1 1 0 0,0-1-1 0 0,0 1 1 0 0,1-1-1 0 0,-1 1 0 0 0,0 0 1 0 0,0-1-1 0 0,1 1 1 0 0,-1 0-1 0 0,0-1 1 0 0,1 1-1 0 0,-1 0 1 0 0,0-1-1 0 0,1 1 1 0 0,-1 0-1 0 0,1 0 1 0 0,-1-1-1 0 0,0 1 1 0 0,1 0-1 0 0,-1 0 0 0 0,1 0 1 0 0,-1 0-1 0 0,1 0 1 0 0,0-1-1 0 0,5 19 2526 0 0,0 48-2846 0 0,-5-47 972 0 0,1 6-917 0 0,-1 1-1 0 0,-3 42 0 0 0,0-51-1988 0 0,-1-1 0 0 0,-9 30-1 0 0,1-20-943 0 0</inkml:trace>
</inkml:ink>
</file>

<file path=ppt/ink/ink17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42:27.0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325 39 632 0 0,'1'-28'4614'0'0,"1"17"1003"0"0,0 39-4924 0 0,0 0 1 0 0,-2-1-1 0 0,-1 1 1 0 0,-8 53-1 0 0,-1 11 110 0 0,10-98-621 0 0,1-3-162 0 0,0-1 0 0 0,-1 1-1 0 0,0-1 1 0 0,0 1 0 0 0,-3-10-1 0 0,3 15-41 0 0,-1 1-1 0 0,1 0 0 0 0,-1-1 1 0 0,0 1-1 0 0,-1 0 1 0 0,1 0-1 0 0,-1 0 0 0 0,1 0 1 0 0,-1 0-1 0 0,0 0 1 0 0,0 0-1 0 0,0 0 0 0 0,0 1 1 0 0,-1-1-1 0 0,1 1 1 0 0,-1 0-1 0 0,1-1 0 0 0,-1 1 1 0 0,0 0-1 0 0,0 1 1 0 0,0-1-1 0 0,0 0 0 0 0,-4-1 1 0 0,-7-1-30 0 0,-1 0 0 0 0,1 1 0 0 0,0 0 1 0 0,-1 1-1 0 0,0 1 0 0 0,1 0 0 0 0,-1 1 1 0 0,0 0-1 0 0,0 1 0 0 0,1 1 0 0 0,-1 1 1 0 0,1 0-1 0 0,-25 9 0 0 0,37-12 48 0 0,0 1 0 0 0,1-1 0 0 0,-1 1 0 0 0,0 0 0 0 0,1-1 0 0 0,-1 1 0 0 0,1 0 0 0 0,-1 0 0 0 0,1 0 0 0 0,0 0 0 0 0,-1 1 0 0 0,1-1 0 0 0,0 0 0 0 0,0 0 0 0 0,0 1 0 0 0,0-1 0 0 0,0 1 0 0 0,0-1 0 0 0,0 1 0 0 0,0-1 0 0 0,0 1 0 0 0,1 0 0 0 0,-1-1 0 0 0,1 1 0 0 0,-1 0 0 0 0,1-1 0 0 0,0 1 0 0 0,0 0 0 0 0,0 0 0 0 0,0-1 0 0 0,0 1 0 0 0,0 0 0 0 0,0 0 0 0 0,0-1 0 0 0,1 1 0 0 0,-1 0 0 0 0,1-1 0 0 0,-1 1 0 0 0,1 0 0 0 0,-1-1 0 0 0,1 1 0 0 0,0-1 0 0 0,0 1 0 0 0,0-1 0 0 0,0 1 0 0 0,0-1 0 0 0,0 0 0 0 0,2 2 0 0 0,3 3-1 0 0,0 0 1 0 0,0-1-1 0 0,0 1 0 0 0,0-2 0 0 0,1 1 1 0 0,0-1-1 0 0,0 0 0 0 0,0 0 0 0 0,10 3 1 0 0,12 2-14 0 0,1-1 1 0 0,0-2-1 0 0,0-1 1 0 0,0-1-1 0 0,1-2 1 0 0,34-1-1 0 0,-43-2-45 0 0,0-1 0 0 0,-1-1 0 0 0,1 0 0 0 0,-1-2 0 0 0,0-1 0 0 0,0 0 0 0 0,0-2-1 0 0,-1 0 1 0 0,26-15 0 0 0,-27 12 5 0 0,-14 9 42 0 0,0 0 0 0 0,0-1 0 0 0,-1 0 0 0 0,1 0 0 0 0,-1 0 0 0 0,0 0 0 0 0,0-1 0 0 0,5-5 0 0 0,-8 8 2 0 0,-4 3-38 0 0,0 0 52 0 0,1 0 0 0 0,0-1 0 0 0,-1 1 0 0 0,1 0 0 0 0,0 1 0 0 0,1-1 0 0 0,-1 0 0 0 0,0 1 0 0 0,1-1 0 0 0,-1 1 0 0 0,1-1 0 0 0,0 1 0 0 0,-1 0 0 0 0,1-1 0 0 0,1 1 0 0 0,-1 0 0 0 0,0 4 0 0 0,0-6 0 0 0,1 0 0 0 0,0 0 0 0 0,0 0 0 0 0,1 0 0 0 0,-1 1 0 0 0,0-1 0 0 0,0 0 0 0 0,0 0 0 0 0,1 0 0 0 0,-1 0 0 0 0,1 0 0 0 0,-1 0 0 0 0,1 0 0 0 0,-1 0 0 0 0,1 0 0 0 0,0 0 0 0 0,-1 0 0 0 0,1 0 0 0 0,0 0 0 0 0,1 0 0 0 0,0 1 0 0 0,0-1 0 0 0,0 0 1 0 0,0 0-1 0 0,0 0 1 0 0,0 0-1 0 0,1 0 1 0 0,-1-1-1 0 0,0 1 0 0 0,1-1 1 0 0,-1 1-1 0 0,1-1 1 0 0,-1 0-1 0 0,5 0 1 0 0,-3 0 17 0 0,0-1 0 0 0,1 0 0 0 0,-1 1 0 0 0,0-2 0 0 0,0 1 0 0 0,0 0 0 0 0,0-1 0 0 0,0 0 0 0 0,0 0 0 0 0,0 0 0 0 0,0 0 1 0 0,-1 0-1 0 0,1-1 0 0 0,-1 0 0 0 0,1 0 0 0 0,-1 0 0 0 0,0 0 0 0 0,0 0 0 0 0,-1-1 0 0 0,1 1 0 0 0,-1-1 0 0 0,1 0 0 0 0,-1 0 0 0 0,0 1 1 0 0,-1-2-1 0 0,1 1 0 0 0,-1 0 0 0 0,0 0 0 0 0,0 0 0 0 0,0-1 0 0 0,0 1 0 0 0,0-9 0 0 0,-1 12-12 0 0,-20 6-2053 0 0,20-4 1757 0 0,-1 0 0 0 0,0 0 1 0 0,1-1-1 0 0,-1 1 0 0 0,0 0 0 0 0,1 0 1 0 0,-1 0-1 0 0,1 0 0 0 0,0-1 1 0 0,-1 1-1 0 0,1 0 0 0 0,0 0 0 0 0,-1 0 1 0 0,1 0-1 0 0,0 0 0 0 0,0 0 0 0 0,0 0 1 0 0,0 0-1 0 0,0 0 0 0 0,0 0 1 0 0,0 0-1 0 0,0 0 0 0 0,1 2 0 0 0,3 3-2246 0 0</inkml:trace>
</inkml:ink>
</file>

<file path=ppt/ink/ink17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42:27.3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 41 848 0 0,'-28'10'5041'0'0,"27"-9"-4950"0"0,1 1 0 0 0,-1-1-1 0 0,1 1 1 0 0,-1-1 0 0 0,1 1 0 0 0,0-1-1 0 0,0 1 1 0 0,0 0 0 0 0,-1-1 0 0 0,1 1-1 0 0,1-1 1 0 0,-1 1 0 0 0,0 0-1 0 0,0-1 1 0 0,1 1 0 0 0,-1-1 0 0 0,0 1-1 0 0,1-1 1 0 0,0 1 0 0 0,-1-1 0 0 0,1 1-1 0 0,0-1 1 0 0,0 0 0 0 0,0 1 0 0 0,0-1-1 0 0,0 0 1 0 0,0 0 0 0 0,0 0-1 0 0,0 0 1 0 0,0 0 0 0 0,1 0 0 0 0,-1 0-1 0 0,0 0 1 0 0,1 0 0 0 0,1 1 0 0 0,-1-1-6 0 0,0-1 0 0 0,0 1 0 0 0,0 0 0 0 0,0-1 0 0 0,1 1 1 0 0,-1-1-1 0 0,0 1 0 0 0,0-1 0 0 0,0 0 0 0 0,0 0 0 0 0,0 0 1 0 0,1 0-1 0 0,-1 0 0 0 0,0-1 0 0 0,0 1 0 0 0,0-1 1 0 0,0 1-1 0 0,0-1 0 0 0,0 0 0 0 0,0 0 0 0 0,0 0 0 0 0,0 0 1 0 0,0 0-1 0 0,0 0 0 0 0,-1 0 0 0 0,1-1 0 0 0,2-1 0 0 0,-3 1-44 0 0,1 0 0 0 0,-1 0 0 0 0,0 0 1 0 0,0 0-1 0 0,1 0 0 0 0,-2 0 0 0 0,1-1 0 0 0,0 1 0 0 0,0 0 0 0 0,-1 0 0 0 0,1-1 0 0 0,-1 1 0 0 0,0 0 0 0 0,1-1 0 0 0,-1 1 0 0 0,0 0 0 0 0,0-1 0 0 0,-1 1 0 0 0,1 0 0 0 0,0-1 0 0 0,-1 1 0 0 0,0 0 0 0 0,1-1 0 0 0,-1 1 0 0 0,0 0 0 0 0,0 0 0 0 0,0 0 0 0 0,-1 0 0 0 0,1 0 0 0 0,0 0 0 0 0,-1 0 0 0 0,1 0 1 0 0,-1 1-1 0 0,0-1 0 0 0,1 0 0 0 0,-1 1 0 0 0,-3-3 0 0 0,3 3-574 0 0,0 0 0 0 0,0 0 0 0 0,-1 0 0 0 0,1 0 0 0 0,0 0 0 0 0,0 0 1 0 0,-1 1-1 0 0,1-1 0 0 0,0 1 0 0 0,-1 0 0 0 0,1-1 0 0 0,0 1 0 0 0,-1 0 0 0 0,1 0 1 0 0,-5 1-1 0 0,-1 1-2041 0 0</inkml:trace>
</inkml:ink>
</file>

<file path=ppt/ink/ink17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42:27.7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89 144 0 0,'5'0'372'0'0,"-1"1"1"0"0,1-1-1 0 0,-1 1 0 0 0,1 0 0 0 0,-1 1 0 0 0,1-1 1 0 0,-1 1-1 0 0,0 0 0 0 0,0 0 0 0 0,0 0 1 0 0,0 1-1 0 0,0-1 0 0 0,0 1 0 0 0,-1 0 1 0 0,1 0-1 0 0,-1 0 0 0 0,0 1 0 0 0,0-1 1 0 0,0 1-1 0 0,2 4 0 0 0,22 21 2838 0 0,-26-29-3091 0 0,0 0 1 0 0,0 0-1 0 0,0 0 1 0 0,0 0-1 0 0,-1 0 1 0 0,1 0-1 0 0,0 0 0 0 0,0 0 1 0 0,0 0-1 0 0,0-1 1 0 0,0 1-1 0 0,0 0 0 0 0,0 0 1 0 0,-1-1-1 0 0,1 1 1 0 0,0-1-1 0 0,0 1 0 0 0,0-1 1 0 0,-1 1-1 0 0,1-1 1 0 0,0 1-1 0 0,-1-1 1 0 0,1 0-1 0 0,0 1 0 0 0,-1-1 1 0 0,1 0-1 0 0,-1 0 1 0 0,1 1-1 0 0,0-2 0 0 0,22-29 441 0 0,-20 26-250 0 0,33-43-145 0 0,-14 18-2035 0 0,2-1-5337 0 0,-13 21 3432 0 0</inkml:trace>
</inkml:ink>
</file>

<file path=ppt/ink/ink17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42:32.6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33 244 0 0,'3'-32'10727'0'0,"-3"45"-9935"0"0,0 21-145 0 0,1-1 0 0 0,8 48-1 0 0,-4-46-1106 0 0,1 62-1 0 0,-6-82-932 0 0,-2-1 0 0 0,1 0-1 0 0,-2-1 1 0 0,-5 21 0 0 0,2-16-1879 0 0</inkml:trace>
</inkml:ink>
</file>

<file path=ppt/ink/ink17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42:34.9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25 121 244 0 0,'0'0'642'0'0,"-3"-23"8591"0"0,-1 47-9044 0 0,1 0 1 0 0,0 1 0 0 0,2-1-1 0 0,3 29 1 0 0,-2-9-46 0 0,0-43 561 0 0,-2-4-689 0 0,1 0 1 0 0,-1 0-1 0 0,1-1 0 0 0,-1 1 1 0 0,1-1-1 0 0,0 0 1 0 0,0 1-1 0 0,1-1 0 0 0,-1 0 1 0 0,1 1-1 0 0,-1-1 1 0 0,2-5-1 0 0,8-80 119 0 0,-9 71-120 0 0,2-1 0 0 0,0 0 0 0 0,1 0 0 0 0,11-35-1 0 0,-14 53-14 0 0,1-1-1 0 0,-1 1 0 0 0,1-1 1 0 0,0 1-1 0 0,-1 0 0 0 0,1 0 1 0 0,0-1-1 0 0,0 1 0 0 0,0 0 1 0 0,0 0-1 0 0,0 0 0 0 0,0 0 0 0 0,0 0 1 0 0,0 0-1 0 0,1 0 0 0 0,-1 1 1 0 0,0-1-1 0 0,1 0 0 0 0,-1 1 1 0 0,0-1-1 0 0,1 1 0 0 0,-1-1 0 0 0,1 1 1 0 0,-1 0-1 0 0,0-1 0 0 0,1 1 1 0 0,-1 0-1 0 0,1 0 0 0 0,-1 0 1 0 0,1 0-1 0 0,-1 0 0 0 0,1 1 1 0 0,-1-1-1 0 0,1 0 0 0 0,-1 1 0 0 0,1-1 1 0 0,1 1-1 0 0,6 3-1 0 0,1 0-1 0 0,-1 1 1 0 0,0 0 0 0 0,11 7-1 0 0,-10-5-1 0 0,196 125-18 0 0,-189-118 17 0 0,-14-11 6 0 0,-1-1-1 0 0,1 1 0 0 0,0-1 1 0 0,0 1-1 0 0,0-1 0 0 0,0 0 1 0 0,0 0-1 0 0,1 0 0 0 0,-1 0 1 0 0,1-1-1 0 0,-1 0 0 0 0,1 1 1 0 0,-1-1-1 0 0,7 1 0 0 0,-8-6 2 0 0,-1 1 0 0 0,1 0-1 0 0,-1-1 1 0 0,0 1-1 0 0,0 0 1 0 0,0-1 0 0 0,-1 0-1 0 0,1 1 1 0 0,-1-7-1 0 0,1 2 1 0 0,1-5 7 0 0,-1 0-1 0 0,0 0 0 0 0,-1 0 0 0 0,-2-23 1 0 0,-1-20-8 0 0,5 41-1074 0 0,9 21-4681 0 0,-7-4 4590 0 0,2 2-1280 0 0</inkml:trace>
</inkml:ink>
</file>

<file path=ppt/ink/ink17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42:35.4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 0 356 0 0,'0'0'4634'0'0,"-25"23"-3335"0"0,24-19-1229 0 0,-1 0 1 0 0,0 0-1 0 0,1 0 1 0 0,0 0 0 0 0,0 0-1 0 0,1 0 1 0 0,-1 0 0 0 0,1 1-1 0 0,-1-1 1 0 0,2 0-1 0 0,-1 0 1 0 0,0 1 0 0 0,1-1-1 0 0,-1 0 1 0 0,1 0 0 0 0,0 0-1 0 0,1 0 1 0 0,-1 0-1 0 0,1 0 1 0 0,0 0 0 0 0,0-1-1 0 0,0 1 1 0 0,0 0-1 0 0,0-1 1 0 0,1 0 0 0 0,0 1-1 0 0,5 4 1 0 0,-7-6-55 0 0,1 0 1 0 0,0 0-1 0 0,0 0 1 0 0,0 0 0 0 0,1 0-1 0 0,-1-1 1 0 0,0 1-1 0 0,1-1 1 0 0,-1 1-1 0 0,1-1 1 0 0,-1 0-1 0 0,1 0 1 0 0,0 0-1 0 0,-1 0 1 0 0,1 0-1 0 0,0-1 1 0 0,0 1-1 0 0,-1-1 1 0 0,1 0-1 0 0,0 0 1 0 0,0 0-1 0 0,0 0 1 0 0,0 0-1 0 0,-1-1 1 0 0,1 1-1 0 0,0-1 1 0 0,0 0-1 0 0,-1 1 1 0 0,1-1-1 0 0,0-1 1 0 0,-1 1-1 0 0,1 0 1 0 0,-1-1-1 0 0,0 1 1 0 0,1-1-1 0 0,-1 0 1 0 0,0 1-1 0 0,0-1 1 0 0,0 0-1 0 0,3-4 1 0 0,-3 3 23 0 0,0 1-1 0 0,-1-1 1 0 0,1 1 0 0 0,-1-1 0 0 0,1 0 0 0 0,-1 0-1 0 0,0 1 1 0 0,0-1 0 0 0,0 0 0 0 0,0 0 0 0 0,-1 0-1 0 0,1 0 1 0 0,-1 0 0 0 0,0 0 0 0 0,0 0 0 0 0,0 0-1 0 0,0 0 1 0 0,0-1 0 0 0,-1 1 0 0 0,1 0 0 0 0,-1 0-1 0 0,0 1 1 0 0,0-1 0 0 0,0 0 0 0 0,-2-4 0 0 0,-9-12 183 0 0,11 17-207 0 0,-1 0 0 0 0,1-1 0 0 0,0 1 0 0 0,-1 0 1 0 0,0-1-1 0 0,1 1 0 0 0,-1 0 0 0 0,0 0 1 0 0,0 0-1 0 0,0 1 0 0 0,0-1 0 0 0,-1 0 1 0 0,1 1-1 0 0,0-1 0 0 0,-1 1 0 0 0,1 0 0 0 0,-1 0 1 0 0,1 0-1 0 0,-1 0 0 0 0,0 0 0 0 0,-3 0 1 0 0,-25 2-1198 0 0,12 8-4657 0 0,12-5 3847 0 0</inkml:trace>
</inkml:ink>
</file>

<file path=ppt/ink/ink17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42:35.9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 11 304 0 0,'-2'-4'5819'0'0,"0"10"-5751"0"0,2 0 1 0 0,-1-1-1 0 0,1 1 1 0 0,0 0-1 0 0,0 0 1 0 0,0-1 0 0 0,1 1-1 0 0,0 0 1 0 0,0-1-1 0 0,0 1 1 0 0,1 0 0 0 0,0-1-1 0 0,0 0 1 0 0,0 1-1 0 0,1-1 1 0 0,0 0 0 0 0,0 0-1 0 0,0-1 1 0 0,0 1-1 0 0,1 0 1 0 0,0-1-1 0 0,0 0 1 0 0,0 0 0 0 0,0 0-1 0 0,1-1 1 0 0,-1 1-1 0 0,1-1 1 0 0,0 0 0 0 0,0 0-1 0 0,10 3 1 0 0,-12-5-42 0 0,-1 0 1 0 0,0 0-1 0 0,0 0 1 0 0,1 0-1 0 0,-1-1 1 0 0,0 1-1 0 0,1-1 1 0 0,-1 1-1 0 0,1-1 1 0 0,-1 0-1 0 0,1 0 1 0 0,-1 0-1 0 0,0-1 1 0 0,1 1-1 0 0,-1 0 1 0 0,1-1-1 0 0,-1 0 1 0 0,0 1-1 0 0,0-1 1 0 0,1 0-1 0 0,-1 0 1 0 0,0-1-1 0 0,0 1 1 0 0,0 0-1 0 0,0-1 1 0 0,0 1-1 0 0,0-1 1 0 0,0 1-1 0 0,-1-1 1 0 0,1 0-1 0 0,-1 0 1 0 0,1 0-1 0 0,-1 0 1 0 0,0 0-1 0 0,1 0 1 0 0,-1 0-1 0 0,0 0 1 0 0,0-1-1 0 0,-1 1 1 0 0,1 0 0 0 0,0-1-1 0 0,0-1 1 0 0,2-12 246 0 0,1 0 1 0 0,-2 1-1 0 0,0-1 1 0 0,-1-29-1 0 0,0 39 213 0 0,0 2-2107 0 0</inkml:trace>
</inkml:ink>
</file>

<file path=ppt/ink/ink17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42:36.6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 38 484 0 0,'0'0'5120'0'0,"-6"53"-2365"0"0,0 32-1135 0 0,6-84-1550 0 0,-2 15 1417 0 0,0-26-1446 0 0,1 1 0 0 0,0-1 0 0 0,1 1 0 0 0,0 0 0 0 0,0-1 0 0 0,1 1 0 0 0,1-1 0 0 0,-1 1 0 0 0,1 0 0 0 0,1 0 0 0 0,6-15 0 0 0,-8 22-41 0 0,0 0 2 0 0,0 0 0 0 0,1-1 0 0 0,-1 1 0 0 0,1 0 0 0 0,0-1 0 0 0,0 1-1 0 0,0 0 1 0 0,0 0 0 0 0,0 1 0 0 0,0-1 0 0 0,0 0 0 0 0,1 1 0 0 0,4-3-1 0 0,-6 3-1 0 0,0 1 0 0 0,0 0 0 0 0,0-1 0 0 0,0 1 0 0 0,0 0 0 0 0,1 0 0 0 0,-1 0 0 0 0,0 0 0 0 0,0 0 0 0 0,0 0 0 0 0,0 0 0 0 0,1 0 0 0 0,-1 0 0 0 0,0 0 0 0 0,0 1 0 0 0,0-1 0 0 0,0 0 0 0 0,0 1 0 0 0,1-1 0 0 0,-1 1 0 0 0,0 0 0 0 0,0-1 0 0 0,1 2 0 0 0,25 20-8 0 0,-15-12-2 0 0,94 78 47 0 0,-105-87-32 0 0,0 0 0 0 0,0-1 0 0 0,0 1 0 0 0,0 0 0 0 0,1-1 0 0 0,-1 1 0 0 0,0-1 0 0 0,0 1 0 0 0,0-1 0 0 0,1 0 0 0 0,-1 1 0 0 0,0-1 0 0 0,1 0 0 0 0,-1 0 0 0 0,0 0-1 0 0,1 0 1 0 0,-1 0 0 0 0,0 0 0 0 0,0 0 0 0 0,1 0 0 0 0,-1-1 0 0 0,0 1 0 0 0,0 0 0 0 0,3-2 0 0 0,-3 1 20 0 0,1 0 0 0 0,0-1 0 0 0,-1 0 0 0 0,1 1 0 0 0,-1-1 0 0 0,1 0 0 0 0,-1 0 0 0 0,0 1 1 0 0,0-1-1 0 0,0 0 0 0 0,0 0 0 0 0,0 0 0 0 0,1-4 0 0 0,2-9 197 0 0,-1-1 0 0 0,0 0 0 0 0,1-23 0 0 0,-2 19-4 0 0,0-7 228 0 0</inkml:trace>
</inkml:ink>
</file>

<file path=ppt/ink/ink17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42:38.9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22 132 412 0 0,'-8'-26'4418'0'0,"5"-11"-175"0"0,-1 27-1849 0 0,2 23-2041 0 0,1 2-305 0 0,1-1 0 0 0,0 1 0 0 0,1 0-1 0 0,1-1 1 0 0,1 1 0 0 0,0-1-1 0 0,0 0 1 0 0,8 17 0 0 0,-5 0 134 0 0,-15-66-168 0 0,3 14-19 0 0,0-1 1 0 0,2 0 0 0 0,1-1-1 0 0,-1-22 1 0 0,4 42 3 0 0,-1 0 0 0 0,1 0 0 0 0,0 0 0 0 0,1 0 0 0 0,-1 0-1 0 0,0 0 1 0 0,1 0 0 0 0,0 0 0 0 0,0 0 0 0 0,0 0 0 0 0,0 0 0 0 0,0 0 0 0 0,0 0 0 0 0,1 1 0 0 0,-1-1 0 0 0,1 0 0 0 0,0 1 0 0 0,0-1 0 0 0,0 1 0 0 0,0 0 0 0 0,0 0-1 0 0,5-4 1 0 0,-1 4-2 0 0,0-1 0 0 0,0 1-1 0 0,0 0 1 0 0,0 1 0 0 0,1-1 0 0 0,-1 1-1 0 0,1 1 1 0 0,-1-1 0 0 0,1 1-1 0 0,6 0 1 0 0,-2 1-2 0 0,0 0 0 0 0,0 0 0 0 0,0 1 0 0 0,0 1 0 0 0,-1-1 0 0 0,1 2 0 0 0,-1 0 0 0 0,1 0 0 0 0,16 10 0 0 0,-20-10 2 0 0,-1 0 0 0 0,0 0 0 0 0,0 0-1 0 0,-1 1 1 0 0,1-1 0 0 0,-1 2-1 0 0,0-1 1 0 0,0 0 0 0 0,-1 1 0 0 0,0 0-1 0 0,0 0 1 0 0,0 0 0 0 0,0 1 0 0 0,-1-1-1 0 0,4 14 1 0 0,-6-17 2 0 0,-1 1 0 0 0,1-1 1 0 0,-1 1-1 0 0,0 0 0 0 0,0-1 0 0 0,0 1 0 0 0,0-1 1 0 0,-1 1-1 0 0,1 0 0 0 0,-1-1 0 0 0,0 1 0 0 0,0-1 0 0 0,0 0 1 0 0,-1 1-1 0 0,1-1 0 0 0,-1 0 0 0 0,0 0 0 0 0,0 0 0 0 0,0 0 1 0 0,0 0-1 0 0,0 0 0 0 0,-1 0 0 0 0,1-1 0 0 0,-1 1 0 0 0,0-1 1 0 0,0 0-1 0 0,0 0 0 0 0,0 0 0 0 0,0 0 0 0 0,0-1 0 0 0,-5 3 1 0 0,-3 1-23 0 0,0 0-1 0 0,-1-1 1 0 0,1-1 0 0 0,-1 0 0 0 0,1 0 0 0 0,-1-1 0 0 0,0-1 0 0 0,-13 0-1 0 0,9 0-828 0 0,2-1-759 0 0,4-5-3924 0 0</inkml:trace>
</inkml:ink>
</file>

<file path=ppt/ink/ink17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42:39.7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0 274 244 0 0,'21'-17'3176'0'0,"-19"16"-3021"0"0,0 0 0 0 0,0 0 1 0 0,0 0-1 0 0,0 0 0 0 0,0 0 1 0 0,0-1-1 0 0,0 1 0 0 0,0 0 1 0 0,-1-1-1 0 0,1 0 0 0 0,-1 1 1 0 0,1-1-1 0 0,-1 0 0 0 0,1 0 1 0 0,-1 0-1 0 0,0 0 0 0 0,0 0 0 0 0,0 0 1 0 0,0 0-1 0 0,0 0 0 0 0,0 0 1 0 0,-1 0-1 0 0,1-1 0 0 0,-1 1 1 0 0,1-5-1 0 0,1-2 246 0 0,-1 8-242 0 0,-8-13 617 0 0,7 14-761 0 0,0 0 1 0 0,0-1 0 0 0,0 1 0 0 0,0-1-1 0 0,0 1 1 0 0,0 0 0 0 0,-1-1-1 0 0,1 1 1 0 0,0 0 0 0 0,0-1 0 0 0,0 1-1 0 0,-1 0 1 0 0,1 0 0 0 0,0-1-1 0 0,0 1 1 0 0,-1 0 0 0 0,1 0-1 0 0,0-1 1 0 0,-1 1 0 0 0,1 0 0 0 0,0 0-1 0 0,-1 0 1 0 0,1-1 0 0 0,0 1-1 0 0,-1 0 1 0 0,1 0 0 0 0,0 0-1 0 0,-1 0 1 0 0,1 0 0 0 0,-1 0 0 0 0,1 0-1 0 0,0 0 1 0 0,-1 0 0 0 0,1 0-1 0 0,0 0 1 0 0,-1 0 0 0 0,1 0 0 0 0,-1 0-1 0 0,1 0 1 0 0,0 0 0 0 0,-1 1-1 0 0,1-1 1 0 0,0 0 0 0 0,-1 0-1 0 0,1 0 1 0 0,0 1 0 0 0,-1-1 0 0 0,0 2-6 0 0,-1 0 1 0 0,1 0-1 0 0,0 0 1 0 0,-1 0 0 0 0,1 0-1 0 0,0 0 1 0 0,0 0 0 0 0,1 0-1 0 0,-1 0 1 0 0,0 1 0 0 0,1-1-1 0 0,-1 0 1 0 0,1 1-1 0 0,0-1 1 0 0,0 0 0 0 0,0 1-1 0 0,0-1 1 0 0,0 0 0 0 0,0 1-1 0 0,1-1 1 0 0,-1 0 0 0 0,1 1-1 0 0,-1-1 1 0 0,1 0 0 0 0,0 0-1 0 0,0 0 1 0 0,0 1-1 0 0,0-1 1 0 0,1 0 0 0 0,-1 0-1 0 0,0-1 1 0 0,1 1 0 0 0,0 0-1 0 0,-1 0 1 0 0,5 2 0 0 0,-2 0-2 0 0,0 0 0 0 0,1 0 0 0 0,-1-1 0 0 0,1 0 0 0 0,0 0 0 0 0,0 0 0 0 0,0 0 1 0 0,0-1-1 0 0,1 0 0 0 0,-1 0 0 0 0,1 0 0 0 0,-1-1 0 0 0,1 0 0 0 0,8 1 1 0 0,-7-2-11 0 0,0-1 0 0 0,0 1 0 0 0,1-1 0 0 0,-1-1 1 0 0,0 1-1 0 0,0-1 0 0 0,0 0 0 0 0,0-1 1 0 0,-1 0-1 0 0,1 0 0 0 0,-1 0 0 0 0,1-1 1 0 0,-1 0-1 0 0,0 0 0 0 0,-1-1 0 0 0,1 1 0 0 0,-1-1 1 0 0,0 0-1 0 0,0-1 0 0 0,0 0 0 0 0,-1 1 1 0 0,1-1-1 0 0,-2 0 0 0 0,7-13 0 0 0,-3 2 79 0 0,0 0 1 0 0,-1-1-1 0 0,-1 0 0 0 0,0-1 0 0 0,-2 1 1 0 0,0-1-1 0 0,-1 1 0 0 0,-1-28 0 0 0,-2 40 636 0 0,-3 22-420 0 0,-2 27 142 0 0,7-2-42 0 0,1 0 1 0 0,14 67 0 0 0,-8-76-184 0 0,-8-31-238 0 0,21-7-4547 0 0,-11-7 130 0 0,-7 6 1886 0 0</inkml:trace>
</inkml:ink>
</file>

<file path=ppt/ink/ink17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42:40.1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16 776 0 0,'0'0'768'0'0,"15"-4"-52"0"0,-5 4-32 0 0,-3-3-40 0 0,7 1-80 0 0,-1 0-68 0 0,1 1-44 0 0,-1-1-47 0 0,-2 0-41 0 0,7 2-40 0 0,-9 0-88 0 0,9 2-192 0 0,-5-2-268 0 0,2 2-168 0 0,-3 1-585 0 0,-1-3-1059 0 0,1 2 468 0 0</inkml:trace>
</inkml:ink>
</file>

<file path=ppt/ink/ink17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42:41.4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14 160 0 0,'3'-13'6861'0'0,"3"32"-5247"0"0,4 37-1210 0 0,-3 131 2764 0 0,-28-236-2697 0 0,19 38-439 0 0,-1 0 1 0 0,2 0-1 0 0,-1 0 0 0 0,2-1 1 0 0,-1 1-1 0 0,2 0 0 0 0,-1-1 1 0 0,1 1-1 0 0,4-15 0 0 0,-4 26-32 0 0,-1-1 1 0 0,1 1-1 0 0,-1-1 0 0 0,1 1 0 0 0,-1-1 0 0 0,1 1 1 0 0,-1-1-1 0 0,1 1 0 0 0,0 0 0 0 0,-1-1 0 0 0,1 1 1 0 0,0 0-1 0 0,-1-1 0 0 0,1 1 0 0 0,0 0 0 0 0,0 0 1 0 0,-1 0-1 0 0,1 0 0 0 0,0 0 0 0 0,0-1 0 0 0,-1 1 1 0 0,1 1-1 0 0,0-1 0 0 0,0 0 0 0 0,-1 0 1 0 0,1 0-1 0 0,0 0 0 0 0,0 0 0 0 0,-1 1 0 0 0,1-1 1 0 0,0 0-1 0 0,-1 1 0 0 0,1-1 0 0 0,0 0 0 0 0,-1 1 1 0 0,1-1-1 0 0,-1 1 0 0 0,1-1 0 0 0,-1 1 0 0 0,1-1 1 0 0,-1 1-1 0 0,1 0 0 0 0,0 0 0 0 0,27 24-23 0 0,12 21 4 0 0,-19-21-26 0 0,2-1 1 0 0,0-1-1 0 0,41 31 1 0 0,-59-52 49 0 0,-3-1 5 0 0,18-27 26 0 0,-14 11-21 0 0,-1-1 0 0 0,0 1 0 0 0,-1-1 0 0 0,3-31 0 0 0,9-31 9 0 0,-13 58-39 0 0,-3 18-111 0 0,0 0 1 0 0,0 0-1 0 0,1-1 0 0 0,-1 1 1 0 0,1 0-1 0 0,-1 0 1 0 0,1-1-1 0 0,-1 1 0 0 0,1 0 1 0 0,0 0-1 0 0,0 0 0 0 0,0 0 1 0 0,1 0-1 0 0,-1 0 1 0 0,2-2-1 0 0,21 8-5413 0 0,-22-4 4843 0 0,6 4-1940 0 0</inkml:trace>
</inkml:ink>
</file>

<file path=ppt/ink/ink17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42:41.8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 1 268 0 0,'0'0'4480'0'0,"-9"37"-3095"0"0,9-30-1265 0 0,1 1 0 0 0,-1 0 0 0 0,2 0 1 0 0,-1 0-1 0 0,1 0 0 0 0,0-1 0 0 0,1 1 1 0 0,0-1-1 0 0,0 1 0 0 0,1-1 1 0 0,4 7-1 0 0,-7-12-95 0 0,1 0 0 0 0,-1 0 0 0 0,1 0 0 0 0,0 0 0 0 0,-1 0 0 0 0,1-1 0 0 0,0 1 0 0 0,0-1 0 0 0,0 1 0 0 0,0-1 0 0 0,0 0 0 0 0,1 0 0 0 0,-1 0 0 0 0,0 0 0 0 0,0 0 0 0 0,1 0 0 0 0,-1-1 0 0 0,0 1 0 0 0,1-1 0 0 0,-1 0 1 0 0,1 0-1 0 0,-1 1 0 0 0,1-1 0 0 0,-1-1 0 0 0,0 1 0 0 0,1 0 0 0 0,-1-1 0 0 0,1 1 0 0 0,-1-1 0 0 0,0 0 0 0 0,1 0 0 0 0,-1 0 0 0 0,0 0 0 0 0,0 0 0 0 0,0 0 0 0 0,0 0 0 0 0,0-1 0 0 0,0 1 0 0 0,0-1 0 0 0,3-3 0 0 0,-3 4 28 0 0,-1-1-1 0 0,1 0 1 0 0,0 0 0 0 0,0 0 0 0 0,-1 0-1 0 0,1 0 1 0 0,-1 0 0 0 0,0 0-1 0 0,0-1 1 0 0,0 1 0 0 0,0 0-1 0 0,0-1 1 0 0,0 1 0 0 0,0-1-1 0 0,-1 1 1 0 0,0-1 0 0 0,1 1-1 0 0,-1-1 1 0 0,0 1 0 0 0,0-1-1 0 0,0 1 1 0 0,0-1 0 0 0,-1 1-1 0 0,1-1 1 0 0,-1 1 0 0 0,1-1-1 0 0,-3-4 1 0 0,0 1 47 0 0,1-1-1 0 0,-1 1 0 0 0,0 0 1 0 0,-1 0-1 0 0,0 0 1 0 0,0 1-1 0 0,0-1 1 0 0,-1 1-1 0 0,-5-6 1 0 0,9 11-138 0 0,0-1 0 0 0,0 1 0 0 0,-1-1-1 0 0,1 1 1 0 0,0 0 0 0 0,-1-1 0 0 0,1 1 0 0 0,0 0 0 0 0,-1 0 0 0 0,1 0 0 0 0,0 0 0 0 0,-1 0 0 0 0,1 0 0 0 0,0 0 0 0 0,-1 0 0 0 0,1 1 0 0 0,0-1 0 0 0,-1 0 0 0 0,1 1 0 0 0,0-1 0 0 0,-1 1-1 0 0,0 1 1 0 0,-24 13-6122 0 0</inkml:trace>
</inkml:ink>
</file>

<file path=ppt/ink/ink17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42:42.4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 17 480 0 0,'-2'2'6413'0'0,"-4"11"-5899"0"0,6-8-446 0 0,1 1 0 0 0,0-1 0 0 0,0 1 0 0 0,0-1 1 0 0,0 1-1 0 0,1-1 0 0 0,0 0 0 0 0,0 1 0 0 0,1-1 0 0 0,-1 0 1 0 0,1-1-1 0 0,0 1 0 0 0,0 0 0 0 0,1-1 0 0 0,-1 0 1 0 0,1 1-1 0 0,0-1 0 0 0,0-1 0 0 0,1 1 0 0 0,-1-1 0 0 0,8 5 1 0 0,-8-6-33 0 0,0 0 0 0 0,0 0 0 0 0,0 0 1 0 0,0 0-1 0 0,0-1 0 0 0,1 0 0 0 0,-1 0 1 0 0,0 0-1 0 0,1 0 0 0 0,-1-1 1 0 0,0 1-1 0 0,1-1 0 0 0,-1-1 0 0 0,1 1 1 0 0,-1 0-1 0 0,0-1 0 0 0,1 0 0 0 0,-1 0 1 0 0,0 0-1 0 0,0-1 0 0 0,0 1 0 0 0,0-1 1 0 0,0 0-1 0 0,0 0 0 0 0,0-1 0 0 0,0 1 1 0 0,-1-1-1 0 0,4-2 0 0 0,-2-1 58 0 0,-1 0 0 0 0,1 0-1 0 0,-1 0 1 0 0,-1 0 0 0 0,1 0-1 0 0,-1-1 1 0 0,0 0 0 0 0,-1 0 0 0 0,1 0-1 0 0,-1 0 1 0 0,-1 0 0 0 0,1 0-1 0 0,-1 0 1 0 0,-1 0 0 0 0,1-1-1 0 0,-1-7 1 0 0,0 14-58 0 0,1-2 610 0 0,-1 0-2528 0 0</inkml:trace>
</inkml:ink>
</file>

<file path=ppt/ink/ink17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42:43.0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47 428 0 0,'0'0'1591'0'0,"8"10"2595"0"0,-6 3-3569 0 0,-1 0 1 0 0,0 0-1 0 0,-1 0 0 0 0,-1 14 0 0 0,0 10 1339 0 0,-5-67-1721 0 0,8 10-117 0 0,-3 14-100 0 0,2 1 0 0 0,-1 0 1 0 0,0 0-1 0 0,1 0 0 0 0,0 0 1 0 0,0 0-1 0 0,1 0 0 0 0,-1 0 1 0 0,1 0-1 0 0,0 0 0 0 0,1 1 1 0 0,-1-1-1 0 0,5-6 0 0 0,-6 11-17 0 0,0-1-1 0 0,1 0 0 0 0,-1 1 1 0 0,0 0-1 0 0,0-1 0 0 0,0 1 1 0 0,1 0-1 0 0,-1 0 0 0 0,0-1 1 0 0,1 1-1 0 0,-1 0 0 0 0,0 0 1 0 0,0 0-1 0 0,1 1 0 0 0,-1-1 1 0 0,0 0-1 0 0,0 0 0 0 0,1 1 1 0 0,-1-1-1 0 0,0 1 0 0 0,0-1 0 0 0,0 1 1 0 0,0-1-1 0 0,0 1 0 0 0,0 0 1 0 0,0-1-1 0 0,0 1 0 0 0,0 0 1 0 0,0 0-1 0 0,0 0 0 0 0,0 0 1 0 0,1 1-1 0 0,35 40-2 0 0,-28-31 3 0 0,-6-6-1 0 0,0-1 0 0 0,0-1 0 0 0,1 1 1 0 0,0 0-1 0 0,0-1 0 0 0,0 0 0 0 0,0 0 0 0 0,0 0 1 0 0,1 0-1 0 0,-1-1 0 0 0,1 0 0 0 0,0 1 0 0 0,0-2 1 0 0,0 1-1 0 0,0-1 0 0 0,0 1 0 0 0,0-1 0 0 0,0-1 1 0 0,5 1-1 0 0,-6-2 34 0 0,-2 1 0 0 0,1-1 1 0 0,0-1-1 0 0,0 1 0 0 0,0 0 1 0 0,0-1-1 0 0,-1 1 0 0 0,1-1 0 0 0,-1 0 1 0 0,1 0-1 0 0,-1 0 0 0 0,0 0 1 0 0,0 0-1 0 0,1-1 0 0 0,-2 1 1 0 0,1-1-1 0 0,0 1 0 0 0,0-1 0 0 0,-1 0 1 0 0,0 0-1 0 0,1 1 0 0 0,-1-1 1 0 0,1-5-1 0 0,2-7 92 0 0,0 0 0 0 0,-1 0 0 0 0,2-21 0 0 0,-4 26-157 0 0,-2-4-1922 0 0</inkml:trace>
</inkml:ink>
</file>

<file path=ppt/ink/ink17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42:45.5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12 156 0 0,'0'0'713'0'0,"-2"-12"6545"0"0,6 24-6940 0 0,-1-1 0 0 0,0 1-1 0 0,0-1 1 0 0,-1 1-1 0 0,-1 0 1 0 0,0 15-1 0 0,3 20 345 0 0,4 94 547 0 0,-11-99-2790 0 0,2-41 868 0 0</inkml:trace>
</inkml:ink>
</file>

<file path=ppt/ink/ink17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42:46.5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48 113 540 0 0,'-1'-20'3231'0'0,"-3"26"-618"0"0,1 33-1296 0 0,4-13-890 0 0,-6 47 0 0 0,2 19 1277 0 0,-18-130-1411 0 0,16 17-257 0 0,2 0-1 0 0,1 0 1 0 0,1 1 0 0 0,0-1 0 0 0,2-1 0 0 0,0 2 0 0 0,2-1 0 0 0,0 0-1 0 0,12-39 1 0 0,-15 59-36 0 0,1 0-1 0 0,-1 0 1 0 0,1 0-1 0 0,-1 1 1 0 0,1-1-1 0 0,-1 0 0 0 0,1 0 1 0 0,0 1-1 0 0,0-1 1 0 0,-1 0-1 0 0,1 1 1 0 0,0-1-1 0 0,0 1 1 0 0,0-1-1 0 0,-1 1 1 0 0,1-1-1 0 0,0 1 0 0 0,0 0 1 0 0,0-1-1 0 0,0 1 1 0 0,0 0-1 0 0,0 0 1 0 0,0-1-1 0 0,0 1 1 0 0,0 0-1 0 0,0 0 0 0 0,0 0 1 0 0,0 0-1 0 0,0 1 1 0 0,0-1-1 0 0,0 0 1 0 0,0 0-1 0 0,0 1 1 0 0,0-1-1 0 0,0 0 1 0 0,0 1-1 0 0,-1-1 0 0 0,1 1 1 0 0,0-1-1 0 0,0 1 1 0 0,0-1-1 0 0,1 2 1 0 0,37 28 12 0 0,-38-29-11 0 0,52 53 1 0 0,21 20-5 0 0,-68-68 5 0 0,1-1 0 0 0,0 0 0 0 0,0 0 0 0 0,0-1 0 0 0,1 0 0 0 0,0 0 0 0 0,0-1 0 0 0,0 0 0 0 0,11 3 0 0 0,-17-6 0 0 0,-1 0 0 0 0,1 0 0 0 0,0 0 0 0 0,-1 0 0 0 0,1 0 0 0 0,0-1 0 0 0,-1 1 0 0 0,1-1 0 0 0,0 1 0 0 0,-1-1 0 0 0,1 0 0 0 0,-1 1 0 0 0,1-1 0 0 0,-1 0 0 0 0,1 0 0 0 0,-1 0 0 0 0,0 0 0 0 0,0 0 0 0 0,1-1 0 0 0,-1 1 0 0 0,0 0 0 0 0,0 0 0 0 0,0-1 0 0 0,0 1 0 0 0,0-1 0 0 0,0 1 0 0 0,-1-1 0 0 0,1 1 0 0 0,0-1 0 0 0,-1 1 0 0 0,1-1 0 0 0,-1-3 0 0 0,14-62 94 0 0,-12 53-84 0 0,3-23-31 0 0,1-49 1 0 0,-6 85-117 0 0,1 1-17 0 0,0 0 0 0 0,0 0 0 0 0,0 0 0 0 0,0 0 0 0 0,0 0 0 0 0,0 1 0 0 0,0-1 0 0 0,-1 0 0 0 0,1 1 0 0 0,0-1 0 0 0,0 1 0 0 0,0-1 0 0 0,0 1 0 0 0,-1-1 0 0 0,1 1 0 0 0,0-1 0 0 0,-1 1 0 0 0,1 0 0 0 0,0-1 0 0 0,-1 1 0 0 0,1 0 0 0 0,0 1 0 0 0,7 11-3793 0 0,-4-8 1985 0 0</inkml:trace>
</inkml:ink>
</file>

<file path=ppt/ink/ink17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42:47.0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 0 372 0 0,'-5'16'802'0'0,"0"-1"0"0"0,2 1 1 0 0,-1 0-1 0 0,-1 26 0 0 0,5-36-646 0 0,0 1-1 0 0,0-1 1 0 0,1 1 0 0 0,0-1 0 0 0,0 1-1 0 0,1-1 1 0 0,-1 0 0 0 0,2 0 0 0 0,-1 1-1 0 0,0-1 1 0 0,1-1 0 0 0,0 1 0 0 0,7 10-1 0 0,-9-16-125 0 0,0 1 0 0 0,-1-1 0 0 0,1 1 0 0 0,0-1 0 0 0,-1 1 0 0 0,1-1 0 0 0,0 1 0 0 0,-1-1 0 0 0,1 0 0 0 0,0 1 0 0 0,0-1-1 0 0,0 0 1 0 0,-1 0 0 0 0,1 1 0 0 0,0-1 0 0 0,0 0 0 0 0,0 0 0 0 0,0 0 0 0 0,-1 0 0 0 0,1 0 0 0 0,0 0 0 0 0,0 0 0 0 0,0-1 0 0 0,-1 1 0 0 0,1 0 0 0 0,0 0-1 0 0,0-1 1 0 0,0 1 0 0 0,-1 0 0 0 0,1-1 0 0 0,0 1 0 0 0,0 0 0 0 0,-1-1 0 0 0,1 1 0 0 0,-1-1 0 0 0,1 0 0 0 0,0 1 0 0 0,-1-1 0 0 0,1 1 0 0 0,-1-1-1 0 0,2-1 1 0 0,19-28 759 0 0,-19 23-673 0 0,0 0 0 0 0,0 0 0 0 0,-1-1 0 0 0,0 1 0 0 0,0 0 0 0 0,0 0 1 0 0,-1-1-1 0 0,0 1 0 0 0,-1-7 0 0 0,0 9-81 0 0,0 1 0 0 0,1 0 0 0 0,-1 1-1 0 0,-1-1 1 0 0,1 0 0 0 0,0 0 0 0 0,-1 0 0 0 0,0 1 0 0 0,0-1 0 0 0,0 1 0 0 0,0-1-1 0 0,-1 1 1 0 0,1 0 0 0 0,-1 0 0 0 0,0 0 0 0 0,0 0 0 0 0,-4-3 0 0 0,4 5-31 0 0,1 0 1 0 0,0 0 0 0 0,0 0-1 0 0,0 0 1 0 0,-1 1 0 0 0,1-1 0 0 0,0 1-1 0 0,-1-1 1 0 0,1 1 0 0 0,-1 0-1 0 0,-1 0 1 0 0,-12 4-1557 0 0,8 9-3810 0 0,6-3 3370 0 0</inkml:trace>
</inkml:ink>
</file>

<file path=ppt/ink/ink17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42:48.2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16 312 0 0,'26'-15'4290'0'0,"-25"15"-4244"0"0,1 1 0 0 0,0 0 0 0 0,0 0-1 0 0,0 0 1 0 0,0 0 0 0 0,0 0-1 0 0,-1 0 1 0 0,1 0 0 0 0,-1 1-1 0 0,1-1 1 0 0,-1 0 0 0 0,1 1 0 0 0,-1 0-1 0 0,0-1 1 0 0,1 1 0 0 0,-1 0-1 0 0,0-1 1 0 0,0 1 0 0 0,-1 0 0 0 0,1 0-1 0 0,0 0 1 0 0,0 0 0 0 0,-1 0-1 0 0,1 0 1 0 0,-1 0 0 0 0,0 0-1 0 0,0 0 1 0 0,0 0 0 0 0,1 0 0 0 0,-2 0-1 0 0,1 0 1 0 0,0 2 0 0 0,-1 10 218 0 0,1 0 0 0 0,-2-1 0 0 0,-4 20 0 0 0,6-32-217 0 0,0 0 0 0 0,0 0-1 0 0,0 0 1 0 0,-1 0 0 0 0,1 0 0 0 0,0 0 0 0 0,-1 0 0 0 0,1 0 0 0 0,-1 0 0 0 0,1-1 0 0 0,-1 1 0 0 0,1 0 0 0 0,-1 0 0 0 0,0 0 0 0 0,1-1 0 0 0,-1 1 0 0 0,0 0 0 0 0,1 0-1 0 0,-2 0 1 0 0,1-1-26 0 0,1 0 0 0 0,-1-1 0 0 0,1 1 0 0 0,-1 0-1 0 0,1-1 1 0 0,-1 1 0 0 0,1 0 0 0 0,-1-1 0 0 0,1 1-1 0 0,0 0 1 0 0,-1-1 0 0 0,1 1 0 0 0,0-1 0 0 0,-1 1-1 0 0,1-1 1 0 0,0 1 0 0 0,0-1 0 0 0,-1 1 0 0 0,1-1-1 0 0,0 1 1 0 0,0-1 0 0 0,0 1 0 0 0,0-1 0 0 0,0 1-1 0 0,-1-1 1 0 0,1 0 0 0 0,0 1 0 0 0,0-1 0 0 0,1 1-1 0 0,-1-1 1 0 0,0 1 0 0 0,0-1 0 0 0,0 1 0 0 0,0-1-1 0 0,1 0 1 0 0,-1-3-1 0 0,1-1-1 0 0,0 1 0 0 0,0 0 1 0 0,0 0-1 0 0,1 0 0 0 0,0 0 1 0 0,0 0-1 0 0,0 0 1 0 0,0 0-1 0 0,0 0 0 0 0,1 1 1 0 0,-1-1-1 0 0,1 1 0 0 0,0 0 1 0 0,4-4-1 0 0,0 1-11 0 0,0-1 0 0 0,0 2 0 0 0,1-1-1 0 0,0 1 1 0 0,13-7 0 0 0,-19 11-7 0 0,0 0-1 0 0,-1 0 1 0 0,1 0 0 0 0,0 0 0 0 0,0 1 0 0 0,-1-1-1 0 0,1 1 1 0 0,0-1 0 0 0,0 1 0 0 0,0 0 0 0 0,0 0-1 0 0,0-1 1 0 0,0 1 0 0 0,0 1 0 0 0,-1-1 0 0 0,1 0-1 0 0,0 0 1 0 0,0 1 0 0 0,0-1 0 0 0,0 1 0 0 0,-1 0-1 0 0,1-1 1 0 0,0 1 0 0 0,0 0 0 0 0,-1 0 0 0 0,1 0-1 0 0,-1 0 1 0 0,1 0 0 0 0,-1 1 0 0 0,3 2 0 0 0,0 1 4 0 0,0 1 0 0 0,-1 0 1 0 0,0 0-1 0 0,0 0 0 0 0,-1 1 1 0 0,4 11-1 0 0,0 1 9 0 0,-6-18-15 0 0,1 12 12 0 0,-1-7 18 0 0,7-18-7 0 0,-2 4-20 0 0,1-1-1 0 0,0 1 0 0 0,0 0 1 0 0,0 0-1 0 0,1 1 0 0 0,0 0 1 0 0,0 0-1 0 0,1 0 0 0 0,0 1 1 0 0,0 0-1 0 0,1 1 1 0 0,11-6-1 0 0,-13 6-2 0 0,-5 5 0 0 0,-1-1-1 0 0,1 0 1 0 0,0 0 0 0 0,-1 0 0 0 0,1 1-1 0 0,0-1 1 0 0,0 1 0 0 0,-1-1 0 0 0,1 1-1 0 0,0 0 1 0 0,0 0 0 0 0,0 0 0 0 0,0 0-1 0 0,-1 0 1 0 0,1 0 0 0 0,0 0 0 0 0,0 1-1 0 0,0-1 1 0 0,0 1 0 0 0,-1-1 0 0 0,1 1-1 0 0,0 0 1 0 0,-1-1 0 0 0,4 3 0 0 0,35 35-15 0 0,-11-9 21 0 0,-17-20-19 0 0,18 10 73 0 0,-29-18-47 0 0,45-26 209 0 0,-34 12-89 0 0,-10 10 19 0 0,0 0 1 0 0,1 0-1 0 0,-1 0 1 0 0,1 0-1 0 0,0 1 0 0 0,0-1 1 0 0,0 1-1 0 0,0-1 1 0 0,0 1-1 0 0,0 0 0 0 0,6-2 1 0 0,-8 5-115 0 0,0 1 1 0 0,0 0 0 0 0,-1-1-1 0 0,1 1 1 0 0,-1 0-1 0 0,1-1 1 0 0,-1 1 0 0 0,0 0-1 0 0,0-1 1 0 0,0 1 0 0 0,0 0-1 0 0,0 0 1 0 0,0-1-1 0 0,0 1 1 0 0,-1 0 0 0 0,1-1-1 0 0,0 1 1 0 0,-1 0-1 0 0,1-1 1 0 0,-2 3 0 0 0,-5 25-1578 0 0,0-9-3284 0 0,4-15 2560 0 0</inkml:trace>
</inkml:ink>
</file>

<file path=ppt/ink/ink17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42:48.5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88 28 0 0,'4'-82'8339'0'0,"-4"81"-8099"0"0,0-3 329 0 0,0 17-6288 0 0,0-10 3774 0 0</inkml:trace>
</inkml:ink>
</file>

<file path=ppt/ink/ink17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42:49.3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1 213 320 0 0,'13'52'6077'0'0,"-13"-51"-5774"0"0,6 7 2915 0 0,-4-12-3149 0 0,0 0 1 0 0,0 0 0 0 0,0 1 0 0 0,1-1-1 0 0,-1 1 1 0 0,1-1 0 0 0,0 1 0 0 0,0 0-1 0 0,5-4 1 0 0,-5 5-55 0 0,0 1 0 0 0,0 0 1 0 0,0 0-1 0 0,1 0 0 0 0,-1 1 0 0 0,0-1 0 0 0,0 1 0 0 0,0-1 1 0 0,1 1-1 0 0,-1 0 0 0 0,0 0 0 0 0,0 1 0 0 0,0-1 0 0 0,1 1 1 0 0,3 1-1 0 0,92 32-184 0 0,-79-30 87 0 0,-1-1-1 0 0,0-1 1 0 0,1-1-1 0 0,-1 0 1 0 0,1-1-1 0 0,0-2 1 0 0,-1 0-1 0 0,0-1 1 0 0,33-9-1 0 0,-49 11 81 0 0,0-1 0 0 0,0 1 0 0 0,-1-1-1 0 0,1 0 1 0 0,-1 0 0 0 0,1 0 0 0 0,-1 0 0 0 0,4-5 0 0 0,5-4 52 0 0,-11 11-17 0 0,0 0-30 0 0,1 0 0 0 0,-1-1 0 0 0,0 1 0 0 0,0 0 0 0 0,0 0-1 0 0,0 0 1 0 0,0-1 0 0 0,0 1 0 0 0,0 0 0 0 0,0 0 0 0 0,0 0 0 0 0,0-1 0 0 0,0 1-1 0 0,0 0 1 0 0,0 0 0 0 0,0 0 0 0 0,0-1 0 0 0,0 1 0 0 0,0 0 0 0 0,0 0 0 0 0,0 0-1 0 0,0-1 1 0 0,0 1 0 0 0,0 0 0 0 0,0 0 0 0 0,0 0 0 0 0,0 0 0 0 0,0-1 0 0 0,0 1-1 0 0,-1 0 1 0 0,1 0 0 0 0,0 0 0 0 0,0 0 0 0 0,0-1 0 0 0,0 1 0 0 0,0 0-1 0 0,-1 0 1 0 0,1 0 0 0 0,0 0 0 0 0,0 0 0 0 0,0 0 0 0 0,0 0 0 0 0,-1 0 0 0 0,1-1-1 0 0,0 1 1 0 0,0 0 0 0 0,0 0 0 0 0,-1 0 0 0 0,1 0 0 0 0,0 0 0 0 0,0 0 0 0 0,0 0-1 0 0,-1 0 1 0 0,1 0 0 0 0,-14-8 319 0 0,12 8-293 0 0,0-1 0 0 0,1 1 1 0 0,-1 0-1 0 0,0 0 0 0 0,1-1 0 0 0,-1 1 1 0 0,0 1-1 0 0,1-1 0 0 0,-1 0 1 0 0,0 0-1 0 0,0 1 0 0 0,1-1 1 0 0,-1 1-1 0 0,1-1 0 0 0,-1 1 1 0 0,0 0-1 0 0,1-1 0 0 0,-1 1 0 0 0,1 0 1 0 0,0 0-1 0 0,-1 0 0 0 0,1 0 1 0 0,-3 3-1 0 0,4-4 10 0 0,-1 1-35 0 0,1-1 0 0 0,0 0 0 0 0,0 0 0 0 0,-1 1 0 0 0,1-1 0 0 0,0 0 0 0 0,0 0 0 0 0,0 1 0 0 0,-1-1 0 0 0,1 0 0 0 0,0 1 0 0 0,0-1 0 0 0,0 0 0 0 0,0 1 0 0 0,0-1 0 0 0,0 0 0 0 0,0 1 0 0 0,0-1 0 0 0,0 0 0 0 0,0 1 0 0 0,0-1 0 0 0,0 0 0 0 0,0 1 0 0 0,0-1 0 0 0,0 0 0 0 0,0 1 0 0 0,0-1 0 0 0,0 0 0 0 0,0 1 0 0 0,0-1 0 0 0,1 1 0 0 0,21-1 2 0 0,1 0 0 0 0,0-2-1 0 0,0 0 1 0 0,0-2 0 0 0,36-10-1 0 0,-53 12 0 0 0,-1 0 0 0 0,0 0 0 0 0,0 0 0 0 0,0-1-1 0 0,0 1 1 0 0,0-1 0 0 0,0-1 0 0 0,-1 1-1 0 0,1-1 1 0 0,-1 1 0 0 0,0-1 0 0 0,0 0 0 0 0,0-1-1 0 0,-1 1 1 0 0,1-1 0 0 0,-1 1 0 0 0,0-1-1 0 0,-1 0 1 0 0,1 0 0 0 0,-1-1 0 0 0,0 1 0 0 0,0 0-1 0 0,-1-1 1 0 0,1 1 0 0 0,-1-1 0 0 0,0 0-1 0 0,-1 1 1 0 0,1-10 0 0 0,-15-65 2263 0 0,14 173-2267 0 0,1-83-166 0 0,11 89-2352 0 0,3-34-2889 0 0,-4-38 2238 0 0</inkml:trace>
</inkml:ink>
</file>

<file path=ppt/ink/ink17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42:50.4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44 6 860 0 0,'2'-6'7041'0'0,"-11"34"-5772"0"0,0 0-1 0 0,-7 50 0 0 0,10-49-954 0 0,1 30-50 0 0,7-26-5025 0 0</inkml:trace>
</inkml:ink>
</file>

<file path=ppt/ink/ink17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42:51.3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135 139 616 0 0,'-1'-1'361'0'0,"0"0"0"0"0,0 1-1 0 0,1-1 1 0 0,-1 0 0 0 0,0 0 0 0 0,0 0 0 0 0,0 1-1 0 0,0-1 1 0 0,0 1 0 0 0,0-1 0 0 0,-1 1 0 0 0,1-1-1 0 0,0 1 1 0 0,-2-1 0 0 0,-3 13 364 0 0,0 1 0 0 0,0-1 0 0 0,-7 28 0 0 0,-9 21 471 0 0,15-48-816 0 0,-10 26 1356 0 0,-2-75-1221 0 0,11 3-291 0 0,4 21-186 0 0,1 0 1 0 0,1 0 0 0 0,0-1 0 0 0,0 1 0 0 0,1 0 0 0 0,1-1 0 0 0,2-19 0 0 0,0 14-27 0 0,9-45 40 0 0,-10 60-53 0 0,0-1 0 0 0,1 1 0 0 0,-1 0-1 0 0,1-1 1 0 0,-1 1 0 0 0,1 0-1 0 0,0 0 1 0 0,0 0 0 0 0,0 0-1 0 0,1 1 1 0 0,-1-1 0 0 0,1 1-1 0 0,-1-1 1 0 0,6-3 0 0 0,-6 6-2 0 0,0-1 1 0 0,-1 1 0 0 0,1-1 0 0 0,-1 1 0 0 0,1 0 0 0 0,0 0 0 0 0,-1 0-1 0 0,1 0 1 0 0,0 0 0 0 0,-1 0 0 0 0,1 0 0 0 0,0 1 0 0 0,-1-1 0 0 0,1 1 0 0 0,0-1-1 0 0,-1 1 1 0 0,1-1 0 0 0,-1 1 0 0 0,1 0 0 0 0,-1 0 0 0 0,1 0 0 0 0,-1 0-1 0 0,0 0 1 0 0,1 0 0 0 0,1 2 0 0 0,33 34-10 0 0,-31-31 6 0 0,16 17-24 0 0,1-2 0 0 0,2 0-1 0 0,0-1 1 0 0,1-1 0 0 0,28 16-1 0 0,-52-35 33 0 0,0 1 0 0 0,0 0 0 0 0,0-1 0 0 0,0 1 0 0 0,0-1-1 0 0,0 0 1 0 0,0 1 0 0 0,0-1 0 0 0,0 0 0 0 0,0 1 0 0 0,0-1 0 0 0,0 0 0 0 0,0 0-1 0 0,0 0 1 0 0,0 0 0 0 0,0 0 0 0 0,0 0 0 0 0,0 0 0 0 0,0 0 0 0 0,0 0 0 0 0,1-1-1 0 0,-1 1 1 0 0,0 0 0 0 0,0-1 0 0 0,0 1 0 0 0,-1 0 0 0 0,1-1 0 0 0,2-1 0 0 0,-1 0 7 0 0,0 0 0 0 0,-1 0 1 0 0,1 0-1 0 0,-1 0 0 0 0,0 0 1 0 0,1-1-1 0 0,-1 1 0 0 0,0 0 1 0 0,0-1-1 0 0,-1 1 0 0 0,2-5 1 0 0,0-4 28 0 0,0 0 0 0 0,-1-1 0 0 0,-1 1 0 0 0,0-16 0 0 0,0-57-404 0 0,0 83 91 0 0,21 21-8504 0 0,-15-16 6519 0 0</inkml:trace>
</inkml:ink>
</file>

<file path=ppt/ink/ink17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42:51.6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 35 76 0 0,'-3'4'182'0'0,"1"-1"0"0"0,0 1 0 0 0,0 0 0 0 0,0 0 0 0 0,1 0 1 0 0,-1 0-1 0 0,1 0 0 0 0,0 0 0 0 0,0 0 0 0 0,1 1 0 0 0,-1-1 0 0 0,1 0 0 0 0,0 1 0 0 0,0-1 0 0 0,0 0 0 0 0,0 1 0 0 0,1-1 1 0 0,0 0-1 0 0,0 0 0 0 0,0 0 0 0 0,0 1 0 0 0,1-1 0 0 0,0 0 0 0 0,-1-1 0 0 0,1 1 0 0 0,1 0 0 0 0,-1 0 0 0 0,1-1 0 0 0,-1 0 1 0 0,1 1-1 0 0,0-1 0 0 0,0 0 0 0 0,0 0 0 0 0,1-1 0 0 0,-1 1 0 0 0,1-1 0 0 0,-1 1 0 0 0,8 2 0 0 0,-10-4-131 0 0,0-1 0 0 0,0 1-1 0 0,0-1 1 0 0,0 0-1 0 0,0 1 1 0 0,1-1 0 0 0,-1 0-1 0 0,0 0 1 0 0,0 1-1 0 0,0-1 1 0 0,1 0 0 0 0,-1 0-1 0 0,0 0 1 0 0,0-1 0 0 0,0 1-1 0 0,1 0 1 0 0,-1 0-1 0 0,0-1 1 0 0,0 1 0 0 0,0-1-1 0 0,0 1 1 0 0,0-1 0 0 0,0 1-1 0 0,0-1 1 0 0,0 1-1 0 0,2-2 1 0 0,-1 0 43 0 0,0-1 0 0 0,0 1 1 0 0,-1-1-1 0 0,1 1 0 0 0,-1-1 0 0 0,1 1 0 0 0,-1-1 0 0 0,0 0 1 0 0,0 0-1 0 0,1-4 0 0 0,1-3 100 0 0,-1 1-1 0 0,-1-2 1 0 0,0 1-1 0 0,0 0 1 0 0,-1-11 0 0 0,0 16-156 0 0,0-1 1 0 0,-1 1 0 0 0,0 0 0 0 0,0-1 0 0 0,0 1 0 0 0,-1 0-1 0 0,0 0 1 0 0,0 0 0 0 0,0 0 0 0 0,0 0 0 0 0,-1 0 0 0 0,-4-6-1 0 0,5 11-333 0 0,1-1-1 0 0,0 1 0 0 0,-1-1 1 0 0,1 1-1 0 0,0 0 1 0 0,-1 0-1 0 0,1 0 0 0 0,-1 0 1 0 0,1 0-1 0 0,-1 0 0 0 0,1 0 1 0 0,0 0-1 0 0,-1 0 0 0 0,1 1 1 0 0,-1-1-1 0 0,1 1 1 0 0,0-1-1 0 0,-1 1 0 0 0,1-1 1 0 0,0 1-1 0 0,0 0 0 0 0,0-1 1 0 0,-3 3-1 0 0,1 2-2039 0 0</inkml:trace>
</inkml:ink>
</file>

<file path=ppt/ink/ink17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42:52.6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 13 232 0 0,'0'0'1841'0'0,"23"16"402"0"0,-21-11-2004 0 0,-1-1-1 0 0,1 0 1 0 0,-1 1-1 0 0,0 0 1 0 0,0-1-1 0 0,-1 1 1 0 0,1 0-1 0 0,-1-1 1 0 0,0 1-1 0 0,-1 8 1 0 0,0 2 202 0 0,2-14-426 0 0,-1-1 1 0 0,0 1-1 0 0,-1-1 1 0 0,1 1-1 0 0,0-1 1 0 0,0 1-1 0 0,0-1 1 0 0,0 1 0 0 0,0-1-1 0 0,0 1 1 0 0,-1-1-1 0 0,1 1 1 0 0,0-1-1 0 0,0 1 1 0 0,-1-1-1 0 0,1 1 1 0 0,0-1-1 0 0,0 0 1 0 0,-1 1-1 0 0,1-1 1 0 0,-1 0 0 0 0,1 1-1 0 0,0-1 1 0 0,-1 0-1 0 0,1 1 1 0 0,-1-1-1 0 0,1 0 1 0 0,-1 0-1 0 0,1 0 1 0 0,-1 1-1 0 0,1-1 1 0 0,-1 0-1 0 0,1 0 1 0 0,-1 0-1 0 0,1 0 1 0 0,-1 0 0 0 0,1 0-1 0 0,-1 0 1 0 0,1 0-1 0 0,-1 0 1 0 0,1 0-1 0 0,-1 0 1 0 0,1 0-1 0 0,-1 0 1 0 0,1 0-1 0 0,0-1 1 0 0,-1 1-1 0 0,1 0 1 0 0,-1 0 0 0 0,1-1-1 0 0,-1 1 1 0 0,1 0-1 0 0,-1 0 1 0 0,1-1-1 0 0,-1 0 1 0 0,0 1-3 0 0,0-1 0 0 0,-1 0 0 0 0,1 0 0 0 0,0 0-1 0 0,-1 0 1 0 0,1 0 0 0 0,0 0 0 0 0,0 0 0 0 0,0-1 0 0 0,0 1 0 0 0,0 0 0 0 0,0-1 0 0 0,0 1 0 0 0,1 0 0 0 0,-1-1 0 0 0,0 1 0 0 0,1-1 0 0 0,-1 1 0 0 0,1-1 0 0 0,0 1 0 0 0,-1-3-1 0 0,2 0-3 0 0,0 0 0 0 0,-1-1 0 0 0,2 1 0 0 0,-1 0 0 0 0,0 0-1 0 0,1 0 1 0 0,0 0 0 0 0,4-7 0 0 0,-5 9-6 0 0,1 0 0 0 0,-1 0 0 0 0,0 0 0 0 0,0 0 0 0 0,1 0 0 0 0,-1 0 0 0 0,1 1 0 0 0,0-1 0 0 0,-1 1 0 0 0,1-1 0 0 0,0 1 0 0 0,0 0 0 0 0,0-1 0 0 0,0 1 0 0 0,0 0 0 0 0,0 0 0 0 0,0 1 0 0 0,0-1 0 0 0,5-1 0 0 0,4-1 3 0 0,-9 2-7 0 0,0 0 1 0 0,0 1-1 0 0,0-1 0 0 0,0 0 1 0 0,0 1-1 0 0,0-1 1 0 0,0 1-1 0 0,0-1 1 0 0,0 1-1 0 0,0 0 1 0 0,0 0-1 0 0,1 0 0 0 0,-1 0 1 0 0,0 1-1 0 0,0-1 1 0 0,0 1-1 0 0,0-1 1 0 0,0 1-1 0 0,2 0 0 0 0,1 5 7 0 0,0-1-1 0 0,0 1 0 0 0,-1 0 1 0 0,0 0-1 0 0,0 1 0 0 0,0-1 0 0 0,-1 1 1 0 0,0 0-1 0 0,4 12 0 0 0,-7-17-5 0 0,1-1-1 0 0,7-5 25 0 0,1 1 0 0 0,-1-1 0 0 0,0-1 0 0 0,0 0 0 0 0,10-8 0 0 0,7-3-22 0 0,-14 10 0 0 0,-7 5-5 0 0,0-1 1 0 0,-1 0 0 0 0,1 0 0 0 0,0-1 0 0 0,-1 1-1 0 0,0-1 1 0 0,5-4 0 0 0,-8 7 0 0 0,1 0 1 0 0,0-1 0 0 0,-1 1-1 0 0,1-1 1 0 0,0 1 0 0 0,-1 0-1 0 0,1 0 1 0 0,0-1 0 0 0,-1 1-1 0 0,1 0 1 0 0,0 0 0 0 0,0 0-1 0 0,-1 0 1 0 0,1 0 0 0 0,0 0-1 0 0,0 0 1 0 0,-1 0 0 0 0,1 0-1 0 0,0 0 1 0 0,0 0 0 0 0,-1 1-1 0 0,1-1 1 0 0,0 0 0 0 0,-1 0-1 0 0,1 1 1 0 0,0-1-1 0 0,-1 1 1 0 0,2 0 0 0 0,25 17 17 0 0,-5-4-22 0 0,58 9 29 0 0,-76-23 106 0 0,0 0 1 0 0,0-1-1 0 0,0 1 1 0 0,0-1-1 0 0,0 0 1 0 0,0 0 0 0 0,-1 0-1 0 0,1 0 1 0 0,0-1-1 0 0,-1 1 1 0 0,1-1-1 0 0,-1 0 1 0 0,0 0-1 0 0,1-1 1 0 0,-1 1-1 0 0,0 0 1 0 0,0-1-1 0 0,-1 0 1 0 0,1 0 0 0 0,4-5-1 0 0,9-5 2686 0 0,-14 20-2156 0 0,-16 33-6435 0 0,10-30 1569 0 0</inkml:trace>
</inkml:ink>
</file>

<file path=ppt/ink/ink17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42:52.9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 40 200 0 0,'-5'-22'3747'0'0,"5"21"-3623"0"0,0 1 0 0 0,0-1 0 0 0,0 1 0 0 0,-1-1 0 0 0,1 1 0 0 0,0-1 0 0 0,0 0 0 0 0,0 1 0 0 0,0-1 0 0 0,0 1 0 0 0,0-1 0 0 0,0 0 0 0 0,0 1 0 0 0,0-1 0 0 0,0 1 0 0 0,0-1 0 0 0,1 0 0 0 0,-1 1 0 0 0,0-1 0 0 0,0 1 0 0 0,1-1-1 0 0,-1 1 1 0 0,0-1 0 0 0,1 1 0 0 0,-1-1 0 0 0,0 1 0 0 0,1-1 0 0 0,-1 1 0 0 0,1 0 0 0 0,-1-1 0 0 0,0 1 0 0 0,1-1 0 0 0</inkml:trace>
</inkml:ink>
</file>

<file path=ppt/ink/ink17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42:53.6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0 219 316 0 0,'2'3'499'0'0,"-1"-1"1"0"0,0 1-1 0 0,0 0 0 0 0,0 0 1 0 0,0 1-1 0 0,-1-1 0 0 0,1 0 1 0 0,-1 0-1 0 0,0 0 0 0 0,1 0 1 0 0,-2 5-1 0 0,1-4 1203 0 0,38-23-1175 0 0,-36 18-507 0 0,-1 0-1 0 0,1 0 0 0 0,0 0 0 0 0,0 0 1 0 0,0 0-1 0 0,0 0 0 0 0,0 0 0 0 0,1 1 0 0 0,-1-1 1 0 0,0 1-1 0 0,0 0 0 0 0,0 0 0 0 0,0-1 0 0 0,1 1 1 0 0,-1 1-1 0 0,0-1 0 0 0,0 0 0 0 0,4 1 0 0 0,46 15-14 0 0,-19-5-6 0 0,-20-7-31 0 0,1-1 0 0 0,1-1-1 0 0,-1 0 1 0 0,0-1 0 0 0,0 0 0 0 0,1-1 0 0 0,-1-1-1 0 0,0 0 1 0 0,1-1 0 0 0,-1-1 0 0 0,19-5-1 0 0,-31 7 91 0 0,1 0-1 0 0,-1 0 0 0 0,1 0 0 0 0,-1 0 0 0 0,0 0 0 0 0,1-1 1 0 0,-1 1-1 0 0,0-1 0 0 0,0 1 0 0 0,0-1 0 0 0,0 0 0 0 0,0 0 1 0 0,0 0-1 0 0,-1 0 0 0 0,1 0 0 0 0,0 0 0 0 0,-1 0 0 0 0,3-5 1 0 0,-4 6 206 0 0,-11-3 600 0 0,10 4-844 0 0,1 0 1 0 0,-1-1-1 0 0,1 1 1 0 0,-1-1 0 0 0,1 1-1 0 0,-1 0 1 0 0,1-1-1 0 0,-1 1 1 0 0,0 0 0 0 0,1-1-1 0 0,-1 1 1 0 0,1 0-1 0 0,-1 0 1 0 0,0 0 0 0 0,1 0-1 0 0,-1 0 1 0 0,0-1-1 0 0,1 1 1 0 0,-1 0 0 0 0,1 0-1 0 0,-1 1 1 0 0,0-1-1 0 0,1 0 1 0 0,-1 0 0 0 0,0 0-1 0 0,1 0 1 0 0,-1 0-1 0 0,1 1 1 0 0,-1-1 0 0 0,0 0-1 0 0,1 1 1 0 0,-1-1-1 0 0,1 0 1 0 0,-1 1 0 0 0,1-1-1 0 0,-1 1 1 0 0,1-1-1 0 0,-1 0 1 0 0,1 1 0 0 0,0-1-1 0 0,-1 1 1 0 0,1 0-1 0 0,0-1 1 0 0,-1 1 0 0 0,1-1-1 0 0,0 1 1 0 0,0-1 0 0 0,-1 1-1 0 0,1 0 1 0 0,0-1-1 0 0,0 1 1 0 0,0 0 0 0 0,0-1-1 0 0,0 1 1 0 0,0 0-1 0 0,0-1 1 0 0,0 1 0 0 0,0 0-1 0 0,0 0 3 0 0,0-1-20 0 0,0 0 0 0 0,-1 0 0 0 0,1 1 0 0 0,0-1 0 0 0,0 0 0 0 0,-1 0 0 0 0,1 0 0 0 0,0 0-1 0 0,0 1 1 0 0,0-1 0 0 0,-1 0 0 0 0,1 0 0 0 0,0 1 0 0 0,0-1 0 0 0,0 0 0 0 0,0 0 0 0 0,0 1-1 0 0,0-1 1 0 0,-1 0 0 0 0,1 1 0 0 0,0-1 0 0 0,0 0 0 0 0,0 0 0 0 0,0 1 0 0 0,0-1 0 0 0,0 0-1 0 0,0 1 1 0 0,0-1 0 0 0,0 0 0 0 0,0 0 0 0 0,0 1 0 0 0,0-1 0 0 0,1 0 0 0 0,-1 0 0 0 0,0 1-1 0 0,0-1 1 0 0,0 0 0 0 0,0 1 0 0 0,0-1 0 0 0,1 0 0 0 0,-1 0 0 0 0,0 0 0 0 0,0 1 0 0 0,0-1-1 0 0,1 0 1 0 0,-1 0 0 0 0,0 0 0 0 0,1 1 0 0 0,6 11 21 0 0,2-8-32 0 0,0 0-1 0 0,1-1 1 0 0,-1 0-1 0 0,1 0 1 0 0,0-1-1 0 0,0 0 1 0 0,0 0-1 0 0,0-1 1 0 0,0-1 0 0 0,0 0-1 0 0,13-1 1 0 0,6-2-84 0 0,0-1 0 0 0,45-12 1 0 0,-68 13 83 0 0,1 1 0 0 0,-1-1 0 0 0,0 0 0 0 0,0 0 0 0 0,0-1 0 0 0,0 1 0 0 0,0-2 0 0 0,-1 1 0 0 0,0 0 0 0 0,0-1 0 0 0,0 0 0 0 0,0 0 0 0 0,-1-1 0 0 0,0 1 0 0 0,0-1 0 0 0,-1 0 0 0 0,1 0 0 0 0,4-11 0 0 0,-4 6 117 0 0,0 0 0 0 0,-1 0 0 0 0,0 0 0 0 0,-1 0 0 0 0,0 0 0 0 0,0-1 0 0 0,-1 1 0 0 0,-1-1 0 0 0,0 1 0 0 0,-3-18 0 0 0,2 14 378 0 0,-1 6 492 0 0,-3 29-592 0 0,-16 111-699 0 0,9-48-1871 0 0,-4-2-3909 0 0,10-51 2673 0 0</inkml:trace>
</inkml:ink>
</file>

<file path=ppt/ink/ink17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43:03.1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132 1 36 0 0,'-4'1'6990'0'0,"1"3"-7151"0"0,-7 16 1065 0 0,2 0 1 0 0,-9 27 0 0 0,12-31-611 0 0,0-1 1 0 0,-1 1-1 0 0,0-1 0 0 0,-1-1 1 0 0,-12 18-1 0 0,18-31-194 0 0,1 0 0 0 0,-1 0 0 0 0,0 0 0 0 0,0 0 0 0 0,1 0 0 0 0,-1 0 0 0 0,0 0 0 0 0,0 0 0 0 0,0 0 0 0 0,0 0 0 0 0,0 0 0 0 0,0-1 0 0 0,-1 1 0 0 0,1-1 0 0 0,0 1 0 0 0,0-1 0 0 0,0 1 0 0 0,-1-1 0 0 0,-1 1 0 0 0,3-1-74 0 0,-1 0 1 0 0,0-1 0 0 0,1 1 0 0 0,-1 0 0 0 0,0-1-1 0 0,1 1 1 0 0,-1 0 0 0 0,0-1 0 0 0,1 1-1 0 0,-1-1 1 0 0,0 1 0 0 0,1 0 0 0 0,-1-1-1 0 0,1 0 1 0 0,-1 1 0 0 0,1-1 0 0 0,0 1-1 0 0,-1-1 1 0 0,1 0 0 0 0,-1 1 0 0 0,1-1 0 0 0,0 0-1 0 0,-1-1 1 0 0,0-2 20 0 0,0 0 1 0 0,-1 0-1 0 0,2 0 0 0 0,-1 0 0 0 0,0-1 0 0 0,1 1 1 0 0,0 0-1 0 0,0-1 0 0 0,1-6 0 0 0,1 5-28 0 0,0 0 0 0 0,0 0 0 0 0,1 0 0 0 0,0 0 0 0 0,0 0 0 0 0,0 1 0 0 0,0 0 0 0 0,1 0 0 0 0,0 0 0 0 0,0 0 0 0 0,1 0 0 0 0,-1 1 0 0 0,1-1 0 0 0,0 1 0 0 0,0 1 0 0 0,1-1 0 0 0,-1 1 0 0 0,1 0 0 0 0,-1 0 0 0 0,1 0 0 0 0,0 1 0 0 0,0 0 0 0 0,0 0-1 0 0,1 0 1 0 0,-1 1 0 0 0,0 0 0 0 0,0 0 0 0 0,13 1 0 0 0,-11-1-32 0 0,0 1-1 0 0,0 0 1 0 0,0 0 0 0 0,0 1-1 0 0,0 0 1 0 0,0 1-1 0 0,-1-1 1 0 0,1 2-1 0 0,0-1 1 0 0,-1 1-1 0 0,1 0 1 0 0,-1 1-1 0 0,0-1 1 0 0,0 1 0 0 0,0 1-1 0 0,-1-1 1 0 0,1 1-1 0 0,-1 1 1 0 0,0-1-1 0 0,-1 1 1 0 0,1 0-1 0 0,7 12 1 0 0,-12-17 6 0 0,-1-1 1 0 0,1 1-1 0 0,-1 0 0 0 0,1 0 1 0 0,-1 0-1 0 0,0 0 0 0 0,0 0 1 0 0,0 0-1 0 0,1 0 0 0 0,-1 0 1 0 0,0 0-1 0 0,0 0 0 0 0,0 0 1 0 0,0 0-1 0 0,0 0 0 0 0,-1-1 1 0 0,1 1-1 0 0,0 0 0 0 0,0 0 1 0 0,-1 0-1 0 0,1 0 0 0 0,0 0 1 0 0,-1 0-1 0 0,1 0 0 0 0,-1-1 0 0 0,1 1 1 0 0,-2 1-1 0 0,-27 18-19 0 0,-37 1-796 0 0,63-21 259 0 0,-23 6-164 0 0,16-2-6951 0 0</inkml:trace>
</inkml:ink>
</file>

<file path=ppt/ink/ink17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43:03.7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0 348 44 0 0,'15'-3'1365'0'0,"-1"-1"0"0"0,0-1 1 0 0,16-7-1 0 0,12-15 1763 0 0,-42 26-2980 0 0,79 12 749 0 0,-67-8-890 0 0,0-1 1 0 0,1 0 0 0 0,-1 0 0 0 0,0-2 0 0 0,1 1 0 0 0,0-1 0 0 0,21-4 0 0 0,-24 1 55 0 0,0-1 0 0 0,-1 0 0 0 0,1 0 0 0 0,-1-1 0 0 0,0 0 0 0 0,-1-1 0 0 0,1 0 0 0 0,-1 0 0 0 0,0-1 0 0 0,0 0 0 0 0,-1 0 1 0 0,0-1-1 0 0,-1 0 0 0 0,1 0 0 0 0,-1 0 0 0 0,-1-1 0 0 0,0 0 0 0 0,0 0 0 0 0,-1-1 0 0 0,0 1 0 0 0,0-1 0 0 0,-1 0 0 0 0,0 0 0 0 0,-1 0 0 0 0,0 0 0 0 0,-1 0 0 0 0,0-1 0 0 0,-1 1 0 0 0,0 0 1 0 0,0-1-1 0 0,-1 1 0 0 0,-1 0 0 0 0,0 0 0 0 0,-5-19 0 0 0,5 24 173 0 0,0 0 293 0 0,-1 14-195 0 0,1 1-296 0 0,-1 14 63 0 0,0-1 0 0 0,1 1 1 0 0,2 0-1 0 0,0-1 0 0 0,2 1 1 0 0,0 0-1 0 0,2-1 0 0 0,0 1 1 0 0,2-1-1 0 0,10 26 0 0 0,-10-26-819 0 0,7 18-1023 0 0,0-16-4496 0 0,-11-18 3138 0 0</inkml:trace>
</inkml:ink>
</file>

<file path=ppt/ink/ink17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43:04.0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12 664 0 0,'6'-3'616'0'0,"1"-1"-72"0"0,-1 3-32 0 0,8-1-56 0 0,1 2-68 0 0,-4-2-28 0 0,7 6-108 0 0,-3-4-160 0 0,4 1-188 0 0,-1 3-176 0 0,7 1-316 0 0,1-2-632 0 0,-1 4 276 0 0</inkml:trace>
</inkml:ink>
</file>

<file path=ppt/ink/ink17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43:07.1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15 532 0 0,'-3'-14'9680'0'0,"9"35"-9638"0"0,-2 0 1 0 0,-1 0-1 0 0,0 0 1 0 0,-2 1 0 0 0,-1 25-1 0 0,-6 58-4222 0 0,4-80 2250 0 0,0 1-519 0 0</inkml:trace>
</inkml:ink>
</file>

<file path=ppt/ink/ink17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43:07.6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47 210 300 0 0,'0'36'5144'0'0,"2"-12"-4453"0"0,1-1 1 0 0,1 0-1 0 0,1 0 1 0 0,1 0-1 0 0,14 35 1 0 0,-35-68 825 0 0,-10-17-1321 0 0,18 13-143 0 0,0 1-1 0 0,1-1 1 0 0,1 0-1 0 0,1 0 0 0 0,0-1 1 0 0,0 1-1 0 0,1-1 0 0 0,1 0 1 0 0,1 0-1 0 0,0 0 1 0 0,1 0-1 0 0,1 0 0 0 0,0 0 1 0 0,4-17-1 0 0,-4 23-43 0 0,1 1 0 0 0,1-1 0 0 0,0 0-1 0 0,0 1 1 0 0,0 0 0 0 0,1 0 0 0 0,1 0 0 0 0,-1 0-1 0 0,1 1 1 0 0,0 0 0 0 0,7-8 0 0 0,-7 11-8 0 0,0-1 1 0 0,0 1 0 0 0,0 1-1 0 0,0-1 1 0 0,1 1 0 0 0,-1 0-1 0 0,1 0 1 0 0,0 0 0 0 0,0 1-1 0 0,0 0 1 0 0,0 0 0 0 0,0 0-1 0 0,1 1 1 0 0,-1 0-1 0 0,0 0 1 0 0,13 1 0 0 0,-9 0-14 0 0,0 0 1 0 0,1 1 0 0 0,-1 0-1 0 0,0 1 1 0 0,1 0 0 0 0,-1 0-1 0 0,0 1 1 0 0,0 1-1 0 0,-1 0 1 0 0,1 0 0 0 0,-1 1-1 0 0,0 0 1 0 0,0 0-1 0 0,14 12 1 0 0,-23-17 8 0 0,1 1 0 0 0,-1-1-1 0 0,1 0 1 0 0,-1 1 0 0 0,1-1 0 0 0,-1 1 0 0 0,1-1-1 0 0,-1 1 1 0 0,1-1 0 0 0,-1 1 0 0 0,0-1 0 0 0,1 1-1 0 0,-1 0 1 0 0,0-1 0 0 0,1 1 0 0 0,-1-1-1 0 0,0 1 1 0 0,0 0 0 0 0,0-1 0 0 0,1 1 0 0 0,-1 0-1 0 0,0-1 1 0 0,0 1 0 0 0,0 0 0 0 0,0 0 0 0 0,0-1-1 0 0,0 1 1 0 0,-1 0 0 0 0,1-1 0 0 0,0 1 0 0 0,0 0-1 0 0,-1 0 1 0 0,-20 13-39 0 0,-37-1 39 0 0,56-13 3 0 0,-177 11 0 0 0,105-10-3314 0 0,72-1 1703 0 0</inkml:trace>
</inkml:ink>
</file>

<file path=ppt/ink/ink17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43:09.1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148 289 308 0 0,'0'0'2335'0'0,"-4"-1"-1617"0"0,0 0-473 0 0,1 0 0 0 0,-1 1 0 0 0,1-1 0 0 0,-1 1 0 0 0,1 0 0 0 0,-1 0 0 0 0,1 0 0 0 0,-1 0 0 0 0,1 1 0 0 0,-1-1 0 0 0,1 1 0 0 0,-1 0 0 0 0,1 0 0 0 0,-1 0 0 0 0,1 0 0 0 0,-6 4 0 0 0,0 1 372 0 0,-1 1 0 0 0,1 0 1 0 0,-15 16-1 0 0,4-4-146 0 0,19-19-458 0 0,1 0 0 0 0,0 0 0 0 0,-1 0 0 0 0,1 1 0 0 0,0-1 0 0 0,-1 0 0 0 0,1 0 0 0 0,0 1 0 0 0,-1-1 0 0 0,1 0 0 0 0,0 0 0 0 0,-1 1 0 0 0,1-1 0 0 0,0 0 0 0 0,0 1 0 0 0,0-1 0 0 0,-1 1 0 0 0,1-1 0 0 0,0 0 0 0 0,0 1 0 0 0,0-1 0 0 0,0 0 0 0 0,0 1 0 0 0,0-1 0 0 0,0 1 0 0 0,0-1 0 0 0,0 0 0 0 0,0 1 0 0 0,0-1 0 0 0,0 1 0 0 0,0-1 0 0 0,0 0 0 0 0,0 1 0 0 0,0 0 0 0 0,15 3 184 0 0,19-8-100 0 0,66-40-48 0 0,-98 43-67 0 0,59 25-78 0 0,-47-22 68 0 0,1-1 1 0 0,-1-1 0 0 0,0 0-1 0 0,0-1 1 0 0,0 0-1 0 0,0-1 1 0 0,0-1 0 0 0,0-1-1 0 0,-1 1 1 0 0,1-2 0 0 0,-1 0-1 0 0,0-1 1 0 0,0 0-1 0 0,-1-1 1 0 0,0 0 0 0 0,16-12-1 0 0,17-21 182 0 0,-45 40-26 0 0,-3 2-120 0 0,1-1-6 0 0,1 1-1 0 0,-1 0 1 0 0,0-1-1 0 0,1 1 0 0 0,-1 0 1 0 0,1 0-1 0 0,-1 0 0 0 0,1 0 1 0 0,0 0-1 0 0,0 0 1 0 0,0 0-1 0 0,0 0 0 0 0,0 1 1 0 0,1-1-1 0 0,-1 0 1 0 0,0 1-1 0 0,1-1 0 0 0,0 0 1 0 0,0 1-1 0 0,0-1 1 0 0,0 1-1 0 0,0-1 0 0 0,0 0 1 0 0,0 1-1 0 0,1-1 1 0 0,-1 0-1 0 0,1 1 0 0 0,0-1 1 0 0,1 3-1 0 0,-1-2-4 0 0,1-1 1 0 0,-1 1-1 0 0,1-1 0 0 0,0 0 1 0 0,0 0-1 0 0,0 0 0 0 0,0 0 1 0 0,0 0-1 0 0,0-1 0 0 0,1 1 1 0 0,-1 0-1 0 0,0-1 0 0 0,1 0 1 0 0,-1 0-1 0 0,1 1 0 0 0,0-2 1 0 0,-1 1-1 0 0,1 0 0 0 0,0 0 0 0 0,0-1 1 0 0,-1 1-1 0 0,1-1 0 0 0,0 0 1 0 0,0 0-1 0 0,-1 0 0 0 0,1 0 1 0 0,0-1-1 0 0,4 0 0 0 0,14-3-21 0 0,0 0-1 0 0,0-1 0 0 0,0-2 1 0 0,0 0-1 0 0,-1-1 0 0 0,28-15 1 0 0,-42 20 16 0 0,12-6-10 0 0,-17 9 14 0 0,11-6 56 0 0,-11 7-61 0 0,10 8 68 0 0,-11-9-56 0 0,-1 0-1 0 0,1 0 0 0 0,0 0 1 0 0,0 0-1 0 0,0 0 1 0 0,0 0-1 0 0,0 0 1 0 0,0 0-1 0 0,-1 0 0 0 0,1 0 1 0 0,0 0-1 0 0,0 0 1 0 0,0 0-1 0 0,0 1 0 0 0,0-1 1 0 0,0 0-1 0 0,0 0 1 0 0,-1 0-1 0 0,1 0 0 0 0,0 0 1 0 0,0 0-1 0 0,0 0 1 0 0,0 0-1 0 0,0 0 0 0 0,0 1 1 0 0,0-1-1 0 0,0 0 1 0 0,0 0-1 0 0,0 0 1 0 0,0 0-1 0 0,0 0 0 0 0,0 0 1 0 0,0 1-1 0 0,0-1 1 0 0,0 0-1 0 0,0 0 0 0 0,0 0 1 0 0,0 0-1 0 0,0 0 1 0 0,0 0-1 0 0,0 1 0 0 0,0-1 1 0 0,0 0-1 0 0,0 0 1 0 0,0 0-1 0 0,0 0 0 0 0,0 0 1 0 0,0 0-1 0 0,0 1 1 0 0,0-1-1 0 0,0 0 1 0 0,0 0-1 0 0,0 0 0 0 0,0 0 1 0 0,0 0-1 0 0,0 0 1 0 0,1 0-1 0 0,-1 0 0 0 0,0 1 1 0 0,0-1-1 0 0,0 0 1 0 0,0 0-1 0 0,0 0 0 0 0,0 0 1 0 0,0 0-1 0 0,1 0 1 0 0,0 4 36 0 0,0-1 0 0 0,0 1 0 0 0,0 0 0 0 0,-1-1 0 0 0,1 1 0 0 0,-1 0 0 0 0,0 0 0 0 0,0 0 0 0 0,0-1 0 0 0,-1 6 0 0 0,1-2 4 0 0,-1-6-36 0 0,1-1 0 0 0,0 1 0 0 0,0 0 0 0 0,0-1 0 0 0,-1 1-1 0 0,1 0 1 0 0,0-1 0 0 0,0 1 0 0 0,0 0 0 0 0,0-1 0 0 0,0 1-1 0 0,0 0 1 0 0,0-1 0 0 0,0 1 0 0 0,1 0 0 0 0,-1-1 0 0 0,0 1-1 0 0,0 0 1 0 0,0-1 0 0 0,1 1 0 0 0,-1-1 0 0 0,0 1 0 0 0,1-1-1 0 0,-1 1 1 0 0,1 0 0 0 0,-1-1 0 0 0,0 1 0 0 0,1-1 0 0 0,-1 0-1 0 0,2 2 1 0 0,11-17 199 0 0,3-5-183 0 0,43-23 38 0 0,-58 43-71 0 0,1 0-7 0 0,3-1 14 0 0,0 1 1 0 0,0 1-1 0 0,0-1 0 0 0,0 1 1 0 0,-1 0-1 0 0,1 0 0 0 0,0 0 0 0 0,0 0 1 0 0,0 1-1 0 0,-1 0 0 0 0,1 0 1 0 0,4 3-1 0 0,3 1-4 0 0,-9-4 5 0 0,1-1 1 0 0,-1 0-1 0 0,1 0 1 0 0,0 0-1 0 0,0 0 0 0 0,-1-1 1 0 0,1 1-1 0 0,0-1 1 0 0,0 0-1 0 0,0 0 0 0 0,0 0 1 0 0,-1-1-1 0 0,1 1 1 0 0,0-1-1 0 0,0 0 0 0 0,-1 0 1 0 0,1 0-1 0 0,6-4 1 0 0,-5 2 12 0 0,0 0 1 0 0,-1-1-1 0 0,0 0 0 0 0,0 0 1 0 0,0 0-1 0 0,0 0 1 0 0,0 0-1 0 0,-1-1 1 0 0,0 0-1 0 0,0 1 0 0 0,4-9 1 0 0,1-7 282 0 0,-1 0-1 0 0,0 0 1 0 0,-1-1 0 0 0,-2 0-1 0 0,4-31 1 0 0,-6 36 71 0 0,0 8 41 0 0,-1-1 0 0 0,0 1 0 0 0,-1-1 0 0 0,0 1 0 0 0,0 0 0 0 0,-2-12 1 0 0,1 19 225 0 0,-3 42-318 0 0,7 100-980 0 0,6-49-7613 0 0,-7-86 4878 0 0,0-1 259 0 0</inkml:trace>
</inkml:ink>
</file>

<file path=ppt/ink/ink17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43:09.4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23 144 0 0,'8'-4'1022'0'0,"1"1"1"0"0,0 0-1 0 0,0 0 0 0 0,0 1 0 0 0,1 0 1 0 0,16-1-1 0 0,-7 1-303 0 0,-17 1-794 0 0,7 3-372 0 0</inkml:trace>
</inkml:ink>
</file>

<file path=ppt/ink/ink17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43:09.8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 14 24 0 0,'-2'-2'960'0'0,"-4"-1"-112"0"0,0-1 620 0 0,0-1 1353 0 0,31 12-2705 0 0,-11-2-184 0 0,5 0-144 0 0,-6 2-184 0 0,7 2-533 0 0,-3-2-1003 0 0,-2 5 444 0 0</inkml:trace>
</inkml:ink>
</file>

<file path=ppt/ink/ink17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43:10.2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29 436 0 0,'3'-10'1194'0'0,"5"-9"4457"0"0,-5 21-3353 0 0,0 13-1835 0 0,7 237 2011 0 0,-7-128-3877 0 0,-8-42-4992 0 0,3-66 3741 0 0</inkml:trace>
</inkml:ink>
</file>

<file path=ppt/ink/ink17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43:10.5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0 548 0 0,'0'0'3859'0'0,"10"16"164"0"0,-2 44-944 0 0,5 40-929 0 0,-11-81-2502 0 0,-2-1-1 0 0,0 1 1 0 0,-4 25 0 0 0,4-43 106 0 0,0 0 1 0 0,-1 1 0 0 0,1-1-1 0 0,-1 0 1 0 0,1 0-1 0 0,-1 1 1 0 0,1-1 0 0 0,-1 0-1 0 0,1 0 1 0 0,-1 0 0 0 0,0 0-1 0 0,0 0 1 0 0,0 0-1 0 0,1 0 1 0 0,-1 0 0 0 0,0 0-1 0 0,0 0 1 0 0,-2 0-1 0 0,-2 4-2643 0 0</inkml:trace>
</inkml:ink>
</file>

<file path=ppt/ink/ink17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43:11.3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0 372 304 0 0,'42'-5'858'0'0,"-1"-1"1"0"0,0-2-1 0 0,0-2 1 0 0,54-20-1 0 0,-84 26-687 0 0,-1-1-1 0 0,1-1 0 0 0,-1 1 1 0 0,0-2-1 0 0,-1 1 1 0 0,0-1-1 0 0,0-1 0 0 0,0 0 1 0 0,-1 0-1 0 0,0 0 0 0 0,0-1 1 0 0,-1-1-1 0 0,0 1 1 0 0,-1-1-1 0 0,0 0 0 0 0,-1 0 1 0 0,0-1-1 0 0,0 0 0 0 0,-1 0 1 0 0,4-16-1 0 0,-6 10 393 0 0,1 1 1 0 0,-2-1-1 0 0,-1-29 1 0 0,-1 19 1421 0 0,-27 57-1370 0 0,21-19-474 0 0,1 1 1 0 0,0 1-1 0 0,1-1 1 0 0,1 1 0 0 0,-1 0-1 0 0,2 0 1 0 0,0 0-1 0 0,1 0 1 0 0,-1 17-1 0 0,-4 13 86 0 0,4-20-92 0 0,1 0 0 0 0,2 0 0 0 0,2 31 0 0 0,0 0-24 0 0,-2-53-101 0 0,0 0-7 0 0,0-1 0 0 0,0 1 1 0 0,0-1-1 0 0,0 1 1 0 0,0 0-1 0 0,0-1 0 0 0,0 1 1 0 0,0-1-1 0 0,0 1 0 0 0,1-1 1 0 0,-1 1-1 0 0,0-1 0 0 0,0 1 1 0 0,1-1-1 0 0,-1 1 0 0 0,0-1 1 0 0,0 1-1 0 0,1-1 0 0 0,-1 1 1 0 0,1-1-1 0 0,-1 0 1 0 0,0 1-1 0 0,1-1 0 0 0,-1 0 1 0 0,1 1-1 0 0,-1-1 0 0 0,1 0 1 0 0,-1 0-1 0 0,1 1 0 0 0,-1-1 1 0 0,2 0-1 0 0,2-1-18 0 0,1 0-1 0 0,0 0 0 0 0,-1 0 1 0 0,1 1-1 0 0,0 0 1 0 0,-1 0-1 0 0,1 0 1 0 0,0 0-1 0 0,-1 1 1 0 0,1-1-1 0 0,0 1 1 0 0,5 2-1 0 0,42 3-131 0 0,-30-7 126 0 0,-16 2 14 0 0,-1-1 1 0 0,1 0-1 0 0,-1 0 1 0 0,1-1-1 0 0,0 1 1 0 0,-1-1 0 0 0,0 0-1 0 0,1-1 1 0 0,-1 0-1 0 0,0 0 1 0 0,1 0-1 0 0,6-4 1 0 0,-11 5-107 0 0,1 0 0 0 0,0 0 0 0 0,0 0 0 0 0,-1 0 0 0 0,1 0 0 0 0,0 0 1 0 0,0 1-1 0 0,0-1 0 0 0,0 1 0 0 0,0-1 0 0 0,0 1 0 0 0,0 0 0 0 0,0 0 0 0 0,0 0 0 0 0,0 0 0 0 0,1 0 0 0 0,-1 0 0 0 0,0 0 0 0 0,0 1 1 0 0,0-1-1 0 0,0 1 0 0 0,0 0 0 0 0,-1-1 0 0 0,1 1 0 0 0,0 0 0 0 0,0 0 0 0 0,0 0 0 0 0,-1 0 0 0 0,1 1 0 0 0,0-1 0 0 0,1 2 0 0 0,18 8-5309 0 0,-8-7 2074 0 0</inkml:trace>
</inkml:ink>
</file>

<file path=ppt/ink/ink17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43:12.0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60 96 260 0 0,'5'-30'2449'0'0,"7"-32"3569"0"0,-12 61-5547 0 0,0 1-436 0 0,0 0 0 0 0,0 0 0 0 0,0 0 0 0 0,0 0 0 0 0,1 0 0 0 0,-1 0 0 0 0,0 0 0 0 0,0 0 0 0 0,0 1 0 0 0,0-1 1 0 0,0 0-1 0 0,0 0 0 0 0,0 0 0 0 0,0 0 0 0 0,0 0 0 0 0,0 0 0 0 0,1 0 0 0 0,-1 0 0 0 0,0 0 0 0 0,0 0 0 0 0,0 0 1 0 0,0 0-1 0 0,0 0 0 0 0,0 0 0 0 0,0 0 0 0 0,0 0 0 0 0,1 0 0 0 0,-1 0 0 0 0,0 0 0 0 0,0 0 0 0 0,0 0 1 0 0,0 0-1 0 0,0 0 0 0 0,0 0 0 0 0,0 0 0 0 0,0 0 0 0 0,1 0 0 0 0,-1 0 0 0 0,0 0 0 0 0,0-1 0 0 0,0 1 0 0 0,0 0 1 0 0,0 0-1 0 0,0 0 0 0 0,0 0 0 0 0,0 0 0 0 0,0 0 0 0 0,0 0 0 0 0,0 0 0 0 0,0 0 0 0 0,0 0 0 0 0,0-1 1 0 0,0 1-1 0 0,0 0 0 0 0,1 0 0 0 0,-1 0 0 0 0,0 0 0 0 0,0 0 0 0 0,0 0 0 0 0,0 0 0 0 0,0 0 0 0 0,0-1 0 0 0,0 1 1 0 0,0 0-1 0 0,0 0 0 0 0,-1 0 0 0 0,1 0 0 0 0,0 0 0 0 0,0 16 403 0 0,-1 0 0 0 0,0 1 0 0 0,-1-1 1 0 0,-9 31-1 0 0,-3 21 55 0 0,5 14-191 0 0,-5 39-1288 0 0,-3-42-3618 0 0,11-64 1191 0 0,0-5 259 0 0</inkml:trace>
</inkml:ink>
</file>

<file path=ppt/ink/ink17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43:12.5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18 656 0 0,'11'18'7033'0'0,"-6"7"-4108"0"0,-3 27-1984 0 0,-3-38-102 0 0,1 70 1144 0 0,-5-98-1866 0 0,1-1 0 0 0,0 1 0 0 0,-2-17 0 0 0,6 25-117 0 0,1 0-1 0 0,0 0 0 0 0,0 0 1 0 0,0 0-1 0 0,1 0 0 0 0,0 0 1 0 0,0 0-1 0 0,0 1 0 0 0,1-1 1 0 0,0 1-1 0 0,0-1 0 0 0,0 1 1 0 0,1 0-1 0 0,0 0 1 0 0,0 0-1 0 0,0 1 0 0 0,0 0 1 0 0,1-1-1 0 0,0 1 0 0 0,0 1 1 0 0,0-1-1 0 0,0 1 0 0 0,6-3 1 0 0,-7 4-5 0 0,1 0 0 0 0,-1 0 0 0 0,0 0 0 0 0,1 1 0 0 0,-1 0 0 0 0,1 0 0 0 0,-1 0 0 0 0,1 0 0 0 0,-1 1 0 0 0,1 0 0 0 0,0 0 0 0 0,-1 0 1 0 0,1 0-1 0 0,-1 1 0 0 0,1 0 0 0 0,-1 0 0 0 0,1 0 0 0 0,-1 0 0 0 0,1 1 0 0 0,-1 0 0 0 0,0-1 0 0 0,0 2 0 0 0,0-1 0 0 0,0 0 0 0 0,0 1 1 0 0,0 0-1 0 0,-1 0 0 0 0,1 0 0 0 0,-1 0 0 0 0,0 1 0 0 0,3 3 0 0 0,-4-5 4 0 0,0 0 0 0 0,-1 0 1 0 0,1 0-1 0 0,0 1 0 0 0,-1-1 0 0 0,1 0 1 0 0,-1 1-1 0 0,0-1 0 0 0,0 1 0 0 0,0 0 0 0 0,0-1 1 0 0,0 1-1 0 0,-1 0 0 0 0,1 0 0 0 0,-1-1 1 0 0,0 1-1 0 0,1 0 0 0 0,-1 0 0 0 0,-1 0 0 0 0,1-1 1 0 0,0 1-1 0 0,-1 0 0 0 0,1 0 0 0 0,-1-1 1 0 0,0 1-1 0 0,0 0 0 0 0,0-1 0 0 0,0 1 0 0 0,-1-1 1 0 0,1 1-1 0 0,0-1 0 0 0,-1 1 0 0 0,-3 3 1 0 0,0-2 2 0 0,0 0 1 0 0,0 0 0 0 0,0 0-1 0 0,0-1 1 0 0,-1 0-1 0 0,0 0 1 0 0,1 0 0 0 0,-1-1-1 0 0,0 0 1 0 0,0 0 0 0 0,0 0-1 0 0,-1-1 1 0 0,-10 2 0 0 0,-32-4-3378 0 0,49-7-2799 0 0</inkml:trace>
</inkml:ink>
</file>

<file path=ppt/ink/ink17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43:12.9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 7 368 0 0,'-19'23'2424'0'0,"17"-19"-2040"0"0,-1 0-1 0 0,1 0 1 0 0,0 0-1 0 0,1 1 1 0 0,-1-1-1 0 0,1 1 1 0 0,-2 8-1 0 0,3-12-314 0 0,-1 1 1 0 0,1-1-1 0 0,0 1 0 0 0,0 0 0 0 0,0-1 0 0 0,0 1 1 0 0,0-1-1 0 0,1 1 0 0 0,-1-1 0 0 0,0 1 0 0 0,1 0 1 0 0,-1-1-1 0 0,1 0 0 0 0,0 1 0 0 0,-1-1 0 0 0,1 1 1 0 0,0-1-1 0 0,0 0 0 0 0,0 1 0 0 0,0-1 0 0 0,0 0 0 0 0,0 0 1 0 0,0 0-1 0 0,0 0 0 0 0,0 0 0 0 0,1 0 0 0 0,-1 0 1 0 0,0 0-1 0 0,1 0 0 0 0,-1-1 0 0 0,1 1 0 0 0,-1 0 1 0 0,1-1-1 0 0,-1 1 0 0 0,1-1 0 0 0,-1 0 0 0 0,1 1 1 0 0,0-1-1 0 0,-1 0 0 0 0,1 0 0 0 0,-1 0 0 0 0,1 0 1 0 0,2-1-1 0 0,-1 1-15 0 0,-1 0 0 0 0,1 0 1 0 0,0-1-1 0 0,-1 1 0 0 0,1-1 1 0 0,-1 1-1 0 0,1-1 0 0 0,-1 0 1 0 0,1 0-1 0 0,-1 0 0 0 0,0 0 0 0 0,1-1 1 0 0,-1 1-1 0 0,0 0 0 0 0,0-1 1 0 0,0 0-1 0 0,0 1 0 0 0,0-1 1 0 0,0 0-1 0 0,-1 0 0 0 0,1 0 1 0 0,0 0-1 0 0,-1-1 0 0 0,0 1 0 0 0,0 0 1 0 0,1-1-1 0 0,-1 1 0 0 0,0 0 1 0 0,-1-1-1 0 0,1 1 0 0 0,0-1 1 0 0,-1 0-1 0 0,0 1 0 0 0,1-1 0 0 0,-1 1 1 0 0,0-1-1 0 0,0 0 0 0 0,-1 1 1 0 0,1-1-1 0 0,0 1 0 0 0,-1-1 1 0 0,0 0-1 0 0,1 1 0 0 0,-1-1 1 0 0,0 1-1 0 0,0 0 0 0 0,0-1 0 0 0,-1 1 1 0 0,1 0-1 0 0,-1 0 0 0 0,1 0 1 0 0,-1 0-1 0 0,0 0 0 0 0,0 0 1 0 0,1 0-1 0 0,-1 0 0 0 0,-1 1 1 0 0,1-1-1 0 0,-4-1 0 0 0,6 2-155 0 0,-1 1-1 0 0,0 0 1 0 0,1-1-1 0 0,-1 1 1 0 0,0 0-1 0 0,0 0 1 0 0,1 0-1 0 0,-1-1 1 0 0,0 1-1 0 0,0 0 1 0 0,1 0 0 0 0,-1 0-1 0 0,0 0 1 0 0,1 1-1 0 0,-1-1 1 0 0,0 0-1 0 0,0 0 1 0 0,1 0-1 0 0,-1 0 1 0 0,0 1-1 0 0,1-1 1 0 0,-2 1-1 0 0,-6 6-5189 0 0</inkml:trace>
</inkml:ink>
</file>

<file path=ppt/ink/ink17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43:13.6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125 39 396 0 0,'-24'-16'6101'0'0,"-16"13"466"0"0,39 3-6232 0 0,-1-3 37 0 0,1 2-328 0 0,1 0-1 0 0,-1 0 0 0 0,1 0 0 0 0,-1 0 0 0 0,1 0 0 0 0,-1 0 1 0 0,0 0-1 0 0,1 0 0 0 0,-1 0 0 0 0,0 0 0 0 0,0 1 1 0 0,0-1-1 0 0,1 0 0 0 0,-1 0 0 0 0,0 1 0 0 0,0-1 0 0 0,-2 0 1 0 0,1 1-44 0 0,0 1 1 0 0,0-1-1 0 0,0 1 0 0 0,0 0 1 0 0,0 0-1 0 0,1 0 1 0 0,-1 0-1 0 0,0 0 1 0 0,1 0-1 0 0,-1 0 1 0 0,0 0-1 0 0,1 1 1 0 0,-1-1-1 0 0,1 0 0 0 0,0 1 1 0 0,0 0-1 0 0,-1-1 1 0 0,1 1-1 0 0,0 0 1 0 0,0-1-1 0 0,0 1 1 0 0,0 2-1 0 0,0-1 0 0 0,-1 0 0 0 0,1-1 1 0 0,0 1-1 0 0,1 0 0 0 0,-1-1 0 0 0,0 1 0 0 0,1 0 0 0 0,0 0 1 0 0,-1 0-1 0 0,1 0 0 0 0,0 0 0 0 0,1-1 0 0 0,-1 1 0 0 0,0 0 1 0 0,1 0-1 0 0,0 0 0 0 0,1 4 0 0 0,0-3 3 0 0,0 0 0 0 0,0-1 0 0 0,0 1 0 0 0,0-1 0 0 0,1 1 0 0 0,0-1-1 0 0,-1 0 1 0 0,1 0 0 0 0,1 0 0 0 0,-1 0 0 0 0,0-1 0 0 0,0 0 0 0 0,1 1 0 0 0,0-1 0 0 0,-1 0 0 0 0,1 0 0 0 0,0-1 0 0 0,0 1 0 0 0,8 1 0 0 0,-9-3 6 0 0,0 0 0 0 0,0 0 0 0 0,0 0 0 0 0,0 0 0 0 0,0-1 0 0 0,0 0 0 0 0,0 1 0 0 0,0-1 0 0 0,0 0 0 0 0,0 0 0 0 0,-1 0 0 0 0,1-1 0 0 0,0 1 0 0 0,-1-1 0 0 0,1 1 0 0 0,-1-1 0 0 0,1 0 0 0 0,-1 0 0 0 0,0 0 0 0 0,0 0 0 0 0,0-1 0 0 0,0 1 0 0 0,0-1 0 0 0,0 1 0 0 0,-1-1 0 0 0,1 1 0 0 0,-1-1 0 0 0,2-5 0 0 0,-2 6 17 0 0,0-1 0 0 0,0 1 0 0 0,-1-1 1 0 0,1 1-1 0 0,-1-1 0 0 0,0 1 0 0 0,1-1 0 0 0,-1 0 0 0 0,-1 1 1 0 0,1-1-1 0 0,0 1 0 0 0,0-1 0 0 0,-1 1 0 0 0,0-1 0 0 0,1 1 0 0 0,-1-1 1 0 0,0 1-1 0 0,0-1 0 0 0,0 1 0 0 0,-1 0 0 0 0,1-1 0 0 0,-1 1 0 0 0,1 0 1 0 0,-1 0-1 0 0,1 0 0 0 0,-5-3 0 0 0,4 3-240 0 0,-1 0 0 0 0,1-1 1 0 0,-1 1-1 0 0,1 0 0 0 0,-1 1 0 0 0,0-1 0 0 0,0 0 1 0 0,0 1-1 0 0,0-1 0 0 0,0 1 0 0 0,0 0 1 0 0,-1 0-1 0 0,1 1 0 0 0,0-1 0 0 0,-1 0 0 0 0,1 1 1 0 0,0 0-1 0 0,-1 0 0 0 0,1 0 0 0 0,-6 1 0 0 0,-7 3-5269 0 0</inkml:trace>
</inkml:ink>
</file>

<file path=ppt/ink/ink17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43:13.9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61 924 0 0,'4'2'428'0'0,"1"0"-1"0"0,-1 0 1 0 0,1 0 0 0 0,-1 0 0 0 0,0 1-1 0 0,0 0 1 0 0,0 0 0 0 0,0 0-1 0 0,0 0 1 0 0,-1 0 0 0 0,1 1 0 0 0,-1 0-1 0 0,0 0 1 0 0,0 0 0 0 0,0 0-1 0 0,3 6 1 0 0,-1 3 431 0 0,-1-1-1 0 0,0 1 1 0 0,-1 0-1 0 0,4 24 1 0 0,-7-37-749 0 0,0 0-1 0 0,1 0 1 0 0,-1 0 0 0 0,0 0-1 0 0,1 0 1 0 0,-1 0 0 0 0,0 0-1 0 0,1 0 1 0 0,-1 0 0 0 0,1 0-1 0 0,-1 0 1 0 0,0 0 0 0 0,1 0-1 0 0,-1 0 1 0 0,0-1 0 0 0,1 1 0 0 0,-1 0-1 0 0,0 0 1 0 0,1 0 0 0 0,-1 0-1 0 0,0-1 1 0 0,1 1 0 0 0,-1 0-1 0 0,0 0 1 0 0,0-1 0 0 0,1 1-1 0 0,-1 0 1 0 0,0 0 0 0 0,0-1-1 0 0,0 1 1 0 0,1 0 0 0 0,-1-1 0 0 0,0 1-1 0 0,0 0 1 0 0,0-1 0 0 0,0 1-1 0 0,0 0 1 0 0,0-1 0 0 0,0 1-1 0 0,0-1 1 0 0,24-33 1622 0 0,23-42-2211 0 0,-27 45-1496 0 0,-6 9-887 0 0,-1-1-3412 0 0,-7 11 2263 0 0</inkml:trace>
</inkml:ink>
</file>

<file path=ppt/ink/ink17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43:00.8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25 136 0 0,'23'-15'8113'0'0,"-18"16"-7940"0"0,0 0 1 0 0,0 1-1 0 0,0 0 0 0 0,0 0 0 0 0,-1 0 0 0 0,1 1 0 0 0,-1-1 0 0 0,1 1 0 0 0,-1 0 0 0 0,8 7 0 0 0,43 47 486 0 0,-24-23-337 0 0,1 2-68 0 0,-24-27-69 0 0,0 1 0 0 0,1-1 0 0 0,17 15 0 0 0,-25-24-129 0 0,0 0-1 0 0,-1 0 0 0 0,1 1 1 0 0,-1-1-1 0 0,1 0 0 0 0,0 0 1 0 0,-1 1-1 0 0,1-1 0 0 0,0 0 1 0 0,-1 0-1 0 0,1 0 1 0 0,0 0-1 0 0,-1 0 0 0 0,1 0 1 0 0,-1 0-1 0 0,1 0 0 0 0,0-1 1 0 0,-1 1-1 0 0,1 0 0 0 0,0 0 1 0 0,-1 0-1 0 0,1-1 0 0 0,-1 1 1 0 0,1 0-1 0 0,0-1 0 0 0,-1 1 1 0 0,1 0-1 0 0,-1-1 0 0 0,1 1 1 0 0,-1-1-1 0 0,1 0 0 0 0,19-25 653 0 0,5-31-241 0 0,-16 31-568 0 0,2 1-1 0 0,0 0 1 0 0,17-26-1 0 0,-22 45-1199 0 0,16 12-9590 0 0</inkml:trace>
</inkml:ink>
</file>

<file path=ppt/ink/ink17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43:01.6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1 337 724 0 0,'8'-3'848'0'0,"0"0"1"0"0,-1-1-1 0 0,1 0 0 0 0,-1-1 1 0 0,1 1-1 0 0,11-11 0 0 0,-11 7-337 0 0,0 0 0 0 0,-1 0-1 0 0,0 0 1 0 0,0-1-1 0 0,0 0 1 0 0,-2 0 0 0 0,1 0-1 0 0,5-14 1 0 0,-10 22-463 0 0,-1 0 0 0 0,0 0 0 0 0,0 0 0 0 0,1 0 0 0 0,-1 0 0 0 0,0 0 0 0 0,0 0 0 0 0,0 0 0 0 0,0 0 0 0 0,0 0 0 0 0,0 0 1 0 0,0 0-1 0 0,0 0 0 0 0,-1 0 0 0 0,1 0 0 0 0,0 0 0 0 0,0 0 0 0 0,-1 1 0 0 0,1-1 0 0 0,-1 0 0 0 0,1 0 0 0 0,-1 0 0 0 0,1 0 0 0 0,-1 0 0 0 0,0 1 0 0 0,1-1 1 0 0,-1 0-1 0 0,0 1 0 0 0,1-1 0 0 0,-1 0 0 0 0,-1 0 0 0 0,1 0 329 0 0,-12 12-227 0 0,-7 6 16 0 0,19-14-159 0 0,-1 1-1 0 0,0-1 1 0 0,1 1-1 0 0,0 0 1 0 0,0 0-1 0 0,0-1 1 0 0,0 1-1 0 0,1 0 1 0 0,-1 0-1 0 0,1 0 0 0 0,0 0 1 0 0,0-1-1 0 0,1 1 1 0 0,-1 0-1 0 0,1 0 1 0 0,0 0-1 0 0,0-1 1 0 0,0 1-1 0 0,0 0 1 0 0,0-1-1 0 0,1 1 1 0 0,0-1-1 0 0,0 1 1 0 0,0-1-1 0 0,0 0 1 0 0,0 0-1 0 0,1 0 1 0 0,-1 0-1 0 0,1 0 1 0 0,0-1-1 0 0,0 1 1 0 0,0-1-1 0 0,0 1 0 0 0,0-1 1 0 0,1 0-1 0 0,-1-1 1 0 0,1 1-1 0 0,-1 0 1 0 0,1-1-1 0 0,0 0 1 0 0,-1 0-1 0 0,1 0 1 0 0,0 0-1 0 0,0-1 1 0 0,0 1-1 0 0,-1-1 1 0 0,1 0-1 0 0,0 0 1 0 0,0-1-1 0 0,0 1 1 0 0,0-1-1 0 0,6-1 1 0 0,74-27-16 0 0,-59 19 14 0 0,0 1-1 0 0,37-8 1 0 0,-54 16-17 0 0,0 0 1 0 0,-1 0-1 0 0,1 1 1 0 0,0 0-1 0 0,0 1 0 0 0,-1-1 1 0 0,1 1-1 0 0,13 4 1 0 0,-18-4-20 0 0,1 0 1 0 0,0 1 0 0 0,-1-1 0 0 0,1 1-1 0 0,-1 0 1 0 0,0 0 0 0 0,1 0-1 0 0,-1 0 1 0 0,0 1 0 0 0,0-1 0 0 0,-1 1-1 0 0,1 0 1 0 0,0 0 0 0 0,-1 0-1 0 0,0 0 1 0 0,1 0 0 0 0,-1 0-1 0 0,-1 1 1 0 0,4 5 0 0 0,-5-9 12 0 0,0 1 0 0 0,0 0 0 0 0,0 0 0 0 0,0 0 0 0 0,1 0 0 0 0,-1 0 0 0 0,0-1 1 0 0,1 1-1 0 0,-1 0 0 0 0,1 0 0 0 0,-1-1 0 0 0,1 1 0 0 0,-1 0 0 0 0,1-1 0 0 0,-1 1 0 0 0,1 0 0 0 0,0-1 0 0 0,-1 1 1 0 0,1-1-1 0 0,0 1 0 0 0,-1-1 0 0 0,1 1 0 0 0,0-1 0 0 0,0 0 0 0 0,0 1 0 0 0,-1-1 0 0 0,1 0 0 0 0,0 0 0 0 0,0 0 0 0 0,1 1 1 0 0,0-2 4 0 0,0 0 1 0 0,-1 1-1 0 0,1-1 1 0 0,-1 0-1 0 0,1 0 1 0 0,-1 0-1 0 0,1 0 1 0 0,-1 0-1 0 0,0 0 1 0 0,1-1-1 0 0,-1 1 1 0 0,0 0-1 0 0,0-1 1 0 0,1-1-1 0 0,33-61-5 0 0,-33 60-7 0 0,13-32-4 0 0,-1 0 0 0 0,13-51 0 0 0,-22 62 23 0 0,-5 17 18 0 0,2 0-1 0 0,-1 1 1 0 0,1-1-1 0 0,0 0 1 0 0,1 1-1 0 0,0 0 1 0 0,5-11-1 0 0,-5 14 76 0 0,-8 11-64 0 0,3-4-21 0 0,0-1 0 0 0,1 1 0 0 0,-1-1 0 0 0,1 1 0 0 0,0 0 0 0 0,0 0 0 0 0,0 0 0 0 0,0-1 0 0 0,0 4-1 0 0,0 6 3 0 0,-1 0-1 0 0,1 0 0 0 0,0-1 0 0 0,1 1 0 0 0,0 0 0 0 0,1 0 0 0 0,0-1 0 0 0,1 1 0 0 0,0 0 0 0 0,1-1 0 0 0,0 0 0 0 0,9 21 0 0 0,46 68-79 0 0,-57-99 75 0 0,-1 0 0 0 0,1-1 0 0 0,-1 1 0 0 0,1 0 0 0 0,-1 0 0 0 0,0-1-1 0 0,1 1 1 0 0,-1 0 0 0 0,0 0 0 0 0,0 0 0 0 0,0-1 0 0 0,0 1 0 0 0,1 0 0 0 0,-1 0 0 0 0,0 0 0 0 0,0 0 0 0 0,-1-1 0 0 0,1 1 0 0 0,0 0 0 0 0,0 0 0 0 0,0 0 0 0 0,0 0 0 0 0,-1-1 0 0 0,1 1 0 0 0,0 0 0 0 0,-1 0-1 0 0,1-1 1 0 0,-1 1 0 0 0,1 0 0 0 0,-1-1 0 0 0,1 1 0 0 0,-1 0 0 0 0,1-1 0 0 0,-1 1 0 0 0,0-1 0 0 0,0 2 0 0 0,-24 7-2433 0 0,24-9 1839 0 0</inkml:trace>
</inkml:ink>
</file>

<file path=ppt/ink/ink17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43:17.3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27 800 0 0,'3'-26'9904'0'0,"0"38"-9540"0"0,0 1 1 0 0,-1 0-1 0 0,-1 1 1 0 0,0-1-1 0 0,-2 21 1 0 0,3 27 245 0 0,8 84 174 0 0,-9-84-3947 0 0,-1-60 2343 0 0,-1 4-2151 0 0</inkml:trace>
</inkml:ink>
</file>

<file path=ppt/ink/ink17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43:17.8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2 120 640 0 0,'-1'-7'941'0'0,"1"1"1"0"0,-1-1-1 0 0,1 1 0 0 0,1-1 1 0 0,-1 1-1 0 0,1-1 0 0 0,2-9 1 0 0,-2 15-544 0 0,12 11 1053 0 0,18 44-638 0 0,-9-15-462 0 0,2-1 0 0 0,30 37-1 0 0,-53-73-281 0 0,0 0-1 0 0,0-1 1 0 0,0 1-1 0 0,0-1 1 0 0,1 1 0 0 0,-1-1-1 0 0,0 1 1 0 0,1-1-1 0 0,0 0 1 0 0,-1 0 0 0 0,1 0-1 0 0,0 0 1 0 0,-1 0-1 0 0,1 0 1 0 0,0 0-1 0 0,0-1 1 0 0,0 1 0 0 0,-1-1-1 0 0,1 1 1 0 0,0-1-1 0 0,4 1 1 0 0,-3-3 21 0 0,1 1 1 0 0,-1 0-1 0 0,0-1 0 0 0,0 0 1 0 0,0 0-1 0 0,-1 0 0 0 0,1 0 0 0 0,0 0 1 0 0,-1-1-1 0 0,1 1 0 0 0,-1-1 1 0 0,3-3-1 0 0,19-24 209 0 0,-2-2 0 0 0,0 0 0 0 0,28-61 0 0 0,-17 31-179 0 0,-33 61-229 0 0,1 0-1 0 0,-1 0 1 0 0,1 0 0 0 0,-1 0-1 0 0,1 0 1 0 0,-1 0-1 0 0,1 0 1 0 0,-1 0-1 0 0,1 0 1 0 0,0 0 0 0 0,0 0-1 0 0,-1 1 1 0 0,1-1-1 0 0,0 0 1 0 0,0 1 0 0 0,0-1-1 0 0,0 0 1 0 0,0 1-1 0 0,0-1 1 0 0,1 0 0 0 0,8 17-4335 0 0,1 7-235 0 0,-6-15 2167 0 0</inkml:trace>
</inkml:ink>
</file>

<file path=ppt/ink/ink17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43:18.3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0 190 52 0 0,'1'10'724'0'0,"1"-1"0"0"0,0 1 1 0 0,1-1-1 0 0,0 0 0 0 0,0 0 0 0 0,9 18 1 0 0,4 9 282 0 0,24 57 2592 0 0,-46-117-3002 0 0,1 1 0 0 0,1-1 1 0 0,1 0-1 0 0,1 0 0 0 0,1-1 0 0 0,1 1 0 0 0,4-29 0 0 0,-2 43-595 0 0,0 0 0 0 0,0 0 0 0 0,1 0 1 0 0,1 0-1 0 0,-1 0 0 0 0,1 1 0 0 0,1 0 0 0 0,0 0 0 0 0,6-9 0 0 0,-6 12 26 0 0,-1 1-1 0 0,1-1 1 0 0,1 1 0 0 0,-1 0-1 0 0,1 1 1 0 0,0-1 0 0 0,0 1-1 0 0,0 0 1 0 0,0 0 0 0 0,1 1-1 0 0,-1 0 1 0 0,1 0-1 0 0,0 1 1 0 0,9-2 0 0 0,51-8 29 0 0,-64 12-58 0 0,0-1 0 0 0,0 1 0 0 0,-1 0 0 0 0,1 0 0 0 0,0 0 0 0 0,0 1 0 0 0,0-1 0 0 0,0 1 0 0 0,-1 0 0 0 0,1-1 0 0 0,0 1 0 0 0,-1 0 0 0 0,1 0 0 0 0,0 1 0 0 0,-1-1 0 0 0,0 1 0 0 0,1-1-1 0 0,-1 1 1 0 0,0 0 0 0 0,0 0 0 0 0,4 3 0 0 0,-6-4-1 0 0,1 0-1 0 0,-1 1 1 0 0,1-1-1 0 0,-1 0 1 0 0,1 1-1 0 0,-1-1 1 0 0,0 1-1 0 0,0-1 1 0 0,0 0-1 0 0,1 1 1 0 0,-1-1-1 0 0,-1 1 0 0 0,1-1 1 0 0,0 0-1 0 0,0 1 1 0 0,0-1-1 0 0,-1 0 1 0 0,1 1-1 0 0,-1-1 1 0 0,1 0-1 0 0,-1 1 1 0 0,0-1-1 0 0,1 0 1 0 0,-1 0-1 0 0,0 0 1 0 0,0 0-1 0 0,0 1 1 0 0,0-1-1 0 0,0 0 0 0 0,0-1 1 0 0,0 1-1 0 0,0 0 1 0 0,0 0-1 0 0,0 0 1 0 0,-3 1-1 0 0,-52 27-303 0 0,44-24 71 0 0,-88 36-1971 0 0,32-16-3433 0 0,59-22 4319 0 0,-10 4-1590 0 0</inkml:trace>
</inkml:ink>
</file>

<file path=ppt/ink/ink17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43:04.5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36 190 956 0 0,'-7'-2'5463'0'0,"4"25"-4003"0"0,1 0-1 0 0,2 45 0 0 0,0-30-644 0 0,-3-14 325 0 0,-3-40-212 0 0,-4-39-350 0 0,8 34-525 0 0,0 0 0 0 0,1 0 0 0 0,2-1 0 0 0,0 1 0 0 0,1 0 0 0 0,1 0 0 0 0,1 0 1 0 0,1 1-1 0 0,12-34 0 0 0,-17 54-53 0 0,2-5 2 0 0,0 0 0 0 0,0-1 0 0 0,0 1 0 0 0,1 0 0 0 0,0 0-1 0 0,0 1 1 0 0,7-9 0 0 0,-9 13-4 0 0,-1 0 1 0 0,1-1-1 0 0,0 1 1 0 0,0 0-1 0 0,0 0 1 0 0,0-1-1 0 0,0 1 0 0 0,0 0 1 0 0,0 0-1 0 0,0 0 1 0 0,0 0-1 0 0,0 0 1 0 0,0 0-1 0 0,0 1 0 0 0,0-1 1 0 0,-1 0-1 0 0,1 0 1 0 0,0 1-1 0 0,0-1 1 0 0,0 0-1 0 0,0 1 0 0 0,0-1 1 0 0,-1 1-1 0 0,1-1 1 0 0,0 1-1 0 0,0 0 1 0 0,-1-1-1 0 0,1 1 0 0 0,0 0 1 0 0,0 1-1 0 0,21 21-6 0 0,13 25-22 0 0,-20-25 37 0 0,2-1-1 0 0,0 0 1 0 0,1-2-1 0 0,1 0 1 0 0,1-1-1 0 0,1 0 1 0 0,24 15-1 0 0,-44-33 5 0 0,1 0-1 0 0,-1 0 1 0 0,1 0-1 0 0,-1 0 1 0 0,1 0 0 0 0,0 0-1 0 0,-1-1 1 0 0,1 1-1 0 0,0-1 1 0 0,0 1-1 0 0,0-1 1 0 0,-1 0-1 0 0,1 1 1 0 0,0-1-1 0 0,0 0 1 0 0,0 0-1 0 0,0 0 1 0 0,-1-1-1 0 0,1 1 1 0 0,0 0 0 0 0,0-1-1 0 0,0 1 1 0 0,-1-1-1 0 0,1 0 1 0 0,3-1-1 0 0,-3 0 12 0 0,1-1 0 0 0,-1 1-1 0 0,0-1 1 0 0,0 1 0 0 0,0-1 0 0 0,0 0-1 0 0,0 0 1 0 0,-1 0 0 0 0,1 0 0 0 0,-1 0-1 0 0,0 0 1 0 0,0 0 0 0 0,1-4 0 0 0,2-11 71 0 0,-1 0 1 0 0,-1-1-1 0 0,1-33 1 0 0,-3 11-888 0 0,0 23-9063 0 0</inkml:trace>
</inkml:ink>
</file>

<file path=ppt/ink/ink17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43:04.9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29 796 0 0,'1'3'310'0'0,"0"-1"0"0"0,1 1 0 0 0,-1 0-1 0 0,0-1 1 0 0,0 1 0 0 0,-1 0 0 0 0,1 0 0 0 0,0 0 0 0 0,-1-1 0 0 0,0 1-1 0 0,0 0 1 0 0,0 0 0 0 0,0 0 0 0 0,0 0 0 0 0,0 0 0 0 0,-2 4 0 0 0,2 20 882 0 0,1-20-953 0 0,1 0 0 0 0,0 0 0 0 0,0 0 0 0 0,0 0 0 0 0,1-1 0 0 0,0 1 0 0 0,1-1 0 0 0,-1 0 0 0 0,1 0 0 0 0,7 8 0 0 0,-9-12-143 0 0,0 0-1 0 0,0 1 1 0 0,1-1-1 0 0,-1-1 1 0 0,0 1-1 0 0,1 0 1 0 0,0 0-1 0 0,-1-1 1 0 0,1 0-1 0 0,0 1 1 0 0,0-1-1 0 0,0 0 1 0 0,-1 0-1 0 0,1-1 1 0 0,0 1-1 0 0,0 0 0 0 0,0-1 1 0 0,1 0-1 0 0,-1 0 1 0 0,0 0-1 0 0,0 0 1 0 0,0 0-1 0 0,0-1 1 0 0,0 1-1 0 0,5-3 1 0 0,-5 2-6 0 0,0-1-1 0 0,0 0 1 0 0,-1 0 0 0 0,1 0-1 0 0,0 0 1 0 0,-1 0 0 0 0,1 0-1 0 0,-1-1 1 0 0,0 1 0 0 0,1-1 0 0 0,-1 0-1 0 0,-1 0 1 0 0,1 0 0 0 0,0 0-1 0 0,-1 0 1 0 0,1 0 0 0 0,-1 0-1 0 0,0-1 1 0 0,0 1 0 0 0,0 0 0 0 0,-1-1-1 0 0,1 1 1 0 0,-1-5 0 0 0,1-1 50 0 0,0-1 1 0 0,0 1 0 0 0,-1-1 0 0 0,-1 1-1 0 0,0-1 1 0 0,0 1 0 0 0,-3-11 0 0 0,2 15-131 0 0,1 1 1 0 0,-1-1 0 0 0,0 1 0 0 0,0-1-1 0 0,0 1 1 0 0,-1 0 0 0 0,1 0 0 0 0,-6-7-1 0 0,7 10-87 0 0,0 1 0 0 0,0-1 0 0 0,0 0-1 0 0,0 0 1 0 0,0 1 0 0 0,0-1-1 0 0,0 1 1 0 0,0-1 0 0 0,0 1-1 0 0,0 0 1 0 0,-1-1 0 0 0,1 1 0 0 0,0 0-1 0 0,0 0 1 0 0,0-1 0 0 0,0 1-1 0 0,0 0 1 0 0,-1 0 0 0 0,1 1 0 0 0,0-1-1 0 0,0 0 1 0 0,0 0 0 0 0,0 0-1 0 0,-1 1 1 0 0,1-1 0 0 0,0 1 0 0 0,0-1-1 0 0,0 1 1 0 0,0-1 0 0 0,0 1-1 0 0,0-1 1 0 0,0 1 0 0 0,0 0 0 0 0,0 0-1 0 0,1-1 1 0 0,-1 1 0 0 0,0 0-1 0 0,0 0 1 0 0,1 0 0 0 0,-2 1-1 0 0,1 0-227 0 0,0-1-1 0 0,1 1 0 0 0,-1-1 1 0 0,0 0-1 0 0,1 1 0 0 0,-1-1 0 0 0,1 1 1 0 0,0 0-1 0 0,-1-1 0 0 0,1 1 0 0 0,0-1 1 0 0,0 1-1 0 0,0-1 0 0 0,0 1 1 0 0,0 0-1 0 0,0-1 0 0 0,1 1 0 0 0,0 2 1 0 0,-1 0-1476 0 0,2 1-1024 0 0</inkml:trace>
</inkml:ink>
</file>

<file path=ppt/ink/ink17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43:05.3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 57 144 0 0,'-1'2'402'0'0,"0"0"0"0"0,0 0 0 0 0,1 0 1 0 0,-1 0-1 0 0,0 0 0 0 0,1 0 0 0 0,-1 0 0 0 0,1 0 0 0 0,0 0 0 0 0,0 0 1 0 0,0 0-1 0 0,0 0 0 0 0,0 1 0 0 0,0-1 0 0 0,0 0 0 0 0,1 0 0 0 0,-1 0 1 0 0,2 3-1 0 0,-1-2-259 0 0,1 0 0 0 0,-1 0 1 0 0,1-1-1 0 0,0 1 0 0 0,-1-1 1 0 0,1 1-1 0 0,0-1 1 0 0,1 0-1 0 0,-1 1 0 0 0,0-1 1 0 0,1 0-1 0 0,2 1 0 0 0,-1 0-117 0 0,-1-1 0 0 0,1 0-1 0 0,0-1 1 0 0,0 1 0 0 0,0 0-1 0 0,-1-1 1 0 0,2 0 0 0 0,-1 0-1 0 0,0 0 1 0 0,0-1 0 0 0,0 1-1 0 0,0-1 1 0 0,0 0 0 0 0,1 0-1 0 0,-1 0 1 0 0,0-1 0 0 0,0 0-1 0 0,0 1 1 0 0,0-1 0 0 0,0-1-1 0 0,7-2 1 0 0,-9 3 38 0 0,1-1-1 0 0,-1 0 1 0 0,0 1 0 0 0,1-1 0 0 0,-1 0-1 0 0,0-1 1 0 0,0 1 0 0 0,0 0-1 0 0,0 0 1 0 0,-1-1 0 0 0,1 1 0 0 0,-1-1-1 0 0,1 0 1 0 0,-1 1 0 0 0,0-1-1 0 0,0 0 1 0 0,0 0 0 0 0,-1 0 0 0 0,1 0-1 0 0,0 1 1 0 0,-1-1 0 0 0,0 0-1 0 0,0 0 1 0 0,0-4 0 0 0,0 3 7 0 0,0 0 1 0 0,-1-1 0 0 0,0 1-1 0 0,0 0 1 0 0,0-1 0 0 0,0 1-1 0 0,0 0 1 0 0,-1 0 0 0 0,0 0 0 0 0,0 0-1 0 0,0 0 1 0 0,0 0 0 0 0,-1 1-1 0 0,1-1 1 0 0,-7-5 0 0 0,8 8-179 0 0,0 1 0 0 0,0-1 1 0 0,0 1-1 0 0,0-1 0 0 0,0 1 1 0 0,0 0-1 0 0,0-1 1 0 0,0 1-1 0 0,0 0 0 0 0,0 0 1 0 0,0 0-1 0 0,0 0 0 0 0,0 0 1 0 0,0 0-1 0 0,-1 0 1 0 0,1 0-1 0 0,0 0 0 0 0,0 0 1 0 0,0 1-1 0 0,0-1 0 0 0,0 1 1 0 0,0-1-1 0 0,0 0 1 0 0,0 1-1 0 0,0 0 0 0 0,0-1 1 0 0,0 1-1 0 0,1-1 0 0 0,-1 1 1 0 0,0 0-1 0 0,0 0 1 0 0,1-1-1 0 0,-1 1 0 0 0,0 0 1 0 0,1 0-1 0 0,-1 0 0 0 0,0 0 1 0 0,1 0-1 0 0,0 0 1 0 0,-1 0-1 0 0,0 1 0 0 0,-5 6-3871 0 0</inkml:trace>
</inkml:ink>
</file>

<file path=ppt/ink/ink17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43:05.9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1 179 688 0 0,'0'0'1910'0'0,"10"9"2873"0"0,-8-2-4273 0 0,0 0-1 0 0,-1 0 0 0 0,-1 0 0 0 0,1 1 0 0 0,-1 9 0 0 0,3 28 1364 0 0,-1-49-1757 0 0,0-1 0 0 0,0 0 1 0 0,0 1-1 0 0,1 0 0 0 0,-1-1 0 0 0,1 1 0 0 0,0 0 1 0 0,0 0-1 0 0,1 0 0 0 0,-1 1 0 0 0,1-1 0 0 0,0 1 1 0 0,0 0-1 0 0,0 0 0 0 0,0 0 0 0 0,0 1 0 0 0,1-1 0 0 0,7-2 1 0 0,-6 5-101 0 0,0 1 1 0 0,1-1 0 0 0,-1 1-1 0 0,0 0 1 0 0,0 1-1 0 0,0 0 1 0 0,0 0 0 0 0,0 0-1 0 0,0 0 1 0 0,0 1 0 0 0,6 4-1 0 0,12 4 141 0 0,-14-6-90 0 0,1-2 0 0 0,-1 1-1 0 0,1-2 1 0 0,0 1 0 0 0,0-2-1 0 0,0 1 1 0 0,0-1-1 0 0,21-1 1 0 0,-27-1 57 0 0,1 0 1 0 0,-1 0-1 0 0,1-1 0 0 0,-1 1 1 0 0,0-1-1 0 0,1 0 0 0 0,-1-1 1 0 0,0 1-1 0 0,0-1 0 0 0,0 0 1 0 0,-1 0-1 0 0,1-1 0 0 0,-1 1 1 0 0,0-1-1 0 0,0 0 0 0 0,0 0 1 0 0,0 0-1 0 0,-1-1 0 0 0,4-5 1 0 0,2-3 64 0 0,-1 0 0 0 0,-1-1 1 0 0,0 0-1 0 0,-1-1 1 0 0,0 1-1 0 0,-1-1 1 0 0,-1 0-1 0 0,0-1 0 0 0,-1 1 1 0 0,1-25-1 0 0,-4 40-293 0 0,0-1-1 0 0,0 0 1 0 0,0 0 0 0 0,0 0-1 0 0,0 0 1 0 0,-1 0 0 0 0,1 0-1 0 0,0 0 1 0 0,0 0 0 0 0,-1 0-1 0 0,1 1 1 0 0,-1-1-1 0 0,1 0 1 0 0,-1 0 0 0 0,1 0-1 0 0,-1 1 1 0 0,0-1 0 0 0,1 0-1 0 0,-1 1 1 0 0,0-1 0 0 0,1 0-1 0 0,-1 1 1 0 0,0-1-1 0 0,0 1 1 0 0,0-1 0 0 0,1 1-1 0 0,-1 0 1 0 0,0-1 0 0 0,0 1-1 0 0,0 0 1 0 0,-1-1 0 0 0,-32 0-8528 0 0,17 4 4092 0 0</inkml:trace>
</inkml:ink>
</file>

<file path=ppt/ink/ink17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43:23.7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 16 472 0 0,'-4'-16'9254'0'0,"16"56"-7632"0"0,-6 50-779 0 0,-4 0 0 0 0,-4 1 0 0 0,-16 103 1 0 0,11-145 96 0 0,9-37 1031 0 0,3-58-5536 0 0,-5 14-5158 0 0,0 26 5719 0 0</inkml:trace>
</inkml:ink>
</file>

<file path=ppt/ink/ink17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43:26.6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147 225 692 0 0,'-8'3'6421'0'0,"3"1"-6805"0"0,-17 26 1507 0 0,1 1 1 0 0,-34 67 0 0 0,54-95-1017 0 0,-1 0 1 0 0,0 0-1 0 0,0 0 0 0 0,0 0 0 0 0,0 0 0 0 0,0 0 0 0 0,-1 0 0 0 0,-3 3 1 0 0,6-6-84 0 0,0 0 1 0 0,0 0 0 0 0,0 0 0 0 0,-1 0-1 0 0,1 1 1 0 0,0-1 0 0 0,0 0-1 0 0,-1 0 1 0 0,1 0 0 0 0,0 0 0 0 0,0 0-1 0 0,-1 0 1 0 0,1 0 0 0 0,0 0 0 0 0,-1 0-1 0 0,1 0 1 0 0,0 0 0 0 0,0 0-1 0 0,-1 0 1 0 0,1 0 0 0 0,0 0 0 0 0,0 0-1 0 0,-1 0 1 0 0,1 0 0 0 0,0 0 0 0 0,-1 0-1 0 0,1 0 1 0 0,0 0 0 0 0,0 0-1 0 0,-1-1 1 0 0,1 1 0 0 0,0 0 0 0 0,0 0-1 0 0,0 0 1 0 0,-1 0 0 0 0,1-1 0 0 0,0 1-1 0 0,-4-23 372 0 0,3-1-219 0 0,2-1 0 0 0,1 0-1 0 0,1 1 1 0 0,6-26-1 0 0,2 5-18 0 0,2 2 0 0 0,24-54 0 0 0,-34 91-154 0 0,0 1 0 0 0,0-1 0 0 0,0 1 0 0 0,1 0-1 0 0,0 0 1 0 0,0 1 0 0 0,0-1 0 0 0,0 1 0 0 0,1 0 0 0 0,0 0-1 0 0,9-6 1 0 0,-12 10-3 0 0,0-1-1 0 0,0 1 1 0 0,-1 0-1 0 0,1 0 1 0 0,0 0 0 0 0,0 1-1 0 0,0-1 1 0 0,0 0-1 0 0,0 1 1 0 0,-1-1-1 0 0,1 1 1 0 0,0-1-1 0 0,0 1 1 0 0,0 0 0 0 0,-1 0-1 0 0,1 0 1 0 0,1 1-1 0 0,26 19-7 0 0,25 31-1 0 0,3-2 0 0 0,3-3-1 0 0,99 62 1 0 0,-149-103 7 0 0,36 19 22 0 0,-43-23-17 0 0,0-1 0 0 0,0 1 0 0 0,0-1 0 0 0,0 0 0 0 0,1 0 0 0 0,-1 0 0 0 0,0-1 0 0 0,1 1 1 0 0,-1-1-1 0 0,0 0 0 0 0,1 0 0 0 0,3 0 0 0 0,-5-1 10 0 0,1-1 0 0 0,0 1 0 0 0,0 0-1 0 0,-1-1 1 0 0,1 0 0 0 0,-1 1 0 0 0,1-1 0 0 0,-1 0 0 0 0,0 0 0 0 0,0 0 0 0 0,0-1-1 0 0,0 1 1 0 0,0-1 0 0 0,0 1 0 0 0,-1-1 0 0 0,1 1 0 0 0,-1-1 0 0 0,0 0-1 0 0,0 0 1 0 0,0 0 0 0 0,0 1 0 0 0,0-1 0 0 0,0-5 0 0 0,3-11 73 0 0,-2 0-1 0 0,1-33 1 0 0,-1 18-29 0 0,5-35-634 0 0,-7 67 246 0 0,4 27-4879 0 0,-2-16 871 0 0,-2-4 2062 0 0</inkml:trace>
</inkml:ink>
</file>

<file path=ppt/ink/ink17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43:27.0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49 0 76 0 0,'-4'3'291'0'0,"0"1"-1"0"0,0 0 1 0 0,0 0-1 0 0,1 0 1 0 0,-1 0-1 0 0,1 0 1 0 0,0 1-1 0 0,0-1 1 0 0,1 1-1 0 0,0 0 1 0 0,-1 0-1 0 0,1 0 1 0 0,1 0-1 0 0,-1 0 1 0 0,-1 11 0 0 0,3-13-157 0 0,-1 1 1 0 0,1 0 0 0 0,0-1 0 0 0,0 1-1 0 0,0-1 1 0 0,0 1 0 0 0,1-1 0 0 0,0 1 0 0 0,-1-1-1 0 0,1 1 1 0 0,0-1 0 0 0,1 1 0 0 0,-1-1-1 0 0,1 0 1 0 0,-1 0 0 0 0,1 1 0 0 0,0-1 0 0 0,0 0-1 0 0,0-1 1 0 0,1 1 0 0 0,-1 0 0 0 0,1-1 0 0 0,-1 1-1 0 0,6 3 1 0 0,-5-5-20 0 0,-1 0-1 0 0,1 0 1 0 0,-1 0-1 0 0,1-1 1 0 0,0 1 0 0 0,-1-1-1 0 0,1 1 1 0 0,0-1-1 0 0,0 0 1 0 0,-1 0-1 0 0,1 0 1 0 0,0 0 0 0 0,0-1-1 0 0,-1 1 1 0 0,1-1-1 0 0,0 0 1 0 0,-1 0-1 0 0,1 1 1 0 0,0-2 0 0 0,-1 1-1 0 0,5-3 1 0 0,-4 3-11 0 0,-1-1-1 0 0,1 1 1 0 0,0-1 0 0 0,-1 0 0 0 0,1 0 0 0 0,-1 0 0 0 0,0 0-1 0 0,0 0 1 0 0,1-1 0 0 0,-1 1 0 0 0,-1-1 0 0 0,1 1 0 0 0,0-1 0 0 0,-1 0-1 0 0,1 1 1 0 0,-1-1 0 0 0,0 0 0 0 0,1-5 0 0 0,4-18 566 0 0,-4 23-613 0 0,-1 0 0 0 0,0 1-1 0 0,0-1 1 0 0,0 0 0 0 0,0 0 0 0 0,-1 1 0 0 0,1-1 0 0 0,-1 0 0 0 0,0 0 0 0 0,0 0-1 0 0,0 0 1 0 0,0 0 0 0 0,0 1 0 0 0,0-1 0 0 0,-1 0 0 0 0,0 0 0 0 0,1 0 0 0 0,-1 1-1 0 0,0-1 1 0 0,0 0 0 0 0,-1 1 0 0 0,-2-6 0 0 0,3 7-151 0 0,0 0-1 0 0,1 0 1 0 0,-1 0 0 0 0,0 0 0 0 0,0 1-1 0 0,0-1 1 0 0,0 0 0 0 0,0 0 0 0 0,0 1-1 0 0,0-1 1 0 0,-1 0 0 0 0,1 1-1 0 0,0-1 1 0 0,0 1 0 0 0,0 0 0 0 0,-1-1-1 0 0,1 1 1 0 0,0 0 0 0 0,0 0-1 0 0,-1 0 1 0 0,1 0 0 0 0,0 0 0 0 0,-1 0-1 0 0,0 0 1 0 0,-19 17-7179 0 0,16-12 4497 0 0</inkml:trace>
</inkml:ink>
</file>

<file path=ppt/ink/ink17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43:27.9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11 180 0 0,'2'-1'177'0'0,"0"1"-1"0"0,-1 0 1 0 0,1 0 0 0 0,0 0-1 0 0,-1 0 1 0 0,1 0-1 0 0,0 1 1 0 0,-1-1 0 0 0,1 0-1 0 0,-1 1 1 0 0,1-1 0 0 0,0 1-1 0 0,-1 0 1 0 0,1-1 0 0 0,-1 1-1 0 0,1 0 1 0 0,-1 0 0 0 0,0 0-1 0 0,1 0 1 0 0,-1 0-1 0 0,0 0 1 0 0,0 1 0 0 0,0-1-1 0 0,0 0 1 0 0,0 1 0 0 0,0-1-1 0 0,0 0 1 0 0,0 1 0 0 0,0-1-1 0 0,-1 1 1 0 0,1 0-1 0 0,-1-1 1 0 0,1 1 0 0 0,-1-1-1 0 0,1 1 1 0 0,-1 0 0 0 0,0-1-1 0 0,0 1 1 0 0,0 0 0 0 0,0 3-1 0 0,0 7 211 0 0,0 0 0 0 0,-1 0 0 0 0,0 0 0 0 0,-3 14 0 0 0,3-16 1472 0 0,5-22-1486 0 0,11-24-268 0 0,-11 29-93 0 0,0 1-1 0 0,0-1 1 0 0,1 1-1 0 0,-1 0 0 0 0,2 0 1 0 0,-1 0-1 0 0,0 1 1 0 0,1 0-1 0 0,0 0 1 0 0,1 0-1 0 0,-1 1 0 0 0,1 0 1 0 0,-1 0-1 0 0,1 1 1 0 0,0-1-1 0 0,13-3 0 0 0,-19 7-21 0 0,2 1 0 0 0,-1-1 9 0 0,0 1 0 0 0,1 0 0 0 0,-1 0 0 0 0,0 0 0 0 0,0 0 0 0 0,0 0 0 0 0,0 0 0 0 0,0 1 1 0 0,0-1-1 0 0,0 1 0 0 0,0-1 0 0 0,0 1 0 0 0,1 2 0 0 0,6 9 4 0 0,-6-9 2 0 0,-1-1 1 0 0,1 1-1 0 0,-1 0 1 0 0,0 0-1 0 0,0 0 0 0 0,0 0 1 0 0,2 8-1 0 0,-4-11 26 0 0,9-1 362 0 0,-8 1-382 0 0,1-1 0 0 0,0 0 0 0 0,0 0 0 0 0,-1 0 0 0 0,1 0 1 0 0,0 0-1 0 0,0 0 0 0 0,0-1 0 0 0,-1 1 0 0 0,1-1 0 0 0,0 1 0 0 0,2-2 0 0 0,24-12 53 0 0,2-2-11 0 0,43-15 1 0 0,-71 30-57 0 0,0 1 1 0 0,0 0-1 0 0,0-1 0 0 0,1 1 1 0 0,-1 0-1 0 0,0 0 1 0 0,0 0-1 0 0,0 0 0 0 0,1 0 1 0 0,-1 0-1 0 0,0 1 0 0 0,0-1 1 0 0,0 1-1 0 0,0 0 1 0 0,0 0-1 0 0,0-1 0 0 0,0 1 1 0 0,3 2-1 0 0,34 30-12 0 0,-34-28 14 0 0,0 0 0 0 0,0-1 1 0 0,1 1-1 0 0,-1-1 1 0 0,1 0-1 0 0,9 4 0 0 0,-14-7 3 0 0,2 1 38 0 0,0-1 1 0 0,0 1-1 0 0,0-1 0 0 0,1 1 0 0 0,-1-1 0 0 0,0 0 1 0 0,1 0-1 0 0,-1-1 0 0 0,0 1 0 0 0,1-1 0 0 0,-1 1 1 0 0,1-1-1 0 0,-1 0 0 0 0,1-1 0 0 0,-1 1 0 0 0,1 0 1 0 0,-1-1-1 0 0,1 0 0 0 0,-1 0 0 0 0,0 0 0 0 0,1 0 0 0 0,-1-1 1 0 0,0 1-1 0 0,0-1 0 0 0,4-2 0 0 0,10-7 626 0 0,-4 2-2446 0 0,-19 16-203 0 0,2-1-3215 0 0</inkml:trace>
</inkml:ink>
</file>

<file path=ppt/ink/ink17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43:28.3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48 900 0 0,'6'-41'6094'0'0,"-3"34"-5694"0"0,-6 28-3996 0 0,1-16 1458 0 0</inkml:trace>
</inkml:ink>
</file>

<file path=ppt/ink/ink17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43:29.3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0 338 648 0 0,'0'0'673'0'0,"10"37"5001"0"0,-11-26-3922 0 0,2-6 781 0 0,1-12-1027 0 0,3-6-1770 0 0,-5 12 332 0 0,1 1-59 0 0,0-1 1 0 0,-1 1-1 0 0,1-1 1 0 0,0 1-1 0 0,-1-1 1 0 0,1 1-1 0 0,0 0 0 0 0,0-1 1 0 0,0 1-1 0 0,-1 0 1 0 0,1 0-1 0 0,0 0 1 0 0,0 0-1 0 0,0-1 1 0 0,0 1-1 0 0,-1 0 0 0 0,1 0 1 0 0,0 0-1 0 0,0 1 1 0 0,0-1-1 0 0,0 0 1 0 0,-1 0-1 0 0,1 0 1 0 0,0 1-1 0 0,0-1 1 0 0,1 1-1 0 0,21 5 2 0 0,7 5-33 0 0,-20-5 0 0 0,0-2 0 0 0,1 1-1 0 0,0-2 1 0 0,-1 1 0 0 0,2-1-1 0 0,-1-1 1 0 0,0 0 0 0 0,0-1 0 0 0,1 0-1 0 0,-1 0 1 0 0,1-1 0 0 0,-1-1 0 0 0,0 0-1 0 0,1-1 1 0 0,13-3 0 0 0,-20 3 38 0 0,0 1-1 0 0,-1-1 1 0 0,1 0 0 0 0,-1 0-1 0 0,1 0 1 0 0,-1-1 0 0 0,0 1 0 0 0,0-1-1 0 0,7-6 1 0 0,-10 8 56 0 0,-1 0-61 0 0,2-1 1 0 0,-2 2 36 0 0,-1-8 217 0 0,-4 4-270 0 0,3 3 18 0 0,1 2-55 0 0,-1-1 42 0 0,1 0 0 0 0,0 1 1 0 0,-1-1-1 0 0,1 1 0 0 0,0 0 0 0 0,-1-1 0 0 0,1 1 0 0 0,0 0 0 0 0,0 0 0 0 0,0-1 0 0 0,0 1 0 0 0,0 0 1 0 0,0 0-1 0 0,0 0 0 0 0,0 1 0 0 0,0-1 0 0 0,0 0 0 0 0,0 0 0 0 0,0 2 0 0 0,0-2 0 0 0,1 0 0 0 0,0-1 0 0 0,-1 1 0 0 0,1 0-1 0 0,0 0 1 0 0,0-1 0 0 0,0 1 0 0 0,0 0 0 0 0,-1 0 0 0 0,1-1-1 0 0,0 1 1 0 0,1 0 0 0 0,-1 0 0 0 0,0 0 0 0 0,0-1 0 0 0,0 1-1 0 0,0 0 1 0 0,0 0 0 0 0,1-1 0 0 0,-1 1 0 0 0,0 0 0 0 0,1 0-1 0 0,-1-1 1 0 0,1 1 0 0 0,-1 0 0 0 0,1-1 0 0 0,-1 1 0 0 0,1-1-1 0 0,-1 1 1 0 0,1 0 0 0 0,-1-1 0 0 0,1 0 0 0 0,0 1 0 0 0,-1-1-1 0 0,1 1 1 0 0,0-1 0 0 0,-1 0 0 0 0,1 1 0 0 0,0-1 0 0 0,0 0 0 0 0,-1 0-1 0 0,1 1 1 0 0,0-1 0 0 0,1 0 0 0 0,5 2-2 0 0,0-1 1 0 0,0 1-1 0 0,0-1 1 0 0,0 0-1 0 0,0-1 0 0 0,0 0 1 0 0,0 0-1 0 0,0-1 1 0 0,1 0-1 0 0,-1 0 1 0 0,0 0-1 0 0,0-1 0 0 0,-1 0 1 0 0,1 0-1 0 0,0-1 1 0 0,-1 0-1 0 0,1 0 1 0 0,-1-1-1 0 0,0 0 0 0 0,0 0 1 0 0,0 0-1 0 0,-1 0 1 0 0,1-1-1 0 0,-1 0 1 0 0,0 0-1 0 0,-1-1 0 0 0,6-8 1 0 0,2-2-3 0 0,-2 0 0 0 0,0-1 1 0 0,-1-1-1 0 0,-1 0 0 0 0,0 0 0 0 0,-2 0 1 0 0,0-1-1 0 0,-1 0 0 0 0,3-20 1 0 0,-6 25 108 0 0,-1-1 0 0 0,-1 0 0 0 0,0 1 0 0 0,-1-1 0 0 0,0 1 1 0 0,-2 0-1 0 0,-5-22 0 0 0,8 35-99 0 0,0 1 0 0 0,0 0 1 0 0,0-1-1 0 0,0 1 0 0 0,-1 0 0 0 0,1-1 0 0 0,0 1 0 0 0,0 0 1 0 0,0-1-1 0 0,-1 1 0 0 0,1 0 0 0 0,0 0 0 0 0,0-1 1 0 0,-1 1-1 0 0,1 0 0 0 0,0 0 0 0 0,-1-1 0 0 0,1 1 1 0 0,0 0-1 0 0,-1 0 0 0 0,1 0 0 0 0,0 0 0 0 0,-1 0 1 0 0,1-1-1 0 0,0 1 0 0 0,-1 0 0 0 0,1 0 0 0 0,0 0 0 0 0,-1 0 1 0 0,1 0-1 0 0,-1 0 0 0 0,1 0 0 0 0,0 0 0 0 0,-1 0 1 0 0,1 0-1 0 0,0 1 0 0 0,-1-1 0 0 0,1 0 0 0 0,0 0 1 0 0,-1 0-1 0 0,1 0 0 0 0,0 0 0 0 0,-1 1 0 0 0,1-1 1 0 0,0 0-1 0 0,-1 0 0 0 0,1 1 0 0 0,0-1 0 0 0,0 0 1 0 0,-1 0-1 0 0,1 1 0 0 0,0-1 0 0 0,0 0 0 0 0,0 1 0 0 0,-1-1 1 0 0,1 0-1 0 0,0 1 0 0 0,0-1 0 0 0,0 0 0 0 0,0 1 1 0 0,0-1-1 0 0,0 1 0 0 0,-13 22 83 0 0,6 6-39 0 0,1 0-1 0 0,2 1 1 0 0,0 0-1 0 0,3 0 1 0 0,0 0-1 0 0,7 56 1 0 0,-2 44-921 0 0,-11-35-1910 0 0,0-34-2566 0 0,3-33 2204 0 0</inkml:trace>
</inkml:ink>
</file>

<file path=ppt/ink/ink17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43:33.2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83 26 804 0 0,'-10'-25'8969'0'0,"9"38"-8788"0"0,1 16 293 0 0,2 41 161 0 0,-4 0 1 0 0,-3 0-1 0 0,-15 72 1 0 0,11-95-458 0 0,5-21 86 0 0,-16 50 0 0 0,18-69-169 0 0,-1 1 0 0 0,1 0 0 0 0,0 0-1 0 0,0 0 1 0 0,1 0 0 0 0,0 13 0 0 0,1-21-83 0 0,0 1 0 0 0,0 0 0 0 0,1-1 0 0 0,-1 1 0 0 0,0-1 0 0 0,1 1 0 0 0,-1 0 0 0 0,0-1 0 0 0,1 1 0 0 0,-1-1 0 0 0,1 1 0 0 0,-1-1 0 0 0,1 0 0 0 0,-1 1 0 0 0,1-1 0 0 0,-1 1 0 0 0,1-1 0 0 0,-1 0 0 0 0,1 0-1 0 0,0 1 1 0 0,-1-1 0 0 0,1 0 0 0 0,0 0 0 0 0,-1 0 0 0 0,1 1 0 0 0,0-1 0 0 0,0 0 0 0 0,25 4 169 0 0,-18-4-70 0 0,18 2-63 0 0,-1-1-1 0 0,28-3 1 0 0,45 2-1481 0 0,-41 0-1269 0 0,-21-3-2756 0 0,-16 0 2353 0 0</inkml:trace>
</inkml:ink>
</file>

<file path=ppt/ink/ink17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43:34.0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0 238 100 0 0,'0'0'1273'0'0,"45"-7"1674"0"0,-29 4-2518 0 0,0 0 0 0 0,-1-1-1 0 0,1-1 1 0 0,-1-1 0 0 0,0 0 0 0 0,-1-1 0 0 0,0-1 0 0 0,0 0 0 0 0,0-1 0 0 0,18-15-1 0 0,-26 17-221 0 0,-1 0-1 0 0,-1 0 0 0 0,1 0 0 0 0,-1-1 0 0 0,0 1 0 0 0,5-17 0 0 0,-7 21-132 0 0,-1 0 1 0 0,0-1-1 0 0,0 1 1 0 0,0-1-1 0 0,-1 1 1 0 0,1-1-1 0 0,-1 1 0 0 0,1-1 1 0 0,-1 0-1 0 0,-1 1 1 0 0,1-1-1 0 0,0 1 1 0 0,-1-1-1 0 0,0 1 1 0 0,1-1-1 0 0,-1 1 1 0 0,-1-1-1 0 0,-2-5 0 0 0,3 8-60 0 0,0 0 0 0 0,0 1-1 0 0,0-1 1 0 0,0 0-1 0 0,0 0 1 0 0,0 1-1 0 0,0-1 1 0 0,0 1-1 0 0,-1-1 1 0 0,1 1 0 0 0,0 0-1 0 0,0-1 1 0 0,-1 1-1 0 0,1 0 1 0 0,0 0-1 0 0,0 0 1 0 0,-1 0-1 0 0,1 0 1 0 0,0 0 0 0 0,-1 0-1 0 0,1 0 1 0 0,0 0-1 0 0,0 1 1 0 0,-1-1-1 0 0,1 0 1 0 0,0 1-1 0 0,0-1 1 0 0,0 1 0 0 0,-1 0-1 0 0,1-1 1 0 0,0 1-1 0 0,0 0 1 0 0,0 0-1 0 0,0-1 1 0 0,0 1 0 0 0,0 0-1 0 0,1 0 1 0 0,-1 0-1 0 0,-1 2 1 0 0,-3 1-1 0 0,1 1 1 0 0,0-1-1 0 0,1 1 0 0 0,-1-1 1 0 0,1 1-1 0 0,0 0 0 0 0,-4 10 1 0 0,5-10-8 0 0,1 0 0 0 0,0 1 1 0 0,0-1-1 0 0,1 1 0 0 0,-1-1 1 0 0,1 0-1 0 0,1 1 0 0 0,-1-1 1 0 0,1 1-1 0 0,0-1 0 0 0,0 0 1 0 0,0 1-1 0 0,1-1 0 0 0,4 10 0 0 0,-5-13-3 0 0,0 0-1 0 0,0 0 0 0 0,1 0 1 0 0,-1 0-1 0 0,1-1 0 0 0,-1 1 0 0 0,1 0 1 0 0,0-1-1 0 0,0 1 0 0 0,-1-1 1 0 0,1 0-1 0 0,0 1 0 0 0,0-1 0 0 0,0 0 1 0 0,1 0-1 0 0,-1 0 0 0 0,0-1 1 0 0,0 1-1 0 0,0 0 0 0 0,1-1 0 0 0,-1 1 1 0 0,0-1-1 0 0,1 0 0 0 0,-1 0 1 0 0,0 0-1 0 0,1 0 0 0 0,-1 0 0 0 0,0-1 1 0 0,0 1-1 0 0,1-1 0 0 0,-1 1 0 0 0,0-1 1 0 0,0 0-1 0 0,0 0 0 0 0,1 0 1 0 0,-1 0-1 0 0,2-2 0 0 0,81-48-18 0 0,-65 36 10 0 0,1 2 0 0 0,1 1 0 0 0,24-11 0 0 0,-45 23 7 0 0,1-1 0 0 0,-1 1 0 0 0,1-1 0 0 0,-1 1 0 0 0,1-1 0 0 0,-1 1 0 0 0,1 0 0 0 0,-1 0 0 0 0,1 0-1 0 0,0 0 1 0 0,-1 0 0 0 0,1 0 0 0 0,-1 0 0 0 0,1 1 0 0 0,-1-1 0 0 0,1 0 0 0 0,-1 1 0 0 0,1-1 0 0 0,-1 1 0 0 0,1 0 0 0 0,-1 0 0 0 0,1-1-1 0 0,-1 1 1 0 0,0 0 0 0 0,0 0 0 0 0,1 0 0 0 0,0 2 0 0 0,3 3 1 0 0,-1 0-1 0 0,0 0 1 0 0,0 0 0 0 0,0 1-1 0 0,2 6 1 0 0,-4-7 0 0 0,1 0 0 0 0,0-1 0 0 0,0 0 1 0 0,0 0-1 0 0,1 0 0 0 0,4 6 0 0 0,-7-10-6 0 0,39-19 188 0 0,-28 8-392 0 0,-1-1 1 0 0,-1 0-1 0 0,0-1 1 0 0,14-19-1 0 0,-15 18-1594 0 0,-5 9 125 0 0,5 0-4714 0 0</inkml:trace>
</inkml:ink>
</file>

<file path=ppt/ink/ink17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43:34.5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1 264 304 0 0,'38'-12'3726'0'0,"-33"9"-3290"0"0,0-1 0 0 0,-1 1 0 0 0,1-1 0 0 0,-1 0 1 0 0,0 0-1 0 0,0-1 0 0 0,0 1 0 0 0,3-6 0 0 0,-6 9-172 0 0,1-8 1483 0 0,-2 11-1732 0 0,-1-1-1 0 0,1 1 1 0 0,-1 0 0 0 0,1 0-1 0 0,-1 0 1 0 0,1 0-1 0 0,0 0 1 0 0,0 0 0 0 0,0 0-1 0 0,0 0 1 0 0,0-1-1 0 0,1 1 1 0 0,-1 0 0 0 0,0 0-1 0 0,1 0 1 0 0,0 0-1 0 0,-1 0 1 0 0,1-1 0 0 0,0 1-1 0 0,0 0 1 0 0,0-1-1 0 0,0 1 1 0 0,2 2-1 0 0,0-1-3 0 0,0-1-1 0 0,0 1 0 0 0,0-1 0 0 0,0 0 0 0 0,0 0 0 0 0,1-1 0 0 0,-1 1 1 0 0,1-1-1 0 0,-1 1 0 0 0,1-1 0 0 0,-1 0 0 0 0,5 0 0 0 0,-2 1-11 0 0,0-1 0 0 0,1-1 0 0 0,-1 1 0 0 0,0-1 0 0 0,0 0 0 0 0,1 0 0 0 0,-1-1 0 0 0,0 0 0 0 0,0 0-1 0 0,1-1 1 0 0,-1 1 0 0 0,0-1 0 0 0,0 0 0 0 0,-1-1 0 0 0,10-5 0 0 0,-9 3 3 0 0,0 0-1 0 0,0 0 1 0 0,-1-1-1 0 0,1 0 1 0 0,-2 0 0 0 0,1-1-1 0 0,-1 1 1 0 0,0-1 0 0 0,0 0-1 0 0,0 0 1 0 0,-1 0-1 0 0,0-1 1 0 0,-1 1 0 0 0,0-1-1 0 0,0 1 1 0 0,-1-1 0 0 0,1 0-1 0 0,-2 0 1 0 0,1 1-1 0 0,-1-1 1 0 0,0 0 0 0 0,-2-9-1 0 0,-15-67 1535 0 0,-4 112-1290 0 0,19-17-429 0 0,0 0 0 0 0,1 0 0 0 0,1 0-1 0 0,0 0 1 0 0,0 0 0 0 0,1 0 0 0 0,4 17-1 0 0,13 39-5708 0 0,-11-44 3140 0 0</inkml:trace>
</inkml:ink>
</file>

<file path=ppt/ink/ink17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43:34.8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32 920 0 0,'1'-2'248'0'0,"0"0"-1"0"0,0 0 0 0 0,1 0 1 0 0,-1 1-1 0 0,1-1 1 0 0,-1 1-1 0 0,1-1 1 0 0,-1 1-1 0 0,1-1 0 0 0,0 1 1 0 0,0 0-1 0 0,0 0 1 0 0,0 0-1 0 0,0 0 1 0 0,0 0-1 0 0,0 1 1 0 0,0-1-1 0 0,0 0 0 0 0,0 1 1 0 0,5-1-1 0 0,46-5 1534 0 0,-52 6-1727 0 0,9 0-139 0 0,-1 1 1 0 0,0 0-1 0 0,0 0 0 0 0,0 1 1 0 0,12 3-1 0 0,10 3-4004 0 0,-23-7 2203 0 0</inkml:trace>
</inkml:ink>
</file>

<file path=ppt/ink/ink17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43:35.1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9 596 0 0,'4'-8'7041'0'0,"4"46"-5980"0"0,-2 0 0 0 0,-1 1-1 0 0,-2 68 1 0 0,-5-85-1689 0 0,0-2-1295 0 0,3-7-2630 0 0,-1-8 1865 0 0</inkml:trace>
</inkml:ink>
</file>

<file path=ppt/ink/ink17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43:35.5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4 0 0,'12'9'5017'0'0,"-7"3"-4206"0"0,0-1 0 0 0,0 2 0 0 0,-2-1 0 0 0,4 18 0 0 0,5 15 26 0 0,-7-30-706 0 0,0 0 1 0 0,-1 0-1 0 0,-1 1 0 0 0,0 0 1 0 0,0 17-1 0 0,-3-27-1066 0 0,0-1 0 0 0,0 1 0 0 0,-1-1 0 0 0,0 1 0 0 0,0-1 0 0 0,-3 8 0 0 0,2-7-1405 0 0</inkml:trace>
</inkml:ink>
</file>

<file path=ppt/ink/ink17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43:35.8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88 440 0 0,'125'-87'9146'0'0,"-124"86"-9068"0"0,-2 4-1526 0 0,-1 0 893 0 0,1-1 0 0 0,-1 1 0 0 0,0-1 0 0 0,0 0 0 0 0,0 1 0 0 0,0-1 0 0 0,-5 4 0 0 0,1-2-1573 0 0</inkml:trace>
</inkml:ink>
</file>

<file path=ppt/ink/ink17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43:36.2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1 111 504 0 0,'13'-6'507'0'0,"0"0"0"0"0,0 1 0 0 0,1 1 0 0 0,-1 0 1 0 0,1 1-1 0 0,0 0 0 0 0,17-1 0 0 0,-19 3-296 0 0,3-2 23 0 0,399-46 4042 0 0,-324 38-3473 0 0,-58 6-294 0 0,46-1-1 0 0,-54 8-697 0 0,-23-1 19 0 0,-1-1 0 0 0,1 0 0 0 0,-1 1-1 0 0,1-1 1 0 0,-1 0 0 0 0,0 1 0 0 0,1-1 0 0 0,-1 0 0 0 0,0 1-1 0 0,1-1 1 0 0,-1 1 0 0 0,0-1 0 0 0,1 1 0 0 0,-1-1 0 0 0,0 1-1 0 0,0-1 1 0 0,1 1 0 0 0,-1-1 0 0 0,0 1 0 0 0,0-1 0 0 0,0 1-1 0 0,0-1 1 0 0,0 1 0 0 0,0-1 0 0 0,0 1 0 0 0,0-1 0 0 0,0 1-1 0 0,0 0 1 0 0,0-1 0 0 0,0 1 0 0 0,0-1 0 0 0,-1 1 0 0 0,1-1-1 0 0,0 1 1 0 0,0-1 0 0 0,0 1 0 0 0,-1-1 0 0 0,1 1 0 0 0,-1 0-1 0 0,-2 6-2143 0 0</inkml:trace>
</inkml:ink>
</file>

<file path=ppt/ink/ink17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43:36.8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0 141 472 0 0,'28'-27'6818'0'0,"-27"27"-6106"0"0,11 10 40 0 0,10 12 152 0 0,-2 18-218 0 0,-16-29-572 0 0,1 0 0 0 0,0-1-1 0 0,1 0 1 0 0,0 0 0 0 0,0 0-1 0 0,1-1 1 0 0,0 0-1 0 0,12 11 1 0 0,-17-19-80 0 0,-1 1-1 0 0,1-1 0 0 0,0 0 1 0 0,0 0-1 0 0,0 0 1 0 0,0 0-1 0 0,0-1 1 0 0,0 1-1 0 0,0-1 1 0 0,0 1-1 0 0,0-1 1 0 0,0 1-1 0 0,0-1 1 0 0,0 0-1 0 0,0 0 1 0 0,0 0-1 0 0,1 0 1 0 0,-1-1-1 0 0,0 1 1 0 0,3-1-1 0 0,-1-1 28 0 0,1 0-1 0 0,-1 0 1 0 0,0 0-1 0 0,0 0 1 0 0,0-1-1 0 0,0 0 1 0 0,-1 0-1 0 0,1 0 1 0 0,3-4 0 0 0,3-4 102 0 0,0-1 1 0 0,-1 0 0 0 0,0-1-1 0 0,11-23 1 0 0,56-131 609 0 0,-71 153-1217 0 0</inkml:trace>
</inkml:ink>
</file>

<file path=ppt/ink/ink17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43:37.1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49 488 0 0,'26'-3'8343'0'0,"24"-6"-5570"0"0,85-13-1725 0 0,135 10-1521 0 0,-158 10-6355 0 0,-84 2 3817 0 0</inkml:trace>
</inkml:ink>
</file>

<file path=ppt/ink/ink17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43:48.0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0 222 368 0 0,'0'-4'3791'0'0,"1"15"-1828"0"0,1 24-1445 0 0,7 44 1 0 0,-9-78-508 0 0,7 20 187 0 0,-2 1 0 0 0,-1-1 0 0 0,3 29 1 0 0,-6-37 225 0 0,1-14 273 0 0,0-26-243 0 0,-3-10-336 0 0,1 1-1 0 0,8-53 0 0 0,-1 4-45 0 0,-7 83-70 0 0,9-97 30 0 0,-8 91-31 0 0,0 0-1 0 0,1 0 1 0 0,0 0 0 0 0,1 0 0 0 0,0 1-1 0 0,0-1 1 0 0,0 1 0 0 0,1 0 0 0 0,0 0 0 0 0,5-7-1 0 0,-8 13 0 0 0,0 1-1 0 0,1-1 0 0 0,-1 0 1 0 0,0 1-1 0 0,0 0 0 0 0,0-1 1 0 0,1 1-1 0 0,-1 0 0 0 0,0-1 1 0 0,0 1-1 0 0,1 0 0 0 0,-1 0 1 0 0,0 0-1 0 0,1 0 0 0 0,-1 0 1 0 0,0 1-1 0 0,0-1 0 0 0,1 0 1 0 0,-1 0-1 0 0,0 1 0 0 0,0-1 1 0 0,1 1-1 0 0,-1-1 1 0 0,0 1-1 0 0,0 0 0 0 0,0-1 1 0 0,0 1-1 0 0,0 0 0 0 0,0 0 1 0 0,0 0-1 0 0,0 0 0 0 0,0 0 1 0 0,1 1-1 0 0,33 36 0 0 0,-33-36 2 0 0,7 9-2 0 0,13 17 10 0 0,2-1-1 0 0,0-1 0 0 0,2-2 0 0 0,34 27 0 0 0,-47-42-18 0 0,-8-4 13 0 0,1-1 1 0 0,-1 0-1 0 0,1 0 1 0 0,0-1-1 0 0,0 0 1 0 0,1 0-1 0 0,6 2 1 0 0,-11-5-3 0 0,0 1 0 0 0,-1-1 0 0 0,1 0 0 0 0,0 0 0 0 0,-1-1 0 0 0,1 1 0 0 0,-1 0 0 0 0,1-1 0 0 0,0 1 1 0 0,-1 0-1 0 0,1-1 0 0 0,-1 0 0 0 0,1 1 0 0 0,-1-1 0 0 0,1 0 0 0 0,-1 0 0 0 0,0 0 0 0 0,1 0 0 0 0,-1 0 0 0 0,0 0 1 0 0,0 0-1 0 0,0 0 0 0 0,0-1 0 0 0,0 1 0 0 0,0 0 0 0 0,0-1 0 0 0,0 1 0 0 0,0-1 0 0 0,-1 1 0 0 0,1-1 0 0 0,-1 1 1 0 0,1-1-1 0 0,-1 1 0 0 0,1-1 0 0 0,-1-2 0 0 0,3-9-10 0 0,0 1 0 0 0,-1-1 1 0 0,0 0-1 0 0,-1-17 0 0 0,3-22 34 0 0,-3-32 5 0 0,-1 80-2839 0 0,2 12 2385 0 0,4 13-3325 0 0,-5-16 2001 0 0</inkml:trace>
</inkml:ink>
</file>

<file path=ppt/ink/ink17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43:48.4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4 123 152 0 0,'-1'3'147'0'0,"0"0"0"0"0,1 0-1 0 0,-1 0 1 0 0,1 0 0 0 0,0 0 0 0 0,0 0-1 0 0,0 0 1 0 0,0-1 0 0 0,0 1 0 0 0,0 0-1 0 0,1 0 1 0 0,0 0 0 0 0,-1 0 0 0 0,1 0 0 0 0,0-1-1 0 0,1 1 1 0 0,-1 0 0 0 0,0-1 0 0 0,1 1-1 0 0,-1-1 1 0 0,1 1 0 0 0,0-1 0 0 0,0 0-1 0 0,0 0 1 0 0,0 1 0 0 0,3 1 0 0 0,-4-3-77 0 0,1 0-1 0 0,0 0 1 0 0,0 0 0 0 0,0-1 0 0 0,0 1-1 0 0,0-1 1 0 0,0 1 0 0 0,0-1 0 0 0,1 0-1 0 0,-1 1 1 0 0,0-1 0 0 0,0 0 0 0 0,0 0-1 0 0,0-1 1 0 0,0 1 0 0 0,0 0 0 0 0,0-1-1 0 0,0 1 1 0 0,0-1 0 0 0,0 0 0 0 0,0 1 0 0 0,0-1-1 0 0,0 0 1 0 0,0 0 0 0 0,0 0 0 0 0,-1-1-1 0 0,1 1 1 0 0,0 0 0 0 0,-1-1 0 0 0,1 1-1 0 0,-1-1 1 0 0,1 1 0 0 0,-1-1 0 0 0,0 0-1 0 0,0 0 1 0 0,2-3 0 0 0,-1 0 31 0 0,1 0 0 0 0,-1 0 0 0 0,0 0 1 0 0,0-1-1 0 0,-1 1 0 0 0,0-1 0 0 0,0 0 0 0 0,0 1 0 0 0,0-1 0 0 0,-1 0 1 0 0,0 1-1 0 0,0-1 0 0 0,-1 0 0 0 0,-1-7 0 0 0,1 5-19 0 0,-1 1-1 0 0,0-1 0 0 0,0 0 1 0 0,0 1-1 0 0,-1-1 0 0 0,0 1 1 0 0,-1 0-1 0 0,1 0 0 0 0,-8-10 1 0 0,10 16-103 0 0,-19 29-2322 0 0,17-12-1319 0 0</inkml:trace>
</inkml:ink>
</file>

<file path=ppt/ink/ink17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43:49.4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43 476 0 0,'8'-7'5230'0'0,"-5"10"-5104"0"0,-1-1 0 0 0,1 1 0 0 0,-1 0-1 0 0,0 1 1 0 0,0-1 0 0 0,0 0 0 0 0,0 0 0 0 0,-1 1 0 0 0,1-1 0 0 0,-1 1 0 0 0,0 0 0 0 0,0-1-1 0 0,0 1 1 0 0,0 4 0 0 0,4 58 918 0 0,-5-44-405 0 0,2-34-121 0 0,7-35-232 0 0,-4 37-277 0 0,-1-1 0 0 0,2 1 0 0 0,-1 1 0 0 0,2-1 0 0 0,-1 1 0 0 0,1 0 0 0 0,0 1-1 0 0,1-1 1 0 0,0 1 0 0 0,1 1 0 0 0,12-10 0 0 0,-20 17-9 0 0,0 0 1 0 0,0-1-1 0 0,-1 1 0 0 0,1 0 0 0 0,0 0 0 0 0,0-1 0 0 0,0 1 0 0 0,0 0 0 0 0,0 0 1 0 0,0 0-1 0 0,0 0 0 0 0,0 0 0 0 0,0 1 0 0 0,0-1 0 0 0,0 0 0 0 0,0 0 1 0 0,-1 0-1 0 0,1 1 0 0 0,0-1 0 0 0,0 1 0 0 0,0-1 0 0 0,0 1 0 0 0,-1-1 1 0 0,1 1-1 0 0,0-1 0 0 0,0 1 0 0 0,-1-1 0 0 0,1 1 0 0 0,1 1 0 0 0,20 25 9 0 0,-18-21-3 0 0,-2-4-5 0 0,-1 0 0 0 0,1 1 0 0 0,-1-1-1 0 0,0 1 1 0 0,0-1 0 0 0,0 0 0 0 0,0 1 0 0 0,-1 0 0 0 0,1-1 0 0 0,0 5 0 0 0,0-2 1 0 0,0 1 1 0 0,0-1-1 0 0,1 0 1 0 0,0 0-1 0 0,0 0 1 0 0,4 8-1 0 0,-6-13 2 0 0,1 0 1 0 0,12-12 34 0 0,-13 11-39 0 0,4-6 0 0 0,1 0 1 0 0,0 1-1 0 0,0-1 0 0 0,0 1 0 0 0,1 0 0 0 0,0 0 0 0 0,12-9 1 0 0,-15 14-1 0 0,0 0 0 0 0,0 0-1 0 0,1 0 1 0 0,-1 0 0 0 0,0 0 0 0 0,0 1 0 0 0,0-1 0 0 0,1 1 0 0 0,-1 0 0 0 0,0 0 0 0 0,0 1 0 0 0,0-1 0 0 0,1 0 0 0 0,-1 1 0 0 0,0 0 0 0 0,0 0 0 0 0,0 0 0 0 0,0 0 0 0 0,0 0 0 0 0,0 1 0 0 0,0-1 0 0 0,0 1 0 0 0,-1 0 0 0 0,1 0 0 0 0,-1 0 0 0 0,1 0 0 0 0,-1 0 0 0 0,4 5-1 0 0,13 8 1 0 0,-13-11 11 0 0,0 0 0 0 0,0-1 0 0 0,0 1 0 0 0,0-1 0 0 0,1-1 0 0 0,-1 1-1 0 0,1-1 1 0 0,0 0 0 0 0,0-1 0 0 0,0 0 0 0 0,0 0 0 0 0,0 0 0 0 0,0-1 0 0 0,0 0-1 0 0,0 0 1 0 0,0-1 0 0 0,0 0 0 0 0,0 0 0 0 0,0 0 0 0 0,0-1 0 0 0,-1 0 0 0 0,1-1 0 0 0,-1 1-1 0 0,8-5 1 0 0,-2 0 632 0 0,1 1-709 0 0,-17 16-935 0 0,0 6-5073 0 0,-1-14 3790 0 0</inkml:trace>
</inkml:ink>
</file>

<file path=ppt/ink/ink17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43:49.8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 29 444 0 0,'-1'-21'3012'0'0,"-2"13"-1286"0"0,-5 28-4290 0 0,4-17 1090 0 0</inkml:trace>
</inkml:ink>
</file>

<file path=ppt/ink/ink17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43:50.7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1 452 364 0 0,'0'0'1603'0'0,"19"2"2767"0"0,47-61-2330 0 0,-63 58-2007 0 0,1-1 0 0 0,-1 1 0 0 0,1 0 0 0 0,-1 0 1 0 0,1 0-1 0 0,0 0 0 0 0,-1 1 0 0 0,1-1 0 0 0,0 1 1 0 0,-1 0-1 0 0,1 0 0 0 0,0 0 0 0 0,0 1 0 0 0,6 1 0 0 0,57 12 134 0 0,-65-13-161 0 0,45 12 36 0 0,0-3 0 0 0,1-1 0 0 0,96 4 0 0 0,-134-13-35 0 0,1-1 1 0 0,-1 0 0 0 0,1-1-1 0 0,-1 0 1 0 0,0 0-1 0 0,0-1 1 0 0,0 0-1 0 0,0-1 1 0 0,-1 0-1 0 0,1-1 1 0 0,16-11 0 0 0,-25 15-7 0 0,0 1 1 0 0,0-1-1 0 0,0 0 1 0 0,-1 1-1 0 0,1-1 1 0 0,0 0 0 0 0,0 0-1 0 0,-1 1 1 0 0,1-1-1 0 0,-1 0 1 0 0,1 0 0 0 0,-1 0-1 0 0,1 0 1 0 0,-1 0-1 0 0,1 0 1 0 0,-1 0-1 0 0,0 0 1 0 0,1 0 0 0 0,-1 0-1 0 0,0 0 1 0 0,0 0-1 0 0,0 0 1 0 0,0 0 0 0 0,0 0-1 0 0,0 0 1 0 0,0-1-1 0 0,0 1 1 0 0,-1 0-1 0 0,1 0 1 0 0,0 0 0 0 0,0 0-1 0 0,-1 0 1 0 0,1 0-1 0 0,-1 0 1 0 0,1 0 0 0 0,-1 1-1 0 0,-1-3 1 0 0,1 1 9 0 0,0 0 0 0 0,-1-1 0 0 0,0 1 1 0 0,1 0-1 0 0,-1 0 0 0 0,0 0 0 0 0,0 0 0 0 0,0 1 0 0 0,0-1 1 0 0,-4-2-1 0 0,5 4 252 0 0,-18 15-177 0 0,-4 36 94 0 0,21-47-170 0 0,2-3 9 0 0,1 2 4 0 0,-1-3-17 0 0,0 1 0 0 0,0-1 1 0 0,1 1-1 0 0,-1 0 0 0 0,0-1 0 0 0,0 1 1 0 0,1 0-1 0 0,-1-1 0 0 0,0 1 0 0 0,1-1 1 0 0,-1 1-1 0 0,0-1 0 0 0,1 1 1 0 0,-1-1-1 0 0,1 1 0 0 0,-1-1 0 0 0,1 0 1 0 0,-1 1-1 0 0,1-1 0 0 0,-1 1 0 0 0,1-1 1 0 0,0 0-1 0 0,-1 0 0 0 0,1 1 0 0 0,-1-1 1 0 0,2 0-1 0 0,39-1-41 0 0,1-3 1 0 0,-1-1-1 0 0,-1-2 0 0 0,1-2 1 0 0,-1-2-1 0 0,65-26 0 0 0,-95 32-3 0 0,0 0 0 0 0,0-1 0 0 0,-1 0 0 0 0,1 0-1 0 0,-1-1 1 0 0,-1 0 0 0 0,0-1 0 0 0,0 0 0 0 0,0 0-1 0 0,-1-1 1 0 0,0 1 0 0 0,-1-2 0 0 0,0 1 0 0 0,0-1 0 0 0,-1 0-1 0 0,4-11 1 0 0,-5 12 78 0 0,-1 0-1 0 0,0 0 1 0 0,-1 0 0 0 0,0 0-1 0 0,0 0 1 0 0,-1-1 0 0 0,0 1-1 0 0,-1-1 1 0 0,0 1 0 0 0,-1 0-1 0 0,1-1 1 0 0,-2 1 0 0 0,0-1-1 0 0,0 1 1 0 0,0 0 0 0 0,-1 0-1 0 0,0 0 1 0 0,-1 1 0 0 0,-7-13-1 0 0,-5 3 953 0 0,16 19-971 0 0,-1-1-1 0 0,0 1 1 0 0,1 0 0 0 0,-1 0 0 0 0,1 0 0 0 0,0 0-1 0 0,-1 0 1 0 0,1 0 0 0 0,0 0 0 0 0,-1 0 0 0 0,1 0-1 0 0,0 0 1 0 0,0 0 0 0 0,0 0 0 0 0,0 1 0 0 0,0-1 0 0 0,0 0-1 0 0,0 0 1 0 0,0 0 0 0 0,1 0 0 0 0,-1 0 0 0 0,1 2-1 0 0,15 107 421 0 0,1 18-595 0 0,-15-93-462 0 0,-2 0 0 0 0,-5 49-1 0 0,1-63-1296 0 0,0 1-1 0 0,-13 38 1 0 0,4-29-511 0 0</inkml:trace>
</inkml:ink>
</file>

<file path=ppt/ink/ink17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43:52.8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48 29 492 0 0,'3'-10'905'0'0,"3"-8"3214"0"0,-4 17-2505 0 0,-1 10-1369 0 0,-18 101 2469 0 0,3 94-734 0 0,13-188-2366 0 0,-1 1-1 0 0,-1 0 1 0 0,-1 0-1 0 0,-5 16 1 0 0,1-2-5147 0 0,6-24 2945 0 0</inkml:trace>
</inkml:ink>
</file>

<file path=ppt/ink/ink17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43:53.6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33 140 844 0 0,'0'-9'6869'0'0,"2"60"-5824"0"0,-3 1-1 0 0,-14 95 1 0 0,8-121-743 0 0,0-42-105 0 0,2-44-124 0 0,7 46-79 0 0,24-145-29 0 0,-22 141 31 0 0,1 0 1 0 0,1 0-1 0 0,1 1 1 0 0,0-1-1 0 0,1 1 1 0 0,16-23-1 0 0,-23 39 3 0 0,-1 0 1 0 0,1 0-1 0 0,0 0 0 0 0,-1 1 0 0 0,1-1 1 0 0,0 0-1 0 0,0 1 0 0 0,0-1 0 0 0,0 0 1 0 0,0 1-1 0 0,0-1 0 0 0,-1 1 0 0 0,1 0 1 0 0,0-1-1 0 0,0 1 0 0 0,1 0 0 0 0,-1-1 1 0 0,0 1-1 0 0,0 0 0 0 0,0 0 0 0 0,0 0 1 0 0,0 0-1 0 0,0 0 0 0 0,0 0 0 0 0,0 0 1 0 0,0 0-1 0 0,0 1 0 0 0,0-1 0 0 0,0 0 1 0 0,0 0-1 0 0,0 1 0 0 0,0-1 0 0 0,0 1 1 0 0,0-1-1 0 0,0 1 0 0 0,0 0 0 0 0,0-1 1 0 0,1 2-1 0 0,1 1 2 0 0,0-1-1 0 0,0 1 1 0 0,0 0 0 0 0,0 0 0 0 0,0 0 0 0 0,0 0 0 0 0,3 7-1 0 0,29 53 22 0 0,3-2 0 0 0,62 76 0 0 0,-99-136-21 0 0,-1 0-1 0 0,1 0 0 0 0,-1-1 0 0 0,1 1 1 0 0,-1 0-1 0 0,1 0 0 0 0,0 0 0 0 0,0-1 1 0 0,-1 1-1 0 0,1 0 0 0 0,0-1 1 0 0,0 1-1 0 0,0-1 0 0 0,0 1 0 0 0,0-1 1 0 0,-1 1-1 0 0,1-1 0 0 0,0 0 0 0 0,0 0 1 0 0,0 1-1 0 0,0-1 0 0 0,0 0 0 0 0,0 0 1 0 0,0 0-1 0 0,0 0 0 0 0,0 0 0 0 0,2 0 1 0 0,-1-1-1 0 0,-1 0 0 0 0,0 0 0 0 0,0 0 0 0 0,1 0 0 0 0,-1 0 1 0 0,0 0-1 0 0,0 0 0 0 0,0 0 0 0 0,0-1 0 0 0,0 1 0 0 0,-1 0 0 0 0,1-1 1 0 0,0 1-1 0 0,0 0 0 0 0,0-3 0 0 0,12-52 10 0 0,-13 56-10 0 0,3-18-40 0 0,-1-3-90 0 0,2 0-1 0 0,10-37 1 0 0,-13 56-488 0 0,1-3 217 0 0,15 4-7677 0 0</inkml:trace>
</inkml:ink>
</file>

<file path=ppt/ink/ink17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43:54.0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 30 380 0 0,'-21'19'2340'0'0,"20"-15"-2195"0"0,0 0 1 0 0,0 0-1 0 0,1 0 1 0 0,-1 0 0 0 0,1 0-1 0 0,0 0 1 0 0,0 1 0 0 0,1-1-1 0 0,-1 0 1 0 0,1 0-1 0 0,0 0 1 0 0,0 0 0 0 0,1 0-1 0 0,-1-1 1 0 0,1 1 0 0 0,-1 0-1 0 0,1-1 1 0 0,1 1-1 0 0,-1-1 1 0 0,0 1 0 0 0,1-1-1 0 0,-1 0 1 0 0,1 0 0 0 0,4 3-1 0 0,-5-4-94 0 0,0 0-1 0 0,1 0 0 0 0,-1 0 1 0 0,0-1-1 0 0,1 1 0 0 0,0-1 1 0 0,-1 1-1 0 0,1-1 0 0 0,0 0 1 0 0,0 0-1 0 0,-1 0 0 0 0,1-1 0 0 0,0 1 1 0 0,0-1-1 0 0,0 1 0 0 0,0-1 1 0 0,0 0-1 0 0,0 0 0 0 0,0 0 1 0 0,0-1-1 0 0,0 1 0 0 0,0-1 1 0 0,-1 0-1 0 0,1 1 0 0 0,0-1 1 0 0,0 0-1 0 0,0-1 0 0 0,-1 1 1 0 0,1 0-1 0 0,-1-1 0 0 0,1 0 1 0 0,-1 1-1 0 0,3-3 0 0 0,-3 1 2 0 0,0 1-1 0 0,-1 0 1 0 0,1-1-1 0 0,0 0 1 0 0,-1 1-1 0 0,0-1 1 0 0,0 0-1 0 0,0 1 1 0 0,0-1-1 0 0,0 0 1 0 0,0 0 0 0 0,-1 0-1 0 0,1 0 1 0 0,-1 0-1 0 0,0 0 1 0 0,0 1-1 0 0,0-1 1 0 0,0 0-1 0 0,-1 0 1 0 0,1 0-1 0 0,-1 0 1 0 0,-1-4-1 0 0,1 2 5 0 0,0 1 1 0 0,-1 0-1 0 0,1-1 0 0 0,-1 1 0 0 0,0 0 1 0 0,0 0-1 0 0,-1 0 0 0 0,1 0 0 0 0,-1 1 1 0 0,1-1-1 0 0,-1 1 0 0 0,-1 0 0 0 0,-6-6 1 0 0,5 6 0 0 0,0 0 0 0 0,0 1 0 0 0,0 0 0 0 0,-1 0 0 0 0,1 0 0 0 0,-1 0 0 0 0,1 1 0 0 0,-1 0 0 0 0,-9 0 0 0 0,13 1-171 0 0,0-1 0 0 0,0 1 1 0 0,0 0-1 0 0,0 0 0 0 0,0 0 0 0 0,1 1 0 0 0,-1-1 0 0 0,0 0 0 0 0,0 1 0 0 0,0-1 1 0 0,0 1-1 0 0,1 0 0 0 0,-1 0 0 0 0,0-1 0 0 0,1 1 0 0 0,-1 0 0 0 0,1 0 0 0 0,-1 1 1 0 0,1-1-1 0 0,-1 0 0 0 0,1 0 0 0 0,0 1 0 0 0,-1-1 0 0 0,1 1 0 0 0,0-1 0 0 0,0 1 1 0 0,0-1-1 0 0,0 1 0 0 0,-1 3 0 0 0,8 4-3455 0 0,0-3 1524 0 0</inkml:trace>
</inkml:ink>
</file>

<file path=ppt/ink/ink17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43:54.4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 38 548 0 0,'0'0'1312'0'0,"-9"36"1158"0"0,10-31-2336 0 0,0-1 0 0 0,0 1 0 0 0,0-1 0 0 0,1 0 1 0 0,0 0-1 0 0,0 1 0 0 0,0-1 0 0 0,0 0 0 0 0,1-1 1 0 0,-1 1-1 0 0,1 0 0 0 0,0-1 0 0 0,0 1 0 0 0,1-1 0 0 0,-1 0 1 0 0,0 0-1 0 0,1 0 0 0 0,0-1 0 0 0,7 5 0 0 0,-8-6-95 0 0,-1 0 0 0 0,1 0 0 0 0,-1 0 0 0 0,1 0 0 0 0,0 0 0 0 0,-1 0 0 0 0,1-1 0 0 0,0 1 0 0 0,0-1 0 0 0,0 0 0 0 0,-1 0 0 0 0,1 0 0 0 0,0 0 0 0 0,0-1 0 0 0,0 1 0 0 0,-1-1 0 0 0,1 1 0 0 0,0-1 0 0 0,-1 0 0 0 0,1 0 0 0 0,-1 0 0 0 0,1 0 0 0 0,-1-1 0 0 0,1 1 0 0 0,-1-1 0 0 0,0 0 0 0 0,0 1 0 0 0,1-1 0 0 0,-1 0 0 0 0,0 0 0 0 0,-1 0 0 0 0,1-1 0 0 0,1-1 0 0 0,0-1 26 0 0,0 0 0 0 0,0-1 0 0 0,-1 1 0 0 0,0-1 0 0 0,0 1 0 0 0,-1-1 0 0 0,1 0 0 0 0,-1 1 0 0 0,-1-1 0 0 0,1 0 0 0 0,-1 0 0 0 0,0 0 0 0 0,0 1 0 0 0,0-1 0 0 0,-1 0 0 0 0,0 0 0 0 0,0 0 0 0 0,-1 1 0 0 0,1-1 0 0 0,-4-6 0 0 0,1 8-324 0 0</inkml:trace>
</inkml:ink>
</file>

<file path=ppt/ink/ink17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43:55.0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 49 176 0 0,'-6'84'5630'0'0,"0"-5"-3297"0"0,8-95-2203 0 0,0 1 1 0 0,0 0 0 0 0,1 0 0 0 0,1 0-1 0 0,1 0 1 0 0,0 1 0 0 0,1-1 0 0 0,0 1-1 0 0,1 1 1 0 0,16-25 0 0 0,-22 37-128 0 0,16 27 34 0 0,-15-16-34 0 0,0 0-1 0 0,1-1 1 0 0,-1 1-1 0 0,2 0 1 0 0,0-1 0 0 0,0 0-1 0 0,0 0 1 0 0,1 0-1 0 0,0-1 1 0 0,8 10 0 0 0,-11-15-2 0 0,1 0-1 0 0,-1-1 1 0 0,0 1 0 0 0,1-1 0 0 0,0 1 0 0 0,-1-1-1 0 0,1 0 1 0 0,0 0 0 0 0,0 0 0 0 0,0-1 0 0 0,0 1 0 0 0,1 0-1 0 0,-1-1 1 0 0,0 0 0 0 0,1 0 0 0 0,-1 0 0 0 0,1 0-1 0 0,-1-1 1 0 0,1 1 0 0 0,-1-1 0 0 0,1 0 0 0 0,-1 0 0 0 0,1 0-1 0 0,-1-1 1 0 0,1 1 0 0 0,-1-1 0 0 0,1 0 0 0 0,-1 0-1 0 0,1 0 1 0 0,-1 0 0 0 0,0-1 0 0 0,0 1 0 0 0,6-4 0 0 0,-4 1 33 0 0,1-1 1 0 0,-1 1 0 0 0,0-1 0 0 0,-1 1 0 0 0,1-2-1 0 0,-1 1 1 0 0,0 0 0 0 0,0-1 0 0 0,-1 0 0 0 0,1 1 0 0 0,-1-2-1 0 0,0 1 1 0 0,-1 0 0 0 0,0 0 0 0 0,0-1 0 0 0,0 1-1 0 0,-1-1 1 0 0,0 0 0 0 0,0-8 0 0 0,14-42-452 0 0,-15 56-92 0 0,-10-2-7027 0 0</inkml:trace>
</inkml:ink>
</file>

<file path=ppt/ink/ink17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43:55.9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 87 916 0 0,'6'-63'5864'0'0,"-6"40"-2847"0"0,-4 36-183 0 0,-2 38-2448 0 0,1 1-1 0 0,3 0 0 0 0,2 1 1 0 0,10 80-1 0 0,-3 28 119 0 0,-6-149 50 0 0,-2 3-1891 0 0,-9-5-4687 0 0</inkml:trace>
</inkml:ink>
</file>

<file path=ppt/ink/ink17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43:58.2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74 370 16 0 0,'1'-1'433'0'0,"-1"0"0"0"0,0-1 0 0 0,0 1 0 0 0,0-1 0 0 0,-1 1 0 0 0,1 0 0 0 0,0-1 0 0 0,0 1 0 0 0,-1 0 0 0 0,1 0-1 0 0,-1-1 1 0 0,1 1 0 0 0,-1 0 0 0 0,1 0 0 0 0,-1 0 0 0 0,0-1 0 0 0,-1 0 0 0 0,2 2-338 0 0,0 0 0 0 0,-1 0-1 0 0,1 0 1 0 0,-1 0 0 0 0,1 0 0 0 0,-1 0-1 0 0,1 0 1 0 0,-1 0 0 0 0,1 0 0 0 0,-1 0-1 0 0,1 1 1 0 0,0-1 0 0 0,-1 0 0 0 0,1 0-1 0 0,-1 0 1 0 0,1 1 0 0 0,0-1 0 0 0,-1 0-1 0 0,1 1 1 0 0,-1-1 0 0 0,1 0 0 0 0,0 1-1 0 0,0-1 1 0 0,-1 0 0 0 0,1 1 0 0 0,0-1-1 0 0,0 1 1 0 0,-1-1 0 0 0,1 0 0 0 0,0 1-1 0 0,0-1 1 0 0,0 1 0 0 0,0-1 0 0 0,0 1-1 0 0,-1-1 1 0 0,1 1 0 0 0,0-1 0 0 0,0 1-1 0 0,0-1 1 0 0,0 1 0 0 0,-15 61 597 0 0,2 0 0 0 0,-7 110 0 0 0,15-123-520 0 0,3-12-8 0 0,3-37-4 0 0,-1-21-97 0 0,3-42-52 0 0,13-72 0 0 0,-2 12-16 0 0,-7 75-10 0 0,21-76 0 0 0,-17 78 8 0 0,-5 27 3 0 0,0 1 0 0 0,2-1 0 0 0,-1 2 0 0 0,2-1 0 0 0,1 1 0 0 0,17-24 0 0 0,-25 39 3 0 0,-1-1 1 0 0,1 1 0 0 0,0 0 0 0 0,-1 0-1 0 0,1 0 1 0 0,0 0 0 0 0,1 0-1 0 0,-1 1 1 0 0,0-1 0 0 0,0 0 0 0 0,1 1-1 0 0,-1 0 1 0 0,1 0 0 0 0,-1-1-1 0 0,1 1 1 0 0,0 1 0 0 0,-1-1 0 0 0,1 0-1 0 0,0 1 1 0 0,0-1 0 0 0,-1 1-1 0 0,1 0 1 0 0,0 0 0 0 0,0 0 0 0 0,-1 0-1 0 0,1 1 1 0 0,0-1 0 0 0,0 1 0 0 0,-1-1-1 0 0,1 1 1 0 0,0 0 0 0 0,-1 0-1 0 0,1 0 1 0 0,-1 1 0 0 0,1-1 0 0 0,-1 1-1 0 0,0-1 1 0 0,0 1 0 0 0,1 0-1 0 0,2 3 1 0 0,3 2 0 0 0,0 1 0 0 0,0 0 0 0 0,-1 0 0 0 0,-1 1 0 0 0,1 0 0 0 0,-1 0 0 0 0,-1 0 0 0 0,9 21 0 0 0,-12-27-1 0 0,-1 1 0 0 0,0-1 1 0 0,0 1-1 0 0,0 0 0 0 0,0 0 1 0 0,-1 0-1 0 0,1-1 0 0 0,-1 1 0 0 0,0 0 1 0 0,0 0-1 0 0,-1 0 0 0 0,1 0 1 0 0,-1-1-1 0 0,0 1 0 0 0,0 0 1 0 0,0 0-1 0 0,0-1 0 0 0,-1 1 1 0 0,1-1-1 0 0,-1 1 0 0 0,0-1 1 0 0,0 0-1 0 0,0 0 0 0 0,-1 1 1 0 0,1-2-1 0 0,-1 1 0 0 0,1 0 1 0 0,-1 0-1 0 0,0-1 0 0 0,0 0 0 0 0,0 1 1 0 0,-1-1-1 0 0,1 0 0 0 0,0-1 1 0 0,-1 1-1 0 0,1 0 0 0 0,-1-1 1 0 0,0 0-1 0 0,0 0 0 0 0,-5 1 1 0 0,-27 7-335 0 0,1-2 0 0 0,-48 5 1 0 0,75-12-395 0 0,-29 4-254 0 0,35-4 645 0 0,1 0 0 0 0,0 0 0 0 0,-1 0 0 0 0,1 1 0 0 0,0-1 0 0 0,-1 0 0 0 0,1 1 0 0 0,0-1 0 0 0,0 1 0 0 0,0 0 0 0 0,-1-1 0 0 0,1 1 0 0 0,0 0 0 0 0,0 0 0 0 0,0 0 0 0 0,0 0 0 0 0,0-1 1 0 0,0 1-1 0 0,0 1 0 0 0,1-1 0 0 0,-2 1 0 0 0,0 4-1964 0 0</inkml:trace>
</inkml:ink>
</file>

<file path=ppt/ink/ink17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44:00.3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187 184 88 0 0,'6'-60'7979'0'0,"-6"59"-7673"0"0,-1 0-195 0 0,0-1 1 0 0,0 1-1 0 0,0 0 1 0 0,0-1-1 0 0,0 1 1 0 0,0 0-1 0 0,0 0 0 0 0,0 0 1 0 0,0 0-1 0 0,-1 0 1 0 0,1 0-1 0 0,0 0 1 0 0,-1 0-1 0 0,1 0 1 0 0,0 1-1 0 0,-1-1 1 0 0,1 1-1 0 0,-1-1 1 0 0,1 1-1 0 0,-1-1 1 0 0,-2 1-1 0 0,3-1 26 0 0,-43 19 647 0 0,34-13-687 0 0,1 0 0 0 0,0 1 0 0 0,0 0 0 0 0,1 0 0 0 0,0 1 0 0 0,0 0 0 0 0,1 1 1 0 0,-1 0-1 0 0,2 0 0 0 0,-1 0 0 0 0,1 1 0 0 0,0 0 0 0 0,-8 19 0 0 0,13-27-95 0 0,1 0 0 0 0,0-1 1 0 0,-1 1-1 0 0,1 0 0 0 0,0 0 0 0 0,0 0 0 0 0,-1 0 0 0 0,1 0 0 0 0,0 0 1 0 0,0 0-1 0 0,0 0 0 0 0,0 0 0 0 0,0 0 0 0 0,0 0 0 0 0,0 0 0 0 0,1 0 1 0 0,-1 0-1 0 0,0-1 0 0 0,1 1 0 0 0,-1 0 0 0 0,0 0 0 0 0,1 0 0 0 0,-1 0 1 0 0,1 0-1 0 0,-1-1 0 0 0,1 1 0 0 0,-1 0 0 0 0,1 0 0 0 0,0-1 0 0 0,-1 1 1 0 0,1 0-1 0 0,0-1 0 0 0,0 1 0 0 0,0-1 0 0 0,-1 1 0 0 0,1-1 0 0 0,0 0 1 0 0,0 1-1 0 0,0-1 0 0 0,0 0 0 0 0,0 1 0 0 0,0-1 0 0 0,0 0 0 0 0,0 0 1 0 0,0 0-1 0 0,-1 0 0 0 0,1 0 0 0 0,0 0 0 0 0,0 0 0 0 0,0 0 0 0 0,0 0 1 0 0,1-1-1 0 0,7 1-9 0 0,-1-1 1 0 0,1 0 0 0 0,-1 0-1 0 0,13-4 1 0 0,-14 2 5 0 0,0 0 0 0 0,0 0 0 0 0,0 0 0 0 0,0-1 0 0 0,-1 0 0 0 0,1-1 1 0 0,-1 0-1 0 0,0 1 0 0 0,0-2 0 0 0,-1 1 0 0 0,0-1 0 0 0,0 0 0 0 0,5-7 0 0 0,5-12 33 0 0,-13 25-4 0 0,-11 14-28 0 0,8-11-12 0 0,0-1 0 0 0,1 0 1 0 0,-1 1-1 0 0,1-1 0 0 0,-1 1 0 0 0,1-1 0 0 0,0 1 1 0 0,0-1-1 0 0,0 1 0 0 0,0-1 0 0 0,1 1 1 0 0,-1-1-1 0 0,1 0 0 0 0,-1 1 0 0 0,1-1 1 0 0,0 1-1 0 0,0-1 0 0 0,0 0 0 0 0,0 0 0 0 0,0 1 1 0 0,0-1-1 0 0,1 0 0 0 0,-1 0 0 0 0,1 0 1 0 0,0 0-1 0 0,-1-1 0 0 0,1 1 0 0 0,0 0 0 0 0,0-1 1 0 0,0 1-1 0 0,3 0 0 0 0,-1 0-14 0 0,0-1 0 0 0,0 0 0 0 0,0 0-1 0 0,0-1 1 0 0,1 1 0 0 0,-1-1 0 0 0,0 0-1 0 0,1 0 1 0 0,-1 0 0 0 0,0-1 0 0 0,0 1 0 0 0,1-1-1 0 0,-1 0 1 0 0,0 0 0 0 0,0-1 0 0 0,0 1-1 0 0,0-1 1 0 0,7-4 0 0 0,2-3-10 0 0,0 0 1 0 0,-1-1-1 0 0,21-22 0 0 0,-4 4 6 0 0,-3-15 237 0 0,-25 43-168 0 0,-26 35-24 0 0,25-33-16 0 0,-1 0 0 0 0,1 0 0 0 0,0 0 0 0 0,-1 1 0 0 0,1-1 0 0 0,0 0 0 0 0,0 0 0 0 0,1 0 0 0 0,-1 1 0 0 0,0-1 0 0 0,1 0 0 0 0,-1 0 0 0 0,1 0 0 0 0,0 0 0 0 0,0 0 0 0 0,-1 0-1 0 0,1 0 1 0 0,1 0 0 0 0,-1 0 0 0 0,0 0 0 0 0,0 0 0 0 0,1-1 0 0 0,-1 1 0 0 0,1 0 0 0 0,-1-1 0 0 0,1 1 0 0 0,0-1 0 0 0,0 0 0 0 0,0 0 0 0 0,0 1 0 0 0,0-1 0 0 0,0 0 0 0 0,0-1 0 0 0,0 1 0 0 0,0 0 0 0 0,0-1 0 0 0,0 1 0 0 0,0-1 0 0 0,0 1 0 0 0,1-1 0 0 0,-1 0 0 0 0,0 0-1 0 0,0 0 1 0 0,1 0 0 0 0,-1-1 0 0 0,0 1 0 0 0,0 0 0 0 0,0-1 0 0 0,0 0 0 0 0,0 1 0 0 0,4-3 0 0 0,16-7-21 0 0,-6 4 4 0 0,-1-1 0 0 0,0 0 0 0 0,-1-2 0 0 0,1 1 0 0 0,23-21-1 0 0,-7 8-24 0 0,-30 20 69 0 0,-1 16 17 0 0,1 8 17 0 0,-1-18-45 0 0,1-1 0 0 0,-1 0 0 0 0,0 1 0 0 0,0-1 0 0 0,-1 1 0 0 0,1-1 0 0 0,-1 0 0 0 0,0 1 0 0 0,0-1 0 0 0,0 0 0 0 0,-3 7 0 0 0,3-11 1 0 0,5-1-9 0 0,0-1 0 0 0,-1 1-1 0 0,1-1 1 0 0,-1 0 0 0 0,0 0 0 0 0,0 0 0 0 0,1 0 0 0 0,-1-1-1 0 0,-1 1 1 0 0,1-1 0 0 0,4-5 0 0 0,-1 2-12 0 0,0 0 0 0 0,1 0 0 0 0,0 1 0 0 0,0 0 0 0 0,13-7 0 0 0,-20 11 7 0 0,3 2-4 0 0,1 1-1 0 0,-1-1 0 0 0,0 0 1 0 0,-1 1-1 0 0,1 0 0 0 0,0-1 0 0 0,0 1 1 0 0,-1 0-1 0 0,5 5 0 0 0,-7-7 4 0 0,4 3 2 0 0,-2 0-4 0 0,0-2 0 0 0,0 1 0 0 0,0 0 0 0 0,0 0 0 0 0,1-1 0 0 0,-1 1 0 0 0,0-1 0 0 0,1 1 0 0 0,-1-1 0 0 0,1 0 0 0 0,0 0 0 0 0,-1 0 0 0 0,1-1 0 0 0,0 1 0 0 0,0-1 0 0 0,-1 1 0 0 0,1-1 0 0 0,0 0 0 0 0,0 0 0 0 0,0 0 0 0 0,-1-1 0 0 0,1 1 0 0 0,0 0 0 0 0,0-1 0 0 0,3-1-1 0 0,0 0 2 0 0,0 0 0 0 0,0-1-1 0 0,0 0 1 0 0,0 0-1 0 0,-1 0 1 0 0,1-1 0 0 0,-1 0-1 0 0,0 0 1 0 0,0 0-1 0 0,0 0 1 0 0,-1-1 0 0 0,1 0-1 0 0,4-8 1 0 0,-3 6 23 0 0,-1-1-1 0 0,0 1 1 0 0,0-1 0 0 0,-1 0-1 0 0,0-1 1 0 0,-1 1 0 0 0,0-1-1 0 0,0 0 1 0 0,2-8 0 0 0,-4 3 165 0 0,1 0 1270 0 0,-9 38-609 0 0,4-12-706 0 0,1 1 0 0 0,1 0 0 0 0,0 0 0 0 0,1 0 0 0 0,2 24 0 0 0,6 32-3203 0 0,-7-60 2111 0 0,1-2-595 0 0,0 2-3904 0 0</inkml:trace>
</inkml:ink>
</file>

<file path=ppt/ink/ink17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44:00.6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53 108 0 0,'82'-34'8519'0'0,"-72"25"-10396"0"0,-19 4-1685 0 0,5 4 3699 0 0,-4-2-2010 0 0</inkml:trace>
</inkml:ink>
</file>

<file path=ppt/ink/ink17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44:01.0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 13 728 0 0,'0'0'724'0'0,"-8"-4"1180"0"0,0-1-420 0 0,3 2-399 0 0,5 20-2010 0 0,0-13 89 0 0,-2 6-2240 0 0</inkml:trace>
</inkml:ink>
</file>

<file path=ppt/ink/ink17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44:25.2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 0 180 0 0,'8'40'2494'0'0,"-4"-19"-1860"0"0,-2 1 1 0 0,0-1-1 0 0,-2 1 0 0 0,0-1 0 0 0,-5 35 0 0 0,2-24-306 0 0,-7 43 468 0 0,5-45-232 0 0,-2 48 0 0 0,0-31 889 0 0,7-47-1433 0 0,0 0 0 0 0,0 0 0 0 0,0 0 0 0 0,0 0 0 0 0,0 0 0 0 0,-1-1 0 0 0,1 1 0 0 0,0 0 1 0 0,0 0-1 0 0,0 0 0 0 0,0 0 0 0 0,0 0 0 0 0,0 0 0 0 0,0 0 0 0 0,0 0 0 0 0,-1 0 0 0 0,1 0 0 0 0,0 0 1 0 0,0 0-1 0 0,0 0 0 0 0,0 0 0 0 0,0 0 0 0 0,0 0 0 0 0,0 0 0 0 0,-1 0 0 0 0,1 0 0 0 0,0 0 0 0 0,0 0 1 0 0,0 0-1 0 0,0 0 0 0 0,0 0 0 0 0,0 0 0 0 0,-1 0 0 0 0,1 0 0 0 0,0 0 0 0 0,0 0 0 0 0,0 0 0 0 0,0 0 1 0 0,0 0-1 0 0,0 0 0 0 0,0 0 0 0 0,0 0 0 0 0,0 1 0 0 0,-1-1 0 0 0,1 0 0 0 0,0 0 0 0 0,0 0 0 0 0,0 0 1 0 0,0 0-1 0 0,0 0 0 0 0,0 0 0 0 0,0 0 0 0 0,0 1 0 0 0,0-1 0 0 0,0 0 0 0 0,0 0 0 0 0,0 0 0 0 0,0 0 1 0 0,0 0-1 0 0,0 0 0 0 0,0 1 0 0 0,0-1 0 0 0,0 0 0 0 0,0 0 0 0 0,0 0 0 0 0,-2-28 450 0 0,1-1-304 0 0,0 10-125 0 0,1-1 1 0 0,0 0-1 0 0,1 0 1 0 0,2 1-1 0 0,0-1 1 0 0,1 1-1 0 0,0 0 1 0 0,11-26-1 0 0,-8 26-48 0 0,-6 15 6 0 0,0 1 0 0 0,0 0 0 0 0,0-1 0 0 0,1 1 0 0 0,-1 0 0 0 0,1 0 0 0 0,0 0 0 0 0,0 0 0 0 0,0 0 0 0 0,0 0 0 0 0,5-5 0 0 0,-6 8-11 0 0,33 14-43 0 0,-11 7 33 0 0,36 43 1 0 0,-35-37 22 0 0,35 31 0 0 0,-52-51 0 0 0,1-1 0 0 0,1 0 0 0 0,-1 0 0 0 0,1-1 0 0 0,0 0 0 0 0,0 0 0 0 0,0-1 0 0 0,1-1 0 0 0,11 4 0 0 0,-18-7 1 0 0,0 1 0 0 0,0-1-1 0 0,0 1 1 0 0,0-1 0 0 0,0 0 0 0 0,0-1 0 0 0,0 1 0 0 0,0 0 0 0 0,0-1 0 0 0,-1 1 0 0 0,1-1-1 0 0,0 0 1 0 0,0 0 0 0 0,0 0 0 0 0,-1-1 0 0 0,1 1 0 0 0,0 0 0 0 0,-1-1 0 0 0,1 0 0 0 0,-1 0-1 0 0,0 0 1 0 0,0 0 0 0 0,1 0 0 0 0,-1 0 0 0 0,-1 0 0 0 0,1-1 0 0 0,0 1 0 0 0,0 0 0 0 0,-1-1-1 0 0,0 0 1 0 0,1 1 0 0 0,-1-1 0 0 0,0 0 0 0 0,0 0 0 0 0,1-5 0 0 0,3-12 15 0 0,-1 0-1 0 0,-1 0 1 0 0,-1-1 0 0 0,1-22 0 0 0,-3 26 9 0 0,0-27-7 0 0,-1 32-66 0 0,1 1 0 0 0,0-1 0 0 0,1 0 0 0 0,3-18 0 0 0,-3 29-147 0 0,10 37-5255 0 0,-8-28 2904 0 0,2 0 197 0 0</inkml:trace>
</inkml:ink>
</file>

<file path=ppt/ink/ink17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44:25.7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15 315 588 0 0,'83'153'7791'0'0,"-81"-143"-5389"0"0,-11-15-1819 0 0,-15-23-47 0 0,13 6-345 0 0,0-1 1 0 0,2 0 0 0 0,0 0 0 0 0,2-1-1 0 0,1 0 1 0 0,-5-32 0 0 0,10 46-170 0 0,0 0 0 0 0,1 0 1 0 0,0 0-1 0 0,0 0 0 0 0,1 0 1 0 0,0 1-1 0 0,1-1 0 0 0,0 0 1 0 0,1 0-1 0 0,0 1 0 0 0,1 0 1 0 0,-1 0-1 0 0,2 0 0 0 0,-1 0 1 0 0,1 0-1 0 0,1 1 0 0 0,0 0 1 0 0,11-14-1 0 0,-9 16-9 0 0,-1 0 0 0 0,1 0 0 0 0,0 1 0 0 0,1 0 0 0 0,-1 0 0 0 0,1 1 0 0 0,0 0 0 0 0,0 0 0 0 0,0 1 0 0 0,1 1 0 0 0,-1-1 0 0 0,1 1 0 0 0,-1 1 0 0 0,16-1 0 0 0,-13 2-6 0 0,0-1 0 0 0,0 2 1 0 0,-1 0-1 0 0,1 0 1 0 0,0 1-1 0 0,-1 0 0 0 0,1 1 1 0 0,-1 1-1 0 0,1-1 1 0 0,-1 2-1 0 0,15 8 0 0 0,-23-12-5 0 0,-1 0 0 0 0,0 0 0 0 0,0 0 0 0 0,0 0 0 0 0,0 0 0 0 0,0 1 0 0 0,-1-1 0 0 0,1 0 0 0 0,0 1 0 0 0,-1 0 0 0 0,1-1 0 0 0,-1 1 0 0 0,1 0 0 0 0,-1 0 0 0 0,0 0 0 0 0,0 0 0 0 0,0 0 0 0 0,0 0 0 0 0,0 0 0 0 0,0 0 1 0 0,-1 0-1 0 0,1 1 0 0 0,-1-1 0 0 0,1 0 0 0 0,-1 0 0 0 0,0 1 0 0 0,0-1 0 0 0,0 0 0 0 0,0 1 0 0 0,0-1 0 0 0,0 0 0 0 0,-1 0 0 0 0,1 1 0 0 0,-1-1 0 0 0,0 0 0 0 0,0 0 0 0 0,0 0 0 0 0,0 0 0 0 0,0 0 0 0 0,0 0 0 0 0,0 0 0 0 0,0 0 0 0 0,-1 0 0 0 0,1 0 0 0 0,-1-1 0 0 0,0 1 0 0 0,-1 1 0 0 0,-8 7 3 0 0,0-1-1 0 0,0 0 1 0 0,-1-1 0 0 0,0 0 0 0 0,0-1 0 0 0,-18 8-1 0 0,-56 27-453 0 0,5-2-1959 0 0,27-17-2842 0 0,26-14 1890 0 0</inkml:trace>
</inkml:ink>
</file>

<file path=ppt/ink/ink17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44:28.3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4 144 0 0,'6'-4'5214'0'0,"151"119"70"0"0,77 59-2423 0 0,-208-151-2831 0 0,0 1 0 0 0,-2 1 1 0 0,-1 1-1 0 0,24 34 1 0 0,-20-16-2426 0 0,-12-13-3481 0 0,-11-20 2848 0 0</inkml:trace>
</inkml:ink>
</file>

<file path=ppt/ink/ink17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44:29.0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7 368 0 0,'19'44'5333'0'0,"-13"-16"-4042"0"0,-1 0-1 0 0,-1 0 1 0 0,0 49-1 0 0,-3-44-449 0 0,1 0-1 0 0,10 45 1 0 0,-4-47-275 0 0,-4-18-202 0 0,0 1-1 0 0,-1-1 0 0 0,1 22 1 0 0,-4-34 309 0 0,-9-35-379 0 0,7 9-259 0 0,2-1 0 0 0,1 1 0 0 0,1 0 0 0 0,9-41 0 0 0,33-95-261 0 0,-43 153 207 0 0,1 1 0 0 0,0-1 0 0 0,1 1 0 0 0,0 0 0 0 0,0-1 0 0 0,1 1 0 0 0,0 1 0 0 0,0-1 0 0 0,0 1 0 0 0,1-1 0 0 0,0 1 0 0 0,11-10-1 0 0,-15 16 18 0 0,0-1-1 0 0,1 1 1 0 0,-1 0-1 0 0,0 0 0 0 0,0 0 1 0 0,0 1-1 0 0,0-1 1 0 0,0 0-1 0 0,0 0 0 0 0,0 1 1 0 0,1-1-1 0 0,-1 0 0 0 0,0 1 1 0 0,0-1-1 0 0,0 1 1 0 0,0-1-1 0 0,-1 1 0 0 0,1 0 1 0 0,0-1-1 0 0,0 1 0 0 0,0 0 1 0 0,0 0-1 0 0,-1 0 1 0 0,1 0-1 0 0,0-1 0 0 0,-1 1 1 0 0,1 0-1 0 0,0 2 1 0 0,20 29-50 0 0,-21-31 47 0 0,36 69 2 0 0,-25-46-1 0 0,1-1-1 0 0,1 0 1 0 0,0 0-1 0 0,2-2 1 0 0,1 1-1 0 0,29 30 1 0 0,-44-52 5 0 0,-1 1-1 0 0,1 0 1 0 0,-1-1 0 0 0,1 1 0 0 0,0-1 0 0 0,-1 1-1 0 0,1-1 1 0 0,0 1 0 0 0,-1-1 0 0 0,1 1-1 0 0,0-1 1 0 0,0 0 0 0 0,-1 1 0 0 0,1-1 0 0 0,0 0-1 0 0,0 0 1 0 0,0 0 0 0 0,0 0 0 0 0,-1 1 0 0 0,1-1-1 0 0,0 0 1 0 0,0 0 0 0 0,0-1 0 0 0,-1 1-1 0 0,1 0 1 0 0,0 0 0 0 0,0 0 0 0 0,0 0 0 0 0,0-1-1 0 0,-1 1 1 0 0,2-1 0 0 0,0 0 3 0 0,-1-1 0 0 0,1 0 0 0 0,-1 1 0 0 0,0-1 0 0 0,1 0 0 0 0,-1 0-1 0 0,0 0 1 0 0,0 0 0 0 0,0 0 0 0 0,0 0 0 0 0,1-3 0 0 0,9-57 6 0 0,-3-102-1278 0 0,-5 146-914 0 0</inkml:trace>
</inkml:ink>
</file>

<file path=ppt/ink/ink17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44:29.4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 1 396 0 0,'-2'39'3635'0'0,"0"-25"-3157"0"0,0 0 0 0 0,1 0 0 0 0,1 0-1 0 0,0 0 1 0 0,1 0 0 0 0,3 15 0 0 0,-3-22-343 0 0,0 0 0 0 0,1-1 1 0 0,0 1-1 0 0,0-1 0 0 0,0 1 0 0 0,1-1 0 0 0,0 0 0 0 0,0 0 1 0 0,1 0-1 0 0,-1-1 0 0 0,1 1 0 0 0,1-1 0 0 0,-1 0 0 0 0,9 8 1 0 0,-12-12-95 0 0,1 1 0 0 0,0-1 1 0 0,0 0-1 0 0,0 0 1 0 0,0 0-1 0 0,0 1 0 0 0,0-2 1 0 0,0 1-1 0 0,0 0 1 0 0,0 0-1 0 0,0-1 0 0 0,0 1 1 0 0,1-1-1 0 0,-1 0 1 0 0,0 1-1 0 0,0-1 0 0 0,1 0 1 0 0,-1-1-1 0 0,0 1 1 0 0,0 0-1 0 0,0 0 1 0 0,1-1-1 0 0,-1 0 0 0 0,0 1 1 0 0,0-1-1 0 0,0 0 1 0 0,0 0-1 0 0,0 0 0 0 0,0 0 1 0 0,0 0-1 0 0,0-1 1 0 0,0 1-1 0 0,-1 0 0 0 0,1-1 1 0 0,0 0-1 0 0,-1 1 1 0 0,0-1-1 0 0,1 0 0 0 0,-1 0 1 0 0,0 0-1 0 0,0 0 1 0 0,1-2-1 0 0,1-1 14 0 0,0 0 1 0 0,0 0-1 0 0,-1-1 0 0 0,0 1 0 0 0,0-1 1 0 0,0 0-1 0 0,-1 0 0 0 0,0 1 1 0 0,0-1-1 0 0,0 0 0 0 0,-1 0 0 0 0,0 0 1 0 0,0 0-1 0 0,-1 0 0 0 0,-1-6 0 0 0,1 5 0 0 0,-2 0-1 0 0,1 0 0 0 0,-1 0 0 0 0,0 1 0 0 0,0-1 0 0 0,-1 1 0 0 0,0 0 1 0 0,0 0-1 0 0,-7-7 0 0 0,9 11-225 0 0,0 0 0 0 0,0 1 0 0 0,0-1 0 0 0,0 1-1 0 0,0 0 1 0 0,-1-1 0 0 0,1 1 0 0 0,0 0 0 0 0,-1 0 0 0 0,1 1 0 0 0,0-1 0 0 0,-1 0 0 0 0,1 1 0 0 0,-1 0 0 0 0,1-1 0 0 0,-1 1 0 0 0,1 0 0 0 0,-1 0 0 0 0,1 0-1 0 0,-1 1 1 0 0,1-1 0 0 0,-1 1 0 0 0,1-1 0 0 0,-1 1 0 0 0,1 0 0 0 0,0 0 0 0 0,-1 0 0 0 0,1 0 0 0 0,0 0 0 0 0,-4 3 0 0 0,-4 1-2598 0 0,3-1 215 0 0</inkml:trace>
</inkml:ink>
</file>

<file path=ppt/ink/ink17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44:30.3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42 7 328 0 0,'0'0'702'0'0,"15"12"1854"0"0,-14-7-2315 0 0,0 1 0 0 0,-1 0-1 0 0,0 0 1 0 0,0 0 0 0 0,0 0-1 0 0,0 0 1 0 0,-1 0 0 0 0,0-1 0 0 0,-1 1-1 0 0,1 0 1 0 0,-1-1 0 0 0,0 1-1 0 0,0-1 1 0 0,-1 1 0 0 0,0-1-1 0 0,0 0 1 0 0,0 0 0 0 0,0 0-1 0 0,-1-1 1 0 0,0 1 0 0 0,-5 4-1 0 0,9-9-230 0 0,0 0-1 0 0,0 1 1 0 0,0-1-1 0 0,-1 0 0 0 0,1 0 1 0 0,0 1-1 0 0,-1-1 0 0 0,1 0 1 0 0,0 0-1 0 0,-1 0 1 0 0,1 1-1 0 0,0-1 0 0 0,-1 0 1 0 0,1 0-1 0 0,0 0 1 0 0,-1 0-1 0 0,1 0 0 0 0,0 0 1 0 0,-1 0-1 0 0,1 0 0 0 0,-1 0 1 0 0,1 0-1 0 0,0 0 1 0 0,-1 0-1 0 0,1 0 0 0 0,0 0 1 0 0,-1 0-1 0 0,1 0 0 0 0,0 0 1 0 0,-1 0-1 0 0,1-1 1 0 0,0 1-1 0 0,-1 0 0 0 0,1 0 1 0 0,0 0-1 0 0,-1 0 0 0 0,1-1 1 0 0,0 1-1 0 0,-1 0 1 0 0,1-1-1 0 0,0 1 0 0 0,0 0 1 0 0,-1 0-1 0 0,1-1 0 0 0,0 1 1 0 0,0 0-1 0 0,0-1 1 0 0,0 1-1 0 0,-1 0 0 0 0,1-1 1 0 0,0 1-1 0 0,0 0 0 0 0,0-1 1 0 0,0 1-1 0 0,0-1 1 0 0,0 1-1 0 0,0-1 0 0 0,3-20 60 0 0,6 9-56 0 0,0 2 1 0 0,0-1 0 0 0,1 1 0 0 0,0 1 0 0 0,1 0-1 0 0,0 0 1 0 0,1 1 0 0 0,-1 1 0 0 0,2 0 0 0 0,13-6 0 0 0,-22 11-13 0 0,-1 0 0 0 0,1 1 0 0 0,0 0 0 0 0,0 0 1 0 0,0 0-1 0 0,0 0 0 0 0,0 0 0 0 0,0 1 1 0 0,0 0-1 0 0,7 0 0 0 0,-9 0-2 0 0,-1 0 1 0 0,1 1-1 0 0,0-1 0 0 0,-1 1 0 0 0,1-1 1 0 0,0 1-1 0 0,-1 0 0 0 0,1 0 1 0 0,-1-1-1 0 0,1 1 0 0 0,-1 0 1 0 0,1 1-1 0 0,-1-1 0 0 0,0 0 0 0 0,1 0 1 0 0,-1 0-1 0 0,0 1 0 0 0,0-1 1 0 0,0 1-1 0 0,0-1 0 0 0,1 4 1 0 0,10 34 33 0 0,2 4-8 0 0,-13-43-15 0 0,-1 2-3 0 0,0-2-3 0 0,0 1 0 0 0,0-1 0 0 0,0 1 1 0 0,0-1-1 0 0,0 0 0 0 0,0 1 0 0 0,0-1 0 0 0,0 1 0 0 0,0-1 0 0 0,0 0 0 0 0,0 1 0 0 0,0-1 0 0 0,1 0 1 0 0,-1 1-1 0 0,0-1 0 0 0,0 1 0 0 0,0-1 0 0 0,1 0 0 0 0,-1 0 0 0 0,0 1 0 0 0,0-1 0 0 0,1 0 0 0 0,-1 1 1 0 0,0-1-1 0 0,1 0 0 0 0,-1 0 0 0 0,0 1 0 0 0,1-1 0 0 0,-1 0 0 0 0,0 0 0 0 0,1 0 0 0 0,-1 0 0 0 0,0 1 0 0 0,1-1 1 0 0,-1 0-1 0 0,1 0 0 0 0,-1 0 0 0 0,55-33 73 0 0,-47 27-74 0 0,1-1 0 0 0,1 1 0 0 0,-1 1-1 0 0,1-1 1 0 0,0 2 0 0 0,1-1 0 0 0,-1 1 0 0 0,17-3 0 0 0,-25 7-3 0 0,0-1 0 0 0,-1 1 0 0 0,1 0 0 0 0,0 1 0 0 0,0-1 0 0 0,-1 0 1 0 0,1 0-1 0 0,0 1 0 0 0,0-1 0 0 0,-1 1 0 0 0,1 0 0 0 0,0-1 0 0 0,-1 1 0 0 0,1 0 1 0 0,-1 0-1 0 0,1 0 0 0 0,-1 0 0 0 0,3 2 0 0 0,25 30 20 0 0,-2-4 24 0 0,-23-26-20 0 0,0-1 0 0 0,0 0 0 0 0,0 0 1 0 0,0-1-1 0 0,1 0 0 0 0,-1 1 0 0 0,0-1 1 0 0,1 0-1 0 0,-1-1 0 0 0,0 1 0 0 0,1-1 1 0 0,-1 0-1 0 0,1 0 0 0 0,4-1 0 0 0,60-17 689 0 0,-33 7 203 0 0,-21 6-60 0 0,-10 4-1491 0 0,-9 9-212 0 0,3-7 805 0 0,-8 8-1181 0 0</inkml:trace>
</inkml:ink>
</file>

<file path=ppt/ink/ink17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44:30.6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54 268 0 0,'12'-45'5887'0'0,"-10"37"-4695"0"0,-6 21-3535 0 0,1-8 447 0 0</inkml:trace>
</inkml:ink>
</file>

<file path=ppt/ink/ink17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44:31.3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1 365 224 0 0,'0'0'275'0'0,"1"1"0"0"0,-1 0-1 0 0,0 0 1 0 0,1 0 0 0 0,-1 0 0 0 0,1 0-1 0 0,-1 0 1 0 0,1 0 0 0 0,-1-1 0 0 0,1 1 0 0 0,0 0-1 0 0,0 0 1 0 0,-1-1 0 0 0,1 1 0 0 0,0 0 0 0 0,0-1-1 0 0,0 1 1 0 0,-1-1 0 0 0,1 1 0 0 0,0-1-1 0 0,0 0 1 0 0,0 1 0 0 0,0-1 0 0 0,0 0 0 0 0,0 0-1 0 0,0 1 1 0 0,0-1 0 0 0,0 0 0 0 0,0 0-1 0 0,0 0 1 0 0,0 0 0 0 0,0 0 0 0 0,2-1 0 0 0,38-15 935 0 0,-8 2-595 0 0,-19 13-555 0 0,1 1 0 0 0,-1 1 1 0 0,0 0-1 0 0,0 0 1 0 0,0 2-1 0 0,-1 0 0 0 0,1 0 1 0 0,20 9-1 0 0,39 8-79 0 0,-48-15-9 0 0,14 2-99 0 0,80 5 0 0 0,-107-11 117 0 0,-1-2-1 0 0,1 1 1 0 0,0-2 0 0 0,-1 1-1 0 0,1-2 1 0 0,-1 1-1 0 0,0-2 1 0 0,0 1-1 0 0,0-1 1 0 0,0-1-1 0 0,14-9 1 0 0,-23 14 18 0 0,-1-1 0 0 0,0 0 0 0 0,1 0 0 0 0,-1 0 0 0 0,0 0 0 0 0,0 0 0 0 0,1 0 0 0 0,-1 0 0 0 0,0 0 0 0 0,0 0 0 0 0,0 0 0 0 0,0-1 0 0 0,-1 1 0 0 0,1 0 0 0 0,0-1 0 0 0,0 1 0 0 0,-1-1 0 0 0,1 1 0 0 0,-1 0 0 0 0,1-1 0 0 0,-1 0 0 0 0,0 1 0 0 0,0-1 0 0 0,0 1 0 0 0,1-1 0 0 0,-1 1 0 0 0,-1-1 0 0 0,1 1 0 0 0,0-1 0 0 0,0 1 0 0 0,-1-1 0 0 0,1 0 0 0 0,0 1 0 0 0,-1 0 0 0 0,0-1 0 0 0,1 1 0 0 0,-1-1 0 0 0,0 1 0 0 0,0 0 0 0 0,-1-3 0 0 0,1 3 11 0 0,-30-9 208 0 0,30 10-182 0 0,-45 16 363 0 0,44-16-384 0 0,-1 1-1 0 0,1 0 1 0 0,0 0 0 0 0,-1 0-1 0 0,1 1 1 0 0,0-1 0 0 0,0 1-1 0 0,0-1 1 0 0,0 1 0 0 0,0 0 0 0 0,1-1-1 0 0,-1 1 1 0 0,0 0 0 0 0,1 0-1 0 0,-1 0 1 0 0,1 1 0 0 0,0-1 0 0 0,0 0-1 0 0,0 0 1 0 0,0 1 0 0 0,-1 2-1 0 0,1-3-12 0 0,1 0-1 0 0,-1-1 1 0 0,1 1-1 0 0,0 0 1 0 0,0 0-1 0 0,-1-1 0 0 0,1 1 1 0 0,0 0-1 0 0,1-1 1 0 0,-1 1-1 0 0,0 0 1 0 0,0 0-1 0 0,1-1 1 0 0,-1 1-1 0 0,1 0 1 0 0,-1-1-1 0 0,1 1 0 0 0,0-1 1 0 0,0 1-1 0 0,0-1 1 0 0,0 1-1 0 0,0-1 1 0 0,0 0-1 0 0,0 1 1 0 0,0-1-1 0 0,0 0 0 0 0,0 0 1 0 0,1 0-1 0 0,-1 0 1 0 0,1 0-1 0 0,-1 0 1 0 0,1 0-1 0 0,1 1 1 0 0,12 4-1 0 0,1 0 1 0 0,1-1-1 0 0,-1 0 1 0 0,1-1-1 0 0,-1-1 1 0 0,1-1-1 0 0,0-1 1 0 0,0 0-1 0 0,0-1 1 0 0,0 0-1 0 0,0-2 1 0 0,17-3-1 0 0,-23 3-8 0 0,1-1 0 0 0,-1 0 0 0 0,0-1-1 0 0,0 0 1 0 0,-1 0 0 0 0,1-2 0 0 0,-1 1 0 0 0,0-1-1 0 0,0-1 1 0 0,-1 1 0 0 0,0-2 0 0 0,0 1 0 0 0,-1-1-1 0 0,0-1 1 0 0,0 0 0 0 0,-1 0 0 0 0,0 0-1 0 0,8-15 1 0 0,-4 2 53 0 0,0 0 0 0 0,-2 0 0 0 0,-1-1 0 0 0,7-26 0 0 0,-12 36 192 0 0,-1-1-1 0 0,0 0 1 0 0,-1 1-1 0 0,0-1 1 0 0,-1 0 0 0 0,0 1-1 0 0,-1-1 1 0 0,-6-25-1 0 0,7 37-207 0 0,0 1 0 0 0,-1 0 0 0 0,1 0 0 0 0,0 0 0 0 0,-1-1 0 0 0,1 1-1 0 0,0 0 1 0 0,-1 0 0 0 0,0 0 0 0 0,1 0 0 0 0,-1 0 0 0 0,0 0-1 0 0,1 0 1 0 0,-1 0 0 0 0,0 0 0 0 0,0 0 0 0 0,0 0 0 0 0,0 0 0 0 0,0 1-1 0 0,0-1 1 0 0,0 0 0 0 0,0 1 0 0 0,0-1 0 0 0,0 0 0 0 0,0 1-1 0 0,0-1 1 0 0,-1 1 0 0 0,1 0 0 0 0,-2-1 0 0 0,0 1 3 0 0,0 1-1 0 0,0-1 1 0 0,1 1 0 0 0,-1 0-1 0 0,0 0 1 0 0,0 0 0 0 0,1 0-1 0 0,-1 0 1 0 0,0 0 0 0 0,1 1-1 0 0,-1-1 1 0 0,-2 3 0 0 0,-8 7 65 0 0,1-1 0 0 0,0 2 0 0 0,-14 16 1 0 0,8-2-221 0 0,2 0 1 0 0,1 1-1 0 0,1 0 1 0 0,1 1 0 0 0,1 1-1 0 0,-11 46 1 0 0,-12 24-2457 0 0,2-24-5548 0 0,21-55 4328 0 0</inkml:trace>
</inkml:ink>
</file>

<file path=ppt/ink/ink17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44:34.9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720 80 188 0 0,'5'-11'1434'0'0,"0"1"1"0"0,-1-1-1 0 0,-1 0 0 0 0,0-1 0 0 0,2-12 1099 0 0,-26 56-1769 0 0,-44 112 419 0 0,28-59-768 0 0,-19 40 149 0 0,-108 213 782 0 0,33-78-368 0 0,26-49-207 0 0,85-172-653 0 0,5-9 54 0 0,-1 0 1 0 0,-2-1-1 0 0,-23 30 0 0 0,34-49-126 0 0,7-9-50 0 0,-1 0 0 0 0,1 0 0 0 0,-1 0 0 0 0,1 0 0 0 0,-1 0 0 0 0,0 0 0 0 0,0 0 0 0 0,0 0 0 0 0,1-1 0 0 0,-1 1 0 0 0,0 0 0 0 0,0 0 1 0 0,0-1-1 0 0,0 1 0 0 0,0 0 0 0 0,0-1 0 0 0,0 1 0 0 0,-2 0 0 0 0,2-1-147 0 0,-24-15-3132 0 0,19-2-4680 0 0</inkml:trace>
</inkml:ink>
</file>

<file path=ppt/ink/ink17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44:35.9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219 31 752 0 0,'-7'-9'1077'0'0,"6"8"-704"0"0,0-1 0 0 0,0 0 0 0 0,-1 0 0 0 0,1 1 1 0 0,0-1-1 0 0,-1 1 0 0 0,1-1 0 0 0,-1 1 1 0 0,0-1-1 0 0,0 1 0 0 0,1 0 0 0 0,-1 0 0 0 0,-3-1 1 0 0,3 2-268 0 0,1 1 0 0 0,-1 0 0 0 0,0-1 0 0 0,1 1 0 0 0,-1 0 0 0 0,1 0 0 0 0,-1 0 0 0 0,1 0 0 0 0,0 0 0 0 0,-1 0 0 0 0,1 0 0 0 0,0 1 0 0 0,0-1 0 0 0,0 0 1 0 0,0 1-1 0 0,0-1 0 0 0,0 1 0 0 0,0-1 0 0 0,-1 4 0 0 0,-14 22 438 0 0,2 0 1 0 0,1 1-1 0 0,1 0 1 0 0,-16 58-1 0 0,-18 124 846 0 0,46-208-1374 0 0,-4 24 168 0 0,4-18 110 0 0,-1 0 0 0 0,0-1 0 0 0,-1 1 0 0 0,-4 14 0 0 0,-6-49 15 0 0,8-25-147 0 0,2 0 0 0 0,3 0 1 0 0,12-94-1 0 0,-11 134-160 0 0,1 1 1 0 0,0 0-1 0 0,1-1 1 0 0,1 1-1 0 0,0 1 1 0 0,0-1-1 0 0,1 1 1 0 0,0 0-1 0 0,1 0 1 0 0,0 0 0 0 0,10-9-1 0 0,-14 15-4 0 0,0 1-1 0 0,1 0 1 0 0,-1 0-1 0 0,1 0 1 0 0,0 0-1 0 0,-1 1 1 0 0,1 0-1 0 0,1 0 1 0 0,-1 0 0 0 0,0 0-1 0 0,0 0 1 0 0,1 1-1 0 0,-1 0 1 0 0,1 0-1 0 0,-1 0 1 0 0,1 0-1 0 0,-1 1 1 0 0,1 0 0 0 0,0 0-1 0 0,-1 0 1 0 0,1 0-1 0 0,-1 1 1 0 0,1 0-1 0 0,-1 0 1 0 0,1 0-1 0 0,-1 0 1 0 0,0 1 0 0 0,1 0-1 0 0,-1 0 1 0 0,0 0-1 0 0,5 3 1 0 0,-2 0-1 0 0,1 0 1 0 0,-1 1-1 0 0,0 0 0 0 0,-1 0 1 0 0,0 0-1 0 0,0 1 1 0 0,0 0-1 0 0,-1 0 1 0 0,0 0-1 0 0,0 1 0 0 0,-1 0 1 0 0,0 0-1 0 0,0 0 1 0 0,-1 0-1 0 0,0 0 0 0 0,0 1 1 0 0,-1 0-1 0 0,0-1 1 0 0,-1 1-1 0 0,1 13 1 0 0,-1-14 1 0 0,-2-1 1 0 0,1 1-1 0 0,-1-1 1 0 0,0 0-1 0 0,0 1 1 0 0,-1-1 0 0 0,0 0-1 0 0,0 0 1 0 0,-1 0-1 0 0,0 0 1 0 0,0 0 0 0 0,-1-1-1 0 0,0 1 1 0 0,0-1-1 0 0,0 0 1 0 0,-1 0-1 0 0,0 0 1 0 0,0-1 0 0 0,0 0-1 0 0,-1 0 1 0 0,0 0-1 0 0,0-1 1 0 0,0 1 0 0 0,-10 4-1 0 0,-50 16 26 0 0,62-24-44 0 0,-1 0 1 0 0,1 0-1 0 0,-1 0 0 0 0,0 0 1 0 0,1-1-1 0 0,-1 0 1 0 0,0 0-1 0 0,0 0 1 0 0,1-1-1 0 0,-1 0 1 0 0,0 0-1 0 0,-6-2 0 0 0,-4 1-308 0 0,-13-4-2376 0 0,27 6 2561 0 0,1 0 0 0 0,-1-1 0 0 0,1 1 0 0 0,0 0 0 0 0,-1-1 0 0 0,1 1 0 0 0,0-1 0 0 0,-1 1 0 0 0,1 0 0 0 0,0-1 0 0 0,-1 1 0 0 0,1-1 0 0 0,0 1 0 0 0,0-1 1 0 0,0 1-1 0 0,-1-1 0 0 0,1 1 0 0 0,0-1 0 0 0,0 1 0 0 0,0-1 0 0 0,0 1 0 0 0,0-1 0 0 0,0 1 0 0 0,0-1 0 0 0,0 1 0 0 0,0-1 0 0 0,0 1 0 0 0,0-1 0 0 0,0 1 1 0 0,0-1-1 0 0,1 1 0 0 0,-1-1 0 0 0,0 1 0 0 0,0-1 0 0 0,0 1 0 0 0,1-1 0 0 0,-1 1 0 0 0,0 0 0 0 0,1-1 0 0 0,-1 1 0 0 0,0-1 0 0 0,1 1 0 0 0,-1 0 0 0 0,1-1 1 0 0,-1 1-1 0 0,0 0 0 0 0,1 0 0 0 0,-1-1 0 0 0,2 1 0 0 0,3-4-2928 0 0</inkml:trace>
</inkml:ink>
</file>

<file path=ppt/ink/ink18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44:36.5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0 357 4 0 0,'17'-1'2221'0'0,"-5"-1"-1805"0"0,0-1 0 0 0,0 0 0 0 0,0-1 0 0 0,0 0 0 0 0,-1-1 1 0 0,0 0-1 0 0,0-1 0 0 0,0 0 0 0 0,-1 0 0 0 0,1-2 0 0 0,-2 1 0 0 0,1-1 0 0 0,-1 0 1 0 0,0-1-1 0 0,10-13 0 0 0,-18 13 513 0 0,-13 9-575 0 0,10 0-336 0 0,0 0 1 0 0,0 1-1 0 0,0-1 0 0 0,0 1 1 0 0,0 0-1 0 0,1 0 1 0 0,-1 0-1 0 0,0 0 0 0 0,1 0 1 0 0,-1 0-1 0 0,0 0 0 0 0,1 0 1 0 0,-3 3-1 0 0,2-2 2 0 0,1 0 0 0 0,0 0 0 0 0,-1 0 0 0 0,1 0 0 0 0,0 0 0 0 0,0 0 0 0 0,0 0 0 0 0,1 1 0 0 0,-1-1 0 0 0,0 0 0 0 0,1 0-1 0 0,0 1 1 0 0,-1-1 0 0 0,1 1 0 0 0,0-1 0 0 0,0 0 0 0 0,0 1 0 0 0,1-1 0 0 0,0 3 0 0 0,-1-3-11 0 0,1-1 0 0 0,0 1 1 0 0,0-1-1 0 0,0 1 0 0 0,0-1 0 0 0,1 0 0 0 0,-1 1 0 0 0,0-1 0 0 0,0 0 1 0 0,1 0-1 0 0,-1 0 0 0 0,1 0 0 0 0,-1 0 0 0 0,1 0 0 0 0,-1-1 0 0 0,1 1 1 0 0,0 0-1 0 0,-1-1 0 0 0,4 1 0 0 0,2 1-13 0 0,1-1 0 0 0,-1 0 0 0 0,0-1 0 0 0,0 0 0 0 0,1 0 0 0 0,-1-1 0 0 0,0 0 0 0 0,0 0 0 0 0,0 0 0 0 0,0-1 0 0 0,9-3 0 0 0,-8 1-2 0 0,0 0 0 0 0,-1 0 1 0 0,0-1-1 0 0,0 0 0 0 0,0 0 0 0 0,-1-1 0 0 0,0 0 0 0 0,0 0 1 0 0,0 0-1 0 0,0 0 0 0 0,-1-1 0 0 0,-1 0 0 0 0,9-14 1 0 0,-1-6 91 0 0,0 0 0 0 0,12-47 0 0 0,-15 44 202 0 0,3-36 3392 0 0,-27 105-2501 0 0,10-25-919 0 0,1 0 0 0 0,0 1 0 0 0,1-1-1 0 0,1 0 1 0 0,0 1 0 0 0,0 24 0 0 0,12 86 693 0 0,-4-75-755 0 0,-1-23-439 0 0,0 5-4525 0 0</inkml:trace>
</inkml:ink>
</file>

<file path=ppt/ink/ink18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44:36.8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99 244 0 0,'12'-10'1213'0'0,"1"0"1"0"0,1 1-1 0 0,0 0 0 0 0,0 1 1 0 0,1 1-1 0 0,0 0 0 0 0,0 1 1 0 0,23-6-1 0 0,18 0-2104 0 0,-1 4-4585 0 0,-48 8 2775 0 0</inkml:trace>
</inkml:ink>
</file>

<file path=ppt/ink/ink18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44:38.8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52 47 528 0 0,'-1'-5'788'0'0,"-1"0"0"0"0,0-1 0 0 0,0 1 0 0 0,0 0 0 0 0,-1 0-1 0 0,0 0 1 0 0,-3-5 0 0 0,5 10-731 0 0,0 1 0 0 0,-1 0-1 0 0,1 0 1 0 0,0-1 0 0 0,0 1 0 0 0,1 0-1 0 0,-1 0 1 0 0,0 0 0 0 0,0 0-1 0 0,0 0 1 0 0,1 0 0 0 0,-1 1 0 0 0,0-1-1 0 0,1 0 1 0 0,-1 0 0 0 0,1 0 0 0 0,-1 1-1 0 0,1-1 1 0 0,0 0 0 0 0,-1 1-1 0 0,1-1 1 0 0,0 0 0 0 0,0 3 0 0 0,-5 38 882 0 0,5-37-803 0 0,-5 109 1502 0 0,13 150 1 0 0,0-30-1005 0 0,-9-206-1856 0 0,-9 48 0 0 0,0 0-5407 0 0,10-64 4315 0 0</inkml:trace>
</inkml:ink>
</file>

<file path=ppt/ink/ink18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44:39.6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70 95 620 0 0,'0'0'146'0'0,"0"0"0"0"0,0-1 0 0 0,0 1-1 0 0,0 0 1 0 0,0-1 0 0 0,0 1 0 0 0,0 0 0 0 0,-1 0 0 0 0,1-1-1 0 0,0 1 1 0 0,0 0 0 0 0,0 0 0 0 0,0-1 0 0 0,0 1 0 0 0,0 0-1 0 0,0 0 1 0 0,-1-1 0 0 0,1 1 0 0 0,0 0 0 0 0,0 0 0 0 0,0-1-1 0 0,-1 1 1 0 0,1 0 0 0 0,0 0 0 0 0,0 0 0 0 0,0 0 0 0 0,-1 0-1 0 0,1-1 1 0 0,0 1 0 0 0,-1 0 0 0 0,1 0 0 0 0,0 0 0 0 0,0 0-1 0 0,-1 0 1 0 0,1 0 0 0 0,0 0 0 0 0,0 0 0 0 0,-1 0 0 0 0,1 0-1 0 0,-1 0 1 0 0,-3 10 258 0 0,0 1 0 0 0,1 0 1 0 0,0-1-1 0 0,1 1 0 0 0,0 1 0 0 0,-1 15 0 0 0,1 76 983 0 0,2-78-1070 0 0,0 84 1062 0 0,0-108-1025 0 0,-9-34-178 0 0,-2-27-83 0 0,3 0 0 0 0,2-1 0 0 0,2-63 0 0 0,4 117-85 0 0,0-3 4 0 0,0 1 0 0 0,0-1 0 0 0,1 1 1 0 0,0-1-1 0 0,4-11 0 0 0,-5 21-11 0 0,0 0 0 0 0,1-1 0 0 0,-1 1 0 0 0,0 0 0 0 0,0 0 0 0 0,1-1 0 0 0,-1 1 0 0 0,0 0 0 0 0,1 0 0 0 0,-1-1 0 0 0,0 1 0 0 0,1 0 0 0 0,-1 0 0 0 0,0 0 0 0 0,1 0 0 0 0,-1 0 0 0 0,0-1 0 0 0,1 1 0 0 0,-1 0 0 0 0,1 0 0 0 0,-1 0 0 0 0,0 0 0 0 0,1 0 0 0 0,-1 0 0 0 0,1 0 0 0 0,-1 0 0 0 0,0 1 0 0 0,1-1 0 0 0,-1 0 0 0 0,0 0 0 0 0,1 0 0 0 0,-1 0 0 0 0,0 0 0 0 0,1 1 0 0 0,-1-1 0 0 0,0 0 0 0 0,1 1 0 0 0,12 6 24 0 0,-13-7-25 0 0,6 6 5 0 0,0 0 1 0 0,-1 0-1 0 0,0 0 1 0 0,0 1-1 0 0,0 0 1 0 0,-1 0-1 0 0,0 0 1 0 0,4 10-1 0 0,8 13-9 0 0,8 8-105 0 0,1-1 0 0 0,2-2-1 0 0,41 44 1 0 0,-66-77 97 0 0,0 0 0 0 0,1 0 0 0 0,-1 0 0 0 0,0-1 0 0 0,1 1 0 0 0,-1-1 0 0 0,1 1 0 0 0,0-1 0 0 0,-1 0 0 0 0,1 0 0 0 0,0 0 0 0 0,0 0 0 0 0,0-1 0 0 0,0 1 0 0 0,0-1 0 0 0,3 1 0 0 0,-4-1 9 0 0,-1-1-1 0 0,1 1 0 0 0,-1 0 0 0 0,1 0 0 0 0,0-1 1 0 0,-1 1-1 0 0,1-1 0 0 0,-1 0 0 0 0,0 1 0 0 0,1-1 0 0 0,-1 0 1 0 0,1 0-1 0 0,-1 0 0 0 0,0 0 0 0 0,0 0 0 0 0,1 0 1 0 0,-1 0-1 0 0,0 0 0 0 0,0 0 0 0 0,0 0 0 0 0,0-1 1 0 0,-1 1-1 0 0,1-1 0 0 0,0 1 0 0 0,0 0 0 0 0,-1-1 0 0 0,1 1 1 0 0,-1-1-1 0 0,1 1 0 0 0,-1-3 0 0 0,10-43-22 0 0,5-86 0 0 0,-4 48-1017 0 0,-11 84 532 0 0,22 23-6575 0 0,-21-17 4751 0 0</inkml:trace>
</inkml:ink>
</file>

<file path=ppt/ink/ink18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44:40.0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39 0 292 0 0,'0'0'4335'0'0,"-12"25"-2744"0"0,10-16-1380 0 0,0-1 0 0 0,1 1 0 0 0,0-1 0 0 0,0 1 0 0 0,1-1 0 0 0,0 1 0 0 0,1-1-1 0 0,0 1 1 0 0,0-1 0 0 0,0 1 0 0 0,2-1 0 0 0,4 14 0 0 0,-6-17-160 0 0,1 0 1 0 0,0 0-1 0 0,0-1 0 0 0,0 1 0 0 0,1 0 0 0 0,0-1 0 0 0,0 1 1 0 0,0-1-1 0 0,0 0 0 0 0,1 0 0 0 0,-1-1 0 0 0,1 1 0 0 0,0-1 0 0 0,0 1 1 0 0,1-1-1 0 0,-1 0 0 0 0,1-1 0 0 0,-1 1 0 0 0,1-1 0 0 0,0 0 1 0 0,0 0-1 0 0,5 1 0 0 0,-7-2-22 0 0,1-1-1 0 0,-1 1 1 0 0,0-1 0 0 0,0 0-1 0 0,0 0 1 0 0,0 0 0 0 0,0-1-1 0 0,0 1 1 0 0,1-1 0 0 0,-1 1-1 0 0,0-1 1 0 0,0 0 0 0 0,0 0-1 0 0,-1-1 1 0 0,1 1 0 0 0,0 0-1 0 0,0-1 1 0 0,-1 0 0 0 0,1 0-1 0 0,-1 0 1 0 0,1 0 0 0 0,-1 0-1 0 0,0 0 1 0 0,0 0 0 0 0,0-1-1 0 0,0 1 1 0 0,0-1 0 0 0,0 0-1 0 0,-1 1 1 0 0,1-1 0 0 0,-1 0-1 0 0,0 0 1 0 0,1-5 0 0 0,0 3 17 0 0,-1 0 0 0 0,0-1 0 0 0,0 1 1 0 0,-1 0-1 0 0,0-1 0 0 0,1 1 0 0 0,-2 0 1 0 0,1-1-1 0 0,-1 1 0 0 0,0 0 0 0 0,0-1 1 0 0,0 1-1 0 0,-1 0 0 0 0,0 0 0 0 0,0 0 0 0 0,0 0 1 0 0,0 0-1 0 0,-1 1 0 0 0,-4-7 0 0 0,1 4 14 0 0,0 0 0 0 0,0 0-1 0 0,0 0 1 0 0,-1 1 0 0 0,0 0-1 0 0,0 1 1 0 0,-11-7 0 0 0,15 11-99 0 0,0-1 0 0 0,0 1 0 0 0,-1 0 0 0 0,1 0 0 0 0,0 0 0 0 0,-1 0 0 0 0,1 1 0 0 0,-1-1 0 0 0,1 1 0 0 0,-1 0 0 0 0,1 0 0 0 0,-1 0 0 0 0,1 1 0 0 0,-1-1 0 0 0,1 1 0 0 0,-1 0 0 0 0,1 0 0 0 0,-1 0 0 0 0,1 0 0 0 0,0 1 0 0 0,-5 2 0 0 0,-23 20-2022 0 0,18-2-3275 0 0,12-15 2941 0 0</inkml:trace>
</inkml:ink>
</file>

<file path=ppt/ink/ink18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44:40.5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 58 536 0 0,'-5'38'3558'0'0,"7"-29"-3288"0"0,1 0 0 0 0,0 0 0 0 0,0 1 0 0 0,1-2 0 0 0,1 1 1 0 0,-1 0-1 0 0,1-1 0 0 0,1 0 0 0 0,0 0 0 0 0,0-1 0 0 0,8 9 0 0 0,-11-13-229 0 0,0 0-1 0 0,0-1 1 0 0,0 0-1 0 0,1 1 1 0 0,-1-1-1 0 0,0 0 1 0 0,1 0-1 0 0,-1-1 1 0 0,1 1-1 0 0,0-1 1 0 0,0 0-1 0 0,-1 0 1 0 0,1 0-1 0 0,0 0 1 0 0,0-1-1 0 0,0 1 0 0 0,0-1 1 0 0,0 0-1 0 0,0 0 1 0 0,0-1-1 0 0,0 1 1 0 0,0-1-1 0 0,0 0 1 0 0,-1 0-1 0 0,1 0 1 0 0,0 0-1 0 0,0-1 1 0 0,-1 0-1 0 0,1 1 1 0 0,4-5-1 0 0,-3 3 37 0 0,0 0 1 0 0,-1-1-1 0 0,1 0 0 0 0,-1 0 1 0 0,0 0-1 0 0,0-1 0 0 0,0 1 1 0 0,0-1-1 0 0,-1 0 0 0 0,0 0 1 0 0,0 0-1 0 0,0-1 0 0 0,3-9 1 0 0,-1-2 176 0 0,-1-1 1 0 0,0 1 0 0 0,0-22 0 0 0,2-1 225 0 0,-7 26-3896 0 0,-5 27-32 0 0,5-5 1024 0 0</inkml:trace>
</inkml:ink>
</file>

<file path=ppt/ink/ink18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44:41.1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1 106 936 0 0,'0'0'3242'0'0,"11"39"-229"0"0,-9-24-2447 0 0,-1 1 0 0 0,0-1 0 0 0,-1 0-1 0 0,-1 1 1 0 0,0-1 0 0 0,-6 24 0 0 0,7-38-408 0 0,-1 4 650 0 0,1-5-764 0 0,-1-13 3 0 0,1-1 0 0 0,1 1 0 0 0,0-1 0 0 0,1 1 0 0 0,0 0 0 0 0,1 0 0 0 0,0 0 0 0 0,1 0 0 0 0,1 0 0 0 0,0 1 0 0 0,11-20 0 0 0,-16 32-47 0 0,0-1 0 0 0,1 1 0 0 0,-1 0 0 0 0,0-1 0 0 0,1 1 0 0 0,-1 0 0 0 0,1-1 0 0 0,-1 1 0 0 0,1 0 0 0 0,-1 0 0 0 0,0-1 0 0 0,1 1 0 0 0,-1 0 0 0 0,1 0 0 0 0,-1 0 0 0 0,1 0 0 0 0,-1 0 0 0 0,1 0 0 0 0,-1-1 0 0 0,1 1 0 0 0,-1 0 0 0 0,1 0 0 0 0,0 1 0 0 0,-1-1 0 0 0,1 0 0 0 0,-1 0 0 0 0,1 0 0 0 0,-1 0 0 0 0,1 0 0 0 0,-1 0 0 0 0,0 1 0 0 0,1-1 0 0 0,-1 0 0 0 0,1 0 1 0 0,-1 1-1 0 0,1-1 0 0 0,-1 0 0 0 0,1 1 0 0 0,12 11 9 0 0,13 23-11 0 0,-20-25 5 0 0,1 0 0 0 0,1 0 0 0 0,0-1 1 0 0,14 14-1 0 0,-20-21-3 0 0,1 0 0 0 0,-1 0 0 0 0,1 0 0 0 0,0-1 0 0 0,0 1 0 0 0,-1-1 0 0 0,1 0 0 0 0,0 0 0 0 0,0 0 0 0 0,1 0 0 0 0,-1 0 0 0 0,0-1 0 0 0,0 1 0 0 0,0-1 0 0 0,0 0 0 0 0,0 0 0 0 0,1 0 0 0 0,-1 0 0 0 0,0-1 0 0 0,0 1 0 0 0,0-1 0 0 0,5-1 1 0 0,-4 0 42 0 0,0 0 1 0 0,0 0 0 0 0,0 0 0 0 0,-1-1 0 0 0,1 1 0 0 0,-1-1 0 0 0,1 0 0 0 0,-1 0 0 0 0,0-1 0 0 0,0 1 0 0 0,0 0 0 0 0,0-1 0 0 0,-1 0 0 0 0,1 0 0 0 0,-1 0-1 0 0,0 0 1 0 0,2-6 0 0 0,3-9 286 0 0,-1 0-1 0 0,6-30 0 0 0,-9 37-239 0 0,7-54-226 0 0,-19 66-6619 0 0,2 8 4766 0 0,1-1-1238 0 0</inkml:trace>
</inkml:ink>
</file>

<file path=ppt/ink/ink18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44:43.3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54 844 0 0,'15'-31'4998'0'0,"-14"29"-4611"0"0,-1 0 0 0 0,1 1 0 0 0,0-1 1 0 0,0 1-1 0 0,0-1 0 0 0,0 1 0 0 0,0 0 1 0 0,1-1-1 0 0,-1 1 0 0 0,0 0 1 0 0,1 0-1 0 0,-1 0 0 0 0,0 0 0 0 0,1 0 1 0 0,-1 0-1 0 0,4-1 0 0 0,5 51 2100 0 0,3 30-1000 0 0,12 97 405 0 0,-23-146-2873 0 0,-4 55 0 0 0,-4-45-2101 0 0,0-14-2647 0 0,5-23 4352 0 0,1 5-2080 0 0</inkml:trace>
</inkml:ink>
</file>

<file path=ppt/ink/ink18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44:44.5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318 36 748 0 0,'12'-36'11369'0'0,"-9"60"-10778"0"0,-1-1 0 0 0,-1 1 0 0 0,0-1 0 0 0,-5 28 0 0 0,2 50 214 0 0,7 10-202 0 0,-6-125-652 0 0,-1 1-68 0 0,0-1 0 0 0,0 1 0 0 0,-7-19 1 0 0,8 28 95 0 0,-1 0 0 0 0,1 0 0 0 0,-1 0 0 0 0,0 1-1 0 0,0-1 1 0 0,0 1 0 0 0,-1-1 0 0 0,1 1 0 0 0,-1 0 0 0 0,0 0 0 0 0,1 0 0 0 0,-2 0 0 0 0,1 1 0 0 0,0-1 0 0 0,0 1 0 0 0,-1-1 0 0 0,1 1 0 0 0,-6-2-1 0 0,-2 1 8 0 0,1 1-1 0 0,-1-1 1 0 0,0 2-1 0 0,0 0 1 0 0,0 0-1 0 0,0 1 1 0 0,0 0 0 0 0,0 1-1 0 0,1 0 1 0 0,-16 4-1 0 0,17-4 10 0 0,1 1-1 0 0,0 1 1 0 0,0 0 0 0 0,0 0-1 0 0,0 0 1 0 0,0 1-1 0 0,1 0 1 0 0,-1 1 0 0 0,1-1-1 0 0,0 2 1 0 0,1-1-1 0 0,-1 1 1 0 0,-10 12 0 0 0,16-17 6 0 0,-1 1 0 0 0,0 0 0 0 0,1 0-1 0 0,0 0 1 0 0,-1 0 0 0 0,1 0 0 0 0,0 0 0 0 0,0 0 0 0 0,0 0 0 0 0,1 1 0 0 0,-1-1 0 0 0,0 0 0 0 0,1 0 0 0 0,0 1 0 0 0,-1-1 0 0 0,1 0-1 0 0,0 1 1 0 0,0-1 0 0 0,0 1 0 0 0,0-1 0 0 0,1 0 0 0 0,-1 1 0 0 0,2 2 0 0 0,-1-3-8 0 0,1 1 0 0 0,0-1-1 0 0,0 1 1 0 0,0-1 0 0 0,0 0 0 0 0,0 0 0 0 0,0 0-1 0 0,1 0 1 0 0,-1-1 0 0 0,1 1 0 0 0,-1 0 0 0 0,1-1 0 0 0,0 0-1 0 0,0 0 1 0 0,4 2 0 0 0,9 1-159 0 0,-1 0 0 0 0,1-1 0 0 0,0-1 0 0 0,-1-1 0 0 0,28 0 0 0 0,-17-3-165 0 0,0-1 0 0 0,0-1 0 0 0,0-1 0 0 0,0-2 0 0 0,28-10 0 0 0,118-62-960 0 0,-108 45 1128 0 0,-63 33 538 0 0,-5 3-307 0 0,1-1-47 0 0,0 0-1 0 0,-1 1 1 0 0,1-1 0 0 0,0 1 0 0 0,0 0-1 0 0,0 0 1 0 0,1 0 0 0 0,-1 0-1 0 0,0 0 1 0 0,1 1 0 0 0,-1-1-1 0 0,1 1 1 0 0,0 0 0 0 0,0-1-1 0 0,0 1 1 0 0,0 0 0 0 0,1 0 0 0 0,-1 1-1 0 0,1-1 1 0 0,-1 0 0 0 0,1 0-1 0 0,0 1 1 0 0,1-1 0 0 0,-1 1-1 0 0,0 4 1 0 0,1-7-19 0 0,0 0 0 0 0,1-1 0 0 0,-1 1 0 0 0,0-1 1 0 0,0 1-1 0 0,1-1 0 0 0,-1 1 0 0 0,1-1 0 0 0,-1 1 0 0 0,0-1 0 0 0,1 1 0 0 0,-1-1 0 0 0,1 0 1 0 0,-1 1-1 0 0,1-1 0 0 0,-1 0 0 0 0,1 1 0 0 0,0-1 0 0 0,-1 0 0 0 0,1 0 0 0 0,-1 0 0 0 0,1 1 0 0 0,0-1 1 0 0,-1 0-1 0 0,1 0 0 0 0,-1 0 0 0 0,1 0 0 0 0,0 0 0 0 0,-1 0 0 0 0,1 0 0 0 0,-1 0 0 0 0,1 0 1 0 0,0 0-1 0 0,-1 0 0 0 0,1-1 0 0 0,0 1 0 0 0,29-6 27 0 0,-25 5-16 0 0,2-1 25 0 0,-1 0-1 0 0,1 0 0 0 0,-1-1 1 0 0,0 0-1 0 0,1 0 1 0 0,-2 0-1 0 0,1-1 0 0 0,0 0 1 0 0,-1 0-1 0 0,1 0 1 0 0,-1-1-1 0 0,0 0 0 0 0,-1 0 1 0 0,1 0-1 0 0,-1-1 1 0 0,0 1-1 0 0,-1-1 1 0 0,1 0-1 0 0,-1 0 0 0 0,0 0 1 0 0,0-1-1 0 0,-1 1 1 0 0,0-1-1 0 0,0 1 0 0 0,1-9 1 0 0,-3 13-15 0 0,-1 1 0 0 0,1-1 1 0 0,0 1-1 0 0,0 0 0 0 0,-1-1 0 0 0,1 1 0 0 0,-1-1 1 0 0,1 1-1 0 0,-1 0 0 0 0,0-1 0 0 0,1 1 1 0 0,-1 0-1 0 0,0-1 0 0 0,0 1 0 0 0,0 0 1 0 0,0 0-1 0 0,0 0 0 0 0,0 0 0 0 0,0 0 0 0 0,0 0 1 0 0,-1 0-1 0 0,1 0 0 0 0,0 1 0 0 0,0-1 1 0 0,-1 0-1 0 0,1 1 0 0 0,-1-1 0 0 0,1 1 1 0 0,-1-1-1 0 0,1 1 0 0 0,0 0 0 0 0,-1 0 0 0 0,1-1 1 0 0,-1 1-1 0 0,1 0 0 0 0,-4 1 0 0 0,3-1-175 0 0,0 0 1 0 0,0 0-1 0 0,0 1 0 0 0,0-1 0 0 0,0 1 0 0 0,0-1 0 0 0,0 1 0 0 0,0 0 0 0 0,0 0 0 0 0,0 0 0 0 0,-3 2 0 0 0,4-3-193 0 0,0 1 1 0 0,0 0-1 0 0,0 0 0 0 0,1 0 0 0 0,-1 0 0 0 0,0 0 1 0 0,0 0-1 0 0,0 0 0 0 0,1 0 0 0 0,-1 0 0 0 0,1 0 0 0 0,-1 0 1 0 0,1 0-1 0 0,-1 0 0 0 0,1 1 0 0 0,0-1 0 0 0,-1 0 1 0 0,1 0-1 0 0,0 0 0 0 0,0 2 0 0 0</inkml:trace>
</inkml:ink>
</file>

<file path=ppt/ink/ink18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44:44.9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 47 528 0 0,'0'0'3526'0'0,"-8"42"-892"0"0,8-40-2562 0 0,1 0 0 0 0,-1 0 0 0 0,0 0 0 0 0,1 0 0 0 0,-1 0 0 0 0,1 0 0 0 0,0 0 0 0 0,-1 0 0 0 0,1 0 0 0 0,0 0 0 0 0,0 0 0 0 0,0 0 0 0 0,1-1 0 0 0,-1 1 0 0 0,0 0 0 0 0,1-1 0 0 0,-1 1 0 0 0,1-1 0 0 0,-1 0 0 0 0,1 1 0 0 0,0-1 0 0 0,0 0 0 0 0,-1 0 0 0 0,1 0 0 0 0,0 0 0 0 0,0 0 0 0 0,0-1 0 0 0,3 2 0 0 0,-4-2 11 0 0,1 0-28 0 0,0 0 0 0 0,1-1 0 0 0,-1 1 0 0 0,0-1-1 0 0,0 1 1 0 0,0-1 0 0 0,0 0 0 0 0,0 0-1 0 0,0 0 1 0 0,0 0 0 0 0,0 0 0 0 0,-1 0 0 0 0,1-1-1 0 0,0 1 1 0 0,-1-1 0 0 0,1 1 0 0 0,0-1 0 0 0,-1 1-1 0 0,0-1 1 0 0,1 0 0 0 0,-1 0 0 0 0,0 0-1 0 0,0 0 1 0 0,0 0 0 0 0,0 0 0 0 0,-1 0 0 0 0,1 0-1 0 0,0 0 1 0 0,-1 0 0 0 0,0 0 0 0 0,1 0-1 0 0,-1-1 1 0 0,0 1 0 0 0,0 0 0 0 0,0 0 0 0 0,0 0-1 0 0,0-1 1 0 0,-2-3 0 0 0,2 3-6 0 0,0 0-1 0 0,-1-1 1 0 0,1 1 0 0 0,-1 0-1 0 0,0 0 1 0 0,0 0 0 0 0,0-1 0 0 0,0 1-1 0 0,0 0 1 0 0,-1 1 0 0 0,0-1-1 0 0,1 0 1 0 0,-1 0 0 0 0,0 1 0 0 0,0-1-1 0 0,-1 1 1 0 0,1-1 0 0 0,0 1-1 0 0,-1 0 1 0 0,1 0 0 0 0,-1 0 0 0 0,0 0-1 0 0,0 1 1 0 0,0-1 0 0 0,0 1-1 0 0,0-1 1 0 0,-4 0 0 0 0,-15 4-1137 0 0,3 6-5580 0 0,12-6 4080 0 0</inkml:trace>
</inkml:ink>
</file>

<file path=ppt/ink/ink18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44:45.2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0 148 504 0 0,'9'5'773'0'0,"-2"0"-1"0"0,1 1 1 0 0,-1 1-1 0 0,0-1 1 0 0,0 1-1 0 0,0 0 1 0 0,-1 1-1 0 0,0 0 1 0 0,-1 0-1 0 0,0 0 1 0 0,8 17-1 0 0,-11-22 856 0 0,2-9-1332 0 0,1 0 1 0 0,0 1-1 0 0,0-1 1 0 0,0 1-1 0 0,8-6 1 0 0,-4 4-59 0 0,-4 2-210 0 0,121-114 509 0 0,-35 50-8804 0 0,-75 58 5050 0 0</inkml:trace>
</inkml:ink>
</file>

<file path=ppt/ink/ink18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44:47.5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52 0 4 0 0,'0'2'9801'0'0,"0"14"-9361"0"0,7 131 2790 0 0,-3-98-3128 0 0,-2 0 0 0 0,-3-1 0 0 0,-9 76 0 0 0,-12-31-2639 0 0,0-33-3561 0 0,12-38 3146 0 0</inkml:trace>
</inkml:ink>
</file>

<file path=ppt/ink/ink18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44:47.9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41 3 256 0 0,'-4'-2'7083'0'0,"4"2"-6950"0"0,-4 19 1979 0 0,0 28-894 0 0,5-33-911 0 0,10 251 2479 0 0,-15-250-4544 0 0,-5-19-266 0 0,-9-22-2841 0 0,16 24 3887 0 0,-5-8-1428 0 0</inkml:trace>
</inkml:ink>
</file>

<file path=ppt/ink/ink18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44:48.7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8 280 132 0 0,'-8'2'2440'0'0,"18"8"-1477"0"0,20 8-302 0 0,-6-11-459 0 0,1 0 0 0 0,0-2 0 0 0,0-1 1 0 0,1-1-1 0 0,-1-1 0 0 0,1-1 0 0 0,26-3 0 0 0,-13-2-54 0 0,0-1-1 0 0,1-2 0 0 0,70-22 1 0 0,-95 24-123 0 0,0-1 0 0 0,-1-1 0 0 0,0 0 1 0 0,0-1-1 0 0,0-1 0 0 0,-1 0 0 0 0,0 0 1 0 0,-1-2-1 0 0,16-15 0 0 0,-23 21 67 0 0,0-1 0 0 0,0 0 1 0 0,-1 0-1 0 0,1 0 0 0 0,-2 0 0 0 0,1-1 0 0 0,-1 0 1 0 0,1 1-1 0 0,-2-1 0 0 0,1 0 0 0 0,-1-1 0 0 0,0 1 1 0 0,-1 0-1 0 0,0-1 0 0 0,0 1 0 0 0,0-1 0 0 0,-1 1 1 0 0,0-1-1 0 0,-1 1 0 0 0,1-1 0 0 0,-4-13 0 0 0,3 19-5 0 0,1 1-1 0 0,-1-1 0 0 0,1 0 0 0 0,-1 1 0 0 0,0-1 0 0 0,1 1 1 0 0,-1-1-1 0 0,0 1 0 0 0,0-1 0 0 0,0 1 0 0 0,0 0 0 0 0,0 0 1 0 0,-1-1-1 0 0,1 1 0 0 0,0 0 0 0 0,-1 0 0 0 0,1 0 0 0 0,0 0 0 0 0,-1 0 1 0 0,1 1-1 0 0,-4-2 0 0 0,4 1 155 0 0,-24 25 867 0 0,15 5-689 0 0,2 0 1 0 0,1 0-1 0 0,1 1 1 0 0,1 0-1 0 0,0 34 1 0 0,5 75 546 0 0,0-42-418 0 0,0-96-533 0 0,0-1-14 0 0,1 0 1 0 0,-1 1-1 0 0,0-1 0 0 0,0 0 1 0 0,0 0-1 0 0,0 0 0 0 0,0 0 0 0 0,0 0 1 0 0,0 1-1 0 0,0-1 0 0 0,0 0 0 0 0,0 0 1 0 0,0 0-1 0 0,0 0 0 0 0,0 0 1 0 0,1 0-1 0 0,-1 0 0 0 0,0 1 0 0 0,0-1 1 0 0,0 0-1 0 0,0 0 0 0 0,0 0 1 0 0,0 0-1 0 0,0 0 0 0 0,1 0 0 0 0,-1 0 1 0 0,0 0-1 0 0,0 0 0 0 0,0 0 1 0 0,0 0-1 0 0,0 0 0 0 0,1 0 0 0 0,-1 0 1 0 0,0 0-1 0 0,0 0 0 0 0,0 0 0 0 0,0 0 1 0 0,0 0-1 0 0,1 0 0 0 0,-1 0 1 0 0,0 0-1 0 0,0 0 0 0 0,0 0 0 0 0,0 0 1 0 0,0 0-1 0 0,1 0 0 0 0,-1 0 1 0 0,0 0-1 0 0,0 0 0 0 0,0-1 0 0 0,0 1 1 0 0,0 0-1 0 0,0 0 0 0 0,0 0 0 0 0,0 0 1 0 0,1 0-1 0 0,-1 0 0 0 0,0 0 1 0 0,0-1-1 0 0,0 1 0 0 0,8-9 9 0 0,-1-1 0 0 0,1-1 0 0 0,9-19 0 0 0,13-19-48 0 0,-24 40 35 0 0,-5 7 2 0 0,0-1-1 0 0,0 1 1 0 0,0 0 0 0 0,0 0 0 0 0,1 0 0 0 0,-1 0-1 0 0,1 0 1 0 0,-1 1 0 0 0,1-1 0 0 0,0 0 0 0 0,0 1-1 0 0,0-1 1 0 0,0 1 0 0 0,3-2 0 0 0,-4 2 7 0 0,4 3-5 0 0,0-1 1 0 0,0 1-1 0 0,0 0 1 0 0,0 0-1 0 0,0 1 0 0 0,0-1 1 0 0,-1 1-1 0 0,1 0 1 0 0,-1 0-1 0 0,6 6 1 0 0,28 16-25 0 0,-24-20 19 0 0,1 0 1 0 0,0-1-1 0 0,-1-1 0 0 0,1 0 0 0 0,0-1 0 0 0,1-1 1 0 0,26-1-1 0 0,-33 0 4 0 0,1 0 1 0 0,-1-1 0 0 0,1-1 0 0 0,-1 0-1 0 0,1 0 1 0 0,-1-1 0 0 0,0 0-1 0 0,0 0 1 0 0,0-1 0 0 0,0-1-1 0 0,-1 1 1 0 0,0-1 0 0 0,10-8-1 0 0,-15 11 9 0 0,-1 0 0 0 0,-1-1-1 0 0,1 1 1 0 0,0 0 0 0 0,0-1-1 0 0,-1 0 1 0 0,0 1 0 0 0,1-1-1 0 0,-1 0 1 0 0,0 1 0 0 0,0-1-1 0 0,-1 0 1 0 0,1 0 0 0 0,0 0-1 0 0,-1 0 1 0 0,0 0-1 0 0,0-4 1 0 0,0 6 29 0 0,0 0 0 0 0,0-1 0 0 0,0 1 0 0 0,0 0 0 0 0,-1-1 0 0 0,1 1 0 0 0,0-1 0 0 0,-1 1 0 0 0,1 0 0 0 0,-1 0 0 0 0,0-1 0 0 0,1 1 0 0 0,-1 0 0 0 0,0 0 0 0 0,0 0 0 0 0,1 0 0 0 0,-1 0 0 0 0,0 0 0 0 0,0 0 0 0 0,0 0 0 0 0,-1 0 0 0 0,1 0 0 0 0,0 0 0 0 0,0 1 0 0 0,0-1 0 0 0,-1 0 0 0 0,1 1 0 0 0,0-1 0 0 0,-1 1 0 0 0,1-1 0 0 0,0 1 0 0 0,-1 0 0 0 0,1 0 0 0 0,0-1 0 0 0,-1 1 0 0 0,-1 0 0 0 0,1 0 127 0 0,-5 11 206 0 0,7-11-357 0 0,-1 1 0 0 0,0-1-1 0 0,1 1 1 0 0,-1-1 0 0 0,0 1-1 0 0,1 0 1 0 0,-1-1 0 0 0,1 1-1 0 0,-1 0 1 0 0,1-1 0 0 0,0 1-1 0 0,-1 0 1 0 0,1 0 0 0 0,0 0-1 0 0,-1-1 1 0 0,1 1 0 0 0,0 0-1 0 0,0 0 1 0 0,0 0 0 0 0,0 0-1 0 0,0-1 1 0 0,0 1 0 0 0,0 0-1 0 0,0 0 1 0 0,0 0 0 0 0,0 1-1 0 0,2 3-112 0 0,1 0-1 0 0,-1 0 0 0 0,1 0 0 0 0,0-1 0 0 0,0 1 0 0 0,1-1 0 0 0,-1 1 1 0 0,1-1-1 0 0,0 0 0 0 0,0 0 0 0 0,5 3 0 0 0,24 16-2956 0 0,-3-8-3696 0 0,-13-8 2548 0 0</inkml:trace>
</inkml:ink>
</file>

<file path=ppt/ink/ink18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44:56.6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 6 340 0 0,'-6'-5'6289'0'0,"11"21"-5718"0"0,4 17-178 0 0,4 51 601 0 0,18 81-47 0 0,55 102 254 0 0,-86-267-1171 0 0,0 1 0 0 0,0-1 0 0 0,0 1 0 0 0,0-1-1 0 0,0 1 1 0 0,0-1 0 0 0,0 1 0 0 0,0-1 0 0 0,0 1 0 0 0,1-1 0 0 0,-1 0 0 0 0,0 1 0 0 0,0-1-1 0 0,0 1 1 0 0,0-1 0 0 0,1 1 0 0 0,-1-1 0 0 0,0 0 0 0 0,1 1 0 0 0,-1-1 0 0 0,0 0 0 0 0,0 1-1 0 0,1-1 1 0 0,-1 0 0 0 0,1 1 0 0 0,-1-1 0 0 0,0 0 0 0 0,1 0 0 0 0,-1 0 0 0 0,1 1 0 0 0,-1-1-1 0 0,0 0 1 0 0,1 0 0 0 0,-1 0 0 0 0,1 0 0 0 0,-1 0 0 0 0,1 0 0 0 0,-1 0 0 0 0,1 0 0 0 0,-1 0-1 0 0,0 0 1 0 0,1 0 0 0 0,0 0 0 0 0,10-23 512 0 0,4-54-326 0 0,-14 67-95 0 0,40-306 465 0 0,-39 306-200 0 0,5-19-2268 0 0,-6 29 1716 0 0,1 1 0 0 0,-1 0 0 0 0,0-1 0 0 0,0 1-1 0 0,0 0 1 0 0,0 0 0 0 0,0 0 0 0 0,0 0 0 0 0,-1 0 0 0 0,1 0 0 0 0,0 0 0 0 0,0 0 0 0 0,-1 0 0 0 0,1 0 0 0 0,0 0 0 0 0,-1 0 0 0 0,1 0 0 0 0,-1 1 0 0 0,0-1 0 0 0,1 0 0 0 0,-1 0 0 0 0,0 3 0 0 0,7 13-3892 0 0,-3-8 1728 0 0</inkml:trace>
</inkml:ink>
</file>

<file path=ppt/ink/ink18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44:57.1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18 266 524 0 0,'0'223'9145'0'0,"-10"-248"-8388"0"0,6-2-511 0 0,2 0 1 0 0,1 0 0 0 0,0 0-1 0 0,3 0 1 0 0,0 0 0 0 0,11-49-1 0 0,-10 63-196 0 0,0 0-1 0 0,1 1 0 0 0,0 0 0 0 0,1-1 1 0 0,0 2-1 0 0,1-1 0 0 0,1 1 0 0 0,0 0 0 0 0,0 0 1 0 0,1 0-1 0 0,0 1 0 0 0,1 1 0 0 0,0-1 1 0 0,1 2-1 0 0,0-1 0 0 0,15-9 0 0 0,-16 13-19 0 0,0 0-1 0 0,1 1 1 0 0,0 0 0 0 0,-1 1-1 0 0,1 0 1 0 0,0 1 0 0 0,0 0-1 0 0,18-1 1 0 0,-25 3-19 0 0,0-1 1 0 0,1 1-1 0 0,-1 0 1 0 0,0 0-1 0 0,1 1 1 0 0,-1-1-1 0 0,0 1 1 0 0,1 0-1 0 0,-1-1 1 0 0,0 1-1 0 0,0 1 1 0 0,0-1-1 0 0,0 0 1 0 0,0 1-1 0 0,0 0 1 0 0,0-1-1 0 0,0 1 1 0 0,-1 0-1 0 0,1 1 1 0 0,-1-1-1 0 0,1 0 0 0 0,-1 1 1 0 0,0-1-1 0 0,0 1 1 0 0,0 0-1 0 0,0 0 1 0 0,-1 0-1 0 0,1 0 1 0 0,-1 0-1 0 0,2 3 1 0 0,-3-3-1 0 0,1-1 1 0 0,-1 1-1 0 0,0 0 1 0 0,0-1-1 0 0,0 1 1 0 0,0-1-1 0 0,0 1 1 0 0,-1-1-1 0 0,1 1 1 0 0,-1-1-1 0 0,0 1 1 0 0,0-1-1 0 0,0 0 1 0 0,0 1-1 0 0,0-1 1 0 0,0 0-1 0 0,0 0 1 0 0,-1 0-1 0 0,1 0 1 0 0,-1 0-1 0 0,0 0 1 0 0,1 0-1 0 0,-1 0 1 0 0,-3 2-1 0 0,-7 5 15 0 0,0 1-1 0 0,-27 14 1 0 0,16-10-50 0 0,-22 15-706 0 0,-10 7-1516 0 0,20-10-3502 0 0,28-19 2808 0 0</inkml:trace>
</inkml:ink>
</file>

<file path=ppt/ink/ink18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44:57.9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53 56 472 0 0,'0'-3'752'0'0,"-1"-1"192"0"0,1 0 0 0 0,0 0 1 0 0,0 0-1 0 0,1 1 0 0 0,-1-1 1 0 0,1 0-1 0 0,-1 0 0 0 0,1 1 1 0 0,0-1-1 0 0,1 0 0 0 0,2-6 637 0 0,-11 70-518 0 0,-16 92 874 0 0,5-22-943 0 0,12-103-532 0 0,-2 52 1 0 0,10-63 543 0 0,4-27-294 0 0,3-11-1239 0 0,-6 16-844 0 0,6-6 297 0 0,-5 11-2580 0 0</inkml:trace>
</inkml:ink>
</file>

<file path=ppt/ink/ink18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44:58.4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79 276 0 0,'0'-10'1069'0'0,"1"0"1"0"0,0 0-1 0 0,1 0 1 0 0,0 0-1 0 0,5-15 1 0 0,-1 21 692 0 0,1 14-1212 0 0,2 11-84 0 0,4 27 233 0 0,0 4-224 0 0,2-1-1 0 0,3-1 0 0 0,29 60 1 0 0,-41-98-403 0 0,-4-7-23 0 0,0 0 1 0 0,0 0-1 0 0,1-1 1 0 0,-1 1 0 0 0,1-1-1 0 0,0 1 1 0 0,1-1-1 0 0,-1 0 1 0 0,1 0 0 0 0,-1 0-1 0 0,1 0 1 0 0,9 5 0 0 0,-13-9 76 0 0,3 0-94 0 0,-1-1 0 0 0,0 1 0 0 0,0-1 0 0 0,0 0 0 0 0,0 0 0 0 0,0 0 0 0 0,0 0 0 0 0,0 0 0 0 0,0 0 0 0 0,0-1 0 0 0,0 1 0 0 0,-1-1 0 0 0,1 1 0 0 0,-1-1 0 0 0,1 0 0 0 0,-1 1 0 0 0,1-1 0 0 0,-1 0 0 0 0,2-4 0 0 0,22-43 297 0 0,-22 41-271 0 0,30-75-93 0 0,29-120 0 0 0,-54 172-776 0 0,-6 28-379 0 0,-7 19-8381 0 0</inkml:trace>
</inkml:ink>
</file>

<file path=ppt/ink/ink18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44:59.4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19 382 464 0 0,'41'-43'4276'0'0,"-34"37"-3925"0"0,0 0-1 0 0,0-1 0 0 0,-1 1 0 0 0,0-1 1 0 0,0-1-1 0 0,7-13 0 0 0,-12 20-313 0 0,19-47 1230 0 0,-19 46-1191 0 0,-1 0-1 0 0,1 0 1 0 0,-1 0-1 0 0,1 0 1 0 0,-1 0 0 0 0,0 0-1 0 0,0 0 1 0 0,0 0-1 0 0,0 0 1 0 0,0 0 0 0 0,0 0-1 0 0,0 0 1 0 0,-1 0-1 0 0,1 0 1 0 0,-1 0-1 0 0,1 0 1 0 0,-1 0 0 0 0,0 0-1 0 0,0 0 1 0 0,0 0-1 0 0,0 0 1 0 0,0 1 0 0 0,-2-3-1 0 0,2 4-50 0 0,0-1 0 0 0,0 1-1 0 0,0 0 1 0 0,0-1-1 0 0,0 1 1 0 0,0 0 0 0 0,0 0-1 0 0,0 0 1 0 0,0 0 0 0 0,-1 0-1 0 0,1 0 1 0 0,0 0-1 0 0,0 0 1 0 0,0 1 0 0 0,0-1-1 0 0,0 0 1 0 0,0 1-1 0 0,0-1 1 0 0,0 0 0 0 0,0 1-1 0 0,-1 0 1 0 0,-23 13 295 0 0,19-9-273 0 0,0 0-1 0 0,0 1 1 0 0,0 0 0 0 0,0 0 0 0 0,1 0 0 0 0,0 1 0 0 0,0-1 0 0 0,1 1-1 0 0,0 1 1 0 0,0-1 0 0 0,1 0 0 0 0,0 1 0 0 0,0 0 0 0 0,0 0 0 0 0,1 0-1 0 0,0 0 1 0 0,1 0 0 0 0,0 0 0 0 0,0 0 0 0 0,1 1 0 0 0,0-1 0 0 0,1 0-1 0 0,-1 0 1 0 0,1 1 0 0 0,1-1 0 0 0,0 0 0 0 0,0 0 0 0 0,6 14-1 0 0,-7-20-67 0 0,0 0 0 0 0,0 0 0 0 0,0 0 0 0 0,1 0 0 0 0,-1 0 0 0 0,0 0 0 0 0,1 0 0 0 0,0-1 0 0 0,-1 1 0 0 0,1 0 0 0 0,0-1 0 0 0,0 1-1 0 0,0-1 1 0 0,0 0 0 0 0,0 0 0 0 0,0 0 0 0 0,0 0 0 0 0,0 0 0 0 0,1 0 0 0 0,-1 0 0 0 0,0-1 0 0 0,0 1 0 0 0,1-1 0 0 0,-1 1 0 0 0,1-1-1 0 0,-1 0 1 0 0,0 0 0 0 0,1 0 0 0 0,-1-1 0 0 0,0 1 0 0 0,1 0 0 0 0,-1-1 0 0 0,0 1 0 0 0,1-1 0 0 0,2-2 0 0 0,9-3-489 0 0,-1 0 0 0 0,0-1 0 0 0,-1-1 0 0 0,21-15 0 0 0,-10 6 50 0 0,-13 11 323 0 0,0-1 0 0 0,0 1-1 0 0,1 1 1 0 0,-1 0 0 0 0,1 1-1 0 0,23-7 1 0 0,-31 11 127 0 0,0-1 0 0 0,0 1 1 0 0,1 0-1 0 0,-1 0 0 0 0,0 0 0 0 0,0 0 0 0 0,1 0 0 0 0,-1 1 0 0 0,0-1 1 0 0,0 1-1 0 0,1 0 0 0 0,-1 0 0 0 0,0 0 0 0 0,0 1 0 0 0,0-1 0 0 0,0 1 1 0 0,0-1-1 0 0,-1 1 0 0 0,1 0 0 0 0,0 0 0 0 0,-1 0 0 0 0,0 1 0 0 0,1-1 1 0 0,-1 0-1 0 0,0 1 0 0 0,0 0 0 0 0,0-1 0 0 0,0 1 0 0 0,1 4 0 0 0,13 38 30 0 0,-8-15 22 0 0,-7-31-35 0 0,1 1 0 0 0,0 0 0 0 0,-1 0 0 0 0,1-1 0 0 0,-1 1 0 0 0,1-1 0 0 0,-1 0 0 0 0,0 1 1 0 0,1-1-1 0 0,-1 0 0 0 0,0 0 0 0 0,1 0 0 0 0,-1 0 0 0 0,0 0 0 0 0,0 0 0 0 0,2-2 0 0 0,-3 2 1 0 0,20-20 30 0 0,0-1 0 0 0,-2-1 0 0 0,-1 0 0 0 0,-1-1 0 0 0,-1-1-1 0 0,-1-1 1 0 0,11-29 0 0 0,-4 11 44 0 0,-9 17 409 0 0,-1-1 1 0 0,-2 0-1 0 0,0-1 0 0 0,5-39 0 0 0,-31 118 1494 0 0,8-30-1861 0 0,2 1 0 0 0,0 0 0 0 0,-5 30 0 0 0,11-45-104 0 0,-1 7 35 0 0,1-1 0 0 0,0 1-1 0 0,1 0 1 0 0,0 0 0 0 0,3 18-1 0 0,-1-26-44 0 0,-1 0 1 0 0,1-1-1 0 0,-1 0 0 0 0,1 1 0 0 0,1-1 1 0 0,-1 0-1 0 0,1 0 0 0 0,-1 0 0 0 0,1 0 1 0 0,0-1-1 0 0,0 1 0 0 0,1-1 0 0 0,-1 1 1 0 0,1-1-1 0 0,0 0 0 0 0,-1-1 0 0 0,1 1 1 0 0,7 3-1 0 0,80 40 133 0 0,-94-44-167 0 0,-1 1 1 0 0,1 0 0 0 0,-1-1 0 0 0,1 0 0 0 0,-1 0 0 0 0,0 0 0 0 0,0 0 0 0 0,-5 1 0 0 0,-10 3-893 0 0,-1 1 1 0 0,-23 13 0 0 0,6-3-4561 0 0,20-12 2507 0 0</inkml:trace>
</inkml:ink>
</file>

<file path=ppt/ink/ink18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44:59.9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0 107 828 0 0,'52'-107'12468'0'0,"-40"135"-11569"0"0,-5 44 78 0 0,-2 0 0 0 0,-7 91-1 0 0,-1-41-313 0 0,-3-61-768 0 0,1-31-2993 0 0,3-2-5856 0 0</inkml:trace>
</inkml:ink>
</file>

<file path=ppt/ink/ink18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45:00.5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85 362 656 0 0,'0'0'974'0'0,"-2"15"4022"0"0,-8 52-3348 0 0,-2 0-143 0 0,-23 78 0 0 0,25-94 62 0 0,10-50-1051 0 0,-2-5-378 0 0,-1-3-93 0 0,1 1 0 0 0,0-1 0 0 0,0-1 0 0 0,0 1 0 0 0,1 0 0 0 0,0 0 0 0 0,1-1 0 0 0,0 1 0 0 0,0 0 0 0 0,0-1 0 0 0,1 1 0 0 0,0 0 0 0 0,4-14 0 0 0,5-15 36 0 0,19-49 1 0 0,-23 70-65 0 0,22-59-14 0 0,47-86-1 0 0,-62 136-18 0 0,1 0-1 0 0,2 1 1 0 0,0 1 0 0 0,1 0-1 0 0,1 1 1 0 0,2 2 0 0 0,25-22-1 0 0,-43 38 14 0 0,0 1-1 0 0,1 0 1 0 0,-1 0-1 0 0,1 0 1 0 0,-1 1-1 0 0,1-1 1 0 0,0 1-1 0 0,-1-1 1 0 0,1 1-1 0 0,0 0 1 0 0,0 0-1 0 0,0 0 1 0 0,0 0-1 0 0,0 1 1 0 0,0-1-1 0 0,0 1 1 0 0,1 0 0 0 0,-1 0-1 0 0,0 0 1 0 0,0 0-1 0 0,0 0 1 0 0,0 1-1 0 0,0 0 1 0 0,0-1-1 0 0,0 1 1 0 0,0 0-1 0 0,0 0 1 0 0,0 1-1 0 0,0-1 1 0 0,-1 1-1 0 0,1-1 1 0 0,0 1-1 0 0,-1 0 1 0 0,1 0-1 0 0,-1 0 1 0 0,4 4-1 0 0,-4-2 3 0 0,1 0-1 0 0,0 0 1 0 0,-1 0-1 0 0,0 0 1 0 0,0 1-1 0 0,0-1 1 0 0,-1 1-1 0 0,1-1 1 0 0,-1 1-1 0 0,0 0 1 0 0,-1 0-1 0 0,1-1 1 0 0,-1 1-1 0 0,0 0 1 0 0,0 0-1 0 0,0 0 1 0 0,-1-1-1 0 0,0 1 1 0 0,1 0-1 0 0,-2 0 0 0 0,1-1 1 0 0,-1 1-1 0 0,-3 7 1 0 0,1-6 0 0 0,0 1 1 0 0,0-1-1 0 0,0 0 1 0 0,-1 0-1 0 0,0 0 0 0 0,-1-1 1 0 0,1 1-1 0 0,-1-1 0 0 0,0-1 1 0 0,0 1-1 0 0,0-1 1 0 0,-1 0-1 0 0,0 0 0 0 0,-9 3 1 0 0,4-2-24 0 0,-1-1 1 0 0,0 0 0 0 0,0-1-1 0 0,0 0 1 0 0,0-1 0 0 0,0 0-1 0 0,-17-1 1 0 0,-16-7-853 0 0,20-6-2964 0 0</inkml:trace>
</inkml:ink>
</file>

<file path=ppt/ink/ink18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45:02.0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202 54 616 0 0,'0'-2'238'0'0,"-1"0"-1"0"0,0 1 1 0 0,1-1 0 0 0,-1 0-1 0 0,0 1 1 0 0,0-1 0 0 0,0 1-1 0 0,-1-1 1 0 0,1 1 0 0 0,0-1-1 0 0,0 1 1 0 0,-1 0 0 0 0,1 0-1 0 0,-1-1 1 0 0,1 1 0 0 0,-1 0-1 0 0,0 0 1 0 0,1 1 0 0 0,-1-1-1 0 0,0 0 1 0 0,1 0 0 0 0,-1 1-1 0 0,0-1 1 0 0,0 1 0 0 0,0 0-1 0 0,0 0 1 0 0,1-1 0 0 0,-1 1-1 0 0,0 0 1 0 0,0 0 0 0 0,0 1-1 0 0,-2-1 1 0 0,-4 3 87 0 0,-1-1 1 0 0,1 2-1 0 0,-1-1 1 0 0,1 1-1 0 0,-13 8 1 0 0,9-5 156 0 0,2-1-237 0 0,1 1 0 0 0,0 0 1 0 0,0 0-1 0 0,-11 13 0 0 0,17-18-189 0 0,1 1 0 0 0,0 0 0 0 0,0-1 0 0 0,0 1 0 0 0,1 0 0 0 0,-1 0 0 0 0,1 0 0 0 0,-1 0 0 0 0,0 4 0 0 0,2-6-42 0 0,0 0 0 0 0,-1 0 0 0 0,1 0 0 0 0,0 0 1 0 0,0 0-1 0 0,0 0 0 0 0,0 0 0 0 0,1 0 0 0 0,-1 0 0 0 0,0 0 0 0 0,0 0 0 0 0,1 0 1 0 0,-1 0-1 0 0,0 0 0 0 0,1 0 0 0 0,-1-1 0 0 0,1 1 0 0 0,-1 0 0 0 0,1 0 1 0 0,-1 0-1 0 0,1-1 0 0 0,0 1 0 0 0,-1 0 0 0 0,1 0 0 0 0,0-1 0 0 0,0 1 0 0 0,-1-1 1 0 0,1 1-1 0 0,1 0 0 0 0,1 0-7 0 0,0 0 0 0 0,0 0 0 0 0,0 0-1 0 0,0 0 1 0 0,1-1 0 0 0,-1 0 0 0 0,0 1 0 0 0,0-1 0 0 0,0 0 0 0 0,0 0 0 0 0,1-1-1 0 0,-1 1 1 0 0,0-1 0 0 0,5-1 0 0 0,41-17-349 0 0,15-13-161 0 0,-63 31 475 0 0,2 4-20 0 0,-1-1 36 0 0,0 0 0 0 0,0 0-1 0 0,0 1 1 0 0,0-1 0 0 0,0 1-1 0 0,0-1 1 0 0,-1 1 0 0 0,3 5 0 0 0,5 7-17 0 0,-7-12-1 0 0,0 0 0 0 0,1-1-1 0 0,-1 1 1 0 0,1-1 0 0 0,0 0 0 0 0,-1 0-1 0 0,1 0 1 0 0,0 0 0 0 0,0 0 0 0 0,0-1-1 0 0,1 1 1 0 0,-1-1 0 0 0,0 0 0 0 0,0 0-1 0 0,1 0 1 0 0,-1 0 0 0 0,1-1 0 0 0,-1 0-1 0 0,1 1 1 0 0,-1-1 0 0 0,1 0 0 0 0,-1-1-1 0 0,0 1 1 0 0,1 0 0 0 0,-1-1 0 0 0,1 0-1 0 0,-1 0 1 0 0,0 0 0 0 0,1 0 0 0 0,-1-1 0 0 0,0 1-1 0 0,0-1 1 0 0,4-2 0 0 0,1-2-31 0 0,1 0 1 0 0,-1 0 0 0 0,0-1-1 0 0,0 0 1 0 0,-1 0-1 0 0,1-1 1 0 0,-2 0 0 0 0,1-1-1 0 0,8-14 1 0 0,-15 23 91 0 0,0 0 0 0 0,1-1 0 0 0,-1 1 0 0 0,0 0 0 0 0,1-1-1 0 0,-1 1 1 0 0,0 0 0 0 0,0-1 0 0 0,1 1 0 0 0,-1-1 0 0 0,0 1 0 0 0,0 0 0 0 0,0-1 0 0 0,1 1 0 0 0,-1-1 0 0 0,0 1 0 0 0,0-1-1 0 0,0 1 1 0 0,0-1 0 0 0,0 1 0 0 0,0 0 0 0 0,0-1 0 0 0,0 1 0 0 0,0-1 0 0 0,0 1 0 0 0,0-1 0 0 0,0 1 0 0 0,0-1 0 0 0,-1 1-1 0 0,1 0 1 0 0,0-1 0 0 0,0 1 0 0 0,0-1 0 0 0,-1 0 0 0 0,-15 7 206 0 0,13-4-230 0 0,1 0 1 0 0,-1-1-1 0 0,1 1 0 0 0,-1 1 0 0 0,1-1 1 0 0,0 0-1 0 0,-1 1 0 0 0,1-1 0 0 0,1 1 1 0 0,-1 0-1 0 0,0-1 0 0 0,1 1 0 0 0,-3 5 1 0 0,3-5 4 0 0,1 0 1 0 0,-1 0-1 0 0,1 1 1 0 0,0-1-1 0 0,0 0 1 0 0,0 1-1 0 0,0-1 1 0 0,2 6-1 0 0,-2-8-10 0 0,1 0 0 0 0,0 0 0 0 0,-1 1-1 0 0,1-1 1 0 0,0 0 0 0 0,0 0 0 0 0,0 0 0 0 0,0-1-1 0 0,0 1 1 0 0,0 0 0 0 0,0 0 0 0 0,0 0 0 0 0,0-1-1 0 0,0 1 1 0 0,0 0 0 0 0,1-1 0 0 0,-1 1 0 0 0,0-1-1 0 0,0 0 1 0 0,1 1 0 0 0,-1-1 0 0 0,0 0 0 0 0,1 0-1 0 0,-1 0 1 0 0,0 0 0 0 0,1 0 0 0 0,-1 0 0 0 0,2 0-1 0 0,13-2-22 0 0,-1 0 0 0 0,0-1 0 0 0,1-1 0 0 0,-1 0 0 0 0,-1-1 0 0 0,1 0 0 0 0,-1-1 0 0 0,0-1 0 0 0,0-1 0 0 0,20-14 0 0 0,-11 5-7 0 0,-18 12 47 0 0,0 1 0 0 0,0 0 0 0 0,1 0 0 0 0,0 1 1 0 0,-1-1-1 0 0,10-3 0 0 0,-14 7 85 0 0,-2 2 313 0 0,-5 18-300 0 0,3-10-78 0 0,2-6-29 0 0,0 1 0 0 0,0-1 0 0 0,0 0 0 0 0,-1 0 0 0 0,1 0 0 0 0,-1 0 0 0 0,0 0 0 0 0,-1 0 0 0 0,1 0 0 0 0,-4 4 1 0 0,5 19 100 0 0,1-26-102 0 0,44-30-23 0 0,-28 13 16 0 0,-13 12-4 0 0,0 0-1 0 0,1 0 1 0 0,-1 0 0 0 0,1 1 0 0 0,0 0-1 0 0,0-1 1 0 0,0 1 0 0 0,0 1 0 0 0,1-1-1 0 0,-1 1 1 0 0,1-1 0 0 0,0 1-1 0 0,8-2 1 0 0,-11 5 2 0 0,0-1-1 0 0,-1 0 0 0 0,0 1 0 0 0,0 0 0 0 0,0-1 0 0 0,0 1 0 0 0,0-1 0 0 0,0 1 0 0 0,0 0 0 0 0,0 0 0 0 0,0 0 1 0 0,0 0-1 0 0,0 0 0 0 0,0 0 0 0 0,-1 0 0 0 0,1 0 0 0 0,0 0 0 0 0,-1 0 0 0 0,1 0 0 0 0,-1 0 0 0 0,1 0 0 0 0,-1 0 1 0 0,0 1-1 0 0,1 1 0 0 0,4 8 5 0 0,6 2-113 0 0,-10-11 92 0 0,0-1 1 0 0,0 1 0 0 0,0-1 0 0 0,0 1-1 0 0,0-1 1 0 0,0 0 0 0 0,1 1-1 0 0,-1-1 1 0 0,0 0 0 0 0,1 0 0 0 0,-1 0-1 0 0,1 0 1 0 0,-1 0 0 0 0,1 0 0 0 0,0-1-1 0 0,-1 1 1 0 0,1 0 0 0 0,0-1-1 0 0,-1 1 1 0 0,1-1 0 0 0,0 0 0 0 0,0 1-1 0 0,3-1 1 0 0,-1 0-17 0 0,1 0 1 0 0,0-1-1 0 0,0 1 0 0 0,-1-1 0 0 0,1 0 1 0 0,0-1-1 0 0,-1 1 0 0 0,1-1 0 0 0,-1 0 0 0 0,1 0 1 0 0,-1 0-1 0 0,0 0 0 0 0,0-1 0 0 0,4-3 1 0 0,2-3-11 0 0,-1 0 0 0 0,0-1 1 0 0,13-17-1 0 0,14-17 238 0 0,-13 25 3054 0 0,-32 34-2709 0 0,8-12-473 0 0,-1 0-1 0 0,1-1 1 0 0,1 1-1 0 0,-1 0 1 0 0,0 0-1 0 0,1 0 1 0 0,-1-1-1 0 0,1 1 1 0 0,0 6-1 0 0,-4 17 169 0 0,1-20-412 0 0,1 1 0 0 0,0-1-1 0 0,1 0 1 0 0,-1 1 0 0 0,1-1 0 0 0,0 1 0 0 0,1 7 0 0 0,2 7-3031 0 0,5-5-3704 0 0,-4-11 4094 0 0</inkml:trace>
</inkml:ink>
</file>

<file path=ppt/ink/ink18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45:02.4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75 348 0 0,'152'-69'9011'0'0,"-142"65"-8890"0"0,-7 2-1807 0 0,-19 3-1964 0 0,1-2 1318 0 0</inkml:trace>
</inkml:ink>
</file>

<file path=ppt/ink/ink18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45:08.9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 18 484 0 0,'-10'-10'1543'0'0,"0"3"2353"0"0,10 32-1881 0 0,2-14-1736 0 0,0 1 1 0 0,1-1-1 0 0,1 0 0 0 0,0 0 1 0 0,0 0-1 0 0,1-1 0 0 0,1 0 1 0 0,10 16-1 0 0,62 76 891 0 0,-69-90-1045 0 0,142 160 1263 0 0,-145-165-1586 0 0,-1 0 1 0 0,-1 1-1 0 0,1 0 0 0 0,-1 0 1 0 0,-1 0-1 0 0,4 12 0 0 0,-5-15-732 0 0,-1 0-1 0 0,0 0 1 0 0,0 0-1 0 0,-1 0 1 0 0,1 1 0 0 0,-1-1-1 0 0,0 6 1 0 0,-2-4-1494 0 0</inkml:trace>
</inkml:ink>
</file>

<file path=ppt/ink/ink18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45:09.6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 72 516 0 0,'1'31'1747'0'0,"2"-1"0"0"0,10 40 0 0 0,3 35-195 0 0,-12-75-1131 0 0,-1 17 975 0 0,-3-47-1385 0 0,0 0 0 0 0,0 0 1 0 0,0 0-1 0 0,0-1 0 0 0,0 1 1 0 0,0 0-1 0 0,0 0 0 0 0,0 0 1 0 0,0 0-1 0 0,-1 0 0 0 0,1 0 1 0 0,0 0-1 0 0,0 0 0 0 0,0 0 1 0 0,0-1-1 0 0,0 1 0 0 0,0 0 1 0 0,0 0-1 0 0,0 0 0 0 0,0 0 1 0 0,0 0-1 0 0,-1 0 0 0 0,1 0 1 0 0,0 0-1 0 0,0 0 0 0 0,0 0 1 0 0,0 0-1 0 0,0 0 0 0 0,0 0 1 0 0,0 0-1 0 0,-1 0 0 0 0,1 0 1 0 0,0 0-1 0 0,0 0 0 0 0,0 0 1 0 0,0 0-1 0 0,0 0 0 0 0,0 0 1 0 0,0 0-1 0 0,-1 0 0 0 0,1 0 1 0 0,0 0-1 0 0,0 0 0 0 0,0 0 1 0 0,0 0-1 0 0,0 0 0 0 0,0 0 1 0 0,0 0-1 0 0,0 1 0 0 0,0-1 1 0 0,-1 0-1 0 0,1 0 0 0 0,0 0 1 0 0,0 0-1 0 0,0 0 0 0 0,0 0 1 0 0,0 0-1 0 0,0 0 0 0 0,0 0 1 0 0,0 1-1 0 0,0-1 0 0 0,-8-9 323 0 0,8 9-383 0 0,-6-12 133 0 0,2-1 1 0 0,-1 1-1 0 0,2-1 1 0 0,0 0-1 0 0,0 0 1 0 0,1 0-1 0 0,1 0 0 0 0,0-1 1 0 0,1-22-1 0 0,-3-26 61 0 0,2 46-115 0 0,1 1 1 0 0,0-1 0 0 0,3-21 0 0 0,-3 32 4 0 0,1-1 0 0 0,0 1 1 0 0,0-1-1 0 0,0 1 1 0 0,1 0-1 0 0,0 0 1 0 0,0 0-1 0 0,0 0 1 0 0,1 0-1 0 0,-1 0 1 0 0,1 0-1 0 0,7-7 1 0 0,-9 11-32 0 0,0 1 0 0 0,0-1 0 0 0,0 1 0 0 0,0-1 0 0 0,0 1 0 0 0,0 0 0 0 0,0 0 0 0 0,0-1 0 0 0,0 1 1 0 0,0 0-1 0 0,0 0 0 0 0,0 0 0 0 0,0 0 0 0 0,0 0 0 0 0,0 0 0 0 0,0 1 0 0 0,1-1 0 0 0,-1 0 0 0 0,0 0 0 0 0,0 1 0 0 0,0-1 0 0 0,0 1 1 0 0,0-1-1 0 0,-1 1 0 0 0,1-1 0 0 0,0 1 0 0 0,0 0 0 0 0,0-1 0 0 0,0 1 0 0 0,-1 0 0 0 0,1 0 0 0 0,0-1 0 0 0,0 1 0 0 0,0 1 1 0 0,25 32 55 0 0,-24-31-49 0 0,32 48 34 0 0,-13-17-26 0 0,1-2 0 0 0,2 0 1 0 0,53 54-1 0 0,-75-84-17 0 0,0 0 0 0 0,1 0 0 0 0,-1 0 0 0 0,0 0-1 0 0,1 0 1 0 0,-1 0 0 0 0,1-1 0 0 0,-1 0-1 0 0,1 1 1 0 0,0-1 0 0 0,-1 0 0 0 0,1 0 0 0 0,0 0-1 0 0,0-1 1 0 0,0 1 0 0 0,0-1 0 0 0,0 0 0 0 0,-1 1-1 0 0,1-1 1 0 0,0 0 0 0 0,0-1 0 0 0,3 0-1 0 0,-2 0 3 0 0,-1-1 0 0 0,1 1-1 0 0,-1-1 1 0 0,0 0-1 0 0,0 0 1 0 0,0-1-1 0 0,0 1 1 0 0,0-1-1 0 0,0 1 1 0 0,-1-1 0 0 0,1 0-1 0 0,-1 0 1 0 0,0 0-1 0 0,3-6 1 0 0,4-8 13 0 0,-1 0 1 0 0,-1 0-1 0 0,-1-1 0 0 0,0 1 1 0 0,4-29-1 0 0,-10 43-562 0 0,5-25 1780 0 0,-6 14-2978 0 0</inkml:trace>
</inkml:ink>
</file>

<file path=ppt/ink/ink18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45:10.0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 44 600 0 0,'-2'10'563'0'0,"1"-1"0"0"0,0 1 0 0 0,0 0 0 0 0,2 14-1 0 0,-1-21-442 0 0,0 0-1 0 0,0 1 0 0 0,1-1 1 0 0,-1 0-1 0 0,1 1 0 0 0,0-1 1 0 0,0 0-1 0 0,0 0 0 0 0,0 0 1 0 0,1 0-1 0 0,-1 0 0 0 0,1 0 1 0 0,0 0-1 0 0,0 0 0 0 0,0-1 1 0 0,4 5-1 0 0,-5-6-48 0 0,1 1-1 0 0,-1-1 1 0 0,1 0 0 0 0,0 0-1 0 0,-1 0 1 0 0,1 0-1 0 0,0 0 1 0 0,0 0-1 0 0,-1 0 1 0 0,1 0 0 0 0,0-1-1 0 0,0 1 1 0 0,0-1-1 0 0,0 1 1 0 0,0-1 0 0 0,0 0-1 0 0,0 0 1 0 0,0 0-1 0 0,0 0 1 0 0,0 0 0 0 0,0 0-1 0 0,0-1 1 0 0,0 1-1 0 0,0-1 1 0 0,0 1-1 0 0,-1-1 1 0 0,1 0 0 0 0,0 0-1 0 0,0 1 1 0 0,0-1-1 0 0,-1-1 1 0 0,1 1 0 0 0,-1 0-1 0 0,1 0 1 0 0,-1 0-1 0 0,1-1 1 0 0,-1 1-1 0 0,0-1 1 0 0,1 1 0 0 0,-1-1-1 0 0,0 0 1 0 0,0 1-1 0 0,0-1 1 0 0,1-4 0 0 0,1 1 56 0 0,-1 0 1 0 0,0-1 0 0 0,0 1 0 0 0,-1-1 0 0 0,1 0 0 0 0,-1 1-1 0 0,0-1 1 0 0,-1 0 0 0 0,0 0 0 0 0,0 0 0 0 0,0 0-1 0 0,0 0 1 0 0,-1 1 0 0 0,-1-8 0 0 0,1 10-124 0 0,-1 0 0 0 0,1 0 0 0 0,-1 0 0 0 0,1 0 0 0 0,-1 0 0 0 0,0 0 0 0 0,0 0 0 0 0,-1 0 0 0 0,1 1 0 0 0,0-1 0 0 0,-1 1 0 0 0,1 0 0 0 0,-1 0 0 0 0,0-1 0 0 0,0 2 0 0 0,0-1 0 0 0,0 0 0 0 0,0 1 1 0 0,0-1-1 0 0,-1 1 0 0 0,1 0 0 0 0,-4-1 0 0 0,5 2-355 0 0,-18 11-861 0 0</inkml:trace>
</inkml:ink>
</file>

<file path=ppt/ink/ink18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45:10.9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44 0 152 0 0,'0'0'671'0'0,"21"26"2450"0"0,-21-20-2864 0 0,0 1 0 0 0,-1 0-1 0 0,0-1 1 0 0,0 1-1 0 0,0 0 1 0 0,-1-1-1 0 0,0 1 1 0 0,0-1 0 0 0,-1 0-1 0 0,1 1 1 0 0,-1-1-1 0 0,-1-1 1 0 0,1 1-1 0 0,-1 0 1 0 0,0-1 0 0 0,-1 0-1 0 0,-6 7 1 0 0,10-11 179 0 0,-4-6-287 0 0,5 4-142 0 0,-1 1 0 0 0,0 0 0 0 0,1-1 0 0 0,-1 1 0 0 0,0 0-1 0 0,1-1 1 0 0,-1 1 0 0 0,1-1 0 0 0,-1 1 0 0 0,1-1 0 0 0,-1 1 0 0 0,1-1 0 0 0,0 0 0 0 0,-1 1 0 0 0,1-1 0 0 0,0 1 0 0 0,-1-1 0 0 0,1 0-1 0 0,0 1 1 0 0,-1-1 0 0 0,1-1 0 0 0,1-3 13 0 0,-1-1 0 0 0,1 0 0 0 0,0 1-1 0 0,1-1 1 0 0,-1 1 0 0 0,1-1 0 0 0,0 1 0 0 0,1 0 0 0 0,-1-1-1 0 0,1 1 1 0 0,0 1 0 0 0,0-1 0 0 0,1 0 0 0 0,-1 1 0 0 0,1 0-1 0 0,0-1 1 0 0,0 1 0 0 0,0 1 0 0 0,1-1 0 0 0,0 1 0 0 0,-1 0-1 0 0,1 0 1 0 0,0 0 0 0 0,1 1 0 0 0,-1-1 0 0 0,11-2 0 0 0,-15 5-20 0 0,1-1 0 0 0,0 1 1 0 0,0 0-1 0 0,0 0 1 0 0,-1 0-1 0 0,1 0 1 0 0,0 0-1 0 0,0 0 1 0 0,-1 1-1 0 0,1-1 1 0 0,0 0-1 0 0,0 1 1 0 0,-1 0-1 0 0,1-1 0 0 0,-1 1 1 0 0,1 0-1 0 0,0 0 1 0 0,-1 0-1 0 0,1 0 1 0 0,-1 0-1 0 0,0 0 1 0 0,1 0-1 0 0,-1 0 1 0 0,0 1-1 0 0,0-1 1 0 0,0 0-1 0 0,2 3 0 0 0,21 48 17 0 0,-22-48-17 0 0,-2-4 5 0 0,0 0-3 0 0,0 0 1 0 0,0 0-1 0 0,1 0 1 0 0,-1 0-1 0 0,0 0 1 0 0,0 0-1 0 0,0 0 1 0 0,0 0-1 0 0,0 0 1 0 0,1 0-1 0 0,-1 0 1 0 0,0 0-1 0 0,0 1 1 0 0,0-1-1 0 0,0 0 1 0 0,0 0-1 0 0,0 0 1 0 0,0 0-1 0 0,1 0 1 0 0,-1 0-1 0 0,0 0 1 0 0,0 0-1 0 0,0 0 1 0 0,0 0-1 0 0,0 0 1 0 0,0 1-1 0 0,0-1 1 0 0,0 0-1 0 0,0 0 1 0 0,0 0-1 0 0,1 0 1 0 0,-1 0-1 0 0,0 0 1 0 0,0 1-1 0 0,0-1 0 0 0,0 0 1 0 0,0 0-1 0 0,0 0 1 0 0,0 0-1 0 0,0 0 1 0 0,0 0-1 0 0,0 1 1 0 0,0-1-1 0 0,0 0 1 0 0,0 0-1 0 0,0 0 1 0 0,0 0-1 0 0,0 0 1 0 0,0 0-1 0 0,0 1 1 0 0,-1-1-1 0 0,1 0 1 0 0,0 0-1 0 0,0 0 1 0 0,0 0-1 0 0,0 0 1 0 0,0 0-1 0 0,0 0 1 0 0,0 1-1 0 0,0-1 1 0 0,14-2 139 0 0,-12 1-177 0 0,16-8 84 0 0,16-8-29 0 0,-11 13-16 0 0,-21 4-2 0 0,-1-1-4 0 0,3 0 5 0 0,9 4 1 0 0,8 13-1 0 0,-7-5-1 0 0,-5-8-1 0 0,-1 0 0 0 0,0-1 0 0 0,0 1 0 0 0,1-2 0 0 0,-1 1 0 0 0,1-1 0 0 0,0 0 0 0 0,16-1 1 0 0,29-10 948 0 0,-18 7-1358 0 0,-41 10-846 0 0,-3 3-4074 0 0</inkml:trace>
</inkml:ink>
</file>

<file path=ppt/ink/ink18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45:11.3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33 40 0 0,'13'-27'3943'0'0,"-7"21"-5603"0"0</inkml:trace>
</inkml:ink>
</file>

<file path=ppt/ink/ink18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45:11.6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1 211 288 0 0,'9'7'2312'0'0,"10"7"694"0"0,21-11-1852 0 0,-1-1 0 0 0,59-6 1 0 0,-5 1-746 0 0,-82 3-345 0 0,0 0-1 0 0,0-1 1 0 0,0 0-1 0 0,-1 0 1 0 0,1-1-1 0 0,0-1 1 0 0,18-7-1 0 0,-24 8-12 0 0,0-1 1 0 0,-1 1-1 0 0,1-1 0 0 0,-1-1 0 0 0,0 1 1 0 0,0-1-1 0 0,0 1 0 0 0,0-1 1 0 0,-1 0-1 0 0,0 0 0 0 0,0-1 0 0 0,0 1 1 0 0,0-1-1 0 0,0 0 0 0 0,-1 1 0 0 0,0-1 1 0 0,2-8-1 0 0,1-5 360 0 0,0 0-1 0 0,-2 0 1 0 0,0-1 0 0 0,-1 1 0 0 0,-1-25-1 0 0,-1 42 548 0 0,-14 41-64 0 0,10-7-912 0 0,2 1 1 0 0,1-1-1 0 0,1 0 1 0 0,1 0-1 0 0,7 35 1 0 0,1 20-8531 0 0,-8-73 4848 0 0</inkml:trace>
</inkml:ink>
</file>

<file path=ppt/ink/ink18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45:14.7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82 20 608 0 0,'-7'-20'8829'0'0,"-23"158"-5095"0"0,16-61-2526 0 0,3 0 0 0 0,-2 107-1 0 0,13-173-1479 0 0,-1 39-457 0 0,-2-17-9145 0 0,1-28 6547 0 0</inkml:trace>
</inkml:ink>
</file>

<file path=ppt/ink/ink18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45:15.4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100 191 984 0 0,'0'0'2115'0'0,"-7"-2"2613"0"0,-16 70-2131 0 0,-23 114 0 0 0,37-159-2212 0 0,6-24-183 0 0,1-11-168 0 0,-7-191 136 0 0,11 153-151 0 0,9-53 0 0 0,-2 29 42 0 0,-9 73-61 0 0,0 0 1 0 0,0 0 0 0 0,0 0-1 0 0,0 0 1 0 0,0 0 0 0 0,1 0 0 0 0,-1 0-1 0 0,0 0 1 0 0,0 0 0 0 0,1 0-1 0 0,-1 1 1 0 0,0-1 0 0 0,1 0 0 0 0,-1 0-1 0 0,1 0 1 0 0,-1 1 0 0 0,1-1-1 0 0,0 0 1 0 0,0 0 0 0 0,10 6 28 0 0,4 21 12 0 0,12 41-46 0 0,-8-23 14 0 0,27 57 28 0 0,-41-92-13 0 0,0 0 0 0 0,1 0 0 0 0,0-1 0 0 0,0 0 0 0 0,0 0 0 0 0,1-1 0 0 0,1 1 0 0 0,14 11 0 0 0,-19-17-7 0 0,0-1-1 0 0,0 1 1 0 0,0 0 0 0 0,0-1-1 0 0,0 1 1 0 0,0-1-1 0 0,1 0 1 0 0,-1 0 0 0 0,0 0-1 0 0,1 0 1 0 0,-1-1 0 0 0,0 1-1 0 0,1-1 1 0 0,-1 0 0 0 0,1 0-1 0 0,-1 0 1 0 0,0-1-1 0 0,1 1 1 0 0,-1-1 0 0 0,6-1-1 0 0,-5-1-4 0 0,1 1 0 0 0,-1-1 0 0 0,0 1 0 0 0,-1-1 0 0 0,1 0 0 0 0,0-1 0 0 0,-1 1 0 0 0,0-1 0 0 0,0 1-1 0 0,0-1 1 0 0,0 0 0 0 0,4-9 0 0 0,3-8 12 0 0,-1 0-1 0 0,-1-1 0 0 0,0-1 1 0 0,6-38-1 0 0,-11 48-775 0 0,4-22 1828 0 0,-6 23-4190 0 0,0 1-3840 0 0</inkml:trace>
</inkml:ink>
</file>

<file path=ppt/ink/ink18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45:15.9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67 23 200 0 0,'0'0'4119'0'0,"-3"2"-3453"0"0,-3 2-377 0 0,1 0-1 0 0,0 0 1 0 0,1 0-1 0 0,-1 1 1 0 0,1 0-1 0 0,0 0 1 0 0,0 0-1 0 0,0 0 0 0 0,1 0 1 0 0,0 1-1 0 0,-5 10 1 0 0,7-13-219 0 0,0-1-1 0 0,-1 1 1 0 0,1 0-1 0 0,0 0 1 0 0,1 0 0 0 0,-1 0-1 0 0,0 0 1 0 0,1 0-1 0 0,0 0 1 0 0,0 1 0 0 0,0-1-1 0 0,0 0 1 0 0,0 0-1 0 0,0 0 1 0 0,1 0-1 0 0,0 0 1 0 0,-1 0 0 0 0,1 0-1 0 0,0 0 1 0 0,1 0-1 0 0,-1 0 1 0 0,0-1 0 0 0,1 1-1 0 0,-1 0 1 0 0,1-1-1 0 0,0 1 1 0 0,2 1 0 0 0,-3-3-54 0 0,0 0 0 0 0,0-1 1 0 0,0 1-1 0 0,0-1 1 0 0,0 1-1 0 0,0-1 0 0 0,0 0 1 0 0,0 1-1 0 0,0-1 0 0 0,0 0 1 0 0,0 0-1 0 0,0 0 1 0 0,0 0-1 0 0,0 0 0 0 0,0 0 1 0 0,1 0-1 0 0,-1 0 1 0 0,0 0-1 0 0,0 0 0 0 0,0 0 1 0 0,0-1-1 0 0,0 1 0 0 0,0 0 1 0 0,0-1-1 0 0,0 1 1 0 0,0-1-1 0 0,0 1 0 0 0,-1-1 1 0 0,1 0-1 0 0,0 1 1 0 0,0-1-1 0 0,0 0 0 0 0,-1 0 1 0 0,1 1-1 0 0,0-1 0 0 0,0-1 1 0 0,22-31 562 0 0,-20 26-437 0 0,-1-1-1 0 0,0 1 0 0 0,0 0 1 0 0,0-1-1 0 0,-1 0 1 0 0,0 1-1 0 0,0-1 1 0 0,-1 0-1 0 0,0 0 0 0 0,-1 0 1 0 0,1 1-1 0 0,-1-1 1 0 0,-3-10-1 0 0,4 17-166 0 0,0 0-1 0 0,-1 0 1 0 0,1 0 0 0 0,0 0-1 0 0,0 0 1 0 0,0 0 0 0 0,-1 0-1 0 0,1 0 1 0 0,0 0-1 0 0,-1 1 1 0 0,1-1 0 0 0,-1 0-1 0 0,1 0 1 0 0,-1 0-1 0 0,0 0 1 0 0,1 1 0 0 0,-1-1-1 0 0,0 0 1 0 0,1 1-1 0 0,-1-1 1 0 0,-1 0 0 0 0,1 1-195 0 0,0-1 0 0 0,0 1 1 0 0,0 0-1 0 0,0 0 0 0 0,1 1 1 0 0,-1-1-1 0 0,0 0 1 0 0,0 0-1 0 0,0 0 0 0 0,0 1 1 0 0,0-1-1 0 0,0 0 0 0 0,1 1 1 0 0,-1-1-1 0 0,0 0 0 0 0,0 1 1 0 0,1-1-1 0 0,-1 1 1 0 0,0 0-1 0 0,0-1 0 0 0,1 1 1 0 0,-1-1-1 0 0,0 2 0 0 0,1 7-5411 0 0</inkml:trace>
</inkml:ink>
</file>

<file path=ppt/ink/ink18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45:16.3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 0 676 0 0,'0'0'3391'0'0,"-8"30"-1586"0"0,7-27-1655 0 0,-11 77 1663 0 0,11-76-1761 0 0,1-1-1 0 0,0 1 1 0 0,0-1-1 0 0,0 1 1 0 0,0-1-1 0 0,0 1 0 0 0,1-1 1 0 0,0 0-1 0 0,-1 1 1 0 0,1-1-1 0 0,1 1 1 0 0,-1-1-1 0 0,0 0 0 0 0,1 0 1 0 0,0 0-1 0 0,-1 0 1 0 0,1 0-1 0 0,1 0 1 0 0,3 4-1 0 0,-4-6-27 0 0,-1 0-1 0 0,1 0 0 0 0,-1-1 1 0 0,1 1-1 0 0,0 0 1 0 0,-1-1-1 0 0,1 0 1 0 0,0 1-1 0 0,-1-1 0 0 0,1 0 1 0 0,0 0-1 0 0,-1 0 1 0 0,1 0-1 0 0,0 0 1 0 0,0 0-1 0 0,-1 0 1 0 0,1 0-1 0 0,0-1 0 0 0,-1 1 1 0 0,1-1-1 0 0,0 0 1 0 0,-1 1-1 0 0,1-1 1 0 0,-1 0-1 0 0,1 0 0 0 0,-1 0 1 0 0,1 0-1 0 0,-1 0 1 0 0,0 0-1 0 0,1 0 1 0 0,-1 0-1 0 0,1-2 0 0 0,7-7 212 0 0,0 0 0 0 0,-1 0-1 0 0,9-16 1 0 0,-4 7 69 0 0,-10 15-222 0 0,-1 0 0 0 0,0 0 0 0 0,0 0-1 0 0,-1 0 1 0 0,1 0 0 0 0,-1 0-1 0 0,0 0 1 0 0,0 0 0 0 0,1-8 0 0 0,-2 7-8 0 0,1 1 1 0 0,0 0 0 0 0,0 0 0 0 0,0 0 0 0 0,0 0 0 0 0,1 0-1 0 0,-1 0 1 0 0,5-6 0 0 0,-5 4 241 0 0</inkml:trace>
</inkml:ink>
</file>

<file path=ppt/ink/ink18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45:16.9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 64 156 0 0,'0'0'2991'0'0,"-4"39"16"0"0,-24 92 1306 0 0,27-130-3658 0 0,3-5-600 0 0,2-9 3 0 0,1 1 0 0 0,1-1 0 0 0,0 1 0 0 0,1 0 0 0 0,0 1 0 0 0,15-18 0 0 0,-21 28-9 0 0,1 2-47 0 0,-1 0 0 0 0,1 1 0 0 0,0-1 0 0 0,-1 0 0 0 0,1 1-1 0 0,-1-1 1 0 0,1 1 0 0 0,-1 0 0 0 0,0-1 0 0 0,0 1 0 0 0,1 0-1 0 0,-1 0 1 0 0,-1 0 0 0 0,1 0 0 0 0,0 0 0 0 0,1 3 0 0 0,9 32 14 0 0,-11-35-15 0 0,0-1-1 0 0,0 0 1 0 0,1 0-1 0 0,-1 1 1 0 0,0-1-1 0 0,0 0 0 0 0,1 1 1 0 0,-1-1-1 0 0,1 0 1 0 0,-1 0-1 0 0,1 0 1 0 0,-1 1-1 0 0,1-1 1 0 0,0 0-1 0 0,0 0 0 0 0,-1 0 1 0 0,1 0-1 0 0,0 0 1 0 0,0 0-1 0 0,0-1 1 0 0,0 1-1 0 0,0 0 1 0 0,0 0-1 0 0,0 0 0 0 0,0-1 1 0 0,1 1-1 0 0,-1-1 1 0 0,0 1-1 0 0,0-1 1 0 0,1 1-1 0 0,-1-1 0 0 0,0 0 1 0 0,0 0-1 0 0,1 0 1 0 0,-1 1-1 0 0,0-1 1 0 0,3-1-1 0 0,-1 1 26 0 0,1 0 1 0 0,-1 0-1 0 0,0 0 1 0 0,1-1-1 0 0,-1 0 0 0 0,0 0 1 0 0,0 0-1 0 0,0 0 1 0 0,0 0-1 0 0,0 0 0 0 0,0-1 1 0 0,0 0-1 0 0,3-1 0 0 0,9-11 444 0 0,-1-1 0 0 0,0 0 0 0 0,21-33 0 0 0,-30 41-626 0 0,-1 1-1 0 0,0-1 1 0 0,-1 0 0 0 0,1 0 0 0 0,-1 0-1 0 0,-1 0 1 0 0,1-1 0 0 0,-1 1 0 0 0,-1-1-1 0 0,1 0 1 0 0,-1 0 0 0 0,0 1 0 0 0,-1-10-1 0 0,-5 8-6263 0 0</inkml:trace>
</inkml:ink>
</file>

<file path=ppt/ink/ink18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45:18.9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 47 296 0 0,'0'-5'831'0'0,"1"1"1"0"0,0 0-1 0 0,0 0 1 0 0,0 0-1 0 0,0 0 1 0 0,1 0-1 0 0,-1 0 0 0 0,4-5 1 0 0,2 5 4270 0 0,-11 28-3321 0 0,-8 36-784 0 0,3 0 1 0 0,3 1-1 0 0,2 86 0 0 0,4-135-1489 0 0,-3 43-2285 0 0,-8-20-6267 0 0,7-29 5478 0 0</inkml:trace>
</inkml:ink>
</file>

<file path=ppt/ink/ink18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45:19.9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252 19 176 0 0,'9'-17'5975'0'0,"-3"15"-2445"0"0,2 29-1167 0 0,-4 49-1703 0 0,-4-54-397 0 0,-6 147 990 0 0,3-161-1184 0 0,-1-11-82 0 0,-7-26-173 0 0,8 20 122 0 0,0 1-1 0 0,0-1 1 0 0,-1 1 0 0 0,0 0 0 0 0,-7-10 0 0 0,8 14 54 0 0,-1-1 1 0 0,-1 1-1 0 0,1 0 1 0 0,-1 0-1 0 0,1 1 1 0 0,-1-1-1 0 0,0 1 1 0 0,0 0-1 0 0,-1 1 1 0 0,1-1-1 0 0,0 1 1 0 0,-1 0-1 0 0,0 0 1 0 0,1 1-1 0 0,-1 0 1 0 0,0 0-1 0 0,0 0 1 0 0,0 1-1 0 0,0-1 1 0 0,1 1-1 0 0,-1 1 1 0 0,0-1-1 0 0,0 1 1 0 0,0 0-1 0 0,0 0 1 0 0,1 1-1 0 0,-1 0 1 0 0,1 0 0 0 0,-1 0-1 0 0,-5 4 1 0 0,7-3 2 0 0,-1-1 0 0 0,1 2 0 0 0,0-1 1 0 0,0 0-1 0 0,0 1 0 0 0,1 0 1 0 0,-1 0-1 0 0,1 0 0 0 0,0 0 1 0 0,0 0-1 0 0,0 1 0 0 0,1-1 0 0 0,-1 1 1 0 0,-1 6-1 0 0,3-9 3 0 0,1 0 0 0 0,-1 0-1 0 0,1 0 1 0 0,0 0 0 0 0,0 0 0 0 0,0 0-1 0 0,0 0 1 0 0,0 0 0 0 0,0 0 0 0 0,0 0-1 0 0,0 0 1 0 0,1 0 0 0 0,-1 0 0 0 0,1 0-1 0 0,0 0 1 0 0,-1 0 0 0 0,1 0 0 0 0,0 0-1 0 0,0 0 1 0 0,0-1 0 0 0,1 1 0 0 0,-1 0-1 0 0,0-1 1 0 0,1 1 0 0 0,-1-1 0 0 0,1 1-1 0 0,-1-1 1 0 0,1 0 0 0 0,-1 0 0 0 0,1 0-1 0 0,0 0 1 0 0,0 0 0 0 0,0 0 0 0 0,0 0 0 0 0,-1 0-1 0 0,1-1 1 0 0,0 1 0 0 0,3 0 0 0 0,9 3-281 0 0,1-1 0 0 0,-1 0 0 0 0,1-1 0 0 0,0 0 0 0 0,0-1 0 0 0,22-2 0 0 0,88-17-1274 0 0,-122 18 1543 0 0,29-7 4 0 0,0-2 0 0 0,0-1 0 0 0,-1-1-1 0 0,-1-2 1 0 0,35-19 0 0 0,-64 31 546 0 0,-1 2-520 0 0,0 1 0 0 0,-1-1-1 0 0,1 0 1 0 0,-1 0 0 0 0,1 0 0 0 0,-1 0 0 0 0,1 0 0 0 0,-1 0 0 0 0,0 0 0 0 0,1 0 0 0 0,-1 0 0 0 0,0-1 0 0 0,0 1 0 0 0,0 0 0 0 0,0 0 0 0 0,0-1 0 0 0,0 1 0 0 0,-1 1 0 0 0,0-2-2 0 0,1 1 0 0 0,0 0 0 0 0,0 0 0 0 0,0 0 0 0 0,0 0 0 0 0,-1 0 0 0 0,1 0 0 0 0,0 0 0 0 0,1 0 0 0 0,-1 0 0 0 0,0 0 0 0 0,0 0 0 0 0,0 1 0 0 0,1-1 0 0 0,-1 0 0 0 0,0 1 0 0 0,1-1 0 0 0,0 1 0 0 0,-1 2 0 0 0,1-3-8 0 0,0 1-1 0 0,0-1 1 0 0,0 1 0 0 0,0-1-1 0 0,0 1 1 0 0,1 0-1 0 0,-1-1 1 0 0,1 1 0 0 0,-1-1-1 0 0,1 0 1 0 0,0 1 0 0 0,-1-1-1 0 0,1 1 1 0 0,0-1 0 0 0,0 0-1 0 0,0 0 1 0 0,0 1 0 0 0,0-1-1 0 0,0 0 1 0 0,0 0-1 0 0,0 0 1 0 0,1 0 0 0 0,-1 0-1 0 0,0-1 1 0 0,1 1 0 0 0,-1 0-1 0 0,0-1 1 0 0,1 1 0 0 0,-1 0-1 0 0,1-1 1 0 0,-1 0 0 0 0,1 1-1 0 0,-1-1 1 0 0,1 0-1 0 0,0 0 1 0 0,-1 0 0 0 0,1 0-1 0 0,-1 0 1 0 0,1 0 0 0 0,-1 0-1 0 0,1 0 1 0 0,-1-1 0 0 0,1 1-1 0 0,-1-1 1 0 0,3 0 0 0 0,0 0 10 0 0,0 0 1 0 0,-1 0-1 0 0,1-1 1 0 0,-1 1 0 0 0,1-1-1 0 0,-1 0 1 0 0,1 0 0 0 0,-1 0-1 0 0,0 0 1 0 0,0 0-1 0 0,0-1 1 0 0,0 1 0 0 0,0-1-1 0 0,-1 0 1 0 0,1 0 0 0 0,-1 0-1 0 0,0 0 1 0 0,0-1-1 0 0,3-4 1 0 0,-4 4 71 0 0,0 0 0 0 0,0 0 1 0 0,0 0-1 0 0,-1 0 0 0 0,1 0 0 0 0,-1 0 0 0 0,0-1 1 0 0,0 1-1 0 0,0 0 0 0 0,-2-8 0 0 0,1 12-227 0 0,0-1 0 0 0,0 1-1 0 0,0-1 1 0 0,-1 1 0 0 0,1-1 0 0 0,0 1 0 0 0,0 0-1 0 0,-1-1 1 0 0,1 1 0 0 0,0 0 0 0 0,0 0-1 0 0,-1 0 1 0 0,1 0 0 0 0,0 0 0 0 0,0 0-1 0 0,-1 0 1 0 0,1 1 0 0 0,0-1 0 0 0,0 0 0 0 0,-2 1-1 0 0,-7 0-4545 0 0</inkml:trace>
</inkml:ink>
</file>

<file path=ppt/ink/ink18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45:20.3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 92 168 0 0,'-2'16'1579'0'0,"1"-11"-1287"0"0,1 0 1 0 0,-1 0-1 0 0,1-1 0 0 0,-1 1 0 0 0,2 0 1 0 0,0 10-1 0 0,-1-14-258 0 0,1 0 0 0 0,-1 0 0 0 0,0 0 0 0 0,1 0 0 0 0,-1-1 0 0 0,1 1 0 0 0,0 0 0 0 0,-1 0 0 0 0,1 0 0 0 0,0 0 0 0 0,-1 0 0 0 0,1-1 0 0 0,0 1 0 0 0,0 0 0 0 0,0-1 0 0 0,0 1 0 0 0,0-1 0 0 0,0 1 0 0 0,0-1 0 0 0,0 1 0 0 0,0-1 0 0 0,0 1 0 0 0,0-1 0 0 0,0 0 1 0 0,0 0-1 0 0,0 0 0 0 0,0 0 0 0 0,0 1 0 0 0,0-1 0 0 0,0 0 0 0 0,0-1 0 0 0,0 1 0 0 0,1 0 0 0 0,-1 0 0 0 0,0 0 0 0 0,0-1 0 0 0,0 1 0 0 0,0-1 0 0 0,1 0 0 0 0,3-1 153 0 0,-1 0 1 0 0,1 0 0 0 0,-1 0-1 0 0,0-1 1 0 0,1 1 0 0 0,-1-1-1 0 0,-1 0 1 0 0,1-1 0 0 0,0 1-1 0 0,-1 0 1 0 0,0-1 0 0 0,1 0-1 0 0,-2 0 1 0 0,1 0 0 0 0,0 0-1 0 0,-1-1 1 0 0,0 1 0 0 0,0 0-1 0 0,0-1 1 0 0,0 0 0 0 0,-1 1-1 0 0,0-1 1 0 0,0 0 0 0 0,0 0-1 0 0,0 0 1 0 0,-1 0 0 0 0,0 0-1 0 0,0 0 1 0 0,-1-9 0 0 0,-1 7 49 0 0,2 6-238 0 0,0-1 0 0 0,0 1-1 0 0,0 0 1 0 0,-1-1 0 0 0,1 1 0 0 0,0-1-1 0 0,-1 1 1 0 0,1 0 0 0 0,-1-1 0 0 0,1 1 0 0 0,-1 0-1 0 0,0 0 1 0 0,1 0 0 0 0,-1-1 0 0 0,0 1-1 0 0,0 0 1 0 0,0 0 0 0 0,0 0 0 0 0,0 0-1 0 0,0 0 1 0 0,0 0 0 0 0,0 0 0 0 0,0 1-1 0 0,0-1 1 0 0,-1 0 0 0 0,1 1 0 0 0,0-1-1 0 0,-1 1 1 0 0,1-1 0 0 0,0 1 0 0 0,-1-1-1 0 0,1 1 1 0 0,-2 0 0 0 0,1 0-516 0 0,-18 6-5811 0 0</inkml:trace>
</inkml:ink>
</file>

<file path=ppt/ink/ink18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45:20.7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0 215 392 0 0,'26'32'5005'0'0,"-25"-28"-3628"0"0,-1-3-1252 0 0,0-1 1 0 0,0 0-1 0 0,0 1 1 0 0,0-1-1 0 0,0 0 1 0 0,0 1-1 0 0,0-1 1 0 0,0 0-1 0 0,0 0 1 0 0,0 1-1 0 0,0-1 1 0 0,0 0-1 0 0,0 1 1 0 0,0-1-1 0 0,0 0 1 0 0,0 1-1 0 0,0-1 1 0 0,0 0-1 0 0,0 1 1 0 0,0-1-1 0 0,1 0 1 0 0,-1 0-1 0 0,0 1 1 0 0,0-1-1 0 0,0 0 1 0 0,0 0-1 0 0,1 1 1 0 0,-1-1-1 0 0,0 0 1 0 0,0 0-1 0 0,1 0 1 0 0,-1 1-1 0 0,0-1 1 0 0,0 0-1 0 0,1 0 1 0 0,-1 0-1 0 0,0 0 1 0 0,1 0-1 0 0,-1 1 1 0 0,0-1-1 0 0,1 0 1 0 0,-1 0-1 0 0,0 0 1 0 0,1 0-1 0 0,-1 0 1 0 0,0 0-1 0 0,0 0 1 0 0,1 0-1 0 0,-1 0 1 0 0,20-17 990 0 0,0 0 0 0 0,-2 0 0 0 0,26-33 0 0 0,-5 7-1179 0 0,17-17-3163 0 0,-17 21-4129 0 0,-22 21 3490 0 0</inkml:trace>
</inkml:ink>
</file>

<file path=ppt/ink/ink18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45:05.4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 45 120 0 0,'-1'9'6749'0'0,"-6"34"-5544"0"0,14 159 1240 0 0,0-51-533 0 0,-14-159-1040 0 0,-1-16-728 0 0,3-34-2 0 0,2 0 0 0 0,3-1 1 0 0,12-100-1 0 0,-12 158-145 0 0,0 0-1 0 0,0-1 1 0 0,0 1 0 0 0,0 0 0 0 0,0-1-1 0 0,0 1 1 0 0,1 0 0 0 0,-1 0 0 0 0,0-1-1 0 0,1 1 1 0 0,-1 0 0 0 0,1 0 0 0 0,0 0-1 0 0,-1 0 1 0 0,1 0 0 0 0,0 0 0 0 0,0 0-1 0 0,0 0 1 0 0,-1 0 0 0 0,1 0 0 0 0,0 0-1 0 0,0 0 1 0 0,0 0 0 0 0,1 1 0 0 0,-1-1-1 0 0,0 0 1 0 0,0 1 0 0 0,0-1 0 0 0,2 0-1 0 0,0 2-9 0 0,0-1 1 0 0,0 1-1 0 0,0-1 0 0 0,0 1 0 0 0,0 0 0 0 0,0 0 0 0 0,-1 0 0 0 0,1 1 0 0 0,0-1 0 0 0,-1 1 0 0 0,1-1 0 0 0,3 4 0 0 0,78 60-471 0 0,-52-39 241 0 0,1-1 1 0 0,70 39-1 0 0,-78-52 176 0 0,-6-2-34 0 0,0 0-1 0 0,0-2 1 0 0,0 0 0 0 0,39 9-1 0 0,-57-17 100 0 0,0 0 0 0 0,1 0 0 0 0,-1 0 0 0 0,0 0 0 0 0,0 0 0 0 0,1 0 0 0 0,-1 0 0 0 0,0 0 0 0 0,0-1 0 0 0,0 1 0 0 0,1 0 0 0 0,-1-1 0 0 0,0 1 0 0 0,0-1 0 0 0,0 1 0 0 0,0-1 0 0 0,0 0 0 0 0,0 1 0 0 0,0-1-1 0 0,0 0 1 0 0,0 0 0 0 0,0 1 0 0 0,0-1 0 0 0,0 0 0 0 0,-1 0 0 0 0,1 0 0 0 0,0 0 0 0 0,-1 0 0 0 0,1 0 0 0 0,-1-1 0 0 0,1 1 0 0 0,-1 0 0 0 0,1 0 0 0 0,-1 0 0 0 0,0 0 0 0 0,1-1 0 0 0,-1 1 0 0 0,0 0 0 0 0,0 0-1 0 0,0-1 1 0 0,0 1 0 0 0,0-1 0 0 0,-6-55 180 0 0,5 52-155 0 0,-38-192 878 0 0,38 196-938 0 0,1 0 1 0 0,-1 0 0 0 0,1 0-1 0 0,0 0 1 0 0,0-1-1 0 0,-1 1 1 0 0,1 0-1 0 0,0 0 1 0 0,0 0 0 0 0,0 0-1 0 0,0 0 1 0 0,0 0-1 0 0,0 0 1 0 0,0 0-1 0 0,0 0 1 0 0,1-1 0 0 0,-1 1-1 0 0,0 0 1 0 0,2-1-1 0 0,10 14-1479 0 0,15 37-2604 0 0,-20-35 1613 0 0,-1 0 193 0 0</inkml:trace>
</inkml:ink>
</file>

<file path=ppt/ink/ink18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45:05.9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47 289 572 0 0,'0'0'1376'0'0,"19"30"896"0"0,56 113 4461 0 0,-78-147-6514 0 0,-4-6-84 0 0,1-1 1 0 0,0 1-1 0 0,1-2 0 0 0,0 1 0 0 0,0 0 0 0 0,1-1 0 0 0,1 0 0 0 0,0 0 1 0 0,1 0-1 0 0,0-1 0 0 0,0 1 0 0 0,2 0 0 0 0,-1-1 0 0 0,2 1 0 0 0,1-13 0 0 0,-1 10-83 0 0,1-1 0 0 0,1 1-1 0 0,0 0 1 0 0,1 0 0 0 0,1 1-1 0 0,0-1 1 0 0,1 1 0 0 0,1 0-1 0 0,0 0 1 0 0,1 1 0 0 0,0 0-1 0 0,11-13 1 0 0,-14 20-39 0 0,1 1 0 0 0,1 0 0 0 0,-1 0 0 0 0,1 0 0 0 0,0 1 0 0 0,0 0 0 0 0,0 0 0 0 0,0 0 0 0 0,1 1 0 0 0,-1 0 0 0 0,1 1 0 0 0,0 0 0 0 0,10-2 0 0 0,-12 3-8 0 0,-1 1 0 0 0,1-1 0 0 0,-1 1 0 0 0,1 0 0 0 0,-1 0 0 0 0,0 0 0 0 0,1 1 1 0 0,-1 0-1 0 0,1 0 0 0 0,-1 0 0 0 0,0 1 0 0 0,0 0 0 0 0,0 0 0 0 0,0 0 1 0 0,0 1-1 0 0,0-1 0 0 0,0 1 0 0 0,-1 0 0 0 0,1 0 0 0 0,5 7 0 0 0,-10-10-4 0 0,1 1-1 0 0,-1 0 0 0 0,1 0 0 0 0,-1 0 0 0 0,0 0 0 0 0,1 0 1 0 0,-1-1-1 0 0,0 1 0 0 0,0 0 0 0 0,0 0 0 0 0,0 0 1 0 0,0 0-1 0 0,0 0 0 0 0,0 0 0 0 0,0 0 0 0 0,0 0 1 0 0,0 0-1 0 0,-1 0 0 0 0,1 0 0 0 0,0-1 0 0 0,-1 1 1 0 0,1 0-1 0 0,0 0 0 0 0,-1 0 0 0 0,1 0 0 0 0,-1-1 1 0 0,1 1-1 0 0,-1 0 0 0 0,0-1 0 0 0,1 1 0 0 0,-1 0 0 0 0,0-1 1 0 0,1 1-1 0 0,-1 0 0 0 0,0-1 0 0 0,-1 1 0 0 0,-30 22 1 0 0,-5-5-304 0 0,-1-1-1 0 0,-43 14 1 0 0,-17 6-2184 0 0,34-12-2903 0 0,34-16 2286 0 0</inkml:trace>
</inkml:ink>
</file>

<file path=ppt/ink/ink18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45:25.6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471 19 412 0 0,'0'-1'143'0'0,"0"0"1"0"0,0 0-1 0 0,0 1 1 0 0,0-1-1 0 0,0 0 0 0 0,0 0 1 0 0,0 1-1 0 0,0-1 1 0 0,0 0-1 0 0,0 0 0 0 0,-1 1 1 0 0,1-1-1 0 0,0 0 1 0 0,0 1-1 0 0,-1-1 0 0 0,1 0 1 0 0,0 1-1 0 0,-1-1 1 0 0,1 0-1 0 0,-1 1 0 0 0,1-1 1 0 0,-1 1-1 0 0,1-1 1 0 0,-2 0-1 0 0,-12 7 1843 0 0,-19 31-416 0 0,29-31-1267 0 0,-55 74 1628 0 0,-48 89-1 0 0,87-136-1615 0 0,-135 238 1782 0 0,145-252-1977 0 0,7-12-93 0 0,-1 1 0 0 0,1-1 0 0 0,-2 0 0 0 0,1 0 0 0 0,-1 0 0 0 0,0-1 0 0 0,-8 8 0 0 0,12-12-211 0 0,-1 1-1 0 0,0-1 1 0 0,1 0 0 0 0,-1 1 0 0 0,1-1 0 0 0,0 1 0 0 0,0 0 0 0 0,0-1 0 0 0,0 1-1 0 0,0 0 1 0 0,1 0 0 0 0,-1 0 0 0 0,1-1 0 0 0,0 1 0 0 0,-1 0 0 0 0,2 4 0 0 0,-5 19-6420 0 0,3-21 3941 0 0</inkml:trace>
</inkml:ink>
</file>

<file path=ppt/ink/ink18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45:26.5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82 117 664 0 0,'2'-39'1699'0'0,"-2"28"-712"0"0,1-1 0 0 0,0 1 1 0 0,0-1-1 0 0,7-20 0 0 0,-20 74 1085 0 0,-12 79-1 0 0,14-63-1549 0 0,-22 74-1 0 0,29-124-453 0 0,-6 32 308 0 0,9-39-347 0 0,-4 10 72 0 0,4-10-25 0 0,4-17-935 0 0</inkml:trace>
</inkml:ink>
</file>

<file path=ppt/ink/ink18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45:29.0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185 30 340 0 0,'-21'-18'3082'0'0,"14"16"-2784"0"0,-42-8 2473 0 0,47 10-2229 0 0,-6 2 311 0 0,27 7-628 0 0,1-1 0 0 0,24 7 1 0 0,37 15 112 0 0,-68-23-291 0 0,0 1 0 0 0,0 0 0 0 0,-1 1-1 0 0,0 0 1 0 0,0 1 0 0 0,-1 0 0 0 0,-1 1 0 0 0,0 0-1 0 0,9 13 1 0 0,-15-20-14 0 0,-1 0-1 0 0,0 1 0 0 0,0 0 1 0 0,0 0-1 0 0,-1 0 1 0 0,1 0-1 0 0,-1 0 0 0 0,0 0 1 0 0,-1 0-1 0 0,1 1 0 0 0,-1-1 1 0 0,0 1-1 0 0,-1-1 1 0 0,1 1-1 0 0,-1-1 0 0 0,0 1 1 0 0,-1 0-1 0 0,1-1 1 0 0,-1 1-1 0 0,0-1 0 0 0,0 1 1 0 0,-1-1-1 0 0,0 0 0 0 0,0 0 1 0 0,0 1-1 0 0,0-1 1 0 0,-5 7-1 0 0,0-5 36 0 0,1 0 0 0 0,-1 0 0 0 0,0 0 0 0 0,0-1 0 0 0,-1 0 0 0 0,0 0 0 0 0,0-1 0 0 0,-1 0-1 0 0,1 0 1 0 0,-1-1 0 0 0,0 0 0 0 0,0-1 0 0 0,-17 4 0 0 0,1-1 108 0 0,0-1-1 0 0,0-1 0 0 0,-1-2 1 0 0,-26 0-1 0 0,37-3-87 0 0,1 0 1 0 0,-1-2-1 0 0,-19-5 0 0 0,-2 1-301 0 0,34 6-29 0 0,25 9-7686 0 0,-9-5 5635 0 0</inkml:trace>
</inkml:ink>
</file>

<file path=ppt/ink/ink18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45:29.7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0 433 24 0 0,'45'-26'4756'0'0,"-16"10"-3309"0"0,-1-1 1 0 0,50-41-1 0 0,-77 57-1419 0 0,0 1-1 0 0,-1-1 1 0 0,1 1 0 0 0,-1-1-1 0 0,1 1 1 0 0,-1-1 0 0 0,1 1-1 0 0,-1-1 1 0 0,1 1 0 0 0,-1-1-1 0 0,1 0 1 0 0,-1 1 0 0 0,0-1-1 0 0,1 0 1 0 0,-1 1 0 0 0,0-1-1 0 0,1 0 1 0 0,-1 0 0 0 0,0 1-1 0 0,0-1 1 0 0,0 0-1 0 0,0 0 1 0 0,0 1 0 0 0,0-1-1 0 0,0 0 1 0 0,0 0 0 0 0,0 1-1 0 0,0-1 1 0 0,0 0 0 0 0,-1 0-1 0 0,1 1 1 0 0,0-1 0 0 0,-1-1-1 0 0,0 1 104 0 0,-23 31 90 0 0,23-27-216 0 0,1-1 1 0 0,-1 1-1 0 0,0 0 1 0 0,1 0-1 0 0,0 0 1 0 0,-1 0-1 0 0,1 0 1 0 0,0 0-1 0 0,1 0 1 0 0,-1 0-1 0 0,0 0 1 0 0,1 0-1 0 0,0-1 1 0 0,-1 1-1 0 0,1 0 1 0 0,0 0-1 0 0,1-1 1 0 0,-1 1-1 0 0,0 0 1 0 0,1-1-1 0 0,0 1 1 0 0,-1-1-1 0 0,1 0 1 0 0,0 0-1 0 0,0 1 1 0 0,0-1-1 0 0,0-1 1 0 0,1 1-1 0 0,-1 0 1 0 0,1 0-1 0 0,-1-1 1 0 0,1 1-1 0 0,-1-1 1 0 0,1 0-1 0 0,4 2 1 0 0,1 0-2 0 0,-1 0-1 0 0,1-1 1 0 0,-1 0 0 0 0,1 0 0 0 0,0 0-1 0 0,0-1 1 0 0,0 0 0 0 0,0-1 0 0 0,0 0 0 0 0,0 0-1 0 0,-1 0 1 0 0,10-3 0 0 0,-7 0-2 0 0,0-1 0 0 0,0 0 1 0 0,0-1-1 0 0,-1 0 0 0 0,0-1 0 0 0,0 0 0 0 0,0 0 0 0 0,-1 0 1 0 0,0-1-1 0 0,0-1 0 0 0,-1 0 0 0 0,1 0 0 0 0,-2 0 0 0 0,1-1 1 0 0,-1 1-1 0 0,7-15 0 0 0,-1-2 21 0 0,0 0-1 0 0,-2-1 1 0 0,0-1 0 0 0,-2 1 0 0 0,5-32-1 0 0,-8 34 485 0 0,-2 0 0 0 0,1-39 0 0 0,-9 81 574 0 0,0-1-913 0 0,0 0 0 0 0,-4 26 0 0 0,6-7-102 0 0,2 1 0 0 0,2 0 0 0 0,7 48 1 0 0,-6-68-941 0 0,-1 0 0 0 0,-2 34 0 0 0,-1-13-6172 0 0</inkml:trace>
</inkml:ink>
</file>

<file path=ppt/ink/ink18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45:30.1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23 292 0 0,'14'-5'528'0'0,"-1"2"-48"0"0,1-3-92 0 0,5 3-8 0 0,-6-2-28 0 0,1 5-16 0 0,-1 0-48 0 0,1 2-124 0 0,-3 1-120 0 0,-1-1-136 0 0,1 3-156 0 0,-3-2-240 0 0,-2 3-524 0 0,0-1 232 0 0</inkml:trace>
</inkml:ink>
</file>

<file path=ppt/ink/ink18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45:30.4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172 27 112 0 0,'4'-22'4000'0'0,"-2"17"-506"0"0,-1 19-2368 0 0,-1 40-406 0 0,-3 0-1 0 0,-2 0 1 0 0,-15 70-1 0 0,0-2-387 0 0,14-90-432 0 0,-2-1 1 0 0,-17 48 0 0 0,-7 25-834 0 0,-2 33-1841 0 0,16-81-1328 0 0,11-33 1943 0 0</inkml:trace>
</inkml:ink>
</file>

<file path=ppt/ink/ink18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45:30.8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71 1 492 0 0,'7'2'6571'0'0,"-7"-2"-6425"0"0,0 0 0 0 0,0 0 0 0 0,0 0 0 0 0,0 1 0 0 0,0-1 0 0 0,0 0 0 0 0,0 0 0 0 0,0 0 0 0 0,0 1 0 0 0,3 18 1665 0 0,-3 21-1590 0 0,-22 119 1384 0 0,1-13-726 0 0,21-139-969 0 0,0 0 0 0 0,-1-1 1 0 0,-1 1-1 0 0,1-1 0 0 0,-1 1 0 0 0,0-1 0 0 0,0 1 0 0 0,-1-1 0 0 0,0 0 0 0 0,-5 8 0 0 0,8-14-331 0 0,0 5 22 0 0,-14-15-8951 0 0</inkml:trace>
</inkml:ink>
</file>

<file path=ppt/ink/ink18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45:31.7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1 239 180 0 0,'0'0'2363'0'0,"5"1"-1913"0"0,26 6 7 0 0,1 0 1 0 0,-1-3-1 0 0,1 0 1 0 0,37-2-1 0 0,134-16 444 0 0,-185 12-853 0 0,0-2 1 0 0,-1 0 0 0 0,0-1 0 0 0,0 0 0 0 0,0-1 0 0 0,0-1 0 0 0,24-15-1 0 0,-35 19-5 0 0,-1 0-1 0 0,0-1 0 0 0,0 0 1 0 0,0 0-1 0 0,0 0 0 0 0,0 0 1 0 0,-1-1-1 0 0,0 1 0 0 0,0-1 0 0 0,0 0 1 0 0,-1 0-1 0 0,1-1 0 0 0,-1 1 1 0 0,0-1-1 0 0,-1 0 0 0 0,0 0 1 0 0,0 0-1 0 0,0 0 0 0 0,0 0 1 0 0,-1 0-1 0 0,0 0 0 0 0,0 0 0 0 0,-1-1 1 0 0,0 1-1 0 0,0-8 0 0 0,-1 11 81 0 0,1 0 90 0 0,0-1 0 0 0,0 1-1 0 0,0 0 1 0 0,-1 0 0 0 0,0 0 0 0 0,1 0 0 0 0,-1 0 0 0 0,0 0 0 0 0,-1 0 0 0 0,1 0 0 0 0,0 1 0 0 0,-1-1 0 0 0,1 0 0 0 0,-1 1-1 0 0,-2-3 1 0 0,3 4 241 0 0,-2 3-374 0 0,-1-1 0 0 0,1 1 0 0 0,0 0-1 0 0,0 0 1 0 0,1 0 0 0 0,-1 1-1 0 0,0-1 1 0 0,1 1 0 0 0,-1-1 0 0 0,1 1-1 0 0,0 0 1 0 0,0 0 0 0 0,-2 4-1 0 0,-24 44 447 0 0,26-47-481 0 0,-7 19 117 0 0,1 0 0 0 0,0 1 0 0 0,2 0 0 0 0,1 0-1 0 0,1 0 1 0 0,-1 32 0 0 0,-1-6 17 0 0,4-41-130 0 0,1-8-36 0 0,1 1-1 0 0,-1 0 1 0 0,0 0-1 0 0,1 0 0 0 0,0 0 1 0 0,-1-1-1 0 0,1 1 1 0 0,0 0-1 0 0,0 0 0 0 0,0 0 1 0 0,0 0-1 0 0,0 0 0 0 0,0 0 1 0 0,0 0-1 0 0,1-1 1 0 0,-1 1-1 0 0,2 3 0 0 0,-4-2 138 0 0,9-14-132 0 0,2 0-1 0 0,-1 1 1 0 0,18-16-1 0 0,12-13-6 0 0,-35 33-17 0 0,-3 5 5 0 0,1 1 0 0 0,-1 0 0 0 0,1 0 0 0 0,0-1 0 0 0,-1 1 0 0 0,1 0 0 0 0,-1 0 0 0 0,1 0 0 0 0,0 0-1 0 0,-1 0 1 0 0,1 0 0 0 0,-1 0 0 0 0,1 0 0 0 0,0 0 0 0 0,-1 0 0 0 0,1 0 0 0 0,-1 0 0 0 0,1 0 0 0 0,0 0 0 0 0,-1 1 0 0 0,1-1 0 0 0,-1 0 0 0 0,1 0 0 0 0,-1 1 0 0 0,1-1 0 0 0,-1 0 0 0 0,1 1 0 0 0,-1-1 0 0 0,1 0 0 0 0,-1 1 0 0 0,1-1 0 0 0,-1 1 0 0 0,1 0 0 0 0,2 2 1 0 0,0 0 0 0 0,0 0 1 0 0,-1 0-1 0 0,1 0 0 0 0,-1 1 0 0 0,0-1 1 0 0,0 1-1 0 0,0 0 0 0 0,2 5 0 0 0,-3-6 1 0 0,1 1-1 0 0,-1-1 1 0 0,0 0-1 0 0,1 0 0 0 0,0 0 1 0 0,0 0-1 0 0,0-1 1 0 0,0 1-1 0 0,0 0 1 0 0,1-1-1 0 0,-1 1 0 0 0,1-1 1 0 0,0 0-1 0 0,-1 0 1 0 0,4 2-1 0 0,0 0 4 0 0,0-1 0 0 0,0 0 0 0 0,1 0 0 0 0,-1 0 0 0 0,0-1-1 0 0,1 0 1 0 0,0 0 0 0 0,-1-1 0 0 0,1 0 0 0 0,0 0 0 0 0,0 0 0 0 0,0-1 0 0 0,0 0 0 0 0,0 0-1 0 0,-1-1 1 0 0,1 0 0 0 0,0 0 0 0 0,8-3 0 0 0,-8 2 37 0 0,-1-1 1 0 0,0 1-1 0 0,0-1 0 0 0,0 0 0 0 0,0-1 1 0 0,0 0-1 0 0,-1 1 0 0 0,0-2 0 0 0,1 1 1 0 0,-1-1-1 0 0,-1 0 0 0 0,1 0 0 0 0,-1 0 1 0 0,4-6-1 0 0,-7 10 109 0 0,-3-1 95 0 0,2 2-236 0 0,0-1 0 0 0,0 1-1 0 0,-1-1 1 0 0,1 1 0 0 0,0 0 0 0 0,0-1-1 0 0,-1 1 1 0 0,1 0 0 0 0,0-1-1 0 0,-1 1 1 0 0,1 0 0 0 0,0 0 0 0 0,-1-1-1 0 0,1 1 1 0 0,0 0 0 0 0,-1 0-1 0 0,1 0 1 0 0,-1-1 0 0 0,1 1 0 0 0,0 0-1 0 0,-1 0 1 0 0,1 0 0 0 0,-1 0-1 0 0,1 0 1 0 0,-1 0 0 0 0,1 0 0 0 0,-1 0-1 0 0,1 0 1 0 0,0 0 0 0 0,-1 0-1 0 0,1 0 1 0 0,-1 0 0 0 0,1 0 0 0 0,0 0-1 0 0,-1 1 1 0 0,1-1 0 0 0,-1 0-1 0 0,1 0 1 0 0,0 0 0 0 0,-1 1 0 0 0,-24 22-2453 0 0,13-5-5365 0 0,10-12 4256 0 0</inkml:trace>
</inkml:ink>
</file>

<file path=ppt/ink/ink18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45:32.0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1 142 9933 0 0,'13'-7'383'0'0,"0"-1"-1"0"0,-1 0 1 0 0,0-1-1 0 0,-1-1 1 0 0,1 0 0 0 0,-2 0-1 0 0,11-14 1 0 0,-17 20-321 0 0,0 0-45 0 0,1-1-1 0 0,-1 0 1 0 0,0 0 0 0 0,-1 0 0 0 0,0-1 0 0 0,4-6 0 0 0,-7 11-594 0 0,0 1 427 0 0,0 0-1 0 0,0 0 1 0 0,1-1-1 0 0,-1 1 0 0 0,0 0 1 0 0,0 0-1 0 0,0-1 1 0 0,0 1-1 0 0,0 0 1 0 0,0 0-1 0 0,0-1 1 0 0,0 1-1 0 0,0 0 0 0 0,0 0 1 0 0,0-1-1 0 0,0 1 1 0 0,0 0-1 0 0,0 0 1 0 0,0-1-1 0 0,0 1 1 0 0,-1 0-1 0 0,1 0 0 0 0,0-1 1 0 0,0 1-1 0 0,0 0 1 0 0,0 0-1 0 0,0 0 1 0 0,-1-1-1 0 0,1 1 1 0 0,0 0-1 0 0,0 0 1 0 0,0 0-1 0 0,0 0 0 0 0,-1-1 1 0 0,1 1-1 0 0,0 0 1 0 0,0 0-1 0 0,-1 0 1 0 0,1 0-1 0 0,0 0 1 0 0,-1 0-1 0 0</inkml:trace>
</inkml:ink>
</file>

<file path=ppt/ink/ink18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7T06:08:02.9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1 440 0 0,'0'0'4140'0'0,"8"1"-1923"0"0</inkml:trace>
</inkml:ink>
</file>

<file path=ppt/ink/ink18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7T06:08:46.3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8 1044 0 0,'0'0'4601'0'0,"18"-8"-4161"0"0,1 11-624 0 0,3 1-2853 0 0,-4-3 1461 0 0</inkml:trace>
</inkml:ink>
</file>

<file path=ppt/ink/ink18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7T06:08:46.6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0 372 0 0,'1'4'2535'0'0,"2"1"1849"0"0</inkml:trace>
</inkml:ink>
</file>

<file path=ppt/ink/ink18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7T06:10:20.0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1 824 0 0,'0'12'2168'0'0</inkml:trace>
</inkml:ink>
</file>

<file path=ppt/ink/ink18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45:49.4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233 207 11049 0 0,'-3'-26'183'0'0,"-1"1"0"0"0,0-1 0 0 0,-2 1 1 0 0,-1 0-1 0 0,-18-41 0 0 0,25 66-150 0 0,0-1 0 0 0,0 0 0 0 0,0 1 0 0 0,0-1 0 0 0,-1 1 0 0 0,1-1 0 0 0,0 0 0 0 0,0 1 0 0 0,-1-1 0 0 0,1 1 0 0 0,0-1 0 0 0,-1 1 0 0 0,1-1 0 0 0,0 1 0 0 0,-1-1 0 0 0,1 1 0 0 0,-1-1 0 0 0,1 1 0 0 0,-1 0 0 0 0,1-1 0 0 0,-1 1 0 0 0,1 0 0 0 0,-1-1 0 0 0,1 1 0 0 0,-1 0 0 0 0,1 0 1 0 0,-1-1-1 0 0,0 1 0 0 0,1 0 0 0 0,-1 0 0 0 0,1 0 0 0 0,-2 0 0 0 0,-11 18 654 0 0,-3 48 9 0 0,13-55-546 0 0,-14 74 459 0 0,3 0 0 0 0,4 0 0 0 0,1 111 0 0 0,6-145-882 0 0,-2-1-1 0 0,-2 0 1 0 0,-3 0 0 0 0,-16 51 0 0 0,12-72-2006 0 0,2-15-2638 0 0,1-23-1380 0 0</inkml:trace>
</inkml:ink>
</file>

<file path=ppt/ink/ink18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45:50.2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0 463 316 0 0,'522'-35'2860'0'0,"247"-86"-624"0"0,-765 121-2222 0 0,164-44 559 0 0,-146 37-352 0 0,-1-1 0 0 0,0-1 0 0 0,0-1 0 0 0,0-1 0 0 0,27-21 0 0 0,-45 30-161 0 0,1 0 0 0 0,-1 0 1 0 0,0 0-1 0 0,0-1 0 0 0,-1 1 0 0 0,1-1 1 0 0,0 0-1 0 0,-1 0 0 0 0,0 0 1 0 0,0 0-1 0 0,0 0 0 0 0,0-1 1 0 0,0 1-1 0 0,0-1 0 0 0,-1 1 0 0 0,0-1 1 0 0,0 1-1 0 0,0-1 0 0 0,0 0 1 0 0,0 0-1 0 0,-1 1 0 0 0,0-1 1 0 0,0 0-1 0 0,0 0 0 0 0,0 0 0 0 0,0 1 1 0 0,-1-1-1 0 0,1 0 0 0 0,-1 0 1 0 0,0 1-1 0 0,-1-1 0 0 0,1 0 1 0 0,0 1-1 0 0,-1-1 0 0 0,0 1 0 0 0,0 0 1 0 0,0 0-1 0 0,0-1 0 0 0,0 1 1 0 0,-1 1-1 0 0,-3-4 0 0 0,2 2 0 0 0,0-1 0 0 0,-1 1 0 0 0,0 0 0 0 0,0 1 0 0 0,0-1 0 0 0,0 1 0 0 0,-1 0 0 0 0,1 1 0 0 0,-1-1 0 0 0,0 1 0 0 0,1 0 0 0 0,-1 0 0 0 0,0 1 0 0 0,0 0 0 0 0,-1 0 0 0 0,1 0 0 0 0,0 1 0 0 0,0 0 0 0 0,0 0 0 0 0,0 0 0 0 0,0 1 0 0 0,-1 0-1 0 0,1 0 1 0 0,0 1 0 0 0,-8 2 0 0 0,4 2 32 0 0,-1 1 0 0 0,1 0 0 0 0,1 0 0 0 0,-1 0-1 0 0,1 2 1 0 0,0-1 0 0 0,1 1 0 0 0,0 0-1 0 0,0 1 1 0 0,1-1 0 0 0,0 2 0 0 0,1-1 0 0 0,-8 20-1 0 0,0 1 142 0 0,1 1 1 0 0,2 1-1 0 0,-11 54 0 0 0,9-6 264 0 0,5-1 0 0 0,2 134 0 0 0,0 10 131 0 0,4-149-417 0 0,2-48-90 0 0,0 0 1 0 0,-6 29 0 0 0,5-47-21 0 0,1 0 1 0 0,-1 0 0 0 0,1 0-1 0 0,3 15 1 0 0,-3-24 25 0 0,17-53 117 0 0,-11 38-190 0 0,-4 10-46 0 0,0-1 0 0 0,0 0 0 0 0,1 1 1 0 0,-1-1-1 0 0,1 1 0 0 0,1 0 0 0 0,6-9 1 0 0,-9 14-33 0 0,15-7-84 0 0,55 21 30 0 0,-33-5 41 0 0,0-2 0 0 0,1-1 0 0 0,0-2 0 0 0,0-2 0 0 0,1-1 0 0 0,50-6 1 0 0,-75 2 6 0 0,0 0 1 0 0,0 0 0 0 0,25-10-1 0 0,-37 11 38 0 0,1 1-1 0 0,-1-1 1 0 0,0 0-1 0 0,0 0 1 0 0,0 0-1 0 0,0 0 0 0 0,0-1 1 0 0,0 1-1 0 0,0-1 1 0 0,1-3-1 0 0,-3 5 21 0 0,0-1-1 0 0,0 1 1 0 0,0-1-1 0 0,0 0 1 0 0,-1 1-1 0 0,1-1 1 0 0,0 0 0 0 0,-1 0-1 0 0,0 1 1 0 0,1-1-1 0 0,-1 0 1 0 0,0 0-1 0 0,0 0 1 0 0,0 1-1 0 0,0-1 1 0 0,0 0 0 0 0,-1 0-1 0 0,1 0 1 0 0,0 1-1 0 0,-1-1 1 0 0,-1-2-1 0 0,-8-16 552 0 0,7 28-891 0 0,4-5 122 0 0,-1 1-1 0 0,1-1 1 0 0,-1 1-1 0 0,1-1 1 0 0,0 0-1 0 0,1 0 1 0 0,-1 1-1 0 0,0-1 1 0 0,1 0-1 0 0,0 0 1 0 0,2 4-1 0 0,3-1-1418 0 0,0 0 0 0 0,0 0-1 0 0,0 0 1 0 0,12 6 0 0 0,-18-11 1371 0 0,22 11-3773 0 0</inkml:trace>
</inkml:ink>
</file>

<file path=ppt/ink/ink18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45:50.9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561 174 448 0 0,'5'-14'1044'0'0,"-1"0"0"0"0,0-1 0 0 0,-1 1 0 0 0,-1-1 0 0 0,1-22 0 0 0,-3 35-927 0 0,1-1 0 0 0,-1 1 0 0 0,-1-1 0 0 0,1 1 1 0 0,0-1-1 0 0,0 1 0 0 0,-1-1 0 0 0,0 1 0 0 0,1-1 1 0 0,-1 1-1 0 0,0 0 0 0 0,0-1 0 0 0,0 1 0 0 0,-1 0 0 0 0,1 0 1 0 0,0 0-1 0 0,-1 0 0 0 0,1 0 0 0 0,-1 0 0 0 0,0 0 1 0 0,0 0-1 0 0,0 1 0 0 0,0-1 0 0 0,0 1 0 0 0,0-1 1 0 0,0 1-1 0 0,0 0 0 0 0,0 0 0 0 0,-1 0 0 0 0,1 0 0 0 0,-1 0 1 0 0,1 0-1 0 0,0 1 0 0 0,-1-1 0 0 0,1 1 0 0 0,-1 0 1 0 0,1 0-1 0 0,-1 0 0 0 0,1 0 0 0 0,-4 0 0 0 0,-17 4 140 0 0,0 0 0 0 0,0 1 0 0 0,0 1 0 0 0,1 2 0 0 0,0 0 0 0 0,1 1-1 0 0,-30 17 1 0 0,23-10-9 0 0,1 1 0 0 0,1 1-1 0 0,0 1 1 0 0,2 2 0 0 0,-30 30 0 0 0,40-36-105 0 0,1 0 0 0 0,1 0 0 0 0,0 1 0 0 0,2 1 1 0 0,-1 0-1 0 0,2 0 0 0 0,0 1 0 0 0,1 0 0 0 0,-10 35 1 0 0,16-45-108 0 0,1 0 1 0 0,-1 1 0 0 0,1-1 0 0 0,1 0 0 0 0,0 0-1 0 0,0 1 1 0 0,0-1 0 0 0,1 0 0 0 0,0 1 0 0 0,1-1-1 0 0,0 0 1 0 0,0 0 0 0 0,1 0 0 0 0,0-1 0 0 0,0 1-1 0 0,1-1 1 0 0,0 1 0 0 0,0-1 0 0 0,1 0 0 0 0,-1 0-1 0 0,2-1 1 0 0,-1 0 0 0 0,10 9 0 0 0,-6-8-12 0 0,1 0 1 0 0,-1 0-1 0 0,1-1 1 0 0,1-1 0 0 0,-1 0-1 0 0,1 0 1 0 0,-1-1-1 0 0,1 0 1 0 0,1-1-1 0 0,-1 0 1 0 0,0-1-1 0 0,1 0 1 0 0,-1-1-1 0 0,1 0 1 0 0,0-1-1 0 0,15-1 1 0 0,-5-1-36 0 0,-1-1 0 0 0,1 0 0 0 0,-1-2 0 0 0,0 0 0 0 0,-1-2-1 0 0,1 0 1 0 0,-1-1 0 0 0,0-1 0 0 0,-1-1 0 0 0,0 0 0 0 0,-1-2 0 0 0,0 0 0 0 0,-1-1 0 0 0,25-24 0 0 0,-32 23-35 0 0,-9 11 10 0 0,0 1 1 0 0,0 0-1 0 0,0 0 0 0 0,1-1 1 0 0,-1 1-1 0 0,1 0 0 0 0,-1 0 0 0 0,1 0 1 0 0,0 1-1 0 0,0-1 0 0 0,0 0 0 0 0,0 1 1 0 0,3-3-1 0 0,4 50-474 0 0,-6-40 475 0 0,0 0 0 0 0,0 0 0 0 0,1-1 0 0 0,-1 1 0 0 0,1-1 0 0 0,1 0 0 0 0,-1 1 0 0 0,1-2 0 0 0,0 1 0 0 0,0-1-1 0 0,0 0 1 0 0,1 0 0 0 0,0 0 0 0 0,-1-1 0 0 0,1 1 0 0 0,0-1 0 0 0,1-1 0 0 0,-1 1 0 0 0,9 1 0 0 0,-8-2 27 0 0,0 0 0 0 0,1 0 0 0 0,-1-1 0 0 0,1 0 0 0 0,-1 0 0 0 0,1-1 1 0 0,0 1-1 0 0,-1-2 0 0 0,1 1 0 0 0,0-1 0 0 0,-1-1 0 0 0,1 1 0 0 0,-1-1 0 0 0,0 0 0 0 0,1-1 0 0 0,11-6 0 0 0,-16 7 60 0 0,1-1 0 0 0,-1 0 0 0 0,0 0 0 0 0,0 0 0 0 0,0-1 0 0 0,0 1-1 0 0,0-1 1 0 0,-1 1 0 0 0,1-1 0 0 0,-1 0 0 0 0,0 0 0 0 0,-1 0-1 0 0,1 0 1 0 0,0-1 0 0 0,-1 1 0 0 0,0 0 0 0 0,0-1 0 0 0,-1 1-1 0 0,1-1 1 0 0,-1 1 0 0 0,0-1 0 0 0,0 1 0 0 0,0-1 0 0 0,-1 1 0 0 0,0-5-1 0 0,0 4-26 0 0,0 0 0 0 0,0 0 0 0 0,0 1 0 0 0,-1-1 0 0 0,0 0 0 0 0,1 1 0 0 0,-2 0 0 0 0,1-1 0 0 0,0 1 0 0 0,-1 0 0 0 0,0 0 0 0 0,0 0 0 0 0,0 1 1 0 0,0-1-1 0 0,-1 1 0 0 0,1-1 0 0 0,-1 1 0 0 0,0 0 0 0 0,0 1 0 0 0,0-1 0 0 0,0 1 0 0 0,-1 0 0 0 0,-5-3 0 0 0,8 5-212 0 0,-1-1 1 0 0,1 1 0 0 0,0 0-1 0 0,-1 0 1 0 0,1 0-1 0 0,-1 0 1 0 0,1 0 0 0 0,-1 0-1 0 0,1 1 1 0 0,-1-1 0 0 0,1 1-1 0 0,0 0 1 0 0,-1 0-1 0 0,1 0 1 0 0,0 0 0 0 0,0 0-1 0 0,0 0 1 0 0,0 0-1 0 0,0 1 1 0 0,-4 2 0 0 0,-12 12-4494 0 0,13-11 1815 0 0,-3 3-724 0 0</inkml:trace>
</inkml:ink>
</file>

<file path=ppt/ink/ink18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45:51.3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33 724 0 0,'4'-1'304'0'0,"0"0"1"0"0,0 0-1 0 0,0 1 0 0 0,0-1 0 0 0,0 1 0 0 0,0 0 1 0 0,0 0-1 0 0,0 0 0 0 0,0 1 0 0 0,0-1 1 0 0,0 1-1 0 0,0 0 0 0 0,-1 0 0 0 0,1 1 1 0 0,0-1-1 0 0,0 1 0 0 0,-1 0 0 0 0,1-1 0 0 0,-1 2 1 0 0,1-1-1 0 0,-1 0 0 0 0,0 1 0 0 0,0-1 1 0 0,0 1-1 0 0,0 0 0 0 0,-1 0 0 0 0,1 0 1 0 0,3 6-1 0 0,-1-2-9 0 0,-1 1 1 0 0,0 0 0 0 0,0 1 0 0 0,0-1-1 0 0,-1 1 1 0 0,0-1 0 0 0,-1 1-1 0 0,0 0 1 0 0,0 0 0 0 0,-1 0-1 0 0,1 13 1 0 0,-1-6 2468 0 0,4-17-1431 0 0,10-29-1069 0 0,1-5-31 0 0,-4 20-895 0 0,0 0 1 0 0,0 1-1 0 0,30-26 0 0 0,17-6-8276 0 0,-44 38 5506 0 0</inkml:trace>
</inkml:ink>
</file>

<file path=ppt/ink/ink18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45:51.7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44 0 0,'17'0'7865'0'0,"-7"0"-12461"0"0</inkml:trace>
</inkml:ink>
</file>

<file path=ppt/ink/ink18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45:52.1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14 252 0 0,'0'-1'152'0'0,"0"1"0"0"0,-1 0 0 0 0,1-1 0 0 0,0 1 1 0 0,0-1-1 0 0,0 1 0 0 0,0 0 0 0 0,0-1 0 0 0,0 1 0 0 0,0-1 0 0 0,0 1 0 0 0,0 0 0 0 0,0-1 1 0 0,0 1-1 0 0,1-1 0 0 0,-1 1 0 0 0,0 0 0 0 0,0-1 0 0 0,0 1 0 0 0,0 0 0 0 0,1-1 0 0 0,-1 1 1 0 0,0 0-1 0 0,0-1 0 0 0,0 1 0 0 0,1 0 0 0 0,-1-1 0 0 0,0 1 0 0 0,1 0 0 0 0,-1 0 0 0 0,0-1 1 0 0,1 1-1 0 0,-1 0 0 0 0,0 0 0 0 0,1-1 0 0 0,-1 1 0 0 0,1 0 0 0 0,0 0 0 0 0,14 10 1394 0 0,10 28-573 0 0,-20-21-568 0 0,0 1-1 0 0,-1 0 1 0 0,-1-1 0 0 0,-1 1-1 0 0,0 0 1 0 0,-1 0 0 0 0,-1 0-1 0 0,-1 1 1 0 0,-6 33 0 0 0,7-51-319 0 0,0 0 1 0 0,0 0-1 0 0,0 0 1 0 0,-1 0-1 0 0,1 0 1 0 0,0 0 0 0 0,-1 0-1 0 0,1 0 1 0 0,-1 0-1 0 0,1 0 1 0 0,-1-1-1 0 0,1 1 1 0 0,-1 0-1 0 0,0 0 1 0 0,1 0-1 0 0,-1-1 1 0 0,0 1-1 0 0,0 0 1 0 0,1-1-1 0 0,-3 2 1 0 0,3-2-18 0 0,-1 0 1 0 0,1 0 0 0 0,-1 0-1 0 0,0-1 1 0 0,1 1-1 0 0,-1 0 1 0 0,1 0 0 0 0,-1 0-1 0 0,0 0 1 0 0,1-1-1 0 0,-1 1 1 0 0,1 0-1 0 0,-1-1 1 0 0,1 1 0 0 0,-1 0-1 0 0,1-1 1 0 0,-1 1-1 0 0,1 0 1 0 0,-1-1-1 0 0,1 1 1 0 0,0-1 0 0 0,-1 1-1 0 0,0-2 1 0 0,-1-1 68 0 0,0 0 0 0 0,0 0 0 0 0,1-1 0 0 0,-1 1 0 0 0,1 0 0 0 0,0-1-1 0 0,0 1 1 0 0,0-1 0 0 0,0 1 0 0 0,0-6 0 0 0,1 0-159 0 0,1 0 0 0 0,0 0-1 0 0,1 0 1 0 0,0 0-1 0 0,0 0 1 0 0,1 0 0 0 0,0 1-1 0 0,1-1 1 0 0,0 1-1 0 0,0 0 1 0 0,1 0 0 0 0,9-13-1 0 0,15-13-3388 0 0,4 3-3817 0 0,-21 21 3380 0 0</inkml:trace>
</inkml:ink>
</file>

<file path=ppt/ink/ink18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45:52.4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1 120 188 0 0,'14'-5'1133'0'0,"0"0"-1"0"0,0-1 1 0 0,0-1-1 0 0,-1 0 1 0 0,0-1-1 0 0,0 0 1 0 0,-1-1-1 0 0,17-15 1 0 0,-28 23-1046 0 0,0 0 0 0 0,0 0 0 0 0,0 0 0 0 0,1 0-1 0 0,-1 0 1 0 0,0-1 0 0 0,-1 1 0 0 0,1 0 0 0 0,0-1 0 0 0,0 1 0 0 0,0 0 0 0 0,-1-1 0 0 0,1 1-1 0 0,-1-1 1 0 0,1 1 0 0 0,-1-1 0 0 0,0 1 0 0 0,0-1 0 0 0,1 1 0 0 0,-1-1 0 0 0,0 0 0 0 0,0 1-1 0 0,0-1 1 0 0,-1 1 0 0 0,1-1 0 0 0,0 1 0 0 0,-1-3 0 0 0,-3 4-20 0 0,0 0 1 0 0,0 0-1 0 0,1 1 1 0 0,-1-1-1 0 0,0 1 1 0 0,1-1-1 0 0,-1 1 0 0 0,0 0 1 0 0,1 1-1 0 0,-1-1 1 0 0,-4 3-1 0 0,4-2-32 0 0,-1 0 1 0 0,1 1-1 0 0,0-1 0 0 0,0 1 0 0 0,0 0 0 0 0,1 0 1 0 0,-1 0-1 0 0,0 0 0 0 0,1 1 0 0 0,0 0 0 0 0,0-1 1 0 0,0 1-1 0 0,0 0 0 0 0,-3 8 0 0 0,6-10-168 0 0,-1-1 0 0 0,0 1 1 0 0,1 0-1 0 0,-1 0 0 0 0,1 0 0 0 0,0 0 0 0 0,0 0 0 0 0,0 0 0 0 0,0 0 1 0 0,0 0-1 0 0,0 0 0 0 0,0 0 0 0 0,0 0 0 0 0,1 0 0 0 0,0 2 0 0 0,0-2-317 0 0,1 1-1 0 0,-1-1 0 0 0,0 0 1 0 0,1 0-1 0 0,-1 0 0 0 0,1 0 1 0 0,0 0-1 0 0,-1 0 0 0 0,1-1 1 0 0,0 1-1 0 0,0-1 0 0 0,0 1 1 0 0,0-1-1 0 0,4 2 0 0 0,7 3-2510 0 0</inkml:trace>
</inkml:ink>
</file>

<file path=ppt/ink/ink18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45:52.8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0 504 900 0 0,'0'0'3885'0'0,"35"31"-145"0"0,-29-27-3644 0 0,0 0-1 0 0,0-1 1 0 0,0 0-1 0 0,1-1 0 0 0,-1 0 1 0 0,1 0-1 0 0,-1 0 1 0 0,1 0-1 0 0,0-1 1 0 0,0 0-1 0 0,-1-1 0 0 0,1 0 1 0 0,0 0-1 0 0,0 0 1 0 0,0-1-1 0 0,0 1 0 0 0,-1-2 1 0 0,1 1-1 0 0,0-1 1 0 0,-1 0-1 0 0,1 0 0 0 0,-1-1 1 0 0,0 0-1 0 0,0 0 1 0 0,8-6-1 0 0,-1 1-26 0 0,-1-1 1 0 0,0 0-1 0 0,0-1 0 0 0,-1 0 0 0 0,0-1 1 0 0,-1 0-1 0 0,0-1 0 0 0,-1 0 0 0 0,-1 0 1 0 0,12-21-1 0 0,-8 6 217 0 0,-1-1 0 0 0,-2 1 0 0 0,0-2 0 0 0,-2 1 0 0 0,6-50 0 0 0,-5-72 3982 0 0,-6 139-3734 0 0,-1 10-476 0 0,-1 1-1 0 0,0-1 0 0 0,0 0 0 0 0,0 1 1 0 0,1-1-1 0 0,-1 1 0 0 0,0-1 0 0 0,0 0 1 0 0,0 1-1 0 0,0-1 0 0 0,0 1 0 0 0,0-1 1 0 0,0 0-1 0 0,0 1 0 0 0,-1-1 0 0 0,1 1 1 0 0,0-1-1 0 0,0 1 0 0 0,0-1 0 0 0,-1 0 1 0 0,1 1-1 0 0,0-1 0 0 0,0 1 0 0 0,-1-1 1 0 0,1 1-1 0 0,-1 0 0 0 0,1-1 0 0 0,0 1 1 0 0,-1-1-1 0 0,-7 12 76 0 0,1 1 1 0 0,1 0 0 0 0,0 0-1 0 0,1 0 1 0 0,0 1-1 0 0,1 0 1 0 0,0 0-1 0 0,-3 24 1 0 0,-12 228 665 0 0,17-201-675 0 0,7-5-227 0 0,1 2-2927 0 0,-12-25-7499 0 0</inkml:trace>
</inkml:ink>
</file>

<file path=ppt/ink/ink18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45:53.2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0 118 10333 0 0,'10'-7'168'0'0,"0"-3"-120"0"0,1 0 0 0 0,1-1 0 0 0,-3-1-28 0 0,1 4 4 0 0,3-1-12 0 0,1-1 24 0 0,-7 1-28 0 0,1 4-16 0 0,2 0-156 0 0,-5 1-244 0 0,1-5-340 0 0,0 8-824 0 0,0-4-1701 0 0,-2 3 753 0 0</inkml:trace>
</inkml:ink>
</file>

<file path=ppt/ink/ink18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45:55.1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184 528 452 0 0,'-3'25'4044'0'0,"-5"31"-2898"0"0,-14 221 1733 0 0,20-240-2461 0 0,2-17 471 0 0,-2-1 0 0 0,-6 37-1 0 0,7-56-848 0 0,1 0 0 0 0,0 1 0 0 0,-1-1 0 0 0,1 0 0 0 0,0 0 0 0 0,-1 0 0 0 0,1 0 0 0 0,-1 0 0 0 0,1 1 0 0 0,0-1 0 0 0,-1 0 0 0 0,1 0 0 0 0,-1 0 0 0 0,1 0 0 0 0,0 0 0 0 0,-1 0 0 0 0,1-1 0 0 0,0 1 0 0 0,-1 0 0 0 0,1 0 0 0 0,-1 0 0 0 0,1 0 0 0 0,0 0 0 0 0,-1 0 0 0 0,1-1 0 0 0,0 1 0 0 0,-1 0 0 0 0,1 0 0 0 0,0-1 0 0 0,-1 1 0 0 0,1 0 0 0 0,0 0 0 0 0,0-1 0 0 0,-1 1 0 0 0,1 0 0 0 0,0-1 0 0 0,0 1 0 0 0,0 0 0 0 0,-1-1 0 0 0,1 1 0 0 0,0 0 0 0 0,0-1 0 0 0,0 0 0 0 0,-13-15 252 0 0,-7-25-114 0 0,2-2 0 0 0,2 0 0 0 0,2-1 1 0 0,2-1-1 0 0,2 0 0 0 0,1 0 1 0 0,3-1-1 0 0,2 0 0 0 0,2 0 0 0 0,1 0 1 0 0,3-1-1 0 0,2 1 0 0 0,2 0 1 0 0,20-78-1 0 0,-21 107-128 0 0,2 0 0 0 0,0 1-1 0 0,1 0 1 0 0,1 0 0 0 0,0 0 0 0 0,1 1 0 0 0,0 1 0 0 0,2 0 0 0 0,0 0-1 0 0,0 1 1 0 0,24-19 0 0 0,-30 27-29 0 0,-1 0-1 0 0,1 1 0 0 0,1 0 1 0 0,-1 0-1 0 0,0 1 1 0 0,1 0-1 0 0,0 0 0 0 0,0 0 1 0 0,0 1-1 0 0,0 0 0 0 0,0 1 1 0 0,0-1-1 0 0,0 1 1 0 0,1 1-1 0 0,-1-1 0 0 0,0 1 1 0 0,1 0-1 0 0,-1 1 1 0 0,0 0-1 0 0,0 0 0 0 0,0 1 1 0 0,1-1-1 0 0,-1 2 0 0 0,-1-1 1 0 0,1 1-1 0 0,0 0 1 0 0,-1 0-1 0 0,1 1 0 0 0,-1 0 1 0 0,0 0-1 0 0,7 6 1 0 0,-7-5-31 0 0,0 0 1 0 0,0 1-1 0 0,0 0 1 0 0,0 0-1 0 0,-1 0 1 0 0,0 0-1 0 0,-1 1 0 0 0,1 0 1 0 0,-1 0-1 0 0,-1 0 1 0 0,1 1-1 0 0,-1 0 1 0 0,0-1-1 0 0,-1 1 1 0 0,0 0-1 0 0,0 0 1 0 0,-1 0-1 0 0,0 0 1 0 0,0 0-1 0 0,-1 1 1 0 0,0-1-1 0 0,0 0 1 0 0,-1 0-1 0 0,0 0 1 0 0,-1 0-1 0 0,1 0 1 0 0,-2 0-1 0 0,1 0 1 0 0,-1 0-1 0 0,0-1 1 0 0,-1 0-1 0 0,1 1 1 0 0,-2-1-1 0 0,1 0 1 0 0,-1-1-1 0 0,-6 8 1 0 0,-7 4-67 0 0,0 0 0 0 0,-2-1 0 0 0,0-1 0 0 0,-1-1 0 0 0,0-1 0 0 0,-1-1 0 0 0,-1-1 0 0 0,0-1 0 0 0,-43 15 0 0 0,48-21-606 0 0,0 0-1 0 0,0-2 1 0 0,-1 0-1 0 0,-33 1 1 0 0,26-2-3745 0 0,20-1 514 0 0</inkml:trace>
</inkml:ink>
</file>

<file path=ppt/ink/ink18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45:56.3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181 75 308 0 0,'0'-3'399'0'0,"0"0"0"0"0,-1-1 0 0 0,1 1 0 0 0,-1 0 0 0 0,0-1 0 0 0,0 1 0 0 0,0 0 0 0 0,0 0 0 0 0,0 0 0 0 0,-1 0 0 0 0,1 0 0 0 0,-1 0 0 0 0,0 0 0 0 0,0 0 0 0 0,0 1 0 0 0,0-1 0 0 0,0 1 0 0 0,-1-1 0 0 0,1 1 0 0 0,-1 0 0 0 0,0 0 1 0 0,-5-3-1 0 0,3 6-251 0 0,0 0 1 0 0,0 0 0 0 0,-1 1 0 0 0,1 0-1 0 0,0 0 1 0 0,1 0 0 0 0,-1 1 0 0 0,0 0-1 0 0,-5 3 1 0 0,8-4-67 0 0,-11 6 340 0 0,1 1-1 0 0,-23 21 1 0 0,33-28-383 0 0,0 0-1 0 0,0 0 0 0 0,1 0 1 0 0,-1 0-1 0 0,0 0 0 0 0,1 0 1 0 0,-1 1-1 0 0,1-1 0 0 0,-1 1 1 0 0,1-1-1 0 0,0 1 1 0 0,0-1-1 0 0,0 1 0 0 0,1 0 1 0 0,-1-1-1 0 0,1 1 0 0 0,-1 0 1 0 0,1-1-1 0 0,0 1 0 0 0,0 0 1 0 0,0 0-1 0 0,0 0 0 0 0,1-1 1 0 0,0 4-1 0 0,1-4-22 0 0,1 0-1 0 0,0 1 1 0 0,0-1-1 0 0,-1 0 1 0 0,1-1-1 0 0,0 1 0 0 0,1 0 1 0 0,-1-1-1 0 0,0 0 1 0 0,0 0-1 0 0,1 0 1 0 0,-1 0-1 0 0,6 1 1 0 0,9 3-1 0 0,1 4 11 0 0,2 1 8 0 0,1-1 0 0 0,42 12 0 0 0,-59-20-32 0 0,0-1-1 0 0,0 0 1 0 0,1 0-1 0 0,-1 0 0 0 0,0-1 1 0 0,1 0-1 0 0,-1 0 1 0 0,0 0-1 0 0,0-1 0 0 0,0 1 1 0 0,0-1-1 0 0,0 0 1 0 0,-1-1-1 0 0,1 1 1 0 0,0-1-1 0 0,-1 0 0 0 0,0 0 1 0 0,0 0-1 0 0,4-5 1 0 0,12-10-7 0 0,-1-1 1 0 0,24-31-1 0 0,-29 32 12 0 0,34-51-35 0 0,-40 58 127 0 0,-8 11-96 0 0,0 0-1 0 0,0 0 0 0 0,0 0 0 0 0,0 0 1 0 0,0 0-1 0 0,0 0 0 0 0,0 0 0 0 0,0 0 1 0 0,0 0-1 0 0,0 0 0 0 0,0 1 1 0 0,0-1-1 0 0,0 0 0 0 0,1 0 0 0 0,-1 0 1 0 0,0 0-1 0 0,0 0 0 0 0,0 0 0 0 0,0 0 1 0 0,0 0-1 0 0,0 0 0 0 0,0 0 1 0 0,0 0-1 0 0,0 0 0 0 0,0 0 0 0 0,1 0 1 0 0,-1 0-1 0 0,0 0 0 0 0,0 0 0 0 0,0 0 1 0 0,0 0-1 0 0,0 0 0 0 0,0 0 0 0 0,0 0 1 0 0,0 0-1 0 0,0 0 0 0 0,0 0 1 0 0,0 0-1 0 0,1 0 0 0 0,-1 0 0 0 0,0 0 1 0 0,0 0-1 0 0,0 0 0 0 0,0 0 0 0 0,0-1 1 0 0,0 1-1 0 0,0 0 0 0 0,0 0 1 0 0,0 0-1 0 0,0 0 0 0 0,0 0 0 0 0,0 0 1 0 0,0 0-1 0 0,0 0 0 0 0,0 0 0 0 0,0 0 1 0 0,0 0-1 0 0,1 0 0 0 0,-1-1 1 0 0,0 1-1 0 0,0 0 0 0 0,0 0 0 0 0,0 0 1 0 0,15 15 8 0 0,18 12 18 0 0,47 49-1 0 0,-78-73-26 0 0,1 0 0 0 0,0 0-1 0 0,0 0 1 0 0,0 0 0 0 0,0-1 0 0 0,1 1 0 0 0,-1-1-1 0 0,1 0 1 0 0,0 0 0 0 0,-1 0 0 0 0,1-1 0 0 0,0 1-1 0 0,0-1 1 0 0,0 0 0 0 0,0 0 0 0 0,0 0 0 0 0,0-1-1 0 0,0 1 1 0 0,1-1 0 0 0,-1 0 0 0 0,0 0 0 0 0,0 0-1 0 0,0-1 1 0 0,0 0 0 0 0,0 0 0 0 0,0 0 0 0 0,0 0-1 0 0,0 0 1 0 0,0-1 0 0 0,0 0 0 0 0,0 1 0 0 0,-1-2-1 0 0,6-3 1 0 0,13-13-11 0 0,0 1 0 0 0,49-30 0 0 0,-64 43 8 0 0,1 1 1 0 0,-1 0 0 0 0,1 0 0 0 0,0 1 0 0 0,0 0-1 0 0,1 1 1 0 0,-1 0 0 0 0,0 0 0 0 0,1 1 0 0 0,-1 0-1 0 0,1 0 1 0 0,-1 1 0 0 0,1 0 0 0 0,13 2 0 0 0,-19-2-1 0 0,1 1 0 0 0,0 0 0 0 0,0 1 0 0 0,-1-1 0 0 0,1 1 0 0 0,-1-1 0 0 0,1 1 0 0 0,-1 0 0 0 0,0 0 0 0 0,0 1 0 0 0,0-1 0 0 0,0 1 0 0 0,0-1 0 0 0,0 1 0 0 0,-1 0 0 0 0,1 0 0 0 0,-1 0 0 0 0,0 0 0 0 0,0 1 0 0 0,3 5 0 0 0,-1 2 2 0 0,-1 0 0 0 0,0 0 0 0 0,0 1-1 0 0,-2-1 1 0 0,2 16 0 0 0,1 9 16 0 0,-4-33-16 0 0,0-2-1 0 0,0-1 0 0 0,0 0 1 0 0,1 0-1 0 0,-1 1 1 0 0,0-1-1 0 0,0 0 0 0 0,0 0 1 0 0,0 0-1 0 0,0 1 0 0 0,1-1 1 0 0,-1 0-1 0 0,0 0 1 0 0,0 0-1 0 0,0 0 0 0 0,1 1 1 0 0,-1-1-1 0 0,0 0 0 0 0,0 0 1 0 0,0 0-1 0 0,1 0 0 0 0,-1 0 1 0 0,0 0-1 0 0,0 0 1 0 0,1 0-1 0 0,-1 1 0 0 0,0-1 1 0 0,0 0-1 0 0,1 0 0 0 0,-1 0 1 0 0,0 0-1 0 0,0 0 1 0 0,1 0-1 0 0,-1-1 0 0 0,0 1 1 0 0,0 0-1 0 0,1 0 0 0 0,-1 0 1 0 0,0 0-1 0 0,0 0 1 0 0,1 0-1 0 0,12-7-1 0 0,1-1 0 0 0,-2 0 1 0 0,1-1-1 0 0,-1 0 0 0 0,0-1 0 0 0,-1 0 1 0 0,14-17-1 0 0,18-16 40 0 0,-34 35-27 0 0,7-3 159 0 0,-15 11-168 0 0,0 0 0 0 0,0 1 1 0 0,0-1-1 0 0,0 1 0 0 0,0-1 0 0 0,-1 1 0 0 0,1-1 0 0 0,0 1 1 0 0,0 0-1 0 0,0-1 0 0 0,-1 1 0 0 0,1 0 0 0 0,0 0 0 0 0,-1-1 1 0 0,1 1-1 0 0,0 0 0 0 0,-1 0 0 0 0,1 0 0 0 0,-1 0 0 0 0,0 0 0 0 0,1 0 1 0 0,-1 0-1 0 0,1 2 0 0 0,3 5-161 0 0,1 1 0 0 0,1-1 0 0 0,-1 0 0 0 0,1 0 0 0 0,1 0 0 0 0,-1-1 0 0 0,1 0 0 0 0,0 0 0 0 0,14 9 0 0 0,-9-8-1568 0 0,0 0 1 0 0,1-1 0 0 0,16 7 0 0 0,-5-3-1540 0 0</inkml:trace>
</inkml:ink>
</file>

<file path=ppt/ink/ink18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45:56.7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 61 11917 0 0,'-3'-5'94'0'0,"1"0"-1"0"0,0-1 1 0 0,1 1-1 0 0,-1-1 1 0 0,1 1-1 0 0,0-1 1 0 0,0 0-1 0 0,0-11 1 0 0,5 49 1448 0 0,11 46 0 0 0,3 17-365 0 0,16 152 672 0 0,-29-209-1739 0 0,-1-18-185 0 0,-1 0-1 0 0,-2 1 0 0 0,0 0 1 0 0,-1-1-1 0 0,0 1 0 0 0,-6 26 1 0 0,6-46-561 0 0,-17 3-10815 0 0,7-10 7872 0 0</inkml:trace>
</inkml:ink>
</file>

<file path=ppt/ink/ink18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45:57.1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0 163 740 0 0,'6'-6'358'0'0,"0"1"-1"0"0,0 0 1 0 0,0 1-1 0 0,1 0 1 0 0,-1 0-1 0 0,1 0 1 0 0,0 0 0 0 0,0 1-1 0 0,0 1 1 0 0,1-1-1 0 0,-1 1 1 0 0,1 0-1 0 0,-1 1 1 0 0,1 0-1 0 0,0 0 1 0 0,-1 0 0 0 0,1 1-1 0 0,13 2 1 0 0,-12 0-149 0 0,1 0 0 0 0,0 1 1 0 0,-1 0-1 0 0,1 1 1 0 0,-1 0-1 0 0,0 1 0 0 0,0 0 1 0 0,-1 0-1 0 0,1 1 0 0 0,-1 0 1 0 0,-1 0-1 0 0,1 1 1 0 0,12 14-1 0 0,-6-3 227 0 0,0 0-1 0 0,-1 1 1 0 0,15 31 0 0 0,-17-29 303 0 0,-11-21-679 0 0,1 0 0 0 0,-1 1-1 0 0,0-1 1 0 0,0 0 0 0 0,0 0 0 0 0,0 0 0 0 0,1 0-1 0 0,-1 1 1 0 0,0-1 0 0 0,0 0 0 0 0,1 0-1 0 0,-1 0 1 0 0,0 0 0 0 0,0 0 0 0 0,1 0-1 0 0,-1 0 1 0 0,0 0 0 0 0,0 0 0 0 0,1 0-1 0 0,-1 0 1 0 0,0 0 0 0 0,0 0 0 0 0,1 0-1 0 0,-1 0 1 0 0,0 0 0 0 0,1 0 0 0 0,-1 0-1 0 0,0 0 1 0 0,0 0 0 0 0,1 0 0 0 0,-1 0 0 0 0,0 0-1 0 0,0-1 1 0 0,0 1 0 0 0,1 0 0 0 0,-1 0-1 0 0,0 0 1 0 0,0 0 0 0 0,1-1 0 0 0,14-14 987 0 0,19-28-693 0 0,-25 30-9 0 0,3-3-196 0 0,14-19-642 0 0,2 1 1 0 0,1 1-1 0 0,1 2 1 0 0,39-32-1 0 0,-61 58-76 0 0,-1 0 0 0 0,1 1 1 0 0,0-1-1 0 0,13-4 0 0 0,17 2-6019 0 0,-24 7 3582 0 0</inkml:trace>
</inkml:ink>
</file>

<file path=ppt/ink/ink18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45:57.5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0 102 296 0 0,'0'0'725'0'0,"33"-11"1924"0"0,-21 7-1906 0 0,0-1 0 0 0,0 0 0 0 0,-1-1 0 0 0,0-1 0 0 0,0 1 0 0 0,-1-2 0 0 0,0 1 0 0 0,0-2 0 0 0,15-16 0 0 0,-25 26-717 0 0,0-1 0 0 0,-1 0 0 0 0,1 0-1 0 0,0 0 1 0 0,0 0 0 0 0,-1 0 0 0 0,1 0 0 0 0,0 0-1 0 0,0 0 1 0 0,-1 0 0 0 0,1 0 0 0 0,0 0-1 0 0,0 0 1 0 0,-1 0 0 0 0,1 0 0 0 0,0 0 0 0 0,0 0-1 0 0,-1 0 1 0 0,1 0 0 0 0,0 0 0 0 0,0 0 0 0 0,-1 0-1 0 0,1 0 1 0 0,0 0 0 0 0,0 0 0 0 0,-1-1-1 0 0,1 1 1 0 0,0 0 0 0 0,0 0 0 0 0,0 0 0 0 0,-1 0-1 0 0,1-1 1 0 0,0 1 0 0 0,0 0 0 0 0,0 0-1 0 0,0 0 1 0 0,0-1 0 0 0,-1 1 0 0 0,1 0 0 0 0,0 0-1 0 0,0-1 1 0 0,0 1 0 0 0,0 0 0 0 0,0 0-1 0 0,0-1 1 0 0,0 1 0 0 0,0 0 0 0 0,0 0 0 0 0,0-1-1 0 0,0 1 1 0 0,0 0 0 0 0,0 0 0 0 0,0-1-1 0 0,0 1 1 0 0,0 0 0 0 0,0 0 0 0 0,0-1 0 0 0,0 1-1 0 0,0 0 1 0 0,0 0 0 0 0,1-1 0 0 0,-1 1 0 0 0,0 0-1 0 0,0 0 1 0 0,0-1 0 0 0,-20 6 114 0 0,20-5-109 0 0,-5 4 33 0 0,-1-1 1 0 0,1 1 0 0 0,0-1 0 0 0,0 2 0 0 0,1-1 0 0 0,-1 0 0 0 0,1 1 0 0 0,0 0 0 0 0,0 0 0 0 0,0 0 0 0 0,1 0-1 0 0,0 1 1 0 0,0 0 0 0 0,0-1 0 0 0,-3 13 0 0 0,5-14-49 0 0,0-1-1 0 0,1 1 1 0 0,0-1 0 0 0,-1 1-1 0 0,1-1 1 0 0,0 1-1 0 0,1 0 1 0 0,-1-1 0 0 0,1 1-1 0 0,-1-1 1 0 0,1 1 0 0 0,0-1-1 0 0,1 1 1 0 0,-1-1-1 0 0,0 0 1 0 0,1 0 0 0 0,0 0-1 0 0,0 1 1 0 0,0-1-1 0 0,0-1 1 0 0,0 1 0 0 0,1 0-1 0 0,-1-1 1 0 0,1 1 0 0 0,-1-1-1 0 0,1 0 1 0 0,0 1-1 0 0,4 1 1 0 0,5 2-25 0 0,-1 0 0 0 0,1-1 0 0 0,1 0 0 0 0,-1-1 0 0 0,1 0 0 0 0,-1-1 0 0 0,1-1 0 0 0,0 0 0 0 0,0 0 0 0 0,0-2 0 0 0,0 1 0 0 0,0-2 0 0 0,14-1 0 0 0,-13 0-7 0 0,1 0 0 0 0,0-1 0 0 0,-1 0 0 0 0,1-1 0 0 0,-1-1 0 0 0,-1 0 0 0 0,1-1 0 0 0,-1 0-1 0 0,1-2 1 0 0,-2 1 0 0 0,15-12 0 0 0,-20 12 68 0 0,0 0-1 0 0,0-1 1 0 0,-1 0-1 0 0,0 0 1 0 0,9-16-1 0 0,7-11 2944 0 0,-23 36-2974 0 0,0 0 0 0 0,0-1 0 0 0,1 1 0 0 0,-1 0 0 0 0,1 0 0 0 0,-1 0 0 0 0,0 0 0 0 0,1 0 0 0 0,-1 0 0 0 0,1 0 0 0 0,0 0 0 0 0,-1 0 0 0 0,1 0 0 0 0,0 0 0 0 0,0 0 0 0 0,-1 0 0 0 0,1 0 0 0 0,0 0 0 0 0,0 0 0 0 0,0 0 0 0 0,0 0 0 0 0,1 0 0 0 0,-1 0 0 0 0,0 2 0 0 0,4 27 300 0 0,-2-24-488 0 0,0-1-1 0 0,0 1 1 0 0,1-1 0 0 0,0 1-1 0 0,0-1 1 0 0,0 0 0 0 0,1 0-1 0 0,0 0 1 0 0,4 4 0 0 0,-4-5-974 0 0,0-1 1 0 0,0 0-1 0 0,0 0 0 0 0,1 0 1 0 0,-1 0-1 0 0,1-1 0 0 0,5 2 1 0 0,8 3-3077 0 0</inkml:trace>
</inkml:ink>
</file>

<file path=ppt/ink/ink18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45:59.7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73 828 664 0 0,'-10'4'6413'0'0,"130"-72"-4807"0"0,-75 45-1055 0 0,81-58 1 0 0,-103 63-364 0 0,-1-1 1 0 0,-1-1-1 0 0,-1-1 1 0 0,-1 0 0 0 0,0-2-1 0 0,24-38 1 0 0,-32 41-91 0 0,-1 1 0 0 0,-1-2 1 0 0,-1 1-1 0 0,0-1 0 0 0,-2 0 0 0 0,0-1 1 0 0,-1 0-1 0 0,-1 1 0 0 0,0-29 0 0 0,-1 16 46 0 0,-1-69 323 0 0,-3 95-389 0 0,1 0 0 0 0,-2 0 0 0 0,1 0 0 0 0,-1 0 0 0 0,0 0 0 0 0,-1 0 1 0 0,0 0-1 0 0,0 1 0 0 0,-1-1 0 0 0,-5-7 0 0 0,9 14-68 0 0,0 1 1 0 0,-1-1-1 0 0,1 1 1 0 0,0-1-1 0 0,-1 1 1 0 0,1-1-1 0 0,-1 1 1 0 0,1-1 0 0 0,-1 1-1 0 0,1-1 1 0 0,-1 1-1 0 0,1 0 1 0 0,-1-1-1 0 0,1 1 1 0 0,-1 0-1 0 0,1 0 1 0 0,-1-1-1 0 0,0 1 1 0 0,1 0-1 0 0,-1 0 1 0 0,1 0-1 0 0,-1 0 1 0 0,0 0-1 0 0,1-1 1 0 0,-1 1-1 0 0,1 0 1 0 0,-1 1-1 0 0,0-1 1 0 0,1 0-1 0 0,-1 0 1 0 0,0 0-1 0 0,1 0 1 0 0,-1 0-1 0 0,0 1 1 0 0,-18 19 200 0 0,-7 31 27 0 0,-8 63 259 0 0,-32 199 0 0 0,8-32-119 0 0,-50 251 311 0 0,101-493-688 0 0,-27 141 36 0 0,28-158-413 0 0,-1 1 1 0 0,0-1 0 0 0,-2-1-1 0 0,-1 0 1 0 0,-21 35 0 0 0,26-49-98 0 0,-1 1 0 0 0,1-1-1 0 0,-2-1 1 0 0,1 1 0 0 0,-1-1 0 0 0,-13 9 0 0 0,15-11-358 0 0,-1-1 0 0 0,0 0 0 0 0,0 0 0 0 0,0 0 0 0 0,0-1 0 0 0,-7 2-1 0 0,-9 1-2036 0 0</inkml:trace>
</inkml:ink>
</file>

<file path=ppt/ink/ink18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46:00.3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1 515 524 0 0,'0'-1'125'0'0,"0"-1"1"0"0,1 1-1 0 0,-1-1 1 0 0,1 1-1 0 0,-1-1 1 0 0,1 1-1 0 0,0 0 0 0 0,0-1 1 0 0,-1 1-1 0 0,1 0 1 0 0,0 0-1 0 0,0 0 1 0 0,0-1-1 0 0,0 1 0 0 0,1 0 1 0 0,-1 0-1 0 0,0 0 1 0 0,0 1-1 0 0,0-1 0 0 0,1 0 1 0 0,-1 0-1 0 0,2 0 1 0 0,39-15 659 0 0,-29 11-386 0 0,97-29 1245 0 0,179-32 0 0 0,-101 27-807 0 0,-94 18-435 0 0,182-47 753 0 0,-212 48-610 0 0,-1-1 0 0 0,75-39 0 0 0,-126 54-311 0 0,0-1 0 0 0,0 0-1 0 0,-1-1 1 0 0,12-10 0 0 0,-20 16-125 0 0,0-1 0 0 0,-1 1 0 0 0,1-1 0 0 0,-1 1 0 0 0,0-1 0 0 0,0 0 0 0 0,0 1 0 0 0,0-1 0 0 0,0 0-1 0 0,0 0 1 0 0,-1-1 0 0 0,0 1 0 0 0,1 0 0 0 0,-1-1 0 0 0,0 1 0 0 0,-1 0 0 0 0,1-1 0 0 0,-1 1 0 0 0,1-1 0 0 0,-1 1 0 0 0,0-5 0 0 0,0 7-81 0 0,0 0 1 0 0,-1 0-1 0 0,1 0 0 0 0,0 0 0 0 0,0 1 0 0 0,0-1 1 0 0,-1 0-1 0 0,1 0 0 0 0,0 0 0 0 0,-1 0 1 0 0,1 1-1 0 0,-1-1 0 0 0,1 0 0 0 0,-1 0 0 0 0,1 1 1 0 0,-1-1-1 0 0,1 0 0 0 0,-1 1 0 0 0,0-1 1 0 0,1 0-1 0 0,-1 1 0 0 0,0-1 0 0 0,0 1 0 0 0,1 0 1 0 0,-1-1-1 0 0,0 1 0 0 0,0-1 0 0 0,0 1 1 0 0,0 0-1 0 0,0 0 0 0 0,1-1 0 0 0,-2 1 0 0 0,-1 0 10 0 0,0 1-1 0 0,1-1 1 0 0,-1 1-1 0 0,1 0 1 0 0,-1-1-1 0 0,0 1 1 0 0,1 0-1 0 0,0 1 1 0 0,-1-1-1 0 0,1 0 0 0 0,-3 2 1 0 0,-3 3 20 0 0,0 0 0 0 0,1 0 0 0 0,0 1-1 0 0,0 0 1 0 0,-9 11 0 0 0,5-1 7 0 0,8-14-50 0 0,0 0 0 0 0,0 0 0 0 0,1 0 0 0 0,-1 1-1 0 0,1-1 1 0 0,0 1 0 0 0,0 0 0 0 0,0-1 0 0 0,1 1 0 0 0,0 0 0 0 0,-1 0 0 0 0,1 0 0 0 0,0 0-1 0 0,1 0 1 0 0,-1 0 0 0 0,1 1 0 0 0,0-1 0 0 0,0 0 0 0 0,0 0 0 0 0,2 8 0 0 0,-2-11-15 0 0,1 1 1 0 0,0-1 0 0 0,0 0-1 0 0,-1 0 1 0 0,1 0 0 0 0,0 0-1 0 0,0 0 1 0 0,0 0 0 0 0,1 0-1 0 0,-1 0 1 0 0,0-1 0 0 0,0 1-1 0 0,0 0 1 0 0,0-1 0 0 0,1 1-1 0 0,-1-1 1 0 0,0 1 0 0 0,1-1-1 0 0,-1 1 1 0 0,0-1 0 0 0,1 0 0 0 0,-1 0-1 0 0,1 0 1 0 0,-1 0 0 0 0,0 0-1 0 0,1 0 1 0 0,-1 0 0 0 0,3-1-1 0 0,49-10 104 0 0,-34 6-121 0 0,35-10 59 0 0,-46 12-69 0 0,0 0 0 0 0,0 0 0 0 0,0 1 0 0 0,0 0-1 0 0,1 0 1 0 0,-1 1 0 0 0,1 0 0 0 0,-1 1 0 0 0,1 0 0 0 0,-1 0 0 0 0,1 1 0 0 0,0 0 0 0 0,-1 0-1 0 0,0 1 1 0 0,13 4 0 0 0,-2 3 0 0 0,-17-7 23 0 0,1 0-1 0 0,0 0 0 0 0,0 0 0 0 0,0-1 0 0 0,0 1 1 0 0,0-1-1 0 0,0 0 0 0 0,1 0 0 0 0,-1 0 0 0 0,0-1 1 0 0,1 1-1 0 0,-1-1 0 0 0,0 1 0 0 0,1-1 0 0 0,-1 0 1 0 0,1-1-1 0 0,-1 1 0 0 0,0 0 0 0 0,1-1 0 0 0,-1 0 1 0 0,0 0-1 0 0,4-1 0 0 0,181-101-827 0 0,-104 69-2114 0 0,-24 20-4064 0 0,-34 7 3427 0 0</inkml:trace>
</inkml:ink>
</file>

<file path=ppt/ink/ink18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46:01.6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68 440 9421 0 0,'11'-18'544'0'0,"-1"-1"0"0"0,-1 1 0 0 0,0-1 0 0 0,8-31 0 0 0,-6 21 1609 0 0,-11 28-1468 0 0,17 71 814 0 0,-15 9-1013 0 0,-3 1-1 0 0,-4-1 1 0 0,-25 130-1 0 0,25-180-878 0 0,-2 0-1 0 0,-1-1 1 0 0,-2 0-1 0 0,0 0 1 0 0,-2-1-1 0 0,-15 26 0 0 0,27-52 335 0 0,-1-1-1 0 0,1 1 0 0 0,0 0 1 0 0,-1-1-1 0 0,1 1 0 0 0,-1-1 1 0 0,1 1-1 0 0,-1-1 0 0 0,1 1 1 0 0,-1-1-1 0 0,1 1 0 0 0,-1-1 0 0 0,1 0 1 0 0,-1 1-1 0 0,1-1 0 0 0,-1 0 1 0 0,0 1-1 0 0,1-1 0 0 0,-1 0 1 0 0,1 0-1 0 0,-1 0 0 0 0,0 1 1 0 0,1-1-1 0 0,-1 0 0 0 0,0 0 1 0 0,1 0-1 0 0,-1 0 0 0 0,0 0 0 0 0,1 0 1 0 0,-1 0-1 0 0,0-1 0 0 0,1 1 1 0 0,-1 0-1 0 0,0 0 0 0 0,1 0 1 0 0,-1-1-1 0 0,0 1 0 0 0,1 0 1 0 0,-1-1-1 0 0,1 1 0 0 0,-1 0 1 0 0,1-1-1 0 0,-1 1 0 0 0,1-1 0 0 0,-1 1 1 0 0,1-1-1 0 0,-1 0 0 0 0,0 0-48 0 0,-1-1-1 0 0,1 1 0 0 0,0-1 0 0 0,0 1 0 0 0,0-1 0 0 0,1 0 1 0 0,-1 0-1 0 0,0 1 0 0 0,1-1 0 0 0,-1 0 0 0 0,1 0 0 0 0,-1 0 1 0 0,1 1-1 0 0,0-1 0 0 0,0 0 0 0 0,0-3 0 0 0,2-3-32 0 0,0 1 0 0 0,0-1 0 0 0,1 1 0 0 0,0 0 0 0 0,1 0 0 0 0,-1 0-1 0 0,1 1 1 0 0,1-1 0 0 0,-1 1 0 0 0,1 0 0 0 0,0 0 0 0 0,10-9 0 0 0,10-6-169 0 0,45-31 1 0 0,-49 38 165 0 0,124-77-373 0 0,-83 55 394 0 0,60-48 1 0 0,-103 69 218 0 0,0-2 1 0 0,-1 0 0 0 0,-1-1 0 0 0,0 0 0 0 0,-2-2 0 0 0,26-41 0 0 0,-27 38 193 0 0,-2 0 1 0 0,0-1-1 0 0,-2-1 0 0 0,-1 0 0 0 0,-1 0 0 0 0,-1-1 0 0 0,-1 0 0 0 0,-1 0 0 0 0,-1-1 0 0 0,-2 0 0 0 0,0 1 0 0 0,-3-28 0 0 0,-1 46-96 0 0,0 0-1 0 0,-1 0 1 0 0,0 0 0 0 0,0 0-1 0 0,0 0 1 0 0,-1 1-1 0 0,-9-14 1 0 0,12 20 52 0 0,-20 16 18 0 0,15-8-207 0 0,1 1 0 0 0,-1-1 0 0 0,1 1 0 0 0,1 0 0 0 0,-1 0 0 0 0,-5 15 0 0 0,-2 3 49 0 0,-17 41 248 0 0,2 1 0 0 0,4 1 0 0 0,-26 127 0 0 0,34-134-194 0 0,1 7 120 0 0,4 1 1 0 0,2 0-1 0 0,2 77 0 0 0,37-183 412 0 0,-29 35-731 0 0,51-47 146 0 0,44-46-146 0 0,-96 93 36 0 0,0 0 0 0 0,1 1 0 0 0,-1-1 0 0 0,0 0 0 0 0,0 1 0 0 0,0-1 0 0 0,1 1 0 0 0,-1-1 0 0 0,0 1 0 0 0,0 0 0 0 0,1 0 0 0 0,-1-1 0 0 0,0 1 0 0 0,1 0 0 0 0,-1 0 0 0 0,0 0 0 0 0,1 0 0 0 0,-1 1 0 0 0,0-1-1 0 0,0 0 1 0 0,1 0 0 0 0,-1 1 0 0 0,0-1 0 0 0,0 1 0 0 0,1-1 0 0 0,-1 1 0 0 0,0 0 0 0 0,0-1 0 0 0,0 1 0 0 0,0 0 0 0 0,2 1 0 0 0,40 40-29 0 0,-9-8 25 0 0,-27-31 21 0 0,-1 0 0 0 0,0 0 0 0 0,1-1 0 0 0,-1 0 0 0 0,1 0 0 0 0,0-1 0 0 0,-1 0 0 0 0,1 0-1 0 0,0-1 1 0 0,0 1 0 0 0,0-2 0 0 0,-1 1 0 0 0,1-1 0 0 0,0 0 0 0 0,0 0 0 0 0,-1-1 0 0 0,1 1 0 0 0,-1-2 0 0 0,1 1-1 0 0,-1-1 1 0 0,0 0 0 0 0,0 0 0 0 0,0 0 0 0 0,0-1 0 0 0,-1 0 0 0 0,1 0 0 0 0,-1-1 0 0 0,0 0 0 0 0,0 1-1 0 0,-1-2 1 0 0,1 1 0 0 0,-1 0 0 0 0,-1-1 0 0 0,6-9 0 0 0,-9 15 1 0 0,1-1 0 0 0,0 0 0 0 0,-1 1 0 0 0,1-1 0 0 0,-1 0 0 0 0,0 0 0 0 0,1 1 0 0 0,-1-1 0 0 0,1 0 0 0 0,-1 0 0 0 0,0 0 0 0 0,0 1 0 0 0,0-1 0 0 0,1 0 0 0 0,-1 0 1 0 0,0 0-1 0 0,0 0 0 0 0,0 0 0 0 0,0 1 0 0 0,0-1 0 0 0,0 0 0 0 0,-1 0 0 0 0,1 0 0 0 0,0 0 0 0 0,0 0 0 0 0,-1 1 0 0 0,1-1 0 0 0,0 0 0 0 0,-1 0 0 0 0,1 1 0 0 0,-1-1 0 0 0,1 0 0 0 0,-1 0 0 0 0,1 1 0 0 0,-1-1 0 0 0,0 1 0 0 0,1-1 0 0 0,-1 0 0 0 0,0 1 0 0 0,1-1 0 0 0,-1 1 0 0 0,0 0 0 0 0,0-1 0 0 0,1 1 0 0 0,-1 0 0 0 0,0-1 0 0 0,0 1 0 0 0,0 0 1 0 0,0 0-1 0 0,1-1 0 0 0,-1 1 0 0 0,0 0 0 0 0,0 0 0 0 0,0 0 0 0 0,0 0 0 0 0,-1 1 0 0 0,0-1 26 0 0,-24 12 187 0 0,24-8-315 0 0,0 0 0 0 0,0 0 0 0 0,0 0 0 0 0,0 0 0 0 0,1 0 0 0 0,0 1 0 0 0,0-1 0 0 0,0 0 0 0 0,0 1 0 0 0,1-1 0 0 0,-1 1 0 0 0,1-1 0 0 0,0 1 0 0 0,1-1-1 0 0,-1 1 1 0 0,1-1 0 0 0,0 0 0 0 0,0 1 0 0 0,0-1 0 0 0,0 0 0 0 0,4 7 0 0 0,-2-5-525 0 0,1 1 0 0 0,-1-1 0 0 0,1 0 0 0 0,1 1 0 0 0,4 4 0 0 0,30 23-6503 0 0,-19-22 3290 0 0</inkml:trace>
</inkml:ink>
</file>

<file path=ppt/ink/ink18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46:04.5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290 185 152 0 0,'16'-29'2829'0'0,"-14"26"-2432"0"0,-1-1 0 0 0,1 1 0 0 0,-1 0 0 0 0,1 0 0 0 0,0 0 0 0 0,0 0 1 0 0,0 0-1 0 0,0 1 0 0 0,5-5 0 0 0,-6 6-242 0 0,1-1 0 0 0,-1 1 0 0 0,0-1 0 0 0,0 0-1 0 0,0 1 1 0 0,0-1 0 0 0,0 0 0 0 0,-1 1 0 0 0,1-1 0 0 0,0 0 0 0 0,-1 0 0 0 0,1 0 0 0 0,-1 1 0 0 0,0-1 0 0 0,0 0-1 0 0,0 0 1 0 0,0 0 0 0 0,0 0 0 0 0,0 0 0 0 0,0 0 0 0 0,0 1 0 0 0,-1-1 0 0 0,1 0 0 0 0,-1 0 0 0 0,1 0-1 0 0,-1 1 1 0 0,0-1 0 0 0,0 0 0 0 0,0 1 0 0 0,0-1 0 0 0,0 0 0 0 0,0 1 0 0 0,0-1 0 0 0,0 1 0 0 0,-1 0-1 0 0,1-1 1 0 0,-1 1 0 0 0,-2-2 0 0 0,-3 1-116 0 0,0 0 0 0 0,0 1 1 0 0,0 0-1 0 0,-1 0 0 0 0,1 0 0 0 0,0 1 0 0 0,0 0 0 0 0,-1 0 1 0 0,1 1-1 0 0,0 0 0 0 0,0 0 0 0 0,-1 1 0 0 0,1 0 0 0 0,-10 5 0 0 0,6-4-4 0 0,0 2 1 0 0,1 0-1 0 0,-1 0 0 0 0,1 1 0 0 0,0 0 0 0 0,1 1 0 0 0,-1 0 0 0 0,-12 13 0 0 0,16-14-15 0 0,1 1 0 0 0,0 1 1 0 0,0-1-1 0 0,0 1 0 0 0,1-1 0 0 0,1 1 0 0 0,-1 0 1 0 0,1 1-1 0 0,0-1 0 0 0,1 0 0 0 0,0 1 0 0 0,1 0 1 0 0,-1-1-1 0 0,1 1 0 0 0,1 0 0 0 0,1 16 0 0 0,3 7 27 0 0,1 0-1 0 0,2 0 0 0 0,14 41 0 0 0,-12-44 7 0 0,0 1 1 0 0,6 54-1 0 0,-14-80-49 0 0,-1 0 0 0 0,0-1 0 0 0,0 1 0 0 0,0 0-1 0 0,0-1 1 0 0,0 1 0 0 0,-1 0 0 0 0,0-1 0 0 0,0 1 0 0 0,0-1 0 0 0,0 1 0 0 0,-3 5 0 0 0,3-8 0 0 0,-1 1 1 0 0,0 0 0 0 0,1-1-1 0 0,-1 1 1 0 0,0-1 0 0 0,0 1-1 0 0,0-1 1 0 0,0 0 0 0 0,0 0-1 0 0,0 0 1 0 0,0 0 0 0 0,0 0-1 0 0,0-1 1 0 0,-1 1 0 0 0,1 0-1 0 0,0-1 1 0 0,0 0 0 0 0,-1 1-1 0 0,1-1 1 0 0,0 0 0 0 0,-4-1-1 0 0,2 1 1 0 0,1 0 0 0 0,-1 0 0 0 0,1-1 0 0 0,-1 0 0 0 0,1 1 0 0 0,-1-1 0 0 0,1-1 0 0 0,0 1 0 0 0,0 0 0 0 0,-1-1 0 0 0,1 1 0 0 0,0-1 0 0 0,0 0 0 0 0,0 0 0 0 0,1 0 0 0 0,-1-1-1 0 0,1 1 1 0 0,-3-4 0 0 0,5 5-6 0 0,0 1 0 0 0,0-1-1 0 0,0 0 1 0 0,0 0-1 0 0,1 0 1 0 0,-1 0 0 0 0,0 0-1 0 0,1 1 1 0 0,-1-1-1 0 0,1 0 1 0 0,-1 0-1 0 0,1 0 1 0 0,-1 1 0 0 0,1-1-1 0 0,-1 0 1 0 0,1 1-1 0 0,0-1 1 0 0,-1 1 0 0 0,1-1-1 0 0,0 0 1 0 0,0 1-1 0 0,0 0 1 0 0,-1-1 0 0 0,1 1-1 0 0,2-1 1 0 0,20-14-34 0 0,-4 7-27 0 0,0 1-1 0 0,0 0 1 0 0,0 2 0 0 0,22-4-1 0 0,16-5-92 0 0,125-45-193 0 0,-152 47 300 0 0,0-1-1 0 0,-1-1 1 0 0,50-34-1 0 0,-57 33 19 0 0,-17 13 62 0 0,-1-1 0 0 0,0 1 0 0 0,1-1 0 0 0,-1 0 0 0 0,0 0 0 0 0,-1-1 0 0 0,1 1 0 0 0,-1-1 1 0 0,1 0-1 0 0,-1 0 0 0 0,0 0 0 0 0,0 0 0 0 0,4-9 0 0 0,-7 12-26 0 0,0 0 0 0 0,0 1-1 0 0,0-1 1 0 0,1 0 0 0 0,-1 0 0 0 0,0 1-1 0 0,0-1 1 0 0,-1 0 0 0 0,1 0 0 0 0,0 1-1 0 0,0-1 1 0 0,0 0 0 0 0,0 0 0 0 0,-1 1 0 0 0,1-1-1 0 0,0 0 1 0 0,-1 0 0 0 0,1 1 0 0 0,0-1-1 0 0,-1 0 1 0 0,1 1 0 0 0,-1-1 0 0 0,1 1-1 0 0,-1-1 1 0 0,0 1 0 0 0,1-1 0 0 0,-1 1 0 0 0,1-1-1 0 0,-1 1 1 0 0,0-1 0 0 0,1 1 0 0 0,-1 0-1 0 0,0-1 1 0 0,0 1 0 0 0,1 0 0 0 0,-1 0 0 0 0,0-1-1 0 0,0 1 1 0 0,1 0 0 0 0,-1 0 0 0 0,0 0-1 0 0,0 0 1 0 0,0 0 0 0 0,1 0 0 0 0,-1 0-1 0 0,-1 1 1 0 0,-36 1 98 0 0,33-1-86 0 0,0 1 1 0 0,0-1 0 0 0,0 1-1 0 0,0 1 1 0 0,0-1 0 0 0,1 1 0 0 0,-1-1-1 0 0,1 1 1 0 0,0 1 0 0 0,0-1-1 0 0,0 0 1 0 0,0 1 0 0 0,0 0-1 0 0,1 0 1 0 0,-6 8 0 0 0,7-8-14 0 0,1-1 1 0 0,-1 1-1 0 0,1-1 1 0 0,-1 1 0 0 0,1 0-1 0 0,1 0 1 0 0,-1 0-1 0 0,0 0 1 0 0,1 0-1 0 0,0 0 1 0 0,0-1-1 0 0,0 1 1 0 0,0 0-1 0 0,1 0 1 0 0,0 0 0 0 0,0 0-1 0 0,0 0 1 0 0,0 0-1 0 0,0-1 1 0 0,1 1-1 0 0,-1-1 1 0 0,4 6-1 0 0,-1-3 0 0 0,0 0 0 0 0,1-1 0 0 0,-1 0 0 0 0,1 0-1 0 0,0 0 1 0 0,0 0 0 0 0,1-1 0 0 0,0 0 0 0 0,-1 0-1 0 0,1 0 1 0 0,0-1 0 0 0,1 0 0 0 0,-1 0 0 0 0,1 0-1 0 0,-1-1 1 0 0,1 0 0 0 0,0 0 0 0 0,0-1 0 0 0,-1 0-1 0 0,1 0 1 0 0,0-1 0 0 0,0 0 0 0 0,0 0 0 0 0,0 0-1 0 0,9-2 1 0 0,-3 0-5 0 0,0 0 0 0 0,0 0 0 0 0,0-1 0 0 0,-1-1 0 0 0,1 0 0 0 0,-1-1 0 0 0,0 0 0 0 0,0-1 1 0 0,0-1-1 0 0,-1 0 0 0 0,0 0 0 0 0,17-14 0 0 0,0-13 4 0 0,-23 27-8 0 0,0 0-1 0 0,1 1 0 0 0,0-1 1 0 0,0 1-1 0 0,13-10 0 0 0,4-4 29 0 0,-17 16 15 0 0,-15 28-29 0 0,6-11 2 0 0,0 0 0 0 0,1 0 0 0 0,0 1 0 0 0,1-1 1 0 0,0 0-1 0 0,2 18 0 0 0,-1-14 58 0 0,0-16 119 0 0,33-24-54 0 0,-27 19-134 0 0,1 0-1 0 0,0 1 1 0 0,-1 0-1 0 0,2 0 1 0 0,-1 1-1 0 0,0 0 1 0 0,0 0-1 0 0,1 1 1 0 0,-1-1-1 0 0,1 2 1 0 0,-1-1-1 0 0,1 1 1 0 0,0 0-1 0 0,-1 1 1 0 0,1-1-1 0 0,12 4 1 0 0,41 1-38 0 0,-49-5 30 0 0,0-2 1 0 0,0 1-1 0 0,0-1 1 0 0,0-1-1 0 0,-1 0 1 0 0,1 0-1 0 0,-1-1 1 0 0,0-1-1 0 0,0 0 1 0 0,0-1 0 0 0,0 0-1 0 0,-1 0 1 0 0,0-1-1 0 0,-1 0 1 0 0,1-1-1 0 0,-2 0 1 0 0,13-14-1 0 0,-6 4 20 0 0,-1 0 0 0 0,-1-1 0 0 0,0-1-1 0 0,-2 0 1 0 0,0 0 0 0 0,-1-1 0 0 0,-2-1 0 0 0,9-27-1 0 0,-10 25-1 0 0,0 4 15 0 0,-1-1 0 0 0,-1-1-1 0 0,4-40 1 0 0,-9 62-25 0 0,0 0-1 0 0,-1 0 1 0 0,1-1 0 0 0,0 1-1 0 0,0 0 1 0 0,0-1 0 0 0,0 1 0 0 0,0 0-1 0 0,-1 0 1 0 0,1-1 0 0 0,0 1 0 0 0,0 0-1 0 0,-1 0 1 0 0,1-1 0 0 0,0 1-1 0 0,0 0 1 0 0,-1 0 0 0 0,1 0 0 0 0,0 0-1 0 0,0-1 1 0 0,-1 1 0 0 0,1 0 0 0 0,0 0-1 0 0,-1 0 1 0 0,1 0 0 0 0,0 0 0 0 0,-1 0-1 0 0,1 0 1 0 0,0 0 0 0 0,-1 0-1 0 0,1 0 1 0 0,0 0 0 0 0,-1 0 0 0 0,1 0-1 0 0,0 0 1 0 0,0 0 0 0 0,-1 0 0 0 0,1 0-1 0 0,0 0 1 0 0,-1 1 0 0 0,1-1 0 0 0,-1 0-1 0 0,-12 5 11 0 0,13-5-13 0 0,-8 5 5 0 0,1 0 0 0 0,0 1 0 0 0,1 0 0 0 0,-1 0 0 0 0,1 1 0 0 0,0-1 0 0 0,1 1 0 0 0,-1 0 0 0 0,1 1 0 0 0,-7 14 0 0 0,2-6 9 0 0,3-3 0 0 0,1-1-1 0 0,0 1 1 0 0,0 1-1 0 0,1-1 1 0 0,1 1 0 0 0,0-1-1 0 0,1 1 1 0 0,1 0-1 0 0,0 0 1 0 0,1 1-1 0 0,1 20 1 0 0,0-24-6 0 0,1 0-1 0 0,0-1 1 0 0,0 0 0 0 0,1 1-1 0 0,1-1 1 0 0,0 0-1 0 0,0 0 1 0 0,1 0 0 0 0,1 0-1 0 0,-1-1 1 0 0,1 0 0 0 0,1 0-1 0 0,0 0 1 0 0,0-1 0 0 0,1 1-1 0 0,9 8 1 0 0,-12-14-5 0 0,0 0 1 0 0,1 0-1 0 0,-1-1 1 0 0,1 1-1 0 0,0-1 1 0 0,0 0 0 0 0,0 0-1 0 0,0-1 1 0 0,0 1-1 0 0,0-1 1 0 0,0 0-1 0 0,0-1 1 0 0,0 1-1 0 0,1-1 1 0 0,-1 0-1 0 0,0 0 1 0 0,0-1-1 0 0,1 1 1 0 0,-1-1 0 0 0,0 0-1 0 0,6-3 1 0 0,1 0 0 0 0,0 0 0 0 0,0-1 0 0 0,0 0 0 0 0,-1-1 1 0 0,1 0-1 0 0,-1-1 0 0 0,14-12 0 0 0,32-23-5 0 0,-42 32-3 0 0,1-1 1 0 0,-1-1-1 0 0,-1-1 0 0 0,23-25 1 0 0,-31 30 0 0 0,-5 5 8 0 0,1 1 0 0 0,0-1 0 0 0,0 1 0 0 0,0 0 0 0 0,0 0 0 0 0,0-1 0 0 0,0 1 0 0 0,0 1 0 0 0,5-4 0 0 0,-6 4 2 0 0,0 0 2 0 0,0-2-4 0 0,-1 2 21 0 0,-13 45-87 0 0,-2-4 162 0 0,14-39 49 0 0,4-1-147 0 0,6 1 22 0 0,-7-1-18 0 0,0 0-14 0 0,7-1 1 0 0,-7 1 44 0 0,-1 0-53 0 0,-1 0 15 0 0,1 0 0 0 0,0 0 1 0 0,-1 0-1 0 0,1 0 0 0 0,0 0 0 0 0,-1 1 0 0 0,1-1 0 0 0,-1 0 0 0 0,1 0 0 0 0,0 1 0 0 0,-1-1 0 0 0,1 0 0 0 0,-1 1 0 0 0,1-1 1 0 0,-1 0-1 0 0,1 1 0 0 0,-1-1 0 0 0,0 1 0 0 0,1-1 0 0 0,-1 1 0 0 0,1-1 0 0 0,-1 1 0 0 0,0-1 0 0 0,1 1 0 0 0,-1 0 1 0 0,0-1-1 0 0,0 1 0 0 0,0-1 0 0 0,1 1 0 0 0,-1 0 0 0 0,0-1 0 0 0,0 1 0 0 0,0 0 0 0 0,0-1 0 0 0,0 1 0 0 0,0-1 0 0 0,0 1 1 0 0,0 0-1 0 0,0-1 0 0 0,-1 1 0 0 0,1 0 0 0 0,0 0 0 0 0,0 3 54 0 0,0-2-61 0 0,-21 19-23 0 0,17-18 35 0 0,1 1-1 0 0,-1-1 1 0 0,1 1-1 0 0,0 0 1 0 0,0 0-1 0 0,0 1 1 0 0,0-1-1 0 0,-2 7 0 0 0,5-10 85 0 0,71-92-358 0 0,-65 86 249 0 0,0-2 0 0 0,-1 1-1 0 0,0-1 1 0 0,0 1-1 0 0,0-1 1 0 0,-1-1-1 0 0,0 1 1 0 0,0-1-1 0 0,-1 1 1 0 0,3-11-1 0 0,-5 17 22 0 0,-1 0 0 0 0,0 1 0 0 0,0-1 0 0 0,0 0 0 0 0,0 0 1 0 0,0 0-1 0 0,0 0 0 0 0,0 1 0 0 0,0-1 0 0 0,0 0 0 0 0,0 0 0 0 0,0 0 0 0 0,0 0 0 0 0,0 1 0 0 0,-1-1 0 0 0,1 0 0 0 0,0 0 0 0 0,-1 0 0 0 0,1 1 1 0 0,-1-1-1 0 0,1 0 0 0 0,-1 1 0 0 0,1-1 0 0 0,-1 0 0 0 0,1 1 0 0 0,-1-1 0 0 0,0 1 0 0 0,1-1 0 0 0,-2 0 0 0 0,0 0 2 0 0,1 1-1 0 0,-1-1 1 0 0,0 1 0 0 0,0 0-1 0 0,0 0 1 0 0,1-1-1 0 0,-1 1 1 0 0,0 0-1 0 0,0 1 1 0 0,0-1 0 0 0,0 0-1 0 0,-3 1 1 0 0,-47 20 42 0 0,44-16-31 0 0,-10 5 60 0 0,0 0 0 0 0,1 2-1 0 0,1 0 1 0 0,-19 17 0 0 0,32-26-57 0 0,0 0 0 0 0,0 0 1 0 0,0 0-1 0 0,0 0 0 0 0,0 1 1 0 0,1-1-1 0 0,0 1 0 0 0,0 0 1 0 0,0 0-1 0 0,0 0 0 0 0,0 0 1 0 0,1 0-1 0 0,0 0 0 0 0,0 0 1 0 0,0 0-1 0 0,0 1 0 0 0,1-1 1 0 0,0 0-1 0 0,-1 1 0 0 0,2-1 1 0 0,-1 0-1 0 0,0 1 0 0 0,1-1 1 0 0,0 0-1 0 0,0 0 0 0 0,2 7 1 0 0,-1-8-9 0 0,1 1 1 0 0,-1 0-1 0 0,1-1 1 0 0,-1 0-1 0 0,1 0 1 0 0,0 1-1 0 0,0-2 1 0 0,1 1-1 0 0,-1 0 1 0 0,0-1 0 0 0,1 1-1 0 0,0-1 1 0 0,0 0-1 0 0,-1 0 1 0 0,1 0-1 0 0,0-1 1 0 0,1 0-1 0 0,-1 0 1 0 0,0 0 0 0 0,0 0-1 0 0,8 0 1 0 0,10 2 6 0 0,0-2 1 0 0,39-3-1 0 0,-56 2-15 0 0,2 0 4 0 0,0-1 0 0 0,-1 0 0 0 0,1-1 0 0 0,-1 1 0 0 0,0-1-1 0 0,1 0 1 0 0,-1-1 0 0 0,0 0 0 0 0,0 0 0 0 0,-1 0 0 0 0,1-1 0 0 0,5-4 0 0 0,1-2 2 0 0,0-1 0 0 0,-1 0 0 0 0,17-23 0 0 0,37-46-1 0 0,-48 64-17 0 0,-36 41-10 0 0,-6 11 13 0 0,16-19 36 0 0,0 1 1 0 0,2 0 0 0 0,-10 31 0 0 0,17-48 14 0 0,0 0-25 0 0,0 3-2 0 0,35-9-66 0 0,-21 1 53 0 0,0 0-1 0 0,0 1 1 0 0,0 0-1 0 0,1 1 1 0 0,0 1-1 0 0,-1 0 1 0 0,1 1-1 0 0,0 1 1 0 0,16 3 0 0 0,35 18-721 0 0,-65-22 190 0 0</inkml:trace>
</inkml:ink>
</file>

<file path=ppt/ink/ink18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46:04.9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30 136 0 0,'15'-17'3560'0'0,"-7"14"-3215"0"0,0 1 1 0 0,0 0-1 0 0,1 0 1 0 0,-1 1-1 0 0,1 0 1 0 0,0 0-1 0 0,-1 1 1 0 0,1 0-1 0 0,0 0 1 0 0,-1 1-1 0 0,1 0 1 0 0,-1 1-1 0 0,11 3 1 0 0,-8-2-1225 0 0,-1 1 0 0 0,1 1 0 0 0,-1 0 0 0 0,0 0 0 0 0,18 13 1 0 0,-20-10-958 0 0</inkml:trace>
</inkml:ink>
</file>

<file path=ppt/ink/ink18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46:05.3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142 25 804 0 0,'-1'-1'321'0'0,"0"-1"-1"0"0,0 0 1 0 0,0 1 0 0 0,0-1 0 0 0,0 1-1 0 0,-1-1 1 0 0,1 1 0 0 0,0 0-1 0 0,-1 0 1 0 0,1-1 0 0 0,-1 1-1 0 0,1 0 1 0 0,-1 0 0 0 0,1 0 0 0 0,-1 0-1 0 0,0 1 1 0 0,0-1 0 0 0,1 0-1 0 0,-1 1 1 0 0,0-1 0 0 0,0 1-1 0 0,-2 0 1 0 0,-1-1-10 0 0,1 1 0 0 0,-1 0-1 0 0,1 0 1 0 0,-1 1 0 0 0,1 0 0 0 0,-1-1-1 0 0,1 2 1 0 0,0-1 0 0 0,-9 3 0 0 0,10-3-239 0 0,0 0 0 0 0,1 0 0 0 0,-1 1 1 0 0,0-1-1 0 0,0 1 0 0 0,0-1 1 0 0,1 1-1 0 0,-1 0 0 0 0,1 0 1 0 0,0 0-1 0 0,-1 0 0 0 0,1 0 1 0 0,0 1-1 0 0,0-1 0 0 0,0 1 0 0 0,1-1 1 0 0,-1 1-1 0 0,0 0 0 0 0,1-1 1 0 0,0 1-1 0 0,0 0 0 0 0,0 0 1 0 0,0 0-1 0 0,0 0 0 0 0,0 0 0 0 0,1 0 1 0 0,0 0-1 0 0,-1 0 0 0 0,1 1 1 0 0,0-1-1 0 0,1 4 0 0 0,2-1-28 0 0,0 0-1 0 0,0 0 1 0 0,0 0-1 0 0,1 0 0 0 0,0 0 1 0 0,0-1-1 0 0,1 1 1 0 0,0-1-1 0 0,-1-1 1 0 0,2 1-1 0 0,-1 0 1 0 0,0-1-1 0 0,1 0 0 0 0,0-1 1 0 0,0 1-1 0 0,0-1 1 0 0,0 0-1 0 0,1-1 1 0 0,-1 1-1 0 0,1-1 1 0 0,0-1-1 0 0,-1 1 0 0 0,10 0 1 0 0,-3 0-21 0 0,1 0 0 0 0,0-1-1 0 0,-1-1 1 0 0,1 0 0 0 0,0-1 0 0 0,0 0-1 0 0,-1-1 1 0 0,1-1 0 0 0,-1 0 0 0 0,1-1 0 0 0,13-5-1 0 0,-22 5 19 0 0,1 1-1 0 0,-1-1 0 0 0,0 0 0 0 0,-1-1 1 0 0,1 1-1 0 0,-1-1 0 0 0,1 0 0 0 0,-1 0 1 0 0,-1 0-1 0 0,1 0 0 0 0,-1-1 0 0 0,0 1 1 0 0,0-1-1 0 0,0 0 0 0 0,-1 0 0 0 0,0 0 1 0 0,0 0-1 0 0,1-12 0 0 0,-2 3 745 0 0,-8 20-235 0 0,-6 23-162 0 0,12-21-462 0 0,1 0 1 0 0,0 0-1 0 0,0 0 0 0 0,0 0 0 0 0,1 0 1 0 0,0 0-1 0 0,1 0 0 0 0,-1 0 1 0 0,4 9-1 0 0,8 7-2989 0 0,5-2-3345 0 0,-7-12 2359 0 0</inkml:trace>
</inkml:ink>
</file>

<file path=ppt/ink/ink18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46:05.6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59 13085 0 0,'18'1'841'0'0,"-13"-1"-433"0"0,0 0-1 0 0,-1 0 0 0 0,1 0 0 0 0,0 0 0 0 0,-1-1 0 0 0,1 0 0 0 0,-1 0 1 0 0,1 0-1 0 0,-1 0 0 0 0,6-3 0 0 0,4-2 1215 0 0,1-4-1982 0 0,-29-10-8697 0 0,10 16 6938 0 0,-6-6-2656 0 0</inkml:trace>
</inkml:ink>
</file>

<file path=ppt/ink/ink18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46:05.9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0 112 400 0 0,'58'-100'11810'0'0,"-55"90"-10455"0"0,-8 8-2024 0 0,-14 13-3713 0 0,9-5 1890 0 0,-3 1-894 0 0</inkml:trace>
</inkml:ink>
</file>

<file path=ppt/ink/ink18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46:08.8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540 123 156 0 0,'1'-1'174'0'0,"5"-6"516"0"0,0 0-1 0 0,0 0 0 0 0,0 0 0 0 0,-1-1 1 0 0,0 0-1 0 0,-1 0 0 0 0,0 0 1 0 0,0-1-1 0 0,-1 0 0 0 0,0 1 0 0 0,0-1 1 0 0,1-10-1 0 0,-5 18-639 0 0,0 1 1 0 0,1-1 0 0 0,-1 1-1 0 0,0-1 1 0 0,1 0 0 0 0,-1 1-1 0 0,0-1 1 0 0,0 1-1 0 0,0-1 1 0 0,0 1 0 0 0,1 0-1 0 0,-1-1 1 0 0,0 1-1 0 0,0 0 1 0 0,0 0 0 0 0,0-1-1 0 0,0 1 1 0 0,0 0-1 0 0,0 0 1 0 0,0 0 0 0 0,0 0-1 0 0,0 0 1 0 0,1 1 0 0 0,-1-1-1 0 0,0 0 1 0 0,0 0-1 0 0,-2 1 1 0 0,2-1-31 0 0,-26 4 245 0 0,1 1 1 0 0,0 1-1 0 0,0 1 1 0 0,-42 18-1 0 0,-95 53 401 0 0,144-68-550 0 0,2-2-34 0 0,-4 2 55 0 0,0 0 0 0 0,0 2 0 0 0,1 0 0 0 0,1 1 1 0 0,0 1-1 0 0,1 1 0 0 0,-26 27 0 0 0,42-39-125 0 0,0-1 1 0 0,0 1-1 0 0,0 0 0 0 0,1-1 1 0 0,-1 1-1 0 0,1 0 0 0 0,0 0 1 0 0,0 0-1 0 0,0 0 0 0 0,0 0 1 0 0,0 0-1 0 0,1 0 0 0 0,0 0 1 0 0,-1 1-1 0 0,1-1 0 0 0,0 0 1 0 0,1 0-1 0 0,-1 0 0 0 0,0 0 1 0 0,1 1-1 0 0,0-1 0 0 0,0 0 1 0 0,0 0-1 0 0,0 0 0 0 0,0 0 1 0 0,0-1-1 0 0,1 1 0 0 0,0 0 1 0 0,-1 0-1 0 0,1-1 0 0 0,0 1 1 0 0,0-1-1 0 0,4 4 0 0 0,7 6 17 0 0,0-1 0 0 0,1 0 0 0 0,0 0-1 0 0,28 14 1 0 0,-30-18-8 0 0,108 57 106 0 0,43 27-18 0 0,-144-78-110 0 0,-1 0 0 0 0,0 2 0 0 0,-1 0 0 0 0,-1 0 0 0 0,0 2 0 0 0,16 21 0 0 0,-29-35-8 0 0,-1 0-1 0 0,0 0 1 0 0,1 1-1 0 0,-1-1 1 0 0,0 0-1 0 0,-1 1 0 0 0,1 0 1 0 0,-1-1-1 0 0,1 1 1 0 0,-1 0-1 0 0,0-1 1 0 0,0 1-1 0 0,-1 0 0 0 0,1 0 1 0 0,-1 0-1 0 0,0 0 1 0 0,0 0-1 0 0,0 0 1 0 0,0 0-1 0 0,-1 0 0 0 0,0 0 1 0 0,0-1-1 0 0,0 1 1 0 0,0 0-1 0 0,0 0 1 0 0,-1-1-1 0 0,1 1 0 0 0,-1-1 1 0 0,0 1-1 0 0,0-1 1 0 0,-1 0-1 0 0,1 0 1 0 0,-1 0-1 0 0,1 0 0 0 0,-1 0 1 0 0,0-1-1 0 0,0 1 1 0 0,0-1-1 0 0,-5 3 1 0 0,-7 5 24 0 0,0-1 0 0 0,-1-1 0 0 0,0-1 0 0 0,-1 0 0 0 0,1-1 0 0 0,-1-1 0 0 0,-25 5 0 0 0,11-5 185 0 0,0-2-1 0 0,0-1 0 0 0,0-1 1 0 0,0-1-1 0 0,-1-2 0 0 0,1-2 1 0 0,-43-9-1 0 0,54 5 359 0 0,13 5-2993 0 0,23-5-9062 0 0</inkml:trace>
</inkml:ink>
</file>

<file path=ppt/ink/ink18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46:09.8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73 32 584 0 0,'-4'-6'1258'0'0,"2"3"-532"0"0,1 1 0 0 0,-1-1 0 0 0,1 1 0 0 0,-1 0 0 0 0,0 0 0 0 0,0 0 0 0 0,0 0 0 0 0,0 0 0 0 0,0 0 0 0 0,-3-1 0 0 0,0 42 475 0 0,6 96 254 0 0,-3 174-116 0 0,-1-270-1709 0 0,-8 42 0 0 0,-3-2-3240 0 0,6-42-351 0 0,4-13 861 0 0</inkml:trace>
</inkml:ink>
</file>

<file path=ppt/ink/ink18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46:10.3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12 127 396 0 0,'-8'-33'5580'0'0,"8"33"-5533"0"0,0 0 0 0 0,-1 0-1 0 0,1 1 1 0 0,0-1 0 0 0,0 0 0 0 0,0 0 0 0 0,0 0 0 0 0,0 0-1 0 0,0 0 1 0 0,0 0 0 0 0,0 0 0 0 0,0 0 0 0 0,0 0 0 0 0,0 0-1 0 0,0 0 1 0 0,0 0 0 0 0,0 0 0 0 0,-1 0 0 0 0,1 0 0 0 0,0 0-1 0 0,0 0 1 0 0,0 0 0 0 0,0 0 0 0 0,0 0 0 0 0,0 0 0 0 0,0 0-1 0 0,0 0 1 0 0,0 0 0 0 0,0 0 0 0 0,0 0 0 0 0,-1 0 0 0 0,1 0-1 0 0,0 0 1 0 0,0 0 0 0 0,0 0 0 0 0,0 0 0 0 0,0 0 0 0 0,0 0-1 0 0,0 0 1 0 0,0 0 0 0 0,0 0 0 0 0,0 0 0 0 0,0 0 0 0 0,0-1-1 0 0,0 1 1 0 0,0 0 0 0 0,0 0 0 0 0,-1 0 0 0 0,1 0 0 0 0,0 0-1 0 0,0 0 1 0 0,5 23 437 0 0,27 112 1022 0 0,-16-58-818 0 0,43 118 1 0 0,-54-178-591 0 0,-4-13-3 0 0,0 0-1 0 0,1 1 0 0 0,-1-1 1 0 0,1 0-1 0 0,0 0 0 0 0,0 0 1 0 0,0 0-1 0 0,5 4 0 0 0,-7-7 62 0 0,3-5-81 0 0,0 0 1 0 0,-1 0 0 0 0,0 0-1 0 0,0 0 1 0 0,0 0 0 0 0,0-1 0 0 0,0 1-1 0 0,-1 0 1 0 0,1-8 0 0 0,35-170 1012 0 0,22-84-8 0 0,-54 246-1033 0 0,-3 12-100 0 0,0 0 1 0 0,1 0-1 0 0,0 0 1 0 0,0 0-1 0 0,0 0 0 0 0,6-8 1 0 0,-8 15-332 0 0,2 3-486 0 0,0 0 485 0 0,0 1 0 0 0,0-1-1 0 0,0 1 1 0 0,0 0-1 0 0,0 0 1 0 0,-1 0 0 0 0,0 0-1 0 0,1 0 1 0 0,-1 1 0 0 0,-1-1-1 0 0,1 1 1 0 0,0-1 0 0 0,1 6-1 0 0,3 4-3300 0 0,2-2 788 0 0</inkml:trace>
</inkml:ink>
</file>

<file path=ppt/ink/ink18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46:10.8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56 252 44 0 0,'-7'78'6135'0'0,"1"-1"-3525"0"0,7 24 3614 0 0,-4-105-5935 0 0,-2-4-194 0 0,0 0 1 0 0,0-1-1 0 0,1 1 0 0 0,0-1 0 0 0,0 0 1 0 0,1-1-1 0 0,0 1 0 0 0,1-1 0 0 0,0 1 1 0 0,0-1-1 0 0,1 1 0 0 0,1-1 1 0 0,-1 0-1 0 0,2 0 0 0 0,-1 1 0 0 0,1-1 1 0 0,4-18-1 0 0,1 2-14 0 0,1-1 1 0 0,1 1-1 0 0,1 1 0 0 0,2-1 1 0 0,17-30-1 0 0,-21 44-54 0 0,1 0 1 0 0,0 1 0 0 0,0 0-1 0 0,1 1 1 0 0,1 0-1 0 0,0 0 1 0 0,0 1-1 0 0,20-13 1 0 0,-26 19-25 0 0,0 0 0 0 0,0 0-1 0 0,0 1 1 0 0,1 0 0 0 0,-1 0 0 0 0,1 0 0 0 0,-1 0 0 0 0,1 0-1 0 0,0 1 1 0 0,0 0 0 0 0,0 0 0 0 0,0 1 0 0 0,-1-1 0 0 0,1 1 0 0 0,0 0-1 0 0,0 0 1 0 0,0 1 0 0 0,0-1 0 0 0,0 1 0 0 0,0 0 0 0 0,0 0-1 0 0,-1 1 1 0 0,1 0 0 0 0,0 0 0 0 0,-1 0 0 0 0,7 4 0 0 0,-10-5-1 0 0,1 0 1 0 0,0 0-1 0 0,-1 0 1 0 0,0 1 0 0 0,1-1-1 0 0,-1 0 1 0 0,0 1-1 0 0,0-1 1 0 0,1 1 0 0 0,-1 0-1 0 0,-1-1 1 0 0,1 1-1 0 0,0 0 1 0 0,0-1-1 0 0,0 1 1 0 0,-1 0 0 0 0,1 0-1 0 0,-1 0 1 0 0,0 0-1 0 0,1 0 1 0 0,-1-1 0 0 0,0 1-1 0 0,0 3 1 0 0,-1-1-13 0 0,0 0-1 0 0,0 0 1 0 0,-1 0 0 0 0,1 0 0 0 0,-1 0 0 0 0,0 0 0 0 0,0 0-1 0 0,0-1 1 0 0,0 1 0 0 0,-4 4 0 0 0,-5 4-176 0 0,0 0-1 0 0,-1 0 1 0 0,0-1 0 0 0,-19 12-1 0 0,-2 1-537 0 0,-60 41-2182 0 0,30-26-3830 0 0,39-26 3090 0 0</inkml:trace>
</inkml:ink>
</file>

<file path=ppt/ink/ink18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46:14.8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1547 4 176 0 0,'-1'-1'442'0'0,"-1"1"-1"0"0,1-1 1 0 0,0 1-1 0 0,0 0 1 0 0,-1-1-1 0 0,1 1 1 0 0,0 0-1 0 0,-1 0 1 0 0,1 0-1 0 0,0 0 1 0 0,-1 0 0 0 0,1 0-1 0 0,0 0 1 0 0,-1 0-1 0 0,1 0 1 0 0,-2 1-1 0 0,-26 12 2016 0 0,-25 30-2895 0 0,41-32 1255 0 0,-102 85 181 0 0,-236 187 543 0 0,-119 29-301 0 0,382-262-986 0 0,-116 70 390 0 0,179-102-528 0 0,1 0 1 0 0,0 1-1 0 0,2 1 1 0 0,0 2-1 0 0,-29 36 0 0 0,47-53-168 0 0,1-1 0 0 0,0 1 0 0 0,0 0-1 0 0,0 0 1 0 0,1 0 0 0 0,-1 0 0 0 0,1 0 0 0 0,0 0-1 0 0,1 0 1 0 0,0 1 0 0 0,-1-1 0 0 0,2 1-1 0 0,-1-1 1 0 0,1 1 0 0 0,0 9 0 0 0,0-13-115 0 0,1 1 0 0 0,0 0 0 0 0,0 0 1 0 0,1 0-1 0 0,-1 0 0 0 0,0-1 0 0 0,1 1 1 0 0,0-1-1 0 0,0 1 0 0 0,-1-1 1 0 0,1 0-1 0 0,1 1 0 0 0,-1-1 0 0 0,0 0 1 0 0,0-1-1 0 0,1 1 0 0 0,-1 0 0 0 0,1-1 1 0 0,0 1-1 0 0,-1-1 0 0 0,1 0 0 0 0,0 1 1 0 0,0-2-1 0 0,0 1 0 0 0,0 0 1 0 0,0 0-1 0 0,0-1 0 0 0,0 0 0 0 0,5 1 1 0 0,38-2-4822 0 0,-18-3 2136 0 0</inkml:trace>
</inkml:ink>
</file>

<file path=ppt/ink/ink18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46:15.6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 52 324 0 0,'-18'-37'5349'0'0,"17"36"-4934"0"0,0-1 84 0 0,-5-10 2928 0 0,188 135-1805 0 0,351 176-88 0 0,-241-142-720 0 0,44 60 349 0 0,-307-198-951 0 0,-20-14-42 0 0,0 0-1 0 0,-1 1 1 0 0,0 0 0 0 0,0 0 0 0 0,-1 1 0 0 0,11 11 0 0 0,6 4 2713 0 0,-19-19-6358 0 0</inkml:trace>
</inkml:ink>
</file>

<file path=ppt/ink/ink18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46:15.9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1 104 704 0 0,'6'-19'3940'0'0,"-4"13"-3075"0"0,0-1 0 0 0,0 0 0 0 0,0 1-1 0 0,-1-1 1 0 0,1-13 0 0 0,-2 18-1275 0 0,0 0 0 0 0,-1 0 0 0 0,1-1 0 0 0,-1 1 0 0 0,1 0 0 0 0,-1 0 0 0 0,0 0 0 0 0,1 0 0 0 0,-1 0 1 0 0,0 0-1 0 0,-1 0 0 0 0,1 0 0 0 0,-2-3 0 0 0</inkml:trace>
</inkml:ink>
</file>

<file path=ppt/ink/ink18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46:18.0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 70 300 0 0,'-4'-34'2022'0'0,"0"0"3857"0"0,10 69-3546 0 0,79 300-388 0 0,-56-234-1550 0 0,-12-48-177 0 0,6 22 341 0 0,-6-183 1262 0 0,37-251-1154 0 0,-51 346-742 0 0,16-55 35 0 0,-18 65-179 0 0,0-1 0 0 0,1 0-1 0 0,0 0 1 0 0,0 1 0 0 0,0-1 0 0 0,0 1 0 0 0,0 0-1 0 0,1-1 1 0 0,-1 1 0 0 0,1 0 0 0 0,0 0-1 0 0,0 1 1 0 0,0-1 0 0 0,4-2 0 0 0,-5 5 22 0 0,0 0 0 0 0,-1-1 1 0 0,1 1-1 0 0,0 0 0 0 0,0 0 0 0 0,0 0 1 0 0,0 0-1 0 0,0 0 0 0 0,0 1 0 0 0,-1-1 1 0 0,1 1-1 0 0,0-1 0 0 0,0 1 0 0 0,0 0 1 0 0,-1-1-1 0 0,1 1 0 0 0,2 2 0 0 0,9 6-4353 0 0,-4 0 1938 0 0</inkml:trace>
</inkml:ink>
</file>

<file path=ppt/ink/ink18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46:18.4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5 133 32 0 0,'1'2'271'0'0,"0"0"0"0"0,0 0 0 0 0,0 0 0 0 0,0 0 0 0 0,0-1 0 0 0,1 1-1 0 0,-1 0 1 0 0,1-1 0 0 0,-1 1 0 0 0,1 0 0 0 0,-1-1 0 0 0,1 0 0 0 0,0 1 0 0 0,0-1 0 0 0,0 0 0 0 0,0 0 0 0 0,0 0 0 0 0,0 0-1 0 0,0-1 1 0 0,0 1 0 0 0,0 0 0 0 0,0-1 0 0 0,0 0 0 0 0,0 1 0 0 0,1-1 0 0 0,1 0 0 0 0,0-1-109 0 0,-1 0 0 0 0,1 0 1 0 0,-1 0-1 0 0,0-1 0 0 0,1 1 1 0 0,-1-1-1 0 0,0 0 0 0 0,0 0 1 0 0,0 0-1 0 0,0 0 0 0 0,-1-1 1 0 0,1 1-1 0 0,-1-1 0 0 0,1 0 1 0 0,-1 1-1 0 0,4-7 0 0 0,-3 5-20 0 0,0 0 0 0 0,0 0 0 0 0,0-1 0 0 0,0 1 0 0 0,-1 0 0 0 0,1-1 0 0 0,-1 0 0 0 0,-1 1 0 0 0,1-1 0 0 0,-1 0 0 0 0,1 0 0 0 0,-2 0 0 0 0,1 0 0 0 0,0 0 0 0 0,-1 0 0 0 0,0 0-1 0 0,0-1 1 0 0,0 1 0 0 0,-1 0 0 0 0,0 0 0 0 0,0 0 0 0 0,-3-8 0 0 0,4 12-115 0 0,-1 1 0 0 0,0-1 0 0 0,0 0 1 0 0,0 1-1 0 0,0-1 0 0 0,0 1 0 0 0,0-1 0 0 0,0 1 0 0 0,0-1 0 0 0,0 1 0 0 0,0 0 0 0 0,0-1 0 0 0,0 1 0 0 0,0 0 0 0 0,0 0 0 0 0,-1 0 1 0 0,1 0-1 0 0,0 0 0 0 0,0 0 0 0 0,0 0 0 0 0,0 0 0 0 0,0 0 0 0 0,0 1 0 0 0,0-1 0 0 0,0 0 0 0 0,0 1 0 0 0,0-1 0 0 0,-2 1 0 0 0,-28 12 386 0 0,25-9-340 0 0,1 1 1 0 0,-1-1 0 0 0,1 1 0 0 0,-1 0 0 0 0,2 0 0 0 0,-1 0-1 0 0,0 1 1 0 0,1-1 0 0 0,0 1 0 0 0,-3 8 0 0 0,5-12-54 0 0,1 1 1 0 0,-1 0 0 0 0,1 0-1 0 0,0 0 1 0 0,0 0 0 0 0,1 0 0 0 0,-1 0-1 0 0,0 0 1 0 0,1 0 0 0 0,0 0-1 0 0,0 0 1 0 0,0 1 0 0 0,0-1-1 0 0,0 0 1 0 0,1 0 0 0 0,-1 0 0 0 0,1 0-1 0 0,0 0 1 0 0,0 0 0 0 0,0 0-1 0 0,0 0 1 0 0,1 0 0 0 0,-1-1-1 0 0,4 5 1 0 0,0 0-33 0 0,1-1 0 0 0,0 0 0 0 0,0-1 0 0 0,1 0 0 0 0,0 0 0 0 0,0 0 0 0 0,0-1 0 0 0,0 0 0 0 0,0 0 0 0 0,1 0 0 0 0,0-1 0 0 0,0-1 0 0 0,0 1 0 0 0,11 1 0 0 0,-8-2-566 0 0,0-1 1 0 0,0 0-1 0 0,0-1 0 0 0,15 0 1 0 0,-16-1-1034 0 0,1-1 0 0 0,-1 0 0 0 0,-1 0 1 0 0,18-7-1 0 0,-17 6-1077 0 0</inkml:trace>
</inkml:ink>
</file>

<file path=ppt/ink/ink18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46:19.0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0 318 516 0 0,'3'-1'166'0'0,"-1"0"1"0"0,0 0-1 0 0,1 0 1 0 0,-1 1-1 0 0,1-1 1 0 0,0 1-1 0 0,-1 0 1 0 0,1 0-1 0 0,-1 0 0 0 0,1 0 1 0 0,0 0-1 0 0,-1 0 1 0 0,1 1-1 0 0,-1-1 1 0 0,1 1-1 0 0,-1 0 1 0 0,1 0-1 0 0,-1 0 0 0 0,0 0 1 0 0,1 0-1 0 0,-1 0 1 0 0,0 1-1 0 0,0-1 1 0 0,0 1-1 0 0,0-1 1 0 0,0 1-1 0 0,0 0 0 0 0,0 0 1 0 0,0 0-1 0 0,-1 0 1 0 0,1 0-1 0 0,-1 0 1 0 0,0 0-1 0 0,3 6 1 0 0,0-1 48 0 0,0 2 1 0 0,-1-1-1 0 0,0 0 1 0 0,0 1-1 0 0,0 0 1 0 0,-1-1-1 0 0,-1 1 1 0 0,0 0-1 0 0,1 9 1 0 0,-2-17-193 0 0,0-1-1 0 0,0 0 1 0 0,0 1 0 0 0,0-1 0 0 0,0 0 0 0 0,0 1 0 0 0,0-1 0 0 0,0 0-1 0 0,0 1 1 0 0,0-1 0 0 0,0 0 0 0 0,0 1 0 0 0,0-1 0 0 0,0 0 0 0 0,1 1-1 0 0,-1-1 1 0 0,0 0 0 0 0,0 1 0 0 0,0-1 0 0 0,1 0 0 0 0,-1 0 0 0 0,0 1-1 0 0,0-1 1 0 0,1 0 0 0 0,-1 0 0 0 0,0 0 0 0 0,0 1 0 0 0,1-1 0 0 0,-1 0-1 0 0,0 0 1 0 0,1 0 0 0 0,-1 0 0 0 0,0 0 0 0 0,1 0 0 0 0,-1 1 0 0 0,0-1-1 0 0,1 0 1 0 0,-1 0 0 0 0,0 0 0 0 0,1 0 0 0 0,-1 0 0 0 0,0 0 0 0 0,1 0-1 0 0,-1 0 1 0 0,0-1 0 0 0,1 1 0 0 0,-1 0 0 0 0,0 0 0 0 0,1 0 0 0 0,-1 0-1 0 0,0 0 1 0 0,0 0 0 0 0,1-1 0 0 0,-1 1 0 0 0,0 0 0 0 0,1-1-1 0 0,30-21 286 0 0,29-37-553 0 0,-23 18-41 0 0,48-69 0 0 0,-70 87 344 0 0,-2 1-1 0 0,0-2 1 0 0,-1 0 0 0 0,-1 0-1 0 0,9-34 1 0 0,-10 16 1501 0 0,-10 40-123 0 0,-7 26-977 0 0,2-6-322 0 0,0 0-1 0 0,2 1 1 0 0,0 0 0 0 0,1-1 0 0 0,0 1-1 0 0,2 0 1 0 0,2 21 0 0 0,-2-32-108 0 0,2-1 1 0 0,-1 1-1 0 0,1-1 0 0 0,0 0 0 0 0,0 0 1 0 0,1 0-1 0 0,3 7 0 0 0,-4-10-20 0 0,1-1 1 0 0,-1 1-1 0 0,1-1 0 0 0,0 0 1 0 0,0 1-1 0 0,1-2 0 0 0,-1 1 1 0 0,1 0-1 0 0,-1-1 0 0 0,1 1 1 0 0,0-1-1 0 0,0 0 0 0 0,5 2 1 0 0,146 49 14 0 0,-154-52-46 0 0,-21 9-417 0 0,-40 0-3219 0 0,40-6-1321 0 0,11-2 1900 0 0</inkml:trace>
</inkml:ink>
</file>

<file path=ppt/ink/ink18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46:20.8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47 30 436 0 0,'-10'-16'5560'0'0,"1"2"3576"0"0,-3 20-8629 0 0,12-6-523 0 0,0 1 0 0 0,-1-1 0 0 0,1 0 0 0 0,-1 0 0 0 0,1 0 0 0 0,0 0 0 0 0,-1 0 0 0 0,1 0 0 0 0,0 0 0 0 0,-1 0 0 0 0,1 0 0 0 0,-1 0 0 0 0,1 0 0 0 0,0 0 0 0 0,-1 0-1 0 0,1 0 1 0 0,-1 0 0 0 0,1 0 0 0 0,0 0 0 0 0,-1-1 0 0 0,1 1 0 0 0,0 0 0 0 0,-1 0 0 0 0,1 0 0 0 0,0-1 0 0 0,-1 1 0 0 0,1 0 0 0 0,0 0 0 0 0,0-1 0 0 0,-1 1 0 0 0,1 0 0 0 0,0-1-1 0 0,-1 0 1 0 0,-2-1-1815 0 0,4 13 880 0 0,0-9 292 0 0,6 6-957 0 0,-1-1-3842 0 0,0-3 2880 0 0</inkml:trace>
</inkml:ink>
</file>

<file path=ppt/ink/ink18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46:23.5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0 126 400 0 0,'0'0'13065'0'0,"3"-44"-10339"0"0,5 75-2286 0 0,-2 0 0 0 0,2 38 0 0 0,22 103-195 0 0,0 2-70 0 0,-24-147 237 0 0,1-43 247 0 0,0-49-203 0 0,-4 15-362 0 0,9-55 0 0 0,1-14-20 0 0,0-16-128 0 0,-13 133 34 0 0,3 5-27 0 0,6 6 35 0 0,-1 2 0 0 0,0-1 0 0 0,0 1 0 0 0,-1 0 0 0 0,-1 0-1 0 0,0 1 1 0 0,6 16 0 0 0,16 29-53 0 0,-18-41 31 0 0,16 27-261 0 0,40 53 0 0 0,-57-85 185 0 0,0 0-1 0 0,0-1 1 0 0,1 0-1 0 0,0-1 1 0 0,1 0-1 0 0,0-1 1 0 0,0 0-1 0 0,1 0 1 0 0,24 10-1 0 0,-35-17 103 0 0,0-1 1 0 0,0 0-1 0 0,1 1 0 0 0,-1-1 0 0 0,0 0 0 0 0,1 0 0 0 0,-1 0 0 0 0,1 0 1 0 0,-1 0-1 0 0,0 0 0 0 0,1 0 0 0 0,-1 0 0 0 0,0 0 0 0 0,1-1 1 0 0,-1 1-1 0 0,0-1 0 0 0,1 1 0 0 0,-1-1 0 0 0,0 1 0 0 0,0-1 0 0 0,0 0 1 0 0,1 1-1 0 0,-1-1 0 0 0,0 0 0 0 0,0 0 0 0 0,0 0 0 0 0,0 0 1 0 0,0 0-1 0 0,-1 0 0 0 0,2-2 0 0 0,16-34-56 0 0,-17 32 51 0 0,11-34 115 0 0,-3-1 0 0 0,-1 0-1 0 0,4-63 1 0 0,-2 22 232 0 0,-4 22-119 0 0,5-31 141 0 0,-11 89-417 0 0,0 1 1 0 0,0 0-1 0 0,0-1 1 0 0,0 1-1 0 0,0 0 0 0 0,0 0 1 0 0,1-1-1 0 0,-1 1 1 0 0,0 0-1 0 0,0 0 1 0 0,0-1-1 0 0,0 1 1 0 0,1 0-1 0 0,-1 0 1 0 0,0-1-1 0 0,0 1 1 0 0,0 0-1 0 0,1 0 1 0 0,-1 0-1 0 0,0-1 0 0 0,0 1 1 0 0,1 0-1 0 0,-1 0 1 0 0,0 0-1 0 0,1 0 1 0 0,-1 0-1 0 0,0 0 1 0 0,0-1-1 0 0,1 1 1 0 0,-1 0-1 0 0,0 0 1 0 0,1 0-1 0 0,-1 0 0 0 0,0 0 1 0 0,1 0-1 0 0,-1 0 1 0 0,0 0-1 0 0,0 0 1 0 0,1 1-1 0 0,-1-1 1 0 0,0 0-1 0 0,1 0 1 0 0,-1 0-1 0 0,0 0 1 0 0,0 0-1 0 0,1 0 0 0 0,-1 1 1 0 0,0-1-1 0 0,0 0 1 0 0,1 0-1 0 0,-1 0 1 0 0,0 1-1 0 0,0-1 1 0 0,0 0-1 0 0,1 0 1 0 0,-1 1-1 0 0,0-1 1 0 0,0 0-1 0 0,0 0 0 0 0,0 1 1 0 0,1-1-1 0 0,-1 0 1 0 0,0 1-1 0 0,21 26-3224 0 0,-12-14-2209 0 0,0-3 2092 0 0</inkml:trace>
</inkml:ink>
</file>

<file path=ppt/ink/ink18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46:24.0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75 418 200 0 0,'8'29'4929'0'0,"11"48"-688"0"0,-11-43-3168 0 0,1 26 610 0 0,-9-53-1129 0 0,0 1 1396 0 0,-4-20-1003 0 0,2 5-1074 0 0,-7-30 436 0 0,2-1 1 0 0,2 0-1 0 0,1 0 0 0 0,2 0 0 0 0,3-48 1 0 0,0 59-223 0 0,0 0 1 0 0,3 1 0 0 0,0-1-1 0 0,14-46 1 0 0,-15 62-57 0 0,1 1 0 0 0,1-1-1 0 0,0 1 1 0 0,0 0 0 0 0,1 1-1 0 0,0 0 1 0 0,0-1 0 0 0,1 2-1 0 0,1-1 1 0 0,-1 1 0 0 0,1 0-1 0 0,1 1 1 0 0,-1 0 0 0 0,14-9-1 0 0,-17 14-24 0 0,0 0 0 0 0,-1-1-1 0 0,1 2 1 0 0,0-1 0 0 0,0 0-1 0 0,0 1 1 0 0,0 0 0 0 0,0 0-1 0 0,0 1 1 0 0,0-1 0 0 0,0 1-1 0 0,0 0 1 0 0,1 1 0 0 0,-1-1-1 0 0,8 3 1 0 0,-10-3-4 0 0,0 1 1 0 0,0 0-1 0 0,1 1 1 0 0,-1-1 0 0 0,0 0-1 0 0,0 1 1 0 0,0 0-1 0 0,0 0 1 0 0,-1 0-1 0 0,1 0 1 0 0,0 0-1 0 0,-1 0 1 0 0,1 1-1 0 0,-1-1 1 0 0,0 1-1 0 0,0-1 1 0 0,0 1-1 0 0,0 0 1 0 0,0 0 0 0 0,-1 0-1 0 0,1 0 1 0 0,-1 0-1 0 0,2 6 1 0 0,-3-5 0 0 0,0-1 0 0 0,1 1 0 0 0,-1-1 1 0 0,0 1-1 0 0,-1-1 0 0 0,1 1 0 0 0,-1-1 1 0 0,0 1-1 0 0,1-1 0 0 0,-1 0 0 0 0,-1 1 1 0 0,1-1-1 0 0,0 0 0 0 0,-1 0 0 0 0,0 0 1 0 0,0 0-1 0 0,0 0 0 0 0,0 0 0 0 0,-4 4 1 0 0,-6 5-72 0 0,0 0 0 0 0,-25 18 0 0 0,21-17-101 0 0,-33 28-763 0 0,-66 51-2104 0 0,36-35-4377 0 0,50-40 3662 0 0</inkml:trace>
</inkml:ink>
</file>

<file path=ppt/ink/ink18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46:24.6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1179 98 644 0 0,'51'-88'6811'0'0,"-45"79"-3963"0"0,-17 19-2070 0 0,-21 23-381 0 0,-75 86 768 0 0,-194 166 1 0 0,184-181-820 0 0,-27 26 13 0 0,11-13 56 0 0,-139 158 1 0 0,201-185-285 0 0,64-79-402 0 0,0-1 0 0 0,1 2 0 0 0,0-1 0 0 0,1 1 0 0 0,0-1 0 0 0,-6 23 0 0 0,11-33 139 0 0,0 1 1 0 0,0 0 0 0 0,0-1 0 0 0,0 1 0 0 0,0 0 0 0 0,0-1 0 0 0,0 1-1 0 0,0 0 1 0 0,1-1 0 0 0,-1 1 0 0 0,1 0 0 0 0,-1-1 0 0 0,1 1 0 0 0,0-1-1 0 0,0 2 1 0 0,14 11-5825 0 0,-3-10 2848 0 0</inkml:trace>
</inkml:ink>
</file>

<file path=ppt/ink/ink18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46:25.2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25 292 0 0,'1'-1'219'0'0,"-1"-1"1"0"0,1 1-1 0 0,0-1 0 0 0,-1 1 0 0 0,1 0 0 0 0,0 0 1 0 0,0-1-1 0 0,-1 1 0 0 0,1 0 0 0 0,0 0 1 0 0,0 0-1 0 0,1 0 0 0 0,-1 0 0 0 0,0 0 1 0 0,0 0-1 0 0,0 0 0 0 0,1 1 0 0 0,-1-1 1 0 0,0 0-1 0 0,1 1 0 0 0,-1-1 0 0 0,0 1 1 0 0,1-1-1 0 0,-1 1 0 0 0,3 0 0 0 0,0 0-19 0 0,0 0 1 0 0,0 0-1 0 0,0 1 0 0 0,0-1 0 0 0,0 1 1 0 0,-1 0-1 0 0,1 0 0 0 0,0 1 0 0 0,6 2 0 0 0,7 5 74 0 0,-1 1 0 0 0,0 0-1 0 0,15 14 1 0 0,269 194 1443 0 0,-138-104-1130 0 0,164 151 0 0 0,-294-236-521 0 0,256 229 969 0 0,-221-204-669 0 0,2-3 0 0 0,108 61 0 0 0,171 73 1846 0 0,-334-179-1371 0 0,4 5-645 0 0,-19-10-340 0 0,0-1 0 0 0,0 1 1 0 0,0 0-1 0 0,0-1 1 0 0,1 1-1 0 0,-1-1 0 0 0,0 1 1 0 0,0-1-1 0 0,0 1 1 0 0,-1-1-1 0 0,1 0 0 0 0,0 1 1 0 0,0-1-1 0 0,0 0 1 0 0,0 0-1 0 0,0 0 0 0 0,0 0 1 0 0,0 0-1 0 0,0 0 0 0 0,0 0 1 0 0,-1 0-1 0 0,0-1 1 0 0,-28 5-6826 0 0,13-3 2945 0 0</inkml:trace>
</inkml:ink>
</file>

<file path=ppt/ink/ink18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46:28.1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220 303 10549 0 0,'-2'-4'37'0'0,"-21"-55"1057"0"0,23 58-834 0 0,-6 45 354 0 0,-17 273 927 0 0,23-315-1545 0 0,0 0 43 0 0,0 0-1 0 0,0 0 1 0 0,0 0-1 0 0,0 0 1 0 0,0 0 0 0 0,0 0-1 0 0,0 0 1 0 0,-1 0-1 0 0,1 0 1 0 0,-1 0 0 0 0,1 0-1 0 0,-1 0 1 0 0,0 0-1 0 0,0 0 1 0 0,0 0 0 0 0,0-1-1 0 0,0 1 1 0 0,0 0-1 0 0,-1-1 1 0 0,1 1 0 0 0,0-1-1 0 0,-1 1 1 0 0,1-1-1 0 0,-4 2 1 0 0,3-2 90 0 0,-1-2 8 0 0,-5-4-101 0 0,1 0-1 0 0,0 0 1 0 0,0-1-1 0 0,0 0 1 0 0,1 0-1 0 0,0-1 1 0 0,0 0-1 0 0,0 0 1 0 0,1 0-1 0 0,0 0 1 0 0,1-1-1 0 0,-1 0 1 0 0,2 0 0 0 0,-1 0-1 0 0,1 0 1 0 0,-3-13-1 0 0,-6-21 23 0 0,-13-85 0 0 0,24 120-49 0 0,-2-9-1 0 0,1-2-1 0 0,1 1 0 0 0,1 0 1 0 0,0 0-1 0 0,1 0 0 0 0,1 0 1 0 0,0 0-1 0 0,2 0 0 0 0,0 0 0 0 0,11-29 1 0 0,-11 38-9 0 0,0 0 0 0 0,0 0 1 0 0,1 0-1 0 0,0 1 0 0 0,0 0 1 0 0,1 0-1 0 0,0 0 0 0 0,0 0 0 0 0,1 1 1 0 0,0 0-1 0 0,0 1 0 0 0,0-1 1 0 0,1 1-1 0 0,-1 1 0 0 0,1-1 0 0 0,1 1 1 0 0,-1 1-1 0 0,0-1 0 0 0,1 2 1 0 0,0-1-1 0 0,-1 1 0 0 0,13-1 0 0 0,-5 1 2 0 0,1 1-1 0 0,0 1 0 0 0,0 1 0 0 0,-1 0 0 0 0,1 1 0 0 0,-1 1 0 0 0,1 0 0 0 0,-1 1 0 0 0,0 1 0 0 0,0 1 0 0 0,-1 0 0 0 0,1 1 0 0 0,-2 1 1 0 0,28 17-1 0 0,-33-18-5 0 0,1 0 1 0 0,-1 0 0 0 0,-1 0 0 0 0,0 1-1 0 0,0 1 1 0 0,0-1 0 0 0,-1 1 0 0 0,-1 0-1 0 0,1 1 1 0 0,-1 0 0 0 0,-1 0 0 0 0,0 0-1 0 0,-1 0 1 0 0,1 1 0 0 0,-2 0 0 0 0,0 0-1 0 0,0 0 1 0 0,-1 0 0 0 0,0 0 0 0 0,-1 1-1 0 0,0-1 1 0 0,-2 23 0 0 0,-1-24-5 0 0,-1 1 1 0 0,0 0-1 0 0,0-1 1 0 0,-1 0 0 0 0,-1 1-1 0 0,0-2 1 0 0,0 1-1 0 0,-1 0 1 0 0,0-1-1 0 0,0 0 1 0 0,-1-1 0 0 0,0 1-1 0 0,-1-1 1 0 0,0-1-1 0 0,-12 10 1 0 0,-5 2-9 0 0,-1 0 0 0 0,0-2 1 0 0,-1-1-1 0 0,-31 13 0 0 0,22-15-230 0 0,0-2-1 0 0,-1-1 0 0 0,-57 9 1 0 0,25-6-3804 0 0</inkml:trace>
</inkml:ink>
</file>

<file path=ppt/ink/ink18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46:28.8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1 568 376 0 0,'0'0'2299'0'0,"3"-1"-1827"0"0,37-12 983 0 0,-31 11-1171 0 0,0 0 0 0 0,0-1 0 0 0,-1 1 0 0 0,1-2 0 0 0,-1 1 0 0 0,0-1 0 0 0,0-1 0 0 0,0 1 0 0 0,-1-1 0 0 0,0-1 0 0 0,13-10 0 0 0,-19 14-220 0 0,0 1 1 0 0,0 0-1 0 0,-1-1 0 0 0,1 1 1 0 0,0 0-1 0 0,0-1 0 0 0,-1 1 0 0 0,1-1 1 0 0,0 1-1 0 0,-1-1 0 0 0,0 0 1 0 0,1 1-1 0 0,-1-1 0 0 0,0-2 1 0 0,0 3-28 0 0,0 0 1 0 0,0 1 0 0 0,0-1 0 0 0,-1 0-1 0 0,1 1 1 0 0,0-1 0 0 0,-1 0 0 0 0,1 1 0 0 0,0-1-1 0 0,-1 1 1 0 0,1-1 0 0 0,0 1 0 0 0,-1-1-1 0 0,1 1 1 0 0,-1-1 0 0 0,1 1 0 0 0,-1-1 0 0 0,1 1-1 0 0,-1-1 1 0 0,0 1 0 0 0,1 0 0 0 0,-1-1-1 0 0,-1 1 1 0 0,0-1 11 0 0,0 1 0 0 0,-1-1 0 0 0,1 1 1 0 0,0 0-1 0 0,-1 0 0 0 0,1 0 0 0 0,0 0 0 0 0,-1 0 0 0 0,1 1 0 0 0,0-1 0 0 0,-1 1 0 0 0,1-1 0 0 0,0 1 0 0 0,0 0 1 0 0,0 0-1 0 0,0 0 0 0 0,-1 0 0 0 0,1 0 0 0 0,-1 2 0 0 0,-1-1-22 0 0,1 0 1 0 0,0 0-1 0 0,0 0 0 0 0,1 1 1 0 0,-1-1-1 0 0,0 1 0 0 0,1 0 1 0 0,0 0-1 0 0,-1 0 0 0 0,1 0 1 0 0,0 0-1 0 0,1 1 0 0 0,-1-1 1 0 0,0 0-1 0 0,1 1 0 0 0,0 0 1 0 0,0-1-1 0 0,0 1 0 0 0,0-1 1 0 0,1 1-1 0 0,-1 0 0 0 0,1 0 1 0 0,0-1-1 0 0,0 1 0 0 0,0 0 1 0 0,1 0-1 0 0,0-1 0 0 0,-1 1 1 0 0,1 0-1 0 0,0-1 1 0 0,0 1-1 0 0,1-1 0 0 0,2 6 1 0 0,-1-5-33 0 0,0 0 0 0 0,0 0 1 0 0,0 0-1 0 0,0 0 1 0 0,0-1-1 0 0,1 1 0 0 0,0-1 1 0 0,0 0-1 0 0,0 0 1 0 0,0-1-1 0 0,0 1 0 0 0,0-1 1 0 0,1 0-1 0 0,-1 0 1 0 0,1 0-1 0 0,-1-1 0 0 0,1 1 1 0 0,0-1-1 0 0,0 0 1 0 0,0-1-1 0 0,-1 1 0 0 0,1-1 1 0 0,0 0-1 0 0,0 0 1 0 0,9-2-1 0 0,-4 1-44 0 0,-1-1 0 0 0,0-1 0 0 0,0 0 0 0 0,0 0 0 0 0,0-1 0 0 0,0 0 0 0 0,0 0 0 0 0,-1-1 1 0 0,0 0-1 0 0,0-1 0 0 0,0 0 0 0 0,9-10 0 0 0,-6 5 7 0 0,-1-1 0 0 0,0 0 0 0 0,-1-1 0 0 0,-1 0 0 0 0,0-1 0 0 0,-1 1 0 0 0,6-17 0 0 0,1-8 47 0 0,-2-1 0 0 0,-2 0 1 0 0,-2-1-1 0 0,7-81 1 0 0,-8-60 2348 0 0,-9 202-1579 0 0,0-1 0 0 0,2 1 1 0 0,2 28-1 0 0,9 15-355 0 0,16 63 250 0 0,-22-106-673 0 0,0-1 0 0 0,-1 1 1 0 0,2 40-1 0 0,-5-50-507 0 0,-2 0 0 0 0,1 0-1 0 0,-2 0 1 0 0,1 0 0 0 0,-5 13 0 0 0,2-5-1143 0 0,-2 6-4890 0 0,0-17 3166 0 0</inkml:trace>
</inkml:ink>
</file>

<file path=ppt/ink/ink18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46:29.2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15 620 0 0,'12'-5'696'0'0,"3"3"-52"0"0,0-2-84 0 0,4 3-52 0 0,6-1-132 0 0,2 2-148 0 0,4 2-180 0 0,7 1-172 0 0,7-1-472 0 0,-5 3-640 0 0,8-2 284 0 0</inkml:trace>
</inkml:ink>
</file>

<file path=ppt/ink/ink18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46:39.8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242 77 956 0 0,'-7'-25'2921'0'0,"-4"-25"3411"0"0,11 49-5793 0 0,-27 117 3124 0 0,13-57-3149 0 0,-152 581 3341 0 0,151-594-3516 0 0,15-45-305 0 0,-2 7 217 0 0</inkml:trace>
</inkml:ink>
</file>

<file path=ppt/ink/ink18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46:53.0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125 495 364 0 0,'-17'38'4036'0'0,"8"9"-2559"0"0,3 1 0 0 0,1 0 1 0 0,3 85-1 0 0,2-101-709 0 0,0-32-724 0 0,0 0 0 0 0,1 0 0 0 0,-1 1 0 0 0,0-1 0 0 0,0 0 0 0 0,0 0 0 0 0,0 1 0 0 0,0-1 0 0 0,0 0 0 0 0,0 0 0 0 0,0 1-1 0 0,0-1 1 0 0,0 0 0 0 0,0 0 0 0 0,0 1 0 0 0,0-1 0 0 0,0 0 0 0 0,0 1 0 0 0,0-1 0 0 0,0 0 0 0 0,-1 0 0 0 0,1 1 0 0 0,0-1 0 0 0,0 0 0 0 0,0 0 0 0 0,0 0 0 0 0,0 1 0 0 0,-1-1 0 0 0,1 0 0 0 0,0 0 0 0 0,0 0 0 0 0,0 1 0 0 0,-1-1-1 0 0,1 0 1 0 0,0 0 0 0 0,0 0 0 0 0,-1 0 0 0 0,1 0 0 0 0,0 1 0 0 0,0-1 0 0 0,-1 0 0 0 0,1 0 0 0 0,0 0 0 0 0,0 0 0 0 0,-1 0 0 0 0,1 0 0 0 0,0 0 0 0 0,0 0 0 0 0,-1 0 0 0 0,1 0 0 0 0,-15-13 582 0 0,-10-26-178 0 0,16 9-316 0 0,0-1 0 0 0,2 0 0 0 0,2-1 0 0 0,0 0 1 0 0,2 1-1 0 0,2-1 0 0 0,1 0 0 0 0,1 0 0 0 0,2 0 0 0 0,1 0 1 0 0,11-41-1 0 0,-10 51-116 0 0,2-1 1 0 0,1 2 0 0 0,0-1-1 0 0,1 1 1 0 0,2 0-1 0 0,0 1 1 0 0,1 0 0 0 0,1 1-1 0 0,1 1 1 0 0,1 0-1 0 0,0 0 1 0 0,1 2-1 0 0,1 0 1 0 0,0 1 0 0 0,2 0-1 0 0,25-15 1 0 0,-30 23-10 0 0,0 0 1 0 0,0 2 0 0 0,0-1-1 0 0,0 2 1 0 0,1 0-1 0 0,0 1 1 0 0,0 0 0 0 0,0 1-1 0 0,0 1 1 0 0,30 0-1 0 0,-38 2-5 0 0,0-1-1 0 0,0 1 0 0 0,0 0 0 0 0,0 0 1 0 0,0 1-1 0 0,0 0 0 0 0,-1 0 0 0 0,1 0 1 0 0,0 1-1 0 0,-1 0 0 0 0,0 1 0 0 0,0-1 1 0 0,0 1-1 0 0,0 0 0 0 0,-1 1 0 0 0,1-1 1 0 0,-1 1-1 0 0,0 0 0 0 0,0 1 0 0 0,-1-1 1 0 0,0 1-1 0 0,0 0 0 0 0,0 0 0 0 0,-1 0 1 0 0,4 9-1 0 0,-5-11-1 0 0,-1 0 1 0 0,0 0-1 0 0,0 0 0 0 0,0 0 1 0 0,0 0-1 0 0,-1 1 1 0 0,0-1-1 0 0,0 0 0 0 0,0 1 1 0 0,0-1-1 0 0,0 0 1 0 0,-1 0-1 0 0,0 1 0 0 0,0-1 1 0 0,0 0-1 0 0,-1 0 1 0 0,-2 5-1 0 0,1-3 2 0 0,-1 0 0 0 0,0 0-1 0 0,0 0 1 0 0,-1-1 0 0 0,0 1-1 0 0,0-1 1 0 0,0 0 0 0 0,0-1 0 0 0,-10 7-1 0 0,-4 0 4 0 0,0-1-1 0 0,0 0 0 0 0,-1-1 0 0 0,0-2 1 0 0,-38 10-1 0 0,-106 13-1289 0 0,95-20 723 0 0,37 2-2133 0 0,22-4-4007 0 0</inkml:trace>
</inkml:ink>
</file>

<file path=ppt/ink/ink18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46:54.5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241 130 460 0 0,'0'-2'728'0'0,"0"0"-247"0"0,0-3 270 0 0,1-4 428 0 0,0 0-140 0 0,0 6-649 0 0,0 3-315 0 0,-1-1 0 0 0,0 1-1 0 0,1-1 1 0 0,-1 1 0 0 0,0-1 0 0 0,1 0 0 0 0,-1 1 0 0 0,0-1-1 0 0,0 1 1 0 0,0-1 0 0 0,0 0 0 0 0,1 1 0 0 0,-1-1-1 0 0,0 1 1 0 0,0-1 0 0 0,0 0 0 0 0,0 1 0 0 0,0-1-1 0 0,-1 1 1 0 0,1-1 0 0 0,0 0 0 0 0,0 1 0 0 0,0-1 0 0 0,0 1-1 0 0,-1-1 1 0 0,1 0 0 0 0,0 1 0 0 0,0-1 0 0 0,-1 1-1 0 0,1-1 1 0 0,-1 1 0 0 0,1-1 0 0 0,0 1 0 0 0,-1 0 0 0 0,1-1-1 0 0,-1 1 1 0 0,1-1 0 0 0,-1 1 0 0 0,1 0 0 0 0,-1-1-1 0 0,1 1 1 0 0,-1 0 0 0 0,1 0 0 0 0,-1-1 0 0 0,-1 1-1 0 0,1-1 258 0 0,-5 3-194 0 0,-1 1-1 0 0,1-1 0 0 0,0 1 0 0 0,0 0 1 0 0,-7 5-1 0 0,-29 24 477 0 0,-40 34 343 0 0,74-59-866 0 0,1 1 0 0 0,1-1 0 0 0,-1 1 0 0 0,1 1 0 0 0,1-1 0 0 0,-1 1 0 0 0,2 0 0 0 0,-6 12 0 0 0,8-16-57 0 0,1-3-11 0 0,0 0 0 0 0,0 0 0 0 0,1 1 0 0 0,-1-1-1 0 0,0 0 1 0 0,1 1 0 0 0,0-1 0 0 0,-1 0-1 0 0,1 1 1 0 0,0 3 0 0 0,1-5-17 0 0,-1 0 0 0 0,1-1 0 0 0,0 1 0 0 0,0 0 0 0 0,-1 0 0 0 0,1-1 0 0 0,0 1 0 0 0,0-1 0 0 0,0 1 0 0 0,0 0 0 0 0,0-1 0 0 0,0 0 0 0 0,0 1 0 0 0,0-1 0 0 0,0 1 0 0 0,0-1 0 0 0,0 0 0 0 0,0 0-1 0 0,0 0 1 0 0,0 0 0 0 0,0 0 0 0 0,0 0 0 0 0,0 0 0 0 0,0 0 0 0 0,0 0 0 0 0,0 0 0 0 0,0 0 0 0 0,0-1 0 0 0,0 1 0 0 0,1-1 0 0 0,5 0 4 0 0,-1-1 1 0 0,0 1-1 0 0,0-1 1 0 0,0-1-1 0 0,0 1 0 0 0,0-1 1 0 0,0 0-1 0 0,0-1 0 0 0,-1 1 1 0 0,0-1-1 0 0,10-9 0 0 0,-6 4-4 0 0,0 0-1 0 0,0-1 0 0 0,-1 0 1 0 0,0-1-1 0 0,8-15 0 0 0,-15 25-3 0 0,-1 4-13 0 0,0 0 11 0 0,0 0 0 0 0,0 0-1 0 0,0 0 1 0 0,1 0 0 0 0,-1 0-1 0 0,1 0 1 0 0,0 0 0 0 0,0 0-1 0 0,0 0 1 0 0,1 0 0 0 0,-1 0-1 0 0,0-1 1 0 0,1 1 0 0 0,0-1 0 0 0,0 1-1 0 0,0-1 1 0 0,0 0 0 0 0,0 1-1 0 0,3 1 1 0 0,-1-1 1 0 0,0-1 0 0 0,0 0 0 0 0,0 0 1 0 0,0 0-1 0 0,0-1 0 0 0,1 0 0 0 0,-1 1 0 0 0,1-2 0 0 0,-1 1 0 0 0,1 0 1 0 0,-1-1-1 0 0,7 0 0 0 0,1 0-1 0 0,-1-1 0 0 0,1-1 1 0 0,-1 0-1 0 0,1 0 0 0 0,-1-1 0 0 0,0-1 0 0 0,0 0 1 0 0,-1 0-1 0 0,1-1 0 0 0,10-7 0 0 0,50-42 9 0 0,-66 49-8 0 0,1 0 1 0 0,-1 0-1 0 0,0-1 1 0 0,0 0-1 0 0,0 0 1 0 0,-1 0 0 0 0,0-1-1 0 0,-1 1 1 0 0,6-13-1 0 0,-9 16-7 0 0,0 2 6 0 0,0 0 1 0 0,0 0 0 0 0,0 1-1 0 0,0-1 1 0 0,0 0-1 0 0,0 1 1 0 0,0-1-1 0 0,1 0 1 0 0,-1 1 0 0 0,0-1-1 0 0,0 0 1 0 0,1 1-1 0 0,-1-1 1 0 0,0 1 0 0 0,1-1-1 0 0,-1 0 1 0 0,1 1-1 0 0,-1-1 1 0 0,0 1-1 0 0,1-1 1 0 0,-1 1 0 0 0,1-1-1 0 0,0 1 1 0 0,-1 0-1 0 0,1-1 1 0 0,0 0-1 0 0,0 1-4 0 0,-29 32-6 0 0,24-10 12 0 0,3-19-1 0 0,0 1-1 0 0,0-1 1 0 0,0 0 0 0 0,1 1-1 0 0,0-1 1 0 0,-1 1 0 0 0,1-1-1 0 0,1 1 1 0 0,-1-1 0 0 0,0 1-1 0 0,1-1 1 0 0,0 1 0 0 0,0-1-1 0 0,0 0 1 0 0,0 1 0 0 0,0-1-1 0 0,1 0 1 0 0,-1 0 0 0 0,1 0-1 0 0,2 4 1 0 0,-2-5 0 0 0,-1 0 0 0 0,1-1 0 0 0,0 1 0 0 0,-1 0 0 0 0,1 0 0 0 0,0-1 0 0 0,0 1 0 0 0,0-1 0 0 0,0 0 0 0 0,0 0 0 0 0,0 1 0 0 0,1-1 0 0 0,-1-1 0 0 0,0 1 0 0 0,1 0 0 0 0,-1 0 0 0 0,0-1 0 0 0,1 0 0 0 0,-1 1 0 0 0,1-1 0 0 0,-1 0 0 0 0,1 0 0 0 0,-1 0 0 0 0,1-1 0 0 0,-1 1 0 0 0,0 0 0 0 0,1-1 0 0 0,2 0 0 0 0,6-3-4 0 0,-1 0 1 0 0,1-1-1 0 0,-1 0 1 0 0,15-9-1 0 0,-9 5-2 0 0,26-24-11 0 0,-41 32 25 0 0,22-13-13 0 0,-20 25 13 0 0,-2-7-5 0 0,0 1 0 0 0,0-1 0 0 0,0 1 0 0 0,0-1 0 0 0,-1 1 0 0 0,1 0 0 0 0,-1-1 1 0 0,-1 1-1 0 0,1 0 0 0 0,-2 6 0 0 0,2-10-4 0 0,0-1 0 0 0,-1 0 1 0 0,1 1-1 0 0,0-1 0 0 0,0 1 1 0 0,0-1-1 0 0,-1 1 0 0 0,1-1 1 0 0,0 0-1 0 0,0 1 0 0 0,0-1 1 0 0,0 1-1 0 0,0-1 0 0 0,0 1 1 0 0,0-1-1 0 0,0 1 0 0 0,0-1 1 0 0,0 0-1 0 0,0 1 0 0 0,1-1 1 0 0,-1 1-1 0 0,0-1 0 0 0,0 1 1 0 0,0-1-1 0 0,0 0 0 0 0,1 1 0 0 0,-1-1 1 0 0,0 0-1 0 0,0 1 0 0 0,1-1 1 0 0,-1 0-1 0 0,0 1 0 0 0,1-1 1 0 0,-1 0-1 0 0,0 1 0 0 0,1-1 1 0 0,-1 0-1 0 0,1 0 0 0 0,-1 1 1 0 0,0-1-1 0 0,1 0 0 0 0,-1 0 1 0 0,1 0-1 0 0,-1 0 0 0 0,1 0 1 0 0,-1 0-1 0 0,0 1 0 0 0,1-1 1 0 0,-1 0-1 0 0,1 0 0 0 0,29-7 9 0 0,-17 3-24 0 0,61-3 77 0 0,-60 7-66 0 0,0-1-1 0 0,0 0 1 0 0,27-7-1 0 0,-36 7 17 0 0,0-1-1 0 0,-1 0 1 0 0,1 0-1 0 0,-1-1 1 0 0,1 1 0 0 0,-1-1-1 0 0,0 0 1 0 0,0 0-1 0 0,0 0 1 0 0,0-1-1 0 0,0 1 1 0 0,-1-1-1 0 0,0 0 1 0 0,6-8-1 0 0,-2 0 233 0 0,-1-1-1 0 0,-1 1 1 0 0,0-1-1 0 0,0 1 1 0 0,-1-1-1 0 0,-1-1 1 0 0,0 1-1 0 0,-1 0 1 0 0,-1-1 0 0 0,0-20-1 0 0,-1 32 408 0 0,-5 40-396 0 0,14 78 176 0 0,1 0-5125 0 0,-9-93-1380 0 0,0-13 2583 0 0</inkml:trace>
</inkml:ink>
</file>

<file path=ppt/ink/ink18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46:54.9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51 824 0 0,'17'-9'1004'0'0,"-3"4"-52"0"0,-1-2-48 0 0,0 0-72 0 0,-1 4-68 0 0,-2-1-83 0 0,1 1-65 0 0,-3-1-80 0 0,1 2-52 0 0,-1-1-40 0 0,0 1-4 0 0,-1 1-520 0 0</inkml:trace>
</inkml:ink>
</file>

<file path=ppt/ink/ink18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46:55.2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44 163 7965 0 0,'-8'-17'495'0'0,"1"-1"1"0"0,1 0 0 0 0,0 0-1 0 0,1 0 1 0 0,1 0 0 0 0,-4-37-1 0 0,8 56-527 0 0,0-1 0 0 0,0 0 0 0 0,0 0 0 0 0,0 0 0 0 0,1 0-1 0 0,-1 0 1 0 0,0 0 0 0 0,0 0 0 0 0,0 1 0 0 0,0-1 0 0 0,0 0-1 0 0,0 0 1 0 0,0 0 0 0 0,0 0 0 0 0,0 0 0 0 0,1 0 0 0 0,-1 0 0 0 0,0 0-1 0 0,0 0 1 0 0,0 0 0 0 0,0 0 0 0 0,0 0 0 0 0,0 0 0 0 0,0 0-1 0 0,1 0 1 0 0,-1 0 0 0 0,0 0 0 0 0,0 0 0 0 0,0 0 0 0 0,0 0-1 0 0,0 0 1 0 0,1 0 0 0 0,-1 0 0 0 0,0 0 0 0 0,0 0 0 0 0,0 0-1 0 0,0 0 1 0 0,0 0 0 0 0,0 0 0 0 0,0 0 0 0 0,1 0 0 0 0,-1 0 0 0 0,0 0-1 0 0,0 0 1 0 0,0 0 0 0 0,0 0 0 0 0,0 0 0 0 0,0-1 0 0 0,0 1-1 0 0,0 0 1 0 0,0 0 0 0 0,1 0 0 0 0,-1 0 0 0 0,0 0 0 0 0,0 0-1 0 0,0 0 1 0 0,0-1 0 0 0,0 1 0 0 0,0 0 0 0 0,0 0 0 0 0,0 0 0 0 0,0 0-1 0 0,6 12-4241 0 0</inkml:trace>
</inkml:ink>
</file>

<file path=ppt/ink/ink18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47:01.7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77 28 572 0 0,'0'-2'268'0'0,"0"0"0"0"0,-1 1 0 0 0,1-1-1 0 0,0 0 1 0 0,-1 1 0 0 0,0-1 0 0 0,1 0 0 0 0,-1 1 0 0 0,0-1 0 0 0,0 1-1 0 0,1-1 1 0 0,-1 1 0 0 0,0 0 0 0 0,-1-1 0 0 0,-1-1 0 0 0,2 3-137 0 0,1 1 1 0 0,-1-1 0 0 0,1 1 0 0 0,-1-1 0 0 0,1 1 0 0 0,-1 0-1 0 0,1-1 1 0 0,-1 1 0 0 0,1 0 0 0 0,-1-1 0 0 0,1 1-1 0 0,0 0 1 0 0,-1-1 0 0 0,1 1 0 0 0,0 0 0 0 0,0 0 0 0 0,0-1-1 0 0,-1 1 1 0 0,1 0 0 0 0,0 0 0 0 0,0 0 0 0 0,0 0 0 0 0,-5 64 2201 0 0,5-42-1923 0 0,-15 378 3137 0 0,11-360-3314 0 0,-11 64-3446 0 0,8-84 475 0 0,2-13-1428 0 0,0-3 1750 0 0</inkml:trace>
</inkml:ink>
</file>

<file path=ppt/ink/ink18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47:02.2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168 46 48 0 0,'-17'-45'8189'0'0,"15"48"-7737"0"0,-5 9-147 0 0,0 1 0 0 0,2 0 0 0 0,-1 0 0 0 0,2 1 0 0 0,0 0 0 0 0,0 0 0 0 0,-1 17 0 0 0,-9 104 780 0 0,10-38-586 0 0,4-57-407 0 0,-2 0 0 0 0,-1 0-1 0 0,-3 0 1 0 0,-14 56 0 0 0,20-96-194 0 0,0 1 0 0 0,0 0-1 0 0,0 0 1 0 0,-1-1 0 0 0,1 1 0 0 0,0 0 0 0 0,-1 0 0 0 0,1-1 0 0 0,0 1-1 0 0,-1 0 1 0 0,1-1 0 0 0,-1 1 0 0 0,1 0 0 0 0,-1-1 0 0 0,1 1 0 0 0,-1-1-1 0 0,0 1 1 0 0,1-1 0 0 0,-1 1 0 0 0,0-1 0 0 0,1 0 0 0 0,-1 1-1 0 0,0-1 1 0 0,1 0 0 0 0,-1 1 0 0 0,0-1 0 0 0,0 0 0 0 0,1 0 0 0 0,-1 0-1 0 0,0 0 1 0 0,0 0 0 0 0,0 0 0 0 0,1 0 0 0 0,-1 0 0 0 0,0 0 0 0 0,0 0-1 0 0,-1 0 1 0 0,0-1-342 0 0,0 0-1 0 0,0 0 0 0 0,-1 0 1 0 0,1 0-1 0 0,0-1 0 0 0,0 1 1 0 0,0-1-1 0 0,0 1 0 0 0,1-1 1 0 0,-1 1-1 0 0,-3-4 0 0 0,-2-7-1781 0 0</inkml:trace>
</inkml:ink>
</file>

<file path=ppt/ink/ink19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47:03.1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1 430 48 0 0,'47'-3'434'0'0,"-1"-2"0"0"0,0-1 0 0 0,0-3 0 0 0,0-2 0 0 0,-1-1 0 0 0,-1-3 0 0 0,52-24 0 0 0,-87 34-298 0 0,-1 1 1 0 0,1-1 0 0 0,-1 0 0 0 0,0-1-1 0 0,-1 0 1 0 0,1 0 0 0 0,-1-1 0 0 0,0 0-1 0 0,-1 0 1 0 0,0-1 0 0 0,0 1 0 0 0,-1-1-1 0 0,0-1 1 0 0,0 1 0 0 0,0-1 0 0 0,-1 0-1 0 0,-1 0 1 0 0,0 0 0 0 0,0 0 0 0 0,0 0-1 0 0,-2-1 1 0 0,1 0 0 0 0,-1 1 0 0 0,0-1-1 0 0,-1 1 1 0 0,0-1 0 0 0,0 0 0 0 0,-1 1-1 0 0,-1-1 1 0 0,0 0 0 0 0,0 1 0 0 0,0 0 0 0 0,-2-1-1 0 0,1 1 1 0 0,-6-10 0 0 0,9 18-83 0 0,0 0 1 0 0,-1-1-1 0 0,1 1 1 0 0,-1 0-1 0 0,1 0 0 0 0,-1 0 1 0 0,1-1-1 0 0,-1 1 1 0 0,1 0-1 0 0,-1 0 1 0 0,0 0-1 0 0,0 0 0 0 0,0 0 1 0 0,0 0-1 0 0,0 1 1 0 0,1-1-1 0 0,-2 0 1 0 0,1 0-1 0 0,0 1 1 0 0,0-1-1 0 0,0 0 0 0 0,0 1 1 0 0,0-1-1 0 0,0 1 1 0 0,-1-1-1 0 0,0 1 1 0 0,0 1-23 0 0,0 0 0 0 0,0 1 0 0 0,0-1 1 0 0,0 1-1 0 0,1-1 0 0 0,-1 1 0 0 0,1 0 0 0 0,-1 0 1 0 0,1-1-1 0 0,0 1 0 0 0,0 0 0 0 0,0 0 1 0 0,0 1-1 0 0,0-1 0 0 0,-1 4 0 0 0,-13 29 224 0 0,2 2-1 0 0,2 0 1 0 0,1 0-1 0 0,-6 46 0 0 0,-7 155 588 0 0,17-119-274 0 0,5-108-475 0 0,1-8 18 0 0,2-13 212 0 0,0 1-310 0 0,1-1 1 0 0,0 1-1 0 0,0 0 0 0 0,0 0 0 0 0,1 1 0 0 0,1-1 0 0 0,6-9 1 0 0,4-7-27 0 0,-15 24 12 0 0,0 1 0 0 0,0-1 0 0 0,1 1-1 0 0,-1-1 1 0 0,1 1 0 0 0,-1-1 0 0 0,0 1 0 0 0,1-1 0 0 0,-1 1-1 0 0,1 0 1 0 0,-1-1 0 0 0,1 1 0 0 0,-1 0 0 0 0,1-1-1 0 0,-1 1 1 0 0,1 0 0 0 0,-1 0 0 0 0,1-1 0 0 0,-1 1-1 0 0,1 0 1 0 0,0 0 0 0 0,-1 0 0 0 0,1 0 0 0 0,-1 0-1 0 0,1 0 1 0 0,0 0 0 0 0,-1 0 0 0 0,1 0 0 0 0,-1 0 0 0 0,1 0-1 0 0,0 0 1 0 0,-1 0 0 0 0,1 1 0 0 0,-1-1 0 0 0,1 0-1 0 0,-1 0 1 0 0,1 1 0 0 0,-1-1 0 0 0,1 0 0 0 0,0 1-1 0 0,23 20 19 0 0,-12-10-19 0 0,-5-7 1 0 0,0 1 0 0 0,1-2 0 0 0,-1 1-1 0 0,1-1 1 0 0,0 0 0 0 0,0 0 0 0 0,0-1 0 0 0,0 0 0 0 0,0-1 0 0 0,1 0 0 0 0,15 0 0 0 0,-20-1 5 0 0,0 0 0 0 0,0-1 0 0 0,0 0 1 0 0,-1 1-1 0 0,1-1 0 0 0,0-1 0 0 0,0 1 1 0 0,-1 0-1 0 0,1-1 0 0 0,0 0 0 0 0,-1 0 1 0 0,0 0-1 0 0,1 0 0 0 0,-1-1 0 0 0,0 1 1 0 0,0-1-1 0 0,0 0 0 0 0,-1 0 1 0 0,1 0-1 0 0,-1 0 0 0 0,1 0 0 0 0,-1-1 1 0 0,0 1-1 0 0,-1-1 0 0 0,1 1 0 0 0,1-6 1 0 0,-2 9 3 0 0,-1-1 0 0 0,0 1 0 0 0,0 0 0 0 0,0-1 0 0 0,0 1 0 0 0,1 0 0 0 0,-1-1 0 0 0,0 1 1 0 0,0 0-1 0 0,1-1 0 0 0,-1 1 0 0 0,0 0 0 0 0,0-1 0 0 0,1 1 0 0 0,-1 0 0 0 0,0 0 0 0 0,1-1 0 0 0,-1 1 0 0 0,0 0 1 0 0,1 0-1 0 0,-1 0 0 0 0,1 0 0 0 0,-1-1 0 0 0,0 1 0 0 0,1 0 0 0 0,-1 0 0 0 0,1 0 0 0 0,-1 0 0 0 0,0 0 1 0 0,1 0-1 0 0,-1 0 0 0 0,1 0 0 0 0,17 9 234 0 0,24 29-2558 0 0,-19-17-3799 0 0,-11-12 2729 0 0</inkml:trace>
</inkml:ink>
</file>

<file path=ppt/ink/ink19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46:30.0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13 164 584 0 0,'7'-24'2535'0'0,"-1"4"3521"0"0,-5 20-5945 0 0,0 1 0 0 0,-1-1 1 0 0,1 1-1 0 0,0 0 0 0 0,-1-1 0 0 0,1 1 0 0 0,-1 0 1 0 0,0-1-1 0 0,1 1 0 0 0,-1 0 0 0 0,1 0 0 0 0,-1 0 1 0 0,0-1-1 0 0,0 1 0 0 0,0 0 0 0 0,1 0 0 0 0,-1 0 1 0 0,0 0-1 0 0,0-1 0 0 0,0 1 0 0 0,0 0 0 0 0,0 0 1 0 0,0 0-1 0 0,-1 1 0 0 0,3 26 536 0 0,-2-1 1 0 0,0 0-1 0 0,-8 48 0 0 0,1-16-80 0 0,-2 80 548 0 0,8-117-702 0 0,-4-33 107 0 0,3-17-468 0 0,0-1 1 0 0,2 0 0 0 0,1 0-1 0 0,1 1 1 0 0,2-1-1 0 0,7-29 1 0 0,-10 54-48 0 0,28-131 0 0 0,-25 120 6 0 0,1-1-1 0 0,1 1 1 0 0,0 0-1 0 0,1 1 1 0 0,1 0-1 0 0,15-22 1 0 0,-23 35-12 0 0,1 0 0 0 0,-1 1 1 0 0,1-1-1 0 0,0 0 0 0 0,-1 0 1 0 0,1 1-1 0 0,0-1 0 0 0,0 0 0 0 0,-1 1 1 0 0,1-1-1 0 0,0 0 0 0 0,0 1 0 0 0,0 0 1 0 0,0-1-1 0 0,0 1 0 0 0,0-1 0 0 0,0 1 1 0 0,0 0-1 0 0,0 0 0 0 0,0-1 1 0 0,0 1-1 0 0,0 0 0 0 0,0 0 0 0 0,0 0 1 0 0,0 0-1 0 0,0 0 0 0 0,0 1 0 0 0,0-1 1 0 0,1 0-1 0 0,1 2-1 0 0,-1-1 0 0 0,0 0-1 0 0,0 1 1 0 0,0-1 0 0 0,0 1 0 0 0,0 0 0 0 0,0 0 0 0 0,0 0-1 0 0,0 0 1 0 0,-1 0 0 0 0,3 3 0 0 0,3 7-7 0 0,0 0 1 0 0,-1 1-1 0 0,6 17 1 0 0,0-1-98 0 0,1 1 0 0 0,1-1-1 0 0,35 51 1 0 0,-39-65-33 0 0,1-1 0 0 0,1-1 0 0 0,0 0-1 0 0,0 0 1 0 0,1-2 0 0 0,1 1 0 0 0,0-2 0 0 0,27 17-1 0 0,-38-25 121 0 0,0 0-1 0 0,1 0 0 0 0,-1-1 0 0 0,0 1 0 0 0,1-1 0 0 0,-1 0 0 0 0,0 0 0 0 0,1 0 1 0 0,0 0-1 0 0,-1-1 0 0 0,1 1 0 0 0,-1-1 0 0 0,1 0 0 0 0,0 0 0 0 0,-1 0 0 0 0,1-1 0 0 0,0 1 1 0 0,-1-1-1 0 0,1 0 0 0 0,-1 0 0 0 0,1 0 0 0 0,-1 0 0 0 0,0-1 0 0 0,1 1 0 0 0,-1-1 1 0 0,0 0-1 0 0,0 0 0 0 0,0 0 0 0 0,0 0 0 0 0,-1-1 0 0 0,6-4 0 0 0,-3 0 39 0 0,-1 0 0 0 0,1-1-1 0 0,-1 1 1 0 0,-1-1 0 0 0,1 0-1 0 0,-1 0 1 0 0,-1 0 0 0 0,0-1-1 0 0,0 1 1 0 0,0-1 0 0 0,-1 1-1 0 0,0-13 1 0 0,1-73 1386 0 0,-2 53-3819 0 0,0 6-6403 0 0</inkml:trace>
</inkml:ink>
</file>

<file path=ppt/ink/ink19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46:30.4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52 24 920 0 0,'0'0'884'0'0,"-3"2"-42"0"0,-1 2-621 0 0,-1 1 0 0 0,1-1 0 0 0,0 1 0 0 0,0 0 0 0 0,1 0 0 0 0,0 0 0 0 0,-1 0 0 0 0,2 1 0 0 0,-1-1 0 0 0,1 1 0 0 0,-1 0 0 0 0,2-1 0 0 0,-1 1 0 0 0,1 0 0 0 0,-1 0 0 0 0,2 1 0 0 0,-1-1 1 0 0,1 0-1 0 0,0 0 0 0 0,0 0 0 0 0,0 0 0 0 0,1 0 0 0 0,0 0 0 0 0,1 0 0 0 0,-1 0 0 0 0,1 0 0 0 0,0 0 0 0 0,0 0 0 0 0,1-1 0 0 0,5 9 0 0 0,-5-10-161 0 0,0 0 0 0 0,0 0-1 0 0,1 0 1 0 0,-1 0 0 0 0,1-1 0 0 0,0 0 0 0 0,0 0-1 0 0,1 0 1 0 0,-1 0 0 0 0,1 0 0 0 0,-1-1-1 0 0,1 0 1 0 0,0 0 0 0 0,-1 0 0 0 0,1-1-1 0 0,0 0 1 0 0,0 0 0 0 0,1 0 0 0 0,-1 0-1 0 0,0-1 1 0 0,0 0 0 0 0,0 0 0 0 0,0 0 0 0 0,0 0-1 0 0,0-1 1 0 0,1 0 0 0 0,-1 0 0 0 0,0-1-1 0 0,-1 1 1 0 0,1-1 0 0 0,0 0 0 0 0,0 0-1 0 0,-1-1 1 0 0,1 1 0 0 0,-1-1 0 0 0,0 0 0 0 0,0 0-1 0 0,0-1 1 0 0,0 1 0 0 0,-1-1 0 0 0,1 0-1 0 0,-1 0 1 0 0,0 0 0 0 0,0 0 0 0 0,0-1-1 0 0,2-5 1 0 0,-2 4-8 0 0,0 1 0 0 0,-1 0 0 0 0,1-1 0 0 0,-2 0 0 0 0,1 1-1 0 0,-1-1 1 0 0,1 0 0 0 0,-1 0 0 0 0,-1 0 0 0 0,1 0 0 0 0,-1 0 0 0 0,-1 0 0 0 0,1 0 0 0 0,-1 0 0 0 0,0 0-1 0 0,0 0 1 0 0,0 1 0 0 0,-1-1 0 0 0,0 0 0 0 0,0 1 0 0 0,0-1 0 0 0,-1 1 0 0 0,0 0 0 0 0,0 0-1 0 0,0 0 1 0 0,-1 0 0 0 0,0 0 0 0 0,0 1 0 0 0,0-1 0 0 0,0 1 0 0 0,-1 0 0 0 0,1 1 0 0 0,-1-1 0 0 0,0 1-1 0 0,-6-4 1 0 0,4 8-416 0 0,1 0-1 0 0,0 0 1 0 0,1 0-1 0 0,-1 1 1 0 0,0 0-1 0 0,0 0 1 0 0,1 0-1 0 0,-9 6 1 0 0,-6 5-5019 0 0,13-8 2283 0 0</inkml:trace>
</inkml:ink>
</file>

<file path=ppt/ink/ink19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46:31.4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 53 460 0 0,'2'-3'358'0'0,"0"1"0"0"0,0-1 0 0 0,0 0 0 0 0,1 1 0 0 0,-1-1 0 0 0,1 1 0 0 0,0 0 0 0 0,-1 0 0 0 0,1 0 0 0 0,0 0 0 0 0,0 0 0 0 0,0 1 0 0 0,1-1 0 0 0,-1 1 0 0 0,0 0 0 0 0,1 0 0 0 0,-1 0 0 0 0,0 0 1 0 0,1 1-1 0 0,-1-1 0 0 0,1 1 0 0 0,3 0 0 0 0,-5 0-264 0 0,0 1 0 0 0,0-1 0 0 0,0 1 0 0 0,0 0 1 0 0,-1-1-1 0 0,1 1 0 0 0,0 0 0 0 0,0 0 1 0 0,-1 0-1 0 0,1 0 0 0 0,0 1 0 0 0,-1-1 0 0 0,1 0 1 0 0,-1 1-1 0 0,0-1 0 0 0,1 1 0 0 0,-1-1 1 0 0,0 1-1 0 0,0-1 0 0 0,0 1 0 0 0,0 0 0 0 0,0 0 1 0 0,0 0-1 0 0,-1-1 0 0 0,1 1 0 0 0,0 0 1 0 0,-1 0-1 0 0,0 0 0 0 0,1 0 0 0 0,-1 0 0 0 0,0 0 1 0 0,0 0-1 0 0,0 0 0 0 0,0 0 0 0 0,-1 0 0 0 0,1 0 1 0 0,0 0-1 0 0,-2 3 0 0 0,1 3-13 0 0,-1 0 1 0 0,0 0-1 0 0,0-1 0 0 0,-1 1 1 0 0,0-1-1 0 0,0 0 0 0 0,-1 1 1 0 0,0-2-1 0 0,0 1 0 0 0,0 0 1 0 0,-1-1-1 0 0,0 0 0 0 0,0 0 0 0 0,-1 0 1 0 0,0-1-1 0 0,0 1 0 0 0,0-2 1 0 0,-1 1-1 0 0,1-1 0 0 0,-1 0 1 0 0,-10 5-1 0 0,16-9-9 0 0,-4-8-24 0 0,5 8-47 0 0,-1-1 0 0 0,1 1 0 0 0,0 0-1 0 0,-1 0 1 0 0,1-1 0 0 0,0 1 0 0 0,-1 0 0 0 0,1-1 0 0 0,0 1 0 0 0,0 0 0 0 0,-1-1 0 0 0,1 1 0 0 0,0-1 0 0 0,0 1 0 0 0,0 0-1 0 0,0-1 1 0 0,-1 1 0 0 0,1-1 0 0 0,0 1 0 0 0,0-1 0 0 0,0 1 0 0 0,0 0 0 0 0,0-1 0 0 0,0 1 0 0 0,0-1 0 0 0,0 1-1 0 0,0-1 1 0 0,0 1 0 0 0,1 0 0 0 0,-1-1 0 0 0,0 1 0 0 0,0-1 0 0 0,0 1 0 0 0,0 0 0 0 0,1-1 0 0 0,-1 1 0 0 0,0-1-1 0 0,0 1 1 0 0,1 0 0 0 0,-1 0 0 0 0,0-1 0 0 0,1 1 0 0 0,-1 0 0 0 0,0-1 0 0 0,1 1 0 0 0,-1 0 0 0 0,19-22 2 0 0,1 2 0 0 0,0 0 0 0 0,2 1 0 0 0,0 2 0 0 0,1 0 0 0 0,0 1 0 0 0,2 1 0 0 0,35-15 0 0 0,-51 25 0 0 0,-6 3 0 0 0,1 0 0 0 0,0 1 0 0 0,0-1-1 0 0,0 1 1 0 0,0 0 0 0 0,0 0 0 0 0,1 0-1 0 0,-1 0 1 0 0,0 1 0 0 0,0-1 0 0 0,1 1-1 0 0,-1 0 1 0 0,6 1 0 0 0,-8-1-5 0 0,0 1 1 0 0,0-1-1 0 0,0 1 1 0 0,0-1-1 0 0,0 1 0 0 0,0 0 1 0 0,0 0-1 0 0,0 0 0 0 0,0 0 1 0 0,0 0-1 0 0,0 0 1 0 0,0 0-1 0 0,-1 0 0 0 0,1 1 1 0 0,0-1-1 0 0,-1 1 1 0 0,0-1-1 0 0,1 1 0 0 0,-1 0 1 0 0,0 0-1 0 0,0-1 0 0 0,1 1 1 0 0,-2 0-1 0 0,1 0 1 0 0,1 4-1 0 0,1 3 5 0 0,-1 0-1 0 0,-1 1 1 0 0,1-1 0 0 0,-1 16 0 0 0,3 15 12 0 0,-4-39-5 0 0,1 0-12 0 0,-1-1-1 0 0,1 1 1 0 0,-1 0-1 0 0,1 0 1 0 0,0-1 0 0 0,-1 1-1 0 0,1-1 1 0 0,0 1-1 0 0,0 0 1 0 0,-1-1-1 0 0,1 1 1 0 0,0-1-1 0 0,0 0 1 0 0,0 1-1 0 0,0-1 1 0 0,0 0 0 0 0,-1 1-1 0 0,3-1 1 0 0,7-1 3 0 0,0-1 1 0 0,0-1 0 0 0,0 0 0 0 0,-1 0 0 0 0,1 0 0 0 0,-1-1-1 0 0,13-8 1 0 0,19-7 36 0 0,-36 17-27 0 0,43-11 17 0 0,-47 13-26 0 0,1 0 0 0 0,0 0-1 0 0,-1 0 1 0 0,1 0-1 0 0,-1 0 1 0 0,1 0-1 0 0,-1 1 1 0 0,1-1-1 0 0,0 0 1 0 0,-1 1-1 0 0,1-1 1 0 0,-1 1-1 0 0,0 0 1 0 0,1-1-1 0 0,-1 1 1 0 0,1 0 0 0 0,-1 0-1 0 0,0 0 1 0 0,0 0-1 0 0,1 0 1 0 0,-1 0-1 0 0,0 0 1 0 0,0 0-1 0 0,0 1 1 0 0,0-1-1 0 0,-1 0 1 0 0,1 1-1 0 0,0-1 1 0 0,0 0-1 0 0,0 3 1 0 0,-1-2 54 0 0,1 1 0 0 0,0-1 0 0 0,0 1-1 0 0,0-1 1 0 0,0 0 0 0 0,0 1 0 0 0,1-1 0 0 0,-1 0 0 0 0,1 0 0 0 0,-1 0-1 0 0,1 0 1 0 0,0 0 0 0 0,0 0 0 0 0,-1 0 0 0 0,2-1 0 0 0,-1 1 0 0 0,0-1-1 0 0,0 1 1 0 0,0-1 0 0 0,1 0 0 0 0,-1 0 0 0 0,0 0 0 0 0,1 0 0 0 0,-1 0-1 0 0,1-1 1 0 0,-1 1 0 0 0,1-1 0 0 0,0 1 0 0 0,-1-1 0 0 0,1 0 0 0 0,-1 0-1 0 0,1 0 1 0 0,4-1 0 0 0,6-3 157 0 0,-1 1-1 0 0,0-2 1 0 0,0 0-1 0 0,0-1 1 0 0,19-11-1 0 0,25-11 1017 0 0,-40 22-512 0 0,-16 6-758 0 0,0 0 1 0 0,0 0 0 0 0,0 1 0 0 0,0-1 0 0 0,0 0 0 0 0,0 0 0 0 0,0 0 0 0 0,0 0 0 0 0,0 0 0 0 0,0 0-1 0 0,0 0 1 0 0,0 0 0 0 0,0 0 0 0 0,0 0 0 0 0,0 0 0 0 0,0 0 0 0 0,0 1 0 0 0,0-1 0 0 0,0 0 0 0 0,0 0-1 0 0,0 0 1 0 0,1 0 0 0 0,-1 0 0 0 0,-8 9-536 0 0,6-7 139 0 0,0 0 1 0 0,-1 0-1 0 0,1 0 1 0 0,-1 0-1 0 0,0 0 1 0 0,0 0-1 0 0,0-1 0 0 0,0 1 1 0 0,0-1-1 0 0,0 0 1 0 0,-3 1-1 0 0,-8 3-5069 0 0,4 0 1394 0 0</inkml:trace>
</inkml:ink>
</file>

<file path=ppt/ink/ink19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46:31.7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1 149 700 0 0,'7'-19'2051'0'0,"2"1"1"0"0,0 0-1 0 0,1 0 1 0 0,0 0-1 0 0,2 1 1 0 0,14-17-1 0 0,-25 34-2057 0 0,-1-1 0 0 0,0 1 1 0 0,0-1-1 0 0,0 1 0 0 0,1 0 0 0 0,-1-1 1 0 0,0 1-1 0 0,0 0 0 0 0,1-1 0 0 0,-1 1 1 0 0,0 0-1 0 0,1 0 0 0 0,-1-1 0 0 0,0 1 0 0 0,1 0 1 0 0,-1 0-1 0 0,0-1 0 0 0,1 1 0 0 0,-1 0 1 0 0,0 0-1 0 0,1 0 0 0 0,-1 0 0 0 0,1 0 0 0 0,-1 0 1 0 0,0-1-1 0 0,1 1 0 0 0,-1 0 0 0 0,1 0 1 0 0,-1 0-1 0 0,1 0 0 0 0,-1 1 0 0 0,0-1 0 0 0,1 0 1 0 0,-1 0-1 0 0,1 0 0 0 0,-1 0 0 0 0,0 0 1 0 0,1 0-1 0 0,-1 1 0 0 0,0-1 0 0 0,1 0 0 0 0,-1 0 1 0 0,0 1-1 0 0,1-1 0 0 0,-1 0 0 0 0,0 0 1 0 0,1 1-1 0 0,-1-1 0 0 0,0 0 0 0 0,0 1 1 0 0,1-1-1 0 0,-1 0 0 0 0,0 1 0 0 0,0-1 0 0 0,0 1 1 0 0,1-1-1 0 0,-1 0 0 0 0,0 1 0 0 0,0 0 1 0 0,0-1 6 0 0,-10 25-4081 0 0,4-14-1368 0 0,4-7 2529 0 0</inkml:trace>
</inkml:ink>
</file>

<file path=ppt/ink/ink19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46:32.2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76 424 0 0,'2'2'663'0'0,"-1"0"-1"0"0,0 0 1 0 0,1 0 0 0 0,-1 0-1 0 0,1 0 1 0 0,0-1 0 0 0,-1 1 0 0 0,1 0-1 0 0,0-1 1 0 0,0 0 0 0 0,0 1-1 0 0,3 0 1 0 0,30 7 3290 0 0,-18-9-3654 0 0,1 0 1 0 0,29-5-1 0 0,1 1 498 0 0,81 12-126 0 0,-88-3-598 0 0,1-3 0 0 0,46-2 0 0 0,-85 0-69 0 0,0-1 0 0 0,-1 1 0 0 0,1-1 0 0 0,0 0 0 0 0,-1 0 0 0 0,1 0 0 0 0,-1 0 0 0 0,1 0-1 0 0,-1 0 1 0 0,0-1 0 0 0,0 1 0 0 0,1-1 0 0 0,-1 0 0 0 0,0 1 0 0 0,0-1 0 0 0,0 0 0 0 0,-1 0-1 0 0,1 0 1 0 0,0-1 0 0 0,-1 1 0 0 0,1 0 0 0 0,-1-1 0 0 0,0 1 0 0 0,2-6 0 0 0,0 1 116 0 0,-1-2 1 0 0,0 1 0 0 0,-1 0-1 0 0,1 0 1 0 0,-1-1 0 0 0,-1-11 0 0 0,0 19 69 0 0,0 3-81 0 0,-1 0 0 0 0,1 0 0 0 0,0 1 0 0 0,0-1 1 0 0,-1 0-1 0 0,2 0 0 0 0,-1 0 0 0 0,0 0 1 0 0,0 0-1 0 0,1 0 0 0 0,-1 0 0 0 0,1 0 1 0 0,-1 0-1 0 0,1 0 0 0 0,0 0 0 0 0,0 0 1 0 0,1 2-1 0 0,21 47 217 0 0,11-9-68 0 0,-32-40-261 0 0,1 0-1 0 0,-1 0 0 0 0,0 0 1 0 0,1 0-1 0 0,0 0 0 0 0,-1 0 1 0 0,1-1-1 0 0,0 1 0 0 0,0-1 0 0 0,0 0 1 0 0,0 0-1 0 0,0 0 0 0 0,0 0 1 0 0,6 1-1 0 0,-10-2-25 0 0,1-1 0 0 0,0 1-1 0 0,-1 0 1 0 0,1 0 0 0 0,-1 0 0 0 0,1-1-1 0 0,0 1 1 0 0,0 0 0 0 0,-1-1 0 0 0,1 1 0 0 0,0 0-1 0 0,-1-1 1 0 0,1 1 0 0 0,0 0 0 0 0,0-1-1 0 0,0 1 1 0 0,-1 0 0 0 0,1-1 0 0 0,0 1-1 0 0,0 0 1 0 0,0-1 0 0 0,0 1 0 0 0,0-1 0 0 0,0 1-1 0 0,0 0 1 0 0,0-1 0 0 0,0 1 0 0 0,0-1-1 0 0,0 1 1 0 0,0-1 0 0 0,0 1 0 0 0,0 0-1 0 0,0-1 1 0 0,0 1 0 0 0,0 0 0 0 0,0-1 0 0 0,1 1-1 0 0,-1-1 1 0 0,0 1 0 0 0,0 0 0 0 0,0-1-1 0 0,1 1 1 0 0,-1 0 0 0 0,0-1 0 0 0,0 1-1 0 0,1 0 1 0 0,-1 0 0 0 0,0-1 0 0 0,1 1 0 0 0,-1 0-1 0 0,0 0 1 0 0,1-1 0 0 0,-1 1 0 0 0,1 0-1 0 0,-1 0 1 0 0,0 0 0 0 0,1 0 0 0 0,-1 0-1 0 0,0 0 1 0 0,1-1 0 0 0,-1 1 0 0 0,1 0 0 0 0,-1 0-1 0 0,1 0 1 0 0,-1 0 0 0 0,0 1 0 0 0,1-1-1 0 0,0 0 1 0 0,-25-20-2498 0 0,17 18 1273 0 0,0 1 0 0 0,0 0-1 0 0,0 1 1 0 0,0 0 0 0 0,-8 0-1 0 0,8 0-882 0 0</inkml:trace>
</inkml:ink>
</file>

<file path=ppt/ink/ink19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46:32.8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21 395 756 0 0,'-4'-15'6566'0'0,"-1"7"-1841"0"0,4 8-4711 0 0,1 0 0 0 0,0 0 0 0 0,-1 0 0 0 0,1 0 0 0 0,-1 0-1 0 0,1 0 1 0 0,-1 1 0 0 0,1-1 0 0 0,-1 0 0 0 0,1 0 0 0 0,0 0 0 0 0,-1 0 0 0 0,1 0 0 0 0,-1 1-1 0 0,1-1 1 0 0,0 0 0 0 0,-1 0 0 0 0,1 1 0 0 0,-1-1 0 0 0,1 0 0 0 0,0 1 0 0 0,0-1-1 0 0,-1 0 1 0 0,1 1 0 0 0,0-1 0 0 0,-1 0 0 0 0,1 1 0 0 0,0-1 0 0 0,0 1 0 0 0,0-1 0 0 0,0 0-1 0 0,-1 1 1 0 0,1-1 0 0 0,0 1 0 0 0,0-1 0 0 0,0 1 0 0 0,0-1 0 0 0,0 1 0 0 0,0-1 0 0 0,0 0-1 0 0,0 1 1 0 0,0-1 0 0 0,0 1 0 0 0,0-1 0 0 0,0 1 0 0 0,1-1 0 0 0,-1 1 0 0 0,0-1 0 0 0,0 0-1 0 0,0 1 1 0 0,1-1 0 0 0,-1 1 0 0 0,0-1 0 0 0,0 0 0 0 0,1 1 0 0 0,-1-1 0 0 0,1 1 0 0 0,1 0 23 0 0,0 0 0 0 0,0 1 0 0 0,1-1 0 0 0,-1 0 0 0 0,0 0 0 0 0,1-1 0 0 0,-1 1 1 0 0,1 0-1 0 0,-1-1 0 0 0,1 0 0 0 0,-1 1 0 0 0,4-1 0 0 0,8 0-9 0 0,-1 0 0 0 0,0 0-1 0 0,1-2 1 0 0,-1 1-1 0 0,0-2 1 0 0,0 0 0 0 0,0 0-1 0 0,0-1 1 0 0,-1-1 0 0 0,1 0-1 0 0,-1-1 1 0 0,0 0 0 0 0,-1-1-1 0 0,1 0 1 0 0,-1-1 0 0 0,-1 0-1 0 0,0 0 1 0 0,0-1 0 0 0,0-1-1 0 0,8-11 1 0 0,-9 6 176 0 0,0-1 1 0 0,-1-1-1 0 0,-1 0 1 0 0,-1 0-1 0 0,0 0 0 0 0,6-30 1 0 0,-10 37 88 0 0,0 1-1 0 0,0 0 1 0 0,-1 0 0 0 0,0-1 0 0 0,-1 1 0 0 0,0-1-1 0 0,0 1 1 0 0,-1-1 0 0 0,0 1 0 0 0,-1 0 0 0 0,-5-19-1 0 0,6 28-269 0 0,1-1 0 0 0,0 1 0 0 0,0-1 0 0 0,-1 1 0 0 0,1 0 0 0 0,0-1-1 0 0,-1 1 1 0 0,1-1 0 0 0,0 1 0 0 0,-1 0 0 0 0,1-1 0 0 0,-1 1-1 0 0,1 0 1 0 0,-1-1 0 0 0,1 1 0 0 0,-1 0 0 0 0,1-1 0 0 0,-1 1 0 0 0,1 0-1 0 0,-1 0 1 0 0,1 0 0 0 0,-1 0 0 0 0,1 0 0 0 0,-1-1 0 0 0,1 1 0 0 0,-1 0-1 0 0,0 0 1 0 0,1 0 0 0 0,-1 1 0 0 0,1-1 0 0 0,-1 0 0 0 0,0 0 0 0 0,-19 14 340 0 0,-9 27 57 0 0,10 2-291 0 0,2 1 1 0 0,-13 50-1 0 0,16-44-3081 0 0,-31 69-1 0 0,21-76-4415 0 0,16-24 3143 0 0</inkml:trace>
</inkml:ink>
</file>

<file path=ppt/ink/ink19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47:06.0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56 63 120 0 0,'16'-25'2665'0'0,"10"-12"2969"0"0,-24 40-5396 0 0,0 0 0 0 0,0 0 1 0 0,-1 0-1 0 0,1 1 0 0 0,-1-1 0 0 0,0 1 1 0 0,1 5-1 0 0,-1 7 173 0 0,-1 0 1 0 0,0 0-1 0 0,-1 0 0 0 0,-7 30 1 0 0,-1 29 317 0 0,4-20-52 0 0,-13 67 0 0 0,3-33-190 0 0,-16 89-670 0 0,8-105-9395 0 0,21-68 6655 0 0</inkml:trace>
</inkml:ink>
</file>

<file path=ppt/ink/ink19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47:09.2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0 103 144 0 0,'26'-46'3021'0'0,"-25"45"-2864"0"0,19-36 2064 0 0,-9 19 1065 0 0,-7 33-2201 0 0,-4 52-1435 0 0,0-49 708 0 0,-13 162 42 0 0,13-174-973 0 0,0 26 1654 0 0,-3-13-8479 0 0</inkml:trace>
</inkml:ink>
</file>

<file path=ppt/ink/ink19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47:10.2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1 207 308 0 0,'31'5'732'0'0,"1"-5"-472"0"0,1-1 0 0 0,-1-2 0 0 0,1-2-1 0 0,-1 0 1 0 0,0-3 0 0 0,-1 0 0 0 0,0-2 0 0 0,40-18-1 0 0,-66 25-143 0 0,1-1-1 0 0,-1 1 1 0 0,0-1-1 0 0,0 0 1 0 0,-1 0-1 0 0,1 0 1 0 0,-1 0-1 0 0,0-1 1 0 0,0 0-1 0 0,0 0 1 0 0,-1 0-1 0 0,0 0 1 0 0,0-1-1 0 0,0 1 1 0 0,-1-1-1 0 0,1 0 1 0 0,-1 1-1 0 0,-1-1 1 0 0,1 0-1 0 0,-1 0 1 0 0,0 0-1 0 0,0-1 1 0 0,-1 1-1 0 0,0-12 1 0 0,0 17 34 0 0,0 1-129 0 0,0 0 0 0 0,0 0 0 0 0,0 0 1 0 0,0 0-1 0 0,0-1 0 0 0,0 1 0 0 0,0 0 0 0 0,0 0 0 0 0,0 0 0 0 0,0 0 1 0 0,0 0-1 0 0,0 0 0 0 0,0-1 0 0 0,0 1 0 0 0,0 0 0 0 0,0 0 0 0 0,0 0 1 0 0,0 0-1 0 0,0 0 0 0 0,0-1 0 0 0,0 1 0 0 0,0 0 0 0 0,0 0 1 0 0,0 0-1 0 0,0 0 0 0 0,0 0 0 0 0,0 0 0 0 0,0-1 0 0 0,0 1 0 0 0,0 0 1 0 0,0 0-1 0 0,0 0 0 0 0,0 0 0 0 0,-1 0 0 0 0,1 0 0 0 0,0 0 1 0 0,0 0-1 0 0,0 0 0 0 0,0-1 0 0 0,0 1 0 0 0,0 0 0 0 0,0 0 0 0 0,-1 0 1 0 0,1 0-1 0 0,0 0 0 0 0,0 0 0 0 0,0 0 0 0 0,0 0 0 0 0,0 0 0 0 0,0 0 1 0 0,-1 0-1 0 0,1 0 0 0 0,0 0 0 0 0,0 0 0 0 0,0 0 0 0 0,0 0 1 0 0,-1 0-1 0 0,-3 4 34 0 0,0 0 0 0 0,-1 0 0 0 0,1 0 0 0 0,1 0 0 0 0,-1 1 0 0 0,1-1 0 0 0,-1 1 0 0 0,1 0 0 0 0,1 0 0 0 0,-1 1 0 0 0,1-1 1 0 0,0 0-1 0 0,0 1 0 0 0,-2 10 0 0 0,-3 15 120 0 0,-4 49 1 0 0,4-20-14 0 0,-6 13 11 0 0,13-73-150 0 0,-1 9 958 0 0,1-13-978 0 0,0 0 4 0 0,1 1-1 0 0,-1 0 1 0 0,1-1 0 0 0,-1 1 0 0 0,1 0 0 0 0,0 0 0 0 0,0 0-1 0 0,1 0 1 0 0,-1 0 0 0 0,4-5 0 0 0,-1-2 1 0 0,9-13 6 0 0,-13 22-19 0 0,2-1 7 0 0,-2 2-3 0 0,0-1 1 0 0,0 1-1 0 0,0 0 1 0 0,0 0-1 0 0,0-1 1 0 0,0 1 0 0 0,0 0-1 0 0,0-1 1 0 0,0 1-1 0 0,0 0 1 0 0,0 0 0 0 0,1-1-1 0 0,-1 1 1 0 0,0 0-1 0 0,0 0 1 0 0,0-1-1 0 0,0 1 1 0 0,1 0 0 0 0,-1 0-1 0 0,0 0 1 0 0,0-1-1 0 0,1 1 1 0 0,-1 0-1 0 0,0 0 1 0 0,0 0 0 0 0,1 0-1 0 0,-1 0 1 0 0,0 0-1 0 0,0-1 1 0 0,1 1-1 0 0,-1 0 1 0 0,0 0 0 0 0,1 0-1 0 0,-1 0 1 0 0,0 0-1 0 0,1 0 1 0 0,-1 0 0 0 0,0 0-1 0 0,0 0 1 0 0,1 0-1 0 0,10 8 5 0 0,3 1 3 0 0,-1-1 0 0 0,1 0 0 0 0,0 0 0 0 0,29 9-1 0 0,-39-16-6 0 0,0 0-1 0 0,0 0 0 0 0,0 0 0 0 0,0 0 1 0 0,0-1-1 0 0,0 0 0 0 0,0 0 1 0 0,0 0-1 0 0,0 0 0 0 0,0-1 0 0 0,0 1 1 0 0,0-1-1 0 0,0 0 0 0 0,0 0 1 0 0,-1-1-1 0 0,1 1 0 0 0,0-1 0 0 0,0 0 1 0 0,-1 0-1 0 0,0 0 0 0 0,1 0 0 0 0,-1-1 1 0 0,0 1-1 0 0,0-1 0 0 0,4-5 1 0 0,2-2 90 0 0,11-9 929 0 0,-19 19-1016 0 0,-1 0 0 0 0,1 0 0 0 0,0 0 0 0 0,0 0-1 0 0,0 0 1 0 0,0 0 0 0 0,-1 1 0 0 0,1-1 0 0 0,0 0-1 0 0,0 0 1 0 0,0 1 0 0 0,-1-1 0 0 0,1 1 0 0 0,0-1-1 0 0,0 1 1 0 0,-1-1 0 0 0,1 1 0 0 0,0-1 0 0 0,-1 1-1 0 0,1 0 1 0 0,-1-1 0 0 0,1 1 0 0 0,-1 0 0 0 0,1-1-1 0 0,-1 1 1 0 0,1 0 0 0 0,-1 0 0 0 0,0 0 0 0 0,1-1-1 0 0,-1 1 1 0 0,0 0 0 0 0,0 1 0 0 0,18 23-1952 0 0,-5-11-3053 0 0,-6-8 2465 0 0</inkml:trace>
</inkml:ink>
</file>

<file path=ppt/ink/ink19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47:10.6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9 324 0 0,'0'0'596'0'0,"4"-5"464"0"0,-1 1-972 0 0</inkml:trace>
</inkml:ink>
</file>

<file path=ppt/ink/ink19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47:11.4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 1 640 0 0,'1'5'8190'0'0,"6"17"-7638"0"0,-5-1-200 0 0,0 0 1 0 0,-1 1-1 0 0,-4 40 0 0 0,-9 21-6840 0 0,10-72 4065 0 0</inkml:trace>
</inkml:ink>
</file>

<file path=ppt/ink/ink19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47:12.4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43 47 40 0 0,'1'-9'3781'0'0,"1"22"-2626"0"0,1 28-236 0 0,-9 20 612 0 0,-17 81 0 0 0,23-141-1462 0 0,0 0 0 0 0,0 0 0 0 0,0 1 0 0 0,0-1-1 0 0,0 0 1 0 0,0 0 0 0 0,0 0 0 0 0,-1 0 0 0 0,1 0-1 0 0,0-1 1 0 0,-1 1 0 0 0,1 0 0 0 0,0 0-1 0 0,-1 0 1 0 0,1 0 0 0 0,-1 0 0 0 0,0 0 0 0 0,1-1-1 0 0,-1 1 1 0 0,0 0 0 0 0,1 0 0 0 0,-3 0 0 0 0,-3-21 348 0 0,2-45-304 0 0,7 24-11 0 0,-3 23-83 0 0,1 0 1 0 0,0 0-1 0 0,2 0 0 0 0,0 1 1 0 0,1-1-1 0 0,1 1 1 0 0,7-18-1 0 0,-12 34-19 0 0,0-1 0 0 0,1 1 0 0 0,-1 0 0 0 0,1 0-1 0 0,-1 0 1 0 0,1 0 0 0 0,-1 0 0 0 0,1 1 0 0 0,-1-1 0 0 0,1 0 0 0 0,0 0 0 0 0,0 0 0 0 0,0 0-1 0 0,-1 1 1 0 0,1-1 0 0 0,0 0 0 0 0,0 1 0 0 0,0-1 0 0 0,0 1 0 0 0,0-1 0 0 0,0 1 0 0 0,0-1-1 0 0,0 1 1 0 0,0 0 0 0 0,0-1 0 0 0,1 1 0 0 0,-1 0 0 0 0,1 0 0 0 0,0 0 0 0 0,0 1 1 0 0,0 0 0 0 0,0 0-1 0 0,-1-1 1 0 0,1 1 0 0 0,0 0-1 0 0,-1 1 1 0 0,1-1-1 0 0,-1 0 1 0 0,1 0 0 0 0,-1 1-1 0 0,1-1 1 0 0,-1 1 0 0 0,2 1-1 0 0,3 7-1 0 0,1-1 0 0 0,-1 1 0 0 0,7 19-1 0 0,-1 0-111 0 0,2 0 0 0 0,0-1-1 0 0,20 28 1 0 0,-29-48 51 0 0,0 0 0 0 0,1-1 0 0 0,0 0 0 0 0,0 0 0 0 0,1-1-1 0 0,0 1 1 0 0,0-1 0 0 0,0-1 0 0 0,1 0 0 0 0,-1 0 0 0 0,1 0 0 0 0,1-1 0 0 0,-1 0 0 0 0,1 0 0 0 0,11 3 0 0 0,-18-7 53 0 0,1 0 1 0 0,-1 1-1 0 0,0-1 0 0 0,0 0 0 0 0,1 0 1 0 0,-1 0-1 0 0,0 0 0 0 0,0 0 0 0 0,1-1 1 0 0,-1 1-1 0 0,0-1 0 0 0,0 1 0 0 0,0-1 1 0 0,0 0-1 0 0,0 0 0 0 0,0 0 0 0 0,0 0 1 0 0,0 0-1 0 0,0-1 0 0 0,0 1 0 0 0,3-3 1 0 0,-2 0 19 0 0,0 0 0 0 0,0 0 1 0 0,-1 0-1 0 0,1 0 1 0 0,-1 0-1 0 0,0-1 1 0 0,0 1-1 0 0,0-1 0 0 0,1-7 1 0 0,1-8 143 0 0,0 1 0 0 0,-2-1 0 0 0,0-35 0 0 0,-2-91 1144 0 0,-2 155-7877 0 0,1-6 5597 0 0,-2 5-1363 0 0</inkml:trace>
</inkml:ink>
</file>

<file path=ppt/ink/ink19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47:13.1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71 30 288 0 0,'0'-1'190'0'0,"0"0"0"0"0,0-1 0 0 0,1 1 1 0 0,-1 0-1 0 0,0 0 0 0 0,0-1 0 0 0,0 1 0 0 0,0 0 0 0 0,-1 0 1 0 0,1 0-1 0 0,0-1 0 0 0,0 1 0 0 0,-1 0 0 0 0,1 0 0 0 0,-1 0 1 0 0,1 0-1 0 0,-1 0 0 0 0,1-1 0 0 0,-1 1 0 0 0,0 0 0 0 0,0 0 0 0 0,1 0 1 0 0,-1 1-1 0 0,-2-3 0 0 0,2 4-66 0 0,0-1 1 0 0,0 0-1 0 0,0 0 0 0 0,0 1 1 0 0,0-1-1 0 0,0 0 1 0 0,-1 1-1 0 0,1-1 0 0 0,0 1 1 0 0,0 0-1 0 0,0-1 0 0 0,1 1 1 0 0,-1 0-1 0 0,0-1 0 0 0,0 1 1 0 0,0 0-1 0 0,0 0 1 0 0,1 0-1 0 0,-2 2 0 0 0,-4 4 74 0 0,0 1-1 0 0,1 0 0 0 0,0 1 0 0 0,0-1 1 0 0,-4 13-1 0 0,8-15-153 0 0,-1 0 1 0 0,1 0-1 0 0,1 1 0 0 0,-1-1 1 0 0,1 1-1 0 0,0-1 1 0 0,1 0-1 0 0,-1 1 0 0 0,1-1 1 0 0,0 0-1 0 0,1 1 1 0 0,0-1-1 0 0,0 0 0 0 0,0 0 1 0 0,0 0-1 0 0,1-1 1 0 0,0 1-1 0 0,0 0 0 0 0,8 8 1 0 0,-8-10-36 0 0,-1-1 0 0 0,1 0 0 0 0,0 0 0 0 0,1-1 0 0 0,-1 1 0 0 0,0-1 0 0 0,1 0 0 0 0,-1 1 0 0 0,1-1 0 0 0,0-1 0 0 0,0 1 0 0 0,-1-1 0 0 0,1 1 0 0 0,0-1 1 0 0,0 0-1 0 0,1 0 0 0 0,-1-1 0 0 0,0 1 0 0 0,0-1 0 0 0,0 0 0 0 0,0 0 0 0 0,0-1 0 0 0,1 1 0 0 0,-1-1 0 0 0,0 0 0 0 0,0 0 0 0 0,0 0 0 0 0,0 0 0 0 0,0-1 0 0 0,-1 0 0 0 0,7-3 0 0 0,-6 2 5 0 0,1 1 0 0 0,-1-2 0 0 0,0 1 0 0 0,0 0 0 0 0,0-1 0 0 0,-1 1 0 0 0,1-1 0 0 0,-1 0 0 0 0,0-1 0 0 0,0 1 0 0 0,-1 0 0 0 0,1-1 0 0 0,-1 1 0 0 0,0-1 0 0 0,0 0 0 0 0,0 0 0 0 0,1-5 0 0 0,-2 2-19 0 0,1 1 1 0 0,-1 0-1 0 0,-1 0 1 0 0,1-1 0 0 0,-1 1-1 0 0,0 0 1 0 0,-1 0-1 0 0,0-1 1 0 0,0 1 0 0 0,-1 0-1 0 0,-3-11 1 0 0,5 17-268 0 0,-2 1-795 0 0,-4 0 831 0 0,-9 7-6586 0 0</inkml:trace>
</inkml:ink>
</file>

<file path=ppt/ink/ink19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47:13.6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1 208 0 0,'0'0'1610'0'0,"6"14"-230"0"0,-8 1-983 0 0,0 0 1 0 0,2 0-1 0 0,0-1 0 0 0,0 1 0 0 0,4 16 0 0 0,-4-27-362 0 0,1-1-1 0 0,0 1 0 0 0,0 0 0 0 0,0-1 1 0 0,0 1-1 0 0,0-1 0 0 0,1 0 0 0 0,0 1 1 0 0,-1-1-1 0 0,1 0 0 0 0,1 0 0 0 0,-1 0 1 0 0,0 0-1 0 0,1 0 0 0 0,-1-1 0 0 0,1 1 0 0 0,0-1 1 0 0,0 1-1 0 0,0-1 0 0 0,0 0 0 0 0,0 0 1 0 0,0-1-1 0 0,1 1 0 0 0,-1-1 0 0 0,1 1 1 0 0,3 0-1 0 0,-5-2 6 0 0,1 1 0 0 0,-1-1 1 0 0,1 0-1 0 0,-1 0 0 0 0,1 0 0 0 0,-1-1 0 0 0,1 1 1 0 0,-1-1-1 0 0,1 1 0 0 0,-1-1 0 0 0,0 0 0 0 0,1 0 1 0 0,-1 0-1 0 0,0 0 0 0 0,0 0 0 0 0,1 0 0 0 0,-1-1 1 0 0,0 1-1 0 0,0-1 0 0 0,-1 1 0 0 0,1-1 0 0 0,0 0 1 0 0,0 0-1 0 0,-1 0 0 0 0,1 0 0 0 0,-1 0 0 0 0,0 0 1 0 0,0 0-1 0 0,0 0 0 0 0,0-1 0 0 0,0 1 0 0 0,1-3 1 0 0,2-5 130 0 0,-1 1 1 0 0,0-1 0 0 0,-1 0-1 0 0,0 0 1 0 0,-1 0 0 0 0,1-17-1 0 0,-2-1 195 0 0,0 17-6121 0 0</inkml:trace>
</inkml:ink>
</file>

<file path=ppt/ink/ink19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47:14.2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12 113 296 0 0,'0'0'693'0'0,"7"44"2993"0"0,-22 58-774 0 0,12-106-2049 0 0,3-17-824 0 0,11-10 54 0 0,-6 15 28 0 0,1 0 0 0 0,0 0 1 0 0,1 1-1 0 0,0 0 0 0 0,1 0 0 0 0,19-25 0 0 0,-27 40-101 0 0,1-1 0 0 0,0 0 0 0 0,-1 0 0 0 0,1 0-1 0 0,-1 1 1 0 0,1-1 0 0 0,0 0 0 0 0,-1 1 0 0 0,1-1 0 0 0,0 0 0 0 0,0 1-1 0 0,0-1 1 0 0,0 1 0 0 0,-1 0 0 0 0,1-1 0 0 0,0 1 0 0 0,0 0-1 0 0,0-1 1 0 0,0 1 0 0 0,0 0 0 0 0,0 0 0 0 0,1 0 0 0 0,10 13 220 0 0,2 6-187 0 0,19 24 35 0 0,-22-33-57 0 0,-9-8-28 0 0,0 0 1 0 0,0 0 0 0 0,1 0-1 0 0,-1-1 1 0 0,0 1 0 0 0,1 0-1 0 0,-1-1 1 0 0,1 0 0 0 0,-1 1 0 0 0,1-1-1 0 0,0 0 1 0 0,0 0 0 0 0,2 0-1 0 0,-3-1 24 0 0,25-19 374 0 0,-21 9-103 0 0,0-1 0 0 0,-1 1-1 0 0,0-1 1 0 0,5-14-1 0 0,-5-12-1234 0 0,-5 34 223 0 0,0-1-1 0 0,-1 1 1 0 0,1 0-1 0 0,-1 0 1 0 0,0 0-1 0 0,0 0 1 0 0,0-1-1 0 0,0 1 1 0 0,-2-3-1 0 0,0 0-1641 0 0</inkml:trace>
</inkml:ink>
</file>

<file path=ppt/ink/ink19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47:14.6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375 1 20 0 0,'3'4'328'0'0,"1"1"0"0"0,-1-1-1 0 0,1 1 1 0 0,-1 0 0 0 0,-1 0 0 0 0,1 1-1 0 0,-1-1 1 0 0,0 1 0 0 0,0-1 0 0 0,0 1-1 0 0,-1-1 1 0 0,0 1 0 0 0,0 0 0 0 0,-1 0-1 0 0,1 0 1 0 0,-1-1 0 0 0,-1 1 0 0 0,1 0-1 0 0,-1 0 1 0 0,0 0 0 0 0,-2 8 0 0 0,-1 1-51 0 0,0 1 1 0 0,-1 0 0 0 0,0-1-1 0 0,-2 0 1 0 0,0 0 0 0 0,-13 22-1 0 0,5-17-321 0 0,-1-1-1 0 0,0 0 1 0 0,-2-1-1 0 0,0-1 1 0 0,-1-1 0 0 0,0 0-1 0 0,-36 20 1 0 0,24-17-1696 0 0,0-2 1 0 0,-48 17 0 0 0,45-21-286 0 0</inkml:trace>
</inkml:ink>
</file>

<file path=ppt/ink/ink19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47:14.9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116 0 248 0 0,'-11'11'251'0'0,"0"0"1"0"0,1 0-1 0 0,0 1 0 0 0,1 0 0 0 0,0 1 1 0 0,1 0-1 0 0,1 1 0 0 0,0 0 1 0 0,1 0-1 0 0,0 0 0 0 0,1 0 0 0 0,1 1 1 0 0,0 0-1 0 0,1 0 0 0 0,1 0 1 0 0,0 1-1 0 0,1-1 0 0 0,1 29 0 0 0,2 3 81 0 0,2 0 0 0 0,2-1-1 0 0,2 0 1 0 0,20 65-1 0 0,-18-80-440 0 0,2 0-1 0 0,2 0 1 0 0,1-2-1 0 0,1 1 0 0 0,1-2 1 0 0,1 0-1 0 0,28 30 1 0 0,22 14-2760 0 0,-31-41 1214 0 0</inkml:trace>
</inkml:ink>
</file>

<file path=ppt/ink/ink19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47:18.2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1 120 0 0,'1'14'7611'0'0,"0"14"-3755"0"0,5 151-1902 0 0,13 129-314 0 0,-19-307-1893 0 0,1 0-320 0 0,-1-1 520 0 0,0 0 1 0 0,0 1-1 0 0,0-1 0 0 0,0 0 1 0 0,0 0-1 0 0,0 0 0 0 0,1 1 0 0 0,-1-1 1 0 0,0 0-1 0 0,0 0 0 0 0,0 1 1 0 0,0-1-1 0 0,0 0 0 0 0,0 0 0 0 0,0 1 1 0 0,0-1-1 0 0,0 0 0 0 0,-1 0 1 0 0,1 0-1 0 0,0 1 0 0 0,0-1 0 0 0,0 0 1 0 0,0 0-1 0 0,0 0 0 0 0,0 1 1 0 0,0-1-1 0 0,0 0 0 0 0,-1 0 0 0 0,1 0 1 0 0,0 1-1 0 0,0-1 0 0 0,0 0 1 0 0,0 0-1 0 0,-1 0 0 0 0,1 0 0 0 0,0 0 1 0 0,0 1-1 0 0,0-1 0 0 0,-1 0 0 0 0,1 0 1 0 0,0 0-1 0 0,-1 0 0 0 0</inkml:trace>
</inkml:ink>
</file>

<file path=ppt/ink/ink19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47:18.8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 57 312 0 0,'-6'-36'4378'0'0,"6"35"-4315"0"0,0 1 0 0 0,0-1 1 0 0,0 0-1 0 0,0 0 0 0 0,1 0 1 0 0,-1 0-1 0 0,0 0 0 0 0,0 0 1 0 0,1 1-1 0 0,-1-1 0 0 0,1 0 1 0 0,-1 0-1 0 0,1 0 0 0 0,-1 1 1 0 0,1-1-1 0 0,-1 0 0 0 0,1 1 0 0 0,-1-1 1 0 0,1 0-1 0 0,0 1 0 0 0,0-1 1 0 0,-1 1-1 0 0,1-1 0 0 0,0 1 1 0 0,0-1-1 0 0,-1 1 0 0 0,1 0 1 0 0,0-1-1 0 0,0 1 0 0 0,0 0 1 0 0,1-1-1 0 0,-1 1 122 0 0,43 16 894 0 0,12 15-1168 0 0,69 50 1 0 0,-82-51-4559 0 0,-38-27 2871 0 0</inkml:trace>
</inkml:ink>
</file>

<file path=ppt/ink/ink19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47:20.2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 68 296 0 0,'6'-34'3080'0'0,"-2"14"-1282"0"0,-3 7 899 0 0,1 43-2039 0 0,-9 105 533 0 0,-4 46-197 0 0,1-6-300 0 0,7-148-715 0 0,-1 14-950 0 0,-3-16-5269 0 0</inkml:trace>
</inkml:ink>
</file>

<file path=ppt/ink/ink19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47:21.4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234 145 736 0 0,'1'-15'1050'0'0,"1"1"0"0"0,0 0 0 0 0,0 0 0 0 0,8-20 0 0 0,0-6 1413 0 0,-4 26-947 0 0,-2 22-386 0 0,-1 24-444 0 0,-28 123 172 0 0,-3 117-219 0 0,22-189-396 0 0,12-293 517 0 0,-6 208-760 0 0,0 0-1 0 0,0-1 0 0 0,0 1 1 0 0,0 0-1 0 0,0-1 1 0 0,-1 1-1 0 0,1 0 0 0 0,-1-1 1 0 0,0 1-1 0 0,1 0 1 0 0,-1 0-1 0 0,0-1 0 0 0,0 1 1 0 0,0 0-1 0 0,-1 0 0 0 0,1 0 1 0 0,0 0-1 0 0,-1 1 1 0 0,1-1-1 0 0,-1 0 0 0 0,0 1 1 0 0,-3-4-1 0 0,2 4-1 0 0,-1 0 0 0 0,1-1 0 0 0,0 2 0 0 0,0-1 0 0 0,-1 0 0 0 0,1 0 0 0 0,0 1-1 0 0,-1 0 1 0 0,1 0 0 0 0,-1 0 0 0 0,1 0 0 0 0,0 0 0 0 0,-1 1 0 0 0,-3 0 0 0 0,-4 2-4 0 0,0 0 1 0 0,1 1 0 0 0,-1 0-1 0 0,1 0 1 0 0,0 1-1 0 0,0 1 1 0 0,0 0 0 0 0,-15 12-1 0 0,22-16 0 0 0,0 1 0 0 0,0 1 0 0 0,0-1 0 0 0,0 0 0 0 0,1 1 0 0 0,-1-1-1 0 0,1 1 1 0 0,0 0 0 0 0,0 0 0 0 0,0 0 0 0 0,0 0 0 0 0,1 0 0 0 0,0 0 0 0 0,0 1 0 0 0,0-1-1 0 0,0 0 1 0 0,0 1 0 0 0,1-1 0 0 0,0 1 0 0 0,0-1 0 0 0,1 7 0 0 0,0-8-27 0 0,0 1 1 0 0,0-1 0 0 0,0 0-1 0 0,1 0 1 0 0,-1 0 0 0 0,1 0-1 0 0,0 0 1 0 0,0 0 0 0 0,0 0-1 0 0,0 0 1 0 0,0-1 0 0 0,1 1-1 0 0,-1-1 1 0 0,1 0-1 0 0,0 0 1 0 0,0 0 0 0 0,-1 0-1 0 0,1 0 1 0 0,1 0 0 0 0,-1-1-1 0 0,0 1 1 0 0,0-1 0 0 0,0 0-1 0 0,1 0 1 0 0,-1 0 0 0 0,0-1-1 0 0,1 1 1 0 0,3-1 0 0 0,12 2-190 0 0,0-2 0 0 0,0 0 0 0 0,0-1 0 0 0,0-1 0 0 0,0 0 0 0 0,27-8 0 0 0,108-43-425 0 0,-109 36 479 0 0,-25 8 84 0 0,-1 0-1 0 0,29-20 1 0 0,-20 11 87 0 0,-27 18 18 0 0,22 74 98 0 0,-21-71-120 0 0,1 0-1 0 0,-1-1 1 0 0,1 1 0 0 0,0-1 0 0 0,0 0 0 0 0,0 1 0 0 0,0-1 0 0 0,0 0 0 0 0,0-1 0 0 0,1 1 0 0 0,-1-1 0 0 0,0 1 0 0 0,1-1 0 0 0,-1 0-1 0 0,1 0 1 0 0,0-1 0 0 0,-1 1 0 0 0,1-1 0 0 0,0 0 0 0 0,-1 1 0 0 0,1-2 0 0 0,0 1 0 0 0,-1 0 0 0 0,1-1 0 0 0,0 0 0 0 0,-1 0-1 0 0,1 0 1 0 0,-1 0 0 0 0,1 0 0 0 0,-1-1 0 0 0,5-2 0 0 0,-3 1 36 0 0,1 1 0 0 0,-1-2 0 0 0,1 1 0 0 0,-1-1 0 0 0,0 0 0 0 0,-1 0 0 0 0,1 0-1 0 0,-1 0 1 0 0,1-1 0 0 0,-1 0 0 0 0,-1 0 0 0 0,1 0 0 0 0,-1 0 0 0 0,0-1 0 0 0,0 1 0 0 0,0-1 0 0 0,3-11 0 0 0,-5 14-14 0 0,0 0 1 0 0,0 0-1 0 0,0 0 1 0 0,-1 0 0 0 0,1-1-1 0 0,-1 1 1 0 0,0 0 0 0 0,0 0-1 0 0,0 0 1 0 0,0 0-1 0 0,-1 0 1 0 0,1-1 0 0 0,-1 1-1 0 0,0 0 1 0 0,0 0-1 0 0,0 0 1 0 0,0 0 0 0 0,0 0-1 0 0,-1 1 1 0 0,1-1-1 0 0,-1 0 1 0 0,0 1 0 0 0,0-1-1 0 0,0 1 1 0 0,0-1-1 0 0,0 1 1 0 0,0 0 0 0 0,-1 0-1 0 0,-2-2 1 0 0,3 3-294 0 0,-2 3-429 0 0,-11 4-305 0 0,7 1-4585 0 0,5-3 3167 0 0</inkml:trace>
</inkml:ink>
</file>

<file path=ppt/ink/ink19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47:21.8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 36 16 0 0,'5'51'3423'0'0,"-4"-46"-3275"0"0,1 0 0 0 0,-1-1 0 0 0,1 1 0 0 0,0-1 0 0 0,1 1 0 0 0,-1-1 0 0 0,5 6 0 0 0,7 12 2542 0 0,-1-46-1118 0 0,-13 17-1330 0 0,0 0 0 0 0,0 0 0 0 0,-1 0 0 0 0,0 0 0 0 0,-1 0 1 0 0,0 0-1 0 0,-4-12 0 0 0,5 15-176 0 0,-1 0 0 0 0,0 0 0 0 0,1 0 0 0 0,-1 0 0 0 0,-1 0 0 0 0,1 0 0 0 0,0 0 0 0 0,-1 0 0 0 0,0 1 0 0 0,0 0 0 0 0,0-1 0 0 0,0 1 0 0 0,-6-4 0 0 0,7 7-395 0 0,1-1 0 0 0,-1 1-1 0 0,0-1 1 0 0,1 1 0 0 0,-1 0-1 0 0,0 0 1 0 0,0 0 0 0 0,1 0-1 0 0,-1 0 1 0 0,0 0 0 0 0,1 1-1 0 0,-1-1 1 0 0,0 0 0 0 0,-2 2-1 0 0,-4 0-1873 0 0</inkml:trace>
</inkml:ink>
</file>

<file path=ppt/ink/ink19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6T13:47:22.1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0 161 240 0 0,'11'10'1194'0'0,"-1"0"1"0"0,-1 0-1 0 0,0 1 0 0 0,0 0 1 0 0,-1 1-1 0 0,7 13 0 0 0,-15-24-692 0 0,23-17 2115 0 0,-5-7-2182 0 0,2 0-1 0 0,0 2 1 0 0,1 0-1 0 0,1 1 1 0 0,32-21 0 0 0,6 1-2682 0 0,4 3-3985 0 0,-47 28 2940 0 0</inkml:trace>
</inkml:ink>
</file>

<file path=ppt/ink/ink19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7T06:08:02.9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1 440 0 0,'0'0'4140'0'0,"8"1"-1923"0"0</inkml:trace>
</inkml:ink>
</file>

<file path=ppt/ink/ink19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7T06:08:46.3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8 1044 0 0,'0'0'4601'0'0,"18"-8"-4161"0"0,1 11-624 0 0,3 1-2853 0 0,-4-3 1461 0 0</inkml:trace>
</inkml:ink>
</file>

<file path=ppt/ink/ink19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7T06:08:46.6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0 372 0 0,'1'4'2535'0'0,"2"1"1849"0"0</inkml:trace>
</inkml:ink>
</file>

<file path=ppt/ink/ink19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7T06:10:20.0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1 824 0 0,'0'12'2168'0'0</inkml:trace>
</inkml:ink>
</file>

<file path=ppt/ink/ink19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4:52:31.7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80 252 660 0 0,'17'-32'6499'0'0,"-16"32"-6418"0"0,-1 1-1 0 0,1 0 1 0 0,0-1 0 0 0,0 1 0 0 0,0 0 0 0 0,-1-1 0 0 0,1 1 0 0 0,0 0 0 0 0,0 0 0 0 0,-1-1 0 0 0,1 1-1 0 0,-1 0 1 0 0,1 0 0 0 0,-1 0 0 0 0,1 0 0 0 0,-1 0 0 0 0,0 0 0 0 0,1 0 0 0 0,-1 0 0 0 0,0 0 0 0 0,0 0 0 0 0,0 0-1 0 0,0 0 1 0 0,0 2 0 0 0,10 42 81 0 0,-5 19 77 0 0,-3 1 0 0 0,-3-1 0 0 0,-2 1 0 0 0,-19 98 0 0 0,11-119 409 0 0,-22 55 1 0 0,33-99-627 0 0,0 0 0 0 0,0 1 0 0 0,0-1-1 0 0,-1 1 1 0 0,1-1 0 0 0,0 0 0 0 0,0 1 0 0 0,0-1 0 0 0,-1 0-1 0 0,1 1 1 0 0,0-1 0 0 0,-1 0 0 0 0,1 1 0 0 0,0-1 0 0 0,-1 0-1 0 0,1 0 1 0 0,0 1 0 0 0,-1-1 0 0 0,1 0 0 0 0,0 0 0 0 0,-1 0-1 0 0,1 0 1 0 0,-1 1 0 0 0,1-1 0 0 0,-1 0 0 0 0,1 0 0 0 0,0 0-1 0 0,-1 0 1 0 0,1 0 0 0 0,-1 0 0 0 0,1 0 0 0 0,-1 0 0 0 0,1 0-1 0 0,0 0 1 0 0,-1 0 0 0 0,1 0 0 0 0,-1-1 0 0 0,1 1 0 0 0,0 0-1 0 0,-1 0 1 0 0,1 0 0 0 0,-1-1 0 0 0,1 1 0 0 0,0 0 0 0 0,-1 0 0 0 0,1-1-1 0 0,0 1 1 0 0,-1 0 0 0 0,1 0 0 0 0,0-1 0 0 0,0 1 0 0 0,-1 0-1 0 0,1-1 1 0 0,0 1 0 0 0,-1-1 0 0 0,-14-21 73 0 0,9-2-42 0 0,1 0 0 0 0,1-1 0 0 0,1 1 0 0 0,1-1 0 0 0,1 0 0 0 0,1 1 0 0 0,5-36 0 0 0,1-6-95 0 0,3 1 1 0 0,3 0 0 0 0,3 0 0 0 0,2 1-1 0 0,34-80 1 0 0,-49 140 36 0 0,35-70-91 0 0,-34 70 77 0 0,0-1 0 0 0,0 1-1 0 0,0-1 1 0 0,0 1-1 0 0,1 0 1 0 0,0 1-1 0 0,0-1 1 0 0,0 0 0 0 0,0 1-1 0 0,0 0 1 0 0,1 0-1 0 0,6-3 1 0 0,-8 6 18 0 0,-1 0-1 0 0,0 0 1 0 0,0 0 0 0 0,1 0 0 0 0,-1 0 0 0 0,0 1-1 0 0,1-1 1 0 0,-1 1 0 0 0,0 0 0 0 0,0-1 0 0 0,0 1-1 0 0,0 0 1 0 0,0 0 0 0 0,0 1 0 0 0,0-1 0 0 0,0 0-1 0 0,0 1 1 0 0,0-1 0 0 0,-1 1 0 0 0,1-1 0 0 0,2 4-1 0 0,32 37 78 0 0,-22-20-3 0 0,-1 0-1 0 0,18 45 0 0 0,-15-33 4 0 0,3 7-9 0 0</inkml:trace>
</inkml:ink>
</file>

<file path=ppt/ink/ink19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4:52:32.1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1 1 13433 0 0</inkml:trace>
</inkml:ink>
</file>

<file path=ppt/ink/ink19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4:52:32.4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34 109 24 0 0,'0'0'1233'0'0,"-3"-47"2038"0"0,3 45-2993 0 0,-1-1-185 0 0,1 0 0 0 0,-1 1 0 0 0,1-1 0 0 0,-1 1 0 0 0,0-1 0 0 0,0 1 0 0 0,0-1-1 0 0,0 1 1 0 0,-1-1 0 0 0,1 1 0 0 0,-1 0 0 0 0,1 0 0 0 0,-1 0 0 0 0,0 0 0 0 0,0 0-1 0 0,0 0 1 0 0,0 0 0 0 0,0 1 0 0 0,-3-3 0 0 0,5 1-141 0 0,1-6 142 0 0</inkml:trace>
</inkml:ink>
</file>

<file path=ppt/ink/ink19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4:52:33.0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42 108 0 0,'18'-26'3298'0'0,"3"11"-554"0"0,-20 15-2669 0 0,-1 0 0 0 0,1-1 0 0 0,0 1 0 0 0,-1 0 0 0 0,1 0 0 0 0,-1 0 0 0 0,1 0 0 0 0,0 0 0 0 0,-1 1 0 0 0,1-1 0 0 0,-1 0 0 0 0,1 0 0 0 0,-1 0 0 0 0,1 0 0 0 0,0 1 0 0 0,-1-1 0 0 0,1 0 0 0 0,-1 0 0 0 0,1 1 0 0 0,-1-1 0 0 0,1 0 0 0 0,-1 1 0 0 0,1-1 0 0 0,0 2 0 0 0,2 2 93 0 0,-1 1 0 0 0,1 0 0 0 0,-1 0 0 0 0,0 1 0 0 0,0-1 0 0 0,2 11 0 0 0,-2-7-273 0 0,83 268 1466 0 0,-14-48-529 0 0,-2-8-274 0 0,-17-53 13 0 0,-51-166-545 0 0,1 6 129 0 0</inkml:trace>
</inkml:ink>
</file>

<file path=ppt/ink/ink19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4:52:33.4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 59 788 0 0,'-1'0'168'0'0,"1"0"0"0"0,-1-1 0 0 0,0 1 0 0 0,1-1 0 0 0,-1 1 0 0 0,0 0 0 0 0,1-1 0 0 0,-1 1 0 0 0,1-1 0 0 0,-1 0 0 0 0,1 1-1 0 0,-1-1 1 0 0,1 1 0 0 0,-1-1 0 0 0,1 0 0 0 0,-1 0 0 0 0,1 1 0 0 0,0-1 0 0 0,-1 0 0 0 0,1 1 0 0 0,0-1 0 0 0,0 0 0 0 0,0 0 0 0 0,-1 0 0 0 0,1 1 0 0 0,0-1 0 0 0,0 0 0 0 0,0 0 0 0 0,1-1 0 0 0,0 1-56 0 0,1-1 0 0 0,-1 1 0 0 0,1 0 0 0 0,0 0 0 0 0,-1 0 0 0 0,1 0 0 0 0,0 0 0 0 0,0 0 1 0 0,0 1-1 0 0,0-1 0 0 0,0 1 0 0 0,4-1 0 0 0,33-8 274 0 0,0 2 0 0 0,1 3 0 0 0,41-1 0 0 0,55 4-2715 0 0,-71 2-652 0 0,-36-2 1003 0 0</inkml:trace>
</inkml:ink>
</file>

<file path=ppt/ink/ink19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4:52:34.3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 57 136 0 0,'-7'-56'10724'0'0,"19"119"-10185"0"0,7 111 1 0 0,2 20-159 0 0,-16-166-356 0 0,3 18 98 0 0,14 46 0 0 0,-18-80-155 0 0,0 0 1 0 0,1 0 0 0 0,0-1 0 0 0,0 1 0 0 0,2-1 0 0 0,-1-1 0 0 0,1 1 0 0 0,15 16-1 0 0,-17-23-46 0 0,0-1-1 0 0,0 1 1 0 0,1-1-1 0 0,-1 0 1 0 0,1 0-1 0 0,0-1 1 0 0,0 0-1 0 0,0 0 1 0 0,0 0-1 0 0,0-1 1 0 0,0 0-1 0 0,0 0 1 0 0,1 0-1 0 0,-1-1 1 0 0,0 0-1 0 0,0 0 1 0 0,1 0-1 0 0,-1-1 1 0 0,0 0-1 0 0,8-3 1 0 0,12-2-207 0 0,0-1 0 0 0,0-1 0 0 0,32-16 0 0 0,-26 10 231 0 0,-1-1-1 0 0,-1-2 1 0 0,0-1-1 0 0,-1-2 1 0 0,32-28 0 0 0,-54 41 207 0 0,0 0 0 0 0,-1-1 1 0 0,0-1-1 0 0,0 1 1 0 0,-1-1-1 0 0,0 0 1 0 0,-1 0-1 0 0,0 0 1 0 0,0 0-1 0 0,4-17 1 0 0,-8 24-103 0 0,1-1 0 0 0,-1 0 0 0 0,0 1 0 0 0,0-1 0 0 0,0 0 0 0 0,0 1 0 0 0,0-1 1 0 0,-1 0-1 0 0,1 1 0 0 0,-1-1 0 0 0,0 0 0 0 0,0 1 0 0 0,0-1 0 0 0,0 1 0 0 0,0-1 0 0 0,0 1 1 0 0,-1 0-1 0 0,1 0 0 0 0,-1-1 0 0 0,1 1 0 0 0,-1 0 0 0 0,0 0 0 0 0,0 1 0 0 0,0-1 1 0 0,0 0-1 0 0,0 1 0 0 0,-1-1 0 0 0,1 1 0 0 0,0-1 0 0 0,-1 1 0 0 0,1 0 0 0 0,-1 0 0 0 0,1 0 1 0 0,-5 0-1 0 0,4 0-31 0 0,0 0 1 0 0,0 1-1 0 0,0-1 1 0 0,0 1-1 0 0,1 0 1 0 0,-1 0 0 0 0,0 0-1 0 0,0 1 1 0 0,0-1-1 0 0,0 1 1 0 0,0-1-1 0 0,0 1 1 0 0,1 0 0 0 0,-1 0-1 0 0,0 0 1 0 0,1 0-1 0 0,-1 1 1 0 0,1-1-1 0 0,-1 1 1 0 0,1 0-1 0 0,-1-1 1 0 0,1 1 0 0 0,0 0-1 0 0,0 0 1 0 0,0 0-1 0 0,0 1 1 0 0,0-1-1 0 0,1 0 1 0 0,-1 1-1 0 0,1 0 1 0 0,-2 3 0 0 0,1 0-63 0 0,0-1 0 0 0,0 0 0 0 0,1 1 0 0 0,-1-1 0 0 0,1 1 0 0 0,1-1 0 0 0,-1 1 0 0 0,1 0 0 0 0,0-1 0 0 0,0 1 0 0 0,1 0 0 0 0,0-1 1 0 0,0 1-1 0 0,0-1 0 0 0,0 1 0 0 0,1-1 0 0 0,0 0 0 0 0,0 0 0 0 0,5 9 0 0 0,3 1-215 0 0,1-1 0 0 0,1 0 0 0 0,0-1 0 0 0,25 22 0 0 0,29 32-471 0 0,-61-61 710 0 0,-1 0 0 0 0,1 0-1 0 0,-1 1 1 0 0,0 0 0 0 0,-1 0-1 0 0,0 0 1 0 0,0 0-1 0 0,0 1 1 0 0,2 9 0 0 0,-3 2-14 0 0,0-1 0 0 0,-2 0 1 0 0,0 0-1 0 0,0 1 0 0 0,-2-1 1 0 0,-1 0-1 0 0,0 0 1 0 0,-10 32-1 0 0,2-17-54 0 0,-2-1 0 0 0,0 0 0 0 0,-32 52 1 0 0,40-76 65 0 0,0 0 1 0 0,-1-1 0 0 0,0 1 0 0 0,0-1 0 0 0,0 0 0 0 0,-1-1 0 0 0,0 1-1 0 0,0-1 1 0 0,-1-1 0 0 0,0 1 0 0 0,0-1 0 0 0,0-1 0 0 0,0 1 0 0 0,-1-1-1 0 0,1-1 1 0 0,-15 4 0 0 0,21-7 21 0 0,0 0 0 0 0,0 0 0 0 0,1 0 0 0 0,-1 0 0 0 0,0 0 0 0 0,0 0 0 0 0,1-1 0 0 0,-1 1 0 0 0,0-1 0 0 0,0 1 0 0 0,1-1 0 0 0,-1 0 0 0 0,0 0 0 0 0,1 0 0 0 0,-1 1 0 0 0,1-2 0 0 0,-1 1-1 0 0,1 0 1 0 0,0 0 0 0 0,-1 0 0 0 0,1-1 0 0 0,0 1 0 0 0,0 0 0 0 0,0-1 0 0 0,0 1 0 0 0,0-1 0 0 0,0 0 0 0 0,0 1 0 0 0,1-1 0 0 0,-1 0 0 0 0,1 1 0 0 0,-1-1 0 0 0,1 0 0 0 0,-1 0 0 0 0,1 1 0 0 0,0-1 0 0 0,0 0 0 0 0,0 0 0 0 0,0-3 0 0 0,0-6 7 0 0,0 0 0 0 0,0 1 0 0 0,1-1 0 0 0,4-20 0 0 0,3 4-7 0 0,1 0 1 0 0,1 1-1 0 0,1 0 0 0 0,2 1 1 0 0,23-36-1 0 0,-2 11-2 0 0,60-68 0 0 0,-59 77 100 0 0,3 1 1 0 0,1 3-1 0 0,2 1 0 0 0,1 1 0 0 0,1 3 0 0 0,2 2 0 0 0,88-44 1 0 0,-86 45 604 0 0,-45 28-414 0 0,-3 7-252 0 0,0-4-29 0 0,-1 14 27 0 0,0 0 1 0 0,1 1 0 0 0,0-1-1 0 0,4 32 1 0 0,-3-45-30 0 0,0 0 1 0 0,1 0-1 0 0,-1 0 0 0 0,1 0 1 0 0,0 0-1 0 0,0 1 0 0 0,0-2 1 0 0,1 1-1 0 0,-1 0 0 0 0,1 0 1 0 0,-1 0-1 0 0,1-1 0 0 0,0 1 1 0 0,0-1-1 0 0,0 1 0 0 0,0-1 0 0 0,1 0 1 0 0,-1 0-1 0 0,1 0 0 0 0,-1 0 1 0 0,1 0-1 0 0,0 0 0 0 0,0-1 1 0 0,0 1-1 0 0,-1-1 0 0 0,1 0 1 0 0,0 0-1 0 0,1 0 0 0 0,-1 0 0 0 0,0-1 1 0 0,0 1-1 0 0,0-1 0 0 0,7 0 1 0 0,-7 0 36 0 0,0 0-1 0 0,0 0 1 0 0,0 0 0 0 0,0 0 0 0 0,0-1 0 0 0,0 1 0 0 0,0-1-1 0 0,0 0 1 0 0,0 0 0 0 0,0 0 0 0 0,0-1 0 0 0,0 1 0 0 0,0-1 0 0 0,-1 1-1 0 0,1-1 1 0 0,-1 0 0 0 0,1 0 0 0 0,-1 0 0 0 0,0 0 0 0 0,0 0-1 0 0,0-1 1 0 0,0 1 0 0 0,0-1 0 0 0,0 1 0 0 0,0-1 0 0 0,-1 0-1 0 0,0 0 1 0 0,1 1 0 0 0,-1-1 0 0 0,0 0 0 0 0,-1 0 0 0 0,1 0 0 0 0,0 0-1 0 0,0-4 1 0 0,-1-1 78 0 0,1 1-1 0 0,-1-1 1 0 0,0 1-1 0 0,-1-1 1 0 0,0 1-1 0 0,0-1 1 0 0,-1 1-1 0 0,1-1 1 0 0,-2 1-1 0 0,1 0 1 0 0,-1 0 0 0 0,-6-11-1 0 0,4 8-496 0 0,-10-16 827 0 0,2 16-9939 0 0</inkml:trace>
</inkml:ink>
</file>

<file path=ppt/ink/ink19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4:52:35.9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26 1044 0 0,'0'0'6355'0'0,"4"-1"-7128"0"0,9-4 5927 0 0,-4 0-3017 0 0,-36-10-13262 0 0</inkml:trace>
</inkml:ink>
</file>

<file path=ppt/ink/ink19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4:52:36.2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5 109 760 0 0,'-4'-88'10214'0'0,"4"87"-9607"0"0,4-13-122 0 0,-4 13-567 0 0,0 1 0 0 0,0 0 0 0 0,0-1 0 0 0,0 1 0 0 0,0 0-1 0 0,0 0 1 0 0,0-1 0 0 0,1 1 0 0 0,-1 0 0 0 0,0 0-1 0 0,0-1 1 0 0,0 1 0 0 0,1 0 0 0 0,-1 0 0 0 0,0 0 0 0 0,0-1-1 0 0,0 1 1 0 0,1 0 0 0 0,-1 0 0 0 0,0 0 0 0 0,0 0 0 0 0,1 0-1 0 0,-1-1 1 0 0,0 1 0 0 0,1 0 0 0 0,-1 0 0 0 0,0 0-1 0 0,0 0 1 0 0,1 0 0 0 0,-1 0 0 0 0,0 0 0 0 0,1 0 0 0 0,-1 0-1 0 0,1 0 1 0 0,31 12-4477 0 0</inkml:trace>
</inkml:ink>
</file>

<file path=ppt/ink/ink19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4:52:36.6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 24 1336 0 0,'7'-16'4431'0'0,"3"8"3502"0"0,0 48-7323 0 0,-2 1-1 0 0,-2 0 1 0 0,0 70 0 0 0,-5-100-533 0 0,-1-6-181 0 0,1 11-8 0 0,0-1 1 0 0,-2 0-1 0 0,-2 22 1 0 0,-11 0-2510 0 0,13-34 1933 0 0,-1 0-1 0 0,-1 0 0 0 0,1 0 0 0 0,0-1 0 0 0,-1 1 1 0 0,1-1-1 0 0,-1 1 0 0 0,0-1 0 0 0,-4 3 0 0 0,-4-1-2776 0 0</inkml:trace>
</inkml:ink>
</file>

<file path=ppt/ink/ink19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4:52:36.9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1 132 492 0 0,'87'-20'2285'0'0,"165"-18"1"0"0,-185 31-1766 0 0,421-35 2046 0 0,-274 26-1434 0 0,-41 8 15 0 0,-150 7-1135 0 0,-23 1-120 0 0,1 0 1 0 0,-1 0 0 0 0,0 0 0 0 0,1 0-1 0 0,-1 0 1 0 0,0 0 0 0 0,1 0 0 0 0,-1 1-1 0 0,0-1 1 0 0,1 0 0 0 0,-1 0 0 0 0,0 0-1 0 0,0 0 1 0 0,1 1 0 0 0,-1-1 0 0 0,0 0-1 0 0,0 0 1 0 0,1 0 0 0 0,-1 1 0 0 0,0-1-1 0 0,0 0 1 0 0,1 0 0 0 0,-1 1 0 0 0,0-1-1 0 0,0 0 1 0 0,0 1 0 0 0,0-1 0 0 0,0 0-1 0 0,1 1 1 0 0,-1-1 0 0 0,0 0 0 0 0,0 0-1 0 0,0 1 1 0 0,0-1 0 0 0,0 0 0 0 0,0 1-1 0 0,0-1 1 0 0,0 0 0 0 0,0 1 0 0 0,0-1-1 0 0,0 0 1 0 0,0 1 0 0 0,-1-1 0 0 0,1 0 0 0 0,0 1-1 0 0,0-1 1 0 0,0 0 0 0 0,0 1 0 0 0,0-1-1 0 0,-1 0 1 0 0,1 0 0 0 0,0 1 0 0 0,0-1-1 0 0,0 0 1 0 0,-1 0 0 0 0,1 1 0 0 0,0-1-1 0 0,0 0 1 0 0,-1 0 0 0 0,1 0 0 0 0,-1 1-1 0 0,-10 12-2026 0 0</inkml:trace>
</inkml:ink>
</file>

<file path=ppt/ink/ink19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4:52:37.8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98 315 1144 0 0,'0'0'9992'0'0,"-6"-1"-9627"0"0,2 2-308 0 0,1-1-1 0 0,-1 1 1 0 0,0-1 0 0 0,1 1-1 0 0,-1 0 1 0 0,1 0-1 0 0,0 1 1 0 0,-1-1 0 0 0,1 1-1 0 0,0-1 1 0 0,0 1-1 0 0,0 0 1 0 0,0 1 0 0 0,0-1-1 0 0,0 0 1 0 0,0 1 0 0 0,1-1-1 0 0,0 1 1 0 0,-1 0-1 0 0,1 0 1 0 0,0 0 0 0 0,0 0-1 0 0,0 0 1 0 0,1 1 0 0 0,-3 4-1 0 0,1-1-3 0 0,1 0 1 0 0,-1 1-1 0 0,1-1 0 0 0,0 0 1 0 0,1 1-1 0 0,0-1 0 0 0,0 1 1 0 0,0 0-1 0 0,1-1 0 0 0,1 1 1 0 0,-1 0-1 0 0,1-1 0 0 0,0 1 0 0 0,4 12 1 0 0,-4-17-51 0 0,0 0 1 0 0,0 0-1 0 0,0-1 0 0 0,0 1 1 0 0,1 0-1 0 0,-1 0 1 0 0,1-1-1 0 0,0 1 1 0 0,0-1-1 0 0,0 1 0 0 0,0-1 1 0 0,0 0-1 0 0,0 0 1 0 0,1 0-1 0 0,-1 0 1 0 0,1 0-1 0 0,-1-1 1 0 0,1 1-1 0 0,0-1 0 0 0,0 1 1 0 0,-1-1-1 0 0,1 0 1 0 0,0 0-1 0 0,0 0 1 0 0,0-1-1 0 0,0 1 0 0 0,0-1 1 0 0,1 1-1 0 0,-1-1 1 0 0,0 0-1 0 0,0 0 1 0 0,0-1-1 0 0,0 1 0 0 0,0-1 1 0 0,0 1-1 0 0,0-1 1 0 0,0 0-1 0 0,3-2 1 0 0,2 1-4 0 0,-1 0 1 0 0,1-1 0 0 0,-1 0 0 0 0,0-1-1 0 0,0 0 1 0 0,0 0 0 0 0,0 0 0 0 0,-1-1 0 0 0,1 0-1 0 0,-1 0 1 0 0,-1-1 0 0 0,1 1 0 0 0,-1-1 0 0 0,0-1-1 0 0,0 1 1 0 0,-1-1 0 0 0,1 0 0 0 0,-2 0-1 0 0,1 0 1 0 0,-1 0 0 0 0,0 0 0 0 0,0-1 0 0 0,-1 0-1 0 0,0 1 1 0 0,0-1 0 0 0,-1 0 0 0 0,0 0-1 0 0,-1 0 1 0 0,0 0 0 0 0,0 0 0 0 0,0 0 0 0 0,-1 0-1 0 0,0 0 1 0 0,-1 0 0 0 0,0 1 0 0 0,0-1-1 0 0,0 0 1 0 0,-1 1 0 0 0,-1 0 0 0 0,1-1 0 0 0,-8-10-1 0 0,-10-14-42 0 0,20 30-3 0 0,4 8-168 0 0,4 3 164 0 0,-1 0 0 0 0,1 0 0 0 0,0 0 0 0 0,1-1 0 0 0,0 0 0 0 0,1-1 0 0 0,-1 0 0 0 0,1 0 0 0 0,0-1 0 0 0,1 0 0 0 0,0-1 1 0 0,0 0-1 0 0,0 0 0 0 0,0-1 0 0 0,1 0 0 0 0,0-1 0 0 0,0 0 0 0 0,19 2 0 0 0,-20-4 37 0 0,1 0 1 0 0,-1 0-1 0 0,1-1 1 0 0,0 0-1 0 0,-1-1 0 0 0,1 0 1 0 0,-1-1-1 0 0,1 0 1 0 0,-1 0-1 0 0,0-1 1 0 0,0-1-1 0 0,0 0 1 0 0,0 0-1 0 0,0-1 1 0 0,-1 0-1 0 0,0-1 1 0 0,0 0-1 0 0,-1 0 1 0 0,1-1-1 0 0,9-10 0 0 0,-6 3 309 0 0,-1 0-1 0 0,0-1 0 0 0,-1-1 0 0 0,0 0 0 0 0,12-28 0 0 0,-22 42-122 0 0,1 7-166 0 0,1 23 5 0 0,0 1 0 0 0,-2-1 0 0 0,-2 1-1 0 0,0-1 1 0 0,-2 1 0 0 0,-10 36 0 0 0,2 6 12 0 0,-48 344 108 0 0,54-381-4 0 0,-3 68 1 0 0,9-101 487 0 0,-3-6-502 0 0,-1-5-78 0 0,0-1 1 0 0,1 0-1 0 0,0-1 0 0 0,1 1 1 0 0,0 0-1 0 0,1-1 0 0 0,0 1 0 0 0,1-1 1 0 0,2-22-1 0 0,20-112 53 0 0,-16 112-84 0 0,9-51-42 0 0,4 0 0 0 0,41-115 0 0 0,-50 173 10 0 0,2-1 0 0 0,1 2 0 0 0,1 0 0 0 0,1 0-1 0 0,1 1 1 0 0,1 1 0 0 0,1 1 0 0 0,1 1 0 0 0,2 0 0 0 0,38-32-1 0 0,-54 50 19 0 0,-1 1 1 0 0,1-1-1 0 0,0 1 0 0 0,1 0 0 0 0,-1 1 0 0 0,0-1 0 0 0,1 1 0 0 0,-1 0 0 0 0,1 1 0 0 0,0-1 0 0 0,0 1 0 0 0,-1 0 0 0 0,1 1 0 0 0,0-1 0 0 0,0 1 0 0 0,0 0 0 0 0,0 0 0 0 0,0 1 0 0 0,0 0 0 0 0,0 0 0 0 0,-1 1 0 0 0,1-1 0 0 0,0 1 0 0 0,-1 0 0 0 0,1 1 1 0 0,-1-1-1 0 0,0 1 0 0 0,0 0 0 0 0,0 0 0 0 0,0 1 0 0 0,-1 0 0 0 0,1-1 0 0 0,-1 1 0 0 0,0 1 0 0 0,0-1 0 0 0,0 1 0 0 0,-1 0 0 0 0,1-1 0 0 0,-1 2 0 0 0,0-1 0 0 0,-1 0 0 0 0,1 0 0 0 0,-1 1 0 0 0,0 0 0 0 0,0-1 0 0 0,0 8 0 0 0,0-7 4 0 0,-1 0-1 0 0,0 0 0 0 0,0 0 0 0 0,-1 1 1 0 0,0-1-1 0 0,0 0 0 0 0,0 0 1 0 0,-1 0-1 0 0,0 0 0 0 0,0 0 0 0 0,0 0 1 0 0,-1 0-1 0 0,0 0 0 0 0,0 0 0 0 0,-1 0 1 0 0,0-1-1 0 0,-5 9 0 0 0,3-7 28 0 0,-1 0 0 0 0,-1 0 0 0 0,1 0 0 0 0,-1-1 0 0 0,-1 0 0 0 0,1 0 0 0 0,-1-1 0 0 0,0 0 0 0 0,0-1 0 0 0,-14 7 0 0 0,-2-2-296 0 0,-1-1 1 0 0,0-1 0 0 0,-1-1 0 0 0,1-1-1 0 0,-1-2 1 0 0,0 0 0 0 0,-39-2 0 0 0,24-6-2127 0 0,14-2-2385 0 0,11-1 1314 0 0</inkml:trace>
</inkml:ink>
</file>

<file path=ppt/ink/ink19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4:52:38.8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135 277 132 0 0,'7'-59'5880'0'0,"-4"44"-2279"0"0,3 21-1621 0 0,4 19-1400 0 0,2 40 95 0 0,4 89 0 0 0,-6-45-219 0 0,-10-14-1872 0 0,-4-99 974 0 0,-16-26-285 0 0,1-1-1 0 0,2 0 1 0 0,-21-51 0 0 0,-33-111-527 0 0,64 175 1218 0 0,1-1 1 0 0,1 1-1 0 0,1-1 0 0 0,-3-35 1 0 0,6 50 30 0 0,1-1 1 0 0,0 0 0 0 0,1 0-1 0 0,-1 1 1 0 0,1-1 0 0 0,0 0-1 0 0,0 1 1 0 0,0-1 0 0 0,1 1-1 0 0,-1-1 1 0 0,1 1 0 0 0,0-1-1 0 0,1 1 1 0 0,-1 0 0 0 0,1 0-1 0 0,0 0 1 0 0,0 1 0 0 0,0-1-1 0 0,0 1 1 0 0,0-1 0 0 0,1 1-1 0 0,0 0 1 0 0,0 0 0 0 0,7-4-1 0 0,6-1 16 0 0,0 0 0 0 0,0 1-1 0 0,1 1 1 0 0,0 0 0 0 0,0 1-1 0 0,0 1 1 0 0,1 1 0 0 0,-1 1-1 0 0,1 0 1 0 0,-1 2-1 0 0,26 1 1 0 0,-18 2 25 0 0,0 1-1 0 0,-1 1 1 0 0,1 2-1 0 0,-1 0 0 0 0,0 1 1 0 0,-1 2-1 0 0,39 21 1 0 0,-36-16-7 0 0,-1 1 0 0 0,-1 1 1 0 0,0 1-1 0 0,-1 2 0 0 0,-1 0 0 0 0,-1 1 1 0 0,-1 2-1 0 0,-1 0 0 0 0,-1 1 0 0 0,-2 1 1 0 0,0 0-1 0 0,-1 2 0 0 0,-2 0 0 0 0,18 45 0 0 0,-27-57-9 0 0,0 0-1 0 0,-2 0 0 0 0,0 1 0 0 0,0-1 0 0 0,-2 1 0 0 0,0-1 0 0 0,0 1 0 0 0,-2 0 0 0 0,-2 23 0 0 0,0-29 16 0 0,1 0 0 0 0,-1 0 1 0 0,0-1-1 0 0,-1 1 0 0 0,0-1 0 0 0,-1 1 0 0 0,0-1 0 0 0,-1 0 0 0 0,1-1 0 0 0,-2 0 1 0 0,1 0-1 0 0,-1 0 0 0 0,0 0 0 0 0,-1-1 0 0 0,-11 8 0 0 0,2-3 115 0 0,-1-1-1 0 0,0-1 0 0 0,0-1 1 0 0,-1 0-1 0 0,-1-2 1 0 0,1 0-1 0 0,-1-1 0 0 0,0-1 1 0 0,-39 5-1 0 0,25-7 97 0 0,-1-1 0 0 0,1-2 0 0 0,0-1 0 0 0,0-1 0 0 0,-41-9 0 0 0,56 7-233 0 0,0 0-1 0 0,1-1 0 0 0,-1-1 0 0 0,1-1 0 0 0,0 0 0 0 0,1-1 1 0 0,0-1-1 0 0,-21-15 0 0 0,37 24-109 0 0,1 0 0 0 0,-1-1 0 0 0,1 1 1 0 0,0-1-1 0 0,-1 1 0 0 0,1-1 0 0 0,-1 1 1 0 0,1-1-1 0 0,0 0 0 0 0,-1 1 0 0 0,1-1 1 0 0,0 1-1 0 0,0-1 0 0 0,-1 0 0 0 0,1 1 0 0 0,0-1 1 0 0,0 1-1 0 0,0-1 0 0 0,0 0 0 0 0,0 1 1 0 0,0-1-1 0 0,0 0 0 0 0,0 1 0 0 0,0-1 1 0 0,0 0-1 0 0,0 1 0 0 0,0-1 0 0 0,0 0 0 0 0,1 1 1 0 0,-1-1-1 0 0,0 0 0 0 0,0 1 0 0 0,1-1 1 0 0,-1 1-1 0 0,1-1 0 0 0,-1 1 0 0 0,1-2 1 0 0,18-15-3265 0 0,-17 16 3167 0 0,20-14-2688 0 0</inkml:trace>
</inkml:ink>
</file>

<file path=ppt/ink/ink19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4:52:39.2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39 119 76 0 0,'-3'-15'8024'0'0,"-9"33"-6466"0"0,-10 43-1568 0 0,21-47 75 0 0,1 1-1 0 0,0 0 1 0 0,1-1 0 0 0,0 1-1 0 0,1-1 1 0 0,1 1-1 0 0,1-1 1 0 0,0 0-1 0 0,0 0 1 0 0,1-1 0 0 0,1 1-1 0 0,1-1 1 0 0,8 14-1 0 0,-15-26-40 0 0,0 0 0 0 0,1-1 0 0 0,-1 1 0 0 0,0 0 0 0 0,1 0-1 0 0,-1-1 1 0 0,1 1 0 0 0,-1 0 0 0 0,1-1 0 0 0,-1 1 0 0 0,1 0 0 0 0,-1-1 0 0 0,1 1-1 0 0,-1-1 1 0 0,1 1 0 0 0,0-1 0 0 0,-1 1 0 0 0,1-1 0 0 0,0 1 0 0 0,0-1-1 0 0,-1 0 1 0 0,1 1 0 0 0,0-1 0 0 0,0 0 0 0 0,0 0 0 0 0,-1 1 0 0 0,1-1 0 0 0,0 0-1 0 0,0 0 1 0 0,0 0 0 0 0,-1 0 0 0 0,1 0 0 0 0,1-1 0 0 0,0 0 4 0 0,0 0 0 0 0,-1 0 0 0 0,1-1 1 0 0,-1 1-1 0 0,1 0 0 0 0,-1-1 0 0 0,0 0 1 0 0,1 1-1 0 0,-1-1 0 0 0,0 0 0 0 0,0 1 0 0 0,0-1 1 0 0,0-2-1 0 0,4-8 136 0 0,-1 1 1 0 0,0-1-1 0 0,4-24 0 0 0,-6 13 290 0 0,-1 0-1 0 0,0-1 0 0 0,-2 1 1 0 0,-7-41-1 0 0,6 51-212 0 0,0 1 0 0 0,-2 0 0 0 0,1-1 0 0 0,-2 1 0 0 0,0 1 0 0 0,0-1 0 0 0,-1 1 0 0 0,0-1 0 0 0,-1 2 0 0 0,-10-14 0 0 0,13 19-423 0 0,-3-5 778 0 0,6 22-8505 0 0,6 22 3376 0 0,-1-26 1547 0 0</inkml:trace>
</inkml:ink>
</file>

<file path=ppt/ink/ink19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4:52:39.9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 59 800 0 0,'0'0'1690'0'0,"3"13"1038"0"0,-10 25-832 0 0,5-32-1718 0 0,1 0 0 0 0,-1 0 0 0 0,1 0 1 0 0,0 0-1 0 0,0 0 0 0 0,1 0 0 0 0,0 0 1 0 0,0 0-1 0 0,1 0 0 0 0,-1 0 0 0 0,1 0 0 0 0,0 0 1 0 0,3 7-1 0 0,12 27 1245 0 0,-14-41-1401 0 0,-1 0 1 0 0,1 0-1 0 0,-1 0 0 0 0,1 0 0 0 0,-1 0 0 0 0,1 0 0 0 0,-1 0 0 0 0,1 0 0 0 0,-1-1 0 0 0,0 1 1 0 0,0 0-1 0 0,0-1 0 0 0,2-2 0 0 0,-2 2 41 0 0,0 1 0 0 0,0-1 0 0 0,0 1 1 0 0,0 0-1 0 0,0-1 0 0 0,0 1 0 0 0,0 0 0 0 0,1 0 1 0 0,-1 0-1 0 0,1 0 0 0 0,-1 0 0 0 0,0 0 0 0 0,3-1 0 0 0,3 4-76 0 0,1-1-1 0 0,-1 1 0 0 0,1 1 1 0 0,-1-1-1 0 0,0 1 0 0 0,0 1 1 0 0,0-1-1 0 0,0 1 0 0 0,-1 0 0 0 0,9 7 1 0 0,-5-4-35 0 0,0 0-1 0 0,1-1 1 0 0,17 8 0 0 0,-25-13 50 0 0,0 0 1 0 0,0-1-1 0 0,0 1 0 0 0,0 0 0 0 0,-1-1 0 0 0,1 0 1 0 0,0 1-1 0 0,0-1 0 0 0,0 0 0 0 0,0-1 0 0 0,0 1 1 0 0,0 0-1 0 0,0-1 0 0 0,0 0 0 0 0,0 0 0 0 0,0 0 1 0 0,0 0-1 0 0,-1 0 0 0 0,1 0 0 0 0,5-4 0 0 0,-1-1-3 0 0,0-1 0 0 0,0 1 0 0 0,0-1 0 0 0,-1-1-1 0 0,7-9 1 0 0,-3 3 7 0 0,22-30 1 0 0,-21 27 55 0 0,1 0 0 0 0,1 1 0 0 0,0 0 0 0 0,1 1 1 0 0,1 1-1 0 0,0 0 0 0 0,31-21 0 0 0,-43 33-57 0 0,-1 1 1 0 0,1-1-1 0 0,-1 1 0 0 0,1-1 1 0 0,0 1-1 0 0,-1 0 0 0 0,1 0 1 0 0,0 0-1 0 0,0 0 0 0 0,0 0 1 0 0,0 1-1 0 0,0-1 1 0 0,0 1-1 0 0,0 0 0 0 0,0 0 1 0 0,0 0-1 0 0,0 0 0 0 0,0 1 1 0 0,0-1-1 0 0,0 1 0 0 0,0 0 1 0 0,-1 0-1 0 0,1 0 0 0 0,0 0 1 0 0,0 0-1 0 0,-1 0 1 0 0,1 1-1 0 0,0-1 0 0 0,-1 1 1 0 0,0 0-1 0 0,1 0 0 0 0,-1 0 1 0 0,0 0-1 0 0,0 0 0 0 0,0 0 1 0 0,0 1-1 0 0,0-1 1 0 0,-1 1-1 0 0,1-1 0 0 0,1 6 1 0 0,2 2 9 0 0,0 1 0 0 0,-1 0 1 0 0,0 0-1 0 0,-1 0 1 0 0,0 1-1 0 0,-1-1 1 0 0,0 1-1 0 0,-1-1 0 0 0,0 18 1 0 0,-14 81 23 0 0,37-123-224 0 0,5-7 26 0 0,37-33 0 0 0,-51 38 253 0 0,1 2 1 0 0,1 0 0 0 0,0 0-1 0 0,1 2 1 0 0,0 0 0 0 0,35-15 0 0 0,-49 25-49 0 0,-1 0 1 0 0,1 0 0 0 0,0 0-1 0 0,0 0 1 0 0,-1 0 0 0 0,1 1 0 0 0,0-1-1 0 0,0 1 1 0 0,0 0 0 0 0,0 0 0 0 0,-1 1-1 0 0,1-1 1 0 0,0 1 0 0 0,0 0 0 0 0,-1 0-1 0 0,1 0 1 0 0,0 0 0 0 0,-1 1 0 0 0,1 0-1 0 0,-1-1 1 0 0,1 1 0 0 0,-1 0-1 0 0,0 1 1 0 0,4 3 0 0 0,-2-1-151 0 0,-1 0 0 0 0,1 1 1 0 0,-2-1-1 0 0,1 1 0 0 0,0 0 0 0 0,-1 0 1 0 0,0 0-1 0 0,-1 1 0 0 0,0-1 0 0 0,0 1 1 0 0,0-1-1 0 0,0 1 0 0 0,0 8 0 0 0,-4 29-6783 0 0,1-39 3602 0 0</inkml:trace>
</inkml:ink>
</file>

<file path=ppt/ink/ink19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4:52:47.7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85 61 1776 0 0,'0'0'3933'0'0,"11"7"3887"0"0,-2-22-6700 0 0,-32-10-2516 0 0,8 20-816 0 0,-13-4-2388 0 0,-11-4 1055 0 0</inkml:trace>
</inkml:ink>
</file>

<file path=ppt/ink/ink19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4:52:49.4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43 32 0 0,'3'-1'7712'0'0,"20"1"-7630"0"0,398 4 2060 0 0,-229-6-1818 0 0,712-17 191 0 0,-795 16-468 0 0,1068 0 83 0 0,-1098 4-119 0 0,495-11 0 0 0,45 1 25 0 0,355 20 45 0 0,-270-4 132 0 0,-157 2 23 0 0,-293-4-49 0 0,189 6 118 0 0,-119-1-129 0 0,27 3 4 0 0,177 4 144 0 0,-49 0 266 0 0,-101-3-91 0 0,-32-6-43 0 0,1059 41 1224 0 0,-1044-36-1243 0 0,550 24 294 0 0,-539-24-509 0 0,92 7 156 0 0,505 13 477 0 0,-358-22 134 0 0,-243-9 953 0 0,-327-3-1009 0 0,-7-1-6 0 0,-32 2-1047 0 0,-51-24-19383 0 0</inkml:trace>
</inkml:ink>
</file>

<file path=ppt/ink/ink19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4:52:59.2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53 764 0 0,'6'-46'8708'0'0,"-6"45"-7170"0"0,0 0-1477 0 0,0 1-1 0 0,0 0 1 0 0,0 0-1 0 0,0 0 1 0 0,0 0-1 0 0,0 0 1 0 0,0 0-1 0 0,0 0 1 0 0,0 0-1 0 0,-1-1 1 0 0,1 1-1 0 0,0 0 1 0 0,0 0-1 0 0,0 0 1 0 0,0 0-1 0 0,0 0 1 0 0,0 0-1 0 0,0-1 1 0 0,0 1-1 0 0,0 0 1 0 0,0 0-1 0 0,0 0 1 0 0,0 0-1 0 0,0 0 1 0 0,0 0-1 0 0,0-1 1 0 0,0 1-1 0 0,0 0 1 0 0,0 0-1 0 0,0 0 1 0 0,1 0-1 0 0,-1 0 1 0 0,0 0-1 0 0,0-1 1 0 0,0 1-1 0 0,0 0 1 0 0,0 0-1 0 0,0 0 1 0 0,0 0-1 0 0,0 0 1 0 0,0 0-1 0 0,0 0 1 0 0,1 0-1 0 0,-1 0 1 0 0,0 0-1 0 0,0-1 1 0 0,0 1-1 0 0,0 0 1 0 0,0 0-1 0 0,0 0 1 0 0,1 0 0 0 0,-1 0-1 0 0,0 0 1 0 0,0 0-1 0 0,0 0 1 0 0,0 0-1 0 0,0 0 1 0 0,0 0-1 0 0,1 0 1 0 0,-1 0-1 0 0,0 0 1 0 0,0 0-1 0 0,0 0 1 0 0,0 0-1 0 0,0 0 1 0 0,8 12 695 0 0,5 22-815 0 0,3 53 549 0 0,8 152 1 0 0,-23-212-427 0 0,9 138-721 0 0,-9-118-2726 0 0,0-45 2615 0 0,1 5-2231 0 0</inkml:trace>
</inkml:ink>
</file>

<file path=ppt/ink/ink19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4:52:59.5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39 812 0 0,'16'2'7520'0'0,"2"-3"521"0"0,-7-8-4796 0 0,-10 7-3791 0 0,1-5-1215 0 0,-4-15-11878 0 0</inkml:trace>
</inkml:ink>
</file>

<file path=ppt/ink/ink19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4:53:00.3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418 599 212 0 0,'0'1'138'0'0,"0"0"0"0"0,0 0 0 0 0,0 0 0 0 0,-1 0 0 0 0,1 0 0 0 0,0 0 0 0 0,0 0 0 0 0,-1 0 0 0 0,1 0 0 0 0,-1 0 0 0 0,1 0 0 0 0,-1 0 0 0 0,1 0 0 0 0,-1-1 0 0 0,0 1 0 0 0,1 0 0 0 0,-1 0 0 0 0,0-1 0 0 0,0 1 0 0 0,0 0 0 0 0,1-1 0 0 0,-1 1 0 0 0,0-1 0 0 0,-1 1 0 0 0,-33 8 1177 0 0,-33-9-98 0 0,53-2-1023 0 0,0 0 0 0 0,0-1 0 0 0,0 0 0 0 0,0-1 0 0 0,1-1 0 0 0,-1-1 0 0 0,1 0 0 0 0,0 0 0 0 0,1-2 0 0 0,0 1 0 0 0,-22-18 0 0 0,25 17-120 0 0,1 0 1 0 0,0-1 0 0 0,1 0 0 0 0,0-1 0 0 0,1 0-1 0 0,0 0 1 0 0,0 0 0 0 0,1-1 0 0 0,0 0-1 0 0,1 0 1 0 0,0-1 0 0 0,1 1 0 0 0,0-1 0 0 0,1 0-1 0 0,-2-16 1 0 0,3 12-21 0 0,0-1-1 0 0,1 1 1 0 0,1-1-1 0 0,1 1 1 0 0,0-1-1 0 0,2 1 1 0 0,-1-1-1 0 0,2 1 1 0 0,0 0-1 0 0,9-21 1 0 0,-8 26-40 0 0,0 0 0 0 0,1 0-1 0 0,1 0 1 0 0,0 1 0 0 0,0 0 0 0 0,1 0 0 0 0,0 1 0 0 0,1 0-1 0 0,0 0 1 0 0,0 1 0 0 0,1 0 0 0 0,0 1 0 0 0,0 0-1 0 0,19-8 1 0 0,-22 11-13 0 0,0 1-1 0 0,0 0 1 0 0,0 0 0 0 0,0 1-1 0 0,1-1 1 0 0,-1 2-1 0 0,1-1 1 0 0,0 1-1 0 0,0 1 1 0 0,-1-1 0 0 0,1 1-1 0 0,0 0 1 0 0,0 1-1 0 0,13 3 1 0 0,-15-2-3 0 0,-1 0 0 0 0,1 0 0 0 0,0 1 0 0 0,-1 0 0 0 0,0 0 1 0 0,0 0-1 0 0,0 1 0 0 0,0 0 0 0 0,0 0 0 0 0,-1 0 0 0 0,1 1 0 0 0,-1-1 0 0 0,-1 1 0 0 0,1 0 0 0 0,0 0 1 0 0,-1 0-1 0 0,0 1 0 0 0,-1-1 0 0 0,4 8 0 0 0,1 7 4 0 0,-1 0 0 0 0,-1 0-1 0 0,-1 1 1 0 0,0-1 0 0 0,-2 1 0 0 0,0 0-1 0 0,-2 28 1 0 0,-18 149 73 0 0,17-191-71 0 0,-25 133 443 0 0,-6-2 0 0 0,-62 168-1 0 0,65-215 79 0 0,3-25-927 0 0,26-64 0 0 0</inkml:trace>
</inkml:ink>
</file>

<file path=ppt/ink/ink19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4:53:01.1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1 976 0 0,'28'16'5633'0'0,"-18"31"-4077"0"0,-10 28-322 0 0,-11 6-366 0 0,10-74-771 0 0,-14 38 497 0 0,15-43-236 0 0,-1 0-184 0 0,1-2-163 0 0,0 0 1 0 0,0 0 0 0 0,0 0 0 0 0,-1 0 0 0 0,1 0 0 0 0,0 0 0 0 0,0-1 0 0 0,0 1 0 0 0,0 0-1 0 0,0 0 1 0 0,0 0 0 0 0,-1 0 0 0 0,1 0 0 0 0,0 0 0 0 0,0 0 0 0 0,0 0 0 0 0,0 0 0 0 0,0 0-1 0 0,0 0 1 0 0,-1 0 0 0 0,1 0 0 0 0,0 1 0 0 0,0-1 0 0 0,0 0 0 0 0,0 0 0 0 0,0 0 0 0 0,0 0-1 0 0,0 0 1 0 0,-1 0 0 0 0,1 0 0 0 0,0 0 0 0 0,0 0 0 0 0,0 0 0 0 0,0 0 0 0 0,0 0 0 0 0,0 1-1 0 0,0-1 1 0 0,0 0 0 0 0,0 0 0 0 0,0 0 0 0 0,0 0 0 0 0,-1 0 0 0 0,1 0 0 0 0,0 0 0 0 0,0 1-1 0 0,0-1 1 0 0,0 0 0 0 0,0 0 0 0 0,0 0 0 0 0,0 0 0 0 0,0 0 0 0 0,-1-8 8 0 0,1 0 0 0 0,0 0 0 0 0,0 0 0 0 0,1 0 0 0 0,0 0 0 0 0,0 0 0 0 0,1 0 0 0 0,0 0 0 0 0,0 1 0 0 0,1-1 0 0 0,0 1 0 0 0,0-1 0 0 0,6-9 0 0 0,-3 8-18 0 0,0-1 1 0 0,0 1-1 0 0,1 1 0 0 0,1-1 1 0 0,-1 1-1 0 0,1 1 0 0 0,1-1 1 0 0,-1 1-1 0 0,16-9 0 0 0,-22 14-10 0 0,1 1 0 0 0,-1-1-1 0 0,0 1 1 0 0,1 0 0 0 0,-1-1 0 0 0,1 1 0 0 0,-1 0-1 0 0,1 1 1 0 0,-1-1 0 0 0,1 0 0 0 0,-1 1 0 0 0,1 0-1 0 0,0-1 1 0 0,-1 1 0 0 0,1 0 0 0 0,0 0 0 0 0,-1 0-1 0 0,1 1 1 0 0,0-1 0 0 0,-1 1 0 0 0,1 0-1 0 0,-1-1 1 0 0,6 3 0 0 0,-3 1-3 0 0,0 1-1 0 0,0-1 1 0 0,0 1-1 0 0,0 0 1 0 0,-1 0 0 0 0,1 1-1 0 0,5 9 1 0 0,-2-3 7 0 0,27 47-21 0 0,-27-44 29 0 0,0 0 0 0 0,0-1 0 0 0,2 0 0 0 0,11 13 0 0 0,-17-23-7 0 0,-1-1 0 0 0,0 0 0 0 0,1 0 0 0 0,0 0 1 0 0,0 0-1 0 0,0 0 0 0 0,0-1 0 0 0,0 0 0 0 0,1 0 0 0 0,-1 0 0 0 0,1-1 0 0 0,-1 1 0 0 0,1-1 0 0 0,-1 0 0 0 0,1 0 0 0 0,0-1 0 0 0,0 1 0 0 0,8-1 0 0 0,-3-1-22 0 0,-1 0 0 0 0,1-1 1 0 0,-1 0-1 0 0,0-1 0 0 0,0 0 0 0 0,0 0 1 0 0,0-1-1 0 0,0 0 0 0 0,-1 0 0 0 0,1-1 0 0 0,14-11 1 0 0,-5 1 131 0 0,-1-1 0 0 0,-1 0 1 0 0,26-34-1 0 0,-10 13 2398 0 0,-32 36-1942 0 0,2 2-551 0 0,-1 0 1 0 0,0 0-1 0 0,-1 0 0 0 0,1 0 1 0 0,0 1-1 0 0,0-1 1 0 0,0 0-1 0 0,-1 0 0 0 0,1 1 1 0 0,-1-1-1 0 0,1 1 0 0 0,-1-1 1 0 0,0 0-1 0 0,1 1 0 0 0,-1-1 1 0 0,0 1-1 0 0,0-1 0 0 0,0 1 1 0 0,0-1-1 0 0,0 3 1 0 0,0 43-556 0 0,0-38-203 0 0,-1 6-492 0 0,-1 6-6566 0 0</inkml:trace>
</inkml:ink>
</file>

<file path=ppt/ink/ink19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4:53:01.8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 81 740 0 0,'-5'-5'1524'0'0,"1"0"0"0"0,1 0 0 0 0,-1 0 0 0 0,1-1 0 0 0,0 1 0 0 0,-5-11 0 0 0,7 14-1311 0 0,1 0 468 0 0,-4-17 462 0 0,19 9-12140 0 0</inkml:trace>
</inkml:ink>
</file>

<file path=ppt/ink/ink19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4:53:02.3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 28 336 0 0,'0'-28'9714'0'0,"-1"37"-9468"0"0,-9 102 416 0 0,-6 61 20 0 0,11-119-451 0 0,5 100 1 0 0,2-63-51 0 0,-2-66-119 0 0,1 0 1 0 0,5 25-1 0 0,-5-42-51 0 0,1 0 0 0 0,-1 0 0 0 0,1 0 0 0 0,1 0 0 0 0,-1 0 0 0 0,1 0-1 0 0,0-1 1 0 0,1 1 0 0 0,0-1 0 0 0,0 0 0 0 0,6 7 0 0 0,-8-10-14 0 0,1-1 0 0 0,-1 0 0 0 0,1 0 0 0 0,-1 0 0 0 0,1 0 0 0 0,0 0 0 0 0,0-1 0 0 0,0 1 0 0 0,0-1 0 0 0,0 0 0 0 0,0 1 0 0 0,1-2 0 0 0,-1 1 0 0 0,0 0 0 0 0,0-1 0 0 0,1 1 0 0 0,-1-1 0 0 0,0 0 0 0 0,1 0 0 0 0,-1 0 0 0 0,0-1 0 0 0,1 1 0 0 0,-1-1 0 0 0,0 0 0 0 0,0 0 0 0 0,1 0 0 0 0,-1 0 0 0 0,3-2 0 0 0,8-4 54 0 0,1-2 1 0 0,-2 1-1 0 0,1-2 0 0 0,18-17 1 0 0,5-2 857 0 0,1-4 3082 0 0,-37 32-3959 0 0,-1 10-1166 0 0,0 27-1832 0 0,-2-13-4029 0 0</inkml:trace>
</inkml:ink>
</file>

<file path=ppt/ink/ink19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4:53:02.6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54 752 0 0,'2'-38'10453'0'0,"-2"30"-11824"0"0,0 0-3458 0 0</inkml:trace>
</inkml:ink>
</file>

<file path=ppt/ink/ink19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4:53:03.2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99 713 256 0 0,'0'0'3301'0'0,"-14"-2"-343"0"0,6 5-2551 0 0,1 1 1 0 0,-1 0 0 0 0,1 1-1 0 0,0-1 1 0 0,1 1 0 0 0,-1 1 0 0 0,1-1-1 0 0,0 1 1 0 0,1 0 0 0 0,-1 1-1 0 0,-5 8 1 0 0,10-13-168 0 0,26 0-521 0 0,9-10 30 0 0,-14 3-66 0 0,1 0-1 0 0,0 1 1 0 0,0 2 0 0 0,1 0 0 0 0,-1 1 0 0 0,0 1 0 0 0,31 3-1 0 0,-41-1 287 0 0,1 0-1 0 0,-1-1 0 0 0,0-1 0 0 0,1 0 0 0 0,-1 0 0 0 0,1-1 1 0 0,-1-1-1 0 0,0 0 0 0 0,0 0 0 0 0,0-1 0 0 0,0 0 0 0 0,0-1 1 0 0,13-7-1 0 0,-10 3 98 0 0,0-1 0 0 0,-1 0-1 0 0,0-1 1 0 0,0 0 0 0 0,-1-1 0 0 0,0-1 0 0 0,-1 0 0 0 0,15-20 0 0 0,-7 2 90 0 0,0-1 1 0 0,-2-1 0 0 0,-1 0-1 0 0,-2-1 1 0 0,-1-1 0 0 0,-2 0 0 0 0,14-66-1 0 0,-19 64 445 0 0,-1 0-1 0 0,-2-1 1 0 0,-2 1-1 0 0,-1 0 1 0 0,-7-61-1 0 0,7 96-543 0 0,0 0 1 0 0,0 0-1 0 0,0 0 0 0 0,0 0 0 0 0,0 1 0 0 0,0-1 0 0 0,0 0 0 0 0,-1 0 0 0 0,1 0 1 0 0,0 0-1 0 0,0 1 0 0 0,-1-1 0 0 0,1 0 0 0 0,0 0 0 0 0,-1 0 0 0 0,1 1 0 0 0,-1-1 1 0 0,1 0-1 0 0,-1 1 0 0 0,1-1 0 0 0,-1 0 0 0 0,1 1 0 0 0,-1-1 0 0 0,0 1 1 0 0,0-1-1 0 0,-15 14 490 0 0,14-10-654 0 0,-8 9 147 0 0,2 1 0 0 0,-1 1 1 0 0,1-1-1 0 0,1 1 0 0 0,1 0 0 0 0,0 1 0 0 0,1 0 0 0 0,0 0 0 0 0,1 0 0 0 0,-2 20 0 0 0,2-10-9 0 0,1 1 1 0 0,2 1-1 0 0,0-1 0 0 0,2 0 1 0 0,5 34-1 0 0,-4-51-24 0 0,5 40 39 0 0,3 0 1 0 0,20 63 0 0 0,-25-97-63 0 0,1-1 1 0 0,0 0-1 0 0,1 0 1 0 0,1-1-1 0 0,0 0 1 0 0,0-1-1 0 0,1 1 1 0 0,1-1-1 0 0,0-1 1 0 0,1 0-1 0 0,0-1 1 0 0,15 11-1 0 0,-19-16 13 0 0,1-1-1 0 0,-1 0 0 0 0,1 0 1 0 0,0-1-1 0 0,1 0 0 0 0,-1 0 0 0 0,1-1 1 0 0,-1 0-1 0 0,1-1 0 0 0,-1 0 1 0 0,13 0-1 0 0,-15 0 268 0 0,0-2 0 0 0,1 1 0 0 0,-1-1 0 0 0,0 0 0 0 0,0 0 0 0 0,0-1 0 0 0,-1 1 0 0 0,1-1-1 0 0,0-1 1 0 0,7-3 0 0 0,-12 5 132 0 0,14-5 1799 0 0</inkml:trace>
</inkml:ink>
</file>

<file path=ppt/ink/ink19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4:53:03.6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57 1316 0 0,'0'-13'3668'0'0,"3"-3"-883"0"0,-6 1-1365 0 0,3 3-2004 0 0</inkml:trace>
</inkml:ink>
</file>

<file path=ppt/ink/ink19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4:53:04.0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41 7 924 0 0,'0'0'9484'0'0,"4"-2"-8926"0"0,-1 1-447 0 0,-1 0-1 0 0,1 1 0 0 0,-1-1 1 0 0,1 0-1 0 0,-1 1 1 0 0,1 0-1 0 0,0-1 0 0 0,-1 1 1 0 0,1 0-1 0 0,0 0 1 0 0,-1 0-1 0 0,1 1 0 0 0,-1-1 1 0 0,1 1-1 0 0,-1-1 0 0 0,1 1 1 0 0,4 2-1 0 0,-6-2-89 0 0,0 1-1 0 0,0-1 0 0 0,0 1 1 0 0,0-1-1 0 0,0 1 0 0 0,-1-1 1 0 0,1 1-1 0 0,-1 0 0 0 0,1-1 1 0 0,-1 1-1 0 0,1 0 0 0 0,-1-1 1 0 0,0 1-1 0 0,0 0 0 0 0,0-1 1 0 0,0 1-1 0 0,0 0 0 0 0,0 0 1 0 0,0-1-1 0 0,-1 1 0 0 0,1 0 1 0 0,0-1-1 0 0,-1 1 0 0 0,0-1 1 0 0,1 1-1 0 0,-1 0 0 0 0,0-1 1 0 0,0 1-1 0 0,-2 2 0 0 0,-17 36 63 0 0,12-24-55 0 0,1 0 0 0 0,0 0 1 0 0,-7 26-1 0 0,12-35-27 0 0,1 1 0 0 0,0-1 0 0 0,0 1 0 0 0,1 0 0 0 0,0 0 1 0 0,1-1-1 0 0,-1 1 0 0 0,2 0 0 0 0,-1-1 0 0 0,1 1 0 0 0,3 9 0 0 0,17 40-12 0 0,15 50-22 0 0,-34-97 21 0 0,-1 1 1 0 0,0-1 0 0 0,-1 1 0 0 0,0-1-1 0 0,0 1 1 0 0,-2 0 0 0 0,1-1 0 0 0,-3 16 0 0 0,2-23 18 0 0,0 0 0 0 0,-1 0 0 0 0,1 1 1 0 0,0-1-1 0 0,-1 0 0 0 0,0 0 1 0 0,0 0-1 0 0,1-1 0 0 0,-2 1 1 0 0,1 0-1 0 0,0-1 0 0 0,-1 1 0 0 0,1-1 1 0 0,-1 0-1 0 0,0 0 0 0 0,1 0 1 0 0,-1 0-1 0 0,0 0 0 0 0,0-1 0 0 0,0 1 1 0 0,-1-1-1 0 0,1 0 0 0 0,0 0 1 0 0,0 0-1 0 0,-1 0 0 0 0,1-1 1 0 0,0 1-1 0 0,-1-1 0 0 0,1 0 0 0 0,-1 0 1 0 0,1 0-1 0 0,-1-1 0 0 0,1 1 1 0 0,-6-2-1 0 0,8 2-5 0 0,0-1 1 0 0,0 1-1 0 0,1-1 0 0 0,-1 1 0 0 0,0-1 1 0 0,1 1-1 0 0,-1-1 0 0 0,0 1 1 0 0,1-1-1 0 0,-1 0 0 0 0,1 1 0 0 0,-1-1 1 0 0,1 0-1 0 0,-1 1 0 0 0,1-1 1 0 0,0 0-1 0 0,-1 0 0 0 0,1 1 1 0 0,0-1-1 0 0,0 0 0 0 0,-1 0 0 0 0,1 0 1 0 0,0 0-1 0 0,0 1 0 0 0,0-1 1 0 0,0 0-1 0 0,0 0 0 0 0,0 0 0 0 0,0 0 1 0 0,0 1-1 0 0,0-1 0 0 0,1 0 1 0 0,-1 0-1 0 0,0 0 0 0 0,1 1 1 0 0,-1-2-1 0 0,13-27 0 0 0,6 1-76 0 0,1 2 0 0 0,2 0 1 0 0,43-41-1 0 0,-34 37-8 0 0,55-52-110 0 0,21-22 161 0 0,-43 30 2759 0 0,-64 75-2649 0 0,0-1 0 0 0,0 0 1 0 0,0 0-1 0 0,0 1 0 0 0,0-1 1 0 0,0 0-1 0 0,0 0 0 0 0,0 1 1 0 0,0-1-1 0 0,0 0 0 0 0,0 0 1 0 0,1 1-1 0 0,-1-1 0 0 0,0 0 1 0 0,0 0-1 0 0,0 1 0 0 0,0-1 1 0 0,0 0-1 0 0,1 0 0 0 0,-1 1 1 0 0,0-1-1 0 0,0 0 0 0 0,0 0 1 0 0,1 0-1 0 0,-1 0 0 0 0,0 1 1 0 0,0-1-1 0 0,0 0 0 0 0,1 0 1 0 0,-1 0-1 0 0,0 0 0 0 0,0 0 1 0 0,1 0-1 0 0,-1 0 0 0 0,0 0 1 0 0,1 0-1 0 0,-1 0 0 0 0,0 0 1 0 0,0 0-1 0 0,1 0 0 0 0,-1 0 0 0 0,0 0 1 0 0,0 0-1 0 0,1 0 0 0 0,-1 0 1 0 0,0 0-1 0 0,0 0 0 0 0,1 0 1 0 0,-1 0-1 0 0,0 0 0 0 0,0 0 1 0 0,1 0-1 0 0,-1-1 0 0 0,0 1 1 0 0,0 0-1 0 0,0 0 0 0 0,1 0 1 0 0,-1-1-1 0 0,0 1 0 0 0,0 0 1 0 0,0 0-1 0 0,1 0 0 0 0,-1-1 1 0 0,0 1-1 0 0,0-1 0 0 0,3 42-35 0 0,-4-30-751 0 0,2-1 0 0 0,0 1 0 0 0,4 20 0 0 0,-4-29 361 0 0,10 26-2577 0 0,1-16-4443 0 0,-4-8 2917 0 0</inkml:trace>
</inkml:ink>
</file>

<file path=ppt/ink/ink19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4:53:04.3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50 528 0 0,'0'0'8101'0'0,"39"-7"-7213"0"0,-11 2-100 0 0,14 1-172 0 0,-13-2-296 0 0,16 2-412 0 0,-3 0-576 0 0,9-3-1080 0 0,-4 2-1897 0 0,5-2 845 0 0</inkml:trace>
</inkml:ink>
</file>

<file path=ppt/ink/ink19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4:53:06.5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148 259 840 0 0,'31'-41'12866'0'0,"-30"44"-12654"0"0,7 21-13 0 0,-2 0 1 0 0,-1 0-1 0 0,-1 1 1 0 0,-1-1-1 0 0,-1 49 1 0 0,-2-55-130 0 0,1 2 38 0 0,-1 0 0 0 0,-6 40 1 0 0,6-56-87 0 0,-1 0 1 0 0,1 0-1 0 0,-1 0 1 0 0,0 0-1 0 0,0-1 1 0 0,-1 1-1 0 0,1 0 1 0 0,-1 0-1 0 0,0-1 1 0 0,0 1-1 0 0,0-1 1 0 0,0 0-1 0 0,-1 1 1 0 0,1-1-1 0 0,-1 0 1 0 0,0 0-1 0 0,0-1 1 0 0,0 1-1 0 0,0-1 1 0 0,0 1-1 0 0,-6 2 1 0 0,6-4-15 0 0,0-1 0 0 0,0 1 0 0 0,1-1 0 0 0,-1 0 0 0 0,0 0 0 0 0,0 0 0 0 0,0-1 0 0 0,1 1 0 0 0,-1 0 0 0 0,0-1 0 0 0,1 0 0 0 0,-1 0 0 0 0,0 0 0 0 0,1 0 0 0 0,-1 0 0 0 0,1 0 0 0 0,-1-1 0 0 0,1 1 0 0 0,0-1 0 0 0,0 0 0 0 0,-3-2 0 0 0,-3-3-6 0 0,1 0 1 0 0,0 0-1 0 0,1-1 1 0 0,-8-11-1 0 0,6 6-25 0 0,1-1-1 0 0,0 0 0 0 0,1 0 0 0 0,1-1 1 0 0,0 0-1 0 0,1 0 0 0 0,1 0 0 0 0,1 0 0 0 0,0 0 1 0 0,0-1-1 0 0,2 1 0 0 0,0-1 0 0 0,3-24 0 0 0,-1 21-7 0 0,1 1 0 0 0,1 0-1 0 0,0 0 1 0 0,1 0-1 0 0,1 0 1 0 0,1 1 0 0 0,1 0-1 0 0,0 1 1 0 0,1-1-1 0 0,1 1 1 0 0,13-17-1 0 0,-16 25 18 0 0,1 0 0 0 0,-1 1-1 0 0,1 0 1 0 0,0 0 0 0 0,1 1-1 0 0,-1 0 1 0 0,1 1 0 0 0,0 0-1 0 0,1 0 1 0 0,-1 1 0 0 0,1 0-1 0 0,0 0 1 0 0,0 1 0 0 0,0 1-1 0 0,18-3 1 0 0,-20 5 13 0 0,0-1-1 0 0,0 1 1 0 0,1 1-1 0 0,-1 0 1 0 0,0 0 0 0 0,0 0-1 0 0,0 1 1 0 0,0 0-1 0 0,-1 1 1 0 0,1 0 0 0 0,-1 0-1 0 0,1 0 1 0 0,-1 1-1 0 0,0 0 1 0 0,0 1 0 0 0,-1-1-1 0 0,1 1 1 0 0,-1 1 0 0 0,0-1-1 0 0,10 13 1 0 0,4 8 38 0 0,-1 2-1 0 0,-1 0 1 0 0,-2 1 0 0 0,-1 1 0 0 0,-1 1 0 0 0,16 48-1 0 0,-15-27 204 0 0,-3 0 0 0 0,-1 1-1 0 0,5 74 1 0 0,-15-114-194 0 0,-1-1 0 0 0,0 1 0 0 0,-1 0 0 0 0,-4 21 0 0 0,4-29-259 0 0,0-1 1 0 0,-1 0-1 0 0,1 0 1 0 0,-1 0 0 0 0,0 0-1 0 0,0 0 1 0 0,-4 5 0 0 0,5-7-97 0 0,-1 0 1 0 0,1-1-1 0 0,0 1 1 0 0,-1-1 0 0 0,0 0-1 0 0,1 1 1 0 0,-1-1-1 0 0,0 0 1 0 0,1 0 0 0 0,-1 0-1 0 0,0 0 1 0 0,0 0-1 0 0,0-1 1 0 0,0 1 0 0 0,0 0-1 0 0,-3 0 1 0 0,0-2-3375 0 0,-13-4 281 0 0</inkml:trace>
</inkml:ink>
</file>

<file path=ppt/ink/ink19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4:53:07.5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1 190 8 0 0,'88'-9'2535'0'0,"490"-70"2865"0"0,-557 75-5277 0 0,42-9 736 0 0,-60 12-742 0 0,-1 0 0 0 0,1 1-1 0 0,0-1 1 0 0,-1 0-1 0 0,1 0 1 0 0,-1-1-1 0 0,1 1 1 0 0,-1 0 0 0 0,1-1-1 0 0,-1 0 1 0 0,0 1-1 0 0,0-1 1 0 0,0 0-1 0 0,0 0 1 0 0,0 0-1 0 0,3-5 1 0 0,-5 6-81 0 0,0-1-1 0 0,0 1 1 0 0,0-1 0 0 0,0 1 0 0 0,0-1-1 0 0,-1 1 1 0 0,1-1 0 0 0,0 1-1 0 0,-1 0 1 0 0,1-1 0 0 0,-1 1 0 0 0,1-1-1 0 0,-1 1 1 0 0,0 0 0 0 0,1-1 0 0 0,-1 1-1 0 0,0 0 1 0 0,0 0 0 0 0,0 0-1 0 0,0 0 1 0 0,0 0 0 0 0,0 0 0 0 0,0 0-1 0 0,-1 0 1 0 0,1 0 0 0 0,0 0-1 0 0,0 1 1 0 0,-1-1 0 0 0,1 0 0 0 0,0 1-1 0 0,-1-1 1 0 0,1 1 0 0 0,-3-1-1 0 0,-48-14 468 0 0,50 14-477 0 0,-1 0 0 0 0,0 1 1 0 0,0-1-1 0 0,0 1 0 0 0,0 0 0 0 0,0 0 1 0 0,0 0-1 0 0,0 0 0 0 0,0 1 1 0 0,0-1-1 0 0,0 1 0 0 0,1 0 0 0 0,-1 0 1 0 0,0 0-1 0 0,0 0 0 0 0,1 0 0 0 0,-1 1 1 0 0,0-1-1 0 0,1 1 0 0 0,0-1 0 0 0,-1 1 1 0 0,-3 4-1 0 0,3-2-15 0 0,1 0 0 0 0,0 0 0 0 0,-1 1 0 0 0,2-1 0 0 0,-1 1 1 0 0,0-1-1 0 0,1 1 0 0 0,0 0 0 0 0,0 0 0 0 0,0-1 0 0 0,1 1 0 0 0,-1 0 0 0 0,2 8 0 0 0,3 44 46 0 0,2-1 0 0 0,3 0 1 0 0,26 84-1 0 0,-3-7 8 0 0,-17-50-7 0 0,-3 1 0 0 0,2 170 0 0 0,-15-240-46 0 0,0 0 0 0 0,-1-1 0 0 0,0 1 0 0 0,-1-1 0 0 0,0 1 0 0 0,-1-1 0 0 0,-1 0 0 0 0,0 0 0 0 0,-1-1 0 0 0,0 1 0 0 0,-9 13 0 0 0,11-22 2 0 0,1 1 1 0 0,0-1-1 0 0,-1 1 0 0 0,0-1 0 0 0,0 0 0 0 0,0-1 0 0 0,0 1 0 0 0,-1-1 0 0 0,1 0 0 0 0,-1 0 1 0 0,0 0-1 0 0,0 0 0 0 0,0-1 0 0 0,0 0 0 0 0,0 0 0 0 0,-1 0 0 0 0,1-1 0 0 0,-1 0 0 0 0,1 0 1 0 0,-1 0-1 0 0,1-1 0 0 0,-1 0 0 0 0,1 0 0 0 0,-1 0 0 0 0,1-1 0 0 0,-1 1 0 0 0,0-1 0 0 0,1-1 1 0 0,-11-3-1 0 0,11 4-4 0 0,0-1 0 0 0,0 0 0 0 0,1-1 0 0 0,-1 1 0 0 0,0-1 1 0 0,1 0-1 0 0,0 0 0 0 0,-1 0 0 0 0,1-1 0 0 0,0 1 0 0 0,1-1 1 0 0,-1 0-1 0 0,1 0 0 0 0,0 0 0 0 0,0-1 0 0 0,0 1 0 0 0,-4-10 0 0 0,4 6-17 0 0,1 0 0 0 0,0 0 0 0 0,0 0 0 0 0,1-1 0 0 0,0 1 0 0 0,0 0 0 0 0,1-1 0 0 0,0 1 0 0 0,0 0 0 0 0,3-13 0 0 0,1 0-45 0 0,2-1 1 0 0,0 1 0 0 0,1 0-1 0 0,1 0 1 0 0,1 1 0 0 0,1 0 0 0 0,21-31-1 0 0,-10 24-72 0 0,0 1 0 0 0,2 1 0 0 0,0 2 0 0 0,46-37 0 0 0,117-69-428 0 0,-85 63 352 0 0,-29 20 99 0 0,-48 32 204 0 0,0 0-1 0 0,-1-2 0 0 0,0-1 1 0 0,-2-1-1 0 0,29-29 1 0 0,-49 45-30 0 0,1 0 0 0 0,-1 1 1 0 0,0-1-1 0 0,0 0 1 0 0,0 0-1 0 0,0 0 0 0 0,0 0 1 0 0,0 0-1 0 0,0 0 1 0 0,-1-1-1 0 0,1 1 1 0 0,-1 0-1 0 0,1 0 0 0 0,-1-1 1 0 0,0 1-1 0 0,0 0 1 0 0,0 0-1 0 0,0-1 1 0 0,-1 1-1 0 0,1 0 0 0 0,-1-4 1 0 0,0 5-55 0 0,0 0 0 0 0,0-1-1 0 0,0 1 1 0 0,0 0 0 0 0,0 0 0 0 0,0-1 0 0 0,0 1 0 0 0,0 0 0 0 0,0 0-1 0 0,-1 0 1 0 0,1 1 0 0 0,0-1 0 0 0,-1 0 0 0 0,1 0 0 0 0,0 1 0 0 0,-1-1-1 0 0,1 1 1 0 0,-1-1 0 0 0,1 1 0 0 0,-1-1 0 0 0,0 1 0 0 0,1 0 0 0 0,-1 0 0 0 0,1 0-1 0 0,-1 0 1 0 0,1 0 0 0 0,-1 0 0 0 0,0 0 0 0 0,1 1 0 0 0,-1-1 0 0 0,1 1-1 0 0,-1-1 1 0 0,1 1 0 0 0,-3 0 0 0 0,0 1-16 0 0,-1-1 1 0 0,1 1-1 0 0,-1 0 0 0 0,1 1 0 0 0,0-1 0 0 0,0 1 1 0 0,0-1-1 0 0,0 1 0 0 0,0 0 0 0 0,1 1 1 0 0,0-1-1 0 0,-1 1 0 0 0,1-1 0 0 0,0 1 0 0 0,1 0 1 0 0,-1 0-1 0 0,1 1 0 0 0,-1-1 0 0 0,1 0 1 0 0,0 1-1 0 0,1-1 0 0 0,-1 1 0 0 0,1-1 1 0 0,0 1-1 0 0,0 0 0 0 0,1 0 0 0 0,-1 0 0 0 0,1-1 1 0 0,0 1-1 0 0,0 0 0 0 0,2 8 0 0 0,-1-8-65 0 0,0 1 0 0 0,0 0 0 0 0,0-1-1 0 0,1 0 1 0 0,-1 1 0 0 0,2-1 0 0 0,-1 0-1 0 0,0 0 1 0 0,1 0 0 0 0,0 0 0 0 0,0 0-1 0 0,1-1 1 0 0,-1 1 0 0 0,1-1 0 0 0,0 0-1 0 0,0 0 1 0 0,0 0 0 0 0,1-1 0 0 0,-1 1 0 0 0,1-1-1 0 0,0 0 1 0 0,0-1 0 0 0,0 1 0 0 0,0-1-1 0 0,1 0 1 0 0,-1 0 0 0 0,9 1 0 0 0,-3-1-97 0 0,1-1 0 0 0,0-1 0 0 0,-1 0 1 0 0,1-1-1 0 0,0 0 0 0 0,-1-1 0 0 0,1 0 1 0 0,-1-1-1 0 0,0-1 0 0 0,1 1 0 0 0,17-10 1 0 0,-8 2 24 0 0,0 0-1 0 0,-1-2 1 0 0,0-1 0 0 0,31-27 0 0 0,15-28 2206 0 0,-65 68-1928 0 0,2-1 24 0 0,-3 1-158 0 0,0 1 0 0 0,0 0 0 0 0,1 0 0 0 0,-1 0 0 0 0,0-1 0 0 0,0 1 0 0 0,0 0 0 0 0,0 0 0 0 0,0 0 0 0 0,0 0 0 0 0,1-1 0 0 0,-1 1 0 0 0,0 0 0 0 0,0 0 0 0 0,0 0 0 0 0,1 0 0 0 0,-1 0 0 0 0,0 0 0 0 0,0-1 0 0 0,0 1 0 0 0,1 0 0 0 0,-1 0 0 0 0,0 0 0 0 0,0 0 0 0 0,0 0 0 0 0,1 0 0 0 0,-1 0 0 0 0,0 0 0 0 0,0 0 0 0 0,0 0 0 0 0,1 0 0 0 0,-1 0 0 0 0,0 0 0 0 0,0 0 0 0 0,1 0 0 0 0,-1 0 0 0 0,0 1 0 0 0,0-1 0 0 0,0 0 0 0 0,1 0 0 0 0,-1 0 0 0 0,0 0 0 0 0,0 0 0 0 0,1 1 0 0 0,1 0 4 0 0,1 0-1 0 0,-1 1 1 0 0,1 0 0 0 0,-1-1-1 0 0,0 1 1 0 0,0 0-1 0 0,0 0 1 0 0,0 0-1 0 0,0 1 1 0 0,0-1-1 0 0,0 0 1 0 0,-1 1 0 0 0,1-1-1 0 0,1 4 1 0 0,-1-3 27 0 0,1-1 1 0 0,0 1 0 0 0,-1-1-1 0 0,1 0 1 0 0,0 1-1 0 0,0-2 1 0 0,1 1 0 0 0,5 3-1 0 0,0-2-218 0 0,0 0-1 0 0,0-1 1 0 0,1 0-1 0 0,-1 0 1 0 0,1-1-1 0 0,14 0 1 0 0,32-3-7620 0 0,-37-1 4597 0 0</inkml:trace>
</inkml:ink>
</file>

<file path=ppt/ink/ink19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4:53:07.8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165 369 84 0 0,'25'-12'14791'0'0,"-25"12"-14647"0"0,0 0 1 0 0,0 0-1 0 0,0 1 0 0 0,16 11-1216 0 0,-9-7 1171 0 0,-1-1 1 0 0,1-1-1 0 0,0 1 1 0 0,1-1-1 0 0,-1 0 1 0 0,0-1-1 0 0,1 0 1 0 0,0 0-1 0 0,-1 0 0 0 0,1-1 1 0 0,0 0-1 0 0,0-1 1 0 0,0 0-1 0 0,0 0 1 0 0,0-1-1 0 0,14-2 1 0 0,-18 2-9 0 0,0 0-1 0 0,0-1 1 0 0,0 1 0 0 0,0-1 0 0 0,0 0 0 0 0,0 0 0 0 0,0 0 0 0 0,-1 0-1 0 0,1 0 1 0 0,-1-1 0 0 0,1 0 0 0 0,-1 0 0 0 0,0 0 0 0 0,0 0 0 0 0,0 0 0 0 0,-1-1-1 0 0,1 1 1 0 0,-1-1 0 0 0,0 1 0 0 0,0-1 0 0 0,0 0 0 0 0,0 0 0 0 0,-1 0-1 0 0,1 0 1 0 0,-1 0 0 0 0,0-1 0 0 0,-1 1 0 0 0,1 0 0 0 0,-1 0 0 0 0,1-1 0 0 0,-2-7-1 0 0,0 1 33 0 0,-1 0-1 0 0,0 0 0 0 0,0 0 0 0 0,-1 1 1 0 0,-1-1-1 0 0,1 1 0 0 0,-2 0 1 0 0,0 0-1 0 0,0 0 0 0 0,0 1 0 0 0,-2-1 1 0 0,1 1-1 0 0,-1 1 0 0 0,0-1 1 0 0,-1 1-1 0 0,-16-13 0 0 0,6 6-38 0 0,-1 1 0 0 0,-1 1 0 0 0,0 1 1 0 0,0 1-1 0 0,-1 0 0 0 0,-1 2 0 0 0,-23-8 0 0 0,38 15-241 0 0,0 0 1 0 0,0 0-1 0 0,0 1 0 0 0,-1 0 0 0 0,1 0 1 0 0,0 1-1 0 0,-1 0 0 0 0,1 0 0 0 0,0 1 1 0 0,-10 1-1 0 0,14-1-161 0 0,0 0 0 0 0,0 0 1 0 0,0 0-1 0 0,0 0 0 0 0,0 1 0 0 0,0-1 0 0 0,0 1 0 0 0,1 0 1 0 0,-1 0-1 0 0,1 0 0 0 0,-3 2 0 0 0,2-1-413 0 0,1 0-1 0 0,0 0 1 0 0,0 0-1 0 0,1 0 1 0 0,-1 0-1 0 0,0 0 1 0 0,1 0-1 0 0,0 1 1 0 0,0-1-1 0 0,0 0 1 0 0,-1 7-1 0 0,1 3-3438 0 0</inkml:trace>
</inkml:ink>
</file>

<file path=ppt/ink/ink19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4:53:08.2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109 1 840 0 0,'0'0'5503'0'0,"-4"3"-4714"0"0,-29 20 663 0 0,24-19-987 0 0,2 1-1 0 0,-1 0 0 0 0,0 1 1 0 0,1 0-1 0 0,0 0 1 0 0,0 1-1 0 0,1-1 0 0 0,-6 9 1 0 0,11-14-143 0 0,2 0-312 0 0,-1-1 0 0 0,1 1 0 0 0,0 0 0 0 0,0-1 1 0 0,-1 1-1 0 0,1-1 0 0 0,0 1 0 0 0,0-1 0 0 0,0 1 0 0 0,-1-1 0 0 0,1 1 0 0 0,0-1 1 0 0,0 0-1 0 0,0 0 0 0 0,0 1 0 0 0,0-1 0 0 0,0 0 0 0 0,0 0 0 0 0,0 0 0 0 0,0 0 1 0 0,0 0-1 0 0,0 0 0 0 0,0 0 0 0 0,-1 0 0 0 0,1-1 0 0 0,0 1 0 0 0,0 0 0 0 0,0 0 1 0 0,0-1-1 0 0,1 0 0 0 0,29-7 141 0 0,-14 3-209 0 0,-1 0 1 0 0,1 1-1 0 0,1 1 1 0 0,-1 0-1 0 0,0 1 1 0 0,31 1-1 0 0,19 11-7319 0 0,-51-5 4130 0 0</inkml:trace>
</inkml:ink>
</file>

<file path=ppt/ink/ink19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4:53:08.7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417 25 928 0 0,'0'0'994'0'0,"-1"-14"3611"0"0,0 13-4489 0 0,0 0-1 0 0,0 0 0 0 0,-1 0 0 0 0,1 0 0 0 0,0 1 1 0 0,0-1-1 0 0,0 0 0 0 0,-1 0 0 0 0,1 1 1 0 0,0-1-1 0 0,-1 1 0 0 0,1-1 0 0 0,0 1 1 0 0,-1 0-1 0 0,1-1 0 0 0,-1 1 0 0 0,1 0 1 0 0,-1 0-1 0 0,1 0 0 0 0,-1 0 0 0 0,1 0 1 0 0,0 1-1 0 0,-1-1 0 0 0,1 0 0 0 0,-1 1 1 0 0,1-1-1 0 0,-2 2 0 0 0,-43 21 533 0 0,17-3-384 0 0,0 1 0 0 0,2 1 0 0 0,0 2 0 0 0,2 0 0 0 0,0 2 0 0 0,2 1 0 0 0,-37 55-1 0 0,48-62-164 0 0,1 0-1 0 0,0 1 1 0 0,1 0-1 0 0,2 0 0 0 0,0 1 1 0 0,1 1-1 0 0,2-1 1 0 0,0 1-1 0 0,1 0 0 0 0,1 0 1 0 0,1 0-1 0 0,3 44 1 0 0,3-39-25 0 0,1 0 1 0 0,1 0 0 0 0,1 0 0 0 0,2-1-1 0 0,1 0 1 0 0,1-1 0 0 0,1 0-1 0 0,1-1 1 0 0,1-1 0 0 0,1 0 0 0 0,2 0-1 0 0,27 30 1 0 0,-8-16-290 0 0,0-2 0 0 0,3-2 0 0 0,0-1 0 0 0,3-2 0 0 0,85 49 0 0 0,-107-70-424 0 0,0-1 1 0 0,0 0-1 0 0,38 10 1 0 0,24-4-4483 0 0,-32-12 1858 0 0</inkml:trace>
</inkml:ink>
</file>

<file path=ppt/ink/ink19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4:53:10.4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492 100 412 0 0,'0'0'725'0'0,"14"-29"5066"0"0,-13 27-5610 0 0,-1-1 0 0 0,1 1 0 0 0,-1-1 0 0 0,0 0 0 0 0,0 1-1 0 0,0-1 1 0 0,0 0 0 0 0,-1 1 0 0 0,1-1 0 0 0,-1 1 0 0 0,1-1 0 0 0,-1 1 0 0 0,0-1 0 0 0,0 1 0 0 0,0-1-1 0 0,-1 1 1 0 0,1 0 0 0 0,-3-4 0 0 0,1 4-122 0 0,0 0-1 0 0,0 0 1 0 0,0 0-1 0 0,0 0 1 0 0,-1 1-1 0 0,1-1 1 0 0,0 1-1 0 0,-1 0 1 0 0,1 0-1 0 0,-1 0 1 0 0,0 0-1 0 0,1 1 1 0 0,-1-1 0 0 0,-4 1-1 0 0,-8-1 30 0 0,0 1 0 0 0,0 1 0 0 0,0 1 0 0 0,0 0 0 0 0,-16 4 0 0 0,23-4-58 0 0,0 1-1 0 0,0-1 0 0 0,1 1 1 0 0,-1 1-1 0 0,1 0 0 0 0,0 0 1 0 0,0 1-1 0 0,0-1 0 0 0,1 2 0 0 0,-10 7 1 0 0,15-10-26 0 0,-1 0 0 0 0,1 0 1 0 0,0 0-1 0 0,0 0 0 0 0,0 1 0 0 0,1-1 1 0 0,-1 0-1 0 0,1 1 0 0 0,0-1 1 0 0,0 1-1 0 0,0 0 0 0 0,0-1 1 0 0,0 1-1 0 0,1 0 0 0 0,0-1 0 0 0,0 1 1 0 0,0 0-1 0 0,0 0 0 0 0,0-1 1 0 0,1 1-1 0 0,0 0 0 0 0,-1-1 0 0 0,1 1 1 0 0,1-1-1 0 0,-1 1 0 0 0,0-1 1 0 0,1 1-1 0 0,2 2 0 0 0,7 13-7 0 0,0-1-1 0 0,2 0 1 0 0,26 30-1 0 0,-8-10-88 0 0,-24-29 52 0 0,0 0 0 0 0,0 0 0 0 0,-1 1 0 0 0,-1 0 0 0 0,0 0 0 0 0,0 0 0 0 0,-1 1 0 0 0,0 0 0 0 0,-1 0 0 0 0,0 0 0 0 0,-1 0 0 0 0,0 0 0 0 0,0 1 0 0 0,-1 15 0 0 0,-2-24 38 0 0,0 0-1 0 0,-1 1 1 0 0,1-1 0 0 0,-1 0 0 0 0,1 0 0 0 0,-1 0 0 0 0,0 0 0 0 0,0 0-1 0 0,0 0 1 0 0,-1-1 0 0 0,1 1 0 0 0,-1-1 0 0 0,1 1 0 0 0,-1-1-1 0 0,0 0 1 0 0,0 0 0 0 0,0 0 0 0 0,0-1 0 0 0,-5 3 0 0 0,-5 2 103 0 0,0 0 0 0 0,-1-1 0 0 0,-18 5 0 0 0,15-6 98 0 0,0-1-1 0 0,0-1 1 0 0,0-1 0 0 0,0 0-1 0 0,-1-1 1 0 0,-16-2-1 0 0,24 1-51 0 0,0 0 0 0 0,1-1 0 0 0,-1 0 0 0 0,1-1 0 0 0,0 0-1 0 0,0 0 1 0 0,0-1 0 0 0,0 0 0 0 0,0-1 0 0 0,1 1 0 0 0,-16-13-1 0 0,24 16-196 0 0,-1 0 0 0 0,1 1-1 0 0,-1-1 1 0 0,1 0 0 0 0,0 0-1 0 0,-1 1 1 0 0,1-1 0 0 0,0 0-1 0 0,0 0 1 0 0,0 0 0 0 0,-1 0-1 0 0,1 1 1 0 0,0-1 0 0 0,0 0-1 0 0,0 0 1 0 0,0 0 0 0 0,1 0-1 0 0,-1 1 1 0 0,0-1 0 0 0,0 0-1 0 0,0 0 1 0 0,1 0 0 0 0,-1 0-1 0 0,0 1 1 0 0,1-1 0 0 0,-1 0-1 0 0,1 0 1 0 0,-1 1 0 0 0,1-1-1 0 0,-1 0 1 0 0,1 1 0 0 0,-1-1-1 0 0,1 1 1 0 0,0-1 0 0 0,-1 1-1 0 0,1-1 1 0 0,1 0 0 0 0,25-20-1386 0 0,25-5-4919 0 0,-29 15 3361 0 0</inkml:trace>
</inkml:ink>
</file>

<file path=ppt/ink/ink19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4:53:11.6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1 608 480 0 0,'19'-1'2446'0'0,"7"-4"-972"0"0,-1-2-1 0 0,47-19 0 0 0,-61 21-1166 0 0,0 0 0 0 0,0-1-1 0 0,-1 0 1 0 0,0-1 0 0 0,0 0-1 0 0,-1 0 1 0 0,1-1 0 0 0,13-16-1 0 0,-22 23-246 0 0,1-1-1 0 0,-1 1 0 0 0,0-1 0 0 0,0 0 1 0 0,0 1-1 0 0,0-1 0 0 0,0 0 0 0 0,0 0 1 0 0,0 0-1 0 0,-1 0 0 0 0,1 0 1 0 0,-1 0-1 0 0,1 0 0 0 0,-1 0 0 0 0,0 0 1 0 0,1 0-1 0 0,-1 0 0 0 0,-1 0 1 0 0,1 0-1 0 0,0 0 0 0 0,0 0 0 0 0,-1 0 1 0 0,1 0-1 0 0,-1 1 0 0 0,1-1 0 0 0,-1 0 1 0 0,0 0-1 0 0,0 0 0 0 0,0 0 1 0 0,0 1-1 0 0,-2-4 0 0 0,1 4-29 0 0,1-1-1 0 0,-1 0 1 0 0,0 1-1 0 0,0-1 1 0 0,-1 1 0 0 0,1 0-1 0 0,0 0 1 0 0,0 0-1 0 0,-1 0 1 0 0,1 0-1 0 0,0 0 1 0 0,-1 0 0 0 0,1 1-1 0 0,-1-1 1 0 0,1 1-1 0 0,-1 0 1 0 0,1 0-1 0 0,-1 0 1 0 0,1 0 0 0 0,-1 0-1 0 0,1 1 1 0 0,-1-1-1 0 0,1 1 1 0 0,-5 1-1 0 0,5-2-27 0 0,0 1 0 0 0,0-1 0 0 0,0 1 0 0 0,0 0-1 0 0,1 0 1 0 0,-1 0 0 0 0,0 0 0 0 0,0 0 0 0 0,1 0-1 0 0,-1 0 1 0 0,0 0 0 0 0,1 1 0 0 0,0-1 0 0 0,-1 1-1 0 0,1-1 1 0 0,0 1 0 0 0,-1-1 0 0 0,1 1-1 0 0,0 0 1 0 0,0 0 0 0 0,1 0 0 0 0,-1-1 0 0 0,0 1-1 0 0,0 0 1 0 0,1 0 0 0 0,0 0 0 0 0,-1 0 0 0 0,1 0-1 0 0,0 0 1 0 0,0 0 0 0 0,0 0 0 0 0,0 0 0 0 0,0 0-1 0 0,0 0 1 0 0,1 0 0 0 0,-1 0 0 0 0,0 0-1 0 0,1 0 1 0 0,0 0 0 0 0,0 0 0 0 0,-1 0 0 0 0,2 1-1 0 0,1 2-51 0 0,-1-1-1 0 0,1 1 1 0 0,0-1-1 0 0,0 0 1 0 0,0 0-1 0 0,0 0 0 0 0,1 0 1 0 0,0-1-1 0 0,0 1 1 0 0,0-1-1 0 0,0 0 1 0 0,0 0-1 0 0,0-1 0 0 0,1 1 1 0 0,0-1-1 0 0,6 3 1 0 0,1-3-33 0 0,0 0-1 0 0,1-1 1 0 0,-1 0 0 0 0,0-1-1 0 0,0 0 1 0 0,0-1 0 0 0,1 0 0 0 0,-1-1-1 0 0,0 0 1 0 0,0-1 0 0 0,-1 0 0 0 0,1-1-1 0 0,-1-1 1 0 0,1 0 0 0 0,-2 0 0 0 0,14-9-1 0 0,-23 13 101 0 0,1 0 0 0 0,-1 0-1 0 0,1 1 1 0 0,-1-1 0 0 0,1 0-1 0 0,0 0 1 0 0,0 1 0 0 0,-1-1-1 0 0,1 1 1 0 0,0 0-1 0 0,0-1 1 0 0,-1 1 0 0 0,1 0-1 0 0,0 0 1 0 0,0 0 0 0 0,0 0-1 0 0,0 1 1 0 0,-1-1 0 0 0,1 0-1 0 0,0 1 1 0 0,0-1 0 0 0,-1 1-1 0 0,1-1 1 0 0,0 1 0 0 0,-1 0-1 0 0,1 0 1 0 0,-1 0 0 0 0,1 0-1 0 0,-1 0 1 0 0,1 0-1 0 0,-1 0 1 0 0,0 1 0 0 0,1-1-1 0 0,-1 0 1 0 0,0 1 0 0 0,0-1-1 0 0,0 1 1 0 0,1 2 0 0 0,-1-3-7 0 0,1 1-6 0 0,-1 0 0 0 0,1-1 0 0 0,0 1 1 0 0,0-1-1 0 0,0 1 0 0 0,0-1 0 0 0,0 0 1 0 0,0 0-1 0 0,0 0 0 0 0,0 0 0 0 0,0 0 1 0 0,0 0-1 0 0,0-1 0 0 0,1 1 0 0 0,-1-1 1 0 0,0 1-1 0 0,1-1 0 0 0,3 0 0 0 0,37-7-200 0 0,1 2 0 0 0,56-1 0 0 0,-90 6 177 0 0,0 0-1 0 0,-1-1 1 0 0,1 0-1 0 0,-1-1 1 0 0,1 0-1 0 0,-1-1 1 0 0,0 0-1 0 0,0 0 1 0 0,0-1-1 0 0,0 0 0 0 0,0 0 1 0 0,-1-1-1 0 0,0 0 1 0 0,0-1-1 0 0,0 0 1 0 0,-1 0-1 0 0,0-1 1 0 0,0 0-1 0 0,-1 0 1 0 0,1 0-1 0 0,-1-1 1 0 0,-1 0-1 0 0,0 0 1 0 0,0 0-1 0 0,-1-1 0 0 0,1 0 1 0 0,3-14-1 0 0,1-5 220 0 0,-1 0-1 0 0,-2 0 0 0 0,-1-1 0 0 0,-1 0 1 0 0,-1 1-1 0 0,-2-1 0 0 0,-1 0 0 0 0,-4-32 0 0 0,-6-20 2101 0 0,9 79-1855 0 0,0 7-374 0 0,-11 33-3 0 0,1 1 0 0 0,2 0 1 0 0,3 1-1 0 0,-4 65 0 0 0,9-82-160 0 0,1-1 1 0 0,1 1 0 0 0,1 0-1 0 0,1-1 1 0 0,1 1-1 0 0,1-1 1 0 0,1 0-1 0 0,1 0 1 0 0,18 39 0 0 0,-22-56 43 0 0,-1-1 1 0 0,1 1 0 0 0,0-1 0 0 0,1 1 0 0 0,-1-1 0 0 0,1 0 0 0 0,0 0-1 0 0,0-1 1 0 0,0 1 0 0 0,0-1 0 0 0,1 0 0 0 0,-1 0 0 0 0,1 0-1 0 0,0-1 1 0 0,0 1 0 0 0,0-1 0 0 0,0 0 0 0 0,0-1 0 0 0,1 1-1 0 0,-1-1 1 0 0,0 0 0 0 0,7 0 0 0 0,3-1 4 0 0,0 0 0 0 0,0-2 0 0 0,0 0 0 0 0,0 0 1 0 0,0-1-1 0 0,26-10 0 0 0,-36 12 90 0 0,0-1 0 0 0,0 0 0 0 0,-1 0 0 0 0,1-1 0 0 0,-1 1 0 0 0,0-1 0 0 0,1 0 0 0 0,-1 0 0 0 0,0 0 0 0 0,-1 0 0 0 0,1-1 0 0 0,-1 0 0 0 0,1 1 0 0 0,-1-1 0 0 0,0-1 0 0 0,0 1 0 0 0,-1 0 0 0 0,0-1 0 0 0,1 1 0 0 0,-1-1 0 0 0,-1 0 0 0 0,1 0 0 0 0,1-7 0 0 0,-3 9 45 0 0,-3-8 105 0 0,-3 6-161 0 0,6 8-73 0 0,0 1 0 0 0,1-1 0 0 0,-1 1 0 0 0,1 0-1 0 0,0-1 1 0 0,0 0 0 0 0,0 1 0 0 0,0-1 0 0 0,1 0-1 0 0,-1 1 1 0 0,1-1 0 0 0,0 0 0 0 0,0 0 0 0 0,0 0-1 0 0,0-1 1 0 0,0 1 0 0 0,1 0 0 0 0,-1-1 0 0 0,1 1-1 0 0,0-1 1 0 0,-1 0 0 0 0,1 0 0 0 0,0 0 0 0 0,0 0-1 0 0,1-1 1 0 0,-1 1 0 0 0,6 1 0 0 0,1 1-25 0 0,0-1 1 0 0,1 0-1 0 0,-1-1 1 0 0,1 0-1 0 0,-1-1 1 0 0,1 0-1 0 0,0-1 1 0 0,14-1-1 0 0,92-14-46 0 0,-33 3 906 0 0,-71 11-519 0 0,1 1 0 0 0,0 1 1 0 0,22 3-1 0 0,13 6-6118 0 0,-39-8 2795 0 0,3 1-98 0 0</inkml:trace>
</inkml:ink>
</file>

<file path=ppt/ink/ink19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4:53:12.0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4 640 0 0,'7'-4'14518'0'0,"-3"8"-14701"0"0,-1-2 85 0 0,1 1 1 0 0,0 0-1 0 0,0-1 0 0 0,0 1 1 0 0,0-1-1 0 0,0 0 1 0 0,1-1-1 0 0,-1 1 1 0 0,5 0-1 0 0,-5 0 31 0 0,21 6 201 0 0,1 0 1 0 0,35 5-1 0 0,-59-13 275 0 0,4 1-38 0 0,-1 0 0 0 0,1-1-1 0 0,0 0 1 0 0,0 0 0 0 0,-1 0 0 0 0,1-1-1 0 0,0 0 1 0 0,-1 0 0 0 0,7-2 0 0 0,8-4-3689 0 0,-4-2-4335 0 0,-9 2 3448 0 0</inkml:trace>
</inkml:ink>
</file>

<file path=ppt/ink/ink19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4:53:12.4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 59 1748 0 0,'-7'-3'3656'0'0,"-8"-4"-2147"0"0,11-1 1895 0 0,18-10-2536 0 0,3 12-164 0 0,4 0-280 0 0,10 1-300 0 0,6 1-372 0 0,8 6-456 0 0,1-4-1212 0 0,5 2-2072 0 0,-2-1 915 0 0</inkml:trace>
</inkml:ink>
</file>

<file path=ppt/ink/ink19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4:53:12.7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565 1 468 0 0,'24'7'1593'0'0,"0"2"0"0"0,0 0 0 0 0,-1 2 0 0 0,-1 0-1 0 0,30 21 1 0 0,-45-27-1447 0 0,0 1-1 0 0,-1-1 0 0 0,0 1 1 0 0,0 1-1 0 0,0-1 1 0 0,-1 1-1 0 0,1 0 0 0 0,-2 0 1 0 0,1 1-1 0 0,-1-1 0 0 0,0 1 1 0 0,-1 0-1 0 0,0 0 0 0 0,0 0 1 0 0,-1 1-1 0 0,0-1 0 0 0,0 1 1 0 0,-1-1-1 0 0,1 13 1 0 0,-2-6-27 0 0,-1-1 0 0 0,0 1 0 0 0,0-1 0 0 0,-2 1 0 0 0,0-1 0 0 0,0 0 0 0 0,-2 0 0 0 0,1-1 0 0 0,-2 1 0 0 0,-7 14 0 0 0,1-9 0 0 0,1 0 0 0 0,-2-1 0 0 0,-1-1 0 0 0,0 0 0 0 0,-1-1 0 0 0,-17 15 0 0 0,-10 2-25 0 0,-1-1 1 0 0,-1-2 0 0 0,-2-3 0 0 0,-81 37 0 0 0,73-41-749 0 0,-89 26 1 0 0,99-38-3160 0 0,-47 6 1 0 0,59-14 91 0 0</inkml:trace>
  <inkml:trace contextRef="#ctx0" brushRef="#br0" timeOffset="1">1026 775 25778 0 0,'74'19'2119'0'0,"-73"-19"-2137"0"0,0-1 0 0 0,0 0 1 0 0,0 0-1 0 0,-1 0 0 0 0,1 0 0 0 0,0 0 1 0 0,-1 0-1 0 0,1 0 0 0 0,-1 0 1 0 0,1 0-1 0 0,-1 0 0 0 0,0 0 1 0 0,1 0-1 0 0,-1 0 0 0 0,0 0 1 0 0,0-1-1 0 0,0 1 0 0 0,0 0 1 0 0,1 0-1 0 0,-2 0 0 0 0,1 0 1 0 0,0 0-1 0 0,0-1 0 0 0,0 1 1 0 0,0 0-1 0 0,-1 0 0 0 0,1 0 1 0 0,-1-2-1 0 0,-5-2-653 0 0,1 0 0 0 0,-1 1 0 0 0,0-1 0 0 0,0 1 0 0 0,0 0 1 0 0,0 0-1 0 0,-1 1 0 0 0,0 0 0 0 0,1 0 0 0 0,-1 0 0 0 0,0 1 0 0 0,-1 0 1 0 0,-11-1-1 0 0,-25-6-6137 0 0,-2 0 520 0 0</inkml:trace>
</inkml:ink>
</file>

<file path=ppt/ink/ink19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4:53:14.9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 84 1100 0 0,'-17'-2'9344'0'0,"17"2"-9252"0"0,1 0 0 0 0,-1 0 1 0 0,0 0-1 0 0,0-1 0 0 0,0 1 0 0 0,0 0 0 0 0,0 0 0 0 0,0 0 0 0 0,0 0 0 0 0,0-1 0 0 0,0 1 0 0 0,0 0 1 0 0,0 0-1 0 0,0 0 0 0 0,0 0 0 0 0,0-1 0 0 0,0 1 0 0 0,0 0 0 0 0,0 0 0 0 0,0 0 0 0 0,0 0 0 0 0,0-1 0 0 0,0 1 1 0 0,0 0-1 0 0,0 0 0 0 0,0 0 0 0 0,0 0 0 0 0,0-1 0 0 0,0 1 0 0 0,0 0 0 0 0,0 0 0 0 0,-1 0 0 0 0,1 0 0 0 0,0 0 1 0 0,0-1-1 0 0,0 1 0 0 0,0 0 0 0 0,0 0 0 0 0,-1 0 0 0 0,1 0 0 0 0,0 0 0 0 0,0 0 0 0 0,0 0 0 0 0,0 0 0 0 0,-1 0 1 0 0,1-1-1 0 0,0 1 0 0 0,0 0 0 0 0,0 0 0 0 0,0 0 0 0 0,-1 0 0 0 0,1 0 0 0 0,0 0 0 0 0,0 0 0 0 0,0 0 0 0 0,0 0 1 0 0,-1 0-1 0 0,1 1 0 0 0,0-1 0 0 0,0 0 0 0 0,0 0 0 0 0,-1 0 0 0 0,1 0 0 0 0,0 0 0 0 0,0 0 0 0 0,0 0 1 0 0,0 0-1 0 0,19-13 1217 0 0,29-11-1290 0 0,-37 20 77 0 0,67-24 54 0 0,-72 26-221 0 0,0 1 0 0 0,0 0 0 0 0,0 0 1 0 0,0 0-1 0 0,0 1 0 0 0,0-1 0 0 0,0 1 1 0 0,0 1-1 0 0,0-1 0 0 0,11 4 0 0 0,-14-3 37 0 0,0 0 0 0 0,-1 1-1 0 0,0-1 1 0 0,1 1 0 0 0,-1 0 0 0 0,0-1-1 0 0,0 1 1 0 0,0 0 0 0 0,0 0 0 0 0,0 1-1 0 0,0-1 1 0 0,0 0 0 0 0,-1 1 0 0 0,0-1-1 0 0,1 1 1 0 0,-1-1 0 0 0,0 1 0 0 0,0 0-1 0 0,0-1 1 0 0,0 1 0 0 0,-1 0 0 0 0,1 0-1 0 0,-1 0 1 0 0,0-1 0 0 0,1 1 0 0 0,-2 0-1 0 0,1 0 1 0 0,0 0 0 0 0,0 0 0 0 0,-1-1-1 0 0,-1 7 1 0 0,-1 7-65 0 0,-1 0 0 0 0,-1 0 0 0 0,0 0 0 0 0,-9 17 0 0 0,-15 23-42 0 0,-3-1 1 0 0,-2-1 0 0 0,-70 82-1 0 0,102-133 186 0 0,-1 0-1 0 0,1 0 1 0 0,0 0-1 0 0,0 0 0 0 0,0 0 1 0 0,0 1-1 0 0,1-1 1 0 0,-1 1-1 0 0,1-1 0 0 0,0 1 1 0 0,-1 4-1 0 0,5-6-24 0 0,0-1 1 0 0,0 0-1 0 0,0 0 0 0 0,0 0 0 0 0,1-1 1 0 0,-1 1-1 0 0,0-1 0 0 0,0 0 0 0 0,1 0 1 0 0,-1 0-1 0 0,0 0 0 0 0,4-1 0 0 0,149-22-1488 0 0,-54-3-6642 0 0,-73 16 4415 0 0</inkml:trace>
</inkml:ink>
</file>

<file path=ppt/ink/ink19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4:53:15.3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63 932 0 0,'46'-19'13554'0'0,"-44"18"-12459"0"0,7-4 1487 0 0,-5-6-4265 0 0,-4-13-6159 0 0,0 21 6466 0 0</inkml:trace>
</inkml:ink>
</file>

<file path=ppt/ink/ink19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4:53:18.0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87 414 1084 0 0,'-1'-38'4928'0'0,"-3"0"992"0"0,5 55-2774 0 0,5 67-2130 0 0,13 256 101 0 0,-22-265-3664 0 0,-1-82 2142 0 0,-6-11 110 0 0,2 0-1 0 0,0 0 1 0 0,1-1 0 0 0,1 0 0 0 0,-4-21 0 0 0,-18-113-1089 0 0,21 108 1042 0 0,0 7 167 0 0,3 0 0 0 0,0 0 0 0 0,3 0 0 0 0,1-1 0 0 0,2 1 0 0 0,9-53 0 0 0,-8 79 180 0 0,0 0 0 0 0,1 1-1 0 0,0-1 1 0 0,0 1-1 0 0,1 0 1 0 0,1 0-1 0 0,0 1 1 0 0,0 0 0 0 0,1 0-1 0 0,12-14 1 0 0,-12 18 13 0 0,0-1 0 0 0,1 2 0 0 0,-1-1 0 0 0,1 1 0 0 0,0 0 0 0 0,0 1 0 0 0,1 0 0 0 0,-1 0 0 0 0,1 0 0 0 0,0 2 0 0 0,0-1 0 0 0,0 1 0 0 0,0 0 0 0 0,1 1 0 0 0,11-1 0 0 0,-7 1 10 0 0,-1 2 0 0 0,0-1 0 0 0,1 2 0 0 0,-1 0 0 0 0,0 0 0 0 0,0 1 0 0 0,0 1 0 0 0,0 0 0 0 0,-1 1 0 0 0,1 0 0 0 0,-1 1 0 0 0,-1 0 0 0 0,1 1 0 0 0,-1 0-1 0 0,0 1 1 0 0,-1 0 0 0 0,1 1 0 0 0,15 17 0 0 0,-20-18-15 0 0,0 0-1 0 0,0 0 0 0 0,0 0 1 0 0,-1 1-1 0 0,0-1 0 0 0,-1 1 1 0 0,0 0-1 0 0,0 1 1 0 0,-1-1-1 0 0,0 1 0 0 0,-1-1 1 0 0,0 1-1 0 0,-1 0 0 0 0,0 0 1 0 0,0 0-1 0 0,-1 0 1 0 0,0 0-1 0 0,-1 0 0 0 0,0 0 1 0 0,-1 0-1 0 0,0-1 0 0 0,0 1 1 0 0,-1 0-1 0 0,0-1 1 0 0,-9 17-1 0 0,5-14 26 0 0,0 0 0 0 0,-1-1 0 0 0,0 0 0 0 0,-1-1 1 0 0,-1 0-1 0 0,1 0 0 0 0,-2-1 0 0 0,1 0 0 0 0,-1-1 0 0 0,0 0 0 0 0,-1-1 0 0 0,0 0 0 0 0,0-1 1 0 0,0 0-1 0 0,-16 4 0 0 0,-21 6 298 0 0,-1-1 0 0 0,-81 11 1 0 0,127-25-651 0 0,-46 7 996 0 0,33-7-2790 0 0,1 0-3474 0 0</inkml:trace>
</inkml:ink>
</file>

<file path=ppt/ink/ink19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4:53:18.4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 0 588 0 0,'24'13'6141'0'0,"-13"6"-3545"0"0,-11-14-2405 0 0,1 0 0 0 0,-1 0-1 0 0,0 1 1 0 0,0-1 0 0 0,-1 0 0 0 0,0 0 0 0 0,0 0 0 0 0,-3 8 0 0 0,-10 57 1193 0 0,-3 5-766 0 0,-2-26-4041 0 0,7-49-1345 0 0</inkml:trace>
</inkml:ink>
</file>

<file path=ppt/ink/ink19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4:53:18.7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45 684 0 0,'26'-44'8740'0'0,"-25"43"-8988"0"0,4 2-534 0 0,0 0 0 0 0,0 0 0 0 0,0 0 1 0 0,1 1-1 0 0,-1-1 0 0 0,7 4 1 0 0,-5 1-1303 0 0</inkml:trace>
</inkml:ink>
</file>

<file path=ppt/ink/ink19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4:53:19.2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135 239 856 0 0,'0'0'5536'0'0,"-5"-2"-4805"0"0,-17-7-73 0 0,20 10-567 0 0,-1-1 1 0 0,1 0-1 0 0,0 1 0 0 0,0 0 0 0 0,-1-1 0 0 0,1 1 0 0 0,0 0 0 0 0,0 0 0 0 0,0 0 0 0 0,0 0 1 0 0,0 1-1 0 0,0-1 0 0 0,0 1 0 0 0,1-1 0 0 0,-1 1 0 0 0,0-1 0 0 0,1 1 0 0 0,-1 0 0 0 0,-2 4 1 0 0,1-2 171 0 0,-4 3-22 0 0,0 1 1 0 0,1 0-1 0 0,0 1 1 0 0,0-1-1 0 0,1 1 1 0 0,0 0-1 0 0,1 1 0 0 0,-6 17 1 0 0,8-23-200 0 0,1-1 1 0 0,0 1-1 0 0,0 0 0 0 0,1 0 1 0 0,-1 0-1 0 0,1 0 0 0 0,0 0 1 0 0,0 0-1 0 0,0 0 0 0 0,0 0 1 0 0,1 0-1 0 0,-1 0 0 0 0,1 0 1 0 0,0 0-1 0 0,1-1 0 0 0,-1 1 1 0 0,0 0-1 0 0,1-1 0 0 0,0 1 1 0 0,0-1-1 0 0,0 1 0 0 0,0-1 1 0 0,1 0-1 0 0,-1 0 0 0 0,6 5 1 0 0,-2-4-45 0 0,1-1 0 0 0,-1 1 1 0 0,1-1-1 0 0,0 0 1 0 0,0 0-1 0 0,0-1 1 0 0,0 0-1 0 0,1-1 1 0 0,-1 1-1 0 0,1-1 1 0 0,-1-1-1 0 0,1 1 1 0 0,-1-1-1 0 0,1-1 1 0 0,11-1-1 0 0,0 0-78 0 0,1-2 1 0 0,-1 0-1 0 0,0-1 0 0 0,32-13 1 0 0,-39 12 45 0 0,-1 0 1 0 0,0-1-1 0 0,0 0 0 0 0,-1-1 1 0 0,0 0-1 0 0,-1 0 0 0 0,1-1 1 0 0,-2-1-1 0 0,1 1 0 0 0,-1-1 1 0 0,-1-1-1 0 0,0 0 0 0 0,0 0 1 0 0,-1 0-1 0 0,5-14 0 0 0,-5 10 160 0 0,0 1 1 0 0,-2-1-1 0 0,0 0 0 0 0,0-1 0 0 0,-1 1 0 0 0,-1 0 0 0 0,-1-1 0 0 0,0 0 0 0 0,-1 1 0 0 0,-1-1 0 0 0,-5-30 1 0 0,-2-11 1771 0 0,8 55-1682 0 0,-4-10 585 0 0,3 6-515 0 0,1 8-232 0 0,6 35 9 0 0,-1 1 0 0 0,-3-1 0 0 0,-3 71 0 0 0,-2-46-31 0 0,9 77 0 0 0,-3-89-755 0 0,-2-50 707 0 0,1 0-1 0 0,-1 1 1 0 0,1-1 0 0 0,0 0 0 0 0,-1 0 0 0 0,1 1-1 0 0,-1-2 1 0 0,1 1 0 0 0,0 0 0 0 0,-1 0 0 0 0,1 0-1 0 0,-1-1 1 0 0,1 1 0 0 0,0-1 0 0 0,-1 1-1 0 0,1-1 1 0 0,-1 1 0 0 0,3-2 0 0 0,-4 1 13 0 0,21-8-41 0 0,0-2-1 0 0,0 0 1 0 0,-1-1 0 0 0,22-18-1 0 0,24-15 9 0 0,-13 11 553 0 0,-52 33-248 0 0,5-2 317 0 0,-12 7-566 0 0,1 1 1 0 0,0 0 0 0 0,0-1 0 0 0,0 2 0 0 0,0-1-1 0 0,1 0 1 0 0,-1 1 0 0 0,1 0 0 0 0,1 0-1 0 0,-1 0 1 0 0,-2 8 0 0 0,5-12-23 0 0,0 1 1 0 0,1-1-1 0 0,-1 1 0 0 0,1-1 0 0 0,-1 1 1 0 0,1 0-1 0 0,0-1 0 0 0,0 1 0 0 0,0 0 1 0 0,0-1-1 0 0,0 1 0 0 0,0 0 0 0 0,1-1 1 0 0,0 1-1 0 0,-1 0 0 0 0,1-1 0 0 0,0 1 1 0 0,0-1-1 0 0,0 0 0 0 0,1 1 0 0 0,-1-1 1 0 0,1 0-1 0 0,-1 1 0 0 0,1-1 0 0 0,0 0 1 0 0,-1 0-1 0 0,1-1 0 0 0,0 1 0 0 0,0 0 1 0 0,1-1-1 0 0,-1 1 0 0 0,0-1 1 0 0,0 1-1 0 0,1-1 0 0 0,3 1 0 0 0,-1 1-290 0 0,49 21-1675 0 0,-15-15-6312 0 0,-26-8 4347 0 0</inkml:trace>
</inkml:ink>
</file>

<file path=ppt/ink/ink19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4:53:21.4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407 51 572 0 0,'0'0'5175'0'0,"-3"-3"-4471"0"0,0-1-499 0 0,0 0-1 0 0,0 0 1 0 0,0 1-1 0 0,-1-1 1 0 0,0 1-1 0 0,0 0 1 0 0,0 0-1 0 0,0 1 0 0 0,0-1 1 0 0,0 1-1 0 0,-1 0 1 0 0,1 0-1 0 0,-1 0 1 0 0,1 0-1 0 0,-1 1 1 0 0,0 0-1 0 0,0 0 1 0 0,0 0-1 0 0,0 1 1 0 0,0-1-1 0 0,1 1 1 0 0,-1 0-1 0 0,0 1 1 0 0,0-1-1 0 0,0 1 1 0 0,0 0-1 0 0,-7 3 0 0 0,-12 4-29 0 0,0 1-1 0 0,1 1 0 0 0,0 1 0 0 0,1 1 0 0 0,1 1 0 0 0,-1 1 0 0 0,2 0 1 0 0,0 2-1 0 0,-24 24 0 0 0,41-36-140 0 0,-1 0 0 0 0,1 0 0 0 0,0 1 1 0 0,0-1-1 0 0,0 1 0 0 0,0-1 0 0 0,-2 9 0 0 0,4-11-27 0 0,0 0 0 0 0,1 0 0 0 0,-1 0 0 0 0,1 0 0 0 0,-1 0 0 0 0,1 0 0 0 0,0 0 0 0 0,0 0 0 0 0,0 1-1 0 0,0-1 1 0 0,0 0 0 0 0,1 0 0 0 0,-1 0 0 0 0,0 0 0 0 0,1 0 0 0 0,0 0 0 0 0,-1 0 0 0 0,1 0 0 0 0,0 0 0 0 0,2 3 0 0 0,-1-3-9 0 0,0-1 0 0 0,1 1 0 0 0,-1-1 1 0 0,0 0-1 0 0,0 0 0 0 0,1 1 0 0 0,-1-2 0 0 0,1 1 1 0 0,-1 0-1 0 0,1 0 0 0 0,-1-1 0 0 0,1 1 0 0 0,-1-1 1 0 0,1 0-1 0 0,0 0 0 0 0,-1 0 0 0 0,1 0 1 0 0,3-1-1 0 0,47-7-132 0 0,-31 2 42 0 0,0 0 0 0 0,28-14 0 0 0,7-2 129 0 0,-46 18 340 0 0,-10 3-388 0 0,1 0 0 0 0,0 0-1 0 0,-1 1 1 0 0,1-1 0 0 0,0 1 0 0 0,-1-1 0 0 0,1 1-1 0 0,0 0 1 0 0,0 0 0 0 0,-1 0 0 0 0,1 0-1 0 0,0 0 1 0 0,0 0 0 0 0,-1 0 0 0 0,1 0-1 0 0,0 1 1 0 0,0-1 0 0 0,-1 1 0 0 0,1-1 0 0 0,0 1-1 0 0,-1 0 1 0 0,1-1 0 0 0,-1 1 0 0 0,1 0-1 0 0,-1 0 1 0 0,2 2 0 0 0,3 0-329 0 0,-1-1-1 0 0,1 1 1 0 0,-1-1-1 0 0,1 0 1 0 0,0 0-1 0 0,0-1 1 0 0,0 0 0 0 0,9 1-1 0 0,28-1-5182 0 0,-24-2 2474 0 0</inkml:trace>
</inkml:ink>
</file>

<file path=ppt/ink/ink19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4:53:21.8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325 65 752 0 0,'8'-15'2670'0'0,"1"-9"2558"0"0,-9 23-5126 0 0,-1 0 0 0 0,1 0 1 0 0,-1 0-1 0 0,1 0 1 0 0,-1-1-1 0 0,0 2 1 0 0,1-1-1 0 0,-1 0 1 0 0,0 0-1 0 0,0 0 1 0 0,0 0-1 0 0,1 0 0 0 0,-1 1 1 0 0,0-1-1 0 0,0 0 1 0 0,0 1-1 0 0,0-1 1 0 0,-1 1-1 0 0,1-1 1 0 0,0 1-1 0 0,0-1 1 0 0,0 1-1 0 0,0 0 1 0 0,-2-1-1 0 0,0 0-6 0 0,0 0 1 0 0,0 0-1 0 0,-1 0 1 0 0,1 0-1 0 0,0 0 1 0 0,0 1-1 0 0,0 0 0 0 0,0-1 1 0 0,-1 1-1 0 0,1 0 1 0 0,0 1-1 0 0,0-1 1 0 0,0 1-1 0 0,-1-1 1 0 0,1 1-1 0 0,0 0 0 0 0,0 0 1 0 0,0 0-1 0 0,0 0 1 0 0,0 1-1 0 0,1-1 1 0 0,-1 1-1 0 0,0 0 0 0 0,1 0 1 0 0,-1 0-1 0 0,1 0 1 0 0,-1 0-1 0 0,1 0 1 0 0,0 1-1 0 0,-4 5 0 0 0,4-3-56 0 0,-1 1 0 0 0,1-1-1 0 0,0 1 1 0 0,0 0 0 0 0,0 0 0 0 0,1 0-1 0 0,0 0 1 0 0,0 0 0 0 0,0 0-1 0 0,1 0 1 0 0,0 1 0 0 0,1-1-1 0 0,-1 0 1 0 0,1 0 0 0 0,1 6-1 0 0,6 21 48 0 0,0-2-73 0 0,-1 0 1 0 0,-2 0-1 0 0,-1 0 1 0 0,0 47-1 0 0,-5-74-10 0 0,1-1 0 0 0,-1 1 0 0 0,0 0 0 0 0,0 0 0 0 0,0-1 0 0 0,0 1 1 0 0,-1-1-1 0 0,0 1 0 0 0,1-1 0 0 0,-1 1 0 0 0,-1-1 0 0 0,1 0 0 0 0,0 0 0 0 0,-1 0 0 0 0,1 0 0 0 0,-1-1 0 0 0,0 1 0 0 0,0-1 0 0 0,0 1 0 0 0,0-1 0 0 0,0 0 0 0 0,-1 0 1 0 0,1-1-1 0 0,-1 1 0 0 0,1 0 0 0 0,-1-1 0 0 0,0 0 0 0 0,1 0 0 0 0,-1 0 0 0 0,0-1 0 0 0,-4 1 0 0 0,-2 0 29 0 0,1 0 0 0 0,-1 0-1 0 0,0-1 1 0 0,1 0 0 0 0,-1-1 0 0 0,1 0 0 0 0,-1-1-1 0 0,1 0 1 0 0,-1 0 0 0 0,1-1 0 0 0,-12-5-1 0 0,18 7-160 0 0,1-1 0 0 0,-1 1-1 0 0,0-1 1 0 0,1 1 0 0 0,-1-1-1 0 0,1 0 1 0 0,-1 0-1 0 0,1 0 1 0 0,0 0 0 0 0,0 0-1 0 0,0-1 1 0 0,0 1 0 0 0,0-1-1 0 0,-2-4 1 0 0,4 5 48 0 0,1 1-1 0 0,-1 0 1 0 0,1 0 0 0 0,0 0 0 0 0,-1 0-1 0 0,1 0 1 0 0,0 0 0 0 0,0 0-1 0 0,0 1 1 0 0,0-1 0 0 0,0 0 0 0 0,0 0-1 0 0,0 0 1 0 0,0 1 0 0 0,0-1 0 0 0,0 1-1 0 0,0-1 1 0 0,0 1 0 0 0,0-1-1 0 0,1 1 1 0 0,0-1 0 0 0,32-9-2205 0 0,-28 8 937 0 0,9-1-1753 0 0,1 0 233 0 0</inkml:trace>
</inkml:ink>
</file>

<file path=ppt/ink/ink19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4:53:22.1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199 12 1024 0 0,'-13'-12'11200'0'0,"-15"167"-8608"0"0,19-95-1859 0 0,-2-1 0 0 0,-26 82 0 0 0,33-132-1019 0 0,0 0 1 0 0,0 1-1 0 0,-1-1 1 0 0,-1-1-1 0 0,-9 14 0 0 0,12-19-122 0 0,0 0-1 0 0,0 0 0 0 0,0 0 0 0 0,0 0 0 0 0,0 0 0 0 0,-1-1 1 0 0,1 1-1 0 0,-1-1 0 0 0,-5 2 0 0 0,-12-3-5137 0 0,18-1 2355 0 0</inkml:trace>
</inkml:ink>
</file>

<file path=ppt/ink/ink19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4:53:23.0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0 554 540 0 0,'0'0'749'0'0,"7"-15"1115"0"0,11 6-1432 0 0,1 1 1 0 0,0 1-1 0 0,0 1 0 0 0,0 0 0 0 0,40-5 1 0 0,-1-1 17 0 0,80-14 265 0 0,31-7-50 0 0,-88 18 4080 0 0,-82 17-4725 0 0,0-1 0 0 0,0 1 0 0 0,-1 0 0 0 0,1-1-1 0 0,0 1 1 0 0,-1 0 0 0 0,1-1 0 0 0,-1 0-1 0 0,0 1 1 0 0,-3 1 0 0 0,4-2 4 0 0,-7 6 43 0 0,0 0 0 0 0,1 1 0 0 0,-1 1-1 0 0,1-1 1 0 0,1 1 0 0 0,0 0 0 0 0,0 1-1 0 0,-6 13 1 0 0,11-21-158 0 0,6-4-1024 0 0,38-22 413 0 0,-31 16 356 0 0,1 1 1 0 0,-1 1 0 0 0,1 0-1 0 0,1 0 1 0 0,14-3 0 0 0,-16 7 183 0 0,1 1-1 0 0,0 0 1 0 0,0 1 0 0 0,24 3 0 0 0,-30-2 184 0 0,1 0-1 0 0,0 0 1 0 0,1 0 0 0 0,-1-1-1 0 0,0 0 1 0 0,0-1 0 0 0,0 0-1 0 0,0 0 1 0 0,0-1 0 0 0,-1 0 0 0 0,1 0-1 0 0,0-1 1 0 0,-1 0 0 0 0,1 0-1 0 0,-1-1 1 0 0,7-4 0 0 0,8-11 207 0 0,-1-1 1 0 0,-1-1 0 0 0,-1-1-1 0 0,19-28 1 0 0,-35 47-211 0 0,8-17 200 0 0,0 0-1 0 0,-2 0 1 0 0,0-1-1 0 0,-1 0 1 0 0,-1-1-1 0 0,-1 0 1 0 0,3-23-1 0 0,-7 29 474 0 0,0 0-1 0 0,0-31 1 0 0,-2 46-638 0 0,0-1 462 0 0,-1-2-212 0 0,1 4-283 0 0,0-1 0 0 0,0 1-1 0 0,1 0 1 0 0,-1-1 0 0 0,0 1 0 0 0,0 0-1 0 0,0-1 1 0 0,0 1 0 0 0,0 0 0 0 0,0-1-1 0 0,0 1 1 0 0,0 0 0 0 0,0-1-1 0 0,-1 1 1 0 0,1 0 0 0 0,0-1 0 0 0,0 1-1 0 0,0 0 1 0 0,0-1 0 0 0,0 1-1 0 0,0 0 1 0 0,-1-1 0 0 0,1 1 0 0 0,0 0-1 0 0,0 0 1 0 0,-1-1 0 0 0,1 1 0 0 0,0 0-1 0 0,0 0 1 0 0,-1-1 0 0 0,1 1-1 0 0,0 0 1 0 0,0 0 0 0 0,-1 0 0 0 0,1-1-1 0 0,-8 5 11 0 0,1-1 0 0 0,0 1 0 0 0,0 0 0 0 0,0 0-1 0 0,1 1 1 0 0,-1 0 0 0 0,1 0 0 0 0,0 0 0 0 0,1 1 0 0 0,-1 0-1 0 0,1 0 1 0 0,0 1 0 0 0,-3 6 0 0 0,-8 11 0 0 0,1 1-1 0 0,-17 37 1 0 0,19-32-2 0 0,2 0 0 0 0,1 1-1 0 0,-11 54 1 0 0,18-70-78 0 0,1-1 0 0 0,1 1 0 0 0,0 0 0 0 0,1 0 0 0 0,1-1 0 0 0,0 1 0 0 0,1 0-1 0 0,1-1 1 0 0,0 1 0 0 0,7 19 0 0 0,-7-28 6 0 0,-1-1 0 0 0,1 1 0 0 0,0-1 0 0 0,1 0 1 0 0,-1 0-1 0 0,1 0 0 0 0,0 0 0 0 0,0-1 0 0 0,1 0 0 0 0,-1 0 0 0 0,1 0 0 0 0,0 0 0 0 0,0-1 1 0 0,0 1-1 0 0,1-1 0 0 0,-1-1 0 0 0,1 1 0 0 0,0-1 0 0 0,-1 0 0 0 0,1 0 0 0 0,0 0 0 0 0,0-1 0 0 0,0 0 1 0 0,1-1-1 0 0,-1 1 0 0 0,9-1 0 0 0,-2-1 12 0 0,0 0 1 0 0,0 0-1 0 0,0-1 1 0 0,0-1-1 0 0,-1 0 1 0 0,1-1-1 0 0,-1 0 1 0 0,0-1-1 0 0,0 0 1 0 0,-1-1-1 0 0,18-12 1 0 0,31-33 1537 0 0,-59 50-1202 0 0,1-7 1548 0 0,4 16-1666 0 0,-5-5-283 0 0,0-1 0 0 0,0 1 0 0 0,0-1 0 0 0,1 0 0 0 0,-1 0-1 0 0,1 0 1 0 0,0 0 0 0 0,-1 0 0 0 0,1 0 0 0 0,0 0 0 0 0,0 0 0 0 0,0-1 0 0 0,0 1-1 0 0,1-1 1 0 0,2 2 0 0 0,7 0-619 0 0,-10-2 277 0 0,0 0 0 0 0,0-1-1 0 0,0 1 1 0 0,0 0 0 0 0,0-1 0 0 0,0 0-1 0 0,0 0 1 0 0,0 1 0 0 0,0-1 0 0 0,0 0-1 0 0,0-1 1 0 0,0 1 0 0 0,0 0 0 0 0,0 0 0 0 0,0-1-1 0 0,-1 1 1 0 0,1-1 0 0 0,0 0 0 0 0,0 0-1 0 0,0 0 1 0 0,1-1 0 0 0,7-5-2872 0 0</inkml:trace>
</inkml:ink>
</file>

<file path=ppt/ink/ink19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4:53:23.3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23 1072 0 0,'3'0'11184'0'0,"25"-4"-10953"0"0,-10 0-311 0 0,77-10 763 0 0,-31 16-8377 0 0,-48 0 4658 0 0</inkml:trace>
</inkml:ink>
</file>

<file path=ppt/ink/ink19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4:53:24.7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171 0 328 0 0,'1'1'504'0'0,"0"1"0"0"0,0-1 1 0 0,0 0-1 0 0,0 0 0 0 0,0 1 0 0 0,0-1 0 0 0,-1 1 0 0 0,1-1 1 0 0,-1 1-1 0 0,1-1 0 0 0,-1 1 0 0 0,0-1 0 0 0,1 1 0 0 0,-1 0 1 0 0,0-1-1 0 0,0 1 0 0 0,0-1 0 0 0,0 1 0 0 0,0-1 0 0 0,-1 4 1 0 0,0 0-39 0 0,-1 0 0 0 0,0-1 0 0 0,0 1 0 0 0,0 0 0 0 0,0-1 0 0 0,-5 8 0 0 0,-7 7-787 0 0,-1-2 0 0 0,-19 21 1 0 0,24-29 813 0 0,-2 4-962 0 0,-23 23-1814 0 0,8-14-2849 0 0,12-13 1855 0 0</inkml:trace>
</inkml:ink>
</file>

<file path=ppt/ink/ink19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4:53:26.7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1 780 720 0 0,'0'0'8718'0'0,"21"1"-7485"0"0,25-24-867 0 0,-2-2 0 0 0,0-2-1 0 0,-1-2 1 0 0,-2-1 0 0 0,-1-3 0 0 0,51-53-1 0 0,-63 55-262 0 0,-1 0 0 0 0,-2-2 0 0 0,-1-1 0 0 0,26-51 0 0 0,-36 56-20 0 0,-1 0-1 0 0,-1-1 0 0 0,10-43 0 0 0,-16 48 74 0 0,-3 0 0 0 0,0-1 0 0 0,-1-39 0 0 0,-2 63-102 0 0,0 1-51 0 0,1 1-1 0 0,-1 0 0 0 0,0 0 1 0 0,0-1-1 0 0,0 1 1 0 0,0 0-1 0 0,0-1 0 0 0,0 1 1 0 0,0 0-1 0 0,0 0 0 0 0,0-1 1 0 0,0 1-1 0 0,0 0 1 0 0,0-1-1 0 0,0 1 0 0 0,0 0 1 0 0,0 0-1 0 0,0-1 0 0 0,0 1 1 0 0,-1 0-1 0 0,1 0 1 0 0,0-1-1 0 0,0 1 0 0 0,0 0 1 0 0,0 0-1 0 0,-1-1 0 0 0,1 1 1 0 0,0 0-1 0 0,0 0 1 0 0,0 0-1 0 0,-1-1 0 0 0,1 1 1 0 0,0 0-1 0 0,0 0 0 0 0,-1 0 1 0 0,1 0-1 0 0,0 0 1 0 0,0-1-1 0 0,-1 1 0 0 0,1 0 1 0 0,0 0-1 0 0,0 0 0 0 0,-1 0 1 0 0,1 0-1 0 0,0 0 1 0 0,-1 0-1 0 0,1 0 0 0 0,0 0 1 0 0,0 0-1 0 0,-1 0 0 0 0,1 0 1 0 0,0 0-1 0 0,-1 0 1 0 0,1 0-1 0 0,0 1 0 0 0,-1-1 1 0 0,-11 11-4 0 0,-1 1 0 0 0,2 1 1 0 0,0 0-1 0 0,0 1 0 0 0,1 0 1 0 0,1 0-1 0 0,1 1 0 0 0,0 0 0 0 0,0 1 1 0 0,-8 27-1 0 0,3-3-7 0 0,1 1 1 0 0,3 0-1 0 0,-7 57 0 0 0,15-85 2 0 0,0 1 1 0 0,0 0-1 0 0,2 0 0 0 0,0 0 0 0 0,0-1 1 0 0,1 1-1 0 0,1-1 0 0 0,1 1 0 0 0,-1-1 1 0 0,2 0-1 0 0,0 0 0 0 0,1 0 0 0 0,9 16 1 0 0,-10-22-28 0 0,0 0 1 0 0,1 0-1 0 0,-1-1 1 0 0,1 1 0 0 0,0-1-1 0 0,1-1 1 0 0,0 1-1 0 0,0-1 1 0 0,0 0-1 0 0,0-1 1 0 0,1 0 0 0 0,-1 0-1 0 0,1 0 1 0 0,0-1-1 0 0,0 0 1 0 0,1-1-1 0 0,-1 0 1 0 0,1 0 0 0 0,-1-1-1 0 0,1 0 1 0 0,-1 0-1 0 0,15-1 1 0 0,-7-1-22 0 0,1 0 0 0 0,-1-1 0 0 0,1-1 0 0 0,-1 0-1 0 0,0-1 1 0 0,-1-1 0 0 0,1 0 0 0 0,-1-1 0 0 0,0-1 0 0 0,0-1 0 0 0,0 0 0 0 0,-1 0 0 0 0,-1-2 0 0 0,0 1 0 0 0,0-2-1 0 0,0 0 1 0 0,-2 0 0 0 0,1-1 0 0 0,-2-1 0 0 0,1 0 0 0 0,-2 0 0 0 0,10-17 0 0 0,-17 0 365 0 0,-2 29-296 0 0,0 1-1 0 0,0-1 1 0 0,0 0-1 0 0,1 0 1 0 0,-1 0-1 0 0,0 1 1 0 0,0-1-1 0 0,0 0 1 0 0,0 0-1 0 0,0 0 1 0 0,0 1-1 0 0,-1-1 1 0 0,1 0-1 0 0,0 0 1 0 0,0 0-1 0 0,-1 1 1 0 0,1-1-1 0 0,0 0 1 0 0,-1 0-1 0 0,1 1 1 0 0,0-1-1 0 0,-1 0 1 0 0,1 1-1 0 0,-1-1 1 0 0,0 1-1 0 0,0-2 1 0 0,-1 5-16 0 0,-1 0 0 0 0,1-1 1 0 0,-1 1-1 0 0,1 0 1 0 0,0 0-1 0 0,1 1 1 0 0,-1-1-1 0 0,0 0 0 0 0,1 0 1 0 0,0 1-1 0 0,-1-1 1 0 0,1 1-1 0 0,1-1 0 0 0,-1 1 1 0 0,1 0-1 0 0,-1-1 1 0 0,1 1-1 0 0,0 0 1 0 0,0-1-1 0 0,0 1 0 0 0,1 0 1 0 0,0-1-1 0 0,-1 1 1 0 0,1-1-1 0 0,0 1 1 0 0,1-1-1 0 0,-1 1 0 0 0,0-1 1 0 0,3 4-1 0 0,-1-2-26 0 0,0 0 1 0 0,0 0-1 0 0,1-1 0 0 0,-1 1 0 0 0,1-1 1 0 0,0 0-1 0 0,0 0 0 0 0,1 0 0 0 0,-1 0 0 0 0,1-1 1 0 0,0 0-1 0 0,0 0 0 0 0,0 0 0 0 0,0 0 0 0 0,0-1 1 0 0,9 3-1 0 0,-6-3 5 0 0,0-1 0 0 0,0 0 0 0 0,1 0 0 0 0,-1-1 0 0 0,0 0 0 0 0,1 0 0 0 0,-1-1 0 0 0,0 0 0 0 0,1 0 0 0 0,12-4 0 0 0,-7 0 7 0 0,0 0 0 0 0,0-1 1 0 0,0 0-1 0 0,-1-1 0 0 0,0-1 0 0 0,0 0 1 0 0,-1-1-1 0 0,0 0 0 0 0,-1-1 1 0 0,0 0-1 0 0,0-1 0 0 0,13-17 0 0 0,-13 12 128 0 0,-2 1 0 0 0,0-1-1 0 0,-1-1 1 0 0,0 1-1 0 0,-1-1 1 0 0,-1-1 0 0 0,-1 1-1 0 0,-1-1 1 0 0,0 0-1 0 0,-1 0 1 0 0,-1 0 0 0 0,-1 0-1 0 0,0-1 1 0 0,-2 1-1 0 0,0 0 1 0 0,-6-35 0 0 0,5 38 848 0 0,2 12-818 0 0,-1 1 1 0 0,1-1-1 0 0,0 1 1 0 0,-1-1-1 0 0,1 0 0 0 0,-1 1 1 0 0,0-1-1 0 0,0 1 1 0 0,0 0-1 0 0,-3-5 1 0 0,3 6 90 0 0,-1 6-111 0 0,-13 35 126 0 0,2 0-1 0 0,1 1 1 0 0,-9 64 0 0 0,2 97 325 0 0,15-70-1141 0 0,4-130 202 0 0,-1 15-1628 0 0</inkml:trace>
</inkml:ink>
</file>

<file path=ppt/ink/ink19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4:53:27.1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99 704 0 0,'13'-4'2930'0'0,"29"-13"250"0"0,48-13 1 0 0,1 4-4153 0 0,-26 9-3936 0 0,-49 12 2593 0 0</inkml:trace>
</inkml:ink>
</file>

<file path=ppt/ink/ink19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4:53:29.0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1 755 708 0 0,'0'0'5599'0'0,"21"-24"-2522"0"0,51-24-1105 0 0,-59 42-1781 0 0,-1-1 0 0 0,0 0 0 0 0,0-1-1 0 0,-1 0 1 0 0,0-1 0 0 0,-1 0 0 0 0,0-1-1 0 0,12-15 1 0 0,-5 0 1111 0 0,-18 26-1309 0 0,0-1 0 0 0,-1 1 1 0 0,1 0-1 0 0,-1-1 1 0 0,1 1-1 0 0,0 0 1 0 0,0 0-1 0 0,-1 0 0 0 0,1 0 1 0 0,0 0-1 0 0,0 0 1 0 0,0 0-1 0 0,0 1 0 0 0,0-1 1 0 0,0 0-1 0 0,1 0 1 0 0,-1 1-1 0 0,0-1 0 0 0,1 1 1 0 0,-1-1-1 0 0,1 0 1 0 0,-1 1-1 0 0,1-1 0 0 0,-1 1 1 0 0,1-1-1 0 0,0 1 1 0 0,0 0-1 0 0,0-1 0 0 0,0 1 1 0 0,0-1-1 0 0,0 1 1 0 0,1-1-1 0 0,-1 1 1 0 0,0-1-1 0 0,1 1 0 0 0,-1-1 1 0 0,1 1-1 0 0,-1-1 1 0 0,1 0-1 0 0,0 1 0 0 0,0-1 1 0 0,-1 0-1 0 0,3 2 1 0 0,0 1-33 0 0,0-1 1 0 0,1 0 0 0 0,-1 0-1 0 0,1 0 1 0 0,0 0-1 0 0,0-1 1 0 0,0 1 0 0 0,0-1-1 0 0,0 0 1 0 0,1 0 0 0 0,-1-1-1 0 0,1 1 1 0 0,-1-1 0 0 0,1 0-1 0 0,8 1 1 0 0,-2-2-21 0 0,-1 0 0 0 0,1 0 0 0 0,-1-1 0 0 0,0 0 0 0 0,0-1 0 0 0,1 0 0 0 0,9-4 0 0 0,0-1-28 0 0,-1-1 0 0 0,0 0-1 0 0,-1-1 1 0 0,0-1 0 0 0,0-1 0 0 0,-1-1-1 0 0,17-14 1 0 0,-22 13 51 0 0,0 0-1 0 0,-1 0 0 0 0,0-2 1 0 0,-1 1-1 0 0,-1-1 1 0 0,0 0-1 0 0,-1-1 0 0 0,-1 0 1 0 0,0-1-1 0 0,-1 1 1 0 0,-1-1-1 0 0,0 0 0 0 0,2-26 1 0 0,-3 13 248 0 0,-1 0 0 0 0,-2 0 1 0 0,-1 0-1 0 0,-1 0 0 0 0,-2 1 1 0 0,-1-1-1 0 0,-9-34 0 0 0,1 19 1278 0 0,12 43-1115 0 0,-3 5-349 0 0,1 0 0 0 0,0 0 1 0 0,-1 0-1 0 0,1 1 0 0 0,0-1 0 0 0,1 0 0 0 0,-1 1 0 0 0,1 0 1 0 0,-1-1-1 0 0,0 5 0 0 0,2-6-4 0 0,-9 25 66 0 0,2 0-1 0 0,0 1 0 0 0,2 0 1 0 0,1 0-1 0 0,0 49 1 0 0,18 145 296 0 0,-1-17-2785 0 0,-14-180-412 0 0,-3-9-1985 0 0,0-5 1111 0 0</inkml:trace>
</inkml:ink>
</file>

<file path=ppt/ink/ink19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4:53:29.3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89 1320 0 0,'14'-3'1286'0'0,"0"-1"-1"0"0,0 0 0 0 0,-1-1 1 0 0,0-1-1 0 0,18-9 1 0 0,22-10 339 0 0,4 5-2505 0 0,-50 14-598 0 0</inkml:trace>
</inkml:ink>
</file>

<file path=ppt/ink/ink19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4:53:29.7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120 42 164 0 0,'-24'-6'2600'0'0,"-1"-2"1"0"0,-26-12-1 0 0,31 12 489 0 0,42 18-3658 0 0,36 14-4746 0 0,-31-16 2405 0 0</inkml:trace>
</inkml:ink>
</file>

<file path=ppt/ink/ink19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4:53:30.2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152 49 496 0 0,'-5'-30'6059'0'0,"3"11"-2001"0"0,-2 23-589 0 0,-7 35-317 0 0,7-25-3776 0 0,-12 49 1227 0 0,-35 115 504 0 0,37-141-852 0 0,-20 41 0 0 0,24-49-288 0 0,10-28-2 0 0,4-6-733 0 0,4-6 664 0 0,1 0-1 0 0,0 0 0 0 0,1 1 0 0 0,0 1 1 0 0,1 0-1 0 0,0 0 0 0 0,0 1 1 0 0,1 0-1 0 0,0 1 0 0 0,1 1 0 0 0,-1 0 1 0 0,1 0-1 0 0,0 1 0 0 0,1 1 1 0 0,-1 0-1 0 0,1 1 0 0 0,0 1 1 0 0,14-2-1 0 0,-26 4 74 0 0,0 0 1 0 0,-1 0 0 0 0,1-1-1 0 0,0 1 1 0 0,0 0 0 0 0,-1 1-1 0 0,1-1 1 0 0,0 0-1 0 0,-1 0 1 0 0,1 1 0 0 0,0-1-1 0 0,-1 1 1 0 0,1 0 0 0 0,-1-1-1 0 0,1 1 1 0 0,-1 0-1 0 0,1 0 1 0 0,-1 0 0 0 0,1 0-1 0 0,-1 0 1 0 0,0 0 0 0 0,1 0-1 0 0,-1 1 1 0 0,0-1-1 0 0,0 0 1 0 0,0 1 0 0 0,0-1-1 0 0,0 1 1 0 0,0-1-1 0 0,-1 1 1 0 0,1-1 0 0 0,0 1-1 0 0,-1-1 1 0 0,1 1 0 0 0,-1 0-1 0 0,0 0 1 0 0,0-1-1 0 0,1 1 1 0 0,-1 0 0 0 0,0-1-1 0 0,0 1 1 0 0,0 0 0 0 0,-1 0-1 0 0,1 1 1 0 0,-2 3-49 0 0,1 0-1 0 0,0 0 1 0 0,-1-1 0 0 0,0 1-1 0 0,-1-1 1 0 0,1 1 0 0 0,-1-1 0 0 0,0 0-1 0 0,-1 0 1 0 0,1 0 0 0 0,-5 5 0 0 0,-6 2-31 0 0,0-1 1 0 0,-1 0-1 0 0,-1-1 1 0 0,0 0-1 0 0,0-1 1 0 0,-1-1-1 0 0,0-1 1 0 0,0 0-1 0 0,-19 4 1 0 0,-24 11-218 0 0,57-21 276 0 0,9-2-270 0 0,144-34-443 0 0,138-40-320 0 0,-230 57 952 0 0,-45 15 193 0 0,0 0 0 0 0,1-1 0 0 0,-2 0 0 0 0,1-1 0 0 0,-1-1 0 0 0,1 0 0 0 0,-2-1 0 0 0,22-15 0 0 0,-32 22-25 0 0,-1-1-1 0 0,1 1 0 0 0,-1-1 1 0 0,1 1-1 0 0,0-1 1 0 0,-1 0-1 0 0,1 1 0 0 0,-1-1 1 0 0,1 0-1 0 0,-1 0 0 0 0,0 1 1 0 0,1-1-1 0 0,-1 0 1 0 0,0 0-1 0 0,1 1 0 0 0,-1-1 1 0 0,0 0-1 0 0,0 0 1 0 0,0 0-1 0 0,1 0 0 0 0,-1 1 1 0 0,0-1-1 0 0,0 0 0 0 0,-1 0 1 0 0,1 0-1 0 0,0 0 1 0 0,0 1-1 0 0,0-1 0 0 0,0 0 1 0 0,-1 0-1 0 0,1 0 1 0 0,0 1-1 0 0,-1-1 0 0 0,1 0 1 0 0,-1 1-1 0 0,1-1 0 0 0,-1 0 1 0 0,1 0-1 0 0,-1 1 1 0 0,1-1-1 0 0,-1 1 0 0 0,0-1 1 0 0,1 1-1 0 0,-1-1 0 0 0,0 1 1 0 0,1-1-1 0 0,-1 1 1 0 0,0 0-1 0 0,0-1 0 0 0,1 1 1 0 0,-1 0-1 0 0,0-1 1 0 0,0 1-1 0 0,0 0 0 0 0,0 0 1 0 0,-6-3 241 0 0,0 1 0 0 0,0-1 0 0 0,-1 2 1 0 0,1-1-1 0 0,-9 0 0 0 0,13 2-235 0 0,1-1 1 0 0,-1 1-1 0 0,0 0 0 0 0,0 0 0 0 0,0 0 0 0 0,0 1 0 0 0,0-1 0 0 0,0 1 1 0 0,0 0-1 0 0,0-1 0 0 0,1 1 0 0 0,-1 0 0 0 0,0 1 0 0 0,1-1 0 0 0,-1 0 1 0 0,1 1-1 0 0,-1 0 0 0 0,1-1 0 0 0,0 1 0 0 0,-1 0 0 0 0,1 0 0 0 0,0 0 1 0 0,0 1-1 0 0,1-1 0 0 0,-1 0 0 0 0,0 1 0 0 0,1-1 0 0 0,-1 1 0 0 0,1 0 1 0 0,0-1-1 0 0,0 1 0 0 0,0 0 0 0 0,0 0 0 0 0,1 0 0 0 0,-2 5 0 0 0,2-3-183 0 0,0 0-1 0 0,-1 1 0 0 0,2-1 0 0 0,-1 0 0 0 0,1 1 0 0 0,0-1 0 0 0,0 0 1 0 0,0 1-1 0 0,0-1 0 0 0,1 0 0 0 0,0 0 0 0 0,0 0 0 0 0,1-1 0 0 0,0 1 0 0 0,-1 0 1 0 0,1-1-1 0 0,1 1 0 0 0,-1-1 0 0 0,7 6 0 0 0,-1-3-730 0 0,0 0 0 0 0,0-1 0 0 0,1-1 0 0 0,-1 1 0 0 0,1-1 0 0 0,0-1 0 0 0,12 4 0 0 0,16 3-2399 0 0</inkml:trace>
</inkml:ink>
</file>

<file path=ppt/ink/ink19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4:53:31.2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277 90 912 0 0,'6'-10'2557'0'0,"-1"0"1"0"0,0 0-1 0 0,7-20 1 0 0,-12 27-1335 0 0,0 2-1045 0 0,-1-1 0 0 0,0 0 0 0 0,1 1 1 0 0,-1-1-1 0 0,0 1 0 0 0,0-1 0 0 0,0 1 1 0 0,0-1-1 0 0,0 1 0 0 0,0-1 0 0 0,0 1 1 0 0,0 0-1 0 0,0 0 0 0 0,-1 0 0 0 0,-1-2 1 0 0,-6 2-40 0 0,-1 0 0 0 0,1 1 0 0 0,0 0 0 0 0,-1 0 0 0 0,1 1 0 0 0,0 1 0 0 0,0-1 1 0 0,-1 1-1 0 0,1 1 0 0 0,1 0 0 0 0,-1 0 0 0 0,0 0 0 0 0,1 1 0 0 0,-14 9 0 0 0,8-4-73 0 0,0 0 1 0 0,1 1-1 0 0,0 0 0 0 0,1 1 1 0 0,0 0-1 0 0,1 1 0 0 0,-17 23 1 0 0,25-31-109 0 0,1 0 1 0 0,-1 0 0 0 0,1 0-1 0 0,0 0 1 0 0,0 0 0 0 0,1 0 0 0 0,-1 0-1 0 0,1 1 1 0 0,0-1 0 0 0,0 1-1 0 0,0-1 1 0 0,1 1 0 0 0,0-1-1 0 0,0 1 1 0 0,0-1 0 0 0,0 1-1 0 0,1-1 1 0 0,-1 1 0 0 0,3 8 0 0 0,-1-10 7 0 0,-1 0 0 0 0,1 1 0 0 0,0-1 0 0 0,0 0 1 0 0,0 0-1 0 0,1 0 0 0 0,-1-1 0 0 0,0 1 0 0 0,1-1 1 0 0,0 1-1 0 0,0-1 0 0 0,0 0 0 0 0,0 0 0 0 0,0 0 1 0 0,0 0-1 0 0,0 0 0 0 0,1-1 0 0 0,-1 0 0 0 0,0 0 1 0 0,1 1-1 0 0,-1-2 0 0 0,1 1 0 0 0,0 0 0 0 0,-1-1 1 0 0,5 0-1 0 0,13 1-28 0 0,-1-2-1 0 0,1 0 1 0 0,-1-1 0 0 0,1-2 0 0 0,-1 0-1 0 0,38-13 1 0 0,-4-3-25 0 0,62-33 0 0 0,-58 20 495 0 0,-3-2 0 0 0,57-46 0 0 0,-92 66 539 0 0,-20 15-890 0 0,0 0-1 0 0,0 0 1 0 0,0 0 0 0 0,0 0-1 0 0,0 0 1 0 0,0 1-1 0 0,0-1 1 0 0,0 0-1 0 0,0 0 1 0 0,1 0-1 0 0,-1 0 1 0 0,0 0 0 0 0,0 0-1 0 0,0 0 1 0 0,0 0-1 0 0,0 0 1 0 0,0 0-1 0 0,0 0 1 0 0,0 0-1 0 0,1 0 1 0 0,-1 0 0 0 0,0 0-1 0 0,0 0 1 0 0,0 0-1 0 0,0 0 1 0 0,0 0-1 0 0,0 0 1 0 0,0 0-1 0 0,1 0 1 0 0,-15 18 392 0 0,4-6-551 0 0,1 1 0 0 0,-15 26 0 0 0,23-36 21 0 0,-1 0 0 0 0,1 0 0 0 0,-1 0-1 0 0,1 1 1 0 0,0-1 0 0 0,0 0 0 0 0,0 1 0 0 0,1-1 0 0 0,-1 0 0 0 0,1 1 0 0 0,0-1 0 0 0,0 1 0 0 0,0-1 0 0 0,0 1 0 0 0,1-1 0 0 0,-1 0-1 0 0,1 1 1 0 0,0-1 0 0 0,0 1 0 0 0,0-1 0 0 0,1 0 0 0 0,2 5 0 0 0,0-5 19 0 0,0 0-1 0 0,1-1 1 0 0,-1 0 0 0 0,1 1-1 0 0,0-1 1 0 0,0-1 0 0 0,0 1-1 0 0,0-1 1 0 0,0 0 0 0 0,0 0-1 0 0,1 0 1 0 0,-1-1 0 0 0,0 1 0 0 0,6-2-1 0 0,3 0-12 0 0,-1-1-1 0 0,0-1 0 0 0,0 0 1 0 0,-1 0-1 0 0,1-2 1 0 0,-1 1-1 0 0,0-2 0 0 0,19-10 1 0 0,-8 2 30 0 0,-1-1 0 0 0,-1-1 1 0 0,24-23-1 0 0,-39 33 422 0 0,5-3 281 0 0,-13 14-688 0 0,-14 24-218 0 0,14-24 142 0 0,1 0 0 0 0,0 0 0 0 0,0 0 0 0 0,0 0 1 0 0,0 0-1 0 0,1 0 0 0 0,0 0 0 0 0,0-1 0 0 0,0 1 0 0 0,2 7 0 0 0,-2-11 78 0 0,0 1 0 0 0,1-1 0 0 0,-1 1 0 0 0,1-1 1 0 0,-1 1-1 0 0,1-1 0 0 0,0 1 0 0 0,-1-1 0 0 0,1 0 0 0 0,0 1 0 0 0,0-1 0 0 0,0 0 0 0 0,0 0 0 0 0,0 0 1 0 0,0 0-1 0 0,0 0 0 0 0,1 0 0 0 0,-1 0 0 0 0,0 0 0 0 0,0 0 0 0 0,1 0 0 0 0,-1-1 0 0 0,1 1 0 0 0,-1-1 1 0 0,1 1-1 0 0,-1-1 0 0 0,1 1 0 0 0,-1-1 0 0 0,1 0 0 0 0,-1 0 0 0 0,1 0 0 0 0,-1 0 0 0 0,1 0 0 0 0,-1 0 1 0 0,1 0-1 0 0,0 0 0 0 0,-1-1 0 0 0,1 1 0 0 0,-1 0 0 0 0,1-1 0 0 0,-1 1 0 0 0,2-2 0 0 0,40-14-109 0 0,-1-2 1 0 0,-1-1-1 0 0,56-37 0 0 0,-87 50 124 0 0,58-22-206 0 0,-67 27 214 0 0,-1 1 1 0 0,1 0-1 0 0,0-1 1 0 0,0 1-1 0 0,-1 0 1 0 0,1 0-1 0 0,0-1 1 0 0,0 1-1 0 0,-1 0 1 0 0,1 0-1 0 0,0 0 0 0 0,0 0 1 0 0,0 0-1 0 0,-1 0 1 0 0,1 0-1 0 0,0 0 1 0 0,0 0-1 0 0,0 1 1 0 0,-1-1-1 0 0,1 0 1 0 0,0 0-1 0 0,0 1 1 0 0,-1-1-1 0 0,1 1 1 0 0,0-1-1 0 0,-1 0 0 0 0,1 1 1 0 0,0-1-1 0 0,-1 1 1 0 0,1 0-1 0 0,-1-1 1 0 0,1 1-1 0 0,-1-1 1 0 0,1 1-1 0 0,-1 0 1 0 0,1-1-1 0 0,-1 1 1 0 0,0 0-1 0 0,1 0 0 0 0,-1-1 1 0 0,0 1-1 0 0,0 0 1 0 0,1 0-1 0 0,-1 0 1 0 0,0 0-1 0 0,9 45 57 0 0,-8-35 1 0 0,-1-7 6 0 0,1 0 1 0 0,0 0 0 0 0,0-1-1 0 0,0 1 1 0 0,0 0-1 0 0,1-1 1 0 0,0 1 0 0 0,-1-1-1 0 0,1 0 1 0 0,0 1-1 0 0,1-1 1 0 0,-1 0 0 0 0,0 0-1 0 0,1 0 1 0 0,0-1-1 0 0,4 4 1 0 0,-3-3-90 0 0,1 0-1 0 0,-1-1 1 0 0,1 0-1 0 0,0 0 1 0 0,0 0-1 0 0,0-1 1 0 0,0 1-1 0 0,0-1 1 0 0,1-1-1 0 0,-1 1 1 0 0,0-1-1 0 0,8 0 1 0 0,34-5-2512 0 0,-17-3-2545 0 0,-29 8 4848 0 0,15-3-3210 0 0</inkml:trace>
</inkml:ink>
</file>

<file path=ppt/ink/ink19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4:53:34.5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 95 444 0 0,'0'0'2888'0'0,"-10"3"2599"0"0,13 0-5407 0 0,0 0-1 0 0,0 0 1 0 0,1 0 0 0 0,-1 0 0 0 0,1-1-1 0 0,-1 0 1 0 0,1 1 0 0 0,0-2-1 0 0,5 4 1 0 0,-7-5 14 0 0,-2 1-77 0 0,1-1 0 0 0,0 1-1 0 0,-1-1 1 0 0,1 1-1 0 0,0-1 1 0 0,-1 1 0 0 0,1-1-1 0 0,0 0 1 0 0,-1 1 0 0 0,1-1-1 0 0,0 0 1 0 0,0 0 0 0 0,0 1-1 0 0,-1-1 1 0 0,1 0 0 0 0,0 0-1 0 0,0 0 1 0 0,0 0 0 0 0,-1 0-1 0 0,1 0 1 0 0,0 0 0 0 0,0 0-1 0 0,0 0 1 0 0,-1-1 0 0 0,1 1-1 0 0,0 0 1 0 0,0 0 0 0 0,-1-1-1 0 0,2 0 1 0 0,29-11 677 0 0,-24 6-591 0 0,-1 0 0 0 0,0-1 0 0 0,-1 0 1 0 0,8-13-1 0 0,-10 16-97 0 0,0-1 0 0 0,-1 1 0 0 0,1-1-1 0 0,1 1 1 0 0,-1 0 0 0 0,1 0 0 0 0,-1 0 0 0 0,1 1 0 0 0,0-1-1 0 0,1 1 1 0 0,-1 0 0 0 0,1 0 0 0 0,-1 0 0 0 0,1 1 0 0 0,0 0-1 0 0,0 0 1 0 0,7-2 0 0 0,-3 2-17 0 0,0 0 0 0 0,0 0 0 0 0,0 1 0 0 0,0 1 0 0 0,1 0 0 0 0,17 2 0 0 0,-25-2 7 0 0,0 0 0 0 0,1 0 0 0 0,-1 1 0 0 0,0-1 1 0 0,0 1-1 0 0,0 0 0 0 0,1-1 0 0 0,-1 1 0 0 0,0 0 0 0 0,0 0 1 0 0,0 0-1 0 0,0 1 0 0 0,0-1 0 0 0,-1 1 0 0 0,1-1 0 0 0,0 1 0 0 0,-1-1 1 0 0,1 1-1 0 0,-1 0 0 0 0,1 0 0 0 0,-1-1 0 0 0,0 1 0 0 0,0 0 1 0 0,0 0-1 0 0,0 1 0 0 0,0-1 0 0 0,0 0 0 0 0,0 0 0 0 0,-1 0 0 0 0,1 0 1 0 0,-1 1-1 0 0,0-1 0 0 0,1 4 0 0 0,6 67-53 0 0,-6-71 15 0 0,0 0-1 0 0,0 0 1 0 0,0 0-1 0 0,0 0 1 0 0,0 0-1 0 0,1 0 0 0 0,-1 0 1 0 0,1-1-1 0 0,-1 1 1 0 0,1-1-1 0 0,0 1 1 0 0,0-1-1 0 0,-1 1 0 0 0,1-1 1 0 0,0 0-1 0 0,0 0 1 0 0,1 0-1 0 0,1 1 1 0 0,26 9-4063 0 0,-23-9 1958 0 0,6 3-217 0 0</inkml:trace>
</inkml:ink>
</file>

<file path=ppt/ink/ink19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4:53:34.9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28 752 0 0,'7'3'1291'0'0,"-1"-3"1847"0"0,150-23 582 0 0,-51 16-8716 0 0,-84 6 2799 0 0</inkml:trace>
</inkml:ink>
</file>

<file path=ppt/ink/ink19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4:53:35.2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261 96 812 0 0,'1'-3'211'0'0,"-1"1"-1"0"0,1-1 1 0 0,0 1-1 0 0,-1-1 1 0 0,1 1 0 0 0,-1-1-1 0 0,0 0 1 0 0,0 1-1 0 0,0-1 1 0 0,0 1-1 0 0,0-1 1 0 0,0 0 0 0 0,-1 1-1 0 0,1-1 1 0 0,-1 1-1 0 0,0-1 1 0 0,0 1 0 0 0,0-1-1 0 0,0 1 1 0 0,0 0-1 0 0,-1-1 1 0 0,1 1-1 0 0,0 0 1 0 0,-1 0 0 0 0,0 0-1 0 0,0 0 1 0 0,1 0-1 0 0,-1 0 1 0 0,0 1-1 0 0,-1-1 1 0 0,-2-2 0 0 0,0 2-25 0 0,-1-1 0 0 0,1 0 0 0 0,0 1 0 0 0,-1 0 0 0 0,0 1 0 0 0,1-1 0 0 0,-1 1 0 0 0,0 0 0 0 0,0 0 0 0 0,1 1 0 0 0,-1-1 1 0 0,-7 2-1 0 0,12-1-168 0 0,-1 0 1 0 0,1 1 0 0 0,0-1 0 0 0,-1 1 0 0 0,1-1 0 0 0,0 1 0 0 0,0-1 0 0 0,-1 1 0 0 0,1 0 0 0 0,0 0 0 0 0,0-1 0 0 0,0 1-1 0 0,0 0 1 0 0,0 0 0 0 0,0 0 0 0 0,0 0 0 0 0,0 0 0 0 0,0 1 0 0 0,1-1 0 0 0,-1 0 0 0 0,0 0 0 0 0,1 0 0 0 0,-1 1-1 0 0,1-1 1 0 0,-1 0 0 0 0,1 1 0 0 0,0-1 0 0 0,-1 0 0 0 0,1 1 0 0 0,0-1 0 0 0,0 0 0 0 0,0 1 0 0 0,0-1 0 0 0,1 2-1 0 0,5 47 241 0 0,-5-46-249 0 0,4 13 69 0 0,1 0 1 0 0,1 0-1 0 0,11 21 0 0 0,-11-23-39 0 0,0 0 0 0 0,0 0 0 0 0,-2 1 0 0 0,5 19 0 0 0,-9-32-32 0 0,0 0-1 0 0,-1 0 0 0 0,1-1 1 0 0,-1 1-1 0 0,0 0 1 0 0,0 0-1 0 0,0 0 1 0 0,0 0-1 0 0,-1 0 1 0 0,1 0-1 0 0,-1 0 1 0 0,0 0-1 0 0,1 0 1 0 0,-1 0-1 0 0,-1-1 1 0 0,0 4-1 0 0,-1-3 0 0 0,1-1 1 0 0,-1 1-1 0 0,1-1 0 0 0,-1 1 0 0 0,0-1 1 0 0,0 0-1 0 0,0 0 0 0 0,0 0 0 0 0,0-1 1 0 0,-1 1-1 0 0,1-1 0 0 0,0 0 0 0 0,-7 2 1 0 0,0 0-43 0 0,-1 1 0 0 0,0-2 0 0 0,0 1 1 0 0,0-2-1 0 0,0 1 0 0 0,0-2 0 0 0,0 1 0 0 0,0-2 1 0 0,0 1-1 0 0,-20-5 0 0 0,31 5-24 0 0,-1 0 0 0 0,1 0 0 0 0,-1 0 0 0 0,1-1 0 0 0,-1 1 0 0 0,0 0 0 0 0,1-1 0 0 0,-1 1 0 0 0,1-1 0 0 0,0 1 0 0 0,-1 0 0 0 0,1-1 0 0 0,-1 1 0 0 0,1-1 0 0 0,0 1 0 0 0,-1-1 0 0 0,1 1 0 0 0,0-1 0 0 0,-1 1 0 0 0,1-1 0 0 0,0 0 0 0 0,0 1 0 0 0,0-1 0 0 0,-1 1 0 0 0,1-2 0 0 0,-5-6-5079 0 0</inkml:trace>
</inkml:ink>
</file>

<file path=ppt/ink/ink19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4:53:35.6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152 12 324 0 0,'13'-12'11214'0'0,"-10"26"-10849"0"0,-1 0-1 0 0,-1-1 0 0 0,1 1 0 0 0,-2 0 0 0 0,-2 26 0 0 0,-17 78 706 0 0,6-38-516 0 0,9-53-362 0 0,-1-1 0 0 0,-1 0 1 0 0,-10 26-1 0 0,13-43-570 0 0,0 0 0 0 0,-1-1 0 0 0,0 0 0 0 0,0 0 0 0 0,-1 0 0 0 0,0 0 0 0 0,0-1 0 0 0,-1 1 0 0 0,0-1 0 0 0,0-1 0 0 0,-1 1 0 0 0,-11 8 0 0 0,-5-7-5181 0 0,14-5 2384 0 0</inkml:trace>
</inkml:ink>
</file>

<file path=ppt/ink/ink19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4:53:36.3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0 553 552 0 0,'133'-30'4298'0'0,"204"-74"1"0"0,-319 98-2907 0 0,-17 11-111 0 0,-26 18 229 0 0,11-12-1643 0 0,-46 51 753 0 0,59-61-668 0 0,5-2-1411 0 0,0 0 1358 0 0,0-1-1 0 0,0 1 1 0 0,0-1 0 0 0,0 0-1 0 0,0 0 1 0 0,0-1 0 0 0,-1 1 0 0 0,1-1-1 0 0,5-5 1 0 0,24-14-986 0 0,-24 20 961 0 0,0 0 0 0 0,0 1-1 0 0,0 0 1 0 0,0 1 0 0 0,0 0 0 0 0,0 0-1 0 0,0 1 1 0 0,0 0 0 0 0,0 1 0 0 0,0-1-1 0 0,10 5 1 0 0,-11-3 120 0 0,1-1-1 0 0,0 0 1 0 0,0 0 0 0 0,0-1 0 0 0,0 0-1 0 0,0-1 1 0 0,0 1 0 0 0,0-2-1 0 0,1 0 1 0 0,-1 0 0 0 0,13-3-1 0 0,-1-5 223 0 0,-1-1-1 0 0,0-1 1 0 0,0 0-1 0 0,-1-2 1 0 0,-1 0-1 0 0,0-1 1 0 0,0-1-1 0 0,-2-1 1 0 0,0 0-1 0 0,-1-1 1 0 0,0-1-1 0 0,-2 0 1 0 0,0-1-1 0 0,-1 0 1 0 0,-1-1-1 0 0,-1-1 1 0 0,0 1-1 0 0,-2-1 0 0 0,0-1 1 0 0,-2 0-1 0 0,8-45 1 0 0,-12 54 223 0 0,-1 7-182 0 0,0 0 1 0 0,0 0 0 0 0,-1 0-1 0 0,0 0 1 0 0,0 0-1 0 0,-1-6 1 0 0,0 9 80 0 0,-3 4-319 0 0,0 0 1 0 0,0 0-1 0 0,1 0 1 0 0,-1 0-1 0 0,0 1 0 0 0,0-1 1 0 0,1 1-1 0 0,-1 0 0 0 0,0 0 1 0 0,1 0-1 0 0,0 1 0 0 0,0-1 1 0 0,-1 1-1 0 0,2 0 0 0 0,-1-1 1 0 0,-3 5-1 0 0,-38 54 76 0 0,34-45-85 0 0,2 1 0 0 0,0 0-1 0 0,1 1 1 0 0,1-1 0 0 0,0 2-1 0 0,1-1 1 0 0,2 0 0 0 0,-4 38-1 0 0,6-41-63 0 0,0 0-1 0 0,1 1 0 0 0,1-1 0 0 0,1 0 0 0 0,0 0 0 0 0,1 0 1 0 0,0-1-1 0 0,2 1 0 0 0,-1 0 0 0 0,2-1 0 0 0,11 21 0 0 0,-15-31 33 0 0,1 0-1 0 0,-1 0 1 0 0,1 0-1 0 0,1-1 1 0 0,-1 1-1 0 0,0-1 1 0 0,1 0-1 0 0,0 0 1 0 0,0 0-1 0 0,0 0 0 0 0,0-1 1 0 0,0 0-1 0 0,0 0 1 0 0,1 0-1 0 0,-1 0 1 0 0,0 0-1 0 0,1-1 1 0 0,0 0-1 0 0,-1 0 1 0 0,1 0-1 0 0,0-1 0 0 0,0 1 1 0 0,-1-1-1 0 0,1-1 1 0 0,0 1-1 0 0,7-2 1 0 0,-1 0 1 0 0,0 0 1 0 0,-1-1-1 0 0,1-1 1 0 0,-1 0-1 0 0,0 0 1 0 0,0-1-1 0 0,-1 0 1 0 0,1-1-1 0 0,-1 0 1 0 0,13-11-1 0 0,-20 16 61 0 0,0-1-1 0 0,-1 0 0 0 0,1 0 1 0 0,0 0-1 0 0,-1 0 0 0 0,1 0 0 0 0,-1 0 1 0 0,0 0-1 0 0,0 0 0 0 0,0-1 1 0 0,1-2-1 0 0,-3 4 213 0 0,-6 16-258 0 0,5-10 26 0 0,4-1-9 0 0,0 0-62 0 0,-1 0 0 0 0,2 0 0 0 0,-1 0 1 0 0,0 0-1 0 0,1 0 0 0 0,-1-1 0 0 0,1 1 0 0 0,0-1 0 0 0,1 1 0 0 0,6 4 1 0 0,-7-6-210 0 0,0 0 0 0 0,1-1 1 0 0,-1 1-1 0 0,1-1 0 0 0,-1 0 1 0 0,1 0-1 0 0,0 0 1 0 0,-1 0-1 0 0,1-1 0 0 0,0 1 1 0 0,0-1-1 0 0,-1 0 1 0 0,1 0-1 0 0,6-2 0 0 0,23-2-5323 0 0,-15-3 2394 0 0</inkml:trace>
</inkml:ink>
</file>

<file path=ppt/ink/ink19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4:53:36.7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 87 1324 0 0,'0'0'1858'0'0,"-11"-7"6142"0"0,12 4-7676 0 0,-1 1 0 0 0,1-1-1 0 0,-1 0 1 0 0,1 0-1 0 0,0 1 1 0 0,0-1-1 0 0,1 0 1 0 0,-1 1 0 0 0,0 0-1 0 0,1-1 1 0 0,-1 1-1 0 0,1 0 1 0 0,0-1-1 0 0,0 1 1 0 0,0 0 0 0 0,0 0-1 0 0,0 1 1 0 0,0-1-1 0 0,1 0 1 0 0,-1 1-1 0 0,0-1 1 0 0,1 1 0 0 0,-1 0-1 0 0,1 0 1 0 0,4-2-1 0 0,38-12-926 0 0,-6 7-3548 0 0,-36 8 3458 0 0,2 0 403 0 0</inkml:trace>
</inkml:ink>
</file>

<file path=ppt/ink/ink19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4:53:38.5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141 2 796 0 0,'0'0'2376'0'0,"9"-2"4184"0"0,-16 22-6190 0 0,-1-1 0 0 0,0 0 1 0 0,-2 0-1 0 0,-1-1 0 0 0,-18 25 1 0 0,15-23-1119 0 0,0 1 1 0 0,2 0-1 0 0,0 1 1 0 0,-11 30 0 0 0,21-40-2365 0 0,2-1 239 0 0</inkml:trace>
</inkml:ink>
</file>

<file path=ppt/ink/ink19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4:53:39.4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158 708 512 0 0,'8'-10'769'0'0,"0"-1"0"0"0,0 2 0 0 0,1-1 0 0 0,0 1 0 0 0,1 0 0 0 0,0 1 0 0 0,14-10 0 0 0,-5 4-328 0 0,84-57 1259 0 0,-65 47-1028 0 0,-1-2 0 0 0,-1-1 0 0 0,63-62 0 0 0,-91 80-613 0 0,0 0 0 0 0,0-1 0 0 0,-1 0-1 0 0,0 0 1 0 0,-1 0 0 0 0,0-1 0 0 0,-1 0 0 0 0,-1-1 0 0 0,1 1 0 0 0,-2-1 0 0 0,1 0 0 0 0,-2 0 0 0 0,1 0 0 0 0,-2 0 0 0 0,0 0 0 0 0,0 0 0 0 0,-1-1 0 0 0,0 1 0 0 0,-4-16 0 0 0,3 20-42 0 0,-1 0 1 0 0,0 0-1 0 0,-1 0 0 0 0,1 0 1 0 0,-2 0-1 0 0,1 0 0 0 0,-1 1 1 0 0,0 0-1 0 0,-1 0 0 0 0,0 0 1 0 0,0 0-1 0 0,0 1 0 0 0,-8-7 1 0 0,10 10-18 0 0,1 1 1 0 0,-1 0 0 0 0,0 0-1 0 0,0 0 1 0 0,0 0 0 0 0,0 1 0 0 0,0-1-1 0 0,0 1 1 0 0,0 0 0 0 0,-1 0-1 0 0,1 0 1 0 0,0 0 0 0 0,-1 1-1 0 0,1-1 1 0 0,-1 1 0 0 0,1 0 0 0 0,-1 0-1 0 0,1 0 1 0 0,0 0 0 0 0,-1 1-1 0 0,1-1 1 0 0,-1 1 0 0 0,1 0-1 0 0,0 0 1 0 0,0 0 0 0 0,-1 0 0 0 0,1 1-1 0 0,0 0 1 0 0,0-1 0 0 0,0 1-1 0 0,0 0 1 0 0,1 0 0 0 0,-6 5 0 0 0,-1 2-7 0 0,0 1 1 0 0,0 1 0 0 0,1-1-1 0 0,0 1 1 0 0,0 0 0 0 0,2 1-1 0 0,-9 17 1 0 0,-32 92 37 0 0,41-104-23 0 0,-37 129 69 0 0,6 3 1 0 0,-18 160-1 0 0,39-215-23 0 0,-27 121 57 0 0,34-181-73 0 0,-2-1 0 0 0,-1 0 0 0 0,-2-1 0 0 0,-20 35 0 0 0,31-61-14 0 0,0 1 19 0 0,-1-1-1 0 0,1 0 1 0 0,-1 0-1 0 0,0 0 1 0 0,-1-1-1 0 0,1 0 1 0 0,-1 1-1 0 0,0-2 0 0 0,-7 6 1 0 0,11-9 145 0 0,-3-4-95 0 0,2 1-85 0 0,0 0 0 0 0,0-1 0 0 0,0 1 0 0 0,0-1 1 0 0,0 1-1 0 0,0-1 0 0 0,1 0 0 0 0,-1 0 0 0 0,1 0 0 0 0,0 0 0 0 0,0 0 0 0 0,0 0 0 0 0,0 0 0 0 0,0 0 0 0 0,0-5 0 0 0,1 0-8 0 0,0 0 0 0 0,0-1-1 0 0,0 1 1 0 0,1-1 0 0 0,4-13 0 0 0,2-3-32 0 0,1 1 1 0 0,1-1-1 0 0,13-23 1 0 0,8-10-92 0 0,71-103 1 0 0,-79 131 70 0 0,2 1 1 0 0,1 1-1 0 0,0 1 0 0 0,56-43 1 0 0,-73 64 30 0 0,1 1 0 0 0,0 0 0 0 0,-1 0 0 0 0,2 1 0 0 0,-1 0 1 0 0,0 0-1 0 0,1 1 0 0 0,0 1 0 0 0,-1 0 0 0 0,17-2 0 0 0,-22 3 14 0 0,-1 1 0 0 0,1 0 0 0 0,-1 0 0 0 0,1 0 0 0 0,-1 1 0 0 0,1-1 0 0 0,-1 1 0 0 0,0 0 0 0 0,1 0-1 0 0,-1 0 1 0 0,0 0 0 0 0,1 0 0 0 0,-1 1 0 0 0,0 0 0 0 0,0-1 0 0 0,0 1 0 0 0,0 0 0 0 0,-1 1 0 0 0,1-1-1 0 0,0 0 1 0 0,-1 1 0 0 0,0 0 0 0 0,1-1 0 0 0,-1 1 0 0 0,0 0 0 0 0,-1 0 0 0 0,1 0 0 0 0,0 0 0 0 0,-1 0 0 0 0,0 1-1 0 0,1-1 1 0 0,0 7 0 0 0,3 15-18 0 0,0 0-1 0 0,-2 1 0 0 0,0 31 1 0 0,-2-57 23 0 0,-1 1 1 0 0,1-1 0 0 0,0 0 0 0 0,-1 1-1 0 0,1-1 1 0 0,0 0 0 0 0,0 1 0 0 0,-1-1 0 0 0,1 0-1 0 0,0 0 1 0 0,0 0 0 0 0,-1 0 0 0 0,1 0-1 0 0,0 0 1 0 0,0 0 0 0 0,-1 0 0 0 0,1 0 0 0 0,0 0-1 0 0,0 0 1 0 0,-1 0 0 0 0,1-1 0 0 0,0 1-1 0 0,-1 0 1 0 0,1 0 0 0 0,0-1 0 0 0,-1 1 0 0 0,1-1-1 0 0,0 1 1 0 0,0-1 0 0 0,25-11 1 0 0,117-88-353 0 0,-142 99 312 0 0,3 1 18 0 0,0 1 0 0 0,0 0 0 0 0,0 0 0 0 0,0 0 0 0 0,-1 0 0 0 0,1 1 0 0 0,0-1 0 0 0,-1 1 0 0 0,0 0 0 0 0,1 0 0 0 0,-1 0 0 0 0,6 6 0 0 0,21 9-11 0 0,27 9 2112 0 0,-57-26-2046 0 0,1-1 0 0 0,-1 1 0 0 0,1-1 0 0 0,-1 1 0 0 0,0-1 0 0 0,1 1 0 0 0,-1-1 0 0 0,0 1 0 0 0,1-1 0 0 0,-1 1 0 0 0,0-1 0 0 0,0 0 0 0 0,1 1 0 0 0,-1-1 0 0 0,0 1 0 0 0,0-1 0 0 0,0 0 0 0 0,0 1 0 0 0,0-1 0 0 0,0 0 0 0 0,0 1 0 0 0,0-1 0 0 0,0 0 0 0 0,0 1 0 0 0,0-1 0 0 0,0 1 0 0 0,-1-1 0 0 0,1 0 0 0 0,0 1 0 0 0,-1-2 0 0 0,-7-20 418 0 0,4 17-372 0 0,3 2-284 0 0,-1 1 0 0 0,0-1 0 0 0,1 1 0 0 0,-1-1 0 0 0,0 1 0 0 0,-1 0 0 0 0,1 0 0 0 0,0 0 0 0 0,-1 0 0 0 0,1 0 0 0 0,-1 1 0 0 0,0-1 0 0 0,1 1 0 0 0,-1 0 0 0 0,0-1 0 0 0,0 1 0 0 0,0 1 0 0 0,0-1 0 0 0,-3 0 0 0 0,-12 7-9225 0 0</inkml:trace>
</inkml:ink>
</file>

<file path=ppt/ink/ink19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4:53:39.7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1 948 0 0,'6'1'632'0'0,"-1"1"-1"0"0,1 0 1 0 0,-1 0-1 0 0,0 0 1 0 0,0 1-1 0 0,0-1 1 0 0,-1 1-1 0 0,1 1 1 0 0,0-1-1 0 0,-1 0 1 0 0,0 1-1 0 0,0 0 1 0 0,5 6-1 0 0,-6-6-490 0 0,0-1 0 0 0,0 1 0 0 0,0-1 0 0 0,1 1 0 0 0,-1-1-1 0 0,1-1 1 0 0,0 1 0 0 0,0 0 0 0 0,0-1 0 0 0,0 0 0 0 0,0 0 0 0 0,1 0 0 0 0,-1 0-1 0 0,0-1 1 0 0,1 1 0 0 0,-1-1 0 0 0,1 0 0 0 0,0-1 0 0 0,-1 1 0 0 0,1-1 0 0 0,7 0 0 0 0,31-8 1389 0 0,61-17 0 0 0,-73 15-4304 0 0,-1 1-3698 0 0</inkml:trace>
</inkml:ink>
</file>

<file path=ppt/ink/ink19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4:53:41.6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378 325 828 0 0,'1'-3'448'0'0,"-1"-1"-1"0"0,1 0 1 0 0,-1 1-1 0 0,0-1 1 0 0,0 0-1 0 0,0 1 1 0 0,0-1-1 0 0,-1 0 0 0 0,0 0 1 0 0,1 1-1 0 0,-1-1 1 0 0,0 1-1 0 0,-1-1 1 0 0,1 1-1 0 0,-1 0 1 0 0,0-1-1 0 0,1 1 1 0 0,-1 0-1 0 0,-1 0 1 0 0,-2-4-1 0 0,1 4-247 0 0,0 0 0 0 0,0 0 0 0 0,0 1 0 0 0,-1-1 0 0 0,1 1 0 0 0,0 0 0 0 0,-1 0 0 0 0,0 1 0 0 0,1-1 0 0 0,-1 1 0 0 0,0 0 0 0 0,0 1-1 0 0,-8-1 1 0 0,-4 0-109 0 0,0 2 0 0 0,0 0 0 0 0,1 1-1 0 0,-1 1 1 0 0,0 1 0 0 0,1 0 0 0 0,-31 13 0 0 0,35-12-29 0 0,0 1 0 0 0,0 0 0 0 0,0 1 0 0 0,1 0 0 0 0,0 1 1 0 0,1 0-1 0 0,0 0 0 0 0,-18 20 0 0 0,28-27-67 0 0,-1 1 1 0 0,0-1-1 0 0,1 1 0 0 0,-1 0 0 0 0,1-1 1 0 0,-1 1-1 0 0,1 0 0 0 0,0-1 0 0 0,0 1 1 0 0,-1 0-1 0 0,1-1 0 0 0,1 1 0 0 0,-1 0 1 0 0,0-1-1 0 0,0 1 0 0 0,1 0 0 0 0,-1-1 1 0 0,0 1-1 0 0,1 0 0 0 0,0-1 0 0 0,-1 1 1 0 0,1-1-1 0 0,0 1 0 0 0,0-1 1 0 0,0 0-1 0 0,0 1 0 0 0,0-1 0 0 0,0 0 1 0 0,0 1-1 0 0,1-1 0 0 0,-1 0 0 0 0,0 0 1 0 0,1 0-1 0 0,-1 0 0 0 0,0 0 0 0 0,4 1 1 0 0,6 5-61 0 0,0 0-1 0 0,1-1 1 0 0,15 7 0 0 0,-25-13 52 0 0,16 8-99 0 0,1-1-1 0 0,0-1 0 0 0,0 0 0 0 0,25 3 1 0 0,-36-8 85 0 0,-1 0 1 0 0,0-1 0 0 0,1 0 0 0 0,-1 0 0 0 0,0 0-1 0 0,1-1 1 0 0,-1 0 0 0 0,0-1 0 0 0,0 1 0 0 0,0-1-1 0 0,0-1 1 0 0,0 1 0 0 0,0-1 0 0 0,9-6 0 0 0,-13 7 33 0 0,0 0 0 0 0,-1 0 0 0 0,1-1 0 0 0,-1 1 0 0 0,0-1 0 0 0,0 1 1 0 0,0-1-1 0 0,0 0 0 0 0,0 0 0 0 0,0 0 0 0 0,-1 0 0 0 0,1 0 0 0 0,-1 0 1 0 0,0 0-1 0 0,1-7 0 0 0,2-47 488 0 0,-4 50-417 0 0,0 5 1 0 0,2-10 198 0 0,0 5-199 0 0,0 8-131 0 0,0 9 67 0 0,1 0 1 0 0,0-1 0 0 0,0 0-1 0 0,1 1 1 0 0,1-1 0 0 0,-1-1-1 0 0,1 1 1 0 0,1-1 0 0 0,0 0 0 0 0,0 0-1 0 0,0 0 1 0 0,1-1 0 0 0,0 0-1 0 0,1 0 1 0 0,-1-1 0 0 0,1 0-1 0 0,0-1 1 0 0,1 1 0 0 0,0-1 0 0 0,-1-1-1 0 0,1 0 1 0 0,1 0 0 0 0,-1-1-1 0 0,18 4 1 0 0,-5-5 43 0 0,1-1 1 0 0,-1-1-1 0 0,0-1 1 0 0,0-1-1 0 0,0-1 1 0 0,0-1-1 0 0,0 0 0 0 0,0-2 1 0 0,-1-1-1 0 0,0 0 1 0 0,0-2-1 0 0,-1 0 1 0 0,0-2-1 0 0,-1 0 1 0 0,0-1-1 0 0,34-28 0 0 0,-51 38-19 0 0,0 0 0 0 0,0 0 0 0 0,0 0 0 0 0,0 0 0 0 0,0 0-1 0 0,0 0 1 0 0,-1-1 0 0 0,1 1 0 0 0,-1 0 0 0 0,1-1 0 0 0,-1 0 0 0 0,0 1-1 0 0,0-1 1 0 0,0 0 0 0 0,0 1 0 0 0,-1-1 0 0 0,1 0 0 0 0,-1 0 0 0 0,0 0-1 0 0,0 0 1 0 0,0 1 0 0 0,0-1 0 0 0,0 0 0 0 0,0 0 0 0 0,-1 0-1 0 0,1 0 1 0 0,-3-4 0 0 0,1 4-20 0 0,0 0-1 0 0,0-1 0 0 0,-1 1 1 0 0,0 1-1 0 0,1-1 0 0 0,-1 0 1 0 0,0 1-1 0 0,0-1 0 0 0,-1 1 1 0 0,1 0-1 0 0,0 0 1 0 0,-1 0-1 0 0,0 0 0 0 0,1 1 1 0 0,-1 0-1 0 0,0-1 0 0 0,1 1 1 0 0,-1 1-1 0 0,0-1 1 0 0,-5 0-1 0 0,0-1-21 0 0,0 1 1 0 0,-1 0 0 0 0,1 1-1 0 0,0 0 1 0 0,-1 0-1 0 0,1 1 1 0 0,-1 0-1 0 0,1 1 1 0 0,0 0 0 0 0,0 0-1 0 0,0 1 1 0 0,0 0-1 0 0,-12 6 1 0 0,20-8-16 0 0,0 0 0 0 0,0 0 0 0 0,0 0 1 0 0,0 0-1 0 0,0 0 0 0 0,1 0 0 0 0,-1 0 0 0 0,0 0 1 0 0,0 0-1 0 0,1 1 0 0 0,-1-1 0 0 0,1 0 0 0 0,-1 0 1 0 0,1 1-1 0 0,0-1 0 0 0,-1 0 0 0 0,1 1 0 0 0,0-1 1 0 0,0 0-1 0 0,0 1 0 0 0,0-1 0 0 0,0 0 0 0 0,0 1 0 0 0,0-1 1 0 0,0 0-1 0 0,1 1 0 0 0,-1-1 0 0 0,0 0 0 0 0,1 0 1 0 0,-1 1-1 0 0,2 0 0 0 0,-1 3-46 0 0,1-2-1 0 0,0 1 1 0 0,-1 0 0 0 0,2 0-1 0 0,-1-1 1 0 0,0 1-1 0 0,6 5 1 0 0,6 0-153 0 0,0-1-1 0 0,0 0 1 0 0,0-1-1 0 0,1-1 1 0 0,0 0 0 0 0,1-1-1 0 0,-1-1 1 0 0,29 4-1 0 0,-42-7 201 0 0,-1-1 0 0 0,1 1 0 0 0,-1 0 0 0 0,1 0 0 0 0,-1 0 0 0 0,0 0-1 0 0,1 0 1 0 0,-1 0 0 0 0,0 0 0 0 0,0 0 0 0 0,0 0 0 0 0,1 1 0 0 0,-1-1 0 0 0,-1 0 0 0 0,1 1-1 0 0,0-1 1 0 0,0 1 0 0 0,0-1 0 0 0,-1 1 0 0 0,1-1 0 0 0,-1 1 0 0 0,1 0 0 0 0,-1-1 0 0 0,0 1-1 0 0,0 0 1 0 0,0-1 0 0 0,1 1 0 0 0,-1-1 0 0 0,-1 1 0 0 0,1 0 0 0 0,0 2 0 0 0,-9 51-138 0 0,-8 0 101 0 0,-1-1 1 0 0,-33 65 0 0 0,-62 98 7 0 0,103-198 84 0 0,0-1 1 0 0,-2 0-1 0 0,0 0 1 0 0,-1-1 0 0 0,-1-1-1 0 0,0 0 1 0 0,-1-1-1 0 0,-1-1 1 0 0,-1 0 0 0 0,0-1-1 0 0,0-1 1 0 0,-26 14 0 0 0,43-26-29 0 0,-1 1 1 0 0,1-1-1 0 0,-1 0 1 0 0,1 1-1 0 0,-1-1 1 0 0,0 0-1 0 0,1 0 1 0 0,-1 1-1 0 0,1-1 1 0 0,-1 0-1 0 0,0 0 1 0 0,1 0-1 0 0,-1 0 1 0 0,0 0-1 0 0,1 0 1 0 0,-1 0-1 0 0,0 0 1 0 0,1 0-1 0 0,-1 0 1 0 0,1 0-1 0 0,-1 0 1 0 0,0 0-1 0 0,1 0 1 0 0,-1-1-1 0 0,0 1 1 0 0,1 0 0 0 0,-1 0-1 0 0,1-1 1 0 0,-1 1-1 0 0,1 0 1 0 0,-1-1-1 0 0,1 1 1 0 0,-1-1-1 0 0,1 1 1 0 0,-1-1-1 0 0,1 1 1 0 0,-1-1-1 0 0,1 1 1 0 0,0-1-1 0 0,-1 1 1 0 0,1-1-1 0 0,0 0 1 0 0,0 1-1 0 0,-1-1 1 0 0,1 1-1 0 0,0-1 1 0 0,0 0-1 0 0,0 1 1 0 0,0-1-1 0 0,0 0 1 0 0,0 1-1 0 0,0-1 1 0 0,0 1-1 0 0,0-1 1 0 0,0 0 0 0 0,0 1-1 0 0,0-1 1 0 0,0 0-1 0 0,0 1 1 0 0,1-1-1 0 0,-1 1 1 0 0,0-1-1 0 0,1-1 1 0 0,14-40 92 0 0,8 10-80 0 0,1 1-1 0 0,1 1 0 0 0,38-34 0 0 0,96-73-208 0 0,-139 121 171 0 0,127-93-147 0 0,-16 15 106 0 0,-103 71 138 0 0,50-42 429 0 0,-72 59-286 0 0,0 0-1 0 0,-1-1 1 0 0,1 1 0 0 0,-1-1 0 0 0,-1-1 0 0 0,1 1 0 0 0,-1-1-1 0 0,-1 0 1 0 0,4-8 0 0 0,-7 14-192 0 0,1 1 0 0 0,-1 0-1 0 0,0 0 1 0 0,0 0 0 0 0,0-1-1 0 0,0 1 1 0 0,0 0 0 0 0,0 0 0 0 0,-1 0-1 0 0,1-1 1 0 0,0 1 0 0 0,-1 0-1 0 0,1 0 1 0 0,0 0 0 0 0,-1 0 0 0 0,0 0-1 0 0,1 0 1 0 0,-1 0 0 0 0,1 0-1 0 0,-1 0 1 0 0,0 0 0 0 0,0 0 0 0 0,0 0-1 0 0,0 0 1 0 0,1 0 0 0 0,-3 0-1 0 0,1-1-4 0 0,-1 0 0 0 0,1 1 0 0 0,0 0 1 0 0,0 0-1 0 0,-1-1 0 0 0,1 1 0 0 0,-1 1 0 0 0,1-1 0 0 0,-1 0 0 0 0,-3 0 0 0 0,4 1-28 0 0,0 1-1 0 0,1-1 1 0 0,-1 1 0 0 0,0-1 0 0 0,1 1 0 0 0,-1 0 0 0 0,0 0 0 0 0,1-1 0 0 0,-1 1 0 0 0,1 0 0 0 0,-1 0 0 0 0,1 1-1 0 0,-1-1 1 0 0,1 0 0 0 0,0 0 0 0 0,0 1 0 0 0,-1-1 0 0 0,1 1 0 0 0,0-1 0 0 0,0 1 0 0 0,1-1 0 0 0,-1 1-1 0 0,0 0 1 0 0,0-1 0 0 0,1 1 0 0 0,-1 0 0 0 0,1 0 0 0 0,0-1 0 0 0,-1 1 0 0 0,1 0 0 0 0,0 0 0 0 0,0 2 0 0 0,-1 3-43 0 0,0 0 0 0 0,1 0 1 0 0,0 0-1 0 0,0 0 0 0 0,0 0 1 0 0,1 0-1 0 0,2 8 1 0 0,-2-9-15 0 0,2 0 0 0 0,-1 0 0 0 0,1 0 0 0 0,-1 0 1 0 0,2 0-1 0 0,-1-1 0 0 0,1 1 0 0 0,-1-1 1 0 0,2 0-1 0 0,4 5 0 0 0,-6-7 37 0 0,0-1-1 0 0,1 0 1 0 0,-1 1 0 0 0,1-1-1 0 0,-1 0 1 0 0,1-1 0 0 0,0 1-1 0 0,0-1 1 0 0,0 1 0 0 0,0-1-1 0 0,0 0 1 0 0,0-1 0 0 0,0 1-1 0 0,0-1 1 0 0,0 1 0 0 0,1-1-1 0 0,4-1 1 0 0,17-3-57 0 0,0 0 1 0 0,0-2-1 0 0,-1-1 1 0 0,0-1 0 0 0,0-1-1 0 0,-1-1 1 0 0,0-2-1 0 0,0 0 1 0 0,-1-1-1 0 0,-1-1 1 0 0,34-29-1 0 0,-26 20 347 0 0,-29 22-197 0 0,0 0-57 0 0,0 0-1 0 0,0 0 1 0 0,0 1-1 0 0,0-1 1 0 0,1 0-1 0 0,-1 0 1 0 0,0 1 0 0 0,0-1-1 0 0,0 1 1 0 0,1-1-1 0 0,-1 1 1 0 0,0 0-1 0 0,1-1 1 0 0,1 1-1 0 0,17 19-17 0 0,-18-16-1 0 0,0 0 1 0 0,0 0 0 0 0,1-1-1 0 0,-1 1 1 0 0,1-1 0 0 0,0 1-1 0 0,-1-1 1 0 0,1 0-1 0 0,0 0 1 0 0,0 0 0 0 0,1-1-1 0 0,-1 1 1 0 0,0-1 0 0 0,1 0-1 0 0,-1 0 1 0 0,0 0 0 0 0,1 0-1 0 0,-1 0 1 0 0,6 0-1 0 0,94-13-2278 0 0,-75 10 1298 0 0,47-8 0 0 0,-53 4 669 0 0,36-4 1747 0 0,-57 9-1354 0 0,1 1 0 0 0,-1 0 1 0 0,1 0-1 0 0,-1 0 0 0 0,1 0 0 0 0,-1 1 0 0 0,0-1 0 0 0,1 0 0 0 0,-1 0 1 0 0,1 1-1 0 0,-1-1 0 0 0,1 1 0 0 0,-1 0 0 0 0,0-1 0 0 0,1 1 0 0 0,-1 0 1 0 0,0 0-1 0 0,0-1 0 0 0,0 1 0 0 0,0 0 0 0 0,1 0 0 0 0,-1 1 0 0 0,-1-1 1 0 0,1 0-1 0 0,0 0 0 0 0,0 0 0 0 0,0 1 0 0 0,0-1 0 0 0,0 2 0 0 0,20 24 123 0 0,-18-24-113 0 0,-1-1 1 0 0,1 1-1 0 0,0-1 1 0 0,0 0 0 0 0,0 0-1 0 0,0 0 1 0 0,0 0-1 0 0,1-1 1 0 0,-1 1-1 0 0,0-1 1 0 0,1 0 0 0 0,-1 0-1 0 0,1 0 1 0 0,0 0-1 0 0,-1-1 1 0 0,1 0-1 0 0,0 1 1 0 0,-1-1-1 0 0,1 0 1 0 0,0-1 0 0 0,-1 1-1 0 0,1-1 1 0 0,-1 0-1 0 0,1 1 1 0 0,-1-2-1 0 0,1 1 1 0 0,-1 0 0 0 0,1-1-1 0 0,-1 1 1 0 0,0-1-1 0 0,0 0 1 0 0,0 0-1 0 0,0 0 1 0 0,0-1-1 0 0,0 1 1 0 0,-1-1 0 0 0,1 1-1 0 0,-1-1 1 0 0,0 0-1 0 0,0 0 1 0 0,0 0-1 0 0,0 0 1 0 0,0-1 0 0 0,0 1-1 0 0,-1 0 1 0 0,0-1-1 0 0,0 1 1 0 0,0-1-1 0 0,0 1 1 0 0,1-7 0 0 0,-1-4 104 0 0,0 1 1 0 0,0-1 0 0 0,-1 0 0 0 0,-1 0 0 0 0,0 0 0 0 0,-1 1 0 0 0,-1-1 0 0 0,0 0 0 0 0,0 1 0 0 0,-2 0 0 0 0,1 0 0 0 0,-2 0 0 0 0,0 1 0 0 0,0-1 0 0 0,-1 2 0 0 0,-9-13 0 0 0,3 6-139 0 0,0 1 0 0 0,-2 0 0 0 0,0 1 0 0 0,-1 0 0 0 0,0 1 0 0 0,-1 1 0 0 0,-1 1 0 0 0,0 0 0 0 0,-26-12 0 0 0,43 24-206 0 0,-1 0 1 0 0,1 0-1 0 0,-1 0 1 0 0,0 1-1 0 0,1-1 0 0 0,-1 1 1 0 0,0-1-1 0 0,1 1 1 0 0,-1-1-1 0 0,0 1 1 0 0,1 0-1 0 0,-1 0 1 0 0,0 0-1 0 0,0 0 0 0 0,1 0 1 0 0,-1 0-1 0 0,0 1 1 0 0,0-1-1 0 0,1 1 1 0 0,-1-1-1 0 0,1 1 0 0 0,-1-1 1 0 0,0 1-1 0 0,1 0 1 0 0,-1 0-1 0 0,1 0 1 0 0,-1 0-1 0 0,1 0 1 0 0,0 0-1 0 0,-3 2 0 0 0,-7 22-3510 0 0,10 5-3687 0 0,6-12 2668 0 0</inkml:trace>
</inkml:ink>
</file>

<file path=ppt/ink/ink19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4:53:42.0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79 16 336 0 0,'4'-15'14471'0'0,"-4"15"-14324"0"0,-6 2-17 0 0,0 0 0 0 0,0 1 0 0 0,0 0 1 0 0,0 0-1 0 0,0 0 0 0 0,1 1 0 0 0,0 0 0 0 0,0 0 0 0 0,0 0 1 0 0,0 1-1 0 0,0-1 0 0 0,1 1 0 0 0,-7 11 0 0 0,10-15-48 0 0,17 22 223 0 0,-5-19-179 0 0,-1 0 1 0 0,1 0 0 0 0,0-1-1 0 0,0 0 1 0 0,0 0-1 0 0,0-2 1 0 0,0 1 0 0 0,1-1-1 0 0,16-1 1 0 0,-11 0-1398 0 0,0 1 1 0 0,30 6-1 0 0,-15-2-5961 0 0,-16-4 3079 0 0</inkml:trace>
</inkml:ink>
</file>

<file path=ppt/ink/ink19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4:53:42.3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42 1236 0 0,'6'3'1984'0'0,"2"1"3637"0"0,5-4-1181 0 0,1-9-2256 0 0,-8 2-1003 0 0,-1-3-1109 0 0,0-1-1273 0 0,-5-1-2563 0 0</inkml:trace>
</inkml:ink>
</file>

<file path=ppt/ink/ink19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4:53:43.8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65 116 916 0 0,'-14'-18'12097'0'0,"19"12"-11938"0"0,0-1 0 0 0,1 1 0 0 0,0 0 0 0 0,0 1 0 0 0,0-1 0 0 0,1 1 0 0 0,0 0 0 0 0,0 1 0 0 0,10-5 0 0 0,-2 1 40 0 0,0 1 0 0 0,0 0 0 0 0,32-7 0 0 0,-45 13-190 0 0,-1 1-1 0 0,1-1 1 0 0,0 1-1 0 0,-1 0 1 0 0,1-1-1 0 0,0 1 1 0 0,-1 0-1 0 0,1 0 1 0 0,-1 0-1 0 0,1 1 1 0 0,0-1-1 0 0,-1 0 1 0 0,1 1-1 0 0,-1-1 1 0 0,1 1-1 0 0,-1-1 1 0 0,1 1-1 0 0,-1 0 1 0 0,1-1-1 0 0,-1 1 1 0 0,1 0-1 0 0,-1 0 1 0 0,0 0-1 0 0,3 2 1 0 0,-3 0-7 0 0,1 0 1 0 0,-1-1-1 0 0,0 1 1 0 0,1 0-1 0 0,-1 0 1 0 0,0-1-1 0 0,-1 1 1 0 0,1 0-1 0 0,0 0 1 0 0,-1 0-1 0 0,0 0 0 0 0,1 5 1 0 0,-2 4-10 0 0,0-1 1 0 0,0 1-1 0 0,-1 0 1 0 0,0 0-1 0 0,-7 19 1 0 0,-10 16-10 0 0,9-23-183 0 0,0 1 0 0 0,-8 36-1 0 0,18-58 153 0 0,0 1-1 0 0,0-1 1 0 0,0 0-1 0 0,0 0 0 0 0,1 0 1 0 0,-1 0-1 0 0,1 0 1 0 0,0 0-1 0 0,0 0 0 0 0,0 0 1 0 0,0 0-1 0 0,1 0 1 0 0,-1-1-1 0 0,1 1 0 0 0,0 0 1 0 0,0-1-1 0 0,4 5 0 0 0,39 35-395 0 0,-45-41 411 0 0,0 0 29 0 0,0 0-1 0 0,0 1 1 0 0,0-1 0 0 0,-1 1-1 0 0,1-1 1 0 0,-1 0-1 0 0,1 1 1 0 0,-1-1 0 0 0,1 0-1 0 0,-1 0 1 0 0,0 0 0 0 0,0 1-1 0 0,1-1 1 0 0,-1 0-1 0 0,0 0 1 0 0,0 0 0 0 0,-1 1-1 0 0,0 0 0 0 0,-12 7 46 0 0,-1-2 0 0 0,0 1 0 0 0,0-2 0 0 0,0 0 0 0 0,-1-1 0 0 0,-28 6 0 0 0,12-8 89 0 0,27-3-100 0 0,0 1 1 0 0,0-1 0 0 0,-1 1 0 0 0,1 0-1 0 0,0 0 1 0 0,-8 3 0 0 0,-11-6 285 0 0,11-4-1921 0 0,16-19-8630 0 0</inkml:trace>
</inkml:ink>
</file>

<file path=ppt/ink/ink19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4:53:44.1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4 576 0 0,'4'-1'85'0'0,"19"-1"13287"0"0,-18 2-13740 0 0</inkml:trace>
</inkml:ink>
</file>

<file path=ppt/ink/ink19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4:53:46.0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317 332 336 0 0,'0'0'3816'0'0,"7"1"1429"0"0,-22 6-4889 0 0,1-1 0 0 0,-1-1 0 0 0,-1-1 0 0 0,1 0 1 0 0,-1-1-1 0 0,1 0 0 0 0,-1-2 0 0 0,0 0 0 0 0,-31-2 0 0 0,41 1-300 0 0,0-1 0 0 0,-1 0 0 0 0,1 0-1 0 0,0 0 1 0 0,1-1 0 0 0,-1 0 0 0 0,0 0 0 0 0,0-1 0 0 0,1 1-1 0 0,0-1 1 0 0,-1 0 0 0 0,1-1 0 0 0,0 1 0 0 0,0-1-1 0 0,1 0 1 0 0,-1-1 0 0 0,1 1 0 0 0,0-1 0 0 0,0 1 0 0 0,1-1-1 0 0,-1 0 1 0 0,1-1 0 0 0,0 1 0 0 0,0-1 0 0 0,1 1-1 0 0,0-1 1 0 0,0 0 0 0 0,0 0 0 0 0,-1-10 0 0 0,0 1-20 0 0,2 0 0 0 0,0 0-1 0 0,0 0 1 0 0,2 0 0 0 0,-1 0 0 0 0,7-27 0 0 0,-6 35-32 0 0,1 0 0 0 0,0 0 0 0 0,0 0 0 0 0,1 0 0 0 0,-1 0 0 0 0,2 1 0 0 0,-1-1-1 0 0,1 1 1 0 0,0 0 0 0 0,0 0 0 0 0,1 0 0 0 0,-1 1 0 0 0,1-1 0 0 0,0 1 0 0 0,11-8 0 0 0,-13 12-9 0 0,-1 0 0 0 0,0 0-1 0 0,1 1 1 0 0,-1-1 0 0 0,0 0 0 0 0,1 1 0 0 0,-1-1 0 0 0,1 1 0 0 0,-1 0 0 0 0,1 0 0 0 0,-1 0 0 0 0,1 0 0 0 0,-1 1 0 0 0,1-1 0 0 0,-1 1 0 0 0,0-1 0 0 0,1 1-1 0 0,-1 0 1 0 0,0 0 0 0 0,1 0 0 0 0,-1 0 0 0 0,0 0 0 0 0,0 0 0 0 0,0 1 0 0 0,0-1 0 0 0,0 1 0 0 0,0-1 0 0 0,0 1 0 0 0,2 3 0 0 0,4 3-2 0 0,0 1 1 0 0,-1 0-1 0 0,0 0 1 0 0,-1 0-1 0 0,7 12 1 0 0,-4-3 10 0 0,-1 0-1 0 0,-1 0 1 0 0,0 1-1 0 0,-1 0 1 0 0,-1 0-1 0 0,-1 1 1 0 0,-1 0 0 0 0,0-1-1 0 0,-2 1 1 0 0,0 0-1 0 0,-1 0 1 0 0,-1 0-1 0 0,-1 0 1 0 0,-1-1 0 0 0,-1 1-1 0 0,0-1 1 0 0,-1 0-1 0 0,-2 0 1 0 0,0 0-1 0 0,0-1 1 0 0,-2 0 0 0 0,0 0-1 0 0,-1-1 1 0 0,-21 27-1 0 0,7-16-488 0 0,-2-1-1 0 0,-28 23 0 0 0</inkml:trace>
</inkml:ink>
</file>

<file path=ppt/ink/ink19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4:53:46.4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234 377 120 0 0,'8'0'318'0'0,"0"1"-1"0"0,0-1 1 0 0,0-1 0 0 0,0 1-1 0 0,0-1 1 0 0,0-1 0 0 0,0 0 0 0 0,0 0-1 0 0,0 0 1 0 0,-1-1 0 0 0,0 0-1 0 0,1-1 1 0 0,-1 1 0 0 0,0-1-1 0 0,0-1 1 0 0,-1 1 0 0 0,0-1-1 0 0,1 0 1 0 0,-2-1 0 0 0,1 0 0 0 0,0 0-1 0 0,-1 0 1 0 0,0 0 0 0 0,7-14-1 0 0,-5 9-146 0 0,-1-1 0 0 0,0 0 0 0 0,0 0 0 0 0,-1 0 0 0 0,-1-1-1 0 0,0 0 1 0 0,-1 0 0 0 0,0 0 0 0 0,-1 0 0 0 0,-1 0 0 0 0,0 0-1 0 0,-1-1 1 0 0,0 1 0 0 0,-2-17 0 0 0,-1 19 284 0 0,1 0 1 0 0,-1 0-1 0 0,-1 0 1 0 0,-10-20 0 0 0,-4 63-300 0 0,12-24-137 0 0,1 1 0 0 0,0 0 0 0 0,1 0 0 0 0,-4 12 0 0 0,-9 47 104 0 0,-14 127 0 0 0,11-53-27 0 0,-11 60 9 0 0,13-75 23 0 0,-44 164-1 0 0,53-261-106 0 0,-1-1 0 0 0,-18 37 0 0 0,24-57 2 0 0,-1-1 0 0 0,0 0 0 0 0,0 0 0 0 0,0-1 0 0 0,-1 1 0 0 0,0-1 0 0 0,0 0 0 0 0,-1-1-1 0 0,0 0 1 0 0,0 0 0 0 0,0 0 0 0 0,-11 5 0 0 0,16-10 5 0 0,1 0-1 0 0,-1 0 0 0 0,1 0 0 0 0,-1 0 0 0 0,0-1 1 0 0,1 1-1 0 0,-1 0 0 0 0,0-1 0 0 0,0 0 0 0 0,1 1 1 0 0,-1-1-1 0 0,0 0 0 0 0,0 0 0 0 0,0 0 0 0 0,1 0 1 0 0,-1 0-1 0 0,0-1 0 0 0,0 1 0 0 0,0-1 0 0 0,1 1 1 0 0,-1-1-1 0 0,0 1 0 0 0,1-1 0 0 0,-1 0 0 0 0,0 0 1 0 0,-2-2-1 0 0,2 1 5 0 0,-1-1 0 0 0,1 0 0 0 0,0 0 1 0 0,0 0-1 0 0,1 0 0 0 0,-1 0 0 0 0,1-1 0 0 0,-1 1 1 0 0,1 0-1 0 0,0-1 0 0 0,0 1 0 0 0,-1-7 0 0 0,0-6 21 0 0,1 1 0 0 0,0-1 0 0 0,1 0 0 0 0,1 0 0 0 0,3-16 0 0 0,0 13-98 0 0,0 0 0 0 0,2 0 0 0 0,0 0 0 0 0,2 0 1 0 0,0 1-1 0 0,1 1 0 0 0,0-1 0 0 0,1 1 0 0 0,2 1 0 0 0,25-30 0 0 0,-21 29-593 0 0,1 0 1 0 0,1 1-1 0 0,27-17 0 0 0,-22 18-1617 0 0,0 1 0 0 0,44-19 0 0 0,-25 16-1051 0 0</inkml:trace>
</inkml:ink>
</file>

<file path=ppt/ink/ink20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4:53:47.3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320 201 180 0 0,'0'-21'3274'0'0,"14"-127"6153"0"0,-14 147-9377 0 0,0-1 1 0 0,0 1 0 0 0,0 0 0 0 0,0 0-1 0 0,0 0 1 0 0,-1-1 0 0 0,1 1 0 0 0,0 0 0 0 0,0 0-1 0 0,-1 0 1 0 0,1 0 0 0 0,-1-1 0 0 0,1 1-1 0 0,-1 0 1 0 0,1 0 0 0 0,-1 0 0 0 0,0 0-1 0 0,0 0 1 0 0,1 0 0 0 0,-1 1 0 0 0,0-1 0 0 0,0 0-1 0 0,0 0 1 0 0,0 0 0 0 0,0 1 0 0 0,0-1-1 0 0,0 1 1 0 0,0-1 0 0 0,0 1 0 0 0,0-1 0 0 0,-1 1-1 0 0,1-1 1 0 0,0 1 0 0 0,0 0 0 0 0,0 0-1 0 0,0 0 1 0 0,-1-1 0 0 0,1 1 0 0 0,0 0 0 0 0,0 1-1 0 0,-1-1 1 0 0,1 0 0 0 0,0 0 0 0 0,0 0-1 0 0,0 1 1 0 0,0-1 0 0 0,-1 1 0 0 0,1-1 0 0 0,-1 1-1 0 0,-9 3-5 0 0,0 0-1 0 0,1 1 1 0 0,-19 10-1 0 0,26-13 24 0 0,-19 11-22 0 0,1 1 1 0 0,0 1-1 0 0,2 1 1 0 0,-1 0 0 0 0,2 2-1 0 0,0 0 1 0 0,-17 24-1 0 0,29-34-39 0 0,0 0 1 0 0,0 0-1 0 0,1 0 0 0 0,0 1 0 0 0,1 0 0 0 0,0 0 0 0 0,0 0 1 0 0,1 0-1 0 0,0 0 0 0 0,1 1 0 0 0,0 0 0 0 0,0-1 0 0 0,1 1 1 0 0,1 0-1 0 0,-1 0 0 0 0,1 0 0 0 0,1 0 0 0 0,0 0 0 0 0,0-1 0 0 0,1 1 1 0 0,5 13-1 0 0,-5-17-31 0 0,1 1 0 0 0,-1-1 0 0 0,2 0 0 0 0,-1 1 0 0 0,1-2 0 0 0,0 1 0 0 0,0 0-1 0 0,0-1 1 0 0,1 0 0 0 0,0 0 0 0 0,0 0 0 0 0,0 0 0 0 0,1-1 0 0 0,-1 0 0 0 0,1 0 0 0 0,0-1 0 0 0,8 4 0 0 0,-4-4-8 0 0,0 1-1 0 0,0-2 1 0 0,0 0-1 0 0,0 0 1 0 0,1-1 0 0 0,-1 0-1 0 0,0 0 1 0 0,1-2-1 0 0,-1 1 1 0 0,16-3-1 0 0,4-4-48 0 0,0 0-1 0 0,-1-2 1 0 0,0-1-1 0 0,0-2 0 0 0,-1 0 1 0 0,48-31-1 0 0,-42 21 118 0 0,-1-1 0 0 0,-1-3 1 0 0,-2 0-1 0 0,0-2 0 0 0,-2-1 0 0 0,42-55 0 0 0,-60 65 1385 0 0,-27 35-1155 0 0,12-10-274 0 0,-1 0 0 0 0,1 1 0 0 0,1 0 0 0 0,-1 0 0 0 0,1 0 1 0 0,0 0-1 0 0,-4 12 0 0 0,5-7-36 0 0,1 0 1 0 0,0 1 0 0 0,1-1-1 0 0,0 1 1 0 0,1-1-1 0 0,2 15 1 0 0,-2-24 14 0 0,1 0-1 0 0,-1-1 1 0 0,1 1 0 0 0,0-1 0 0 0,0 1-1 0 0,0-1 1 0 0,0 0 0 0 0,0 1 0 0 0,1-1 0 0 0,-1 0-1 0 0,1 0 1 0 0,-1 0 0 0 0,1 1 0 0 0,0-2-1 0 0,0 1 1 0 0,0 0 0 0 0,0 0 0 0 0,0-1 0 0 0,0 1-1 0 0,0-1 1 0 0,0 0 0 0 0,1 1 0 0 0,-1-1-1 0 0,1 0 1 0 0,-1 0 0 0 0,1-1 0 0 0,-1 1 0 0 0,1 0-1 0 0,0-1 1 0 0,-1 0 0 0 0,1 0 0 0 0,-1 1-1 0 0,1-2 1 0 0,0 1 0 0 0,4-1 0 0 0,5 0-42 0 0,1 0 1 0 0,0-1 0 0 0,-1-1 0 0 0,0 0-1 0 0,1-1 1 0 0,-1 0 0 0 0,0-1 0 0 0,14-8 0 0 0,6-6-19 0 0,44-34 0 0 0,-18 10 841 0 0,-57 42-608 0 0,0 0-1 0 0,0 1 1 0 0,0-1 0 0 0,0 0 0 0 0,0 0 0 0 0,1 0 0 0 0,-1 1-1 0 0,0-1 1 0 0,1 0 0 0 0,-1 1 0 0 0,1-1 0 0 0,-1 1 0 0 0,1 0-1 0 0,-1 0 1 0 0,3-1 0 0 0,1 18 142 0 0,-2 3-255 0 0,1-2-740 0 0,11 43-1637 0 0,-13-58 1362 0 0,-1 0 0 0 0,0 1 0 0 0,1-1 0 0 0,0 0 0 0 0,0 0 0 0 0,0 0 0 0 0,0 0 0 0 0,3 3 1 0 0,2 1-2394 0 0</inkml:trace>
</inkml:ink>
</file>

<file path=ppt/ink/ink20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4:53:47.7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20 508 0 0,'3'-3'364'0'0,"-1"1"0"0"0,1 0-1 0 0,0 0 1 0 0,0 1 0 0 0,0-1 0 0 0,0 1-1 0 0,0 0 1 0 0,1-1 0 0 0,-1 1 0 0 0,0 0 0 0 0,1 1-1 0 0,-1-1 1 0 0,0 1 0 0 0,1-1 0 0 0,-1 1-1 0 0,1 0 1 0 0,-1 1 0 0 0,6 0 0 0 0,-5 0-171 0 0,-1 0 0 0 0,1 1 1 0 0,-1-1-1 0 0,1 1 0 0 0,-1 0 1 0 0,1 0-1 0 0,-1 1 0 0 0,0-1 0 0 0,0 1 1 0 0,0-1-1 0 0,0 1 0 0 0,-1 0 1 0 0,5 6-1 0 0,-1 0-25 0 0,-1 0 0 0 0,0 0 0 0 0,0 0 1 0 0,-1 1-1 0 0,0-1 0 0 0,-1 1 0 0 0,0 0 1 0 0,-1 0-1 0 0,0 1 0 0 0,0-1 0 0 0,0 12 0 0 0,-3-17 29 0 0,0 0 0 0 0,0-1 0 0 0,0 1 0 0 0,0-1 0 0 0,-1 1 0 0 0,0-1 0 0 0,0 0 0 0 0,0 0 0 0 0,0 1 0 0 0,-6 6 0 0 0,7-10 469 0 0,0-3-700 0 0,0 1-1 0 0,0-1 0 0 0,0 0 1 0 0,0 0-1 0 0,1 0 1 0 0,-1 0-1 0 0,1 0 0 0 0,-1 0 1 0 0,1 0-1 0 0,0 0 0 0 0,-1 0 1 0 0,1 0-1 0 0,0 0 1 0 0,0-1-1 0 0,1 1 0 0 0,-1 0 1 0 0,0 0-1 0 0,1 0 0 0 0,0-3 1 0 0,16-40-2293 0 0,2 2-4185 0 0,-13 31 3450 0 0</inkml:trace>
</inkml:ink>
</file>

<file path=ppt/ink/ink20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4:53:48.0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23 452 0 0,'4'1'364'0'0,"-1"0"0"0"0,0 0 0 0 0,1 0-1 0 0,-1 1 1 0 0,0-1 0 0 0,0 1 0 0 0,0 0 0 0 0,0 0 0 0 0,-1 0-1 0 0,1 0 1 0 0,0 0 0 0 0,-1 1 0 0 0,0-1 0 0 0,1 1-1 0 0,-1 0 1 0 0,3 4 0 0 0,-1 1 51 0 0,-1 0-1 0 0,1 1 1 0 0,-1-1-1 0 0,3 17 0 0 0,-6-19-204 0 0,0 0-1 0 0,0-1 0 0 0,0 1 0 0 0,-1 0 0 0 0,0-1 1 0 0,0 1-1 0 0,-4 9 2500 0 0,7-21-2482 0 0,6-13-127 0 0,1 1 0 0 0,0-1 0 0 0,21-28 1 0 0,-3 15-2437 0 0,3 6-3545 0 0,-23 20 2903 0 0</inkml:trace>
</inkml:ink>
</file>

<file path=ppt/ink/ink20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4:53:48.4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0 190 960 0 0,'2'14'3582'0'0,"3"-6"2042"0"0,87-16-5051 0 0,-28 1-6307 0 0,-44 5 2917 0 0</inkml:trace>
  <inkml:trace contextRef="#ctx0" brushRef="#br0" timeOffset="1">541 75 28 0 0,'-6'-42'8729'0'0,"6"41"-8447"0"0,0-1-1 0 0,-1 0 0 0 0,1 0 0 0 0,-1 0 1 0 0,0 1-1 0 0,1-1 0 0 0,-1 0 1 0 0,0 1-1 0 0,0-1 0 0 0,0 1 0 0 0,0-1 1 0 0,0 1-1 0 0,0-1 0 0 0,-1 1 0 0 0,1 0 1 0 0,0 0-1 0 0,-1-1 0 0 0,1 1 0 0 0,-1 0 1 0 0,-1-1-1 0 0,2 2-197 0 0,0 0 1 0 0,1 0-1 0 0,-1 0 1 0 0,1 0-1 0 0,-1 0 1 0 0,0-1-1 0 0,1 1 1 0 0,-1 1-1 0 0,0-1 1 0 0,1 0-1 0 0,-1 0 1 0 0,1 0-1 0 0,-1 0 0 0 0,0 0 1 0 0,1 1-1 0 0,-1-1 1 0 0,1 0-1 0 0,-1 0 1 0 0,1 1-1 0 0,-1-1 1 0 0,1 0-1 0 0,-1 1 1 0 0,0 0-1 0 0,-11 23 50 0 0,5 45-127 0 0,7-53-73 0 0,-1-1 1 0 0,-1 0-1 0 0,0 0 0 0 0,-7 25 0 0 0,7-37 56 0 0,1 0 0 0 0,0 1 0 0 0,-1-1 0 0 0,1 0 0 0 0,-1 0-1 0 0,0 0 1 0 0,0 0 0 0 0,0 0 0 0 0,-1-1 0 0 0,1 1 0 0 0,-1-1 0 0 0,1 1-1 0 0,-1-1 1 0 0,0 0 0 0 0,0 0 0 0 0,0 0 0 0 0,0 0 0 0 0,0-1-1 0 0,0 1 1 0 0,0-1 0 0 0,-1 0 0 0 0,1 0 0 0 0,0 0 0 0 0,-7 1-1 0 0,-7 0-31 0 0,7 0-503 0 0,1-1 0 0 0,-1 0 1 0 0,1 0-1 0 0,-12-2 0 0 0,13-7-2048 0 0,10-9-5597 0 0</inkml:trace>
</inkml:ink>
</file>

<file path=ppt/ink/ink20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4:53:48.8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151 14 36 0 0,'9'-13'16059'0'0,"-9"55"-15286"0"0,-3-1-1 0 0,-1 1 1 0 0,-14 58-1 0 0,11-59-497 0 0,4-29-389 0 0,1 0 0 0 0,-2 0 0 0 0,0 0-1 0 0,0-1 1 0 0,-2 1 0 0 0,-8 15 0 0 0,10-20-436 0 0,-1-1 0 0 0,1 0 0 0 0,-1 0 0 0 0,0-1 0 0 0,-7 6 0 0 0,9-8-444 0 0,-1 0 0 0 0,0 0 0 0 0,-1-1 0 0 0,1 1 1 0 0,-1-1-1 0 0,1 0 0 0 0,-1 0 0 0 0,-6 2 1 0 0,0-2-2616 0 0</inkml:trace>
</inkml:ink>
</file>

<file path=ppt/ink/ink20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4:53:49.4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1 463 248 0 0,'33'-14'2115'0'0,"1"1"-1"0"0,1 2 1 0 0,50-10 2757 0 0,-87 25-4700 0 0,-29 39 686 0 0,30-41-831 0 0,5-2-366 0 0,12 1 119 0 0,0 0 0 0 0,0-2 0 0 0,0 0 0 0 0,0-1 0 0 0,0 0 0 0 0,0-1 0 0 0,16-6 0 0 0,113-43-1127 0 0,-133 47 1287 0 0,15-5-73 0 0,0-2 0 0 0,-1-1-1 0 0,0-1 1 0 0,-1-1-1 0 0,-1-2 1 0 0,31-26 0 0 0,-44 33 317 0 0,0-1 1 0 0,-1 0 0 0 0,0-1-1 0 0,-1 0 1 0 0,-1 0 0 0 0,0-1-1 0 0,0 0 1 0 0,-1-1 0 0 0,-1 1-1 0 0,0-1 1 0 0,-1-1 0 0 0,-1 1-1 0 0,0-1 1 0 0,2-17 0 0 0,-5 26 220 0 0,0 5-340 0 0,-1 0 1 0 0,0 0-1 0 0,1-1 0 0 0,-1 1 0 0 0,0 0 1 0 0,1-1-1 0 0,-1 1 0 0 0,0 0 1 0 0,0 0-1 0 0,0-1 0 0 0,0 1 0 0 0,0 0 1 0 0,0-1-1 0 0,-1 1 0 0 0,1 0 1 0 0,0-1-1 0 0,-1 1 0 0 0,1 0 0 0 0,-1 0 1 0 0,1 0-1 0 0,-1-1 0 0 0,0 1 0 0 0,1 0 1 0 0,-1 0-1 0 0,0 0 0 0 0,0 0 1 0 0,0 0-1 0 0,0 0 0 0 0,0 0 0 0 0,0 0 1 0 0,-1 0-1 0 0,0 1-35 0 0,-1 1 1 0 0,0 0-1 0 0,1-1 0 0 0,-1 1 1 0 0,1 0-1 0 0,-1 1 1 0 0,1-1-1 0 0,0 0 0 0 0,-1 1 1 0 0,1-1-1 0 0,0 1 0 0 0,-4 3 1 0 0,3-2 22 0 0,-11 9-12 0 0,1 1-1 0 0,0 1 1 0 0,0 0-1 0 0,2 1 1 0 0,0 0 0 0 0,0 0-1 0 0,2 1 1 0 0,0 1-1 0 0,1 0 1 0 0,0 0 0 0 0,1 0-1 0 0,1 1 1 0 0,1 0-1 0 0,1 0 1 0 0,0 1 0 0 0,1-1-1 0 0,2 1 1 0 0,-1 0-1 0 0,2-1 1 0 0,3 33 0 0 0,-2-43-84 0 0,1-1 0 0 0,-1 0 1 0 0,1 0-1 0 0,1-1 0 0 0,-1 1 1 0 0,1 0-1 0 0,4 6 0 0 0,-6-11 22 0 0,0 0 1 0 0,0 1-1 0 0,1-1 0 0 0,-1 0 0 0 0,1 0 1 0 0,-1 0-1 0 0,1 0 0 0 0,0-1 0 0 0,0 1 1 0 0,0 0-1 0 0,0-1 0 0 0,0 1 0 0 0,0-1 1 0 0,0 0-1 0 0,0 0 0 0 0,1 1 0 0 0,-1-2 1 0 0,0 1-1 0 0,1 0 0 0 0,-1 0 0 0 0,5 0 1 0 0,-5-1 15 0 0,46-19 3979 0 0,-33 34-4016 0 0,-4-3-147 0 0,0-2 0 0 0,1 1 0 0 0,14 9 1 0 0,-22-17-928 0 0,0-1 1 0 0,0 0 0 0 0,0 0 0 0 0,1 0-1 0 0,-1 0 1 0 0,0-1 0 0 0,1 0 0 0 0,8 2-1 0 0</inkml:trace>
</inkml:ink>
</file>

<file path=ppt/ink/ink20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4:53:49.7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42 1596 0 0,'0'0'4331'0'0,"43"-16"2234"0"0,16 6-4459 0 0,-26 6-3367 0 0,2-3-5849 0 0,-17 3 3607 0 0</inkml:trace>
</inkml:ink>
</file>

<file path=ppt/ink/ink20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4:53:50.1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705 1 704 0 0,'5'5'413'0'0,"0"1"0"0"0,0 0 1 0 0,0 0-1 0 0,-1 0 0 0 0,0 1 0 0 0,0 0 0 0 0,-1-1 0 0 0,0 1 1 0 0,0 1-1 0 0,0-1 0 0 0,-1 0 0 0 0,0 1 0 0 0,0-1 0 0 0,-1 1 0 0 0,0-1 1 0 0,-1 1-1 0 0,1-1 0 0 0,-2 15 0 0 0,-2-1-145 0 0,0 1 0 0 0,-1-1 0 0 0,-1 0 0 0 0,-1 0 0 0 0,-1-1 0 0 0,-1 0 0 0 0,-1 0 0 0 0,-1 0 0 0 0,0-1 0 0 0,-1-1 0 0 0,-1 0 0 0 0,-1 0 0 0 0,-20 20 0 0 0,-12 10-297 0 0,-3-2 1 0 0,-1-3-1 0 0,-62 43 0 0 0,-28 4-1710 0 0,98-68-795 0 0,-66 26 0 0 0,25-18-494 0 0</inkml:trace>
</inkml:ink>
</file>

<file path=ppt/ink/ink20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4:53:50.4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290 1 428 0 0,'-33'25'791'0'0,"2"1"0"0"0,1 2-1 0 0,0 1 1 0 0,3 1 0 0 0,-38 52 0 0 0,55-66-536 0 0,1 0 1 0 0,0 0-1 0 0,1 1 1 0 0,1 0-1 0 0,0 0 1 0 0,1 1-1 0 0,1 0 1 0 0,1 0-1 0 0,1 0 1 0 0,0 0-1 0 0,1 1 1 0 0,1-1-1 0 0,1 1 1 0 0,4 31-1 0 0,-1-30-93 0 0,1 0 0 0 0,0 0 0 0 0,2 0-1 0 0,1-1 1 0 0,0 0 0 0 0,1 0 0 0 0,1 0-1 0 0,1-1 1 0 0,1-1 0 0 0,13 18 0 0 0,-6-14-16 0 0,0 0 0 0 0,2 0 0 0 0,1-2 0 0 0,0-1-1 0 0,1 0 1 0 0,40 23 0 0 0,-21-18-474 0 0,2-2 0 0 0,0-1-1 0 0,59 18 1 0 0,-37-19-2286 0 0,104 17 1 0 0,-70-24-349 0 0</inkml:trace>
</inkml:ink>
</file>

<file path=ppt/ink/ink20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4:53:53.6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1 495 416 0 0,'0'1'240'0'0,"1"1"0"0"0,-1-1 0 0 0,1 0-1 0 0,0 1 1 0 0,0-1 0 0 0,0 0 0 0 0,-1 0 0 0 0,1 1 0 0 0,1-1-1 0 0,-1 0 1 0 0,0 0 0 0 0,0 0 0 0 0,0 0 0 0 0,0 0 0 0 0,1 0-1 0 0,-1-1 1 0 0,0 1 0 0 0,1 0 0 0 0,-1-1 0 0 0,1 1 0 0 0,-1-1-1 0 0,1 1 1 0 0,-1-1 0 0 0,1 0 0 0 0,2 1 0 0 0,21-8 3559 0 0,-5-3-4759 0 0,14-7 1380 0 0,-1-2 0 0 0,-1-1 0 0 0,0-1-1 0 0,-2-2 1 0 0,39-38 0 0 0,-55 47-325 0 0,0 0-1 0 0,-2-1 0 0 0,1-1 1 0 0,-2 0-1 0 0,0-1 0 0 0,-1 0 1 0 0,-1-1-1 0 0,-1 0 0 0 0,0 0 1 0 0,-1-1-1 0 0,-1 0 0 0 0,4-22 1 0 0,-8-42 612 0 0,-2 81-638 0 0,0 1-60 0 0,0 0 1 0 0,0 1 0 0 0,-1-1 0 0 0,1 0 0 0 0,0 0 0 0 0,-1 1 0 0 0,1-1 0 0 0,0 0-1 0 0,-1 0 1 0 0,1 1 0 0 0,-1-1 0 0 0,1 0 0 0 0,-1 1 0 0 0,1-1 0 0 0,-1 1-1 0 0,1-1 1 0 0,-1 0 0 0 0,-1 0 0 0 0,-2 3-6 0 0,-1 0 0 0 0,0-1 0 0 0,1 2 0 0 0,-1-1 0 0 0,1 1 0 0 0,-1-1 0 0 0,1 1 0 0 0,0 0 0 0 0,0 1 0 0 0,1-1 0 0 0,-1 1 0 0 0,1-1 0 0 0,0 1 0 0 0,0 0 0 0 0,0 1 0 0 0,0-1 0 0 0,-2 5 0 0 0,-1 1-6 0 0,1-1 0 0 0,0 2 0 0 0,0-1 0 0 0,1 1 0 0 0,0-1 0 0 0,1 1 0 0 0,-2 12 0 0 0,3-10-18 0 0,2 1 1 0 0,0-1-1 0 0,0 1 0 0 0,1 0 0 0 0,1-1 1 0 0,0 1-1 0 0,1-1 0 0 0,0 0 1 0 0,1 0-1 0 0,1 0 0 0 0,0 0 0 0 0,0-1 1 0 0,2 0-1 0 0,-1 0 0 0 0,17 21 1 0 0,-16-24-27 0 0,0-1 0 0 0,1 1 0 0 0,1-1-1 0 0,-1-1 1 0 0,1 1 0 0 0,1-1 0 0 0,-1-1 0 0 0,1 0 0 0 0,0 0 0 0 0,0-1 0 0 0,1-1 0 0 0,0 1 0 0 0,0-2 0 0 0,0 1 0 0 0,0-2 0 0 0,0 1 0 0 0,1-2 0 0 0,-1 1 0 0 0,12-1 0 0 0,-6-2 5 0 0,-1 0 0 0 0,0-1 1 0 0,0-1-1 0 0,0 0 0 0 0,0-1 0 0 0,-1-1 0 0 0,1 0 1 0 0,-1-1-1 0 0,0-1 0 0 0,-1 0 0 0 0,17-12 1 0 0,-21 13 24 0 0,0-2 1 0 0,0 1 0 0 0,-1-1-1 0 0,0 0 1 0 0,-1-1 0 0 0,0 0-1 0 0,0-1 1 0 0,-1 1 0 0 0,0-1 0 0 0,-1-1-1 0 0,0 1 1 0 0,-1-1 0 0 0,0 0-1 0 0,0 0 1 0 0,4-21 0 0 0,-7 24 32 0 0,-1-1 0 0 0,-1 1 0 0 0,1-1 0 0 0,-3-16 1 0 0,2 22-1 0 0,0-1 1 0 0,-1 0 0 0 0,0 1 0 0 0,1-1 0 0 0,-1 1 0 0 0,-1-1 0 0 0,1 1 0 0 0,0 0-1 0 0,-1-1 1 0 0,0 1 0 0 0,1 0 0 0 0,-1 0 0 0 0,-5-5 0 0 0,6 7-18 0 0,1 0 0 0 0,-1 1 0 0 0,0-1 0 0 0,0 0 0 0 0,0 1 0 0 0,0-1 0 0 0,0 1 0 0 0,0-1 0 0 0,0 1 0 0 0,0-1 0 0 0,0 1 0 0 0,0 0 0 0 0,0-1 0 0 0,0 1 0 0 0,0 0 0 0 0,0 0 0 0 0,0 0 0 0 0,0 0 0 0 0,0 0 0 0 0,0 0 0 0 0,0 0 0 0 0,0 0 0 0 0,0 0 0 0 0,0 1 0 0 0,0-1 0 0 0,-1 0 0 0 0,1 1 1 0 0,1-1-1 0 0,-1 1 0 0 0,0-1 0 0 0,0 1 0 0 0,0-1 0 0 0,0 1 0 0 0,0-1 0 0 0,0 1 0 0 0,1 0 0 0 0,-1 0 0 0 0,0 0 0 0 0,0-1 0 0 0,1 1 0 0 0,-1 0 0 0 0,1 0 0 0 0,-1 0 0 0 0,1 0 0 0 0,-1 0 0 0 0,1 0 0 0 0,-1 0 0 0 0,1 0 0 0 0,0 0 0 0 0,0 0 0 0 0,-1 2 0 0 0,0 1-5 0 0,-1 1 0 0 0,1 0 0 0 0,0 1 0 0 0,0-1 0 0 0,0 0 0 0 0,0 0 0 0 0,1 0 0 0 0,0 0 0 0 0,1 8 0 0 0,1-6-18 0 0,0-1 0 0 0,1 1 0 0 0,-1 0 0 0 0,1-1 0 0 0,1 1 0 0 0,-1-1-1 0 0,1 0 1 0 0,0 0 0 0 0,1 0 0 0 0,-1-1 0 0 0,1 1 0 0 0,0-1 0 0 0,1-1 0 0 0,-1 1 0 0 0,1-1 0 0 0,0 1-1 0 0,0-2 1 0 0,0 1 0 0 0,0-1 0 0 0,1 0 0 0 0,0 0 0 0 0,-1 0 0 0 0,9 1 0 0 0,-5-2-14 0 0,0 0 0 0 0,0 0 0 0 0,0-1 1 0 0,0-1-1 0 0,0 1 0 0 0,0-2 0 0 0,0 1 1 0 0,0-1-1 0 0,0-1 0 0 0,0 0 0 0 0,0 0 0 0 0,0-1 1 0 0,-1 0-1 0 0,1-1 0 0 0,17-9 0 0 0,-15 5 6 0 0,0-1-1 0 0,0 0 0 0 0,0 0 1 0 0,-2-1-1 0 0,1-1 0 0 0,-1 1 0 0 0,-1-2 1 0 0,15-21-1 0 0,-7 5 259 0 0,-2-1 1 0 0,21-57-1 0 0,-33 52 1361 0 0,-86 361-1240 0 0,20-94-265 0 0,62-226-81 0 0,-73 336 124 0 0,32-108 38 0 0,42-234-140 0 0,0 0 1 0 0,0 0-1 0 0,0 0 1 0 0,0 0-1 0 0,0 0 0 0 0,0 0 1 0 0,0 0-1 0 0,-1 0 1 0 0,1 0-1 0 0,0 0 1 0 0,-1 0-1 0 0,1 0 0 0 0,-1 0 1 0 0,1 0-1 0 0,-1 0 1 0 0,1 0-1 0 0,-1 0 1 0 0,0 0-1 0 0,1 0 0 0 0,-1-1 1 0 0,-1 2-1 0 0,-4-26 157 0 0,2-5-198 0 0,3 0 1 0 0,0 0-1 0 0,2 1 1 0 0,7-50-1 0 0,-4 37-61 0 0,9-71-299 0 0,33-129 1 0 0,-31 181 206 0 0,3 0 1 0 0,3 2 0 0 0,50-102 0 0 0,-58 139 120 0 0,0 0 1 0 0,1 0 0 0 0,1 2 0 0 0,0 0 0 0 0,32-30 0 0 0,-40 42 29 0 0,1 1 0 0 0,0-1 1 0 0,0 1-1 0 0,0 1 0 0 0,1 0 1 0 0,-1 0-1 0 0,1 0 0 0 0,0 1 0 0 0,1 1 1 0 0,-1-1-1 0 0,1 2 0 0 0,-1-1 1 0 0,1 1-1 0 0,0 1 0 0 0,0-1 1 0 0,19 2-1 0 0,-25 0 12 0 0,-1 0 0 0 0,0 0 0 0 0,0 1 0 0 0,0 0 0 0 0,0-1 0 0 0,1 1 0 0 0,-1 0 0 0 0,0 1 0 0 0,0-1 0 0 0,0 0 0 0 0,-1 1 0 0 0,1 0 0 0 0,0-1 0 0 0,-1 1 0 0 0,1 0 0 0 0,-1 1 0 0 0,1-1 0 0 0,-1 0 0 0 0,0 1 0 0 0,4 4 0 0 0,-5-3 3 0 0,1 0 1 0 0,-1 0-1 0 0,1 1 0 0 0,-1-1 0 0 0,0 0 0 0 0,-1 0 1 0 0,1 1-1 0 0,-1-1 0 0 0,0 0 0 0 0,0 1 1 0 0,0-1-1 0 0,-1 0 0 0 0,-1 8 0 0 0,0-1 10 0 0,-1 0 0 0 0,-1-1 0 0 0,0 0 0 0 0,0 1 0 0 0,-1-2 0 0 0,0 1 0 0 0,-1 0 0 0 0,0-1-1 0 0,0 0 1 0 0,-1-1 0 0 0,-12 13 0 0 0,1-6 56 0 0,-1-1-1 0 0,-1-1 1 0 0,-36 19 0 0 0,47-27-30 0 0,-1-1 1 0 0,1 0 0 0 0,-1-1-1 0 0,0 0 1 0 0,0 0 0 0 0,0-1 0 0 0,0-1-1 0 0,0 1 1 0 0,0-2 0 0 0,-21 0-1 0 0,28 0-143 0 0,0-1 0 0 0,-1 1-1 0 0,1-1 1 0 0,0 0 0 0 0,0 0 0 0 0,0 0-1 0 0,0 0 1 0 0,0 0 0 0 0,0-1 0 0 0,0 1-1 0 0,0-1 1 0 0,0 0 0 0 0,1 0 0 0 0,-1 0-1 0 0,1 0 1 0 0,-1-1 0 0 0,-2-2 0 0 0,4 3-332 0 0,0 0-1 0 0,0 0 1 0 0,0-1 0 0 0,0 1 0 0 0,0 0-1 0 0,0-1 1 0 0,1 1 0 0 0,-1-1 0 0 0,1 1 0 0 0,0-1-1 0 0,-1 1 1 0 0,1-1 0 0 0,1-3 0 0 0</inkml:trace>
</inkml:ink>
</file>

<file path=ppt/ink/ink20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4:53:53.9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28 864 0 0,'7'6'381'0'0,"-1"1"1"0"0,-1-1-1 0 0,1 1 1 0 0,-1 0-1 0 0,0 1 0 0 0,-1-1 1 0 0,0 1-1 0 0,0 0 0 0 0,0 0 1 0 0,-1 0-1 0 0,0 0 0 0 0,-1 0 1 0 0,0 1-1 0 0,0-1 1 0 0,-1 1-1 0 0,0 0 0 0 0,-1-1 1 0 0,1 1-1 0 0,-3 13 0 0 0,2-19-212 0 0,-1-1-1 0 0,0 1 0 0 0,0 0 1 0 0,0-1-1 0 0,-1 1 0 0 0,1 0 0 0 0,-1-1 1 0 0,1 1-1 0 0,-1-1 0 0 0,0 0 0 0 0,0 0 1 0 0,0 0-1 0 0,0 0 0 0 0,0 0 1 0 0,0 0-1 0 0,0 0 0 0 0,-5 2 0 0 0,6-3 722 0 0,0-26-406 0 0,1 22-457 0 0,-1 0-1 0 0,1 0 0 0 0,0 0 1 0 0,0 0-1 0 0,0 0 1 0 0,1 0-1 0 0,-1 0 0 0 0,1 0 1 0 0,0 0-1 0 0,-1 0 0 0 0,1 0 1 0 0,3-5-1 0 0,4-7-185 0 0,1 0 1 0 0,1 0-1 0 0,0 0 0 0 0,1 2 0 0 0,22-24 0 0 0,-20 25-1655 0 0,0 1-1 0 0,0 1 0 0 0,22-13 1 0 0,-21 16-1016 0 0</inkml:trace>
</inkml:ink>
</file>

<file path=ppt/ink/ink20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4:53:55.2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1 459 144 0 0,'0'0'3134'0'0,"5"-3"-2436"0"0,22-14 817 0 0,0-1-1 0 0,-2-1 1 0 0,41-39-1 0 0,-65 57-1427 0 0,0 0 0 0 0,0 0 0 0 0,0 0 0 0 0,0 0-1 0 0,0-1 1 0 0,0 1 0 0 0,-1 0 0 0 0,1 0 0 0 0,-1-1 0 0 0,1 1-1 0 0,-1 0 1 0 0,1-1 0 0 0,-1 1 0 0 0,0-1 0 0 0,1 1 0 0 0,-1 0-1 0 0,0-1 1 0 0,0 1 0 0 0,0-1 0 0 0,0 1 0 0 0,-1-1-1 0 0,1 1 1 0 0,0 0 0 0 0,0-1 0 0 0,-2-2 0 0 0,0-7 441 0 0,-21 24-276 0 0,14-7-179 0 0,0 0 0 0 0,0 1 0 0 0,0-1 0 0 0,1 2 0 0 0,-13 14 0 0 0,17-18-63 0 0,1 1 1 0 0,0-1-1 0 0,0 0 1 0 0,0 1-1 0 0,1 0 0 0 0,0-1 1 0 0,-1 1-1 0 0,2 0 0 0 0,-1 0 1 0 0,0 0-1 0 0,1 1 1 0 0,0-1-1 0 0,0 8 0 0 0,1-12-12 0 0,0 1-1 0 0,1-1 1 0 0,-1 0-1 0 0,1 0 1 0 0,-1 0-1 0 0,1 0 1 0 0,-1 0 0 0 0,1 0-1 0 0,0 0 1 0 0,-1 0-1 0 0,1 0 1 0 0,0 0-1 0 0,0 0 1 0 0,0 0-1 0 0,0 0 1 0 0,0-1-1 0 0,0 1 1 0 0,0 0-1 0 0,0-1 1 0 0,0 1 0 0 0,0 0-1 0 0,0-1 1 0 0,0 0-1 0 0,0 1 1 0 0,0-1-1 0 0,1 0 1 0 0,-1 1-1 0 0,0-1 1 0 0,0 0-1 0 0,0 0 1 0 0,1 0-1 0 0,-1 0 1 0 0,0 0 0 0 0,0 0-1 0 0,0 0 1 0 0,1-1-1 0 0,-1 1 1 0 0,2-1-1 0 0,58-12-184 0 0,-52 11 122 0 0,44-12-152 0 0,-22 5 77 0 0,1 1-1 0 0,1 1 1 0 0,-1 2 0 0 0,44-2-1 0 0,-76 7 139 0 0,58 4-266 0 0,-55-4 245 0 0,0 1-1 0 0,0-1 1 0 0,0 1-1 0 0,1 0 1 0 0,-1 0-1 0 0,-1 1 1 0 0,1-1-1 0 0,0 0 0 0 0,0 1 1 0 0,0 0-1 0 0,-1 0 1 0 0,1 0-1 0 0,-1 0 1 0 0,4 4-1 0 0,-5-4 16 0 0,0-1-1 0 0,0 1 1 0 0,-1 0 0 0 0,1-1-1 0 0,-1 1 1 0 0,1 0 0 0 0,-1-1-1 0 0,0 1 1 0 0,0 0 0 0 0,1 0-1 0 0,-1 0 1 0 0,-1-1-1 0 0,1 1 1 0 0,0 0 0 0 0,0 0-1 0 0,-1-1 1 0 0,1 1 0 0 0,-1 0-1 0 0,1-1 1 0 0,-1 1 0 0 0,0 0-1 0 0,1-1 1 0 0,-1 1 0 0 0,0-1-1 0 0,-2 4 1 0 0,-31 35-60 0 0,33-38 63 0 0,-8 8-24 0 0,0-1 0 0 0,0-1 0 0 0,-1 0 0 0 0,0 0 0 0 0,0-1 0 0 0,-1 0-1 0 0,-22 11 1 0 0,91-32-277 0 0,9-1 89 0 0,-1-3 1 0 0,0-3-1 0 0,98-44 1 0 0,-159 62 209 0 0,7-3 37 0 0,0-1 1 0 0,0 0-1 0 0,-1 0 0 0 0,0-1 1 0 0,10-10-1 0 0,-21 17-15 0 0,1 1 0 0 0,-1-1 1 0 0,1 1-1 0 0,-1-1 0 0 0,1 0 0 0 0,-1 1 0 0 0,0-1 1 0 0,1 1-1 0 0,-1-1 0 0 0,0 0 0 0 0,1 1 1 0 0,-1-1-1 0 0,0 0 0 0 0,0 0 0 0 0,0 1 0 0 0,0-1 1 0 0,0 0-1 0 0,0 1 0 0 0,0-1 0 0 0,0 0 1 0 0,0 0-1 0 0,0 1 0 0 0,0-1 0 0 0,0 0 0 0 0,0 1 1 0 0,-1-1-1 0 0,1 0 0 0 0,0 1 0 0 0,-1-1 1 0 0,1 0-1 0 0,0 1 0 0 0,-1-1 0 0 0,1 0 0 0 0,0 1 1 0 0,-1-1-1 0 0,1 1 0 0 0,-1-1 0 0 0,0 1 0 0 0,1-1 1 0 0,-1 1-1 0 0,1 0 0 0 0,-1-1 0 0 0,0 1 1 0 0,1-1-1 0 0,-1 1 0 0 0,-1-1 0 0 0,0 0-6 0 0,0 0 0 0 0,0 1 0 0 0,0-1-1 0 0,0 0 1 0 0,0 1 0 0 0,0-1 0 0 0,0 1 0 0 0,0-1 0 0 0,0 1-1 0 0,-1 0 1 0 0,1 0 0 0 0,0 0 0 0 0,0 0 0 0 0,-4 1-1 0 0,-1 2 1 0 0,1 0 0 0 0,0 0 0 0 0,0 0 0 0 0,0 0 0 0 0,1 1 0 0 0,-1 0-1 0 0,1 0 1 0 0,0 1 0 0 0,-8 8 0 0 0,11-11-12 0 0,1 0-1 0 0,0 0 1 0 0,-1 0 0 0 0,1 1-1 0 0,0-1 1 0 0,0 0-1 0 0,0 0 1 0 0,0 1 0 0 0,1-1-1 0 0,-1 0 1 0 0,1 1 0 0 0,-1-1-1 0 0,1 1 1 0 0,0-1-1 0 0,0 1 1 0 0,0-1 0 0 0,0 1-1 0 0,0-1 1 0 0,1 1 0 0 0,-1-1-1 0 0,1 0 1 0 0,0 1-1 0 0,-1-1 1 0 0,1 0 0 0 0,0 1-1 0 0,0-1 1 0 0,1 0 0 0 0,-1 0-1 0 0,0 0 1 0 0,1 0-1 0 0,1 2 1 0 0,1 0-32 0 0,-1 0 0 0 0,1 0 0 0 0,-1 0 0 0 0,1-1 0 0 0,0 0 0 0 0,0 0 0 0 0,1 0 0 0 0,-1 0 0 0 0,0-1 0 0 0,1 1 0 0 0,0-1-1 0 0,0 0 1 0 0,0-1 0 0 0,-1 1 0 0 0,8 0 0 0 0,-2-1-65 0 0,-1 0-1 0 0,1 0 0 0 0,0-1 0 0 0,0-1 0 0 0,0 0 1 0 0,0 0-1 0 0,14-4 0 0 0,5-4-153 0 0,0-1 0 0 0,-1-2-1 0 0,0 0 1 0 0,32-21 0 0 0,-12 7 1045 0 0,-46 25-583 0 0,14 9 1021 0 0,-15-6-1190 0 0,-13 33 165 0 0,12-27-176 0 0,0-7-34 0 0,0-1 0 0 0,0 1 0 0 0,0-1 0 0 0,0 1 0 0 0,0-1-1 0 0,0 1 1 0 0,0 0 0 0 0,0-1 0 0 0,0 1 0 0 0,0-1 0 0 0,0 1 0 0 0,1-1 0 0 0,-1 1 0 0 0,0-1 0 0 0,1 1 0 0 0,-1-1 0 0 0,0 1 0 0 0,1-1 0 0 0,-1 1 0 0 0,0-1 0 0 0,1 0 0 0 0,-1 1 0 0 0,1-1 0 0 0,-1 0 0 0 0,1 1 0 0 0,-1-1 0 0 0,1 0 0 0 0,0 1 0 0 0,23 3-189 0 0,41-12-193 0 0,-33 3 184 0 0,-8 4 101 0 0,-1-1 0 0 0,0-1 0 0 0,1-1 0 0 0,-1-1 0 0 0,-1-1 1 0 0,1-1-1 0 0,32-15 0 0 0,-44 17 99 0 0,-1-1-1 0 0,0-1 1 0 0,0 1-1 0 0,-1-2 1 0 0,0 1-1 0 0,0-1 1 0 0,-1 0-1 0 0,0-1 1 0 0,0 0-1 0 0,-1-1 1 0 0,0 1-1 0 0,-1-1 1 0 0,0 0-1 0 0,0-1 1 0 0,-1 0-1 0 0,6-19 1 0 0,-6 15 55 0 0,-1 0 1 0 0,0 0-1 0 0,-2-1 0 0 0,1 1 1 0 0,-2-1-1 0 0,0 0 1 0 0,-2-16-1 0 0,1 26-5 0 0,-1 0 0 0 0,0-1 1 0 0,0 1-1 0 0,-1 0 0 0 0,0 0 0 0 0,0 0 0 0 0,0 0 0 0 0,0 0 1 0 0,-1 1-1 0 0,0-1 0 0 0,-1 1 0 0 0,1 0 0 0 0,-1 0 0 0 0,0 0 1 0 0,0 0-1 0 0,0 0 0 0 0,-1 1 0 0 0,0 0 0 0 0,0 0 0 0 0,-5-3 1 0 0,8 5-39 0 0,1 1 0 0 0,0 1 0 0 0,-1-1 0 0 0,1 0 0 0 0,-1 0 0 0 0,0 0 0 0 0,1 1 0 0 0,-1-1 0 0 0,0 1 0 0 0,1-1 0 0 0,-1 1 0 0 0,0 0 0 0 0,1 0 0 0 0,-1 0 0 0 0,0 0 1 0 0,0 0-1 0 0,1 0 0 0 0,-1 0 0 0 0,0 0 0 0 0,1 1 0 0 0,-1-1 0 0 0,0 0 0 0 0,1 1 0 0 0,-1 0 0 0 0,0-1 0 0 0,1 1 0 0 0,-1 0 0 0 0,1 0 0 0 0,-1 0 0 0 0,1 0 0 0 0,0 0 0 0 0,-1 0 1 0 0,1 0-1 0 0,0 1 0 0 0,0-1 0 0 0,0 0 0 0 0,0 1 0 0 0,0-1 0 0 0,0 1 0 0 0,0-1 0 0 0,-1 4 0 0 0,0 0 5 0 0,0 0 1 0 0,0 0-1 0 0,0 1 0 0 0,1-1 1 0 0,0 1-1 0 0,0 0 1 0 0,0-1-1 0 0,1 1 0 0 0,0-1 1 0 0,0 1-1 0 0,0 0 0 0 0,1 5 1 0 0,5 15 65 0 0,2 0 1 0 0,0-1-1 0 0,1 0 0 0 0,25 46 1 0 0,-5-23 74 0 0,46 60-1 0 0,20 22 171 0 0,-94-129-189 0 0,-29 17 122 0 0,17-17-106 0 0,0 0 0 0 0,0-1 0 0 0,0 0 0 0 0,0 0 0 0 0,-22-5 0 0 0,-12-11-1358 0 0,41 14 539 0 0,1 0 1 0 0,0 0-1 0 0,0 0 1 0 0,0 0-1 0 0,0-1 1 0 0,0 0-1 0 0,0 1 1 0 0,1-1-1 0 0,-4-4 1 0 0,2-4-2375 0 0</inkml:trace>
</inkml:ink>
</file>

<file path=ppt/ink/ink20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4:53:55.6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72 132 0 0,'25'-4'2305'0'0,"0"-1"0"0"0,-1-2 0 0 0,39-15 0 0 0,14-3 119 0 0,-66 20-2411 0 0,-3 2-1597 0 0</inkml:trace>
</inkml:ink>
</file>

<file path=ppt/ink/ink20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4:53:57.2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276 85 636 0 0,'0'-6'756'0'0,"0"0"1"0"0,-1 0-1 0 0,0 0 1 0 0,0 0-1 0 0,0 1 1 0 0,-1-1-1 0 0,1 0 0 0 0,-1 1 1 0 0,-5-8-1 0 0,6 11-643 0 0,0 0-1 0 0,-1 1 1 0 0,1-1-1 0 0,-1 1 1 0 0,0-1-1 0 0,0 1 0 0 0,1 0 1 0 0,-1 0-1 0 0,0 0 1 0 0,0 0-1 0 0,0 0 1 0 0,0 0-1 0 0,0 0 0 0 0,0 1 1 0 0,0-1-1 0 0,-1 1 1 0 0,1-1-1 0 0,0 1 1 0 0,0 0-1 0 0,0 0 1 0 0,0 0-1 0 0,-1 0 0 0 0,1 0 1 0 0,0 1-1 0 0,0-1 1 0 0,0 1-1 0 0,0-1 1 0 0,-3 2-1 0 0,-22 5 488 0 0,-48 20 0 0 0,66-23-495 0 0,0 0 0 0 0,1 0 0 0 0,-1 1 1 0 0,1 0-1 0 0,0 1 0 0 0,0 0 0 0 0,1 0 0 0 0,-14 14 0 0 0,20-19-110 0 0,0 0 0 0 0,0-1-1 0 0,0 1 1 0 0,1 0 0 0 0,-1 0-1 0 0,0 0 1 0 0,0 0 0 0 0,0 0-1 0 0,1 0 1 0 0,-1 0 0 0 0,1 1 0 0 0,-1-1-1 0 0,1 0 1 0 0,-1 0 0 0 0,1 0-1 0 0,0 1 1 0 0,0-1 0 0 0,-1 0-1 0 0,1 0 1 0 0,0 1 0 0 0,0-1 0 0 0,0 0-1 0 0,0 0 1 0 0,0 1 0 0 0,1-1-1 0 0,-1 0 1 0 0,0 0 0 0 0,1 1-1 0 0,-1-1 1 0 0,0 0 0 0 0,1 0-1 0 0,0 0 1 0 0,-1 0 0 0 0,1 0 0 0 0,0 1-1 0 0,-1-1 1 0 0,1 0 0 0 0,0-1-1 0 0,1 3 1 0 0,2-2-13 0 0,-1 1-1 0 0,0-1 1 0 0,0 0-1 0 0,1 0 1 0 0,-1 0-1 0 0,1 0 1 0 0,-1-1 0 0 0,1 1-1 0 0,-1-1 1 0 0,1 0-1 0 0,-1 0 1 0 0,1 0-1 0 0,-1 0 1 0 0,5-2 0 0 0,3 0 1 0 0,-1 0 0 0 0,1 0 0 0 0,-1 1 0 0 0,1 0 0 0 0,-1 1 0 0 0,1 1 0 0 0,0-1 0 0 0,-1 2 0 0 0,1-1 0 0 0,-1 2 0 0 0,0-1 0 0 0,15 6 1 0 0,154 57-4152 0 0,-137-52 329 0 0,-13-2 1087 0 0</inkml:trace>
</inkml:ink>
</file>

<file path=ppt/ink/ink20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4:53:57.9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0 261 784 0 0,'0'0'4421'0'0,"2"-5"-3521"0"0,2-3-639 0 0,0 0 0 0 0,0 0 0 0 0,1 0 0 0 0,0 0 0 0 0,1 1-1 0 0,-1 0 1 0 0,2 0 0 0 0,-1 1 0 0 0,1 0 0 0 0,0 0 0 0 0,0 0 0 0 0,0 1 0 0 0,1 0-1 0 0,11-6 1 0 0,20-10 420 0 0,68-25 0 0 0,-45 22-136 0 0,66-17 0 0 0,-108 36-428 0 0,1 1 1 0 0,-1 0 0 0 0,1 2-1 0 0,0 0 1 0 0,0 1 0 0 0,0 2 0 0 0,33 3-1 0 0,-50-3-101 0 0,-1 0 0 0 0,1 0 0 0 0,0 0 0 0 0,-1 0 0 0 0,1 0-1 0 0,-1 1 1 0 0,1-1 0 0 0,-1 1 0 0 0,1 0 0 0 0,-1 0 0 0 0,0 1 0 0 0,0-1 0 0 0,0 1 0 0 0,-1-1-1 0 0,1 1 1 0 0,0 0 0 0 0,-1 0 0 0 0,0 0 0 0 0,0 0 0 0 0,0 0 0 0 0,0 1 0 0 0,0-1-1 0 0,-1 1 1 0 0,1-1 0 0 0,-1 1 0 0 0,0 0 0 0 0,0-1 0 0 0,0 1 0 0 0,-1 0 0 0 0,1 0-1 0 0,-1-1 1 0 0,0 1 0 0 0,0 0 0 0 0,0 0 0 0 0,-1 0 0 0 0,1 0 0 0 0,-2 4 0 0 0,0 4 7 0 0,-1-1 0 0 0,0 0 1 0 0,-1 0-1 0 0,0 0 0 0 0,0 0 1 0 0,-1 0-1 0 0,-1-1 0 0 0,1 0 1 0 0,-2 0-1 0 0,0 0 0 0 0,-9 10 1 0 0,-1-5 275 0 0,0 0 1 0 0,-37 23 0 0 0,52-37-276 0 0,21-18-279 0 0,-16 13 229 0 0,31-23-226 0 0,2 2-1 0 0,1 1 0 0 0,61-29 0 0 0,6-4-108 0 0,28-17 226 0 0,-130 73 293 0 0,-2 1-147 0 0,1 1 0 0 0,-1-1 0 0 0,0 0 0 0 0,0 1 0 0 0,0-1 0 0 0,1 1 0 0 0,-1-1 0 0 0,0 1 0 0 0,0-1 0 0 0,0 1 0 0 0,0-1 0 0 0,0 0 0 0 0,0 1 0 0 0,0-1 0 0 0,0 1 0 0 0,0-1 0 0 0,0 1 0 0 0,0-1 0 0 0,0 1 1 0 0,0-1-1 0 0,0 1 0 0 0,0-1 0 0 0,0 1 0 0 0,0-1 0 0 0,-1 0 0 0 0,1 1 0 0 0,0-1 0 0 0,0 1 0 0 0,-1-1 0 0 0,1 1 0 0 0,0-1 0 0 0,-1 0 0 0 0,1 1 0 0 0,-17 32 19 0 0,-2 8-5 0 0,18-36-45 0 0,0 0 0 0 0,0 0 0 0 0,0 1-1 0 0,1-1 1 0 0,0 0 0 0 0,0 1 0 0 0,0-1 0 0 0,1 0 0 0 0,0 0 0 0 0,0 0-1 0 0,0 1 1 0 0,3 7 0 0 0,-3-11 7 0 0,0-1 0 0 0,0 1 0 0 0,1 0 0 0 0,-1-1 0 0 0,1 1 0 0 0,-1 0 0 0 0,1-1 0 0 0,-1 0 0 0 0,1 1 0 0 0,0-1 0 0 0,-1 0 0 0 0,1 0-1 0 0,0 0 1 0 0,0 0 0 0 0,0 0 0 0 0,0 0 0 0 0,0-1 0 0 0,0 1 0 0 0,0-1 0 0 0,0 1 0 0 0,1-1 0 0 0,-1 0 0 0 0,0 0 0 0 0,0 0 0 0 0,0 0 0 0 0,0 0 0 0 0,0 0 0 0 0,0-1 0 0 0,1 1 0 0 0,-1-1 0 0 0,2 0 0 0 0,12-4 141 0 0,1-1 1 0 0,-1 0-1 0 0,-1-2 1 0 0,1 1-1 0 0,-1-2 0 0 0,24-18 1 0 0,-38 26 89 0 0,0 1-198 0 0,-1-1 0 0 0,0 1 0 0 0,0 0 0 0 0,0-1 0 0 0,1 1 0 0 0,-1 0 1 0 0,0-1-1 0 0,0 1 0 0 0,1 0 0 0 0,-1 0 0 0 0,0-1 0 0 0,1 1 0 0 0,-1 0 0 0 0,0 0 0 0 0,1-1 0 0 0,-1 1 0 0 0,0 0 0 0 0,1 0 0 0 0,-1 0 1 0 0,0 0-1 0 0,1-1 0 0 0,-1 1 0 0 0,1 0 0 0 0,-1 0 0 0 0,0 0 0 0 0,1 0 0 0 0,-1 0 0 0 0,1 0 0 0 0,-1 0 0 0 0,0 0 0 0 0,1 0 0 0 0,-1 0 1 0 0,1 1-1 0 0,-1-1 0 0 0,0 0 0 0 0,1 0 0 0 0,0 0 0 0 0,16 10 334 0 0,-13-3-722 0 0,22 33-1529 0 0,-6-18-5399 0 0,-11-16 3912 0 0</inkml:trace>
</inkml:ink>
</file>

<file path=ppt/ink/ink20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4:53:58.2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137 18 1012 0 0,'-4'-3'401'0'0,"0"1"0"0"0,0 0 0 0 0,0 0 0 0 0,0 0 0 0 0,-1 1 0 0 0,1 0 0 0 0,-1-1 0 0 0,1 1 0 0 0,-1 1 0 0 0,1-1 0 0 0,-1 1 1 0 0,1 0-1 0 0,-1 0 0 0 0,1 0 0 0 0,-1 0 0 0 0,0 1 0 0 0,1 0 0 0 0,-1 0 0 0 0,1 0 0 0 0,0 1 0 0 0,-1-1 0 0 0,1 1 0 0 0,-4 2 0 0 0,6-3-346 0 0,0 1 0 0 0,0-1 0 0 0,0 1 0 0 0,0-1 0 0 0,1 1 1 0 0,-1 0-1 0 0,0 0 0 0 0,1 0 0 0 0,-1 0 0 0 0,1 0 0 0 0,0 0 0 0 0,0 0 0 0 0,0 0 0 0 0,0 0 0 0 0,0 1 1 0 0,0-1-1 0 0,1 0 0 0 0,-1 1 0 0 0,1-1 0 0 0,-1 0 0 0 0,1 1 0 0 0,0-1 0 0 0,0 1 0 0 0,0-1 0 0 0,0 1 0 0 0,0-1 1 0 0,1 0-1 0 0,-1 1 0 0 0,1-1 0 0 0,0 0 0 0 0,0 1 0 0 0,-1-1 0 0 0,1 0 0 0 0,2 3 0 0 0,-1-1-343 0 0,1 1-1 0 0,0 0 1 0 0,0-1-1 0 0,0 1 1 0 0,0-1-1 0 0,7 7 1 0 0,-7-9-319 0 0,0 1-1 0 0,0 0 1 0 0,0-1 0 0 0,1 0 0 0 0,-1 0-1 0 0,1 0 1 0 0,-1 0 0 0 0,8 2-1 0 0,7 1-2248 0 0</inkml:trace>
</inkml:ink>
</file>

<file path=ppt/ink/ink20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4:53:58.7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166 20 672 0 0,'-14'-8'2916'0'0,"10"6"-2671"0"0,0 0-1 0 0,0 1 1 0 0,0-1-1 0 0,0 1 0 0 0,0 0 1 0 0,0 0-1 0 0,0 1 1 0 0,0-1-1 0 0,-1 1 0 0 0,1 0 1 0 0,0 0-1 0 0,0 0 1 0 0,0 0-1 0 0,0 1 0 0 0,-1 0 1 0 0,1 0-1 0 0,0 0 1 0 0,0 0-1 0 0,0 1 0 0 0,0-1 1 0 0,1 1-1 0 0,-1 0 1 0 0,0 0-1 0 0,1 1 0 0 0,-1-1 1 0 0,1 1-1 0 0,0 0 1 0 0,0-1-1 0 0,0 1 0 0 0,0 1 1 0 0,-4 5-1 0 0,4-5-209 0 0,0 0 0 0 0,0 0-1 0 0,1 0 1 0 0,0 0 0 0 0,-1 0 0 0 0,1 1 0 0 0,1-1-1 0 0,-1 1 1 0 0,1-1 0 0 0,0 1 0 0 0,0-1-1 0 0,0 1 1 0 0,0 0 0 0 0,1 0 0 0 0,0-1-1 0 0,0 1 1 0 0,0 0 0 0 0,1 0 0 0 0,0-1-1 0 0,0 1 1 0 0,0 0 0 0 0,0-1 0 0 0,0 1-1 0 0,1-1 1 0 0,0 1 0 0 0,0-1 0 0 0,0 0-1 0 0,6 7 1 0 0,-4-7-66 0 0,0 0 1 0 0,0 0-1 0 0,1-1 0 0 0,-1 0 1 0 0,1 0-1 0 0,0 0 0 0 0,0 0 1 0 0,0-1-1 0 0,1 0 0 0 0,-1 0 1 0 0,0 0-1 0 0,1-1 0 0 0,-1 1 1 0 0,1-2-1 0 0,0 1 0 0 0,-1 0 0 0 0,1-1 1 0 0,0 0-1 0 0,-1 0 0 0 0,1-1 1 0 0,0 0-1 0 0,-1 0 0 0 0,11-3 1 0 0,7-2-137 0 0,1-1 0 0 0,-2-1 1 0 0,1-1-1 0 0,22-14 1 0 0,-26 14 70 0 0,124-71-228 0 0,-139 79 322 0 0,-2 0 4 0 0,0 1 0 0 0,0 0 1 0 0,0 0-1 0 0,0 0 0 0 0,0 0 0 0 0,0 0 0 0 0,0 1 0 0 0,0-1 0 0 0,0 1 0 0 0,0-1 0 0 0,0 1 0 0 0,0 0 0 0 0,0-1 0 0 0,0 1 0 0 0,0 0 0 0 0,-1 0 1 0 0,1 1-1 0 0,0-1 0 0 0,-1 0 0 0 0,1 1 0 0 0,-1-1 0 0 0,1 0 0 0 0,-1 1 0 0 0,0 0 0 0 0,1-1 0 0 0,-1 1 0 0 0,0 0 0 0 0,0 0 0 0 0,0-1 1 0 0,0 4-1 0 0,2 2 8 0 0,-1-1 1 0 0,0 1-1 0 0,-1 0 1 0 0,0 1 0 0 0,0-1-1 0 0,0 14 1 0 0,0-20-16 0 0,-1-1-1 0 0,0 1 1 0 0,1-1 0 0 0,-1 0-1 0 0,1 1 1 0 0,-1-1-1 0 0,1 0 1 0 0,-1 1 0 0 0,0-1-1 0 0,1 0 1 0 0,0 0 0 0 0,-1 0-1 0 0,1 1 1 0 0,-1-1 0 0 0,1 0-1 0 0,-1 0 1 0 0,1 0 0 0 0,-1 0-1 0 0,1 0 1 0 0,-1 0-1 0 0,1 0 1 0 0,-1 0 0 0 0,1 0-1 0 0,0 0 1 0 0,-1 0 0 0 0,1-1-1 0 0,-1 1 1 0 0,1 0 0 0 0,-1 0-1 0 0,1-1 1 0 0,-1 1 0 0 0,1 0-1 0 0,-1 0 1 0 0,1-1-1 0 0,-1 1 1 0 0,0 0 0 0 0,1-1-1 0 0,-1 1 1 0 0,1-1 0 0 0,38-20-83 0 0,-16 9-11 0 0,-1 2 32 0 0,0 1 0 0 0,1 1 0 0 0,29-7 0 0 0,-47 13 95 0 0,1 1-1 0 0,0 0 1 0 0,-1 0-1 0 0,1 0 0 0 0,0 1 1 0 0,0 0-1 0 0,0 0 1 0 0,-1 0-1 0 0,1 1 1 0 0,0-1-1 0 0,0 2 0 0 0,-1-1 1 0 0,1 0-1 0 0,-1 1 1 0 0,1 0-1 0 0,-1 1 1 0 0,0-1-1 0 0,0 1 1 0 0,8 5-1 0 0,-12-6 24 0 0,1-1 1 0 0,-1 1-1 0 0,0-1 0 0 0,0 1 0 0 0,0 0 1 0 0,0-1-1 0 0,0 1 0 0 0,0 0 1 0 0,0 0-1 0 0,-1 0 0 0 0,1 0 0 0 0,0 0 1 0 0,-1 0-1 0 0,0 0 0 0 0,1 0 1 0 0,-1 0-1 0 0,0 0 0 0 0,0 0 1 0 0,0 0-1 0 0,0 0 0 0 0,-1 0 0 0 0,1 0 1 0 0,-1 0-1 0 0,1 0 0 0 0,-1 0 1 0 0,1 0-1 0 0,-1-1 0 0 0,0 1 1 0 0,0 0-1 0 0,0 0 0 0 0,0 0 0 0 0,0-1 1 0 0,-1 1-1 0 0,1-1 0 0 0,0 1 1 0 0,-1-1-1 0 0,1 1 0 0 0,-3 1 0 0 0,-33 27-883 0 0,-1-12-5586 0 0,25-14 3495 0 0</inkml:trace>
</inkml:ink>
</file>

<file path=ppt/ink/ink20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4:53:59.1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202 35 316 0 0,'-6'-4'1049'0'0,"0"-1"1"0"0,-1 1-1 0 0,1 0 1 0 0,-1 0-1 0 0,-9-3 0 0 0,2 1 620 0 0,12 5-410 0 0,-14 25 592 0 0,14-9-1533 0 0,1-1 1 0 0,1 1-1 0 0,1 0 0 0 0,0-1 1 0 0,1 1-1 0 0,6 24 0 0 0,-5-23-61 0 0,-3-14-240 0 0,0 0 0 0 0,0 0-1 0 0,-1-1 1 0 0,1 1 0 0 0,0 0 0 0 0,-1 0 0 0 0,1-1-1 0 0,-1 1 1 0 0,0-1 0 0 0,0 1 0 0 0,1 0 0 0 0,-1-1-1 0 0,0 0 1 0 0,0 1 0 0 0,0-1 0 0 0,-1 1 0 0 0,1-1-1 0 0,0 0 1 0 0,0 0 0 0 0,-1 0 0 0 0,1 0 0 0 0,-1 0-1 0 0,1 0 1 0 0,-1 0 0 0 0,1 0 0 0 0,-1 0 0 0 0,0-1-1 0 0,1 1 1 0 0,-1-1 0 0 0,-2 1 0 0 0,-3 2-199 0 0,-1-1 0 0 0,0 0 0 0 0,0 0 0 0 0,0-1 1 0 0,-11 0-1 0 0,-6-4-2101 0 0,8-4-2986 0 0</inkml:trace>
</inkml:ink>
</file>

<file path=ppt/ink/ink20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4:54:00.2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532 315 12 0 0,'14'-14'455'0'0,"-1"-1"1"0"0,0 0-1 0 0,-1-1 1 0 0,0-1-1 0 0,-1 0 1 0 0,10-21-1 0 0,-18 31-236 0 0,0 1 1 0 0,0-1-1 0 0,-1-1 0 0 0,0 1 0 0 0,0 0 0 0 0,0-1 1 0 0,-1 1-1 0 0,0-1 0 0 0,-1 1 0 0 0,0-1 0 0 0,0 1 1 0 0,0-1-1 0 0,-1 1 0 0 0,0-1 0 0 0,0 1 0 0 0,-1 0 0 0 0,0-1 1 0 0,-1 1-1 0 0,-4-9 0 0 0,7 14-174 0 0,-1 1-1 0 0,1-1 1 0 0,-1 0 0 0 0,0 1 0 0 0,0-1-1 0 0,0 1 1 0 0,0 0 0 0 0,0-1-1 0 0,0 1 1 0 0,0 0 0 0 0,0 0-1 0 0,-1 0 1 0 0,1-1 0 0 0,0 1 0 0 0,-1 0-1 0 0,1 1 1 0 0,-1-1 0 0 0,1 0-1 0 0,-1 0 1 0 0,0 1 0 0 0,1-1-1 0 0,-1 1 1 0 0,1-1 0 0 0,-1 1 0 0 0,0 0-1 0 0,0 0 1 0 0,1-1 0 0 0,-1 1-1 0 0,0 0 1 0 0,1 1 0 0 0,-1-1-1 0 0,0 0 1 0 0,1 0 0 0 0,-1 1-1 0 0,0-1 1 0 0,1 1 0 0 0,-1-1 0 0 0,0 1-1 0 0,1 0 1 0 0,-1 0 0 0 0,1 0-1 0 0,0 0 1 0 0,-1 0 0 0 0,1 0-1 0 0,0 0 1 0 0,-3 2 0 0 0,-7 6 29 0 0,1 0 0 0 0,-1 1 0 0 0,2 1 0 0 0,-1-1 0 0 0,1 2 0 0 0,1-1 0 0 0,0 1 0 0 0,1 0 0 0 0,-7 15 0 0 0,-8 20 130 0 0,-17 55 1 0 0,-149 455 636 0 0,180-534-792 0 0,-2 1 1 0 0,0-1-1 0 0,-21 32 0 0 0,29-50-57 0 0,-1 0 0 0 0,-1 0 0 0 0,1 0 0 0 0,-1-1 0 0 0,0 1 0 0 0,0-1 0 0 0,0 0 0 0 0,0 0 0 0 0,-1-1 0 0 0,0 1 0 0 0,1-1 0 0 0,-1 0 0 0 0,-1 0 0 0 0,1-1 0 0 0,0 1 0 0 0,-1-1 0 0 0,1 0 0 0 0,-1-1 0 0 0,1 1 0 0 0,-10 0 0 0 0,12-2-23 0 0,1 0 0 0 0,0 1-1 0 0,0-2 1 0 0,0 1-1 0 0,0 0 1 0 0,0 0 0 0 0,0-1-1 0 0,0 1 1 0 0,0-1-1 0 0,0 0 1 0 0,0 1 0 0 0,0-1-1 0 0,0 0 1 0 0,0 0-1 0 0,1 0 1 0 0,-1-1 0 0 0,0 1-1 0 0,1 0 1 0 0,-1-1-1 0 0,1 1 1 0 0,-1-1 0 0 0,1 1-1 0 0,0-1 1 0 0,-1 0 0 0 0,1 1-1 0 0,0-1 1 0 0,0 0-1 0 0,0 0 1 0 0,1 0 0 0 0,-1 0-1 0 0,0 0 1 0 0,1 0-1 0 0,-1 0 1 0 0,1 0 0 0 0,-1 0-1 0 0,1 0 1 0 0,0 0-1 0 0,0 0 1 0 0,0 0 0 0 0,0 0-1 0 0,1 0 1 0 0,0-4-1 0 0,0-3-38 0 0,1 1-1 0 0,0-1 1 0 0,0 1-1 0 0,1-1 1 0 0,0 1-1 0 0,0 0 1 0 0,1 0-1 0 0,8-12 1 0 0,3 1-24 0 0,0 1 1 0 0,2 0 0 0 0,0 1 0 0 0,1 0-1 0 0,1 2 1 0 0,22-15 0 0 0,131-72-231 0 0,-129 79 270 0 0,149-88 2277 0 0,-156 91 1021 0 0,-34 20-2787 0 0,-3 12-411 0 0,1-6-24 0 0,-1-1 0 0 0,1 1 0 0 0,0 0 1 0 0,1-1-1 0 0,0 1 0 0 0,-1-1 1 0 0,1 1-1 0 0,4 8 0 0 0,-5-14-37 0 0,1 3-21 0 0,1 0 0 0 0,-1 0 0 0 0,0-1 0 0 0,1 1 0 0 0,0-1 0 0 0,0 1 0 0 0,0-1 0 0 0,0 0 0 0 0,3 3 0 0 0,7-7-123 0 0,1-1-1 0 0,0 0 1 0 0,-1-1 0 0 0,0 0 0 0 0,0-1-1 0 0,16-9 1 0 0,-16 8-26 0 0,1 0 0 0 0,0 0 0 0 0,1 1 0 0 0,-1 1 0 0 0,1 0 0 0 0,27-4 0 0 0,-17 7 150 0 0,0-2-1 0 0,0-1 1 0 0,-1-1 0 0 0,1-1 0 0 0,-1-1 0 0 0,-1-1-1 0 0,1-1 1 0 0,-1 0 0 0 0,32-21 0 0 0,-40 21 31 0 0,-1-1 0 0 0,0 0 0 0 0,-1-1 0 0 0,0-1 0 0 0,-1 1 0 0 0,0-2 0 0 0,-1 0 0 0 0,0 0 0 0 0,-1 0 0 0 0,0-1 0 0 0,-1-1 0 0 0,-1 0 0 0 0,0 0 0 0 0,-2 0 0 0 0,6-18 0 0 0,-4 2 160 0 0,-2 0 0 0 0,3-34 1 0 0,-2 8 806 0 0,-7 43 383 0 0,-6 37-1070 0 0,-8 49-244 0 0,13-45 29 0 0,1 0 0 0 0,1 0-1 0 0,2-1 1 0 0,7 46 0 0 0,-7-62-39 0 0,0-1 1 0 0,0 0-1 0 0,1 0 1 0 0,0 0-1 0 0,1 0 0 0 0,0-1 1 0 0,0 1-1 0 0,1-1 0 0 0,0 0 1 0 0,0 0-1 0 0,1-1 0 0 0,0 0 1 0 0,0 0-1 0 0,1 0 0 0 0,0 0 1 0 0,14 9-1 0 0,-17-14-7 0 0,1 0 0 0 0,0-1 0 0 0,-1 1 0 0 0,1-1 0 0 0,0 0 0 0 0,0 0-1 0 0,0-1 1 0 0,0 0 0 0 0,0 1 0 0 0,0-1 0 0 0,0-1 0 0 0,0 1 0 0 0,0-1 0 0 0,-1 0 0 0 0,1 0 0 0 0,0-1 0 0 0,0 1-1 0 0,-1-1 1 0 0,7-3 0 0 0,5-2 13 0 0,-1-2 0 0 0,0 1 0 0 0,0-2 0 0 0,15-12 0 0 0,-12 6 31 0 0,-1-1 0 0 0,-1-1 0 0 0,0-1 0 0 0,14-21 0 0 0,20-24 2736 0 0,-97 168-1094 0 0,-21 41-2034 0 0,24-48-2455 0 0,-6-4-6451 0 0,36-68 4570 0 0</inkml:trace>
</inkml:ink>
</file>

<file path=ppt/ink/ink20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4:54:06.4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303 319 208 0 0,'2'-23'3777'0'0,"-3"8"3755"0"0,-25 84-6778 0 0,-61 113 0 0 0,-3 5-212 0 0,15-48-11 0 0,57-116 304 0 0,17-22-499 0 0,0-5-200 0 0,-2-12-85 0 0,2 1 1 0 0,0-1-1 0 0,0 1 1 0 0,1-1 0 0 0,1 0-1 0 0,5-24 1 0 0,24-97-100 0 0,-30 137 48 0 0,16-64-104 0 0,3 1 0 0 0,3 1 0 0 0,49-101 0 0 0,-58 140 64 0 0,1 0-1 0 0,1 1 1 0 0,1 1 0 0 0,1 1-1 0 0,20-21 1 0 0,-24 29 12 0 0,1 1 0 0 0,0 0-1 0 0,0 1 1 0 0,1 1 0 0 0,0 0-1 0 0,0 1 1 0 0,1 1 0 0 0,28-10-1 0 0,-31 14-3 0 0,0 0 0 0 0,0 1 0 0 0,0 1 0 0 0,1 0 1 0 0,-1 0-1 0 0,0 1 0 0 0,1 1 0 0 0,12 3 0 0 0,-21-4 13 0 0,-1 1 1 0 0,0 0 0 0 0,1 1 0 0 0,-1-1-1 0 0,0 1 1 0 0,0 0 0 0 0,0 0 0 0 0,0 0 0 0 0,0 0-1 0 0,0 1 1 0 0,-1 0 0 0 0,4 3 0 0 0,-5-4 8 0 0,0 0 0 0 0,0 1 0 0 0,-1-1 0 0 0,1 0 0 0 0,-1 1 1 0 0,0 0-1 0 0,0-1 0 0 0,0 1 0 0 0,0 0 0 0 0,0-1 0 0 0,-1 1 1 0 0,1 0-1 0 0,-1 0 0 0 0,0-1 0 0 0,0 1 0 0 0,0 0 0 0 0,0 0 0 0 0,0 0 1 0 0,0 0-1 0 0,-2 5 0 0 0,0-2 3 0 0,-1 1 1 0 0,1-1-1 0 0,-1 0 1 0 0,-1 0-1 0 0,1 0 1 0 0,-1-1-1 0 0,0 1 1 0 0,0-1-1 0 0,-1 0 1 0 0,1 0-1 0 0,-1 0 1 0 0,0-1-1 0 0,0 0 1 0 0,-1 0-1 0 0,-9 6 1 0 0,-8 3 2 0 0,1-1 0 0 0,-42 15 0 0 0,48-20-113 0 0,0-2-1 0 0,0 0 1 0 0,0-1 0 0 0,-1-1-1 0 0,0 0 1 0 0,1-1 0 0 0,-1-1-1 0 0,0-1 1 0 0,0 0 0 0 0,0-1-1 0 0,0-1 1 0 0,1-1-1 0 0,-20-5 1 0 0,28-5-2506 0 0,7 7-2064 0 0</inkml:trace>
</inkml:ink>
</file>

<file path=ppt/ink/ink20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4:54:07.9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165 31 720 0 0,'11'-20'4056'0'0,"-6"10"1292"0"0,-25 20-5113 0 0,-4 1 67 0 0,1 1 0 0 0,1 1 0 0 0,0 1 0 0 0,-30 25-1 0 0,35-19-58 0 0,17-20-249 0 0,0 1 0 0 0,0 0 1 0 0,-1-1-1 0 0,1 1 0 0 0,0 0 0 0 0,0-1 0 0 0,0 1 1 0 0,0 0-1 0 0,0 0 0 0 0,0-1 0 0 0,1 1 0 0 0,-1 0 1 0 0,0-1-1 0 0,0 1 0 0 0,0 0 0 0 0,1-1 0 0 0,-1 1 1 0 0,0-1-1 0 0,1 1 0 0 0,-1 0 0 0 0,0-1 0 0 0,1 1 1 0 0,-1-1-1 0 0,1 1 0 0 0,-1-1 0 0 0,1 1 0 0 0,1 0-7 0 0,-1-1 0 0 0,0 1 0 0 0,1-1 0 0 0,-1 1 0 0 0,0-1 0 0 0,1 0 0 0 0,-1 0 0 0 0,1 1 0 0 0,-1-1 0 0 0,0 0 0 0 0,1 0 0 0 0,-1-1 0 0 0,1 1 0 0 0,-1 0 0 0 0,0 0 0 0 0,1-1 0 0 0,-1 1 0 0 0,2-1-1 0 0,30-10-166 0 0,-27 9 122 0 0,60-21-852 0 0,-64 23 802 0 0,13 0-256 0 0,3 31 261 0 0,-16-27 110 0 0,-1 0-1 0 0,1 0 1 0 0,1 0-1 0 0,-1 0 1 0 0,0 0-1 0 0,1 0 1 0 0,0 0-1 0 0,0-1 1 0 0,0 0-1 0 0,0 1 0 0 0,1-1 1 0 0,-1-1-1 0 0,1 1 1 0 0,-1 0-1 0 0,6 2 1 0 0,-6-5 17 0 0,-1 0-1 0 0,1 0 1 0 0,-1 0 0 0 0,1 0-1 0 0,-1-1 1 0 0,1 1 0 0 0,-1-1-1 0 0,0 1 1 0 0,1-1 0 0 0,-1 0 0 0 0,0 0-1 0 0,1 0 1 0 0,-1 0 0 0 0,0-1-1 0 0,0 1 1 0 0,0-1 0 0 0,2-1-1 0 0,40-34 87 0 0,-32 26-68 0 0,1 0-16 0 0,0 1 0 0 0,1 0 0 0 0,0 1 1 0 0,24-11-1 0 0,-31 17-9 0 0,0 0 1 0 0,-1 0 0 0 0,1 1-1 0 0,0 0 1 0 0,0 1 0 0 0,0-1-1 0 0,1 1 1 0 0,-1 1-1 0 0,0-1 1 0 0,0 1 0 0 0,0 0-1 0 0,13 3 1 0 0,-18-3-14 0 0,-1 1 0 0 0,1 0 0 0 0,-1-1-1 0 0,1 1 1 0 0,-1 0 0 0 0,1 0 0 0 0,-1 0 0 0 0,0 0 0 0 0,1 0 0 0 0,-1 1-1 0 0,0-1 1 0 0,0 0 0 0 0,0 1 0 0 0,0-1 0 0 0,0 0 0 0 0,0 1-1 0 0,0-1 1 0 0,-1 1 0 0 0,1-1 0 0 0,0 1 0 0 0,-1 0 0 0 0,1-1 0 0 0,-1 1-1 0 0,0 0 1 0 0,1-1 0 0 0,-1 1 0 0 0,0 0 0 0 0,0-1 0 0 0,0 1-1 0 0,0 0 1 0 0,-1-1 0 0 0,1 1 0 0 0,0 0 0 0 0,-1-1 0 0 0,1 1 0 0 0,-2 2-1 0 0,-1 8 14 0 0,0 1-1 0 0,-2-1 0 0 0,-7 17 1 0 0,9-23-8 0 0,2-3-3 0 0,-1 9-17 0 0,3-10 12 0 0,0-1 0 0 0,0 0-1 0 0,0 0 1 0 0,0 0 0 0 0,0 0 0 0 0,0 0-1 0 0,0-1 1 0 0,0 1 0 0 0,0 0 0 0 0,1 0-1 0 0,-1-1 1 0 0,0 1 0 0 0,0-1 0 0 0,1 1-1 0 0,-1-1 1 0 0,0 0 0 0 0,1 1 0 0 0,-1-1 0 0 0,1 0-1 0 0,-1 0 1 0 0,0 0 0 0 0,1 0 0 0 0,-1 0-1 0 0,3 0 1 0 0,25-6-8 0 0,-27 5 5 0 0,62-11 22 0 0,-1-3-1 0 0,0-3 1 0 0,-2-2 0 0 0,0-3-1 0 0,58-31 1 0 0,-106 47 265 0 0,23-8 972 0 0,-34 15-1107 0 0,14 35 54 0 0,-12 26-80 0 0,-4-59-110 0 0,-7 41-365 0 0,7-41 298 0 0,-27 18-1149 0 0,18-17 1240 0 0,-25 14-249 0 0,34-12 46 0 0,19-2 119 0 0,18-3-67 0 0,0-2 1 0 0,0-2-1 0 0,0-1 1 0 0,0-2-1 0 0,-1-1 1 0 0,48-19-1 0 0,-59 20 114 0 0,0-2-1 0 0,28-15 1 0 0,-45 20 120 0 0,-1 0 0 0 0,0 0-1 0 0,0-1 1 0 0,-1 1 0 0 0,1-2 0 0 0,-1 1 0 0 0,0-1-1 0 0,-1 0 1 0 0,1 0 0 0 0,-1 0 0 0 0,4-8-1 0 0,-9 13-103 0 0,1 1 0 0 0,-1 0 0 0 0,0-1 0 0 0,1 1 0 0 0,-1 0 0 0 0,0-1 0 0 0,0 1 0 0 0,1 0 0 0 0,-1-1 0 0 0,0 1 0 0 0,0-1 0 0 0,0 1 0 0 0,0 0 0 0 0,0-1 0 0 0,0 1 0 0 0,1-1 0 0 0,-1 1 0 0 0,0-1 0 0 0,0 1 0 0 0,0 0 0 0 0,0-1 0 0 0,-1 1 0 0 0,1-1 0 0 0,0 1 0 0 0,0-1 0 0 0,0 1 0 0 0,0 0 0 0 0,0-1 0 0 0,0 1 0 0 0,-1-1 0 0 0,1 1 0 0 0,0 0 0 0 0,0-1 0 0 0,-1 1 0 0 0,1 0 0 0 0,0-1 0 0 0,0 1 0 0 0,-1 0 0 0 0,1-1 0 0 0,0 1 0 0 0,-1 0 0 0 0,1 0 0 0 0,0-1 0 0 0,-1 1 0 0 0,1 0 0 0 0,-1 0-1 0 0,1 0 1 0 0,0 0 0 0 0,-1 0 0 0 0,1-1 0 0 0,-1 1 0 0 0,1 0 0 0 0,-1 0 0 0 0,1 0 0 0 0,0 0 0 0 0,-1 0 0 0 0,1 0 0 0 0,-1 0 0 0 0,-22 3 77 0 0,23-3-56 0 0,-4 0 2 0 0,1 1 0 0 0,0 0 0 0 0,0 0 0 0 0,-1 1 0 0 0,1-1 0 0 0,0 0 0 0 0,0 1 0 0 0,0 0 0 0 0,1 0 1 0 0,-1 0-1 0 0,0 0 0 0 0,1 0 0 0 0,-1 0 0 0 0,1 1 0 0 0,0-1 0 0 0,0 1 0 0 0,0 0 0 0 0,0 0 0 0 0,0-1 0 0 0,0 1 0 0 0,1 0 0 0 0,0 0 0 0 0,-1 1 0 0 0,1-1 1 0 0,0 0-1 0 0,1 0 0 0 0,-1 1 0 0 0,0 5 0 0 0,1-6-54 0 0,1 1-1 0 0,-1-1 1 0 0,1 1 0 0 0,0-1 0 0 0,0 0 0 0 0,0 1-1 0 0,0-1 1 0 0,1 0 0 0 0,-1 0 0 0 0,1 1 0 0 0,0-2-1 0 0,0 1 1 0 0,0 0 0 0 0,0 0 0 0 0,1 0 0 0 0,-1-1-1 0 0,1 1 1 0 0,-1-1 0 0 0,1 0 0 0 0,0 0 0 0 0,0 0-1 0 0,0 0 1 0 0,0-1 0 0 0,0 1 0 0 0,5 1 0 0 0,13 3-1314 0 0,0 0 1 0 0,1-2-1 0 0,-1 0 1 0 0,1-2-1 0 0,35 0 1 0 0,-9 0-2067 0 0</inkml:trace>
</inkml:ink>
</file>

<file path=ppt/ink/ink20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4:54:12.1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295 34 400 0 0,'11'-33'10134'0'0,"-13"41"-10002"0"0,0-1-1 0 0,-1 1 1 0 0,0-1-1 0 0,0 0 1 0 0,-1 1-1 0 0,0-2 1 0 0,-1 1-1 0 0,1 0 1 0 0,-7 6-1 0 0,-3 6 183 0 0,-97 140 1163 0 0,46-69-2131 0 0,5 2-3432 0 0,52-79 718 0 0,1-1 256 0 0</inkml:trace>
</inkml:ink>
</file>

<file path=ppt/ink/ink20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4:54:12.4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250 9 540 0 0,'-4'-8'8582'0'0,"-12"34"-8125"0"0,1 1-1 0 0,2 1 1 0 0,1 0 0 0 0,1 1-1 0 0,1 0 1 0 0,-8 45 0 0 0,6-27-58 0 0,-32 82 0 0 0,36-110-567 0 0,-18 35-588 0 0,24-51 471 0 0,0 0 0 0 0,0 0-1 0 0,0 0 1 0 0,0 0 0 0 0,-1 0 0 0 0,1 0 0 0 0,-1-1 0 0 0,1 1 0 0 0,-1-1 0 0 0,0 0 0 0 0,0 0 0 0 0,-7 3 0 0 0,-8-4-3916 0 0,14-1 1787 0 0</inkml:trace>
</inkml:ink>
</file>

<file path=ppt/ink/ink20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4:54:13.4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0 408 248 0 0,'82'-8'1480'0'0,"0"-4"-1"0"0,94-27 1 0 0,-152 32-1206 0 0,0 0-1 0 0,-1-2 1 0 0,0-1-1 0 0,0 0 1 0 0,-1-2-1 0 0,-1-1 1 0 0,0 0-1 0 0,-1-2 1 0 0,0 0-1 0 0,-1-1 1 0 0,23-26-1 0 0,-38 37-142 0 0,0-1 0 0 0,0 1 0 0 0,-1-1-1 0 0,0 0 1 0 0,0 0 0 0 0,0-1-1 0 0,-1 1 1 0 0,0-1 0 0 0,0 1 0 0 0,-1-1-1 0 0,0 0 1 0 0,0 1 0 0 0,0-1 0 0 0,-1 0-1 0 0,0 0 1 0 0,0 1 0 0 0,-1-1 0 0 0,0 0-1 0 0,0 0 1 0 0,0 1 0 0 0,-1-1-1 0 0,0 1 1 0 0,-1-1 0 0 0,1 1 0 0 0,-1 0-1 0 0,-4-6 1 0 0,6 11-20 0 0,-1 0-90 0 0,-1 1 0 0 0,0 0 0 0 0,0 0 0 0 0,0 0 0 0 0,0 1 0 0 0,1-1 0 0 0,-1 1 0 0 0,0-1 1 0 0,0 1-1 0 0,1 0 0 0 0,-1 0 0 0 0,0 0 0 0 0,1 1 0 0 0,-1-1 0 0 0,1 0 0 0 0,0 1 0 0 0,-1 0 0 0 0,1-1 0 0 0,0 1 1 0 0,0 0-1 0 0,0 0 0 0 0,0 0 0 0 0,-2 4 0 0 0,-48 57 272 0 0,22-12-18 0 0,2 1 0 0 0,2 1-1 0 0,3 1 1 0 0,-24 83 0 0 0,-10 22 104 0 0,26-69 53 0 0,31-89 307 0 0,14-23-631 0 0,-10 15-88 0 0,1 0 0 0 0,0 0 0 0 0,0 1-1 0 0,0 0 1 0 0,1 0 0 0 0,0 0 0 0 0,8-6 0 0 0,-9 10-49 0 0,-1 0-1 0 0,1 0 1 0 0,0 0 0 0 0,0 0-1 0 0,0 1 1 0 0,0 0-1 0 0,0 0 1 0 0,1 1 0 0 0,-1-1-1 0 0,0 1 1 0 0,0 0-1 0 0,7 1 1 0 0,102 8-505 0 0,-75-4 408 0 0,0-1-1 0 0,0-2 1 0 0,0-2-1 0 0,-1-2 1 0 0,53-8-1 0 0,-88 9 132 0 0,-1 1 0 0 0,0-1 0 0 0,0 0 0 0 0,1 1-1 0 0,-1-1 1 0 0,0-1 0 0 0,0 1 0 0 0,0 0 0 0 0,0 0 0 0 0,0-1-1 0 0,0 1 1 0 0,0-1 0 0 0,0 1 0 0 0,-1-1 0 0 0,1 0 0 0 0,-1 0-1 0 0,1 0 1 0 0,-1 0 0 0 0,0 0 0 0 0,1 0 0 0 0,-1 0 0 0 0,1-4-1 0 0,-1 1 24 0 0,0 0 0 0 0,0 0 0 0 0,0 0 0 0 0,-1 0 0 0 0,0 0-1 0 0,0 0 1 0 0,0 0 0 0 0,-1 1 0 0 0,-1-10 0 0 0,0 11-5 0 0,-3-2-14 0 0,4 4-11 0 0,-4 3-44 0 0,0 1 40 0 0,0 1 0 0 0,0-1 0 0 0,1 1 0 0 0,-1-1 0 0 0,1 1 0 0 0,0 1-1 0 0,0-1 1 0 0,0 0 0 0 0,1 1 0 0 0,0 0 0 0 0,0 0 0 0 0,0 0 0 0 0,0 0 0 0 0,1 1 0 0 0,-1-1-1 0 0,1 1 1 0 0,1-1 0 0 0,-1 1 0 0 0,1 0 0 0 0,0-1 0 0 0,0 1 0 0 0,1 0 0 0 0,0 0-1 0 0,0 0 1 0 0,0-1 0 0 0,1 1 0 0 0,2 10 0 0 0,-3-14 8 0 0,0 0 0 0 0,1 0 0 0 0,-1 0 0 0 0,1-1 0 0 0,0 1 0 0 0,0 0 0 0 0,0 0 0 0 0,0-1 0 0 0,0 1 0 0 0,0-1 0 0 0,0 1 0 0 0,0-1 0 0 0,1 1 0 0 0,-1-1 0 0 0,0 0 0 0 0,1 1 0 0 0,-1-1 0 0 0,1 0 0 0 0,0 0 0 0 0,-1 0 0 0 0,1 0 0 0 0,0 0 0 0 0,3 0 0 0 0,-1 0 4 0 0,1 0 0 0 0,0 0 0 0 0,0-1 0 0 0,-1 0 0 0 0,1 0 0 0 0,0 0 0 0 0,0 0 0 0 0,-1-1 0 0 0,8-1 1 0 0,8-4 1 0 0,0-1 1 0 0,0-1-1 0 0,23-11 1 0 0,3-5-53 0 0,-5 2-23 0 0,0 2 1 0 0,1 2-1 0 0,1 2 1 0 0,80-20-1 0 0,-121 35 61 0 0,0 1 1 0 0,0-1-1 0 0,0 1 1 0 0,0 0-1 0 0,0 0 1 0 0,0 0-1 0 0,0 0 1 0 0,0 0-1 0 0,0 0 1 0 0,0 1-1 0 0,0-1 0 0 0,0 1 1 0 0,0-1-1 0 0,0 1 1 0 0,0 0-1 0 0,0-1 1 0 0,0 1-1 0 0,-1 0 1 0 0,1 0-1 0 0,0 1 1 0 0,-1-1-1 0 0,4 3 0 0 0,-3-1-13 0 0,0 1-1 0 0,1 0 1 0 0,-2 0 0 0 0,1 0-1 0 0,0 0 1 0 0,-1 0-1 0 0,0 0 1 0 0,1 6-1 0 0,-2-7 50 0 0,1 0 1 0 0,-1 0-1 0 0,1 0 0 0 0,-1-1 1 0 0,1 1-1 0 0,0 0 0 0 0,0 0 1 0 0,1 0-1 0 0,-1-1 0 0 0,0 1 1 0 0,1-1-1 0 0,0 1 0 0 0,-1-1 0 0 0,1 1 1 0 0,0-1-1 0 0,0 0 0 0 0,0 0 1 0 0,1 0-1 0 0,-1 0 0 0 0,0 0 1 0 0,1-1-1 0 0,-1 1 0 0 0,5 1 1 0 0,16 2 265 0 0,0-2 0 0 0,0-1 0 0 0,1 0 1 0 0,-1-2-1 0 0,0-1 0 0 0,45-7 0 0 0,41 0-2187 0 0,-93 7 551 0 0,4 1-5520 0 0</inkml:trace>
</inkml:ink>
</file>

<file path=ppt/ink/ink20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4:54:19.0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13 624 424 0 0,'0'0'3603'0'0,"-12"3"3506"0"0,14-1-7042 0 0,1 1 0 0 0,-1-1 0 0 0,1 0 0 0 0,0 0-1 0 0,0 0 1 0 0,0 0 0 0 0,0-1 0 0 0,0 1-1 0 0,0-1 1 0 0,0 0 0 0 0,0 0 0 0 0,1 0 0 0 0,-1 0-1 0 0,0 0 1 0 0,1-1 0 0 0,-1 0 0 0 0,1 0 0 0 0,-1 1-1 0 0,0-2 1 0 0,1 1 0 0 0,-1 0 0 0 0,6-2-1 0 0,-1 0 89 0 0,0-1-1 0 0,0 0 0 0 0,0 0 0 0 0,-1-1 0 0 0,1 0 0 0 0,-1 0 0 0 0,0-1 0 0 0,13-11 0 0 0,-2 0 13 0 0,-1-1 0 0 0,-1 0-1 0 0,-1-2 1 0 0,0 0 0 0 0,-1 0-1 0 0,-1-1 1 0 0,-1-1 0 0 0,-1 0-1 0 0,-1-1 1 0 0,0 0 0 0 0,-2-1-1 0 0,-1 0 1 0 0,9-44 0 0 0,1-13-194 0 0,-17 78-86 0 0,0-5-1270 0 0,0 5 1280 0 0,1 5-559 0 0,0 6 577 0 0,0 0 0 0 0,0 0 0 0 0,-1 0 0 0 0,-3 15 0 0 0,1 9-70 0 0,2-27 140 0 0,-1 0-13 0 0,1-1 0 0 0,0 1 1 0 0,-1-1-1 0 0,0 1 0 0 0,0-1 0 0 0,-1 0 0 0 0,-2 7 0 0 0,3-10 48 0 0,51 5-133 0 0,-48-6 99 0 0,-1-1 11 0 0,0 0 0 0 0,0-1 0 0 0,-1 1 0 0 0,1 0 0 0 0,0 0 0 0 0,0 0 0 0 0,0 0 0 0 0,-1 0 0 0 0,1 0 1 0 0,0 0-1 0 0,0 1 0 0 0,0-1 0 0 0,-1 0 0 0 0,1 0 0 0 0,0 1 0 0 0,0-1 0 0 0,-1 0 0 0 0,1 1 0 0 0,0-1 0 0 0,-1 0 0 0 0,1 1 0 0 0,0-1 0 0 0,-1 1 1 0 0,1 0-1 0 0,0 0 0 0 0,16 19-110 0 0,-16-14 100 0 0,-1 0-1 0 0,0 1 1 0 0,0-1 0 0 0,0 0-1 0 0,-1 1 1 0 0,0-1-1 0 0,0 0 1 0 0,0 0-1 0 0,-1 0 1 0 0,-4 11 0 0 0,-7 37-64 0 0,12-49 74 0 0,1-1 1 0 0,0 1-1 0 0,0-1 0 0 0,0 1 0 0 0,1-1 1 0 0,0 1-1 0 0,0-1 0 0 0,0 0 1 0 0,0 1-1 0 0,0-1 0 0 0,1 0 0 0 0,0 0 1 0 0,0 0-1 0 0,0 0 0 0 0,1 0 0 0 0,-1 0 1 0 0,1-1-1 0 0,0 1 0 0 0,0-1 0 0 0,0 1 1 0 0,0-1-1 0 0,6 4 0 0 0,-3-4-1 0 0,0 0-1 0 0,1 0 1 0 0,-1 0 0 0 0,0-1-1 0 0,1 0 1 0 0,0-1 0 0 0,-1 0-1 0 0,1 0 1 0 0,0 0-1 0 0,-1 0 1 0 0,1-1 0 0 0,0 0-1 0 0,0-1 1 0 0,11-2-1 0 0,-6 1-15 0 0,0 0 0 0 0,0-1-1 0 0,0-1 1 0 0,0 0-1 0 0,-1 0 1 0 0,0-1-1 0 0,0-1 1 0 0,17-10 0 0 0,-10 2 18 0 0,0-1 0 0 0,-1 0 0 0 0,24-29 0 0 0,-40 41 27 0 0,1 1-1 0 0,-1 0 1 0 0,0 0 0 0 0,0-1-1 0 0,0 1 1 0 0,-1 0 0 0 0,1-1-1 0 0,0 1 1 0 0,-1-1 0 0 0,0 1 0 0 0,1-1-1 0 0,-1 1 1 0 0,0-1 0 0 0,0 1-1 0 0,-1-1 1 0 0,1 1 0 0 0,0-1-1 0 0,-2-3 1 0 0,-5-1-18 0 0,5 5 6 0 0,2 2-46 0 0,0 0 33 0 0,0 0 0 0 0,0 1 0 0 0,0-1 0 0 0,0 0-1 0 0,0 0 1 0 0,0 1 0 0 0,0-1 0 0 0,0 0 0 0 0,0 0 0 0 0,0 1 0 0 0,0-1 0 0 0,0 0-1 0 0,-1 0 1 0 0,1 0 0 0 0,0 1 0 0 0,0-1 0 0 0,0 0 0 0 0,0 0 0 0 0,0 0 0 0 0,-1 1-1 0 0,1-1 1 0 0,0 0 0 0 0,0 0 0 0 0,0 0 0 0 0,-1 0 0 0 0,1 0 0 0 0,0 1 0 0 0,0-1 0 0 0,0 0-1 0 0,-1 0 1 0 0,1 0 0 0 0,0 0 0 0 0,0 0 0 0 0,-1 0 0 0 0,1 0 0 0 0,0 0 0 0 0,0 0-1 0 0,-1 0 1 0 0,1 0 0 0 0,0 0 0 0 0,0 0 0 0 0,-1 0 0 0 0,1 0 0 0 0,0 0 0 0 0,-1 0-1 0 0,1 0 1 0 0,-1-1-1 0 0,0 1 0 0 0,0 1 1 0 0,0-1-1 0 0,1 0 0 0 0,-1 0 1 0 0,0 0-1 0 0,0 0 0 0 0,0 1 1 0 0,1-1-1 0 0,-1 0 0 0 0,0 1 0 0 0,0-1 1 0 0,1 0-1 0 0,-1 1 0 0 0,0-1 1 0 0,1 1-1 0 0,-1-1 0 0 0,0 1 1 0 0,1 0-1 0 0,-1-1 0 0 0,1 1 1 0 0,-1-1-1 0 0,1 1 0 0 0,-1 0 0 0 0,1 0 1 0 0,0-1-1 0 0,-1 1 0 0 0,1 0 1 0 0,0 0-1 0 0,-1-1 0 0 0,1 1 1 0 0,0 0-1 0 0,0 0 0 0 0,0 0 1 0 0,0-1-1 0 0,0 1 0 0 0,0 1 1 0 0,-1 1-1 0 0,0 0 1 0 0,1 0-1 0 0,-1 0 1 0 0,1 1-1 0 0,0-1 1 0 0,0 0-1 0 0,0 0 1 0 0,0 0-1 0 0,1 0 1 0 0,-1 0-1 0 0,1 0 1 0 0,0 0-1 0 0,0 0 1 0 0,0 0 0 0 0,0 0-1 0 0,1 0 1 0 0,-1 0-1 0 0,1-1 1 0 0,-1 1-1 0 0,3 2 1 0 0,0-1 0 0 0,0-1 1 0 0,-1 0 0 0 0,1 0 0 0 0,0 0 0 0 0,1 0-1 0 0,-1-1 1 0 0,0 0 0 0 0,1 0 0 0 0,-1 0-1 0 0,1 0 1 0 0,8 1 0 0 0,3 0 9 0 0,1-1 0 0 0,-1 0 0 0 0,1-1 0 0 0,-1-1 0 0 0,1-1 0 0 0,25-4 1 0 0,-15-1 10 0 0,-1-1 1 0 0,0-1 0 0 0,-1-2 0 0 0,0 0-1 0 0,0-2 1 0 0,-1-1 0 0 0,-1-1 0 0 0,0 0-1 0 0,-1-2 1 0 0,0-1 0 0 0,-1-1 0 0 0,-2 0-1 0 0,1-2 1 0 0,-2 0 0 0 0,23-33 0 0 0,-36 44 6 0 0,0-1 0 0 0,0 1 0 0 0,-1-1 1 0 0,0 0-1 0 0,-1 0 0 0 0,0-1 1 0 0,-1 1-1 0 0,0-1 0 0 0,-1 1 0 0 0,0-1 1 0 0,0 1-1 0 0,-1-1 0 0 0,-1 0 1 0 0,0 1-1 0 0,0-1 0 0 0,-1 1 0 0 0,0-1 1 0 0,-1 1-1 0 0,0 0 0 0 0,-9-19 1 0 0,10 23 3 0 0,-1-1 1 0 0,0 1 0 0 0,-1-1-1 0 0,0 1 1 0 0,1 0 0 0 0,-2 1-1 0 0,-5-8 1 0 0,9 13-16 0 0,-2-3-6 0 0,3 2-11 0 0,0 1 0 0 0,0 0 0 0 0,0 0 0 0 0,0-1 0 0 0,0 1 0 0 0,0 0 0 0 0,-1 0-1 0 0,1 0 1 0 0,0-1 0 0 0,0 1 0 0 0,0 0 0 0 0,0 0 0 0 0,0 0 0 0 0,-1-1 0 0 0,1 1 0 0 0,0 0 0 0 0,0 0 0 0 0,0 0 0 0 0,-1 0 0 0 0,1-1 0 0 0,0 1-1 0 0,0 0 1 0 0,-1 0 0 0 0,1 0 0 0 0,0 0 0 0 0,0 0 0 0 0,-1 0 0 0 0,1 0 0 0 0,0 0 0 0 0,0 0 0 0 0,-1 0 0 0 0,1 0 0 0 0,0 0 0 0 0,0 0 0 0 0,-1 0 0 0 0,1 0-1 0 0,0 0 1 0 0,0 0 0 0 0,-1 0 0 0 0,1 0 0 0 0,0 0 0 0 0,0 0 0 0 0,0 0 0 0 0,-1 0 0 0 0,1 1 0 0 0,0-1 0 0 0,0 0 0 0 0,-1 0 0 0 0,-6 7-3 0 0,0-1 0 0 0,0 1 1 0 0,1 0-1 0 0,0 1 0 0 0,0-1 1 0 0,0 1-1 0 0,1 1 0 0 0,1-1 1 0 0,-1 1-1 0 0,-3 11 1 0 0,-5 15-4 0 0,-12 50 0 0 0,20-56-1 0 0,1 0 0 0 0,1 1 0 0 0,1 51 1 0 0,3-53 6 0 0,1-1 1 0 0,7 36-1 0 0,-7-57-1 0 0,-1 1-1 0 0,0-1 1 0 0,1 0-1 0 0,1 0 1 0 0,-1 0-1 0 0,1 0 1 0 0,0 0-1 0 0,0-1 1 0 0,0 1-1 0 0,1-1 1 0 0,0 0-1 0 0,0 0 1 0 0,0 0-1 0 0,1 0 1 0 0,-1-1-1 0 0,6 4 1 0 0,-6-6 4 0 0,1 0 1 0 0,-1-1-1 0 0,0 0 1 0 0,1 0 0 0 0,-1 0-1 0 0,1 0 1 0 0,-1-1-1 0 0,1 1 1 0 0,0-1 0 0 0,-1 0-1 0 0,1-1 1 0 0,-1 1-1 0 0,1-1 1 0 0,-1 0-1 0 0,1 0 1 0 0,-1 0 0 0 0,0-1-1 0 0,0 0 1 0 0,1 1-1 0 0,-1-1 1 0 0,0-1 0 0 0,0 1-1 0 0,5-5 1 0 0,8-4 8 0 0,-1-2 1 0 0,-1 1 0 0 0,26-29-1 0 0,-9-2 67 0 0,-27 34 50 0 0,1 1 1 0 0,0-1-1 0 0,1 1 0 0 0,9-9 1 0 0,-15 16-5 0 0,-3 4-115 0 0,0-1 0 0 0,0 1 0 0 0,0-1 0 0 0,1 1 0 0 0,-1 0 0 0 0,1 0 0 0 0,0 0 0 0 0,-1 0 0 0 0,2 0 0 0 0,-1 0-1 0 0,0 0 1 0 0,0 0 0 0 0,1 0 0 0 0,0 0 0 0 0,0 0 0 0 0,0 1 0 0 0,0 4 0 0 0,0-2-26 0 0,0 0 0 0 0,0 0 0 0 0,0 0 0 0 0,1 0 0 0 0,-1 0 1 0 0,2 0-1 0 0,-1 0 0 0 0,1 0 0 0 0,-1-1 0 0 0,2 1 0 0 0,-1-1 0 0 0,1 1 0 0 0,4 6 0 0 0,-5-10 3 0 0,0 0-1 0 0,-1-1 1 0 0,1 0-1 0 0,0 1 1 0 0,0-1-1 0 0,0 0 1 0 0,1 0 0 0 0,-1 0-1 0 0,0 0 1 0 0,0-1-1 0 0,1 1 1 0 0,-1-1-1 0 0,0 1 1 0 0,1-1-1 0 0,-1 0 1 0 0,0 1 0 0 0,1-1-1 0 0,-1-1 1 0 0,0 1-1 0 0,1 0 1 0 0,-1 0-1 0 0,0-1 1 0 0,1 0-1 0 0,-1 1 1 0 0,0-1 0 0 0,0 0-1 0 0,0 0 1 0 0,3-1-1 0 0,5-3-76 0 0,0 0 1 0 0,0-1-1 0 0,-1 0 0 0 0,16-13 0 0 0,-24 18 62 0 0,10-3-21 0 0,-2 1-158 0 0,12 18 95 0 0,-19-13 114 0 0,0 0 1 0 0,0-1 0 0 0,1 1 0 0 0,-1-1 0 0 0,1 1-1 0 0,-1-1 1 0 0,1 0 0 0 0,-1 0 0 0 0,1 0 0 0 0,0 0-1 0 0,0 0 1 0 0,-1-1 0 0 0,1 1 0 0 0,0-1 0 0 0,0 0-1 0 0,0 0 1 0 0,0 0 0 0 0,0 0 0 0 0,-1-1 0 0 0,1 1-1 0 0,0-1 1 0 0,0 1 0 0 0,-1-1 0 0 0,1 0-1 0 0,0 0 1 0 0,3-2 0 0 0,2 1 16 0 0,1-1-1 0 0,0 1 1 0 0,0 1 0 0 0,13-1-1 0 0,-19 2 12 0 0,57 8 415 0 0,-39-6-672 0 0,54 3 271 0 0,-71-6-950 0 0,0 1 0 0 0,0 0 0 0 0,0-1 0 0 0,0 0 0 0 0,0 0 0 0 0,0 0 0 0 0,0 0 0 0 0,4-3 0 0 0</inkml:trace>
</inkml:ink>
</file>

<file path=ppt/ink/ink20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4:54:19.3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4 111 1140 0 0,'0'0'1440'0'0,"-4"-9"2033"0"0,24-13-2521 0 0,-7 11-144 0 0,11 1-164 0 0,-2-2-204 0 0,17 0-240 0 0,6 4-320 0 0,2-3-344 0 0,-1 4-956 0 0,7 2-1537 0 0,-2 2 677 0 0</inkml:trace>
</inkml:ink>
</file>

<file path=ppt/ink/ink20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4:54:20.0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92 409 656 0 0,'1'-20'5419'0'0,"0"10"-1782"0"0,-1 13-1241 0 0,-1 267 106 0 0,5-205 225 0 0,-4-67-2692 0 0,-1 0 0 0 0,0 0-1 0 0,1 0 1 0 0,-1 0 0 0 0,0 0 0 0 0,0 1 0 0 0,0-1 0 0 0,0 0 0 0 0,-1 0-1 0 0,1 1 1 0 0,0-1 0 0 0,-3-1 0 0 0,0-2 43 0 0,-5-11 90 0 0,0-1 0 0 0,1 0 1 0 0,1 0-1 0 0,-8-29 1 0 0,6 7-65 0 0,2-1 1 0 0,-4-62 0 0 0,9 80-109 0 0,1 0 0 0 0,2-1 0 0 0,0 1-1 0 0,1 0 1 0 0,2 0 0 0 0,0 0 0 0 0,1 0 0 0 0,1 1 0 0 0,16-37 0 0 0,-18 48-41 0 0,1 1 1 0 0,0 1-1 0 0,1-1 1 0 0,0 1-1 0 0,0 0 0 0 0,1 0 1 0 0,0 1-1 0 0,0 0 0 0 0,1 0 1 0 0,0 0-1 0 0,0 1 0 0 0,1 0 1 0 0,-1 1-1 0 0,1 0 0 0 0,1 1 1 0 0,-1-1-1 0 0,0 2 1 0 0,1-1-1 0 0,0 1 0 0 0,0 1 1 0 0,0 0-1 0 0,0 0 0 0 0,14 0 1 0 0,-13 2-49 0 0,0 0 0 0 0,0 1 0 0 0,-1 1 0 0 0,1-1 0 0 0,0 2 0 0 0,-1-1 0 0 0,0 2 0 0 0,0-1 0 0 0,0 1 0 0 0,0 1 0 0 0,0 0 0 0 0,9 6 0 0 0,-15-9 57 0 0,-1 0 0 0 0,0 0 1 0 0,0 0-1 0 0,0 1 0 0 0,-1-1 0 0 0,1 1 0 0 0,0 0 0 0 0,-1-1 1 0 0,0 1-1 0 0,0 0 0 0 0,1 0 0 0 0,-2 1 0 0 0,1-1 1 0 0,0 0-1 0 0,-1 1 0 0 0,1-1 0 0 0,-1 1 0 0 0,0-1 1 0 0,0 1-1 0 0,-1-1 0 0 0,1 1 0 0 0,-1 0 0 0 0,0 0 0 0 0,0-1 1 0 0,0 1-1 0 0,0 0 0 0 0,0-1 0 0 0,-1 1 0 0 0,0 0 1 0 0,0-1-1 0 0,0 1 0 0 0,0-1 0 0 0,0 1 0 0 0,-1-1 1 0 0,1 0-1 0 0,-1 1 0 0 0,-4 4 0 0 0,0 1 8 0 0,-1 0 1 0 0,-1 0-1 0 0,0 0 0 0 0,0-1 0 0 0,-1 0 0 0 0,0-1 1 0 0,0 0-1 0 0,-1 0 0 0 0,0-1 0 0 0,0 0 1 0 0,-18 7-1 0 0,-8 1-63 0 0,-1-2 1 0 0,-44 9-1 0 0,20-6-303 0 0,61-15 239 0 0,-1 0 1 0 0,0 0 0 0 0,1 0-1 0 0,-1 0 1 0 0,1 0 0 0 0,-1 0 0 0 0,1 0-1 0 0,-1 0 1 0 0,0 0 0 0 0,1 0-1 0 0,-1 1 1 0 0,1-1 0 0 0,-1 0 0 0 0,1 0-1 0 0,-1 0 1 0 0,1 1 0 0 0,-1-1-1 0 0,1 0 1 0 0,-1 1 0 0 0,1-1-1 0 0,-1 0 1 0 0,1 1 0 0 0,-1-1 0 0 0,1 1-1 0 0,-1-1 1 0 0,1 0 0 0 0,0 1-1 0 0,-1-1 1 0 0,1 1 0 0 0,0-1 0 0 0,0 1-1 0 0,-1 0 1 0 0,1 0 0 0 0,16 5-4748 0 0,-12-5 5261 0 0,11 1-2921 0 0</inkml:trace>
</inkml:ink>
</file>

<file path=ppt/ink/ink20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4:54:21.1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87 7 696 0 0,'-2'-7'8628'0'0,"-7"15"-8433"0"0,-1 1 1 0 0,1 0 0 0 0,0 0 0 0 0,1 1 0 0 0,0-1 0 0 0,1 2 0 0 0,0-1-1 0 0,-10 21 1 0 0,17-30-92 0 0,4 6-30 0 0,4 0 40 0 0,18-21-108 0 0,16-21-89 0 0,-41 34 66 0 0,2 3-127 0 0,5 3 132 0 0,-1 0 0 0 0,0 0 0 0 0,0 1 0 0 0,-1 0 1 0 0,11 12-1 0 0,-9-9 5 0 0,-7-8 11 0 0,1 0-1 0 0,-1 0 0 0 0,1 0 1 0 0,-1 0-1 0 0,1 0 1 0 0,0 0-1 0 0,0 0 0 0 0,-1-1 1 0 0,1 1-1 0 0,0-1 0 0 0,0 1 1 0 0,-1-1-1 0 0,1 0 0 0 0,0 0 1 0 0,0 0-1 0 0,0 0 0 0 0,0 0 1 0 0,0 0-1 0 0,-1 0 1 0 0,1-1-1 0 0,0 1 0 0 0,2-1 1 0 0,37-15 45 0 0,-38 14-48 0 0,42-22 35 0 0,45-32 1 0 0,-54 32-72 0 0,-34 23 11 0 0,-1 1-8 0 0,0 1 27 0 0,0-1 0 0 0,-1 0-1 0 0,1 1 1 0 0,0-1 0 0 0,0 1-1 0 0,0-1 1 0 0,-1 1 0 0 0,1 0-1 0 0,0-1 1 0 0,0 1 0 0 0,-1 0-1 0 0,1-1 1 0 0,-1 1-1 0 0,1 0 1 0 0,-1 0 0 0 0,1-1-1 0 0,-1 1 1 0 0,1 0 0 0 0,-1 0-1 0 0,0 0 1 0 0,1 1 0 0 0,10 31-18 0 0,-3-9 10 0 0,-6-20 16 0 0,-1 0 1 0 0,1-1-1 0 0,1 1 0 0 0,-1 0 1 0 0,0-1-1 0 0,1 1 0 0 0,0-1 1 0 0,0 0-1 0 0,0 1 0 0 0,0-1 0 0 0,0-1 1 0 0,1 1-1 0 0,-1-1 0 0 0,1 1 1 0 0,0-1-1 0 0,0 0 0 0 0,0 0 1 0 0,0 0-1 0 0,0-1 0 0 0,0 0 1 0 0,0 1-1 0 0,0-2 0 0 0,1 1 1 0 0,-1 0-1 0 0,0-1 0 0 0,1 0 0 0 0,5 0 1 0 0,7-2 7 0 0,0-1 0 0 0,0-1 0 0 0,0-1 0 0 0,-1 0 1 0 0,25-11-1 0 0,20-6-6 0 0,-40 16-2 0 0,-12 3-11 0 0,0 1-1 0 0,0 0 0 0 0,0 0 0 0 0,0 0 0 0 0,0 1 0 0 0,1 1 1 0 0,-1 0-1 0 0,0 0 0 0 0,10 1 0 0 0,-17 0 8 0 0,0 0-1 0 0,0 0 1 0 0,-1 0-1 0 0,1 0 1 0 0,0 0-1 0 0,-1 1 1 0 0,1-1-1 0 0,-1 0 1 0 0,0 1-1 0 0,1-1 1 0 0,-1 1-1 0 0,0-1 1 0 0,0 1-1 0 0,0 0 1 0 0,0-1-1 0 0,0 1 1 0 0,0 0-1 0 0,-1 0 1 0 0,1-1-1 0 0,0 1 1 0 0,-1 0-1 0 0,0 0 1 0 0,1 0-1 0 0,-1 0 1 0 0,0 3-1 0 0,1 2 6 0 0,-1-1-1 0 0,0 0 0 0 0,0 0 0 0 0,0 1 0 0 0,-1-1 0 0 0,-2 8 0 0 0,1-5 9 0 0,1-7-14 0 0,1 0 0 0 0,-1 0 0 0 0,1 1 1 0 0,-1-1-1 0 0,0 0 0 0 0,0 0 0 0 0,0 0 0 0 0,0 0 0 0 0,0 0 1 0 0,0-1-1 0 0,-1 1 0 0 0,1 0 0 0 0,-1 0 0 0 0,-2 2 0 0 0,2-3-23 0 0,3 0-88 0 0,-1-1 110 0 0,0 1-1 0 0,1-1 1 0 0,-1 1 0 0 0,1-1 0 0 0,-1 1-1 0 0,1-1 1 0 0,-1 1 0 0 0,1-1 0 0 0,-1 0-1 0 0,1 1 1 0 0,-1-1 0 0 0,1 0 0 0 0,-1 1-1 0 0,1-1 1 0 0,0 0 0 0 0,-1 0 0 0 0,1 0-1 0 0,-1 1 1 0 0,1-1 0 0 0,0 0 0 0 0,-1 0-1 0 0,1 0 1 0 0,0 0 0 0 0,-1 0 0 0 0,1 0-1 0 0,-1 0 1 0 0,1 0 0 0 0,0-1 0 0 0,-1 1-1 0 0,1 0 1 0 0,0 0 0 0 0,-1 0 0 0 0,1-1-1 0 0,0 0 1 0 0,20-5-35 0 0,24-11 130 0 0,-1-2-1 0 0,-1-2 0 0 0,0-3 0 0 0,41-29 0 0 0,-84 52-59 0 0,0 1-1 0 0,1 0 0 0 0,-1 0 1 0 0,0 0-1 0 0,0 0 0 0 0,0 0 1 0 0,0 0-1 0 0,0-1 0 0 0,0 1 0 0 0,1 0 1 0 0,-1 0-1 0 0,0 0 0 0 0,0 0 1 0 0,0 0-1 0 0,0 0 0 0 0,0 0 1 0 0,1 0-1 0 0,-1 0 0 0 0,0 0 1 0 0,0 0-1 0 0,0 0 0 0 0,0 0 1 0 0,1 0-1 0 0,-1 0 0 0 0,0 0 0 0 0,0 0 1 0 0,0 0-1 0 0,0 0 0 0 0,1 0 1 0 0,-1 0-1 0 0,0 0 0 0 0,0 0 1 0 0,0 0-1 0 0,0 0 0 0 0,1 0 1 0 0,-1 0-1 0 0,0 0 0 0 0,0 0 0 0 0,0 1 1 0 0,0-1-1 0 0,0 0 0 0 0,1 0 1 0 0,-1 0-1 0 0,0 0 0 0 0,0 0 1 0 0,0 0-1 0 0,0 1 0 0 0,0-1 1 0 0,0 0-1 0 0,0 0 0 0 0,0 0 1 0 0,1 15 355 0 0,-1-11-448 0 0,-1 0-1 0 0,1 0 0 0 0,1 0 1 0 0,-1 0-1 0 0,0 0 0 0 0,1 0 1 0 0,0-1-1 0 0,0 1 0 0 0,0 0 1 0 0,0 0-1 0 0,1-1 0 0 0,-1 1 1 0 0,3 3-1 0 0,0-1-341 0 0,1-1-1 0 0,-1 0 1 0 0,1-1 0 0 0,0 1-1 0 0,10 6 1 0 0,16 5-4356 0 0,-7-8 1829 0 0</inkml:trace>
</inkml:ink>
</file>

<file path=ppt/ink/ink20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4:54:21.5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6 244 0 0,'7'-5'10286'0'0,"-7"10"-9798"0"0,0 22 392 0 0,-1 33 98 0 0,3 0 0 0 0,2 0 0 0 0,14 65-1 0 0,-13-74-1239 0 0,-5-49-71 0 0,0 0 0 0 0,0 1 0 0 0,0-1 0 0 0,-1 0 0 0 0,1 0 0 0 0,-1 1 0 0 0,1-1 0 0 0,-1 0 0 0 0,0 0 0 0 0,0 0 0 0 0,0 0 0 0 0,0 0 0 0 0,0 0 0 0 0,0 0 0 0 0,-1 0 0 0 0,1 0 0 0 0,-1-1 0 0 0,1 1 0 0 0,-4 2 0 0 0,1-2-3030 0 0,-7-1 255 0 0</inkml:trace>
</inkml:ink>
</file>

<file path=ppt/ink/ink20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4:54:21.8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0 117 168 0 0,'4'-3'1076'0'0,"9"-6"-337"0"0,1 0-1 0 0,0 1 1 0 0,0 1-1 0 0,1 0 1 0 0,0 1-1 0 0,0 1 1 0 0,29-7-1 0 0,121-17 1346 0 0,-141 25-1844 0 0,42-5 349 0 0,76 0 0 0 0,-115 9-2211 0 0,0 2-1 0 0,0 0 0 0 0,27 7 0 0 0,-43-7-720 0 0</inkml:trace>
</inkml:ink>
</file>

<file path=ppt/ink/ink20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4:54:22.1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1 292 0 0,'82'24'5449'0'0,"-69"-19"-4961"0"0,1 1 1 0 0,-1 0-1 0 0,-1 0 0 0 0,1 2 0 0 0,-1-1 0 0 0,20 18 0 0 0,-13-6 206 0 0,-1 0-1 0 0,31 42 1 0 0,-29-35-161 0 0,-5-12 1581 0 0,-11-30-134 0 0,0-16-2305 0 0,-1 25 16 0 0,0 0 0 0 0,1 0-1 0 0,0 0 1 0 0,0 0-1 0 0,0 0 1 0 0,1 1 0 0 0,0 0-1 0 0,9-9 1 0 0,29-18-6904 0 0,-30 25 4093 0 0</inkml:trace>
</inkml:ink>
</file>

<file path=ppt/ink/ink20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4:54:22.5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1 131 696 0 0,'3'1'405'0'0,"1"-1"1"0"0,0 0-1 0 0,-1 0 1 0 0,1-1-1 0 0,0 1 1 0 0,-1-1-1 0 0,1 0 0 0 0,-1 0 1 0 0,1 0-1 0 0,-1 0 1 0 0,1-1-1 0 0,-1 1 1 0 0,0-1-1 0 0,4-3 0 0 0,45-37 2994 0 0,-16 13-710 0 0,-34 27-2542 0 0,0 1 0 0 0,-1-1 0 0 0,0 1 0 0 0,1-1 0 0 0,-1 0 0 0 0,0 0 0 0 0,0 1 0 0 0,0-1 0 0 0,0 0 0 0 0,0 0 0 0 0,0 0 0 0 0,0 0 0 0 0,-1 0 0 0 0,1 0 0 0 0,0-3 0 0 0,-5-7 1139 0 0,3 12-1271 0 0,0 0 1 0 0,0 0-1 0 0,1 0 1 0 0,-1 0-1 0 0,0 0 1 0 0,0 0 0 0 0,0 0-1 0 0,0 0 1 0 0,0 0-1 0 0,1 0 1 0 0,-1 0-1 0 0,0 0 1 0 0,0 1-1 0 0,0-1 1 0 0,1 0-1 0 0,-1 1 1 0 0,0-1-1 0 0,0 0 1 0 0,1 1-1 0 0,-2 0 1 0 0,-4 3 2 0 0,1-1 0 0 0,-1 1 0 0 0,1 0 0 0 0,0 1 0 0 0,0 0 0 0 0,1-1 0 0 0,0 1 0 0 0,-1 1 0 0 0,2-1 0 0 0,-1 1 0 0 0,0-1 0 0 0,1 1 1 0 0,0 0-1 0 0,1 0 0 0 0,-1 1 0 0 0,1-1 0 0 0,-2 12 0 0 0,3-14-46 0 0,1 0-1 0 0,-1 0 1 0 0,1 1 0 0 0,0-1 0 0 0,0 0 0 0 0,1 1 0 0 0,-1-1 0 0 0,1 0-1 0 0,0 0 1 0 0,0 0 0 0 0,0 0 0 0 0,1 0 0 0 0,0 0 0 0 0,-1 0 0 0 0,2 0-1 0 0,-1 0 1 0 0,0-1 0 0 0,0 1 0 0 0,1-1 0 0 0,0 1 0 0 0,0-1 0 0 0,0 0-1 0 0,0 0 1 0 0,0-1 0 0 0,1 1 0 0 0,-1-1 0 0 0,1 1 0 0 0,0-1 0 0 0,5 2-1 0 0,5 2-76 0 0,0-1 0 0 0,1 0-1 0 0,-1-1 1 0 0,1-1-1 0 0,0 0 1 0 0,0-1-1 0 0,0-1 1 0 0,0 0-1 0 0,19-2 1 0 0,-24 0 94 0 0,0 1 0 0 0,-1-2 0 0 0,1 1 1 0 0,0-1-1 0 0,0-1 0 0 0,-1 0 0 0 0,1 0 0 0 0,-1-1 1 0 0,0 0-1 0 0,0 0 0 0 0,-1-1 0 0 0,1-1 0 0 0,-1 1 1 0 0,0-1-1 0 0,8-8 0 0 0,-2-10 1741 0 0,-14 27-1879 0 0,1 1 1 0 0,0 0-1 0 0,0 0 0 0 0,0-1 0 0 0,0 1 1 0 0,0-1-1 0 0,1 1 0 0 0,-1-1 0 0 0,1 0 1 0 0,0 1-1 0 0,0-1 0 0 0,3 4 0 0 0,-2-4-717 0 0,0 0 0 0 0,0 0-1 0 0,0-1 1 0 0,0 1 0 0 0,0-1-1 0 0,1 1 1 0 0,-1-1 0 0 0,5 2-1 0 0,6 2-3118 0 0</inkml:trace>
</inkml:ink>
</file>

<file path=ppt/ink/ink20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4:54:26.2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3 623 340 0 0,'-3'6'7794'0'0,"25"-10"-7533"0"0,-1-1 0 0 0,1 0 0 0 0,-1-2 0 0 0,0-1 0 0 0,-1 0 0 0 0,0-2 1 0 0,0 0-1 0 0,-1-1 0 0 0,-1-1 0 0 0,0-1 0 0 0,0 0 0 0 0,-1-2 0 0 0,-1 0 0 0 0,0 0 0 0 0,16-23 0 0 0,-28 32-177 0 0,0 1 0 0 0,-1 0 0 0 0,0-1 0 0 0,0 1 0 0 0,0-1 0 0 0,-1 0-1 0 0,0 0 1 0 0,0 0 0 0 0,0 0 0 0 0,-1 0 0 0 0,0-1 0 0 0,0 1 0 0 0,-1 0 0 0 0,0-1 0 0 0,0 1 0 0 0,0 0 0 0 0,-1-1-1 0 0,1 1 1 0 0,-4-8 0 0 0,4 13-80 0 0,0 0-1 0 0,-1 0 1 0 0,0 0-1 0 0,1 0 0 0 0,-1 0 1 0 0,1 0-1 0 0,-1 0 1 0 0,0 1-1 0 0,0-1 0 0 0,0 0 1 0 0,1 1-1 0 0,-1-1 1 0 0,0 0-1 0 0,0 1 1 0 0,0-1-1 0 0,0 1 0 0 0,0-1 1 0 0,0 1-1 0 0,0 0 1 0 0,0-1-1 0 0,0 1 1 0 0,0 0-1 0 0,0 0 0 0 0,0 0 1 0 0,0 0-1 0 0,0 0 1 0 0,0 0-1 0 0,-1 0 1 0 0,1 0-1 0 0,0 0 0 0 0,0 0 1 0 0,0 0-1 0 0,-1 1 1 0 0,-34 11 74 0 0,29-7-77 0 0,0-1-1 0 0,1 1 1 0 0,-1 1-1 0 0,1-1 1 0 0,0 1-1 0 0,1 0 1 0 0,0 0 0 0 0,0 1-1 0 0,0 0 1 0 0,1-1-1 0 0,-1 2 1 0 0,2-1 0 0 0,-1 0-1 0 0,1 1 1 0 0,0 0-1 0 0,1-1 1 0 0,0 1-1 0 0,0 0 1 0 0,-1 9 0 0 0,2-13-1 0 0,1 1 1 0 0,0-1-1 0 0,-1 1 1 0 0,1-1-1 0 0,1 1 0 0 0,-1-1 1 0 0,1 0-1 0 0,-1 1 1 0 0,1-1-1 0 0,1 1 1 0 0,-1-1-1 0 0,1 0 1 0 0,-1 0-1 0 0,1 0 1 0 0,0 0-1 0 0,1 0 1 0 0,-1 0-1 0 0,1 0 1 0 0,-1-1-1 0 0,1 1 1 0 0,0-1-1 0 0,1 0 1 0 0,-1 0-1 0 0,0 0 1 0 0,1 0-1 0 0,0-1 1 0 0,-1 1-1 0 0,1-1 0 0 0,0 0 1 0 0,0 0-1 0 0,1 0 1 0 0,-1-1-1 0 0,0 0 1 0 0,0 0-1 0 0,1 0 1 0 0,5 1-1 0 0,4-1 7 0 0,0 0 0 0 0,1-1 0 0 0,-1-1 0 0 0,0 0-1 0 0,0-1 1 0 0,0-1 0 0 0,0 0 0 0 0,0 0 0 0 0,-1-2-1 0 0,1 0 1 0 0,-1 0 0 0 0,0-1 0 0 0,19-12 0 0 0,-13 6 2 0 0,-1 0 0 0 0,0-1 1 0 0,-1-1-1 0 0,0-1 0 0 0,-1 0 1 0 0,0-1-1 0 0,-2-1 0 0 0,14-19 1 0 0,-18 20 22 0 0,-2-1 0 0 0,0 0 0 0 0,0 0-1 0 0,-2 0 1 0 0,0-1 0 0 0,-1 0 0 0 0,-1 0 0 0 0,-1 0 0 0 0,0 0 0 0 0,-1-1 0 0 0,-1 1 0 0 0,-1-1 0 0 0,-1 0 0 0 0,0 1 0 0 0,-5-24 0 0 0,4 36 31 0 0,-5-43 397 0 0,7 48-376 0 0,-2-6 4 0 0,2 7-96 0 0,0 0 1 0 0,0 0-1 0 0,0 0 1 0 0,0 0 0 0 0,0 0-1 0 0,0 0 1 0 0,0 0 0 0 0,0 0-1 0 0,0 0 1 0 0,0 1-1 0 0,0-1 1 0 0,0 0 0 0 0,0 0-1 0 0,0 0 1 0 0,0 0 0 0 0,0 0-1 0 0,0 0 1 0 0,-1 0-1 0 0,1 0 1 0 0,0 0 0 0 0,0 0-1 0 0,0 0 1 0 0,0 0 0 0 0,0 0-1 0 0,0 0 1 0 0,0 0-1 0 0,0 0 1 0 0,0 0 0 0 0,0 0-1 0 0,-1 0 1 0 0,1 0-1 0 0,0 0 1 0 0,0 0 0 0 0,0 0-1 0 0,0 0 1 0 0,0 0 0 0 0,0 0-1 0 0,0 0 1 0 0,0 0-1 0 0,0 0 1 0 0,0 0 0 0 0,-1 0-1 0 0,1 0 1 0 0,0 0 0 0 0,0 0-1 0 0,0 0 1 0 0,0 0-1 0 0,0 0 1 0 0,0 0 0 0 0,0 0-1 0 0,0 0 1 0 0,0-1-1 0 0,0 1 1 0 0,-33 144-139 0 0,-1 5 68 0 0,30-129 76 0 0,2 1 0 0 0,1-1 0 0 0,0 1 1 0 0,2 0-1 0 0,3 27 0 0 0,-3-39 4 0 0,1 0 1 0 0,0 0-1 0 0,1 0 1 0 0,-1-1-1 0 0,2 1 0 0 0,-1-1 1 0 0,1 1-1 0 0,0-1 1 0 0,1-1-1 0 0,0 1 1 0 0,0-1-1 0 0,1 1 1 0 0,0-1-1 0 0,0-1 1 0 0,11 9-1 0 0,-15-13 17 0 0,0-1-1 0 0,0 0 1 0 0,0 0-1 0 0,0 0 1 0 0,0-1 0 0 0,0 1-1 0 0,0 0 1 0 0,0-1-1 0 0,0 1 1 0 0,1-1 0 0 0,-1 0-1 0 0,0 0 1 0 0,0 0-1 0 0,1 0 1 0 0,-1 0 0 0 0,0 0-1 0 0,0-1 1 0 0,0 1-1 0 0,1-1 1 0 0,-1 1 0 0 0,0-1-1 0 0,0 0 1 0 0,0 0-1 0 0,0 0 1 0 0,0 0 0 0 0,2-2-1 0 0,8-5 13 0 0,0 0-1 0 0,0-1 0 0 0,12-12 1 0 0,3-2 37 0 0,-5 6-80 0 0,1 1 0 0 0,0 2 0 0 0,1 0 0 0 0,1 1 0 0 0,0 2 0 0 0,1 0 1 0 0,0 2-1 0 0,0 1 0 0 0,30-5 0 0 0,-55 12 9 0 0,0 1 0 0 0,1 0 0 0 0,-1 0 0 0 0,0 0 0 0 0,0 0 0 0 0,0 0 0 0 0,0 0 0 0 0,0 0 0 0 0,0 1 0 0 0,0-1 0 0 0,0 0 0 0 0,0 0 0 0 0,0 1 0 0 0,0-1 0 0 0,0 1 0 0 0,0-1 0 0 0,0 1 0 0 0,0-1 0 0 0,0 1 0 0 0,0 0 0 0 0,0-1 0 0 0,-1 1 0 0 0,1 0 0 0 0,0 0 0 0 0,0 0 0 0 0,-1-1 0 0 0,1 1 0 0 0,-1 0 0 0 0,1 0 0 0 0,-1 0 0 0 0,1 0 0 0 0,-1 0 0 0 0,1 0 0 0 0,-1 0 0 0 0,0 0 0 0 0,0 0 0 0 0,1 0 0 0 0,-1 0 0 0 0,0 1 0 0 0,0-1 0 0 0,0 0 0 0 0,0 0 0 0 0,0 0 0 0 0,-1 0 0 0 0,1 0 0 0 0,0 0 0 0 0,-1 1 0 0 0,1 5-1 0 0,-1-1 1 0 0,0 0-1 0 0,-1 0 0 0 0,0 0 1 0 0,0 0-1 0 0,-4 9 0 0 0,-61 91-51 0 0,62-95-127 0 0,9-8 80 0 0,21-11 55 0 0,34-23 30 0 0,-47 23 68 0 0,1-1-1 0 0,-1 0 1 0 0,-1-1-1 0 0,0-1 1 0 0,0 0-1 0 0,-1 0 1 0 0,0-1-1 0 0,-1 0 1 0 0,8-14-1 0 0,-8 15 503 0 0,-4 14-94 0 0,1 22 134 0 0,-3-4-483 0 0,1-14-137 0 0,0 1 1 0 0,0-1-1 0 0,0 0 1 0 0,1 0 0 0 0,0 0-1 0 0,0-1 1 0 0,1 0 0 0 0,0 0-1 0 0,0 0 1 0 0,0-1 0 0 0,1 0-1 0 0,0 0 1 0 0,14 8-1 0 0,41 14-2828 0 0,2-12-4465 0 0,-43-12 3565 0 0</inkml:trace>
</inkml:ink>
</file>

<file path=ppt/ink/ink20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4:54:31.9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99 3 1172 0 0,'3'-2'11169'0'0,"-20"37"-9737"0"0,-26 73 0 0 0,42-104-1391 0 0,0-1 1 0 0,0 0 0 0 0,0 1 0 0 0,0-1-1 0 0,-1 0 1 0 0,1 1 0 0 0,-1-1 0 0 0,0 0-1 0 0,0 0 1 0 0,0-1 0 0 0,0 1 0 0 0,-4 3-1 0 0,5-5-397 0 0,-11-17-8582 0 0,7 3 5309 0 0</inkml:trace>
</inkml:ink>
</file>

<file path=ppt/ink/ink20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4:54:32.2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 83 884 0 0,'-8'-55'8579'0'0,"8"53"-7796"0"0,2-4 278 0 0,-2 5-1025 0 0,0 0 0 0 0,0 0 0 0 0,0 0 0 0 0,0 0 0 0 0,0 0 1 0 0,0 1-1 0 0,0-1 0 0 0,1 0 0 0 0,-1 0 0 0 0,0 0 0 0 0,1 0 1 0 0,-1 0-1 0 0,1 1 0 0 0,-1-1 0 0 0,1 0 0 0 0,-1 0 0 0 0,1 1 1 0 0,1-2-1 0 0,0 1-254 0 0,0 0 0 0 0,1 1 1 0 0,-1 0-1 0 0,0-1 0 0 0,1 1 1 0 0,-1 0-1 0 0,1 0 0 0 0,-1 1 1 0 0,0-1-1 0 0,1 0 0 0 0,-1 1 1 0 0,0-1-1 0 0,1 1 0 0 0,-1 0 1 0 0,0 0-1 0 0,3 1 0 0 0,14 5-3316 0 0,-4-3 855 0 0</inkml:trace>
</inkml:ink>
</file>

<file path=ppt/ink/ink20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4:54:32.6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507 79 180 0 0,'-2'-5'550'0'0,"-1"0"0"0"0,-1 0 1 0 0,1 0-1 0 0,0 0 0 0 0,-1 0 0 0 0,0 1 0 0 0,0-1 0 0 0,-1 1 1 0 0,1 0-1 0 0,-1 0 0 0 0,0 1 0 0 0,0-1 0 0 0,0 1 0 0 0,0 0 1 0 0,-1 1-1 0 0,1-1 0 0 0,-1 1 0 0 0,0 0 0 0 0,1 1 0 0 0,-1-1 1 0 0,0 1-1 0 0,-12-1 0 0 0,14 3-434 0 0,0 1-1 0 0,1 0 1 0 0,-1 0 0 0 0,1 0 0 0 0,-1 0 0 0 0,1 1-1 0 0,0-1 1 0 0,0 1 0 0 0,0 0 0 0 0,0 0 0 0 0,0 0-1 0 0,1 0 1 0 0,-1 0 0 0 0,1 0 0 0 0,-3 6 0 0 0,-7 13 134 0 0,1 0 0 0 0,0 1 0 0 0,2 0 1 0 0,1 1-1 0 0,-8 37 0 0 0,-15 126 515 0 0,30-179-726 0 0,-16 141 408 0 0,11-75-716 0 0,-3-1-1 0 0,-3-1 1 0 0,-41 133-1 0 0,51-199-34 0 0,-29 65-1763 0 0,28-66 1131 0 0,0-1 0 0 0,0 1 0 0 0,0-1 0 0 0,-1 0 0 0 0,1 0 0 0 0,-1 0-1 0 0,-5 4 1 0 0,-4 0-2721 0 0</inkml:trace>
  <inkml:trace contextRef="#ctx0" brushRef="#br0" timeOffset="1">1 861 872 0 0,'3'-7'1200'0'0,"7"-4"-136"0"0,-4-1-108 0 0,5 0-84 0 0,-1-2-83 0 0,10-2-77 0 0,-1 1-72 0 0,4-4-76 0 0,15 1-72 0 0,2 0-152 0 0,5 0-200 0 0,1 3-260 0 0,3 1-280 0 0,5 4-320 0 0,-3-1-516 0 0,0 4-1337 0 0,-3 2 593 0 0</inkml:trace>
</inkml:ink>
</file>

<file path=ppt/ink/ink20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4:54:33.3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330 66 632 0 0,'-4'-26'6406'0'0,"0"9"-3584"0"0,1 15-2605 0 0,1 0 1 0 0,-1 0 0 0 0,0 0 0 0 0,0 0 0 0 0,0 0 0 0 0,0 1 0 0 0,-1-1-1 0 0,1 1 1 0 0,0 0 0 0 0,-1 0 0 0 0,1 0 0 0 0,-1 1 0 0 0,1-1-1 0 0,-1 1 1 0 0,-3-1 0 0 0,-2 2-33 0 0,1-1-1 0 0,0 1 1 0 0,0 1-1 0 0,0-1 1 0 0,0 2-1 0 0,-11 3 1 0 0,2 1-49 0 0,0 1 1 0 0,0 1-1 0 0,0 1 1 0 0,1 0-1 0 0,-17 14 1 0 0,26-17-82 0 0,-1 0 0 0 0,1 0 0 0 0,1 0 1 0 0,-1 1-1 0 0,1 0 0 0 0,0 0 0 0 0,1 1 0 0 0,0 0 0 0 0,1 0 0 0 0,-1 0 1 0 0,2 0-1 0 0,-1 1 0 0 0,-2 13 0 0 0,5-19-57 0 0,0 1 1 0 0,1-1-1 0 0,0 0 1 0 0,0 1-1 0 0,0-1 1 0 0,0 1-1 0 0,1-1 1 0 0,-1 1-1 0 0,1-1 1 0 0,0 0-1 0 0,1 1 1 0 0,-1-1-1 0 0,1 0 1 0 0,-1 0-1 0 0,1 0 1 0 0,1 0-1 0 0,-1 0 1 0 0,0-1-1 0 0,1 1 1 0 0,0-1-1 0 0,0 1 1 0 0,0-1-1 0 0,0 0 1 0 0,1 0-1 0 0,-1 0 1 0 0,1-1-1 0 0,-1 1 1 0 0,1-1-1 0 0,0 0 1 0 0,0 0-1 0 0,0 0 1 0 0,6 1-1 0 0,4 2-57 0 0,1-1-1 0 0,0-1 1 0 0,-1 0 0 0 0,1-2-1 0 0,1 1 1 0 0,-1-2 0 0 0,0 0-1 0 0,0 0 1 0 0,0-2 0 0 0,0 0 0 0 0,0 0-1 0 0,0-2 1 0 0,-1 0 0 0 0,1 0-1 0 0,20-10 1 0 0,14-9-66 0 0,-1-1 1 0 0,87-60-1 0 0,-132 82 123 0 0,18-12 89 0 0,0-1 0 0 0,-1-1 0 0 0,23-23 0 0 0,46-61 3723 0 0,-88 98-3065 0 0,-5 31 206 0 0,2-20-934 0 0,-3 9-161 0 0,1-1 1 0 0,0 1-1 0 0,2-1 0 0 0,-1 30 0 0 0,3-43 53 0 0,0 0-1 0 0,0 0 1 0 0,1 1-1 0 0,0-1 0 0 0,0 0 1 0 0,0 0-1 0 0,0 0 0 0 0,1 0 1 0 0,-1-1-1 0 0,1 1 1 0 0,0 0-1 0 0,0-1 0 0 0,0 1 1 0 0,1-1-1 0 0,-1 1 1 0 0,1-1-1 0 0,0 0 0 0 0,0 0 1 0 0,0-1-1 0 0,0 1 0 0 0,1 0 1 0 0,-1-1-1 0 0,1 0 1 0 0,7 4-1 0 0,-6-5-26 0 0,1 1 0 0 0,-1-1 1 0 0,1 0-1 0 0,0 0 0 0 0,-1 0 0 0 0,1-1 0 0 0,0 0 1 0 0,0 0-1 0 0,-1-1 0 0 0,1 0 0 0 0,0 0 0 0 0,-1 0 1 0 0,1 0-1 0 0,-1-1 0 0 0,1 0 0 0 0,-1 0 1 0 0,5-3-1 0 0,3-1-99 0 0,-1 0 0 0 0,0-1 0 0 0,-1-1-1 0 0,0 0 1 0 0,0 0 0 0 0,9-11 0 0 0,-13 12 350 0 0,0 0 0 0 0,-1-1-1 0 0,-1 0 1 0 0,9-14 0 0 0,-13 20 106 0 0,3-7 564 0 0,-4 10-788 0 0,0-1 1 0 0,0 0 0 0 0,0 0 0 0 0,0 0 0 0 0,0 0 0 0 0,0 0 0 0 0,0 0-1 0 0,0 1 1 0 0,0-1 0 0 0,0 0 0 0 0,0 0 0 0 0,1 0 0 0 0,-1 0 0 0 0,0 0 0 0 0,0 0-1 0 0,0 0 1 0 0,0 0 0 0 0,0 1 0 0 0,0-1 0 0 0,1 0 0 0 0,-1 0 0 0 0,0 0-1 0 0,0 0 1 0 0,0 0 0 0 0,0 0 0 0 0,0 0 0 0 0,0 0 0 0 0,1 0 0 0 0,-1 0 0 0 0,0 0-1 0 0,0 0 1 0 0,0 0 0 0 0,0 0 0 0 0,0 0 0 0 0,1 0 0 0 0,-1 0 0 0 0,0 0-1 0 0,0 0 1 0 0,0 0 0 0 0,0 0 0 0 0,0 0 0 0 0,0-1 0 0 0,1 1 0 0 0,-1 0 0 0 0,0 0-1 0 0,0 0 1 0 0,0 0 0 0 0,0 0 0 0 0,0 0 0 0 0,0 0 0 0 0,0 0 0 0 0,1 0-1 0 0,-1-1 1 0 0,0 1 0 0 0,0 0 0 0 0,0 0 0 0 0,0 0 0 0 0,0 0 0 0 0,0 0-1 0 0,0-1 1 0 0,0 1 0 0 0,0 0 0 0 0,0 0 0 0 0,0 0 0 0 0,0 0 0 0 0,0-1 0 0 0,3 13-200 0 0,1-1 0 0 0,0 1 0 0 0,0-1 0 0 0,1-1 0 0 0,9 15 0 0 0,23 24-4455 0 0,-35-46 4065 0 0,0-1-414 0 0,9 7-6103 0 0</inkml:trace>
</inkml:ink>
</file>

<file path=ppt/ink/ink20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4:54:33.6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27 760 0 0,'1'-1'191'0'0,"0"0"0"0"0,0 0 0 0 0,0 0 0 0 0,0 1 1 0 0,0-1-1 0 0,0 0 0 0 0,0 1 0 0 0,0-1 0 0 0,0 1 0 0 0,0-1 0 0 0,0 1 0 0 0,0 0 0 0 0,0-1 0 0 0,0 1 1 0 0,1 0-1 0 0,-1 0 0 0 0,0 0 0 0 0,0 0 0 0 0,0 0 0 0 0,0 0 0 0 0,1 0 0 0 0,-1 0 0 0 0,0 0 0 0 0,0 0 1 0 0,0 1-1 0 0,0-1 0 0 0,0 0 0 0 0,0 1 0 0 0,2 0 0 0 0,1 2 40 0 0,-1-1-1 0 0,1 1 1 0 0,-1-1-1 0 0,0 1 1 0 0,0 0-1 0 0,0 1 1 0 0,0-1 0 0 0,4 6-1 0 0,0 2 33 0 0,0 1 1 0 0,0 0-1 0 0,-1 1 0 0 0,7 21 0 0 0,-9 30 3577 0 0,-3-71-3643 0 0,4-7-264 0 0,-1 0 0 0 0,2 1 0 0 0,0-1 0 0 0,1 1-1 0 0,0 0 1 0 0,17-22 0 0 0,-10 16-2799 0 0,1 2 1 0 0,19-17-1 0 0,-28 29 136 0 0</inkml:trace>
</inkml:ink>
</file>

<file path=ppt/ink/ink20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4:54:33.9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0 392 0 0,'16'2'1993'0'0,"-10"-2"-1700"0"0,0 1 0 0 0,0 0 0 0 0,-1 0 0 0 0,1 1 0 0 0,-1-1 0 0 0,1 1 0 0 0,-1 0 0 0 0,0 1 0 0 0,0-1 0 0 0,1 1 0 0 0,-2 0 0 0 0,1 1 1 0 0,0-1-1 0 0,-1 1 0 0 0,1 0 0 0 0,-1 0 0 0 0,0 0 0 0 0,-1 0 0 0 0,5 7 0 0 0,-3-4-135 0 0,0 0 0 0 0,-1 0 0 0 0,1 1 1 0 0,-2 0-1 0 0,1 0 0 0 0,-1 0 0 0 0,0 0 0 0 0,-1 0 1 0 0,0 1-1 0 0,0-1 0 0 0,-1 1 0 0 0,1 9 0 0 0,-5 12 2262 0 0,10-59-1621 0 0,0 16-862 0 0,-1 1 0 0 0,2-1-1 0 0,-1 1 1 0 0,2 1 0 0 0,-1-1 0 0 0,2 1-1 0 0,16-15 1 0 0,40-28-7823 0 0,-55 46 5001 0 0</inkml:trace>
</inkml:ink>
</file>

<file path=ppt/ink/ink20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4:54:34.3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34 776 0 0,'0'0'1164'0'0,"11"5"3021"0"0,7-10-2561 0 0,-4-3-364 0 0,7 3-864 0 0,-10 4-200 0 0,5-3-216 0 0,1 1-276 0 0,0-2-236 0 0,2 5-328 0 0,-4-2-460 0 0,4-2-1425 0 0,-1 2 637 0 0</inkml:trace>
</inkml:ink>
</file>

<file path=ppt/ink/ink20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4:54:34.6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394 72 64 0 0,'0'-3'482'0'0,"0"-1"1"0"0,-1 1-1 0 0,1-1 0 0 0,-1 1 1 0 0,0 0-1 0 0,0-1 1 0 0,0 1-1 0 0,0 0 0 0 0,0 0 1 0 0,-1-1-1 0 0,1 1 0 0 0,-1 0 1 0 0,0 1-1 0 0,0-1 1 0 0,0 0-1 0 0,-1 0 0 0 0,1 1 1 0 0,0-1-1 0 0,-4-2 0 0 0,4 4-362 0 0,0 0 0 0 0,0 0-1 0 0,0 0 1 0 0,0 0-1 0 0,0 1 1 0 0,0-1 0 0 0,0 0-1 0 0,0 1 1 0 0,-1 0-1 0 0,1-1 1 0 0,0 1-1 0 0,0 0 1 0 0,0 0 0 0 0,-1 0-1 0 0,1 0 1 0 0,0 1-1 0 0,0-1 1 0 0,0 1 0 0 0,0-1-1 0 0,0 1 1 0 0,0 0-1 0 0,0-1 1 0 0,0 1-1 0 0,0 0 1 0 0,0 0 0 0 0,0 1-1 0 0,0-1 1 0 0,1 0-1 0 0,-1 1 1 0 0,0-1 0 0 0,1 1-1 0 0,-1-1 1 0 0,-1 3-1 0 0,-2 3-55 0 0,-1 0 0 0 0,1 1 0 0 0,1 0 0 0 0,-1 0 0 0 0,1 0 0 0 0,0 0 0 0 0,1 1 0 0 0,0-1 0 0 0,1 1 0 0 0,-1 0 0 0 0,2 0 0 0 0,-1 0 0 0 0,1 0 0 0 0,1 0 0 0 0,0 17-1 0 0,0-9-150 0 0,-2 0 0 0 0,1 0 0 0 0,-7 22 0 0 0,7-36 79 0 0,0-1-1 0 0,0 1 1 0 0,0-1-1 0 0,0 1 1 0 0,0-1 0 0 0,-1 0-1 0 0,1 1 1 0 0,-1-1 0 0 0,1 0-1 0 0,-1 0 1 0 0,0 0-1 0 0,0 0 1 0 0,0-1 0 0 0,0 1-1 0 0,0-1 1 0 0,0 1-1 0 0,-1-1 1 0 0,-2 2 0 0 0,-1-1 37 0 0,1 0 0 0 0,-1 0 1 0 0,1-1-1 0 0,-1 0 1 0 0,0 0-1 0 0,1 0 1 0 0,-1-1-1 0 0,-7 1 0 0 0,1-2 25 0 0,0 0 1 0 0,0-1-1 0 0,0 0 0 0 0,0-1 0 0 0,1 0 0 0 0,-1 0 0 0 0,-17-9 0 0 0,20 7-482 0 0,7 5 227 0 0,1-1 0 0 0,-1 1 0 0 0,1-1 1 0 0,-1 0-1 0 0,1 0 0 0 0,0 0 1 0 0,-1 0-1 0 0,1 0 0 0 0,0 0 1 0 0,0 0-1 0 0,-1 0 0 0 0,1 0 0 0 0,0 0 1 0 0,0 0-1 0 0,-1-3 0 0 0,16-17-8641 0 0</inkml:trace>
</inkml:ink>
</file>

<file path=ppt/ink/ink20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4:54:35.0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92 40 1048 0 0,'1'-3'1584'0'0,"20"-33"14342"0"0,-22 42-15567 0 0,0-4-307 0 0,-33 181 2034 0 0,25-137-1805 0 0,7-35-702 0 0,1-1 0 0 0,-1 1 0 0 0,-1-1 0 0 0,0 0 0 0 0,0 0 0 0 0,-1 0 0 0 0,0 0 0 0 0,-8 12 0 0 0,-8-4-4021 0 0,6-12-1754 0 0</inkml:trace>
</inkml:ink>
</file>

<file path=ppt/ink/ink20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4:54:35.5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0 473 220 0 0,'141'-35'4850'0'0,"36"-7"-3003"0"0,-131 35-1460 0 0,82-17 2125 0 0,-126 24-2151 0 0,-3 6 2395 0 0,-13 10-2104 0 0,-21 16-335 0 0,33-31-276 0 0,2-1-49 0 0,1 0 0 0 0,-1 0 1 0 0,0 0-1 0 0,0 0 0 0 0,0 0 0 0 0,0 0 0 0 0,0 0 0 0 0,0 0 0 0 0,0 1 0 0 0,1-1 0 0 0,-1 0 0 0 0,0 0 1 0 0,0 0-1 0 0,0 0 0 0 0,0 0 0 0 0,0 0 0 0 0,0 0 0 0 0,0 0 0 0 0,0 1 0 0 0,0-1 0 0 0,0 0 0 0 0,0 0 0 0 0,0 0 1 0 0,0 0-1 0 0,0 0 0 0 0,0 0 0 0 0,0 1 0 0 0,0-1 0 0 0,1 0 0 0 0,-1 0 0 0 0,-1 0 0 0 0,1 0 0 0 0,0 0 1 0 0,0 0-1 0 0,0 1 0 0 0,0-1 0 0 0,0 0 0 0 0,0 0 0 0 0,0 0 0 0 0,0 0 0 0 0,0 0 0 0 0,0 0 0 0 0,0 0 0 0 0,0 1 1 0 0,0-1-1 0 0,0 0 0 0 0,0 0 0 0 0,0 0 0 0 0,-1 0 0 0 0,1 0 0 0 0,0 0 0 0 0,0 0 0 0 0,0 0 0 0 0,0 0 1 0 0,0 0-1 0 0,0 1 0 0 0,0-1 0 0 0,-1 0 0 0 0,1 0 0 0 0,0 0 0 0 0,0 0 0 0 0,8-4-49 0 0,21-6-294 0 0,18 11-464 0 0,-19 2 523 0 0,-16-4 251 0 0,0 0 0 0 0,-1 0 0 0 0,1-1-1 0 0,-1 0 1 0 0,0-1 0 0 0,0 0 0 0 0,0-1 0 0 0,0-1 0 0 0,0 1 0 0 0,-1-2 0 0 0,0 1 0 0 0,0-1 0 0 0,0-1 0 0 0,-1 0 0 0 0,0 0 0 0 0,0-1 0 0 0,14-17 0 0 0,3-8 103 0 0,-1-1 0 0 0,-2-1 1 0 0,30-61-1 0 0,-28 50 82 0 0,4-19 1757 0 0,-28 64-1624 0 0,-1-1 97 0 0,1-5-424 0 0,-4 8 1379 0 0,-6 12-1283 0 0,0 1-1 0 0,0 1 0 0 0,2-1 0 0 0,0 1 0 0 0,0 1 1 0 0,1-1-1 0 0,1 1 0 0 0,1 0 0 0 0,0 0 1 0 0,-1 18-1 0 0,3-23-49 0 0,1-1 0 0 0,0 1 0 0 0,1-1 1 0 0,0 1-1 0 0,0-1 0 0 0,1 1 0 0 0,1-1 1 0 0,0 0-1 0 0,0 1 0 0 0,1-1 0 0 0,0 0 0 0 0,1 0 1 0 0,0-1-1 0 0,0 1 0 0 0,1-1 0 0 0,1 0 1 0 0,10 14-1 0 0,-14-20-25 0 0,1 0 1 0 0,0-1-1 0 0,0 0 1 0 0,0 0-1 0 0,0 0 1 0 0,0 0-1 0 0,1 0 1 0 0,-1 0-1 0 0,1-1 1 0 0,-1 0-1 0 0,1 1 1 0 0,-1-2-1 0 0,1 1 1 0 0,0 0-1 0 0,-1-1 1 0 0,1 1-1 0 0,0-1 1 0 0,0 0-1 0 0,-1 0 1 0 0,7-1-1 0 0,-3 0 42 0 0,-1-1-1 0 0,1 0 1 0 0,-1 0-1 0 0,0 0 1 0 0,0 0-1 0 0,0-1 0 0 0,0 0 1 0 0,0-1-1 0 0,-1 1 1 0 0,10-8-1 0 0,-13 10 384 0 0,-1 3-360 0 0,1 0 0 0 0,0 1 0 0 0,-1-1 0 0 0,0 1 0 0 0,1 0 0 0 0,-1-1 0 0 0,0 1 0 0 0,0 0 0 0 0,-1 0 0 0 0,1-1 0 0 0,0 1 0 0 0,-1 5 0 0 0,15 39-587 0 0,5-23-1927 0 0,0-22-1996 0 0</inkml:trace>
</inkml:ink>
</file>

<file path=ppt/ink/ink20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4:54:35.9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6 1012 0 0,'0'0'5652'0'0,"7"2"-4684"0"0,8 0-415 0 0,1-1 1 0 0,-1 0-1 0 0,0-1 1 0 0,1-1-1 0 0,-1-1 0 0 0,0 0 1 0 0,16-4-1 0 0,-28 5-998 0 0,10 3-1534 0 0</inkml:trace>
</inkml:ink>
</file>

<file path=ppt/ink/ink20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4:54:38.5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75 49 956 0 0,'-10'-38'4782'0'0,"9"36"-4027"0"0,0-1 175 0 0,1 3-886 0 0,0 0 0 0 0,0 0 0 0 0,0 0 1 0 0,0-1-1 0 0,0 1 0 0 0,0 0 0 0 0,0 0 0 0 0,0 0 0 0 0,0-1 0 0 0,0 1 0 0 0,0 0 0 0 0,0 0 1 0 0,0 0-1 0 0,0 0 0 0 0,0-1 0 0 0,0 1 0 0 0,0 0 0 0 0,0 0 0 0 0,0 0 0 0 0,-1-1 0 0 0,1 1 1 0 0,0 0-1 0 0,0 0 0 0 0,0 0 0 0 0,0 0 0 0 0,0 0 0 0 0,-1-1 0 0 0,1 1 0 0 0,0 0 1 0 0,0 0-1 0 0,0 0 0 0 0,0 0 0 0 0,-1 0 0 0 0,1 0 0 0 0,0 0 0 0 0,0 0 0 0 0,0 0 0 0 0,-1 0 1 0 0,1 0-1 0 0,0 0 0 0 0,0 0 0 0 0,0 0 0 0 0,-1 0 0 0 0,1 0 0 0 0,0 0 0 0 0,0 0 0 0 0,0 0 1 0 0,-1 0-1 0 0,1 0 0 0 0,0 0 0 0 0,0 0 0 0 0,0 0 0 0 0,0 0 0 0 0,-1 0 0 0 0,1 0 0 0 0,0 1 1 0 0,-9 16 202 0 0,1 0 0 0 0,0 1 0 0 0,2 0 1 0 0,0 1-1 0 0,1-1 0 0 0,1 1 1 0 0,1 0-1 0 0,0 0 0 0 0,1 30 0 0 0,1-47-234 0 0,1-1-1 0 0,0 0 0 0 0,0 1 1 0 0,0-1-1 0 0,-1 0 0 0 0,1 0 0 0 0,0 1 1 0 0,1-1-1 0 0,-1 0 0 0 0,0 1 0 0 0,0-1 1 0 0,0 0-1 0 0,1 0 0 0 0,-1 1 0 0 0,1-1 1 0 0,-1 0-1 0 0,1 0 0 0 0,-1 0 0 0 0,1 0 1 0 0,0 1-1 0 0,0-1 0 0 0,0 0 1 0 0,-1 0-1 0 0,1 0 0 0 0,0-1 0 0 0,0 1 1 0 0,0 0-1 0 0,0 0 0 0 0,0 0 0 0 0,1-1 1 0 0,-1 1-1 0 0,1 0 0 0 0,0 0 24 0 0,3-3-12 0 0,81-39 67 0 0,-65 29-80 0 0,0 1-1 0 0,1 1 1 0 0,-1 1 0 0 0,2 1-1 0 0,36-8 1 0 0,-55 16-18 0 0,1-1 0 0 0,0 1 1 0 0,0 0-1 0 0,-1 0 0 0 0,1 0 0 0 0,0 0 1 0 0,0 1-1 0 0,7 2 0 0 0,-11-3 6 0 0,1 1 0 0 0,0 0 0 0 0,-1 0-1 0 0,1 0 1 0 0,0 0 0 0 0,-1 0 0 0 0,1 0 0 0 0,-1 0 0 0 0,0 1-1 0 0,1-1 1 0 0,-1 0 0 0 0,0 1 0 0 0,0-1 0 0 0,0 1-1 0 0,0 0 1 0 0,0-1 0 0 0,0 1 0 0 0,-1 0 0 0 0,1-1-1 0 0,0 1 1 0 0,-1 0 0 0 0,1 0 0 0 0,-1 2 0 0 0,1 1 11 0 0,-1-1 1 0 0,0 0 0 0 0,-1 0 0 0 0,1 0 0 0 0,-1 0 0 0 0,0 0 0 0 0,0 0 0 0 0,0 0-1 0 0,0 0 1 0 0,-1 0 0 0 0,0 0 0 0 0,0 0 0 0 0,0-1 0 0 0,0 1 0 0 0,0-1 0 0 0,-1 0 0 0 0,1 1-1 0 0,-1-1 1 0 0,0 0 0 0 0,0-1 0 0 0,-5 5 0 0 0,-34 20-1732 0 0,38-25 906 0 0,-1 0-1 0 0,1-1 1 0 0,-1 1 0 0 0,1-1-1 0 0,-1 0 1 0 0,1-1 0 0 0,-7 1-1 0 0</inkml:trace>
</inkml:ink>
</file>

<file path=ppt/ink/ink20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4:54:38.9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43 900 0 0,'0'0'2316'0'0,"-3"-15"701"0"0,3 4-465 0 0,8-4-2248 0 0,5 14-396 0 0,8 2-596 0 0,-3 4 64 0 0,-2 1-660 0 0,2 1-1385 0 0,4 1 613 0 0</inkml:trace>
</inkml:ink>
</file>

<file path=ppt/ink/ink20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4:54:39.3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124 23 912 0 0,'11'-16'6930'0'0,"-12"9"-2935"0"0,-23 16-1893 0 0,-19 18-3362 0 0,24-13 2558 0 0,-27 21-238 0 0,45-34-844 0 0,7 1-208 0 0,0 0 0 0 0,0-1 0 0 0,0 0 0 0 0,0 0-1 0 0,0 0 1 0 0,0-1 0 0 0,0 0 0 0 0,1 0 0 0 0,6-1 0 0 0,25 1-321 0 0,34 15-2233 0 0,-23-4-4152 0 0,-32-8 3451 0 0</inkml:trace>
</inkml:ink>
</file>

<file path=ppt/ink/ink20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4:54:39.7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41 306 588 0 0,'0'0'4585'0'0,"5"-3"-3399"0"0,-2 8 1140 0 0,4 87-329 0 0,38 170 0 0 0,-37-232-2340 0 0,7 34 3267 0 0,-16-56-1388 0 0,-11-34-1069 0 0,-4-21-153 0 0,1 0 0 0 0,-8-51 0 0 0,18 73-258 0 0,-3-15-5 0 0,2 0 0 0 0,1 0 0 0 0,2-1-1 0 0,2 1 1 0 0,2-1 0 0 0,6-45 0 0 0,-6 77-51 0 0,1-1 0 0 0,1 1 0 0 0,-1 0-1 0 0,2 0 1 0 0,-1 0 0 0 0,1 0 0 0 0,0 1 0 0 0,1-1 0 0 0,0 1 0 0 0,1 0-1 0 0,-1 1 1 0 0,1-1 0 0 0,1 1 0 0 0,-1 0 0 0 0,1 1 0 0 0,1-1-1 0 0,-1 1 1 0 0,1 1 0 0 0,0 0 0 0 0,0 0 0 0 0,11-4 0 0 0,-8 4-15 0 0,1 1 1 0 0,0 0-1 0 0,0 1 1 0 0,0 0-1 0 0,0 1 0 0 0,1 1 1 0 0,-1 0-1 0 0,1 0 1 0 0,-1 1-1 0 0,1 1 1 0 0,-1 0-1 0 0,0 1 1 0 0,1 0-1 0 0,-1 1 1 0 0,20 7-1 0 0,-22-6-6 0 0,0 0-1 0 0,-1 0 1 0 0,0 1 0 0 0,0 0-1 0 0,-1 1 1 0 0,1 0-1 0 0,-1 0 1 0 0,0 1 0 0 0,-1 0-1 0 0,0 0 1 0 0,0 1 0 0 0,7 9-1 0 0,-12-13 3 0 0,1 0 0 0 0,-1 0 0 0 0,0 0 0 0 0,0 0 0 0 0,-1 1 0 0 0,1-1 0 0 0,-1 0 0 0 0,0 1 0 0 0,0 0 0 0 0,0-1 0 0 0,-1 1 0 0 0,0-1 0 0 0,0 1 0 0 0,0 0 0 0 0,0-1-1 0 0,-1 1 1 0 0,1 0 0 0 0,-1-1 0 0 0,-1 1 0 0 0,1-1 0 0 0,0 1 0 0 0,-1-1 0 0 0,0 0 0 0 0,0 0 0 0 0,-1 0 0 0 0,1 0 0 0 0,-1 0 0 0 0,-4 6 0 0 0,-3 1 1 0 0,0-1 0 0 0,-1 0-1 0 0,0-1 1 0 0,0 0 0 0 0,-1 0 0 0 0,0-1-1 0 0,0-1 1 0 0,-1 0 0 0 0,0-1 0 0 0,0 0 0 0 0,-1-1-1 0 0,-16 4 1 0 0,-16 2-197 0 0,1-2 0 0 0,-68 5 0 0 0,51-14-1303 0 0,26-5-3820 0 0,31 3 1624 0 0,-1-6 283 0 0</inkml:trace>
</inkml:ink>
</file>

<file path=ppt/ink/ink20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4:54:40.2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242 39 900 0 0,'1'-4'987'0'0,"0"-24"5547"0"0,-9 22-4518 0 0,-11 12-1706 0 0,2 3-127 0 0,0 1 0 0 0,2 0 1 0 0,-1 2-1 0 0,1 0 0 0 0,1 0 0 0 0,0 2 0 0 0,0-1 1 0 0,2 2-1 0 0,0 0 0 0 0,0 0 0 0 0,-10 20 1 0 0,17-25-137 0 0,0 0 1 0 0,0 0-1 0 0,1 1 1 0 0,0 0 0 0 0,1-1-1 0 0,0 1 1 0 0,0 0 0 0 0,2 1-1 0 0,-1-1 1 0 0,1 0 0 0 0,1 1-1 0 0,0-1 1 0 0,1 0-1 0 0,0 1 1 0 0,0-1 0 0 0,2 0-1 0 0,-1 0 1 0 0,1 0 0 0 0,1 0-1 0 0,7 16 1 0 0,-9-22-23 0 0,1 0 1 0 0,0 0-1 0 0,-1-1 1 0 0,2 1-1 0 0,-1-1 1 0 0,0 0-1 0 0,1 0 1 0 0,0 0-1 0 0,0 0 1 0 0,0-1-1 0 0,0 1 1 0 0,0-1-1 0 0,1 0 1 0 0,-1-1-1 0 0,1 1 1 0 0,0-1-1 0 0,0 0 1 0 0,0 0-1 0 0,0 0 1 0 0,0-1-1 0 0,1 0 1 0 0,-1 0-1 0 0,0 0 1 0 0,1 0-1 0 0,-1-1 1 0 0,0 0-1 0 0,1 0 1 0 0,-1-1-1 0 0,9-1 1 0 0,-6 0 55 0 0,0 0-1 0 0,-1 0 1 0 0,1-1 0 0 0,-1 0 0 0 0,1 0 0 0 0,-1-1-1 0 0,0 0 1 0 0,0-1 0 0 0,-1 1 0 0 0,1-1 0 0 0,-1 0-1 0 0,0-1 1 0 0,-1 0 0 0 0,1 0 0 0 0,-1 0 0 0 0,0 0-1 0 0,0-1 1 0 0,-1 0 0 0 0,5-10 0 0 0,-2 2 60 0 0,-1-1 1 0 0,-1 0-1 0 0,-1 0 0 0 0,0 0 1 0 0,0-1-1 0 0,-2 1 0 0 0,0-1 1 0 0,-1 0-1 0 0,-1 0 0 0 0,-2-17 1 0 0,1 23-97 0 0,0 0 1 0 0,-2 0 0 0 0,1 0 0 0 0,-1 0-1 0 0,-1 0 1 0 0,0 1 0 0 0,0-1-1 0 0,-1 1 1 0 0,0 0 0 0 0,-1 0 0 0 0,0 1-1 0 0,-1 0 1 0 0,0 0 0 0 0,0 0 0 0 0,-1 1-1 0 0,-9-7 1 0 0,16 14-146 0 0,0 0 0 0 0,0 0-1 0 0,-1 0 1 0 0,1 0 0 0 0,-1 0 0 0 0,1 0-1 0 0,-1 1 1 0 0,1-1 0 0 0,-1 1 0 0 0,1-1 0 0 0,-1 1-1 0 0,0-1 1 0 0,1 1 0 0 0,-1 0 0 0 0,0 0-1 0 0,1 0 1 0 0,-1 0 0 0 0,1 0 0 0 0,-1 0 0 0 0,0 1-1 0 0,1-1 1 0 0,-1 0 0 0 0,1 1 0 0 0,-1-1-1 0 0,0 1 1 0 0,1 0 0 0 0,-1-1 0 0 0,1 1-1 0 0,0 0 1 0 0,-1 0 0 0 0,1 0 0 0 0,0 0 0 0 0,-2 2-1 0 0,1-2-268 0 0,1 1 0 0 0,-1 0 0 0 0,1-1 0 0 0,-1 1 0 0 0,1 0 0 0 0,0 0 0 0 0,0 0 0 0 0,0 0 0 0 0,0 0 0 0 0,0 0 0 0 0,1 0 0 0 0,-1 0 0 0 0,0 0 0 0 0,1 1 0 0 0,0-1 0 0 0,-1 0 0 0 0,1 0 0 0 0,0 0 0 0 0,0 1 0 0 0,1-1 0 0 0,-1 0 0 0 0,0 0 0 0 0,1 0 0 0 0,0 4 0 0 0,5 6-3021 0 0</inkml:trace>
</inkml:ink>
</file>

<file path=ppt/ink/ink20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4:54:40.6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311 130 32 0 0,'6'-7'1228'0'0,"0"0"0"0"0,0 0 0 0 0,-1-1 0 0 0,8-14 0 0 0,-12 18-730 0 0,1 0 0 0 0,-1 0 0 0 0,0 1 1 0 0,0-1-1 0 0,-1 0 0 0 0,1 0 0 0 0,-1 0 0 0 0,0 0 1 0 0,0 0-1 0 0,0 0 0 0 0,-1 0 0 0 0,-1-8 0 0 0,1 11-434 0 0,1 0-1 0 0,-1-1 0 0 0,0 1 0 0 0,0 0 0 0 0,0 0 0 0 0,0 0 0 0 0,0 0 0 0 0,-1 0 0 0 0,1 0 0 0 0,0 1 0 0 0,0-1 0 0 0,-1 0 0 0 0,1 1 0 0 0,0-1 0 0 0,-1 0 0 0 0,1 1 1 0 0,-1 0-1 0 0,1-1 0 0 0,-1 1 0 0 0,1 0 0 0 0,-3 0 0 0 0,-29-3 522 0 0,27 3-511 0 0,0 0-1 0 0,0 1 1 0 0,0 0 0 0 0,1 0 0 0 0,-1 0 0 0 0,1 1 0 0 0,-1 0 0 0 0,1 0 0 0 0,-1 0 0 0 0,1 1 0 0 0,0-1 0 0 0,0 1 0 0 0,0 1-1 0 0,1-1 1 0 0,-1 1 0 0 0,1-1 0 0 0,-7 8 0 0 0,8-7-44 0 0,1 0 1 0 0,-1 1-1 0 0,1-1 0 0 0,0 1 0 0 0,0 0 0 0 0,0-1 1 0 0,0 1-1 0 0,1 0 0 0 0,0 0 0 0 0,0 0 0 0 0,0 0 1 0 0,1 0-1 0 0,-1 0 0 0 0,1 0 0 0 0,1 0 0 0 0,-1 0 1 0 0,1 0-1 0 0,-1 0 0 0 0,1 0 0 0 0,3 8 1 0 0,9 22 57 0 0,1 0 0 0 0,2-1-1 0 0,22 37 1 0 0,-3-7-122 0 0,-25-36-6 0 0,-10-27 41 0 0,0 1 0 0 0,0-1 0 0 0,0 1 0 0 0,-1-1 0 0 0,1 0 0 0 0,0 1 0 0 0,-1-1 0 0 0,1 0 0 0 0,0 1 0 0 0,-1-1 0 0 0,0 0 0 0 0,1 1 0 0 0,-1-1 0 0 0,0 0 0 0 0,0 0 0 0 0,0 0 0 0 0,0 0 0 0 0,0 0 0 0 0,0 0 0 0 0,0 0 0 0 0,0 0 0 0 0,0 0 0 0 0,0 0 0 0 0,0 0 0 0 0,-1-1 0 0 0,1 1 0 0 0,0-1 0 0 0,0 1 0 0 0,-1-1 0 0 0,1 1 0 0 0,-1-1 0 0 0,1 0 0 0 0,0 1 0 0 0,-1-1 0 0 0,1 0 0 0 0,-3 0 0 0 0,2 0 2 0 0,-25 6-71 0 0,0-2 0 0 0,-1-1 0 0 0,-37 0-1 0 0,15-5-2754 0 0,3-3-4009 0 0,31 2 2909 0 0</inkml:trace>
</inkml:ink>
</file>

<file path=ppt/ink/ink20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4:54:43.3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91 42 196 0 0,'14'-42'9437'0'0,"-12"63"-5635"0"0,-13 90-2748 0 0,10-105-813 0 0,-42 436 1288 0 0,42-437-2013 0 0,0 0 0 0 0,1-1 1 0 0,-1 1-1 0 0,-1 0 0 0 0,1 0 0 0 0,-1-1 1 0 0,0 1-1 0 0,0-1 0 0 0,0 1 0 0 0,-5 6 1 0 0,-24-20-8035 0 0</inkml:trace>
</inkml:ink>
</file>

<file path=ppt/ink/ink20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4:54:44.4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0 511 344 0 0,'0'0'770'0'0,"6"1"-51"0"0,57 7 777 0 0,90-1 1 0 0,-47-3-793 0 0,-30-1-79 0 0,141-12 0 0 0,-175 4-451 0 0,-1-2 0 0 0,1-2 1 0 0,-1-1-1 0 0,75-31 0 0 0,-107 37-145 0 0,-1 0 0 0 0,1 0 0 0 0,-1-1 0 0 0,0-1 0 0 0,-1 1-1 0 0,1-1 1 0 0,-1 0 0 0 0,0-1 0 0 0,-1 0 0 0 0,0 0 0 0 0,10-14 0 0 0,-13 16-25 0 0,0 0 1 0 0,0-1-1 0 0,-1 0 1 0 0,0 0 0 0 0,0 0-1 0 0,0 0 1 0 0,-1 0 0 0 0,0 0-1 0 0,0 0 1 0 0,0 0-1 0 0,-1 0 1 0 0,0-1 0 0 0,0 1-1 0 0,-1 0 1 0 0,0 0 0 0 0,0 0-1 0 0,0 0 1 0 0,-4-10-1 0 0,-2-1 31 0 0,-1 0 0 0 0,0 1 0 0 0,-1 1 0 0 0,-1-1 0 0 0,-1 2 0 0 0,0-1 0 0 0,-1 1 0 0 0,0 1 0 0 0,-18-15 0 0 0,-34-40 1234 0 0,63 67-1247 0 0,1 0 0 0 0,-1 0 1 0 0,0 0-1 0 0,1 0 0 0 0,-1 0 1 0 0,0 1-1 0 0,0-1 0 0 0,0 0 1 0 0,0 0-1 0 0,0 1 0 0 0,1-1 1 0 0,-1 0-1 0 0,0 1 1 0 0,-1-1-1 0 0,1 1 0 0 0,0 0 1 0 0,0-1-1 0 0,0 1 0 0 0,0 0 1 0 0,0-1-1 0 0,0 1 0 0 0,0 0 1 0 0,-1 0-1 0 0,1 0 0 0 0,0 0 1 0 0,0 0-1 0 0,0 0 1 0 0,0 0-1 0 0,0 1 0 0 0,-1-1 1 0 0,1 0-1 0 0,0 1 0 0 0,0-1 1 0 0,0 1-1 0 0,0-1 0 0 0,0 1 1 0 0,0-1-1 0 0,0 1 1 0 0,0 0-1 0 0,0-1 0 0 0,0 1 1 0 0,1 0-1 0 0,-1 0 0 0 0,0 0 1 0 0,0 0-1 0 0,1-1 0 0 0,-1 1 1 0 0,0 0-1 0 0,1 0 0 0 0,-1 0 1 0 0,1 1-1 0 0,0-1 1 0 0,-1 1-1 0 0,-5 9 109 0 0,1 1-1 0 0,0 0 1 0 0,-6 21 0 0 0,9-24 21 0 0,-11 44 277 0 0,2 0 0 0 0,3 1-1 0 0,-2 66 1 0 0,6-70-207 0 0,0 102 326 0 0,-1 20 30 0 0,3-129-110 0 0,7-40-109 0 0,5-16-291 0 0,-7 7-63 0 0,-1 1-1 0 0,1 0 1 0 0,1 0 0 0 0,-1 1-1 0 0,1-1 1 0 0,0 1 0 0 0,0 0-1 0 0,0 0 1 0 0,0 0-1 0 0,1 0 1 0 0,0 1 0 0 0,-1-1-1 0 0,8-2 1 0 0,-7 4-27 0 0,1 1-1 0 0,0 0 0 0 0,-1 0 1 0 0,1 0-1 0 0,0 1 1 0 0,0 0-1 0 0,-1 0 1 0 0,1 0-1 0 0,0 1 1 0 0,0 0-1 0 0,-1 0 1 0 0,11 3-1 0 0,7 2-69 0 0,208 44-498 0 0,-205-46 558 0 0,-1-2-1 0 0,0-1 0 0 0,1-1 0 0 0,-1-1 0 0 0,1-1 1 0 0,-1-1-1 0 0,30-8 0 0 0,-48 9 36 0 0,-1 0 0 0 0,1-1-1 0 0,-1 0 1 0 0,1 0 0 0 0,-1 0 0 0 0,0-1 0 0 0,-1 1 0 0 0,1-2 0 0 0,-1 1-1 0 0,1 0 1 0 0,-1-1 0 0 0,-1 0 0 0 0,1 0 0 0 0,-1-1 0 0 0,1 1-1 0 0,3-9 1 0 0,-5 9-2 0 0,-1 0 1 0 0,-1 1-1 0 0,1-1 0 0 0,-1 0 0 0 0,0 0 1 0 0,0 0-1 0 0,0 0 0 0 0,0 0 0 0 0,-1 0 1 0 0,0 0-1 0 0,0 0 0 0 0,-1 0 0 0 0,1 0 1 0 0,-1 0-1 0 0,0 0 0 0 0,0 0 0 0 0,-1 1 1 0 0,1-1-1 0 0,-1 0 0 0 0,0 1 0 0 0,0-1 1 0 0,-1 1-1 0 0,0-1 0 0 0,-5-6 0 0 0,7 10-4 0 0,1 0 0 0 0,-1 1 0 0 0,1-1-1 0 0,-1 1 1 0 0,1-1 0 0 0,-1 1 0 0 0,1-1-1 0 0,-1 1 1 0 0,1-1 0 0 0,-1 1 0 0 0,0 0-1 0 0,1-1 1 0 0,-1 1 0 0 0,0 0-1 0 0,1-1 1 0 0,-1 1 0 0 0,0 0 0 0 0,1 0-1 0 0,-1 0 1 0 0,0 0 0 0 0,1 0 0 0 0,-1 0-1 0 0,0 0 1 0 0,0 0 0 0 0,1 0 0 0 0,-1 0-1 0 0,0 0 1 0 0,-1 1 0 0 0,-19 14-39 0 0,17-10 37 0 0,0-1 0 0 0,1 1 0 0 0,-1 0-1 0 0,1 0 1 0 0,1 0 0 0 0,-1 0 0 0 0,-3 10 0 0 0,4-6 19 0 0,1-1-1 0 0,0 1 1 0 0,0 0 0 0 0,1 0-1 0 0,0 0 1 0 0,1 0 0 0 0,-1 0-1 0 0,2 0 1 0 0,-1-1-1 0 0,1 1 1 0 0,1 0 0 0 0,0-1-1 0 0,5 12 1 0 0,-6-16-7 0 0,0 0 0 0 0,0 0 0 0 0,1 0 0 0 0,0 0 0 0 0,0-1-1 0 0,0 1 1 0 0,0-1 0 0 0,0 0 0 0 0,1 1 0 0 0,-1-2 0 0 0,1 1 0 0 0,0 0 0 0 0,0-1 0 0 0,0 0 0 0 0,0 1-1 0 0,1-2 1 0 0,-1 1 0 0 0,0 0 0 0 0,1-1 0 0 0,-1 0 0 0 0,1 0 0 0 0,0 0 0 0 0,-1-1 0 0 0,1 0 0 0 0,0 1-1 0 0,8-2 1 0 0,22-6-24 0 0,1-1 0 0 0,-1-2 0 0 0,-1-1 0 0 0,59-28 0 0 0,-50 21-11 0 0,8-2 65 0 0,64-16 0 0 0,-103 35 131 0 0,0 0-1 0 0,-1 0 1 0 0,1 1-1 0 0,0 1 1 0 0,0 0 0 0 0,-1 0-1 0 0,1 1 1 0 0,-1 1-1 0 0,1 0 1 0 0,-1 0-1 0 0,20 10 1 0 0,28 6 1218 0 0,-40-14-1088 0 0,0-2 1 0 0,33 2-1 0 0,-24-4-3591 0 0,0-1-4801 0 0</inkml:trace>
</inkml:ink>
</file>

<file path=ppt/ink/ink20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4:54:44.7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33 284 0 0,'11'2'1380'0'0,"-3"0"1260"0"0,9-1 1249 0 0,-2-8-1777 0 0,-9 2-136 0 0,6-3-1880 0 0,-35-10-7337 0 0</inkml:trace>
</inkml:ink>
</file>

<file path=ppt/ink/ink20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4:54:48.6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1 337 292 0 0,'0'0'11703'0'0,"5"-2"-11470"0"0,6-3-108 0 0,0-1 0 0 0,0 0 0 0 0,0-1 0 0 0,-1 0 0 0 0,0 0 0 0 0,-1-1 0 0 0,16-17 0 0 0,-7 6 94 0 0,-1 0-1 0 0,27-44 1 0 0,-23 11 96 0 0,-20 50-297 0 0,0-3-70 0 0,-2 5 267 0 0,-2 6-227 0 0,1 0 1 0 0,-1 0-1 0 0,1 0 0 0 0,0 0 0 0 0,1 1 1 0 0,0-1-1 0 0,0 1 0 0 0,0-1 1 0 0,0 0-1 0 0,1 1 0 0 0,0-1 0 0 0,2 10 1 0 0,-2-13 6 0 0,1-1 1 0 0,-1 0 0 0 0,1 0-1 0 0,0 1 1 0 0,0-1 0 0 0,-1 0-1 0 0,1 0 1 0 0,1 0 0 0 0,-1 0-1 0 0,0 0 1 0 0,0 0 0 0 0,1 0-1 0 0,-1-1 1 0 0,1 1 0 0 0,0 0-1 0 0,-1-1 1 0 0,1 1 0 0 0,0-1-1 0 0,0 0 1 0 0,0 1 0 0 0,0-1-1 0 0,0 0 1 0 0,0 0 0 0 0,0 0-1 0 0,1-1 1 0 0,-1 1 0 0 0,0 0-1 0 0,0-1 1 0 0,1 1 0 0 0,-1-1-1 0 0,0 0 1 0 0,1 0 0 0 0,-1 0-1 0 0,0 0 1 0 0,1 0 0 0 0,-1-1-1 0 0,0 1 1 0 0,0-1 0 0 0,1 1-1 0 0,2-2 1 0 0,3 0 7 0 0,-1 0 0 0 0,1-1 0 0 0,-1 0 1 0 0,0 0-1 0 0,0 0 0 0 0,0-1 0 0 0,0 0 0 0 0,-1 0 0 0 0,1-1 1 0 0,-1 0-1 0 0,0 0 0 0 0,-1 0 0 0 0,1-1 0 0 0,-1 0 0 0 0,0 0 1 0 0,-1 0-1 0 0,7-12 0 0 0,-5 7 147 0 0,0-1-1 0 0,-2 0 1 0 0,1 0 0 0 0,-1-1 0 0 0,-1 1-1 0 0,0-1 1 0 0,-1 0 0 0 0,0 0-1 0 0,-1-22 1 0 0,-1 33 121 0 0,-2 10-257 0 0,-18 83 65 0 0,-12 123 0 0 0,10-50-24 0 0,8-61-6 0 0,11-67 21 0 0,-1 1-1 0 0,-2-2 0 0 0,-1 1 0 0 0,-2-1 1 0 0,-2 0-1 0 0,-19 43 0 0 0,29-75-28 0 0,-1 0 0 0 0,1 0 1 0 0,-1 0-1 0 0,0 0 0 0 0,0-1 0 0 0,0 1 0 0 0,0-1 0 0 0,0 0 0 0 0,-1 1 1 0 0,1-1-1 0 0,-1 0 0 0 0,1 0 0 0 0,-1 0 0 0 0,0-1 0 0 0,0 1 0 0 0,0-1 1 0 0,0 0-1 0 0,0 1 0 0 0,0-1 0 0 0,0 0 0 0 0,0-1 0 0 0,0 1 0 0 0,-1-1 1 0 0,1 1-1 0 0,0-1 0 0 0,0 0 0 0 0,-1 0 0 0 0,1 0 0 0 0,0-1 0 0 0,-5 0 1 0 0,4-1-48 0 0,0 1 0 0 0,0-1 0 0 0,1 1 0 0 0,-1-1 0 0 0,0 0 0 0 0,1-1 0 0 0,-1 1 1 0 0,1 0-1 0 0,0-1 0 0 0,0 0 0 0 0,0 0 0 0 0,0 0 0 0 0,0 0 0 0 0,1 0 0 0 0,-1-1 0 0 0,1 1 1 0 0,0-1-1 0 0,0 0 0 0 0,0 1 0 0 0,1-1 0 0 0,-1 0 0 0 0,1 0 0 0 0,-1-6 0 0 0,-1-5-491 0 0,2 1 0 0 0,0 0 0 0 0,0 0-1 0 0,2 0 1 0 0,1-19 0 0 0,9-37-6720 0 0,-10 65 6248 0 0,5-21-2744 0 0</inkml:trace>
</inkml:ink>
</file>

<file path=ppt/ink/ink20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4:54:49.0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59 90 1208 0 0,'-12'-14'3395'0'0,"2"0"-1"0"0,-1-1 1 0 0,-10-21-1 0 0,20 34-2756 0 0,-3-6 108 0 0,35 18-10661 0 0,-16-3 6396 0 0</inkml:trace>
</inkml:ink>
</file>

<file path=ppt/ink/ink20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4:54:58.4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305 63 516 0 0,'-8'-13'2892'0'0,"6"9"-2518"0"0,0 1-1 0 0,0-1 0 0 0,0 1 1 0 0,0 0-1 0 0,0 0 0 0 0,-1 0 1 0 0,0 0-1 0 0,0 1 0 0 0,1-1 1 0 0,-1 1-1 0 0,-1-1 0 0 0,1 1 0 0 0,0 0 1 0 0,0 0-1 0 0,-1 1 0 0 0,1-1 1 0 0,-5-1-1 0 0,4 3-261 0 0,-1-1 0 0 0,1 1-1 0 0,0 0 1 0 0,-1 0 0 0 0,1 0-1 0 0,0 1 1 0 0,-1-1 0 0 0,1 1 0 0 0,0 0-1 0 0,0 0 1 0 0,0 1 0 0 0,0-1 0 0 0,0 1-1 0 0,0 0 1 0 0,-6 4 0 0 0,-48 37 465 0 0,45-31-459 0 0,0 0 0 0 0,1 2 0 0 0,1-1-1 0 0,-19 31 1 0 0,25-36-81 0 0,0 0-1 0 0,1 1 0 0 0,1 0 1 0 0,-1 0-1 0 0,1 0 0 0 0,1 0 1 0 0,-1 1-1 0 0,0 11 0 0 0,3-16-19 0 0,-1 1 0 0 0,2-1-1 0 0,-1 1 1 0 0,0-1-1 0 0,1 1 1 0 0,0-1 0 0 0,1 0-1 0 0,-1 1 1 0 0,1-1 0 0 0,0 0-1 0 0,0 0 1 0 0,0 0-1 0 0,1 0 1 0 0,0 0 0 0 0,4 4-1 0 0,-4-4-8 0 0,1-1 0 0 0,-1 0 0 0 0,1 0-1 0 0,1 0 1 0 0,-1-1 0 0 0,0 1 0 0 0,1-1 0 0 0,0 0-1 0 0,-1-1 1 0 0,1 1 0 0 0,1-1 0 0 0,-1 0-1 0 0,0 0 1 0 0,10 2 0 0 0,-5-2-25 0 0,0-1-1 0 0,0-1 1 0 0,-1 1 0 0 0,1-2-1 0 0,0 1 1 0 0,0-1 0 0 0,18-5 0 0 0,-4-1-59 0 0,0-1 0 0 0,0-2 0 0 0,-1 0 0 0 0,0-1 0 0 0,34-24 0 0 0,-26 15 92 0 0,-2-2-1 0 0,-1-2 1 0 0,0 0 0 0 0,-2-2-1 0 0,28-34 1 0 0,-21 8 1207 0 0,-32 51-1059 0 0,2-7 719 0 0,-7 17-888 0 0,-1-1 0 0 0,1 1-1 0 0,1 0 1 0 0,-1 1 0 0 0,2-1-1 0 0,-1 0 1 0 0,1 1 0 0 0,1 0 0 0 0,-1 12-1 0 0,1-16-33 0 0,2-1-1 0 0,-1 1 1 0 0,1-1-1 0 0,-1 1 1 0 0,2-1-1 0 0,-1 0 0 0 0,0 1 1 0 0,1-1-1 0 0,0 0 1 0 0,0 0-1 0 0,1 0 1 0 0,0 0-1 0 0,0 0 0 0 0,0-1 1 0 0,0 1-1 0 0,6 5 1 0 0,-7-8 24 0 0,0-1 1 0 0,0 0 0 0 0,0 1-1 0 0,1-1 1 0 0,-1 0 0 0 0,0 0-1 0 0,0 0 1 0 0,1-1 0 0 0,-1 1-1 0 0,1-1 1 0 0,-1 1 0 0 0,0-1 0 0 0,1 0-1 0 0,-1 0 1 0 0,1 0 0 0 0,-1 0-1 0 0,1 0 1 0 0,4-1 0 0 0,38-9-136 0 0,-35 6 126 0 0,0-1 1 0 0,0 0-1 0 0,0-1 1 0 0,-1 0-1 0 0,0 0 0 0 0,-1-1 1 0 0,13-13-1 0 0,-1 3 111 0 0,-6 1 548 0 0,-16 12 3 0 0,1 7-625 0 0,0-1 1 0 0,0 1-1 0 0,0-1 0 0 0,0 1 0 0 0,0-1 1 0 0,1 1-1 0 0,-1-1 0 0 0,1 1 1 0 0,0 0-1 0 0,0-1 0 0 0,0 1 1 0 0,0 0-1 0 0,0-1 0 0 0,0 1 1 0 0,1-1-1 0 0,0 1 0 0 0,0 3 0 0 0,1 2-327 0 0,11 38-2031 0 0,-12-43 1655 0 0,1-1 0 0 0,-1 0-1 0 0,0 0 1 0 0,1 0 0 0 0,0 0 0 0 0,-1 0 0 0 0,1-1 0 0 0,0 1 0 0 0,0 0 0 0 0,2 1 0 0 0</inkml:trace>
</inkml:ink>
</file>

<file path=ppt/ink/ink20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4:54:58.8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32 100 0 0,'15'-1'4107'0'0,"-9"3"-3831"0"0,0 0 0 0 0,0 1 0 0 0,0 0 0 0 0,0 0 0 0 0,-1 0 0 0 0,1 1 0 0 0,-1 0 0 0 0,0 0 0 0 0,0 0 0 0 0,0 0 0 0 0,-1 1 0 0 0,0 0 0 0 0,1 0 0 0 0,-2 0 0 0 0,1 1 0 0 0,-1-1 0 0 0,1 1 0 0 0,-1 0 0 0 0,-1 0 0 0 0,4 11 0 0 0,-6-16-248 0 0,0 1 0 0 0,0-1 0 0 0,0 0 0 0 0,0 1 0 0 0,0-1 0 0 0,0 1 1 0 0,0-1-1 0 0,-1 0 0 0 0,1 1 0 0 0,-1-1 0 0 0,1 0 0 0 0,-1 0 0 0 0,1 1 0 0 0,-1-1 0 0 0,0 0 0 0 0,1 0 0 0 0,-1 0 1 0 0,0 0-1 0 0,0 0 0 0 0,0 0 0 0 0,0 0 0 0 0,0 0 0 0 0,0 0 0 0 0,0 0 0 0 0,0 0 0 0 0,-3 1 0 0 0,-30 12 965 0 0,34-14-935 0 0,-2 1 216 0 0,-3-3 351 0 0,4 2-588 0 0,0 0 0 0 0,0 0 0 0 0,0 0 0 0 0,0 0 0 0 0,0-1 0 0 0,0 1 0 0 0,0 0 0 0 0,0-1 0 0 0,1 1 0 0 0,-1 0 0 0 0,0-1 0 0 0,0 1 0 0 0,0-1 0 0 0,1 1 0 0 0,-1-1 0 0 0,0 0 0 0 0,1 1 0 0 0,-1-1 0 0 0,0 0 0 0 0,1 1 0 0 0,-1-1 0 0 0,1 0 0 0 0,-1 0 0 0 0,0-1 0 0 0,1-3-24 0 0,-1 1 0 0 0,1 0-1 0 0,0-1 1 0 0,1 1 0 0 0,-1-1 0 0 0,1 1 0 0 0,0 0-1 0 0,0-1 1 0 0,0 1 0 0 0,0 0 0 0 0,1 0 0 0 0,0 0 0 0 0,0 0-1 0 0,0 0 1 0 0,0 0 0 0 0,1 0 0 0 0,-1 1 0 0 0,5-5 0 0 0,7-8-2355 0 0,1 0 0 0 0,24-19 0 0 0,-32 29 568 0 0,5-3-1082 0 0</inkml:trace>
</inkml:ink>
</file>

<file path=ppt/ink/ink20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4:54:59.1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 0 492 0 0,'3'1'240'0'0,"0"0"1"0"0,0 0-1 0 0,1 1 1 0 0,-1-1-1 0 0,0 1 0 0 0,0-1 1 0 0,0 1-1 0 0,-1 0 1 0 0,1 0-1 0 0,0 0 0 0 0,-1 0 1 0 0,1 1-1 0 0,-1-1 1 0 0,0 1-1 0 0,0-1 0 0 0,0 1 1 0 0,0 0-1 0 0,0 0 1 0 0,-1 0-1 0 0,1 0 0 0 0,-1 0 1 0 0,0 0-1 0 0,0 0 1 0 0,0 0-1 0 0,0 1 0 0 0,0-1 1 0 0,-1 0-1 0 0,1 4 1 0 0,1 9 140 0 0,-1 0 0 0 0,0 0 0 0 0,-1 1 0 0 0,-3 23 0 0 0,2-33-279 0 0,-1-1 1 0 0,0 0-1 0 0,0 1 1 0 0,-1-1-1 0 0,1 0 1 0 0,-1 0-1 0 0,-1-1 1 0 0,1 1-1 0 0,-1 0 1 0 0,0-1-1 0 0,0 0 1 0 0,-1 0-1 0 0,0 0 1 0 0,1-1-1 0 0,-2 0 1 0 0,-6 5-1 0 0,10-7 845 0 0,-1-17-610 0 0,2 14-322 0 0,0 0 0 0 0,1 0 0 0 0,0-1 0 0 0,-1 1 0 0 0,1 0 0 0 0,0 0 1 0 0,-1 0-1 0 0,1 0 0 0 0,0-1 0 0 0,0 1 0 0 0,0 0 0 0 0,0 0 0 0 0,0 0 0 0 0,0-1 1 0 0,1 1-1 0 0,-1 0 0 0 0,0 0 0 0 0,0 0 0 0 0,1 0 0 0 0,0-2 1 0 0,6-13-20 0 0,1 0 1 0 0,1 0-1 0 0,1 1 1 0 0,0 0-1 0 0,1 0 1 0 0,0 1-1 0 0,27-24 1 0 0,-25 26-1580 0 0,2 0-1 0 0,-1 2 1 0 0,1 0 0 0 0,24-12 0 0 0,-29 18-1098 0 0</inkml:trace>
</inkml:ink>
</file>

<file path=ppt/ink/ink20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4:54:59.4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78 908 0 0,'0'0'2322'0'0,"14"3"939"0"0,143-44 2423 0 0,-89 22-7332 0 0,-1 2-4091 0 0,-48 13 3047 0 0</inkml:trace>
</inkml:ink>
</file>

<file path=ppt/ink/ink20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4:54:59.8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312 50 76 0 0,'-16'-23'4460'0'0,"13"20"-3943"0"0,0 0-1 0 0,-1 1 0 0 0,1-1 0 0 0,-1 1 1 0 0,1 0-1 0 0,-1 0 0 0 0,0 0 1 0 0,0 0-1 0 0,0 0 0 0 0,0 1 0 0 0,-6-2 1 0 0,8 3-430 0 0,0 0 1 0 0,0 0 0 0 0,1 0-1 0 0,-1 0 1 0 0,0 1 0 0 0,1-1 0 0 0,-1 0-1 0 0,0 1 1 0 0,1-1 0 0 0,-1 1-1 0 0,0 0 1 0 0,1-1 0 0 0,-1 1-1 0 0,1 0 1 0 0,-1 0 0 0 0,1 0 0 0 0,0 0-1 0 0,-1 0 1 0 0,1 0 0 0 0,0 0-1 0 0,0 1 1 0 0,0-1 0 0 0,0 0 0 0 0,0 1-1 0 0,0-1 1 0 0,0 1 0 0 0,0-1-1 0 0,0 1 1 0 0,1-1 0 0 0,-1 1-1 0 0,1 0 1 0 0,-1-1 0 0 0,1 1 0 0 0,-1 2-1 0 0,-12 53 734 0 0,-6 24-204 0 0,17-74-562 0 0,-1-1 1 0 0,1 1-1 0 0,-1-1 1 0 0,0 1-1 0 0,-1-1 1 0 0,0 0-1 0 0,1 0 1 0 0,-9 8-1 0 0,8-11-33 0 0,0 1 1 0 0,-1-1-1 0 0,1 0 0 0 0,-1 0 0 0 0,0 0 0 0 0,0-1 1 0 0,0 1-1 0 0,0-1 0 0 0,0-1 0 0 0,-1 1 0 0 0,1-1 1 0 0,0 0-1 0 0,-1 0 0 0 0,1 0 0 0 0,-1-1 1 0 0,1 0-1 0 0,-1 0 0 0 0,-7-1 0 0 0,12 1-120 0 0,-1 0-1 0 0,1 0 0 0 0,-1-1 1 0 0,1 1-1 0 0,0 0 0 0 0,-1-1 1 0 0,1 1-1 0 0,-1-1 0 0 0,1 0 1 0 0,0 1-1 0 0,0-1 1 0 0,-1 0-1 0 0,1 0 0 0 0,0 0 1 0 0,0 0-1 0 0,0 0 0 0 0,0 0 1 0 0,0 0-1 0 0,-1-1 0 0 0,1 1-350 0 0,1 0 0 0 0,-1 0 0 0 0,1-1 0 0 0,0 1-1 0 0,-1 0 1 0 0,1 0 0 0 0,0 0 0 0 0,0 0-1 0 0,-1 0 1 0 0,1 0 0 0 0,0 0 0 0 0,0 0-1 0 0,0-1 1 0 0,1 1 0 0 0,-1 0 0 0 0,0-2 0 0 0,5-16-3238 0 0</inkml:trace>
</inkml:ink>
</file>

<file path=ppt/ink/ink20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4:55:00.2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220 0 424 0 0,'8'3'13235'0'0,"-67"139"-10278"0"0,-3 7-1713 0 0,11-57-3211 0 0,20-58-1267 0 0,30-32 2728 0 0,-1-1 1 0 0,1 0-1 0 0,-1 0 1 0 0,1 0-1 0 0,-1 0 1 0 0,0-1-1 0 0,1 1 1 0 0,-1 0-1 0 0,0-1 1 0 0,0 1-1 0 0,1-1 1 0 0,-1 1-1 0 0,-2-1 1 0 0</inkml:trace>
</inkml:ink>
</file>

<file path=ppt/ink/ink20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4:55:00.7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1 329 148 0 0,'50'-14'3562'0'0,"86"-13"0"0"0,21-6-1600 0 0,-73 15 2565 0 0,-87 22-4416 0 0,-60 57 622 0 0,62-60-761 0 0,7-2-824 0 0,8-1 647 0 0,0 1 0 0 0,0 1 0 0 0,1 1 0 0 0,26 4 0 0 0,-26-3 109 0 0,0 0 0 0 0,0-1 0 0 0,0-1 0 0 0,0 0 0 0 0,27-4 0 0 0,-26 1 32 0 0,-1-1 0 0 0,0 0 0 0 0,-1-2 0 0 0,1 1 0 0 0,25-16 0 0 0,-32 16 69 0 0,0-1 0 0 0,0 0 0 0 0,-1 0 0 0 0,0-1 0 0 0,0 0 0 0 0,-1 0 0 0 0,0 0 0 0 0,0-1 1 0 0,0 0-1 0 0,6-14 0 0 0,-6 8 84 0 0,0-1 1 0 0,-1 0 0 0 0,-1 0 0 0 0,0 0-1 0 0,-1 0 1 0 0,0-1 0 0 0,-2 1-1 0 0,1-17 1 0 0,-5 11 551 0 0,-8 29-470 0 0,6-2-206 0 0,0 0 45 0 0,1 1 0 0 0,0 0 0 0 0,0 0 0 0 0,1 0 0 0 0,0 1 0 0 0,0 0 0 0 0,1-1 0 0 0,-3 10 0 0 0,0 2 13 0 0,2-10-11 0 0,1 0 1 0 0,0 0-1 0 0,0 1 0 0 0,1-1 0 0 0,1 0 0 0 0,-1 1 0 0 0,1-1 0 0 0,1 1 1 0 0,0-1-1 0 0,0 0 0 0 0,4 14 0 0 0,-4-19-32 0 0,1 1 0 0 0,-1-1 0 0 0,1 0 0 0 0,0 0 0 0 0,0 0 0 0 0,0-1 0 0 0,1 1 1 0 0,-1 0-1 0 0,1-1 0 0 0,0 0 0 0 0,0 1 0 0 0,0-1 0 0 0,0 0 0 0 0,0 0 0 0 0,1-1 0 0 0,0 1 0 0 0,-1-1 0 0 0,1 0 0 0 0,0 0 0 0 0,0 0 0 0 0,0 0 0 0 0,0-1 0 0 0,1 0 0 0 0,-1 1 0 0 0,7 0 1 0 0,-5-2-36 0 0,0 0 0 0 0,0 1 1 0 0,0-2-1 0 0,0 1 0 0 0,0-1 1 0 0,-1 0-1 0 0,1 0 0 0 0,10-4 1 0 0,26-3 1369 0 0,-15 54-1058 0 0,-25-44-389 0 0,1-1 1 0 0,-1 1 0 0 0,1-1 0 0 0,-1 0 0 0 0,1 0 0 0 0,0 0-1 0 0,-1 0 1 0 0,1 0 0 0 0,0-1 0 0 0,0 1 0 0 0,0-1-1 0 0,0 0 1 0 0,-1 1 0 0 0,1-1 0 0 0,0-1 0 0 0,0 1-1 0 0,0 0 1 0 0,0-1 0 0 0,5-1 0 0 0,30-15-6470 0 0,-28 11 3801 0 0</inkml:trace>
</inkml:ink>
</file>

<file path=ppt/ink/ink20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4:55:01.1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51 324 0 0,'12'-4'2264'0'0,"0"3"-272"0"0,2-6-1124 0 0,-6 3-79 0 0,4 2-81 0 0,3-5-120 0 0,-2 4-132 0 0,0 1-176 0 0,1-3-192 0 0,-3 4-168 0 0,1-3-272 0 0,-4 0-228 0 0,8-2-3197 0 0</inkml:trace>
</inkml:ink>
</file>

<file path=ppt/ink/ink20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4:55:03.2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0 315 736 0 0,'0'0'7448'0'0,"4"-1"-7200"0"0,6-3-114 0 0,0-1 0 0 0,-1 0 0 0 0,1 0-1 0 0,-1-1 1 0 0,0 0 0 0 0,-1-1 0 0 0,1 0 0 0 0,-1 0 0 0 0,11-14-1 0 0,66-89 363 0 0,-49 59-253 0 0,-30 43-213 0 0,0 1 0 0 0,0 1 0 0 0,0-1 0 0 0,0 1 0 0 0,1 0 0 0 0,0 0 1 0 0,1 1-1 0 0,-1 0 0 0 0,14-6 0 0 0,-15 8-25 0 0,0 1 0 0 0,0 0 0 0 0,0 1 0 0 0,0-1 0 0 0,0 1 0 0 0,0 0 0 0 0,0 1 0 0 0,0 0 0 0 0,1 0 0 0 0,-1 0 0 0 0,0 0 0 0 0,0 1 0 0 0,0 0 0 0 0,0 1 0 0 0,8 2 0 0 0,4 2 1 0 0,0-1 6 0 0,-1 1-1 0 0,33 16 1 0 0,-47-20-12 0 0,1 0 1 0 0,-1 0 0 0 0,0 0-1 0 0,0 0 1 0 0,0 1 0 0 0,0-1-1 0 0,0 1 1 0 0,0 0 0 0 0,-1 0-1 0 0,1 0 1 0 0,-1 0 0 0 0,0 0 0 0 0,0 0-1 0 0,0 1 1 0 0,0-1 0 0 0,-1 1-1 0 0,1-1 1 0 0,-1 1 0 0 0,1 7-1 0 0,-2-8 3 0 0,0 0-1 0 0,0 1 0 0 0,-1-1 1 0 0,1 0-1 0 0,-1 0 0 0 0,0 1 1 0 0,0-1-1 0 0,0 0 0 0 0,0 0 1 0 0,-1 0-1 0 0,1 0 1 0 0,-1 0-1 0 0,0-1 0 0 0,0 1 1 0 0,0 0-1 0 0,0-1 0 0 0,0 1 1 0 0,-1-1-1 0 0,1 0 0 0 0,-6 4 1 0 0,-6 4 8 0 0,0 0 1 0 0,-26 12 0 0 0,33-18-2 0 0,-74 34 118 0 0,80-38-186 0 0,-9 2-94 0 0</inkml:trace>
</inkml:ink>
</file>

<file path=ppt/ink/ink20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4:55:04.0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58 0 8 0 0,'-16'10'17004'0'0,"21"9"-16712"0"0,0 27-65 0 0,-2 90 0 0 0,-4-84-141 0 0,1-51-246 0 0,0 0-1 0 0,0 0 1 0 0,0 0 0 0 0,0 1-1 0 0,0-1 1 0 0,0 0-1 0 0,0 0 1 0 0,-1 0-1 0 0,1 0 1 0 0,0 0 0 0 0,-1 0-1 0 0,1 0 1 0 0,-1 0-1 0 0,1 0 1 0 0,-1 0-1 0 0,1 0 1 0 0,-1 0 0 0 0,0 0-1 0 0,1 0 1 0 0,-1-1-1 0 0,0 1 1 0 0,0 0-1 0 0,-1 1 1 0 0,0-2-256 0 0,1 1-1 0 0,0-1 1 0 0,-1 0-1 0 0,1 0 1 0 0,-1 0-1 0 0,1 1 1 0 0,-1-2 0 0 0,1 1-1 0 0,0 0 1 0 0,-1 0-1 0 0,1 0 1 0 0,-1-1-1 0 0,1 1 1 0 0,0 0 0 0 0,-1-1-1 0 0,1 1 1 0 0,0-1-1 0 0,-1 0 1 0 0,1 1 0 0 0,-2-2-1 0 0,-9-5-2536 0 0</inkml:trace>
</inkml:ink>
</file>

<file path=ppt/ink/ink20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4:55:04.3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56 612 0 0,'19'-54'12669'0'0,"-19"52"-12215"0"0,20 13-8961 0 0,-16-9 5567 0 0</inkml:trace>
</inkml:ink>
</file>

<file path=ppt/ink/ink20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4:55:04.8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140 121 352 0 0,'50'-94'9146'0'0,"-49"94"-9036"0"0,-1-1 0 0 0,1 1 0 0 0,-1-1 1 0 0,1 1-1 0 0,-1-1 0 0 0,0 1 0 0 0,1-1 1 0 0,-1 1-1 0 0,0-1 0 0 0,1 1 0 0 0,-1-1 1 0 0,0 0-1 0 0,0 1 0 0 0,0-1 1 0 0,0 0-1 0 0,1 1 0 0 0,-1-1 0 0 0,0 0 1 0 0,0 1-1 0 0,0-1 0 0 0,0 0 0 0 0,0 1 1 0 0,0-1-1 0 0,-1 1 0 0 0,1-1 1 0 0,0 0-1 0 0,0 1 0 0 0,0-1 0 0 0,-1 0 1 0 0,1 1-1 0 0,0-1 0 0 0,-1 0 0 0 0,-21-5 866 0 0,-31 13-631 0 0,46-5-289 0 0,-1 0-1 0 0,1 0 1 0 0,0 1 0 0 0,0 0-1 0 0,0 1 1 0 0,0-1-1 0 0,1 1 1 0 0,-1 1-1 0 0,1-1 1 0 0,0 1-1 0 0,0 0 1 0 0,1 1 0 0 0,-1-1-1 0 0,1 1 1 0 0,0 0-1 0 0,1 0 1 0 0,-6 10-1 0 0,9-14-25 0 0,21 19 53 0 0,-15-19-69 0 0,0-1 0 0 0,1 1 0 0 0,0-1 0 0 0,-1 0 0 0 0,1 0 0 0 0,0 0 0 0 0,0-1 0 0 0,0 0 0 0 0,7-1 0 0 0,59-8 242 0 0,-42 5-171 0 0,2 0-552 0 0,0 1-1 0 0,43 3 1 0 0,-55 1-2481 0 0,-1 2 0 0 0,35 8 0 0 0,-35-6-317 0 0</inkml:trace>
</inkml:ink>
</file>

<file path=ppt/ink/ink20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4:55:06.0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1 541 560 0 0,'0'0'3249'0'0,"3"-4"-2213"0"0,19-24 900 0 0,2 1 0 0 0,0 1 1 0 0,32-25-1 0 0,-28 28-1635 0 0,1 1-1 0 0,1 1 1 0 0,1 2 0 0 0,1 1-1 0 0,62-26 1 0 0,-81 39-256 0 0,2 1-1 0 0,-1 0 1 0 0,0 2-1 0 0,1-1 1 0 0,-1 1-1 0 0,1 1 1 0 0,0 1 0 0 0,0 0-1 0 0,20 3 1 0 0,-31-2-48 0 0,0 0 1 0 0,0-1-1 0 0,0 1 0 0 0,0 0 1 0 0,0 1-1 0 0,0-1 1 0 0,0 1-1 0 0,-1 0 1 0 0,1-1-1 0 0,-1 2 0 0 0,1-1 1 0 0,-1 0-1 0 0,0 1 1 0 0,0-1-1 0 0,0 1 0 0 0,0 0 1 0 0,0 0-1 0 0,-1 0 1 0 0,1 1-1 0 0,-1-1 0 0 0,0 1 1 0 0,0-1-1 0 0,0 1 1 0 0,0-1-1 0 0,-1 1 0 0 0,1 0 1 0 0,-1 0-1 0 0,0 0 1 0 0,0 0-1 0 0,-1 0 0 0 0,1 0 1 0 0,-1 0-1 0 0,0 0 1 0 0,0 0-1 0 0,0 0 1 0 0,-1 0-1 0 0,-1 7 0 0 0,1-5-1 0 0,-1 1-1 0 0,0-1 1 0 0,0 0-1 0 0,0 0 1 0 0,-1 0-1 0 0,0 0 1 0 0,-1 0-1 0 0,1 0 1 0 0,-1-1-1 0 0,0 0 1 0 0,0 0-1 0 0,-1 0 0 0 0,1 0 1 0 0,-1-1-1 0 0,0 0 1 0 0,-8 6-1 0 0,1-2 15 0 0,0-1 0 0 0,0 0 1 0 0,-1 0-1 0 0,0-1 0 0 0,0-1 0 0 0,-20 5 0 0 0,31-9-10 0 0,7-7-616 0 0,2-4 504 0 0,2 2-1 0 0,-1-1 0 0 0,1 1 1 0 0,1 0-1 0 0,-1 1 1 0 0,1 0-1 0 0,21-10 0 0 0,93-39-690 0 0,-18 9 344 0 0,-70 25 308 0 0,-24 15 431 0 0,0 0 1 0 0,0 0-1 0 0,20-7 1 0 0,-25 9 477 0 0,-1 0-128 0 0,-4 8 996 0 0,-5 16-1574 0 0,3-14 15 0 0,-9 40 89 0 0,9-44-159 0 0,0 0 0 0 0,0 0-1 0 0,0 0 1 0 0,0 0 0 0 0,0 0-1 0 0,1 0 1 0 0,-1 0 0 0 0,0-1-1 0 0,1 1 1 0 0,-1 0 0 0 0,0 0-1 0 0,1 0 1 0 0,-1 0 0 0 0,1-1-1 0 0,0 1 1 0 0,-1 0 0 0 0,1-1 0 0 0,-1 1-1 0 0,1 0 1 0 0,0-1 0 0 0,0 1-1 0 0,-1-1 1 0 0,1 1 0 0 0,0-1-1 0 0,0 1 1 0 0,0-1 0 0 0,0 1-1 0 0,0-1 1 0 0,-1 0 0 0 0,1 0-1 0 0,1 1 1 0 0,1-1-110 0 0,30-10-374 0 0,-25 6 267 0 0,0 0 0 0 0,1 1 0 0 0,-1 0 0 0 0,1 0 0 0 0,-1 1 0 0 0,12-1 0 0 0,-14 3 136 0 0,-1 0 0 0 0,1 1 0 0 0,-1-1 0 0 0,1 1 0 0 0,-1 1 0 0 0,0-1 0 0 0,1 1 0 0 0,-1 0 0 0 0,0 0 0 0 0,0 0 0 0 0,7 5 1 0 0,-5-2 55 0 0,1-1 0 0 0,0-1 1 0 0,0 1-1 0 0,0-2 0 0 0,0 1 1 0 0,0-1-1 0 0,0 0 0 0 0,1 0 1 0 0,-1-1-1 0 0,1 0 0 0 0,-1-1 0 0 0,1 0 1 0 0,-1 0-1 0 0,1-1 0 0 0,10-2 1 0 0,-8 0 17 0 0,-1 0 1 0 0,0-1-1 0 0,0 0 0 0 0,-1-1 1 0 0,1 0-1 0 0,-1-1 1 0 0,0 1-1 0 0,0-2 1 0 0,-1 1-1 0 0,15-16 0 0 0,-7 5 144 0 0,-1-2 0 0 0,-1 0 0 0 0,0-1 0 0 0,-2 0 0 0 0,0-1-1 0 0,-1 0 1 0 0,-2-1 0 0 0,0 0 0 0 0,-1 0 0 0 0,6-30 0 0 0,-13 51-91 0 0,-1-1 1 0 0,1 0-1 0 0,-1 1 1 0 0,0-1 0 0 0,1 1-1 0 0,-1-1 1 0 0,0 0-1 0 0,0 1 1 0 0,0-1 0 0 0,0 0-1 0 0,-1 1 1 0 0,1-1-1 0 0,0 0 1 0 0,-1 1 0 0 0,1-1-1 0 0,-1 1 1 0 0,1-1-1 0 0,-2-1 1 0 0,1 2-32 0 0,0 1 0 0 0,0-1 0 0 0,0 1-1 0 0,-1-1 1 0 0,1 1 0 0 0,0-1 0 0 0,0 1 0 0 0,0 0 0 0 0,0 0-1 0 0,-1 0 1 0 0,1 0 0 0 0,0 0 0 0 0,0 0 0 0 0,0 0 0 0 0,-1 0-1 0 0,1 0 1 0 0,0 0 0 0 0,0 1 0 0 0,0-1 0 0 0,-1 0 0 0 0,1 1-1 0 0,0-1 1 0 0,0 1 0 0 0,0-1 0 0 0,-1 2 0 0 0,-7 2 11 0 0,0 1 0 0 0,0 0 0 0 0,0 0 0 0 0,1 1 0 0 0,0 0 0 0 0,0 0 0 0 0,1 1 0 0 0,-13 14 0 0 0,16-16-28 0 0,0 0 1 0 0,0 0 0 0 0,1 1 0 0 0,-1-1 0 0 0,1 1 0 0 0,1 0 0 0 0,-1-1-1 0 0,1 1 1 0 0,0 1 0 0 0,0-1 0 0 0,1 0 0 0 0,-1 0 0 0 0,1 1 0 0 0,0 10-1 0 0,2-12-29 0 0,0 0 1 0 0,0 0-1 0 0,0 0 0 0 0,0-1 0 0 0,1 1 0 0 0,-1-1 0 0 0,1 1 0 0 0,0-1 0 0 0,1 0 0 0 0,-1 1 0 0 0,1-1 0 0 0,6 7 0 0 0,47 43-627 0 0,-45-45 443 0 0,0 0 0 0 0,-1 1 0 0 0,-1 0 0 0 0,11 13 0 0 0,-19-21 186 0 0,0-1 0 0 0,0 0 0 0 0,1 1 1 0 0,-1-1-1 0 0,-1 1 0 0 0,1-1 0 0 0,0 1 0 0 0,0 0 1 0 0,0-1-1 0 0,-1 1 0 0 0,1 0 0 0 0,-1 0 1 0 0,0-1-1 0 0,1 1 0 0 0,-1 0 0 0 0,0 0 1 0 0,0-1-1 0 0,0 1 0 0 0,0 0 0 0 0,0 0 1 0 0,0 0-1 0 0,-1-1 0 0 0,1 1 0 0 0,-1 0 1 0 0,1 0-1 0 0,-1-1 0 0 0,0 1 0 0 0,1 0 1 0 0,-1-1-1 0 0,0 1 0 0 0,0-1 0 0 0,-2 3 1 0 0,-2 0 17 0 0,-1 0 0 0 0,1-1 0 0 0,-1 1 0 0 0,0-1 0 0 0,0-1 1 0 0,0 1-1 0 0,-8 2 0 0 0,7-2 25 0 0,-31 5-34 0 0,37-8-294 0 0,-1 0 0 0 0,1 0 0 0 0,0 0 0 0 0,0 0 0 0 0,-1 0 0 0 0,1 0 0 0 0,0 0 0 0 0,0 0 0 0 0,0-1 0 0 0,0 1 0 0 0,-1 0 0 0 0,1-1 0 0 0,0 1 0 0 0,0-1 0 0 0,0 1 0 0 0,0-1 0 0 0,0 0 0 0 0,0 1 0 0 0,0-1 0 0 0,-1-1 0 0 0,1 1 155 0 0</inkml:trace>
</inkml:ink>
</file>

<file path=ppt/ink/ink20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4:55:06.8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206 267 1048 0 0,'-26'-8'4543'0'0,"24"8"-4245"0"0,-1 0 1 0 0,1-1-1 0 0,0 1 1 0 0,0 0 0 0 0,0 0-1 0 0,-1 1 1 0 0,1-1-1 0 0,0 0 1 0 0,0 1 0 0 0,0-1-1 0 0,0 1 1 0 0,-3 1-1 0 0,2 0-193 0 0,1 0 0 0 0,0-1 0 0 0,0 1 0 0 0,0 0 0 0 0,0 0 0 0 0,0 1 0 0 0,0-1 0 0 0,0 0 0 0 0,1 1 0 0 0,-1-1 0 0 0,1 1 0 0 0,0-1 0 0 0,0 1 0 0 0,0 0 0 0 0,0-1 0 0 0,0 1 0 0 0,1 0 0 0 0,-1 0 0 0 0,0 3 0 0 0,-2 7-42 0 0,0 1-1 0 0,-2-1 1 0 0,0 0-1 0 0,0 0 0 0 0,-1-1 1 0 0,0 0-1 0 0,-1 0 1 0 0,-1 0-1 0 0,0-1 0 0 0,0 0 1 0 0,-16 15-1 0 0,-6-4-1541 0 0,86-43 579 0 0,1 3-1 0 0,78-14 1 0 0,56-17 1378 0 0,-186 48-237 0 0,-1-1 0 0 0,0 0-1 0 0,1 0 1 0 0,-1 0-1 0 0,0 0 1 0 0,0-1-1 0 0,-1 0 1 0 0,7-5-1 0 0,-9 6 725 0 0,-6 5-912 0 0,-16 6-4 0 0,15-6-8 0 0,10 8 20 0 0,-4-9-68 0 0,0 0 1 0 0,0 0-1 0 0,1 0 0 0 0,-1 0 1 0 0,1 0-1 0 0,-1 0 0 0 0,1 0 1 0 0,0 0-1 0 0,0 0 0 0 0,-1 0 1 0 0,1-1-1 0 0,1 1 0 0 0,1 2 1 0 0,8 3-110 0 0,0-2 1 0 0,1 0-1 0 0,-1 0 1 0 0,1-1-1 0 0,0 0 1 0 0,0-1-1 0 0,1-1 1 0 0,-1 0 0 0 0,0-1-1 0 0,1 0 1 0 0,-1 0-1 0 0,1-2 1 0 0,18-1-1 0 0,10-4-167 0 0,0-1-1 0 0,68-22 1 0 0,-96 25 225 0 0,-1-1 1 0 0,1 0-1 0 0,-1-1 1 0 0,0 0-1 0 0,-1-1 1 0 0,1 0-1 0 0,-1-1 1 0 0,-1 0-1 0 0,1-1 1 0 0,-2 0 0 0 0,1-1-1 0 0,-1 0 1 0 0,-1 0-1 0 0,1-1 1 0 0,-2 0-1 0 0,10-19 1 0 0,-7 10 376 0 0,-1-1 0 0 0,-2 0 0 0 0,0-1 0 0 0,-1 0 0 0 0,-1 0 0 0 0,-1 0 1 0 0,-1-1-1 0 0,-1 1 0 0 0,-1-24 0 0 0,-1 46-287 0 0,0 0 0 0 0,0 0 0 0 0,0 0 0 0 0,0 0 0 0 0,0 0 0 0 0,0 0 0 0 0,0 0 0 0 0,-1 0 0 0 0,1 0 0 0 0,0 0 0 0 0,0 1 1 0 0,0-1-1 0 0,0 0 0 0 0,0 0 0 0 0,0 0 0 0 0,0 0 0 0 0,-1 0 0 0 0,1 0 0 0 0,0 0 0 0 0,0 0 0 0 0,0 0 0 0 0,0 0 0 0 0,0 0 0 0 0,0 0 0 0 0,-1 0 0 0 0,1 0 0 0 0,0 0 0 0 0,0-1 0 0 0,0 1 0 0 0,0 0 0 0 0,0 0 0 0 0,0 0 0 0 0,0 0 0 0 0,0 0 0 0 0,-1 0 0 0 0,1 0 0 0 0,0 0 0 0 0,0 0 1 0 0,0 0-1 0 0,0 0 0 0 0,0 0 0 0 0,0-1 0 0 0,0 1 0 0 0,0 0 0 0 0,0 0 0 0 0,0 0 0 0 0,0 0 0 0 0,0 0 0 0 0,0 0 0 0 0,0 0 0 0 0,-1-1 0 0 0,1 1 0 0 0,0 0 0 0 0,0 0 0 0 0,0 0 0 0 0,0 0 0 0 0,0 0 0 0 0,0 0 0 0 0,0-1 0 0 0,1 1 0 0 0,-1 0 0 0 0,0 0 0 0 0,0 0 0 0 0,-11 15 502 0 0,-8 25-136 0 0,7 1 224 0 0,3-1-1 0 0,1 2 0 0 0,2-1 0 0 0,0 80 1 0 0,2-41-14 0 0,3-70-726 0 0,-4 31-1402 0 0,-8-19-3810 0 0</inkml:trace>
</inkml:ink>
</file>

<file path=ppt/ink/ink20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4:55:07.1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75 10077 0 0,'22'-5'1002'0'0,"-1"0"1"0"0,0-2-1 0 0,-1 0 1 0 0,32-16-1 0 0,-4 2-1999 0 0,-38 15-593 0 0</inkml:trace>
</inkml:ink>
</file>

<file path=ppt/ink/ink20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4:55:09.3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68 412 108 0 0,'8'-18'2397'0'0,"3"-5"1013"0"0,-11 12 2210 0 0,-1 11-5606 0 0,1 1-1 0 0,-1 0 1 0 0,1 0-1 0 0,-1 0 1 0 0,0 0-1 0 0,1-1 1 0 0,-1 1-1 0 0,0 0 1 0 0,0-1-1 0 0,1 1 1 0 0,-1-1-1 0 0,0 1 1 0 0,0-1-1 0 0,0 1 1 0 0,0-1 0 0 0,0 1-1 0 0,0-1 1 0 0,0 0-1 0 0,-1 1 1 0 0,0-1-1 0 0,0 1 0 0 0,1-1 1 0 0,-1 1-1 0 0,1 0 1 0 0,-1-1-1 0 0,1 1 0 0 0,-1 0 1 0 0,1 0-1 0 0,-1 0 1 0 0,1 0-1 0 0,0 0 0 0 0,-2 2 1 0 0,-2 2 42 0 0,0 1 0 0 0,1-1 0 0 0,-1 0 0 0 0,2 1 0 0 0,-1 0 1 0 0,0 0-1 0 0,1 0 0 0 0,0 1 0 0 0,1-1 0 0 0,0 1 0 0 0,-1-1 0 0 0,2 1 1 0 0,-1 0-1 0 0,1 0 0 0 0,0 0 0 0 0,1 0 0 0 0,0 0 0 0 0,0 0 0 0 0,1 8 1 0 0,-1-14-24 0 0,0 0-27 0 0,0-1 1 0 0,0 1-1 0 0,0-1 1 0 0,0 0-1 0 0,0 1 1 0 0,0-1-1 0 0,0 1 1 0 0,0-1-1 0 0,0 0 0 0 0,0 1 1 0 0,0-1-1 0 0,0 0 1 0 0,0 1-1 0 0,0-1 1 0 0,0 1-1 0 0,0-1 1 0 0,0 0-1 0 0,1 1 1 0 0,-1-1-1 0 0,0 0 1 0 0,0 1-1 0 0,0-1 1 0 0,1 0-1 0 0,-1 1 0 0 0,0-1 1 0 0,1 0-1 0 0,-1 0 1 0 0,0 1-1 0 0,0-1 1 0 0,1 0-1 0 0,-1 0 1 0 0,0 1-1 0 0,1-1 1 0 0,-1 0-1 0 0,1 0 1 0 0,-1 0-1 0 0,0 0 0 0 0,1 0 1 0 0,-1 0-1 0 0,0 0 1 0 0,1 1-1 0 0,19-11 126 0 0,11-20-51 0 0,-21 16-72 0 0,-1-1-1 0 0,-1 1 1 0 0,0-2 0 0 0,6-17 0 0 0,12-22-35 0 0,-25 53 11 0 0,0 1 1 0 0,-1-1-1 0 0,1 0 0 0 0,1 0 0 0 0,-1 1 1 0 0,0-1-1 0 0,0 1 0 0 0,0-1 1 0 0,1 1-1 0 0,-1 0 0 0 0,1-1 0 0 0,-1 1 1 0 0,1 0-1 0 0,0 0 0 0 0,-1 0 1 0 0,1 0-1 0 0,0 0 0 0 0,0 1 1 0 0,0-1-1 0 0,0 0 0 0 0,-1 1 0 0 0,1-1 1 0 0,0 1-1 0 0,0 0 0 0 0,0 0 1 0 0,0 0-1 0 0,0 0 0 0 0,0 0 1 0 0,0 0-1 0 0,0 0 0 0 0,3 1 0 0 0,7 0 21 0 0,36 0-59 0 0,1-2 0 0 0,59-8 0 0 0,-88 6 49 0 0,0-1 1 0 0,0-1 0 0 0,0-1-1 0 0,-1 0 1 0 0,0-2 0 0 0,0 0-1 0 0,34-21 1 0 0,-47 24 13 0 0,0 0 0 0 0,0-1-1 0 0,-1 0 1 0 0,0 0 0 0 0,0-1-1 0 0,0 1 1 0 0,-1-1 0 0 0,0 0-1 0 0,0 0 1 0 0,-1-1 0 0 0,0 1-1 0 0,0-1 1 0 0,-1 1 0 0 0,0-1 0 0 0,0 0-1 0 0,0 0 1 0 0,-1 0 0 0 0,-1 0-1 0 0,1 0 1 0 0,-1 0 0 0 0,-1 0-1 0 0,0 0 1 0 0,0 0 0 0 0,0 0-1 0 0,-1 0 1 0 0,0 0 0 0 0,-5-13 0 0 0,4 14-5 0 0,3 6-7 0 0,0 1 0 0 0,0-1-1 0 0,0 0 1 0 0,0 0 0 0 0,0 1-1 0 0,-1-1 1 0 0,1 0 0 0 0,0 0-1 0 0,0 1 1 0 0,-1-1 0 0 0,1 0-1 0 0,0 1 1 0 0,-1-1 0 0 0,1 0-1 0 0,-1 1 1 0 0,1-1 0 0 0,-1 1-1 0 0,1-1 1 0 0,-1 1 0 0 0,0-1-1 0 0,1 1 1 0 0,-1-1 0 0 0,0 1-1 0 0,1 0 1 0 0,-1-1 0 0 0,0 1 0 0 0,1 0-1 0 0,-1-1 1 0 0,0 1 0 0 0,0 0-1 0 0,-1 0 1 0 0,0 0-13 0 0,2 1 12 0 0,-1 1 1 0 0,1 0 0 0 0,-1-1-1 0 0,1 1 1 0 0,-1-1 0 0 0,0 1 0 0 0,0-1-1 0 0,0 1 1 0 0,0-1 0 0 0,0 1-1 0 0,0-1 1 0 0,-2 2 0 0 0,-10 16-21 0 0,-3 22-3 0 0,1 1 1 0 0,3 0-1 0 0,1 0 1 0 0,-6 53 0 0 0,-7 181 39 0 0,9-75 25 0 0,13-178-34 0 0,-24 157 39 0 0,21-156-28 0 0,0-1 0 0 0,-2-1 0 0 0,-1 1 0 0 0,-1-1 0 0 0,-17 32 0 0 0,25-52-6 0 0,0 0 1 0 0,0 0-1 0 0,0 0 1 0 0,0 0-1 0 0,-1-1 1 0 0,1 1-1 0 0,-1 0 1 0 0,1 0-1 0 0,-1-1 1 0 0,0 1-1 0 0,0-1 1 0 0,0 0 0 0 0,1 1-1 0 0,-1-1 1 0 0,0 0-1 0 0,-1 0 1 0 0,1 0-1 0 0,0 0 1 0 0,0-1-1 0 0,-3 2 1 0 0,3-2 8 0 0,0-1-1 0 0,0 1 1 0 0,0 0 0 0 0,0-1 0 0 0,0 1-1 0 0,0-1 1 0 0,0 1 0 0 0,1-1 0 0 0,-1 0-1 0 0,0 0 1 0 0,0 0 0 0 0,0 0 0 0 0,1 0-1 0 0,-1 0 1 0 0,1-1 0 0 0,-1 1 0 0 0,1 0-1 0 0,-2-3 1 0 0,-2-2 22 0 0,0 0 1 0 0,0 0-1 0 0,1-1 0 0 0,0 0 1 0 0,1 1-1 0 0,-1-1 0 0 0,1-1 1 0 0,1 1-1 0 0,-1 0 0 0 0,-1-13 1 0 0,2 2-76 0 0,1 1 0 0 0,0-1 1 0 0,2 1-1 0 0,0 0 1 0 0,1-1-1 0 0,0 1 1 0 0,2 0-1 0 0,0 0 0 0 0,1 0 1 0 0,0 1-1 0 0,2 0 1 0 0,0 0-1 0 0,0 0 1 0 0,2 1-1 0 0,17-24 0 0 0,-13 21-221 0 0,2 1 0 0 0,0 1-1 0 0,1 0 1 0 0,0 1-1 0 0,1 1 1 0 0,1 1-1 0 0,0 0 1 0 0,1 1 0 0 0,0 1-1 0 0,1 1 1 0 0,40-14-1 0 0,-6 7-2800 0 0,58-8-1 0 0,-80 19 520 0 0</inkml:trace>
</inkml:ink>
</file>

<file path=ppt/ink/ink20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4:55:09.9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11 439 492 0 0,'4'-7'8512'0'0,"-2"30"-6707"0"0,-3 18-2495 0 0,0-19 1825 0 0,-11 105 607 0 0,10-86-1097 0 0,2 0 1 0 0,8 69-1 0 0,-2-79 2511 0 0,-5-30-2293 0 0,0-7-365 0 0,-1-61-466 0 0,0 14 449 0 0,1-195-254 0 0,2 186-272 0 0,-3 20-6 0 0,2 0 0 0 0,2 0 0 0 0,2 1 0 0 0,1 0 0 0 0,22-67 0 0 0,-26 100 11 0 0,1 0 0 0 0,1 1 1 0 0,-1 0-1 0 0,1 0 0 0 0,0 0 1 0 0,1 0-1 0 0,0 1 0 0 0,0 0 1 0 0,0 0-1 0 0,0 1 0 0 0,1 0 1 0 0,0 0-1 0 0,0 0 0 0 0,1 1 1 0 0,-1 0-1 0 0,1 1 0 0 0,0-1 1 0 0,0 1-1 0 0,0 1 0 0 0,0 0 1 0 0,1 0-1 0 0,-1 0 0 0 0,1 1 0 0 0,-1 0 1 0 0,1 1-1 0 0,-1 0 0 0 0,1 1 1 0 0,-1-1-1 0 0,1 1 0 0 0,-1 1 1 0 0,0 0-1 0 0,14 4 0 0 0,-17-3 5 0 0,0 0-1 0 0,1 0 0 0 0,-1 0 1 0 0,-1 0-1 0 0,1 1 0 0 0,-1 0 0 0 0,1 0 1 0 0,-1 0-1 0 0,0 0 0 0 0,0 1 1 0 0,-1-1-1 0 0,1 1 0 0 0,-1 0 1 0 0,0 0-1 0 0,-1 1 0 0 0,1-1 0 0 0,-1 0 1 0 0,0 1-1 0 0,0-1 0 0 0,-1 1 1 0 0,1 0-1 0 0,-1 0 0 0 0,-1 0 1 0 0,1-1-1 0 0,-1 1 0 0 0,0 0 0 0 0,-1 10 1 0 0,0-7 0 0 0,0 0 0 0 0,0 1 0 0 0,-1-1 0 0 0,0 0 0 0 0,0 0 1 0 0,-1 0-1 0 0,-1-1 0 0 0,1 1 0 0 0,-1-1 0 0 0,-1 0 0 0 0,1 0 0 0 0,-1 0 1 0 0,-1 0-1 0 0,0-1 0 0 0,0 0 0 0 0,-12 11 0 0 0,7-10 33 0 0,0-1 0 0 0,-1 0-1 0 0,0-1 1 0 0,0 0 0 0 0,0-1-1 0 0,-1 0 1 0 0,-22 5 0 0 0,-1-3-857 0 0,-54 2-1 0 0,62-6-487 0 0,15-5-265 0 0</inkml:trace>
</inkml:ink>
</file>

<file path=ppt/ink/ink20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4:55:10.4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286 6 324 0 0,'-6'-1'993'0'0,"2"0"-717"0"0,-1 0 1 0 0,0 0 0 0 0,1 1 0 0 0,-1 0-1 0 0,0 0 1 0 0,1 0 0 0 0,-1 0-1 0 0,0 1 1 0 0,1 0 0 0 0,-1 0 0 0 0,1 0-1 0 0,-1 0 1 0 0,-7 4 0 0 0,2 0 109 0 0,0 1 0 0 0,0 0 0 0 0,0 0 0 0 0,1 1 0 0 0,-13 12-1 0 0,7-4-11 0 0,0 1 0 0 0,1 0 0 0 0,1 1 0 0 0,1 0 0 0 0,0 1 0 0 0,-10 22 0 0 0,16-26-188 0 0,1 0 0 0 0,0 0 0 0 0,0 1 0 0 0,2 0 0 0 0,0 0 0 0 0,0 0 0 0 0,1 21 0 0 0,1-31-126 0 0,1 0 1 0 0,0 0-1 0 0,0 0 1 0 0,1 0 0 0 0,-1 1-1 0 0,1-1 1 0 0,0 0 0 0 0,1 0-1 0 0,-1 0 1 0 0,1 0-1 0 0,0-1 1 0 0,0 1 0 0 0,0 0-1 0 0,1-1 1 0 0,0 0 0 0 0,0 1-1 0 0,0-1 1 0 0,0 0-1 0 0,1-1 1 0 0,-1 1 0 0 0,1 0-1 0 0,0-1 1 0 0,0 0 0 0 0,9 5-1 0 0,-8-6 8 0 0,-1-1 0 0 0,1 0 0 0 0,0 0 0 0 0,0 0 0 0 0,0 0 0 0 0,0-1 0 0 0,0 0 0 0 0,0 0 0 0 0,0 0 0 0 0,0-1 0 0 0,0 1 0 0 0,0-1 0 0 0,0-1-1 0 0,0 1 1 0 0,-1-1 0 0 0,1 1 0 0 0,0-1 0 0 0,5-4 0 0 0,2 0 71 0 0,-1 0-1 0 0,0-2 1 0 0,0 1 0 0 0,-1-1-1 0 0,17-17 1 0 0,-19 16-36 0 0,0 0 0 0 0,-1-1 1 0 0,0 0-1 0 0,0 0 0 0 0,-1-1 0 0 0,0 1 0 0 0,-1-1 0 0 0,0-1 0 0 0,-1 1 1 0 0,-1-1-1 0 0,0 0 0 0 0,0 0 0 0 0,-1 0 0 0 0,0 0 0 0 0,-1-20 1 0 0,-1 23-68 0 0,0 0 1 0 0,-1 0-1 0 0,-1 0 1 0 0,0 0 0 0 0,0 0-1 0 0,0 1 1 0 0,-1-1-1 0 0,0 1 1 0 0,-1 0-1 0 0,0 0 1 0 0,0 0 0 0 0,-1 0-1 0 0,0 1 1 0 0,0-1-1 0 0,-1 1 1 0 0,0 1 0 0 0,0-1-1 0 0,-1 1 1 0 0,1 0-1 0 0,-1 1 1 0 0,-15-10 0 0 0,20 14-163 0 0,0-1 1 0 0,0 1-1 0 0,0 0 1 0 0,0 0 0 0 0,-1 0-1 0 0,1 0 1 0 0,-1 0-1 0 0,1 0 1 0 0,-1 1 0 0 0,1-1-1 0 0,-1 1 1 0 0,1-1-1 0 0,-1 1 1 0 0,1 0 0 0 0,-1 0-1 0 0,1 0 1 0 0,-1 1-1 0 0,0-1 1 0 0,1 0 0 0 0,-1 1-1 0 0,1 0 1 0 0,0-1-1 0 0,-1 1 1 0 0,-3 2 0 0 0,3-1-297 0 0,1 0 1 0 0,0 0-1 0 0,-1 1 1 0 0,1-1-1 0 0,0 1 1 0 0,0-1 0 0 0,0 1-1 0 0,0 0 1 0 0,0-1-1 0 0,1 1 1 0 0,-1 0 0 0 0,0 3-1 0 0,2 0-3019 0 0,4 10 262 0 0</inkml:trace>
</inkml:ink>
</file>

<file path=ppt/ink/ink20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4:55:10.8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308 92 876 0 0,'2'-3'467'0'0,"0"1"1"0"0,0-1-1 0 0,-1 0 0 0 0,1 0 1 0 0,-1 0-1 0 0,0 0 0 0 0,0 0 1 0 0,0-1-1 0 0,0 1 0 0 0,-1 0 1 0 0,1 0-1 0 0,-1 0 0 0 0,0-1 1 0 0,0 1-1 0 0,0-5 0 0 0,-1 6-358 0 0,1 0 0 0 0,-1 0 0 0 0,1 1-1 0 0,-1-1 1 0 0,0 0 0 0 0,0 0-1 0 0,0 1 1 0 0,0-1 0 0 0,0 1 0 0 0,0-1-1 0 0,0 1 1 0 0,0-1 0 0 0,-1 1-1 0 0,1 0 1 0 0,0 0 0 0 0,-1-1 0 0 0,1 1-1 0 0,-1 0 1 0 0,0 0 0 0 0,1 0 0 0 0,-1 1-1 0 0,0-1 1 0 0,1 0 0 0 0,-1 1-1 0 0,0-1 1 0 0,0 1 0 0 0,0-1 0 0 0,1 1-1 0 0,-4 0 1 0 0,-5-1 79 0 0,-1 0 1 0 0,1 0-1 0 0,0 1 1 0 0,0 1-1 0 0,0-1 0 0 0,-1 2 1 0 0,1-1-1 0 0,0 2 1 0 0,-10 3-1 0 0,16-5-156 0 0,1 1 0 0 0,0-1 0 0 0,-1 1 0 0 0,1 0 1 0 0,0 0-1 0 0,0 0 0 0 0,0 1 0 0 0,0-1 0 0 0,1 1 0 0 0,-1 0 0 0 0,1 0 0 0 0,-1-1 0 0 0,1 2 0 0 0,0-1 1 0 0,0 0-1 0 0,0 0 0 0 0,1 1 0 0 0,-1-1 0 0 0,1 1 0 0 0,0-1 0 0 0,0 1 0 0 0,0-1 0 0 0,0 1 1 0 0,0 0-1 0 0,1 0 0 0 0,0-1 0 0 0,0 6 0 0 0,0 1 5 0 0,1 0 1 0 0,1 0-1 0 0,-1 0 1 0 0,2-1-1 0 0,-1 1 0 0 0,1-1 1 0 0,0 0-1 0 0,8 15 1 0 0,46 68 160 0 0,-44-74-169 0 0,-1-1 0 0 0,-1 2-1 0 0,-1-1 1 0 0,0 2 0 0 0,7 22 0 0 0,-16-40-25 0 0,-1 0 0 0 0,1-1 1 0 0,-1 1-1 0 0,0 0 0 0 0,1 0 0 0 0,-1 0 0 0 0,0 0 1 0 0,0 0-1 0 0,-1 0 0 0 0,1 0 0 0 0,0-1 0 0 0,0 1 0 0 0,-1 0 1 0 0,0 0-1 0 0,1 0 0 0 0,-1-1 0 0 0,0 1 0 0 0,0 0 1 0 0,1-1-1 0 0,-1 1 0 0 0,-1 0 0 0 0,-1 1 0 0 0,0 1 17 0 0,0-2 0 0 0,-1 1 0 0 0,1 0 0 0 0,-1-1 0 0 0,0 0 0 0 0,0 1 0 0 0,0-2 0 0 0,0 1 0 0 0,-6 2 0 0 0,-7 0 180 0 0,0 0 0 0 0,0-1 0 0 0,-32 2 0 0 0,-45-5-218 0 0,92 0-632 0 0,-6-2-1316 0 0,-5 0 655 0 0</inkml:trace>
</inkml:ink>
</file>

<file path=ppt/ink/ink20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4:54:52.8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396 500 20 0 0,'9'-42'5168'0'0,"-9"31"-4509"0"0,0 7-331 0 0,1 1 0 0 0,-1-1 1 0 0,-1 0-1 0 0,1 0 0 0 0,0 0 0 0 0,-1 0 0 0 0,0 1 0 0 0,-1-6 1 0 0,1 7-271 0 0,0 1 0 0 0,-1-1 0 0 0,1 1 1 0 0,0 0-1 0 0,0-1 0 0 0,0 1 0 0 0,-1 0 0 0 0,1 0 1 0 0,-1 0-1 0 0,1 0 0 0 0,-1 0 0 0 0,1 0 1 0 0,-1 0-1 0 0,0 0 0 0 0,1 1 0 0 0,-1-1 1 0 0,0 1-1 0 0,1-1 0 0 0,-1 1 0 0 0,0 0 1 0 0,0-1-1 0 0,0 1 0 0 0,-2 0 0 0 0,-8 0 26 0 0,0 1-1 0 0,-1 0 1 0 0,1 1-1 0 0,0 0 1 0 0,0 0-1 0 0,0 2 1 0 0,0-1-1 0 0,0 1 1 0 0,-20 12-1 0 0,0 1 16 0 0,1 1-1 0 0,-32 25 0 0 0,53-36-80 0 0,1 1 0 0 0,0 0 0 0 0,1 0 0 0 0,0 1 0 0 0,1 0-1 0 0,-1 1 1 0 0,2 0 0 0 0,-1 0 0 0 0,-6 16 0 0 0,11-23-15 0 0,1 0 1 0 0,-1 0 0 0 0,1 0-1 0 0,0 0 1 0 0,0 1 0 0 0,1-1-1 0 0,-1 0 1 0 0,1 0 0 0 0,-1 1 0 0 0,1-1-1 0 0,0 1 1 0 0,0-1 0 0 0,1 0-1 0 0,-1 1 1 0 0,1-1 0 0 0,-1 0-1 0 0,1 0 1 0 0,0 1 0 0 0,0-1-1 0 0,1 0 1 0 0,-1 0 0 0 0,0 0-1 0 0,1 0 1 0 0,0 0 0 0 0,0-1-1 0 0,0 1 1 0 0,0 0 0 0 0,0-1-1 0 0,1 1 1 0 0,-1-1 0 0 0,1 0-1 0 0,-1 0 1 0 0,1 0 0 0 0,0 0-1 0 0,0-1 1 0 0,0 1 0 0 0,6 2-1 0 0,7 2-15 0 0,1 0 0 0 0,0-1 0 0 0,0-1 0 0 0,0-1 0 0 0,1 0 0 0 0,-1-2 0 0 0,1 0 0 0 0,-1 0-1 0 0,1-2 1 0 0,0 0 0 0 0,25-6 0 0 0,23-6-222 0 0,107-38 0 0 0,-118 33 121 0 0,14-4-50 0 0,-1-3 0 0 0,-1-3-1 0 0,94-55 1 0 0,-153 79 306 0 0,0-2 0 0 0,-1 1 0 0 0,0-1 0 0 0,0 0 0 0 0,0 0 1 0 0,0-1-1 0 0,8-11 0 0 0,-14 16 596 0 0,-25 18-678 0 0,19-13-48 0 0,0 1-1 0 0,0 0 0 0 0,0 0 0 0 0,0 1 1 0 0,1 0-1 0 0,0-1 0 0 0,0 1 0 0 0,-5 9 0 0 0,-26 34 55 0 0,31-43-54 0 0,3-4-3 0 0,6-1-118 0 0,8-10 83 0 0,-10 7-25 0 0,0-1 1 0 0,1 2-1 0 0,-1-1 1 0 0,1 0-1 0 0,-1 1 0 0 0,1-1 1 0 0,0 1-1 0 0,0 0 1 0 0,0 1-1 0 0,0-1 0 0 0,0 1 1 0 0,0-1-1 0 0,1 1 1 0 0,6-1-1 0 0,-6 3 13 0 0,19 4-139 0 0,1-2 0 0 0,40 1 1 0 0,-55-4 162 0 0,0-1 1 0 0,0-1 0 0 0,1 1 0 0 0,-1-2 0 0 0,0 1 0 0 0,-1-2-1 0 0,1 1 1 0 0,0-1 0 0 0,13-8 0 0 0,-7 3 54 0 0,-1-1 1 0 0,0 0-1 0 0,0-1 0 0 0,-1-1 1 0 0,-1 0-1 0 0,0-1 1 0 0,0 0-1 0 0,19-28 0 0 0,-25 30 5 0 0,0-1-1 0 0,-1 0 1 0 0,-1-1 0 0 0,0 1-1 0 0,0-1 1 0 0,-1 0-1 0 0,-1-1 1 0 0,0 1-1 0 0,-1 0 1 0 0,0-1 0 0 0,-1 0-1 0 0,-1-19 1 0 0,-10-115 733 0 0,10 147-763 0 0,0 0-1 0 0,0 0 0 0 0,0 0 0 0 0,0 0 1 0 0,0 0-1 0 0,0-1 0 0 0,0 1 0 0 0,-1 0 0 0 0,1 0 1 0 0,0 0-1 0 0,-1 0 0 0 0,1 0 0 0 0,0 0 1 0 0,-1 0-1 0 0,1 0 0 0 0,-1 1 0 0 0,0-1 0 0 0,1 0 1 0 0,-1 0-1 0 0,0 0 0 0 0,1 0 0 0 0,-1 1 1 0 0,0-1-1 0 0,0 0 0 0 0,0 1 0 0 0,-1-2 0 0 0,1 3-11 0 0,-1-1-1 0 0,1 0 0 0 0,0 1 1 0 0,0-1-1 0 0,0 1 0 0 0,-1-1 1 0 0,1 1-1 0 0,0 0 0 0 0,0-1 0 0 0,0 1 1 0 0,0 0-1 0 0,0 0 0 0 0,0 0 1 0 0,0 0-1 0 0,1 0 0 0 0,-1 0 1 0 0,0 0-1 0 0,0 1 0 0 0,-34 58-22 0 0,26-36 23 0 0,2 0 0 0 0,0 0 0 0 0,1 0 0 0 0,1 1 0 0 0,2 0 0 0 0,0 0 0 0 0,1 0 0 0 0,2 0 1 0 0,1 0-1 0 0,1 0 0 0 0,1 0 0 0 0,10 41 0 0 0,-10-53-12 0 0,1-1-1 0 0,0 0 1 0 0,1 0 0 0 0,1 0 0 0 0,0-1 0 0 0,0 0-1 0 0,1 0 1 0 0,12 14 0 0 0,-16-21 4 0 0,0-1 0 0 0,-1 0 1 0 0,2 0-1 0 0,-1 0 0 0 0,0 0 1 0 0,0 0-1 0 0,1-1 0 0 0,0 1 0 0 0,-1-1 1 0 0,1 0-1 0 0,0 0 0 0 0,0-1 0 0 0,0 1 1 0 0,0-1-1 0 0,1 0 0 0 0,-1 0 1 0 0,0 0-1 0 0,0 0 0 0 0,1-1 0 0 0,-1 0 1 0 0,0 0-1 0 0,1 0 0 0 0,-1 0 0 0 0,0-1 1 0 0,1 1-1 0 0,-1-1 0 0 0,0-1 1 0 0,4 0-1 0 0,2-2 12 0 0,-1 0 1 0 0,-1 0 0 0 0,1 0-1 0 0,-1-1 1 0 0,1-1 0 0 0,-1 1-1 0 0,-1-1 1 0 0,1-1-1 0 0,-1 1 1 0 0,0-1 0 0 0,-1 0-1 0 0,1-1 1 0 0,-2 0-1 0 0,1 0 1 0 0,-1 0 0 0 0,0-1-1 0 0,-1 1 1 0 0,7-17 0 0 0,-11 24 6 0 0,0 1 0 0 0,0-1 1 0 0,0 0-1 0 0,0 1 1 0 0,1-1-1 0 0,-1 0 0 0 0,0 1 1 0 0,0-1-1 0 0,0 0 1 0 0,0 1-1 0 0,-1-1 1 0 0,1 0-1 0 0,0 1 0 0 0,0-1 1 0 0,0 1-1 0 0,0-1 1 0 0,-1 0-1 0 0,1 1 0 0 0,0-1 1 0 0,-1 1-1 0 0,1-1 1 0 0,0 1-1 0 0,-1-1 1 0 0,1 1-1 0 0,-1-1 0 0 0,1 1 1 0 0,-1-1-1 0 0,1 1 1 0 0,-1-1-1 0 0,1 1 1 0 0,-1 0-1 0 0,1-1 0 0 0,-1 1 1 0 0,1 0-1 0 0,-1-1 1 0 0,0 1-1 0 0,1 0 0 0 0,-2 0 1 0 0,1-1-70 0 0,-2 0 124 0 0,1 4-35 0 0,0 0-30 0 0,1-1 1 0 0,0 0-1 0 0,0 0 0 0 0,-1 1 0 0 0,2-1 0 0 0,-1 1 0 0 0,0-1 1 0 0,0 1-1 0 0,1 0 0 0 0,-1-1 0 0 0,1 1 0 0 0,0-1 1 0 0,0 1-1 0 0,0 0 0 0 0,0-1 0 0 0,0 1 0 0 0,1 0 0 0 0,-1-1 1 0 0,1 1-1 0 0,0-1 0 0 0,0 1 0 0 0,0-1 0 0 0,1 4 0 0 0,2-1 12 0 0,-1 0-1 0 0,1 0 1 0 0,0-1-1 0 0,0 1 1 0 0,0-1-1 0 0,1 0 1 0 0,-1 0-1 0 0,1 0 1 0 0,0-1-1 0 0,7 4 1 0 0,-1-1-310 0 0,0 0 0 0 0,1-1-1 0 0,-1 0 1 0 0,1-1 0 0 0,0-1 0 0 0,0 0 0 0 0,0 0 0 0 0,1-1 0 0 0,-1-1 0 0 0,18 0 0 0 0,-26-1 30 0 0,28-8-5470 0 0,-21 3 2889 0 0</inkml:trace>
</inkml:ink>
</file>

<file path=ppt/ink/ink20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4:54:53.2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 93 344 0 0,'0'0'1192'0'0,"-9"-11"1740"0"0,27-6-2140 0 0,-5 8-83 0 0,4 1-77 0 0,10-1-60 0 0,0-2-116 0 0,4 3-156 0 0,9 1-176 0 0,-1 2-204 0 0,-8 2-244 0 0,9-1-208 0 0,-7 4-656 0 0,-5 0-1285 0 0,5 1 569 0 0</inkml:trace>
</inkml:ink>
</file>

<file path=ppt/ink/ink20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4:54:53.9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257 55 732 0 0,'0'0'741'0'0,"0"-6"-23"0"0,-2-18-52 0 0,1 18-62 0 0,-39-11 2224 0 0,30 16-2613 0 0,0 1 0 0 0,-1 0 0 0 0,1 0 0 0 0,0 1 0 0 0,-1 0 0 0 0,1 1 0 0 0,0 0 1 0 0,0 1-1 0 0,0 0 0 0 0,1 1 0 0 0,-1 0 0 0 0,1 0 0 0 0,0 1 0 0 0,0 0 1 0 0,0 1-1 0 0,1 0 0 0 0,-1 0 0 0 0,1 1 0 0 0,1 0 0 0 0,-13 14 0 0 0,19-18-180 0 0,0 0 0 0 0,0 0 0 0 0,1 0 0 0 0,-1 0 0 0 0,1 0 0 0 0,0 0-1 0 0,0 0 1 0 0,0 0 0 0 0,0 0 0 0 0,1 0 0 0 0,-1 0 0 0 0,1 0 0 0 0,0 0-1 0 0,-1 0 1 0 0,1 0 0 0 0,1-1 0 0 0,-1 1 0 0 0,0 0 0 0 0,1 0 0 0 0,-1-1-1 0 0,1 1 1 0 0,0-1 0 0 0,3 4 0 0 0,15 3 91 0 0,-1-2-1 0 0,32 8 1 0 0,-29-9-112 0 0,-17-4-14 0 0,0 0 1 0 0,0 0-1 0 0,-1 1 1 0 0,1-1-1 0 0,0 1 1 0 0,-1 1-1 0 0,0-1 1 0 0,0 0-1 0 0,0 1 1 0 0,0 0-1 0 0,0 0 1 0 0,-1 0-1 0 0,0 1 1 0 0,0-1-1 0 0,0 1 1 0 0,0-1-1 0 0,-1 1 1 0 0,1 0-1 0 0,-1 0 1 0 0,0 0-1 0 0,1 8 1 0 0,2 7-1 0 0,-1 1 1 0 0,-1-1-1 0 0,0 1 0 0 0,-1 23 0 0 0,-2-26 4 0 0,-1-1 0 0 0,-1 0 0 0 0,0 0 0 0 0,-2 0 0 0 0,0 0 0 0 0,0-1 0 0 0,-2 1-1 0 0,0-1 1 0 0,-11 21 0 0 0,12-26 8 0 0,-1-1 0 0 0,0 0 0 0 0,-1-1 0 0 0,0 1-1 0 0,0-2 1 0 0,-1 1 0 0 0,0-1 0 0 0,-1 0 0 0 0,1 0 0 0 0,-1-1 0 0 0,-1 0 0 0 0,0-1-1 0 0,0 0 1 0 0,-18 8 0 0 0,27-14-8 0 0,1 1-1 0 0,-1-1 0 0 0,0 0 1 0 0,0 1-1 0 0,0-1 1 0 0,0 1-1 0 0,1-1 1 0 0,-1 0-1 0 0,0 0 1 0 0,0 0-1 0 0,0 1 0 0 0,0-1 1 0 0,0 0-1 0 0,0 0 1 0 0,0 0-1 0 0,0 0 1 0 0,0-1-1 0 0,1 1 1 0 0,-1 0-1 0 0,0 0 0 0 0,0 0 1 0 0,0-1-1 0 0,0 1 1 0 0,0-1-1 0 0,1 1 1 0 0,-1 0-1 0 0,0-1 0 0 0,0 1 1 0 0,0-1-1 0 0,1 0 1 0 0,-1 1-1 0 0,0-1 1 0 0,1 0-1 0 0,-1 1 1 0 0,1-1-1 0 0,-1 0 0 0 0,1 1 1 0 0,-1-1-1 0 0,1 0 1 0 0,-1 0-1 0 0,1 0 1 0 0,0 0-1 0 0,-1 0 1 0 0,1 1-1 0 0,0-1 0 0 0,0 0 1 0 0,0 0-1 0 0,0 0 1 0 0,0 0-1 0 0,0 0 1 0 0,0 0-1 0 0,0 0 1 0 0,0 0-1 0 0,0 1 0 0 0,0-1 1 0 0,0 0-1 0 0,1 0 1 0 0,0-1-1 0 0,0-6-9 0 0,1 0 0 0 0,0 0 0 0 0,0 0 0 0 0,1 0 0 0 0,4-8 0 0 0,15-24-98 0 0,2 0 0 0 0,1 2 0 0 0,46-52 0 0 0,104-94-199 0 0,-50 56 726 0 0,-94 96 1283 0 0,-30 31-1136 0 0,-4 6-525 0 0,-15 26-30 0 0,18-27-34 0 0,0 0 0 0 0,0 0 1 0 0,1 0-1 0 0,0 0 0 0 0,0 0 0 0 0,0 0 0 0 0,0 0 1 0 0,0-1-1 0 0,1 1 0 0 0,-1 0 0 0 0,1-1 0 0 0,0 1 1 0 0,0-1-1 0 0,1 0 0 0 0,2 4 0 0 0,-3-5 19 0 0,0 0 0 0 0,1 0 0 0 0,-1-1 0 0 0,1 1 0 0 0,-1-1 0 0 0,1 1-1 0 0,0-1 1 0 0,-1 0 0 0 0,1 0 0 0 0,0 0 0 0 0,0 0 0 0 0,0 0 0 0 0,0-1 0 0 0,0 0-1 0 0,0 1 1 0 0,-1-1 0 0 0,1 0 0 0 0,0 0 0 0 0,0 0 0 0 0,0-1 0 0 0,3 0 0 0 0,-4 1 21 0 0,0-1 0 0 0,0 1 0 0 0,-1-1 0 0 0,1 0 0 0 0,0 1 0 0 0,0-1 0 0 0,-1 0 0 0 0,1 0 0 0 0,-1 0 0 0 0,1 0 0 0 0,-1 0 0 0 0,1 0 0 0 0,-1-1 0 0 0,0 1 0 0 0,0 0 0 0 0,1-1 0 0 0,-1 1 0 0 0,0-1 0 0 0,0 1 0 0 0,0-1 0 0 0,-1 0 0 0 0,1 1 0 0 0,0-1 0 0 0,-1 0 0 0 0,1 1 0 0 0,-1-1 0 0 0,1 0 0 0 0,-1 0 0 0 0,0 0 0 0 0,0 0 0 0 0,0 1 0 0 0,0-1 0 0 0,0 0 0 0 0,0 0 0 0 0,0 0 0 0 0,0 0 0 0 0,-2-2 0 0 0,1-5 67 0 0,-2-1 0 0 0,1 0 0 0 0,-2 1-1 0 0,1 0 1 0 0,-8-15 0 0 0,8 20-139 0 0,1 1 1 0 0,-1-1-1 0 0,0 1 0 0 0,1-1 0 0 0,-2 1 1 0 0,1 0-1 0 0,0 0 0 0 0,0 0 1 0 0,-1 1-1 0 0,0-1 0 0 0,0 1 1 0 0,1 0-1 0 0,-1 0 0 0 0,0 0 0 0 0,-7-1 1 0 0,9 2-76 0 0,0 1 1 0 0,0-1-1 0 0,-1 1 1 0 0,1 0-1 0 0,0 0 1 0 0,0 0-1 0 0,0 1 1 0 0,0-1-1 0 0,-1 0 1 0 0,1 1-1 0 0,0-1 1 0 0,-4 3-1 0 0,-31 19-7197 0 0,36-22 7079 0 0,-7 6-2842 0 0</inkml:trace>
</inkml:ink>
</file>

<file path=ppt/ink/ink20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4:54:54.3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24 144 0 0,'27'-3'1602'0'0,"-1"1"-1"0"0,1 1 1 0 0,45 4-1 0 0,-57-2-1227 0 0,-1 2-1 0 0,1 0 0 0 0,-1 0 1 0 0,0 1-1 0 0,-1 1 0 0 0,1 0 1 0 0,-1 1-1 0 0,19 11 0 0 0,-29-15-295 0 0,0 0 0 0 0,0 0 0 0 0,0 1 0 0 0,-1-1 0 0 0,1 1 0 0 0,0-1 0 0 0,-1 1-1 0 0,0 0 1 0 0,0 0 0 0 0,0 0 0 0 0,0 1 0 0 0,0-1 0 0 0,0 0 0 0 0,-1 1 0 0 0,0-1 0 0 0,1 1 0 0 0,-1-1 0 0 0,-1 1-1 0 0,2 4 1 0 0,-3-5-42 0 0,-1-1-1 0 0,1 0 1 0 0,0 0-1 0 0,-1 0 0 0 0,1 1 1 0 0,-1-2-1 0 0,1 1 0 0 0,-1 0 1 0 0,0 0-1 0 0,0 0 0 0 0,0-1 1 0 0,0 1-1 0 0,0-1 1 0 0,0 0-1 0 0,-1 1 0 0 0,1-1 1 0 0,-4 1-1 0 0,4-1 24 0 0,1-1-52 0 0,1 0 0 0 0,-1-1 0 0 0,1 1 0 0 0,-1 0-1 0 0,0 0 1 0 0,1 0 0 0 0,-1 0 0 0 0,0-1 0 0 0,1 1 0 0 0,-1 0 0 0 0,1 0 0 0 0,-1-1 0 0 0,0 1 0 0 0,1-1 0 0 0,-1 1 0 0 0,1 0 0 0 0,-1-1 0 0 0,1 1 0 0 0,0-1-1 0 0,-1 1 1 0 0,1-1 0 0 0,-1 0 0 0 0,1 1 0 0 0,0-1 0 0 0,0 1 0 0 0,-1-1 0 0 0,1 0 0 0 0,0 1 0 0 0,0-1 0 0 0,-1 1 0 0 0,1-1 0 0 0,0 0 0 0 0,0 1 0 0 0,0-1-1 0 0,0 0 1 0 0,0 1 0 0 0,0-1 0 0 0,0 0 0 0 0,0 1 0 0 0,1-1 0 0 0,-1 0 0 0 0,0 1 0 0 0,0-1 0 0 0,1-1 0 0 0,4-8-14 0 0,1-1 0 0 0,1 1 0 0 0,0 0 0 0 0,0 0 0 0 0,1 1 0 0 0,0 0 0 0 0,1 1 0 0 0,-1 0 1 0 0,2 0-1 0 0,-1 0 0 0 0,1 1 0 0 0,0 1 0 0 0,1 0 0 0 0,-1 0 0 0 0,22-7 0 0 0,-26 12-4 0 0,0 0 1 0 0,-1 0-1 0 0,1 1 0 0 0,-1 0 0 0 0,1 0 0 0 0,0 0 1 0 0,-1 1-1 0 0,1-1 0 0 0,0 1 0 0 0,-1 1 0 0 0,1-1 1 0 0,-1 1-1 0 0,0 0 0 0 0,8 5 0 0 0,-11-7 13 0 0,6 13-398 0 0</inkml:trace>
</inkml:ink>
</file>

<file path=ppt/ink/ink20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4:54:55.1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48 0 636 0 0,'0'0'8204'0'0,"0"0"-8167"0"0,-1 0 0 0 0,1 0 0 0 0,-1 0 0 0 0,0 0 1 0 0,1 0-1 0 0,-1 1 0 0 0,0-1 0 0 0,1 0 0 0 0,-1 0 0 0 0,1 0 0 0 0,-1 1 0 0 0,1-1 0 0 0,-1 0 0 0 0,1 1 0 0 0,-1-1 0 0 0,1 0 0 0 0,-1 1 1 0 0,1-1-1 0 0,-1 1 0 0 0,1-1 0 0 0,-1 1 0 0 0,1 0 0 0 0,2 5 50 0 0,0 0 0 0 0,1 0 1 0 0,0-1-1 0 0,0 1 0 0 0,0-1 0 0 0,1 1 0 0 0,-1-1 1 0 0,1 0-1 0 0,1 0 0 0 0,-1-1 0 0 0,1 1 0 0 0,-1-1 1 0 0,12 7-1 0 0,-14-10-73 0 0,0 0 1 0 0,1 1-1 0 0,-1-1 0 0 0,1 0 0 0 0,-1-1 1 0 0,1 1-1 0 0,0 0 0 0 0,-1-1 1 0 0,1 1-1 0 0,0-1 0 0 0,-1 0 1 0 0,1 0-1 0 0,0 0 0 0 0,0 0 1 0 0,-1 0-1 0 0,1-1 0 0 0,0 1 1 0 0,-1-1-1 0 0,1 0 0 0 0,-1 0 1 0 0,1 0-1 0 0,-1 0 0 0 0,1 0 1 0 0,-1 0-1 0 0,1-1 0 0 0,-1 1 1 0 0,0-1-1 0 0,0 1 0 0 0,0-1 0 0 0,0 0 1 0 0,0 0-1 0 0,0 0 0 0 0,-1 0 1 0 0,1-1-1 0 0,0 1 0 0 0,0-3 1 0 0,11-16 17 0 0,11-12-17 0 0,-23 33-18 0 0,-1 0-1 0 0,0 0 1 0 0,1 0-1 0 0,-1-1 1 0 0,0 1-1 0 0,0 0 1 0 0,1 0 0 0 0,-1 0-1 0 0,0 0 1 0 0,1 0-1 0 0,-1-1 1 0 0,1 1-1 0 0,-1 0 1 0 0,0 0-1 0 0,1 0 1 0 0,-1 0 0 0 0,0 0-1 0 0,1 0 1 0 0,-1 0-1 0 0,0 0 1 0 0,1 0-1 0 0,-1 0 1 0 0,0 1-1 0 0,1-1 1 0 0,-1 0 0 0 0,0 0-1 0 0,1 0 1 0 0,-1 0-1 0 0,0 0 1 0 0,1 1-1 0 0,-1-1 1 0 0,0 0 0 0 0,1 0-1 0 0,-1 1 1 0 0,0-1-1 0 0,0 0 1 0 0,1 0-1 0 0,-1 1 1 0 0,0-1-1 0 0,0 0 1 0 0,0 1 0 0 0,0-1-1 0 0,1 0 1 0 0,-1 1-1 0 0,8 26-40 0 0,-1 34 31 0 0,-7-5 43 0 0,-2-1 1 0 0,-3 1-1 0 0,-2-1 0 0 0,-2-1 0 0 0,-3 1 1 0 0,-2-1-1 0 0,-38 93 0 0 0,46-135 90 0 0,0 0 0 0 0,0 0 0 0 0,-1-1 1 0 0,-10 11-1 0 0,14-17 75 0 0,-1 0 0 0 0,0-1 1 0 0,0 0-1 0 0,0 0 0 0 0,-1 0 0 0 0,0-1 1 0 0,1 1-1 0 0,-1-1 0 0 0,0 0 1 0 0,-1 0-1 0 0,-5 1 0 0 0,10-3-141 0 0,0-1-1 0 0,-1 0 0 0 0,1 0 0 0 0,-1 1 1 0 0,1-1-1 0 0,-1 0 0 0 0,1-1 0 0 0,0 1 1 0 0,-1 0-1 0 0,1 0 0 0 0,-1-1 0 0 0,1 1 1 0 0,0 0-1 0 0,-1-1 0 0 0,1 1 0 0 0,0-1 1 0 0,-1 0-1 0 0,1 0 0 0 0,0 1 0 0 0,0-1 1 0 0,0 0-1 0 0,0 0 0 0 0,0 0 1 0 0,0 0-1 0 0,0 0 0 0 0,0 0 0 0 0,0 0 1 0 0,0-1-1 0 0,0 1 0 0 0,1 0 0 0 0,-1 0 1 0 0,0-1-1 0 0,1 1 0 0 0,-1 0 0 0 0,1-1 1 0 0,0 1-1 0 0,-1-3 0 0 0,-1-1 29 0 0,1-1 0 0 0,0 0 0 0 0,0 0 0 0 0,0 0 0 0 0,1 0-1 0 0,0 0 1 0 0,1-10 0 0 0,4-6-239 0 0,2 0-1 0 0,0 0 1 0 0,1 1-1 0 0,2 0 1 0 0,0 1-1 0 0,1 0 1 0 0,1 0-1 0 0,0 1 0 0 0,2 1 1 0 0,28-30-1 0 0,8 11-3245 0 0,-27 21-2276 0 0,-11 7 2122 0 0</inkml:trace>
</inkml:ink>
</file>

<file path=ppt/ink/ink20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4:54:57.5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167 334 144 0 0,'-28'-40'4210'0'0,"23"35"-3491"0"0,0-1 1 0 0,1 0 0 0 0,0 0-1 0 0,0 0 1 0 0,1-1 0 0 0,-4-7 0 0 0,6 12-94 0 0,1 2-603 0 0,0 0 1 0 0,0 0-1 0 0,0-1 1 0 0,0 1-1 0 0,0 0 1 0 0,0 0 0 0 0,0 0-1 0 0,0-1 1 0 0,0 1-1 0 0,0 0 1 0 0,0 0-1 0 0,0 0 1 0 0,0-1 0 0 0,-1 1-1 0 0,1 0 1 0 0,0 0-1 0 0,0 0 1 0 0,0 0-1 0 0,0-1 1 0 0,0 1-1 0 0,-1 0 1 0 0,1 0 0 0 0,0 0-1 0 0,0 0 1 0 0,0 0-1 0 0,-1 0 1 0 0,1-1-1 0 0,0 1 1 0 0,0 0 0 0 0,0 0-1 0 0,-1 0 1 0 0,1 0-1 0 0,0 0 1 0 0,0 0-1 0 0,-1 0 1 0 0,1 0 0 0 0,0 0-1 0 0,0 0 1 0 0,0 0-1 0 0,-1 0 1 0 0,1 0-1 0 0,0 0 1 0 0,0 0 0 0 0,0 0-1 0 0,-1 0 1 0 0,1 1-1 0 0,0-1 1 0 0,-1 0-1 0 0,-7 7 46 0 0,-1 0-1 0 0,1 0 0 0 0,1 1 1 0 0,-1 0-1 0 0,1 0 0 0 0,0 1 1 0 0,1 0-1 0 0,0 0 0 0 0,1 1 1 0 0,0-1-1 0 0,0 1 0 0 0,1 1 1 0 0,-5 17-1 0 0,8-28-63 0 0,1 1 0 0 0,0 0 1 0 0,-1 0-1 0 0,1 0 0 0 0,-1 0 0 0 0,1 0 0 0 0,0 0 0 0 0,0 0 0 0 0,0 0 0 0 0,-1 0 1 0 0,1 0-1 0 0,0 0 0 0 0,0 0 0 0 0,0 0 0 0 0,1 0 0 0 0,-1 0 0 0 0,0 0 1 0 0,0 0-1 0 0,0 0 0 0 0,1-1 0 0 0,-1 1 0 0 0,1 0 0 0 0,-1 0 0 0 0,0 0 0 0 0,1 0 1 0 0,-1 0-1 0 0,1 0 0 0 0,0-1 0 0 0,-1 1 0 0 0,1 0 0 0 0,0-1 0 0 0,-1 1 1 0 0,1 0-1 0 0,0-1 0 0 0,0 1 0 0 0,0-1 0 0 0,0 1 0 0 0,-1-1 0 0 0,1 1 0 0 0,0-1 1 0 0,0 0-1 0 0,0 1 0 0 0,0-1 0 0 0,0 0 0 0 0,2 0 0 0 0,-1 0 4 0 0,1 0-1 0 0,-1 0 0 0 0,1 0 1 0 0,0-1-1 0 0,-1 1 0 0 0,1-1 1 0 0,-1 1-1 0 0,1-1 0 0 0,-1 0 1 0 0,0 0-1 0 0,1-1 0 0 0,-1 1 0 0 0,0 0 1 0 0,0-1-1 0 0,3-1 0 0 0,61-72-36 0 0,-56 61-11 0 0,1 1 0 0 0,1-1 0 0 0,0 2 0 0 0,0-1 0 0 0,1 2 0 0 0,1 0-1 0 0,0 1 1 0 0,1 0 0 0 0,21-11 0 0 0,14 0-65 0 0,-29 13 66 0 0,0 0 0 0 0,-1-1-1 0 0,0-1 1 0 0,-1-1 0 0 0,0 0-1 0 0,-1-2 1 0 0,32-28-1 0 0,-49 40 44 0 0,1-1 0 0 0,-1 0 0 0 0,0 0 0 0 0,0 0 0 0 0,0 0-1 0 0,-1 0 1 0 0,1 0 0 0 0,0-1 0 0 0,-1 1 0 0 0,1 0-1 0 0,-1 0 1 0 0,0 0 0 0 0,0-1 0 0 0,0 1 0 0 0,0 0 0 0 0,0 0-1 0 0,0-1 1 0 0,-1 1 0 0 0,1 0 0 0 0,-1 0 0 0 0,1 0 0 0 0,-1 0-1 0 0,0 0 1 0 0,-2-4 0 0 0,2 4-3 0 0,-1 1-8 0 0,-5-1-2 0 0,4 7-3 0 0,-20 88-18 0 0,3 1-1 0 0,-10 148 1 0 0,16-120 21 0 0,-2 46 21 0 0,10-84-43 0 0,-3 1-1 0 0,-5-2 1 0 0,-24 87-1 0 0,36-163 55 0 0,-1-1-1 0 0,1 1 1 0 0,-1-1-1 0 0,-1 0 1 0 0,1 0-1 0 0,-1 0 1 0 0,0 0 0 0 0,0-1-1 0 0,0 1 1 0 0,-1-1-1 0 0,0 0 1 0 0,0-1-1 0 0,-10 8 1 0 0,12-11 9 0 0,1 1-1 0 0,-1-1 1 0 0,0 0-1 0 0,0 0 1 0 0,1 0-1 0 0,-1 0 1 0 0,0 0 0 0 0,0-1-1 0 0,0 0 1 0 0,0 1-1 0 0,0-1 1 0 0,0 0-1 0 0,0 0 1 0 0,0-1 0 0 0,0 1-1 0 0,0 0 1 0 0,0-1-1 0 0,0 0 1 0 0,0 0-1 0 0,0 0 1 0 0,0 0 0 0 0,0 0-1 0 0,1-1 1 0 0,-1 1-1 0 0,1-1 1 0 0,-1 0-1 0 0,1 1 1 0 0,-1-1 0 0 0,1 0-1 0 0,0-1 1 0 0,0 1-1 0 0,0 0 1 0 0,-2-4 0 0 0,-3-3-5 0 0,0 0 1 0 0,1-1 0 0 0,0 0 0 0 0,1 0-1 0 0,0-1 1 0 0,1 1 0 0 0,0-1 0 0 0,1 0 0 0 0,0 0-1 0 0,0-1 1 0 0,1 1 0 0 0,1 0 0 0 0,0-1 0 0 0,0 1-1 0 0,1-1 1 0 0,1 1 0 0 0,0-1 0 0 0,0 1-1 0 0,6-19 1 0 0,-3 13-207 0 0,1 0 0 0 0,0 1 0 0 0,1 0 0 0 0,1 0 0 0 0,1 0 0 0 0,0 1 0 0 0,1 0 0 0 0,1 0-1 0 0,0 1 1 0 0,1 1 0 0 0,1 0 0 0 0,18-17 0 0 0,-7 10-1449 0 0,2 1 0 0 0,0 1 1 0 0,54-29-1 0 0,-38 29-1045 0 0</inkml:trace>
</inkml:ink>
</file>

<file path=ppt/ink/ink20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4:55:21.6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387 84 148 0 0,'-8'-9'553'0'0,"-1"-12"7458"0"0,8 13-7993 0 0,1 5 1577 0 0,-4-10 338 0 0,1 12-1845 0 0,0 0-1 0 0,0 0 1 0 0,0 0-1 0 0,0 0 1 0 0,0 0-1 0 0,0 1 0 0 0,0-1 1 0 0,0 1-1 0 0,0 0 1 0 0,0 0-1 0 0,0 0 1 0 0,0 0-1 0 0,0 0 0 0 0,0 1 1 0 0,0-1-1 0 0,0 1 1 0 0,0 0-1 0 0,0 0 0 0 0,1 0 1 0 0,-1 0-1 0 0,-3 2 1 0 0,-67 39 214 0 0,50-28-123 0 0,-2 2-73 0 0,1 0 1 0 0,0 1-1 0 0,-21 22 0 0 0,36-31-83 0 0,1 0 0 0 0,0 0 0 0 0,1 1-1 0 0,-1 0 1 0 0,2 1 0 0 0,0-1-1 0 0,0 1 1 0 0,0 1 0 0 0,2-1-1 0 0,-7 18 1 0 0,10-25-20 0 0,0 0 1 0 0,1 0-1 0 0,-1 0 0 0 0,1 0 0 0 0,0 0 0 0 0,-1 0 1 0 0,1 0-1 0 0,1 0 0 0 0,-1-1 0 0 0,0 1 0 0 0,1 0 1 0 0,-1 0-1 0 0,1 0 0 0 0,0 0 0 0 0,0 0 0 0 0,0-1 1 0 0,1 1-1 0 0,-1 0 0 0 0,0-1 0 0 0,1 1 1 0 0,0-1-1 0 0,0 0 0 0 0,-1 1 0 0 0,2-1 0 0 0,-1 0 1 0 0,0 0-1 0 0,0 0 0 0 0,0 0 0 0 0,1-1 0 0 0,-1 1 1 0 0,1-1-1 0 0,0 1 0 0 0,-1-1 0 0 0,1 0 1 0 0,3 1-1 0 0,0 0-2 0 0,1 0 1 0 0,-1 0-1 0 0,1-1 0 0 0,-1 0 1 0 0,1-1-1 0 0,-1 1 1 0 0,1-1-1 0 0,0 0 0 0 0,-1-1 1 0 0,1 0-1 0 0,-1 0 1 0 0,1 0-1 0 0,-1-1 0 0 0,12-4 1 0 0,-3-1-28 0 0,0-1 0 0 0,-1-1 0 0 0,0 0 0 0 0,0-1 0 0 0,-1-1 0 0 0,0 0 0 0 0,-1-1 1 0 0,-1 0-1 0 0,0 0 0 0 0,0-1 0 0 0,-1-1 0 0 0,-1 0 0 0 0,0 0 0 0 0,-1-1 0 0 0,-1 0 0 0 0,0-1 1 0 0,-1 1-1 0 0,5-19 0 0 0,-2 10 193 0 0,-13 56-230 0 0,-2 16 21 0 0,6-38 31 0 0,0 1 1 0 0,1-1-1 0 0,0 1 1 0 0,1-1-1 0 0,0 1 1 0 0,1-1-1 0 0,0 0 0 0 0,7 17 1 0 0,-8-24 12 0 0,-1 0 0 0 0,1 0 0 0 0,0-1-1 0 0,0 1 1 0 0,0 0 0 0 0,0-1 0 0 0,1 1 0 0 0,-1-1 0 0 0,1 0-1 0 0,0 0 1 0 0,-1 0 0 0 0,1 0 0 0 0,0 0 0 0 0,0-1 0 0 0,0 1 0 0 0,0-1-1 0 0,0 0 1 0 0,1 0 0 0 0,-1 0 0 0 0,0 0 0 0 0,0-1 0 0 0,1 1 0 0 0,-1-1-1 0 0,1 0 1 0 0,-1 0 0 0 0,0 0 0 0 0,1 0 0 0 0,-1 0 0 0 0,0-1 0 0 0,7-1-1 0 0,24-8 43 0 0,0-1 0 0 0,-1-1 0 0 0,-1-2 0 0 0,0-1 0 0 0,0-1-1 0 0,-2-2 1 0 0,0-1 0 0 0,-1-1 0 0 0,-1-2 0 0 0,-1-1 0 0 0,36-39-1 0 0,-57 54 11 0 0,0 0-1 0 0,-1-1 0 0 0,0 1 1 0 0,0-1-1 0 0,-1 0 0 0 0,5-13 1 0 0,-9 21-53 0 0,0 1 1 0 0,0-1-1 0 0,0 1 1 0 0,0-1-1 0 0,0 0 1 0 0,0 1 0 0 0,0-1-1 0 0,0 1 1 0 0,0-1-1 0 0,0 0 1 0 0,0 1-1 0 0,0-1 1 0 0,0 1-1 0 0,-1-1 1 0 0,1 1-1 0 0,0-1 1 0 0,0 1-1 0 0,-1-1 1 0 0,1 1-1 0 0,0-1 1 0 0,-1 1 0 0 0,1-1-1 0 0,0 1 1 0 0,-1-1-1 0 0,1 1 1 0 0,-1-1-1 0 0,1 1 1 0 0,-1 0-1 0 0,1-1 1 0 0,-1 1-1 0 0,1 0 1 0 0,-1 0-1 0 0,1-1 1 0 0,-1 1-1 0 0,0 0 1 0 0,-1-1-4 0 0,1 1 1 0 0,0-1-1 0 0,-1 1 1 0 0,1 0-1 0 0,-1-1 1 0 0,1 1-1 0 0,-1 0 1 0 0,1 0-1 0 0,-1 0 1 0 0,1 0-1 0 0,-1 0 1 0 0,1 0-1 0 0,-1 1 1 0 0,1-1-1 0 0,-3 1 0 0 0,0 1 5 0 0,-5 2-27 0 0,0 0 0 0 0,1 0 0 0 0,0 0 0 0 0,-15 12 0 0 0,21-14 10 0 0,0 0-1 0 0,0 0 1 0 0,0 0-1 0 0,0 0 1 0 0,0 1-1 0 0,0-1 1 0 0,1 1-1 0 0,-1-1 1 0 0,1 1-1 0 0,0 0 1 0 0,-1-1-1 0 0,1 1 1 0 0,0 0-1 0 0,1 0 1 0 0,-1 0-1 0 0,1 0 1 0 0,-1 0-1 0 0,1 0 1 0 0,0 0-1 0 0,0 0 1 0 0,0 3-1 0 0,3 10-103 0 0,1 0-1 0 0,1 0 0 0 0,0 0 0 0 0,1 0 0 0 0,0-1 0 0 0,16 26 1 0 0,-11-20-226 0 0,-1-1 1 0 0,11 35 0 0 0,-15-20-141 0 0,-6-34 395 0 0,-2 14-37 0 0,2-7 25 0 0,4-8-274 0 0,128-118-263 0 0,15-15 218 0 0,-138 124 441 0 0,-5 6 63 0 0,0-1 0 0 0,0 0-1 0 0,0 0 1 0 0,-1-1-1 0 0,1 1 1 0 0,-1-1 0 0 0,5-9-1 0 0,-8 13 25 0 0,2-6 342 0 0,-2 7-369 0 0,-2 11-73 0 0,2-1-1 0 0,-1 0 1 0 0,1 1 0 0 0,1-1-1 0 0,0 1 1 0 0,0-1 0 0 0,1 0-1 0 0,0 1 1 0 0,1-1 0 0 0,5 13-1 0 0,-4-13 2 0 0,-1 0 0 0 0,0 0 0 0 0,0 1 0 0 0,-1-1-1 0 0,0 1 1 0 0,-1 0 0 0 0,0 0 0 0 0,-1-1 0 0 0,0 1 0 0 0,-1 0 0 0 0,0 0-1 0 0,-3 11 1 0 0,2-18-53 0 0,0 0 1 0 0,0 0-1 0 0,0 0 0 0 0,-1 0 0 0 0,1 0 0 0 0,-1-1 0 0 0,0 1 1 0 0,0-1-1 0 0,0 0 0 0 0,-1 0 0 0 0,1 0 0 0 0,-1 0 0 0 0,0-1 1 0 0,1 1-1 0 0,-1-1 0 0 0,0 0 0 0 0,-1 0 0 0 0,1 0 1 0 0,0-1-1 0 0,0 1 0 0 0,-1-1 0 0 0,1 0 0 0 0,-1-1 0 0 0,1 1 1 0 0,-9-1-1 0 0,12 0-156 0 0,0 0 1 0 0,0 0 0 0 0,1 0-1 0 0,-1-1 1 0 0,0 1-1 0 0,1 0 1 0 0,-1-1-1 0 0,1 1 1 0 0,-1 0 0 0 0,0-1-1 0 0,1 1 1 0 0,-1-1-1 0 0,1 1 1 0 0,-1-1 0 0 0,1 1-1 0 0,0-1 1 0 0,-1 0-1 0 0,1 1 1 0 0,-1-1-1 0 0,1 1 1 0 0,0-1 0 0 0,-1 0-1 0 0,1 1 1 0 0,0-1-1 0 0,0 0 1 0 0,0 1 0 0 0,0-1-1 0 0,-1 0 1 0 0,1 0-1 0 0,0 1 1 0 0,0-1-1 0 0,1-1 1 0 0,-1 2 52 0 0</inkml:trace>
</inkml:ink>
</file>

<file path=ppt/ink/ink20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4:55:22.0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73 1 836 0 0,'0'0'1813'0'0,"-6"1"-964"0"0,3-1-703 0 0,0 0 0 0 0,0 1 0 0 0,0-1 0 0 0,0 1 0 0 0,0 0 0 0 0,0-1 0 0 0,1 2 0 0 0,-1-1 0 0 0,0 0 0 0 0,1 0 0 0 0,-1 1 0 0 0,0 0 0 0 0,1-1 0 0 0,0 1 0 0 0,-1 0 0 0 0,1 0 0 0 0,0 0 0 0 0,0 0 0 0 0,0 1 0 0 0,0-1 0 0 0,1 1 0 0 0,-1-1 0 0 0,1 1 0 0 0,-1 0 0 0 0,1-1 0 0 0,0 1 0 0 0,0 0 0 0 0,0 0 0 0 0,0 0 0 0 0,1 0-1 0 0,-1-1 1 0 0,0 7 0 0 0,1-5-53 0 0,0 0 0 0 0,0-1 0 0 0,0 1 0 0 0,1 0 0 0 0,-1 0 0 0 0,1-1 0 0 0,0 1 0 0 0,0 0 0 0 0,0-1 0 0 0,1 1 0 0 0,-1-1 0 0 0,1 1-1 0 0,-1-1 1 0 0,1 0 0 0 0,1 0 0 0 0,-1 1 0 0 0,3 2 0 0 0,-3-4-36 0 0,0-1 1 0 0,-1 1-1 0 0,1-1 1 0 0,0 1-1 0 0,0-1 0 0 0,0 0 1 0 0,0 0-1 0 0,0 0 0 0 0,0 0 1 0 0,1 0-1 0 0,-1 0 1 0 0,0-1-1 0 0,0 1 0 0 0,1-1 1 0 0,-1 1-1 0 0,0-1 0 0 0,1 0 1 0 0,-1 0-1 0 0,0 0 0 0 0,0 0 1 0 0,1-1-1 0 0,-1 1 1 0 0,0 0-1 0 0,1-1 0 0 0,-1 0 1 0 0,0 0-1 0 0,0 1 0 0 0,3-3 1 0 0,-2 2 32 0 0,-1-1 0 0 0,0 1 0 0 0,1-1 0 0 0,-1 0 1 0 0,0 0-1 0 0,0 0 0 0 0,0 0 0 0 0,0 0 0 0 0,0-1 0 0 0,0 1 1 0 0,-1 0-1 0 0,1-1 0 0 0,-1 0 0 0 0,0 1 0 0 0,1-1 0 0 0,-1 0 1 0 0,0 1-1 0 0,-1-1 0 0 0,1 0 0 0 0,0 0 0 0 0,-1 0 0 0 0,0 0 1 0 0,0 0-1 0 0,0 1 0 0 0,0-1 0 0 0,0-4 0 0 0,-1 3-124 0 0,1 0 0 0 0,-1 0-1 0 0,1 1 1 0 0,-1-1 0 0 0,0 0-1 0 0,-1 0 1 0 0,1 1 0 0 0,-1-1-1 0 0,1 1 1 0 0,-1-1 0 0 0,0 1-1 0 0,-1-1 1 0 0,1 1 0 0 0,0 0 0 0 0,-1 0-1 0 0,0 1 1 0 0,-5-6 0 0 0,6 7-594 0 0,-11 13-7129 0 0</inkml:trace>
</inkml:ink>
</file>

<file path=ppt/ink/ink20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4:55:22.4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108 18 340 0 0,'0'0'3236'0'0,"0"-1"-3000"0"0,0 0 0 0 0,0 0-1 0 0,0 0 1 0 0,-1 0-1 0 0,1 0 1 0 0,0 0 0 0 0,-1 0-1 0 0,1 0 1 0 0,0 0-1 0 0,-1 0 1 0 0,1 0 0 0 0,-1 0-1 0 0,0 0 1 0 0,1 1 0 0 0,-1-1-1 0 0,0 0 1 0 0,-1-1-1 0 0,-3 3-21 0 0,1-1 0 0 0,-1 1 0 0 0,1 0 0 0 0,-1 1 0 0 0,1-1 0 0 0,-1 1 0 0 0,1 0 0 0 0,0 0 0 0 0,0 0 0 0 0,0 0 0 0 0,0 1 0 0 0,0 0 0 0 0,1-1 0 0 0,-1 2 0 0 0,1-1 0 0 0,-5 6 0 0 0,5-6-140 0 0,1 0 0 0 0,-1-1-1 0 0,1 1 1 0 0,0 1 0 0 0,0-1-1 0 0,0 0 1 0 0,1 0-1 0 0,-1 1 1 0 0,1-1 0 0 0,0 1-1 0 0,0 0 1 0 0,0-1 0 0 0,0 1-1 0 0,1 0 1 0 0,-1-1 0 0 0,1 1-1 0 0,0 0 1 0 0,0-1 0 0 0,1 1-1 0 0,-1 0 1 0 0,1 0 0 0 0,0 3-1 0 0,1-4-62 0 0,-1 0-1 0 0,0-1 0 0 0,1 1 1 0 0,-1-1-1 0 0,1 1 0 0 0,0-1 1 0 0,0 0-1 0 0,0 0 0 0 0,0 0 1 0 0,0 0-1 0 0,1 0 0 0 0,-1 0 1 0 0,0-1-1 0 0,1 1 0 0 0,-1-1 1 0 0,1 1-1 0 0,0-1 0 0 0,-1 0 1 0 0,1 0-1 0 0,0 0 0 0 0,0-1 1 0 0,0 1-1 0 0,0-1 0 0 0,0 1 1 0 0,0-1-1 0 0,-1 0 0 0 0,1 0 1 0 0,6-1-1 0 0,0 0-16 0 0,1 0 0 0 0,-1-1 1 0 0,1 0-1 0 0,-1 0 0 0 0,0-1 0 0 0,0 0 0 0 0,12-6 1 0 0,1-4 690 0 0,1 0 1 0 0,21-18 0 0 0,-43 30-363 0 0,-1 1-309 0 0,0-1 1 0 0,0 1-1 0 0,0 0 0 0 0,1 0 0 0 0,-1 0 0 0 0,0 0 0 0 0,0-1 0 0 0,0 1 0 0 0,0 0 0 0 0,1 0 0 0 0,-1 0 0 0 0,0 0 0 0 0,0 0 0 0 0,0-1 0 0 0,1 1 0 0 0,-1 0 0 0 0,0 0 0 0 0,0 0 0 0 0,0 0 0 0 0,1 0 0 0 0,-1 0 0 0 0,0 0 1 0 0,0 0-1 0 0,1 0 0 0 0,-1 0 0 0 0,0 0 0 0 0,0 0 0 0 0,1 0 0 0 0,-1 0 0 0 0,0 0 0 0 0,0 0 0 0 0,0 0 0 0 0,1 0 0 0 0,-1 0 0 0 0,0 1 0 0 0,0-1 0 0 0,0 0 0 0 0,1 0 0 0 0,-1 0 0 0 0,0 0 0 0 0,0 0 0 0 0,0 1 0 0 0,1-1 1 0 0,-5 33-1989 0 0,0-9-6281 0 0</inkml:trace>
</inkml:ink>
</file>

<file path=ppt/ink/ink20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4:55:22.7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60 1324 0 0,'3'-39'6971'0'0,"-2"18"-5668"0"0,4 39-5563 0 0,-5-12 1254 0 0</inkml:trace>
</inkml:ink>
</file>

<file path=ppt/ink/ink20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4:55:23.8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136 355 672 0 0,'0'0'8660'0'0,"-3"2"-8361"0"0,-28 21 511 0 0,2 1 0 0 0,-42 45 0 0 0,70-68-735 0 0,12-13 267 0 0,-7 8-401 0 0,0 0 1 0 0,0 0 0 0 0,1 1 0 0 0,-1-1-1 0 0,1 1 1 0 0,0 0 0 0 0,0 1-1 0 0,0-1 1 0 0,0 1 0 0 0,0 0-1 0 0,1 0 1 0 0,-1 0 0 0 0,7-1-1 0 0,4 1-156 0 0,0 1-1 0 0,0 0 1 0 0,20 2-1 0 0,-24 0 134 0 0,0 0 0 0 0,0-2 0 0 0,0 1 1 0 0,0-1-1 0 0,0-1 0 0 0,17-4 0 0 0,-8-2 130 0 0,-1 0 1 0 0,0-1-1 0 0,0-1 0 0 0,-1-1 0 0 0,-1 0 0 0 0,1-2 1 0 0,-2 0-1 0 0,0-1 0 0 0,0-1 0 0 0,-2 0 0 0 0,26-32 1 0 0,-28 29 379 0 0,-2-1 1 0 0,0 0-1 0 0,-1 0 1 0 0,-1-1 0 0 0,0 0-1 0 0,-2-1 1 0 0,8-31-1 0 0,-15 49-385 0 0,4-21 874 0 0,-4 23-875 0 0,0 0 1 0 0,0 0-1 0 0,0 0 1 0 0,0 1-1 0 0,0-1 0 0 0,0 0 1 0 0,0 0-1 0 0,0 1 1 0 0,0-1-1 0 0,-1 0 1 0 0,1 0-1 0 0,0 1 1 0 0,-1-1-1 0 0,1 0 0 0 0,0 1 1 0 0,-1-1-1 0 0,1 0 1 0 0,-1 1-1 0 0,1-1 1 0 0,-1 1-1 0 0,1-1 1 0 0,-1 1-1 0 0,1-1 1 0 0,-1 1-1 0 0,0-1 0 0 0,1 1 1 0 0,-1-1-1 0 0,0 1 1 0 0,-1-1-1 0 0,0 1 36 0 0,-1 1-62 0 0,1 0 0 0 0,-1 1 0 0 0,1 0 0 0 0,-1 0 0 0 0,1 0 0 0 0,-1 0 0 0 0,1 0 0 0 0,0 0 1 0 0,0 0-1 0 0,0 1 0 0 0,0-1 0 0 0,0 1 0 0 0,-1 3 0 0 0,-22 36 79 0 0,13-20-72 0 0,2 1-1 0 0,0 1 1 0 0,2-1 0 0 0,-10 46-1 0 0,17-62-72 0 0,0 0-1 0 0,0 1 1 0 0,1-1 0 0 0,-1 0-1 0 0,2 1 1 0 0,-1-1 0 0 0,1 0-1 0 0,0 0 1 0 0,1 0-1 0 0,-1 0 1 0 0,2 0 0 0 0,-1 0-1 0 0,1 0 1 0 0,0 0-1 0 0,0-1 1 0 0,0 1 0 0 0,1-1-1 0 0,0 0 1 0 0,1 0 0 0 0,-1-1-1 0 0,9 9 1 0 0,-8-11-6 0 0,0 1-1 0 0,0-1 1 0 0,0 0 0 0 0,0 0-1 0 0,1-1 1 0 0,0 0 0 0 0,-1 0 0 0 0,1 0-1 0 0,0 0 1 0 0,0-1 0 0 0,0 0 0 0 0,0-1-1 0 0,0 1 1 0 0,0-1 0 0 0,0 0 0 0 0,11-2-1 0 0,-8 2 53 0 0,0-2 0 0 0,0 0 0 0 0,0 0-1 0 0,0 0 1 0 0,0-1 0 0 0,0 0 0 0 0,-1-1 0 0 0,1 0-1 0 0,-1-1 1 0 0,8-5 0 0 0,-16 10 25 0 0,0 0 1 0 0,1-1-1 0 0,-1 1 0 0 0,0 0 1 0 0,1 0-1 0 0,-1-1 1 0 0,1 1-1 0 0,-1 0 0 0 0,0 0 1 0 0,1 0-1 0 0,-1-1 0 0 0,1 1 1 0 0,-1 0-1 0 0,1 0 0 0 0,-1 0 1 0 0,0 0-1 0 0,1 0 1 0 0,-1 0-1 0 0,1 0 0 0 0,-1 0 1 0 0,1 0-1 0 0,-1 0 0 0 0,1 0 1 0 0,-1 0-1 0 0,0 0 0 0 0,1 0 1 0 0,-1 0-1 0 0,1 0 1 0 0,-1 1-1 0 0,1-1 0 0 0,-1 0 1 0 0,0 0-1 0 0,1 1 0 0 0,-1-1 1 0 0,0 0-1 0 0,1 0 0 0 0,-1 1 1 0 0,0-1-1 0 0,1 0 1 0 0,-1 1-1 0 0,0-1 0 0 0,1 0 1 0 0,-1 1-1 0 0,0-1 0 0 0,0 1 1 0 0,0-1-1 0 0,1 0 0 0 0,-1 1 1 0 0,0-1-1 0 0,0 1 1 0 0,0-1-1 0 0,0 1 0 0 0,0-1 1 0 0,0 1-1 0 0,1 1-144 0 0,0 0 1 0 0,0 0-1 0 0,0 0 0 0 0,1 0 1 0 0,-1 0-1 0 0,1 0 0 0 0,-1 0 1 0 0,1-1-1 0 0,-1 1 0 0 0,1-1 1 0 0,0 1-1 0 0,0-1 1 0 0,0 0-1 0 0,0 1 0 0 0,0-1 1 0 0,0 0-1 0 0,0 0 0 0 0,3 0 1 0 0,12 4-360 0 0,0-2 0 0 0,1 0 1 0 0,0-1-1 0 0,0-1 0 0 0,-1-1 0 0 0,1 0 1 0 0,27-5-1 0 0,-18 1 664 0 0,0-1-1 0 0,-1-2 1 0 0,0 0 0 0 0,32-15 0 0 0,-53 18 429 0 0,0 1-182 0 0,-9 28 3424 0 0,3-24-3857 0 0,1 0 0 0 0,0 0 0 0 0,0 1-1 0 0,-1-1 1 0 0,1 0 0 0 0,0 0-1 0 0,0 0 1 0 0,0 0 0 0 0,0 0-1 0 0,0 0 1 0 0,0 0 0 0 0,0 0-1 0 0,1 0 1 0 0,-1 0 0 0 0,0 0 0 0 0,1 0-1 0 0,-1 0 1 0 0,0 0 0 0 0,1 0-1 0 0,-1 0 1 0 0,1 0 0 0 0,0 0-1 0 0,-1 0 1 0 0,1 0 0 0 0,0-1-1 0 0,-1 1 1 0 0,1 0 0 0 0,0 0 0 0 0,0-1-1 0 0,0 1 1 0 0,0 0 0 0 0,0-1-1 0 0,-1 1 1 0 0,1-1 0 0 0,0 1-1 0 0,0-1 1 0 0,0 0 0 0 0,1 1-1 0 0,-1-1 1 0 0,0 0 0 0 0,0 0 0 0 0,0 0-1 0 0,0 0 1 0 0,0 0 0 0 0,0 0-1 0 0,0 0 1 0 0,0 0 0 0 0,0 0-1 0 0,0 0 1 0 0,2-1 0 0 0,3 0-4 0 0,-1 1 0 0 0,1-1 1 0 0,0-1-1 0 0,-1 1 0 0 0,1-1 1 0 0,-1 0-1 0 0,0 0 0 0 0,7-4 1 0 0,0-3 3 0 0,0-1 0 0 0,0-1 0 0 0,-1 0 1 0 0,-1-1-1 0 0,0 0 0 0 0,0 0 0 0 0,-1-1 0 0 0,11-23 1 0 0,-4 6 757 0 0,-2-1 0 0 0,19-62 0 0 0,-29 44 2594 0 0,-3 47-2932 0 0,-1-3 34 0 0,0 3-263 0 0,0 4 946 0 0,-3 19-975 0 0,0-1 0 0 0,2 1 0 0 0,0 0-1 0 0,2 0 1 0 0,5 38 0 0 0,7 8-2203 0 0,-12-65 1751 0 0,-1 0 1 0 0,0 0-1 0 0,0 0 1 0 0,0 0-1 0 0,0 0 1 0 0,0 0-1 0 0,0 0 1 0 0,-1-1-1 0 0,1 1 0 0 0,-1 0 1 0 0,1 0-1 0 0,-1 0 1 0 0,0-1-1 0 0,0 1 1 0 0,0 0-1 0 0,0-1 1 0 0,0 1-1 0 0,0 0 1 0 0,-1 1-1 0 0,-10 4-8201 0 0,1-6 4182 0 0</inkml:trace>
</inkml:ink>
</file>

<file path=ppt/ink/ink20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4:55:24.2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44 26 13829 0 0,'-12'2'1532'0'0,"-6"-2"-1144"0"0,5 2-200 0 0,44-15-1204 0 0,-16 10 208 0 0,3 0-264 0 0,0 1-1104 0 0,-1-1-2352 0 0,0-2 1039 0 0</inkml:trace>
</inkml:ink>
</file>

<file path=ppt/ink/ink20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4:55:26.2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118 47 864 0 0,'7'-38'6718'0'0,"-4"30"58"0"0,-8 13-6733 0 0,-69 100 580 0 0,66-94-569 0 0,1 1 1 0 0,1 1 0 0 0,0 0-1 0 0,1-1 1 0 0,0 2-1 0 0,1-1 1 0 0,-3 20 0 0 0,6-31-45 0 0,3 17 65 0 0,-1-18-73 0 0,0 0 0 0 0,0 0 0 0 0,0 0 0 0 0,0-1 0 0 0,0 1 0 0 0,1 0 0 0 0,-1-1 0 0 0,0 1 0 0 0,0-1 0 0 0,1 1 0 0 0,-1-1 0 0 0,1 1 0 0 0,-1-1 1 0 0,0 0-1 0 0,1 0 0 0 0,-1 0 0 0 0,1 0 0 0 0,-1 0 0 0 0,0 0 0 0 0,1 0 0 0 0,-1 0 0 0 0,0-1 0 0 0,3 0 0 0 0,9-2-51 0 0,0-1 0 0 0,-1-1-1 0 0,0 0 1 0 0,0 0 0 0 0,0-2 0 0 0,-1 1 0 0 0,0-1 0 0 0,0-1 0 0 0,19-17 0 0 0,-4 4-9 0 0,-25 20 44 0 0,0 0-1 0 0,1 1 1 0 0,-1-1-1 0 0,0 0 1 0 0,0 0 0 0 0,1 1-1 0 0,-1-1 1 0 0,0 0-1 0 0,1 1 1 0 0,-1-1 0 0 0,1 1-1 0 0,-1 0 1 0 0,1 0-1 0 0,-1-1 1 0 0,1 1 0 0 0,-1 0-1 0 0,1 0 1 0 0,-1 0-1 0 0,1 0 1 0 0,-1 1 0 0 0,0-1-1 0 0,1 0 1 0 0,-1 1-1 0 0,1-1 1 0 0,-1 1 0 0 0,1-1-1 0 0,-1 1 1 0 0,0 0-1 0 0,0-1 1 0 0,1 1 0 0 0,-1 0-1 0 0,0 0 1 0 0,0 0-1 0 0,0 0 1 0 0,0 0 0 0 0,0 0-1 0 0,0 0 1 0 0,0 0-1 0 0,1 3 1 0 0,26 17-99 0 0,-26-20 108 0 0,1 0-1 0 0,-1-1 0 0 0,0 0 0 0 0,0 1 1 0 0,1-1-1 0 0,-1 0 0 0 0,0 0 0 0 0,1-1 1 0 0,-1 1-1 0 0,0 0 0 0 0,0-1 0 0 0,1 1 1 0 0,-1-1-1 0 0,0 0 0 0 0,0 0 0 0 0,0 0 0 0 0,3-1 1 0 0,43-27-165 0 0,-24 14 83 0 0,-19 12 70 0 0,2-2-12 0 0,1 0 1 0 0,-1 1-1 0 0,1 0 0 0 0,0 0 0 0 0,0 1 0 0 0,0 0 1 0 0,0 0-1 0 0,1 1 0 0 0,-1 0 0 0 0,1 0 1 0 0,0 1-1 0 0,-1 0 0 0 0,1 1 0 0 0,15 1 1 0 0,-22 0 21 0 0,0 0 1 0 0,0 0-1 0 0,1 1 1 0 0,-1-1-1 0 0,0 0 1 0 0,0 1-1 0 0,0 0 1 0 0,-1-1-1 0 0,1 1 1 0 0,0 0-1 0 0,-1 0 1 0 0,1 0-1 0 0,-1 0 1 0 0,1 0-1 0 0,-1 1 1 0 0,0-1-1 0 0,0 0 1 0 0,0 1-1 0 0,0-1 1 0 0,-1 0-1 0 0,1 1 1 0 0,0 2-1 0 0,-1-2 13 0 0,-1 8-34 0 0,0-4-509 0 0,0 0 1 0 0,0 0-1 0 0,0 0 0 0 0,-1 0 0 0 0,-3 8 0 0 0,-1-10-608 0 0</inkml:trace>
</inkml:ink>
</file>

<file path=ppt/ink/ink20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4:55:26.5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 4 432 0 0,'10'-4'8601'0'0,"-8"6"-8411"0"0,0 0 0 0 0,0 1-1 0 0,0-1 1 0 0,0 1-1 0 0,-1-1 1 0 0,1 1 0 0 0,-1-1-1 0 0,0 1 1 0 0,0 0-1 0 0,0-1 1 0 0,0 1 0 0 0,0 0-1 0 0,0 0 1 0 0,-1 0-1 0 0,0 0 1 0 0,1 0 0 0 0,-1 0-1 0 0,0 3 1 0 0,-2 73 1606 0 0,0-41-1039 0 0,-2 31 214 0 0,-22 117 1 0 0,25-178-1050 0 0,-7 47-3557 0 0,8-53 2872 0 0</inkml:trace>
</inkml:ink>
</file>

<file path=ppt/ink/ink20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4:55:27.0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1 466 460 0 0,'33'-14'2297'0'0,"92"-26"514"0"0,48-20-802 0 0,-150 50-1777 0 0,-1 0 0 0 0,0-2 0 0 0,-1-1 0 0 0,0 0-1 0 0,26-24 1 0 0,-38 29-106 0 0,0 0-1 0 0,-1-1 1 0 0,0 0-1 0 0,0-1 1 0 0,-1 0-1 0 0,-1 0 1 0 0,11-20-1 0 0,-14 23-24 0 0,0 0 0 0 0,-1 0 0 0 0,0 0 0 0 0,0 0 0 0 0,-1-1 0 0 0,0 1 0 0 0,0-1 0 0 0,-1 1 0 0 0,0-1 0 0 0,0 1 0 0 0,0 0 0 0 0,-1-1 0 0 0,-3-11 0 0 0,3 16-48 0 0,1 0 0 0 0,-1 0 1 0 0,0 0-1 0 0,0 0 0 0 0,0 0 1 0 0,-1 1-1 0 0,1-1 1 0 0,-1 1-1 0 0,0-1 0 0 0,1 1 1 0 0,-1-1-1 0 0,0 1 0 0 0,0 0 1 0 0,-1 0-1 0 0,1 0 0 0 0,0 0 1 0 0,-4-2-1 0 0,5 4-40 0 0,-1-1 1 0 0,1 1-1 0 0,-1 0 0 0 0,1 0 1 0 0,-1 0-1 0 0,0 0 1 0 0,1 0-1 0 0,-1 0 0 0 0,0 0 1 0 0,1 0-1 0 0,-1 1 0 0 0,1-1 1 0 0,-1 1-1 0 0,1-1 0 0 0,-1 1 1 0 0,1-1-1 0 0,-1 1 0 0 0,1 0 1 0 0,0 0-1 0 0,-1 0 0 0 0,1 0 1 0 0,0 0-1 0 0,-1 0 0 0 0,1 0 1 0 0,0 0-1 0 0,0 0 0 0 0,0 1 1 0 0,0-1-1 0 0,0 0 0 0 0,1 1 1 0 0,-1-1-1 0 0,0 1 0 0 0,1-1 1 0 0,-2 2-1 0 0,-7 15 128 0 0,0 1 0 0 0,1 0 0 0 0,0 0 0 0 0,2 0 0 0 0,-7 36 0 0 0,-8 106 583 0 0,2-9-210 0 0,13-106-379 0 0,5-35-52 0 0,0 0-1 0 0,-1 1 1 0 0,0-1-1 0 0,-6 17 1 0 0,8-27 79 0 0,-1 0-142 0 0,1 0-1 0 0,-1 0 1 0 0,1 0 0 0 0,0 0 0 0 0,0 0-1 0 0,-1 0 1 0 0,1 0 0 0 0,0 0 0 0 0,0 0 0 0 0,0 0-1 0 0,0 0 1 0 0,0 0 0 0 0,0 0 0 0 0,1 0-1 0 0,-1 0 1 0 0,0 0 0 0 0,0 0 0 0 0,1 0 0 0 0,-1 0-1 0 0,1 2 1 0 0,24-6-18 0 0,-24 3 0 0 0,16 5-34 0 0,-11-4-204 0 0,0 0-1 0 0,0-1 1 0 0,0 0-1 0 0,0 0 0 0 0,11-2 1 0 0,5-1-4472 0 0,-13 2 1351 0 0,8-2-305 0 0</inkml:trace>
</inkml:ink>
</file>

<file path=ppt/ink/ink20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4:55:27.8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155 50 856 0 0,'-3'-40'9759'0'0,"3"40"-9712"0"0,0 0 0 0 0,0-1 1 0 0,0 1-1 0 0,-1-1 0 0 0,1 1 1 0 0,0-1-1 0 0,0 1 0 0 0,0 0 0 0 0,0-1 1 0 0,-1 1-1 0 0,1-1 0 0 0,0 1 0 0 0,0 0 1 0 0,0-1-1 0 0,-1 1 0 0 0,1 0 0 0 0,0-1 1 0 0,-1 1-1 0 0,1 0 0 0 0,0 0 0 0 0,-1-1 1 0 0,1 1-1 0 0,0 0 0 0 0,-1 0 0 0 0,1-1 1 0 0,-1 1-1 0 0,1 0 0 0 0,0 0 0 0 0,-1 0 1 0 0,1 0-1 0 0,-1 0 0 0 0,1 0 0 0 0,-1 0 1 0 0,1 0-1 0 0,0 0 0 0 0,-1 0 0 0 0,1 0 1 0 0,-1 0-1 0 0,1 0 0 0 0,-1 0 1 0 0,1 0-1 0 0,0 0 0 0 0,-1 0 0 0 0,1 0 1 0 0,-1 1-1 0 0,0-1-154 0 0,-2 1 399 0 0,-19 11 214 0 0,13-7-379 0 0,1 2 1 0 0,0-1-1 0 0,0 1 1 0 0,0 0-1 0 0,1 0 1 0 0,0 1-1 0 0,0 0 1 0 0,1 1-1 0 0,0-1 1 0 0,-6 12-1 0 0,9-13-78 0 0,-1-1 1 0 0,1 1-1 0 0,0-1 0 0 0,1 1 1 0 0,-1 0-1 0 0,1 0 0 0 0,1 0 0 0 0,-1 0 1 0 0,1 1-1 0 0,1-1 0 0 0,-1 0 1 0 0,1 0-1 0 0,1 1 0 0 0,1 13 0 0 0,-1-19-51 0 0,0 1-1 0 0,1 0 1 0 0,-1-1-1 0 0,0 1 1 0 0,1-1-1 0 0,0 0 1 0 0,0 1-1 0 0,0-1 1 0 0,0 0-1 0 0,0 0 1 0 0,0 0-1 0 0,0 0 1 0 0,0-1-1 0 0,1 1 1 0 0,-1 0-1 0 0,1-1 1 0 0,-1 0-1 0 0,1 0 0 0 0,0 1 1 0 0,0-2-1 0 0,-1 1 1 0 0,1 0-1 0 0,0 0 1 0 0,0-1-1 0 0,0 0 1 0 0,0 0-1 0 0,0 1 1 0 0,4-2-1 0 0,1 1-60 0 0,1 0 0 0 0,0-1-1 0 0,-1 0 1 0 0,1-1 0 0 0,-1 0 0 0 0,0 0-1 0 0,0 0 1 0 0,12-6 0 0 0,41-26-298 0 0,50-22-256 0 0,-109 56 579 0 0,16 5-93 0 0,-16 0-2680 0 0,-6-4 2355 0 0,-21 12-4534 0 0</inkml:trace>
</inkml:ink>
</file>

<file path=ppt/ink/ink20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4:55:29.5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22 264 0 0,'0'0'2298'0'0,"9"-21"10355"0"0,-10 29-12637 0 0,0 1 0 0 0,0-1 0 0 0,1 1 0 0 0,0-1 0 0 0,1 1-1 0 0,0-1 1 0 0,0 1 0 0 0,1-1 0 0 0,0 0 0 0 0,1 1 0 0 0,-1-1 0 0 0,6 8-1 0 0,-7-13-26 0 0,1-1 0 0 0,0 0 0 0 0,0 0 0 0 0,0 0 0 0 0,1 0 0 0 0,-1 0 0 0 0,0 0 0 0 0,1 0 0 0 0,-1-1-1 0 0,1 1 1 0 0,0-1 0 0 0,0 0 0 0 0,-1 0 0 0 0,1 0 0 0 0,0 0 0 0 0,0 0 0 0 0,0-1 0 0 0,0 1 0 0 0,0-1-1 0 0,0 0 1 0 0,0 0 0 0 0,0 0 0 0 0,0 0 0 0 0,0 0 0 0 0,0-1 0 0 0,0 1 0 0 0,0-1 0 0 0,3-1 0 0 0,7-2-91 0 0,0 0 1 0 0,-1 0-1 0 0,0-2 1 0 0,22-12-1 0 0,-29 15 105 0 0,0-1 0 0 0,0-1-1 0 0,0 1 1 0 0,-1 0 0 0 0,0-1 0 0 0,0 0-1 0 0,0 0 1 0 0,0 0 0 0 0,-1-1 0 0 0,5-9-1 0 0,7-11 582 0 0,-14 25-321 0 0,0-12 483 0 0,2 15-254 0 0,1 26-379 0 0,-5-21-109 0 0,1 0 0 0 0,0 0 1 0 0,1 0-1 0 0,0 0 0 0 0,0-1 1 0 0,1 1-1 0 0,-1 0 0 0 0,1-1 1 0 0,1 1-1 0 0,-1-1 0 0 0,1 0 1 0 0,0 0-1 0 0,1 0 1 0 0,5 8-1 0 0,-8-13 9 0 0,28-1-50 0 0,137-97-1089 0 0,-165 97 1113 0 0,0-1-1 0 0,0 0 0 0 0,0 0 0 0 0,0 1 0 0 0,0-1 0 0 0,0 1 0 0 0,0-1 0 0 0,1 1 0 0 0,-1-1 0 0 0,0 1 0 0 0,0 0 0 0 0,1 0 0 0 0,-1-1 1 0 0,0 1-1 0 0,1 0 0 0 0,-1 0 0 0 0,0 0 0 0 0,0 1 0 0 0,1-1 0 0 0,-1 0 0 0 0,0 0 0 0 0,0 1 0 0 0,1-1 0 0 0,-1 0 0 0 0,0 1 1 0 0,0 0-1 0 0,0-1 0 0 0,0 1 0 0 0,1 0 0 0 0,-1-1 0 0 0,0 1 0 0 0,0 0 0 0 0,0 0 0 0 0,1 1 0 0 0,3 5-8 0 0,0-1 0 0 0,0 1 0 0 0,-1 0 0 0 0,7 13 0 0 0,7 12-151 0 0,-15-30 142 0 0,-1 0 1 0 0,1-1 0 0 0,-1 1-1 0 0,1-1 1 0 0,-1 0 0 0 0,1 0 0 0 0,0 0-1 0 0,-1 0 1 0 0,1 0 0 0 0,0 0-1 0 0,0-1 1 0 0,0 0 0 0 0,0 1-1 0 0,0-1 1 0 0,0 0 0 0 0,-1 0-1 0 0,1-1 1 0 0,0 1 0 0 0,0 0 0 0 0,0-1-1 0 0,0 0 1 0 0,0 0 0 0 0,-1 0-1 0 0,1 0 1 0 0,0 0 0 0 0,2-2-1 0 0,4-1-39 0 0,0 0 0 0 0,-1-1-1 0 0,1 0 1 0 0,-1 0 0 0 0,-1-1-1 0 0,14-12 1 0 0,-14 11 18 0 0,1 0 1 0 0,0 0-1 0 0,1 0 0 0 0,-1 1 0 0 0,1 1 1 0 0,1 0-1 0 0,-1 0 0 0 0,14-5 1 0 0,-21 10 118 0 0,-1 0-48 0 0,1 0 1 0 0,-1 0 0 0 0,0 1-1 0 0,1-1 1 0 0,-1 1-1 0 0,0-1 1 0 0,0 1-1 0 0,1 0 1 0 0,-1-1 0 0 0,0 1-1 0 0,0 0 1 0 0,0 0-1 0 0,0 0 1 0 0,0 0-1 0 0,0 0 1 0 0,0 0 0 0 0,0 0-1 0 0,0 0 1 0 0,-1 0-1 0 0,2 3 1 0 0,14 29 354 0 0,-11-21-238 0 0,21 33-520 0 0,2-24-7700 0 0,-14-14 4871 0 0</inkml:trace>
</inkml:ink>
</file>

<file path=ppt/ink/ink20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4:55:31.6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13 212 0 0,'0'0'18966'0'0,"35"0"-19040"0"0,4 0 60 0 0,-13-6 1339 0 0,-55-1-18464 0 0</inkml:trace>
</inkml:ink>
</file>

<file path=ppt/ink/ink20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4:55:33.3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48 19 28 0 0,'0'0'827'0'0,"28"-19"13413"0"0,-28 19-14117 0 0,-9 27 1882 0 0,-22 46-2692 0 0,24-59 1467 0 0,1 3-671 0 0,0 1 0 0 0,1 0-1 0 0,1 0 1 0 0,1 1 0 0 0,-2 35-1 0 0,5-53-116 0 0,0 0 0 0 0,0 0 0 0 0,1 0 0 0 0,-1-1 0 0 0,0 1 0 0 0,0 0 0 0 0,1 0 0 0 0,-1 0 0 0 0,1-1-1 0 0,-1 1 1 0 0,0 0 0 0 0,1 0 0 0 0,-1-1 0 0 0,1 1 0 0 0,0 0 0 0 0,-1-1 0 0 0,1 1 0 0 0,0-1 0 0 0,-1 1 0 0 0,1-1-1 0 0,0 1 1 0 0,-1-1 0 0 0,1 1 0 0 0,0-1 0 0 0,0 0 0 0 0,0 1 0 0 0,-1-1 0 0 0,1 0 0 0 0,0 0 0 0 0,0 0 0 0 0,0 1-1 0 0,0-1 1 0 0,0 0 0 0 0,-1 0 0 0 0,1 0 0 0 0,0 0 0 0 0,0-1 0 0 0,0 1 0 0 0,0 0 0 0 0,0 0 0 0 0,-1 0 0 0 0,1-1-1 0 0,1 0 1 0 0,35-11-396 0 0,-1-7-283 0 0,-1-1 0 0 0,43-34 1 0 0,-24 15-116 0 0,-52 38 748 0 0,41 49-161 0 0,-38-45 259 0 0,0 0-1 0 0,0 0 1 0 0,1-1 0 0 0,-1 1 0 0 0,1-1 0 0 0,0 0 0 0 0,0-1 0 0 0,0 0 0 0 0,0 1 0 0 0,0-2 0 0 0,0 1 0 0 0,0-1 0 0 0,0 0-1 0 0,0 0 1 0 0,0-1 0 0 0,0 1 0 0 0,0-1 0 0 0,0-1 0 0 0,0 1 0 0 0,-1-1 0 0 0,1 0 0 0 0,0-1 0 0 0,-1 1 0 0 0,1-1-1 0 0,-1 0 1 0 0,0 0 0 0 0,0-1 0 0 0,0 1 0 0 0,5-6 0 0 0,-6 3 134 0 0,-1 0-1 0 0,0 0 1 0 0,0 0-1 0 0,0 0 1 0 0,-1 0-1 0 0,0-1 1 0 0,0 1-1 0 0,0-1 1 0 0,-1 0-1 0 0,0 1 1 0 0,0-12-1 0 0,-2 13-86 0 0,0 1-1 0 0,0-1 0 0 0,0 1 0 0 0,-1-1 1 0 0,0 1-1 0 0,0 0 0 0 0,0-1 1 0 0,-1 1-1 0 0,-5-7 0 0 0,2 2-264 0 0,5 7-129 0 0,-7-2-489 0 0,2 4-3517 0 0,2 1 3633 0 0,-3 2-217 0 0,0 2-3892 0 0,-1 0 1134 0 0</inkml:trace>
</inkml:ink>
</file>

<file path=ppt/ink/ink20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4:55:33.7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126 48 820 0 0,'0'0'6638'0'0,"-4"-2"-5925"0"0,-1 2-523 0 0,1 0 0 0 0,0 0 0 0 0,-1 1 0 0 0,1-1 0 0 0,-1 1 0 0 0,1 0 0 0 0,0 0 0 0 0,0 0 0 0 0,0 1 0 0 0,-1 0-1 0 0,1-1 1 0 0,1 1 0 0 0,-1 1 0 0 0,0-1 0 0 0,0 1 0 0 0,1-1 0 0 0,0 1 0 0 0,-4 3 0 0 0,4-3-115 0 0,-1-1 1 0 0,1 0 0 0 0,0 1-1 0 0,1-1 1 0 0,-1 1-1 0 0,0 0 1 0 0,1 0 0 0 0,0 0-1 0 0,0 0 1 0 0,-1 0-1 0 0,2 1 1 0 0,-1-1 0 0 0,0 1-1 0 0,1-1 1 0 0,0 1-1 0 0,-1-1 1 0 0,1 1 0 0 0,1 0-1 0 0,-1 0 1 0 0,1-1-1 0 0,-1 1 1 0 0,1 0 0 0 0,0 0-1 0 0,0 0 1 0 0,1 0-1 0 0,-1-1 1 0 0,1 1 0 0 0,0 0-1 0 0,0 0 1 0 0,0-1-1 0 0,0 1 1 0 0,1-1 0 0 0,0 1-1 0 0,-1-1 1 0 0,5 5-1 0 0,-5-7-61 0 0,0 0 0 0 0,1 0 0 0 0,-1 0 0 0 0,0 0 0 0 0,1-1 0 0 0,-1 1 0 0 0,1 0 0 0 0,0-1 0 0 0,-1 0 0 0 0,1 1 0 0 0,-1-1 0 0 0,1 0 0 0 0,0 0-1 0 0,-1 0 1 0 0,1 0 0 0 0,-1 0 0 0 0,1 0 0 0 0,0 0 0 0 0,-1 0 0 0 0,1-1 0 0 0,-1 1 0 0 0,1-1 0 0 0,0 1 0 0 0,-1-1 0 0 0,1 1 0 0 0,-1-1 0 0 0,3-2 0 0 0,1 1 75 0 0,1-1 1 0 0,-1 0-1 0 0,0-1 1 0 0,0 1 0 0 0,-1-1-1 0 0,8-6 1 0 0,-8 6-6 0 0,-1-1 0 0 0,0 1 0 0 0,1-1-1 0 0,-1 1 1 0 0,-1-1 0 0 0,1 0 0 0 0,-1 0 0 0 0,0 0 0 0 0,0 0 0 0 0,0-1 0 0 0,-1 1 0 0 0,1 0 0 0 0,-1-1 0 0 0,-1 1 0 0 0,1-1 0 0 0,-1 1-1 0 0,0-1 1 0 0,0 0 0 0 0,-1 1 0 0 0,1-1 0 0 0,-1 1 0 0 0,-1 0 0 0 0,1-1 0 0 0,-1 1 0 0 0,0 0 0 0 0,0 0 0 0 0,0-1 0 0 0,-1 2 0 0 0,1-1-1 0 0,-1 0 1 0 0,-7-7 0 0 0,9 11-262 0 0,0 1 0 0 0,0-1-1 0 0,-1 1 1 0 0,1 0 0 0 0,0-1-1 0 0,0 1 1 0 0,-1 0 0 0 0,1 0 0 0 0,0 0-1 0 0,0 0 1 0 0,-1 0 0 0 0,1 0-1 0 0,0 0 1 0 0,-1 0 0 0 0,1 1-1 0 0,0-1 1 0 0,0 0 0 0 0,0 1-1 0 0,-1-1 1 0 0,1 1 0 0 0,0-1-1 0 0,0 1 1 0 0,0 0 0 0 0,-1 0 0 0 0,0 0 402 0 0,1 0-552 0 0,-11 6-1620 0 0,8-1-3372 0 0,-2 4 1733 0 0</inkml:trace>
</inkml:ink>
</file>

<file path=ppt/ink/ink20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4:55:34.0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19 560 0 0,'0'0'1165'0'0,"42"-6"5711"0"0,-34 8-6576 0 0,1 1 0 0 0,0 0-1 0 0,-1 1 1 0 0,1 0 0 0 0,-1 0-1 0 0,0 0 1 0 0,-1 1-1 0 0,1 1 1 0 0,-1-1 0 0 0,0 1-1 0 0,0 0 1 0 0,0 1 0 0 0,-1-1-1 0 0,9 14 1 0 0,-15-19-189 0 0,1 1 162 0 0,5 1 2569 0 0,-2-12-2995 0 0,2 1 0 0 0,-1-1 0 0 0,1 1 0 0 0,1 0 0 0 0,-1 1 1 0 0,2-1-1 0 0,9-7 0 0 0,-11 11-919 0 0,0 0 0 0 0,0 0 0 0 0,0 1 0 0 0,0 0 0 0 0,0 1 0 0 0,1-1 0 0 0,-1 1 0 0 0,10-2 0 0 0,-2 2-1995 0 0</inkml:trace>
</inkml:ink>
</file>

<file path=ppt/ink/ink20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4:55:34.4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15 205 768 0 0,'0'0'151'0'0,"1"0"-1"0"0,-1 0 1 0 0,0 0 0 0 0,0 0 0 0 0,0 0-1 0 0,1 0 1 0 0,-1 0 0 0 0,0 0-1 0 0,0 0 1 0 0,1 0 0 0 0,-1 0-1 0 0,0 0 1 0 0,0 0 0 0 0,1 0 0 0 0,-1 0-1 0 0,0 0 1 0 0,0 0 0 0 0,0 1-1 0 0,1-1 1 0 0,-1 0 0 0 0,0 0-1 0 0,1 1 604 0 0,-1-1-603 0 0,0 0-1 0 0,0 0 1 0 0,0 0 0 0 0,1 1-1 0 0,-1-1 1 0 0,0 0 0 0 0,0 0 0 0 0,0 0-1 0 0,0 1 1 0 0,0-1 0 0 0,0 0-1 0 0,0 0 1 0 0,0 1 0 0 0,0-1-1 0 0,0 0 1 0 0,0 0 0 0 0,0 0 0 0 0,0 1-1 0 0,0-1 1 0 0,0 0 0 0 0,0 0-1 0 0,0 1 1 0 0,0-1 0 0 0,-8 17 1178 0 0,-5 11 127 0 0,12-26-1237 0 0,22 33 266 0 0,-19-35-490 0 0,-1 0 0 0 0,1 0 0 0 0,-1 1 1 0 0,1-2-1 0 0,-1 1 0 0 0,1 0 0 0 0,-1 0 0 0 0,1 0 0 0 0,-1-1 0 0 0,0 1 0 0 0,1-1 1 0 0,-1 1-1 0 0,1-1 0 0 0,-1 0 0 0 0,0 1 0 0 0,0-1 0 0 0,1 0 0 0 0,-1 0 1 0 0,0 0-1 0 0,0 0 0 0 0,1-1 0 0 0,-1 1 12 0 0,7-6-31 0 0,0 0 0 0 0,-1-1 0 0 0,1 0 0 0 0,-2-1 0 0 0,1 0 0 0 0,-1 0 0 0 0,-1 0 0 0 0,1 0 0 0 0,-2-1 0 0 0,7-18 0 0 0,-1-4 783 0 0,-2-1 1 0 0,5-34-1 0 0,-8 34 1406 0 0,-4 30-388 0 0,-3 10-1690 0 0,-5 22-67 0 0,-2 15-1874 0 0,-24 61 1 0 0,24-82 450 0 0,-13 27-5878 0 0,15-36 4178 0 0</inkml:trace>
</inkml:ink>
</file>

<file path=ppt/ink/ink20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4:55:48.0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186 195 816 0 0,'-11'-21'1746'0'0,"1"-1"1"0"0,1 0-1 0 0,0-1 1 0 0,-6-30-1 0 0,-1-1 3195 0 0,16 54-4897 0 0,0 0 0 0 0,0 1 0 0 0,0-1 0 0 0,0 0-1 0 0,0 0 1 0 0,0 0 0 0 0,0 0 0 0 0,0 0 0 0 0,-1 1-1 0 0,1-1 1 0 0,0 0 0 0 0,0 0 0 0 0,0 0 0 0 0,0 0-1 0 0,0 0 1 0 0,0 0 0 0 0,0 0 0 0 0,0 1 0 0 0,0-1 0 0 0,0 0-1 0 0,-1 0 1 0 0,1 0 0 0 0,0 0 0 0 0,0 0 0 0 0,0 0-1 0 0,0 0 1 0 0,0 0 0 0 0,0 0 0 0 0,-1 0 0 0 0,1 0-1 0 0,0 0 1 0 0,0 0 0 0 0,0 0 0 0 0,0 0 0 0 0,0 0 0 0 0,-1 0-1 0 0,1 0 1 0 0,0 0 0 0 0,0 0 0 0 0,0 0 0 0 0,0 0-1 0 0,0 0 1 0 0,-1 0 0 0 0,1 0 0 0 0,0 0 0 0 0,0 0-1 0 0,0 0 1 0 0,0 0 0 0 0,0 0 0 0 0,0 0 0 0 0,-1 0-1 0 0,1 0 1 0 0,0 0 0 0 0,0 0 0 0 0,0-1 0 0 0,0 1 0 0 0,0 0-1 0 0,0 0 1 0 0,0 0 0 0 0,0 0 0 0 0,0 0 0 0 0,0 0-1 0 0,-1-1 1 0 0,1 1 0 0 0,0 0 0 0 0,0 0 0 0 0,0 0-1 0 0,0 0 1 0 0,0-1 0 0 0,-8 21 595 0 0,-5 29-567 0 0,-14 195 888 0 0,4-29-1040 0 0,4-73-3008 0 0,16-134 2528 0 0,-12-33-12247 0 0</inkml:trace>
</inkml:ink>
</file>

<file path=ppt/ink/ink20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4:55:49.0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0 585 364 0 0,'0'0'685'0'0,"5"3"-55"0"0,2 1-441 0 0,0-1 0 0 0,1 0-1 0 0,0 0 1 0 0,0-1 0 0 0,0 0 0 0 0,0 0 0 0 0,0-1 0 0 0,0 0 0 0 0,0 0 0 0 0,0-1-1 0 0,1 0 1 0 0,12-2 0 0 0,113-18 916 0 0,-117 16-964 0 0,50-9 230 0 0,0-4 0 0 0,-1-2 0 0 0,-1-3 0 0 0,-1-3 0 0 0,-1-3 0 0 0,105-64 0 0 0,-144 76-282 0 0,-2-1 1 0 0,0-1-1 0 0,-1-1 1 0 0,33-38 0 0 0,-46 47 42 0 0,-1 1 1 0 0,0-1-1 0 0,0-1 1 0 0,-1 1-1 0 0,0-1 1 0 0,-1 0-1 0 0,0 0 1 0 0,-1-1-1 0 0,0 1 1 0 0,-1-1-1 0 0,0 0 1 0 0,-1 0-1 0 0,1-18 1 0 0,-3 27-51 0 0,0 0 0 0 0,-1 0 1 0 0,1 0-1 0 0,-1 0 1 0 0,1 0-1 0 0,-1 0 0 0 0,0 0 1 0 0,0 0-1 0 0,0 0 1 0 0,-1 1-1 0 0,1-1 0 0 0,-1 0 1 0 0,1 1-1 0 0,-1-1 1 0 0,0 1-1 0 0,0 0 0 0 0,0-1 1 0 0,0 1-1 0 0,0 0 1 0 0,-1 0-1 0 0,1 0 0 0 0,-1 1 1 0 0,1-1-1 0 0,-1 1 1 0 0,0-1-1 0 0,0 1 0 0 0,1 0 1 0 0,-5-1-1 0 0,5 2-70 0 0,0 1 0 0 0,0 0 0 0 0,1 0-1 0 0,-1-1 1 0 0,0 1 0 0 0,1 1 0 0 0,-1-1 0 0 0,1 0 0 0 0,-1 0-1 0 0,1 1 1 0 0,0-1 0 0 0,-1 0 0 0 0,1 1 0 0 0,0-1-1 0 0,0 1 1 0 0,0 0 0 0 0,0-1 0 0 0,0 1 0 0 0,1 0 0 0 0,-2 2-1 0 0,-16 40 133 0 0,17-39-126 0 0,-12 42 164 0 0,2 0-1 0 0,3 2 0 0 0,1-1 1 0 0,0 80-1 0 0,-6 47 214 0 0,8-101-228 0 0,4-52-74 0 0,0-1-1 0 0,-1 1 0 0 0,-6 24 0 0 0,6-28 286 0 0,8-17 37 0 0,-5-3-402 0 0,1 0 1 0 0,-1 0 0 0 0,1 1-1 0 0,-1-1 1 0 0,0 0-1 0 0,0 0 1 0 0,0-1 0 0 0,0 1-1 0 0,0 0 1 0 0,0 0-1 0 0,-1 0 1 0 0,1-1 0 0 0,0-1-1 0 0,-1 1-17 0 0,0 0 0 0 0,0 1 0 0 0,1-1 0 0 0,-1 1-1 0 0,1-1 1 0 0,0 0 0 0 0,0 1 0 0 0,0-1 0 0 0,0 1 0 0 0,0-1 0 0 0,0 1 0 0 0,1 0-1 0 0,-1 0 1 0 0,1 0 0 0 0,0-1 0 0 0,0 1 0 0 0,-1 1 0 0 0,4-4 0 0 0,-2 4-9 0 0,0 0 0 0 0,0 1 0 0 0,0-1-1 0 0,0 0 1 0 0,0 1 0 0 0,0 0 0 0 0,0 0 0 0 0,0 0 0 0 0,0 0 0 0 0,0 0 0 0 0,0 0 0 0 0,0 1 0 0 0,0 0 0 0 0,0-1 0 0 0,0 1 0 0 0,-1 0 0 0 0,1 0-1 0 0,3 2 1 0 0,24 9-68 0 0,1-1 0 0 0,0-2-1 0 0,1-2 1 0 0,0 0-1 0 0,35 2 1 0 0,-56-8 75 0 0,1-1 0 0 0,-1 0 0 0 0,1-1 1 0 0,-1 0-1 0 0,1 0 0 0 0,-1-1 0 0 0,0-1 1 0 0,0 0-1 0 0,0 0 0 0 0,0-1 0 0 0,-1-1 1 0 0,1 0-1 0 0,-1 0 0 0 0,0-1 0 0 0,-1 0 1 0 0,1-1-1 0 0,-1 0 0 0 0,8-8 0 0 0,-9 7 11 0 0,-1 0 0 0 0,-1 0 0 0 0,1 0 0 0 0,-1-1 0 0 0,5-10 0 0 0,-10 16 5 0 0,1 0-1 0 0,-1 0 1 0 0,1-1 0 0 0,-1 1-1 0 0,0 0 1 0 0,0-1 0 0 0,-1 1 0 0 0,1-1-1 0 0,-1 1 1 0 0,0-1 0 0 0,0 0 0 0 0,0 1-1 0 0,0-1 1 0 0,0 1 0 0 0,-1-1 0 0 0,0 1-1 0 0,-2-7 1 0 0,3 9-10 0 0,0 0 0 0 0,0 1-1 0 0,-1-1 1 0 0,1 0 0 0 0,-1 0 0 0 0,1 1-1 0 0,-1-1 1 0 0,1 1 0 0 0,-1-1 0 0 0,1 0-1 0 0,-1 1 1 0 0,1-1 0 0 0,-1 1 0 0 0,0-1-1 0 0,1 1 1 0 0,-1-1 0 0 0,0 1 0 0 0,1 0-1 0 0,-1-1 1 0 0,0 1 0 0 0,0 0 0 0 0,1 0-1 0 0,-1-1 1 0 0,0 1 0 0 0,0 0 0 0 0,0 0-1 0 0,1 0 1 0 0,-1 0 0 0 0,0 0 0 0 0,0 0-1 0 0,0 0 1 0 0,1 0 0 0 0,-1 0 0 0 0,0 1-1 0 0,0-1 1 0 0,0 0 0 0 0,1 0 0 0 0,-1 1-1 0 0,0-1 1 0 0,1 0 0 0 0,-1 1 0 0 0,0-1-1 0 0,-1 2 1 0 0,-1 0-5 0 0,0 0 0 0 0,1 1 0 0 0,-1-1 0 0 0,0 1 0 0 0,1 0 0 0 0,-1 0 0 0 0,1 0 0 0 0,0 0 0 0 0,0 0 0 0 0,0 0 0 0 0,-3 7 0 0 0,4-6 1 0 0,-1 0 0 0 0,1 0-1 0 0,0 1 1 0 0,0-1-1 0 0,0 0 1 0 0,0 0-1 0 0,1 1 1 0 0,0-1 0 0 0,0 1-1 0 0,0-1 1 0 0,0 0-1 0 0,1 1 1 0 0,0-1-1 0 0,0 0 1 0 0,0 0 0 0 0,0 1-1 0 0,1-1 1 0 0,-1 0-1 0 0,1 0 1 0 0,0 0 0 0 0,0-1-1 0 0,0 1 1 0 0,1 0-1 0 0,0-1 1 0 0,-1 0-1 0 0,1 1 1 0 0,7 4 0 0 0,-5-4-17 0 0,0 0 1 0 0,0 0 0 0 0,1-1 0 0 0,0 0 0 0 0,-1 0-1 0 0,1 0 1 0 0,0-1 0 0 0,1 0 0 0 0,-1 0 0 0 0,0 0-1 0 0,1-1 1 0 0,-1 0 0 0 0,0 0 0 0 0,1-1 0 0 0,-1 0 0 0 0,1 0-1 0 0,-1 0 1 0 0,11-3 0 0 0,55-16-246 0 0,-49 12 139 0 0,0 1 1 0 0,30-4-1 0 0,-47 10 122 0 0,-1 0 1 0 0,0 0-1 0 0,0 1 1 0 0,0 0-1 0 0,-1 0 1 0 0,1 0-1 0 0,0 1 1 0 0,0 0-1 0 0,0 0 1 0 0,-1 0-1 0 0,1 0 1 0 0,-1 1-1 0 0,0 0 1 0 0,0-1-1 0 0,4 5 1 0 0,-3-3 62 0 0,-1-1 0 0 0,1 0 1 0 0,0 0-1 0 0,-1 0 1 0 0,1-1-1 0 0,1 1 0 0 0,-1-1 1 0 0,0 0-1 0 0,0-1 1 0 0,1 1-1 0 0,-1-1 0 0 0,9 1 1 0 0,-11-2-133 0 0,45-2-596 0 0,-18-6-7424 0 0</inkml:trace>
</inkml:ink>
</file>

<file path=ppt/ink/ink20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4:55:54.1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354 320 672 0 0,'-2'-16'3150'0'0,"1"14"-2883"0"0,0-1 0 0 0,0 0 0 0 0,-1 0 1 0 0,1 1-1 0 0,-1-1 0 0 0,0 1 1 0 0,0 0-1 0 0,0-1 0 0 0,0 1 0 0 0,0 0 1 0 0,0 0-1 0 0,-1 0 0 0 0,1 0 0 0 0,0 1 1 0 0,-1-1-1 0 0,0 1 0 0 0,1-1 0 0 0,-1 1 1 0 0,0 0-1 0 0,0 0 0 0 0,0 0 1 0 0,0 0-1 0 0,0 1 0 0 0,0-1 0 0 0,0 1 1 0 0,0 0-1 0 0,0-1 0 0 0,-5 2 0 0 0,-6 2-91 0 0,0 1-1 0 0,0 1 1 0 0,0 0-1 0 0,1 1 1 0 0,0 0-1 0 0,0 1 0 0 0,0 0 1 0 0,1 2-1 0 0,0-1 1 0 0,-17 17-1 0 0,14-12-40 0 0,1 1-1 0 0,0 1 0 0 0,1 0 0 0 0,1 1 1 0 0,0 0-1 0 0,2 1 0 0 0,-14 27 1 0 0,23-43-123 0 0,1 0 1 0 0,-1 0-1 0 0,1 1 1 0 0,0-1 0 0 0,-1 0-1 0 0,1 1 1 0 0,0-1-1 0 0,0 1 1 0 0,0-1 0 0 0,0 0-1 0 0,0 1 1 0 0,0-1-1 0 0,0 1 1 0 0,0-1-1 0 0,1 0 1 0 0,-1 1 0 0 0,1-1-1 0 0,-1 0 1 0 0,1 1-1 0 0,-1-1 1 0 0,1 0 0 0 0,-1 0-1 0 0,3 3 1 0 0,-2-3 17 0 0,3-2-16 0 0,11-6-69 0 0,-1 0 0 0 0,0-1 0 0 0,0-1 1 0 0,-1 0-1 0 0,0-1 0 0 0,12-12 0 0 0,40-29-497 0 0,-56 48 451 0 0,0 0 0 0 0,0 1 0 0 0,0 0 0 0 0,0 0 0 0 0,1 1 0 0 0,-1 0 0 0 0,0 0 0 0 0,1 1 0 0 0,-1 0 0 0 0,0 1 0 0 0,15 3 0 0 0,9-1-156 0 0,-18-3 179 0 0,0 1-1 0 0,0-2 1 0 0,0 0-1 0 0,0 0 1 0 0,0-2-1 0 0,0 0 1 0 0,-1 0-1 0 0,28-12 1 0 0,-35 12 92 0 0,-1-1 0 0 0,1 1 0 0 0,-1-2 0 0 0,0 1-1 0 0,0-1 1 0 0,-1 0 0 0 0,1 0 0 0 0,-1 0 0 0 0,0-1 0 0 0,0 0 0 0 0,-1 0 0 0 0,0 0 0 0 0,0 0 0 0 0,0-1 0 0 0,-1 0 0 0 0,0 1 0 0 0,0-1 0 0 0,-1-1 0 0 0,3-12-1 0 0,2-20 211 0 0,4-60-1 0 0,-4 21 520 0 0,-5 51 221 0 0,-6 33-547 0 0,-7 37-342 0 0,-79 514 893 0 0,79-424-636 0 0,-17 156 283 0 0,26-276-583 0 0,2-9 23 0 0,0 1-1 0 0,-1 0 1 0 0,1-1 0 0 0,-1 1-1 0 0,0-1 1 0 0,0 1 0 0 0,0-1-1 0 0,-1 1 1 0 0,-1 3 0 0 0,1-5 53 0 0,1-9-74 0 0,-3-14-76 0 0,1 1 0 0 0,2-1 0 0 0,0-1 0 0 0,1 1 0 0 0,1 0 1 0 0,1 0-1 0 0,0 0 0 0 0,2 1 0 0 0,7-23 0 0 0,10-30-271 0 0,35-81 1 0 0,-39 112 70 0 0,40-70 1 0 0,-51 100 197 0 0,2 1 1 0 0,0 0-1 0 0,0 0 1 0 0,0 0-1 0 0,2 2 0 0 0,-1-1 1 0 0,1 1-1 0 0,0 0 1 0 0,1 1-1 0 0,18-11 0 0 0,-26 18 39 0 0,0 0 0 0 0,0-1 0 0 0,0 1-1 0 0,0 1 1 0 0,0-1 0 0 0,0 0-1 0 0,0 1 1 0 0,0 0 0 0 0,1 0-1 0 0,-1-1 1 0 0,0 2 0 0 0,0-1 0 0 0,0 0-1 0 0,0 1 1 0 0,0-1 0 0 0,0 1-1 0 0,0 0 1 0 0,0 0 0 0 0,0 0-1 0 0,0 1 1 0 0,0-1 0 0 0,0 1 0 0 0,-1-1-1 0 0,1 1 1 0 0,-1 0 0 0 0,1 0-1 0 0,-1 0 1 0 0,0 1 0 0 0,0-1 0 0 0,1 0-1 0 0,-2 1 1 0 0,1-1 0 0 0,0 1-1 0 0,0 0 1 0 0,-1-1 0 0 0,0 1-1 0 0,1 0 1 0 0,-1 0 0 0 0,0 0 0 0 0,-1 0-1 0 0,1 0 1 0 0,0 0 0 0 0,-1 0-1 0 0,0 1 1 0 0,1-1 0 0 0,-1 0 0 0 0,-1 0-1 0 0,1 0 1 0 0,0 0 0 0 0,-1 0-1 0 0,1 0 1 0 0,-3 5 0 0 0,1 1 21 0 0,-1 0 1 0 0,-1 0 0 0 0,0-1-1 0 0,0 1 1 0 0,-1-1-1 0 0,0 1 1 0 0,0-2 0 0 0,-1 1-1 0 0,0-1 1 0 0,0 1-1 0 0,-10 7 1 0 0,1-3-42 0 0,0 0 1 0 0,-1-1-1 0 0,0 0 1 0 0,-25 11-1 0 0,16-22-3938 0 0,25 0 3781 0 0,-1 0-1 0 0,1-1 0 0 0,-1 1 1 0 0,1 0-1 0 0,0 0 0 0 0,-1 0 1 0 0,1 0-1 0 0,-1 0 0 0 0,1 0 0 0 0,0-1 1 0 0,-1 1-1 0 0,1 0 0 0 0,0 0 1 0 0,-1-1-1 0 0,1 1 0 0 0,0 0 1 0 0,-1 0-1 0 0,1-1 0 0 0,0 1 1 0 0,0 0-1 0 0,-1-1 0 0 0,1 1 1 0 0,0 0-1 0 0,0-1 0 0 0,0 1 1 0 0,-1-1-1 0 0,1 1 0 0 0,0 0 1 0 0,0-1-1 0 0,2-13-3035 0 0</inkml:trace>
</inkml:ink>
</file>

<file path=ppt/ink/ink20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4:55:54.5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37 9 896 0 0,'16'-9'7548'0'0,"-13"24"-7175"0"0,0 0 0 0 0,-1 0 0 0 0,-1 0 0 0 0,0 1 0 0 0,-1-1 0 0 0,0 0 0 0 0,-5 22 0 0 0,2 4 125 0 0,0 36 287 0 0,-11 152 870 0 0,12-190-1345 0 0,-3 16 360 0 0,5-53 431 0 0,-2-4-1079 0 0,0 0 0 0 0,0 1 0 0 0,1-1 0 0 0,-1 0 0 0 0,1 0 0 0 0,0 0 0 0 0,-1 0 0 0 0,1-1 0 0 0,0 1 0 0 0,-1-3 0 0 0,2 5-13 0 0,-3-8 5 0 0,1 0 0 0 0,-1 0 0 0 0,1 0-1 0 0,1 0 1 0 0,0-1 0 0 0,0 1 0 0 0,0 0-1 0 0,1-1 1 0 0,1 1 0 0 0,-1 0 0 0 0,1-1-1 0 0,4-14 1 0 0,3-6-56 0 0,1 0-1 0 0,14-29 1 0 0,-21 53 43 0 0,7-16-37 0 0,1 0 1 0 0,1 1-1 0 0,16-25 1 0 0,-23 39 12 0 0,1 1 0 0 0,-1-1 0 0 0,1 0-1 0 0,0 1 1 0 0,0 0 0 0 0,0 0 0 0 0,1 1 0 0 0,0-1 0 0 0,0 1 0 0 0,0 1 0 0 0,0-1 0 0 0,1 1-1 0 0,-1 0 1 0 0,11-3 0 0 0,-16 6-30 0 0,0-1 48 0 0,0 1 0 0 0,0 0 1 0 0,0 0-1 0 0,-1 0 0 0 0,1-1 1 0 0,0 1-1 0 0,0 0 0 0 0,0 0 1 0 0,-1 0-1 0 0,1 1 0 0 0,0-1 1 0 0,0 0-1 0 0,0 0 0 0 0,-1 0 1 0 0,1 0-1 0 0,0 1 0 0 0,0-1 1 0 0,0 0-1 0 0,-1 1 0 0 0,1-1 1 0 0,0 1-1 0 0,-1-1 0 0 0,1 1 1 0 0,0-1-1 0 0,-1 1 0 0 0,1-1 1 0 0,-1 1-1 0 0,1 0 0 0 0,0 1 2 0 0,0-1 0 0 0,0 0-1 0 0,0 0 1 0 0,-1 1 0 0 0,1-1-1 0 0,0 0 1 0 0,-1 1 0 0 0,0-1-1 0 0,1 1 1 0 0,-1-1 0 0 0,0 1-1 0 0,1-1 1 0 0,-1 1-1 0 0,0-1 1 0 0,0 0 0 0 0,0 1-1 0 0,-1-1 1 0 0,1 1 0 0 0,0-1-1 0 0,0 1 1 0 0,-1-1 0 0 0,1 1-1 0 0,-1-1 1 0 0,1 0 0 0 0,-1 1-1 0 0,0-1 1 0 0,1 0-1 0 0,-2 2 1 0 0,-33 40-836 0 0,9-19-4598 0 0,26-24 5351 0 0</inkml:trace>
</inkml:ink>
</file>

<file path=ppt/ink/ink2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4:55:55.3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1 457 772 0 0,'16'-1'3879'0'0,"-9"-2"-3500"0"0,0 0-1 0 0,0-1 1 0 0,-1 0-1 0 0,1 0 1 0 0,-1 0 0 0 0,0-1-1 0 0,0 0 1 0 0,-1 0-1 0 0,1 0 1 0 0,-1-1 0 0 0,0 0-1 0 0,-1 0 1 0 0,1 0-1 0 0,4-10 1 0 0,6-9 161 0 0,-3-1-1 0 0,16-41 1 0 0,-20 40-291 0 0,0-1 0 0 0,-2 0 0 0 0,0 0 1 0 0,-3 0-1 0 0,2-54 0 0 0,-5 79-213 0 0,0 0 0 0 0,0 1-1 0 0,0-1 1 0 0,0 1 0 0 0,0-1 0 0 0,-1 1 0 0 0,1-1-1 0 0,-1 1 1 0 0,0-1 0 0 0,0 1 0 0 0,-1-3 0 0 0,2 5-33 0 0,0 0 0 0 0,-1 0-1 0 0,1-1 1 0 0,0 1 0 0 0,-1 0 0 0 0,1 0 0 0 0,0 0 0 0 0,-1 0 0 0 0,1 0 0 0 0,0 0 0 0 0,-1-1 0 0 0,1 1 0 0 0,-1 0 0 0 0,1 0 0 0 0,0 0 0 0 0,-1 0 0 0 0,1 0-1 0 0,0 0 1 0 0,-1 1 0 0 0,1-1 0 0 0,0 0 0 0 0,-1 0 0 0 0,1 0 0 0 0,-1 0 0 0 0,1 0 0 0 0,0 0 0 0 0,0 1 0 0 0,-1-1 0 0 0,1 0 0 0 0,0 0 0 0 0,-1 1-1 0 0,1-1 1 0 0,0 0 0 0 0,0 0 0 0 0,-1 1 0 0 0,1-1 0 0 0,0 0 0 0 0,0 1 0 0 0,-1-1 0 0 0,1 1 0 0 0,-6 7 9 0 0,0 0 1 0 0,1 1 0 0 0,0 0-1 0 0,-4 10 1 0 0,1-1 24 0 0,0 1 0 0 0,1-1 0 0 0,1 1 0 0 0,1 1 1 0 0,1-1-1 0 0,0 1 0 0 0,2-1 0 0 0,0 1 0 0 0,1 0 1 0 0,1 0-1 0 0,1 0 0 0 0,1 0 0 0 0,4 22 0 0 0,-2-25-7 0 0,1 0-1 0 0,0 0 0 0 0,2 0 0 0 0,0 0 0 0 0,14 24 1 0 0,-18-36-28 0 0,0 0 0 0 0,0-1 0 0 0,0 1 1 0 0,1-1-1 0 0,0 0 0 0 0,-1 0 1 0 0,1 0-1 0 0,1 0 0 0 0,-1-1 0 0 0,1 1 1 0 0,-1-1-1 0 0,1 0 0 0 0,0-1 0 0 0,0 1 1 0 0,0-1-1 0 0,0 0 0 0 0,1 0 1 0 0,-1-1-1 0 0,0 1 0 0 0,1-1 0 0 0,9 1 1 0 0,-10-2-8 0 0,0-1 1 0 0,0 1 0 0 0,0-1-1 0 0,0 1 1 0 0,0-2 0 0 0,0 1-1 0 0,0 0 1 0 0,-1-1-1 0 0,1 0 1 0 0,-1 0 0 0 0,1 0-1 0 0,-1-1 1 0 0,1 1 0 0 0,6-7-1 0 0,-1 0 71 0 0,-1-1-1 0 0,-1 0 0 0 0,0 0 1 0 0,8-14-1 0 0,-12 18 25 0 0,-3 5 33 0 0,0 0-130 0 0,0 1 0 0 0,1-1 0 0 0,-1 1 0 0 0,0 0 0 0 0,0 0 0 0 0,0-1-1 0 0,0 1 1 0 0,0 0 0 0 0,0 0 0 0 0,0 0 0 0 0,1 0 0 0 0,-1 1 0 0 0,0-1-1 0 0,0 0 1 0 0,0 0 0 0 0,0 1 0 0 0,0-1 0 0 0,0 0 0 0 0,0 1-1 0 0,0-1 1 0 0,0 1 0 0 0,0-1 0 0 0,1 2 0 0 0,24 5-88 0 0,-24-7 75 0 0,55-24-77 0 0,-56 23 108 0 0,0 1-16 0 0,-1 0 3 0 0,0 0 0 0 0,0 0 1 0 0,0-1-1 0 0,0 1 0 0 0,0 0 1 0 0,0 0-1 0 0,0 0 0 0 0,0-1 0 0 0,1 1 1 0 0,-1 0-1 0 0,0 0 0 0 0,0 0 1 0 0,0 0-1 0 0,0-1 0 0 0,1 1 1 0 0,-1 0-1 0 0,0 0 0 0 0,0 0 1 0 0,0 0-1 0 0,1 0 0 0 0,-1 0 1 0 0,0 0-1 0 0,0-1 0 0 0,1 1 0 0 0,-1 0 1 0 0,0 0-1 0 0,0 0 0 0 0,1 0 1 0 0,-1 0-1 0 0,0 0 0 0 0,0 0 1 0 0,0 0-1 0 0,1 0 0 0 0,-1 0 1 0 0,0 0-1 0 0,0 1 0 0 0,1-1 1 0 0,-1 0-1 0 0,0 0 0 0 0,0 0 0 0 0,0 0 1 0 0,1 0-1 0 0,-1 0 0 0 0,0 0 1 0 0,0 1-1 0 0,0-1 0 0 0,1 0 1 0 0,-1 0-1 0 0,0 0 0 0 0,0 0 1 0 0,0 1-1 0 0,0-1 0 0 0,0 0 1 0 0,1 0-1 0 0,-1 0 0 0 0,0 1 0 0 0,0-1 1 0 0,0 0-1 0 0,0 0 0 0 0,0 1 1 0 0,0-1-1 0 0,0 0 0 0 0,12 17-52 0 0,-8 40 175 0 0,-1 0 0 0 0,-4 0 0 0 0,-1 1 1 0 0,-16 81-1 0 0,11-77-15 0 0,1-12 160 0 0,-2-1 0 0 0,-2 0 0 0 0,-2 0 0 0 0,-32 82 1 0 0,40-123 111 0 0,-1 1 0 0 0,1-1 0 0 0,-1 0 0 0 0,-1 0 1 0 0,1-1-1 0 0,-12 12 0 0 0,16-18-324 0 0,1-1 0 0 0,-1 1-1 0 0,0-1 1 0 0,0 0 0 0 0,0 1-1 0 0,1-1 1 0 0,-1 0 0 0 0,0 0 0 0 0,0 1-1 0 0,0-1 1 0 0,0 0 0 0 0,0 0 0 0 0,0 0-1 0 0,0 0 1 0 0,1 0 0 0 0,-1-1-1 0 0,0 1 1 0 0,0 0 0 0 0,0 0 0 0 0,0 0-1 0 0,0-1 1 0 0,1 1 0 0 0,-1 0 0 0 0,0-1-1 0 0,0 1 1 0 0,0-1 0 0 0,1 1-1 0 0,-1-1 1 0 0,0 1 0 0 0,1-1 0 0 0,-2 0-1 0 0,-17-24 662 0 0,14 11-642 0 0,1 0 0 0 0,1-1 1 0 0,0 1-1 0 0,1 0 0 0 0,1-1 1 0 0,0 0-1 0 0,1 1 0 0 0,0-1 1 0 0,1 1-1 0 0,1-1 1 0 0,6-24-1 0 0,-2 16-406 0 0,0 1 1 0 0,2 0 0 0 0,0 1-1 0 0,1 0 1 0 0,1 0-1 0 0,24-34 1 0 0,-24 41-227 0 0,1 0 0 0 0,1 1 0 0 0,0 0 0 0 0,0 2 1 0 0,1-1-1 0 0,22-14 0 0 0,-18 16-2348 0 0,0 0 1 0 0,37-15-1 0 0,-10 9-1473 0 0</inkml:trace>
</inkml:ink>
</file>

<file path=ppt/ink/ink2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4:55:58.3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90 78 180 0 0,'-10'-51'5896'0'0,"8"32"-2065"0"0,2 12-110 0 0,-10 41-3458 0 0,-37 158 598 0 0,38-135-507 0 0,-2 63-1 0 0,11-98-244 0 0,0 0 0 0 0,1 0 0 0 0,2 0 0 0 0,0 0 0 0 0,12 42 0 0 0,-13-61-102 0 0,-1 0 1 0 0,1 0-1 0 0,0 0 0 0 0,0 0 1 0 0,1 0-1 0 0,-1 0 1 0 0,1 0-1 0 0,-1-1 1 0 0,1 1-1 0 0,0-1 0 0 0,0 0 1 0 0,0 0-1 0 0,0 0 1 0 0,0 0-1 0 0,1 0 0 0 0,-1-1 1 0 0,0 0-1 0 0,1 1 1 0 0,-1-1-1 0 0,1 0 1 0 0,0-1-1 0 0,-1 1 0 0 0,1-1 1 0 0,0 1-1 0 0,-1-1 1 0 0,1 0-1 0 0,0-1 0 0 0,5 0 1 0 0,3 0-27 0 0,0 0-1 0 0,0-1 1 0 0,0-1 0 0 0,-1 1 0 0 0,1-2 0 0 0,-1 0-1 0 0,19-9 1 0 0,-14 4-23 0 0,0-1-1 0 0,-1 0 1 0 0,-1-2-1 0 0,1 1 1 0 0,16-20-1 0 0,-26 26 37 0 0,1-1-1 0 0,-2 0 1 0 0,1-1-1 0 0,-1 1 1 0 0,0-1 0 0 0,0 0-1 0 0,-1 0 1 0 0,0 0-1 0 0,0 0 1 0 0,-1-1-1 0 0,0 1 1 0 0,0-1 0 0 0,0 0-1 0 0,0-14 1 0 0,-2 21 4 0 0,0 0 0 0 0,0 0-1 0 0,-1 0 1 0 0,1 0 0 0 0,0 0 0 0 0,-1 0 0 0 0,1 0 0 0 0,0 0 0 0 0,-1 0 0 0 0,1 1 0 0 0,-1-1 0 0 0,1 0-1 0 0,-1 0 1 0 0,0 1 0 0 0,1-1 0 0 0,-1 0 0 0 0,0 0 0 0 0,1 1 0 0 0,-1-1 0 0 0,0 1 0 0 0,0-1-1 0 0,0 1 1 0 0,0-1 0 0 0,1 1 0 0 0,-1 0 0 0 0,0-1 0 0 0,0 1 0 0 0,0 0 0 0 0,0-1 0 0 0,0 1 0 0 0,-2 0-1 0 0,1 0-3 0 0,0 0 0 0 0,0-1 0 0 0,0 1 0 0 0,0 0 0 0 0,0 0 0 0 0,0 1 0 0 0,0-1 0 0 0,0 0 0 0 0,0 1 0 0 0,0-1 0 0 0,0 1 0 0 0,0 0 0 0 0,0-1 0 0 0,-3 3 0 0 0,1 0-8 0 0,1 1 0 0 0,-1 0 1 0 0,0-1-1 0 0,1 1 0 0 0,0 0 0 0 0,0 1 1 0 0,0-1-1 0 0,1 1 0 0 0,-1-1 0 0 0,1 1 1 0 0,0 0-1 0 0,1 0 0 0 0,-1-1 1 0 0,1 1-1 0 0,0 1 0 0 0,0-1 0 0 0,0 0 1 0 0,1 0-1 0 0,-1 0 0 0 0,1 0 1 0 0,2 9-1 0 0,-2-10-9 0 0,1 0 1 0 0,0 0-1 0 0,0 0 0 0 0,0 0 1 0 0,0 0-1 0 0,0 0 0 0 0,1-1 1 0 0,0 1-1 0 0,0 0 1 0 0,0-1-1 0 0,0 0 0 0 0,1 1 1 0 0,-1-1-1 0 0,1 0 0 0 0,0 0 1 0 0,0-1-1 0 0,0 1 1 0 0,0 0-1 0 0,0-1 0 0 0,1 0 1 0 0,-1 0-1 0 0,1 0 0 0 0,-1 0 1 0 0,1 0-1 0 0,0-1 1 0 0,0 0-1 0 0,0 0 0 0 0,-1 0 1 0 0,7 1-1 0 0,-3-2-40 0 0,0 1 1 0 0,0-1-1 0 0,1-1 0 0 0,-1 0 1 0 0,0 1-1 0 0,0-2 0 0 0,0 1 1 0 0,0-1-1 0 0,0-1 0 0 0,-1 1 1 0 0,1-1-1 0 0,0 0 1 0 0,5-4-1 0 0,12-8-163 0 0,-1-1 0 0 0,23-20-1 0 0,17-12-104 0 0,-19 22 45 0 0,-42 26 243 0 0,27 7-54 0 0,-9 4 65 0 0,-1 1 1 0 0,35 28-1 0 0,-43-30-261 0 0,1 0-1 0 0,1-1 1 0 0,0 0-1 0 0,0-1 1 0 0,1 0-1 0 0,-1-1 1 0 0,2-1-1 0 0,16 5 1 0 0,-30-10 225 0 0,1-1 0 0 0,0 0 1 0 0,0 0-1 0 0,-1 0 0 0 0,1 0 1 0 0,0 0-1 0 0,0 0 0 0 0,-1-1 0 0 0,1 1 1 0 0,0-1-1 0 0,-1 1 0 0 0,1-1 0 0 0,0 1 1 0 0,-1-1-1 0 0,1 0 0 0 0,-1 0 0 0 0,1 0 1 0 0,-1 0-1 0 0,1 0 0 0 0,-1 0 1 0 0,0 0-1 0 0,0 0 0 0 0,1-1 0 0 0,-1 1 1 0 0,0-1-1 0 0,0 1 0 0 0,0 0 0 0 0,0-1 1 0 0,0 0-1 0 0,-1 1 0 0 0,1-1 1 0 0,0 1-1 0 0,-1-1 0 0 0,1-2 0 0 0,0 0 138 0 0,0 0 1 0 0,0 0-1 0 0,0 1 0 0 0,0-1 0 0 0,-1 0 0 0 0,0 0 0 0 0,0-1 0 0 0,0 1 0 0 0,0 0 1 0 0,0 0-1 0 0,-1 0 0 0 0,0 1 0 0 0,-1-5 0 0 0,1 6-8 0 0,0 0 1 0 0,0 0-1 0 0,-1 1 1 0 0,1-1-1 0 0,0 1 0 0 0,-1-1 1 0 0,1 1-1 0 0,-1-1 1 0 0,0 1-1 0 0,1 0 0 0 0,-1 0 1 0 0,0 0-1 0 0,0 0 1 0 0,0 0-1 0 0,0 0 0 0 0,0 0 1 0 0,0 1-1 0 0,0-1 0 0 0,0 1 1 0 0,0-1-1 0 0,0 1 1 0 0,0 0-1 0 0,0 0 0 0 0,0 0 1 0 0,0 0-1 0 0,0 0 1 0 0,0 0-1 0 0,0 1 0 0 0,0-1 1 0 0,0 1-1 0 0,-3 0 1 0 0,-4 1 65 0 0,1 1 1 0 0,-1 0-1 0 0,0 1 1 0 0,1 0-1 0 0,-13 7 1 0 0,7-1-36 0 0,0 0 1 0 0,0 1 0 0 0,1 0-1 0 0,0 1 1 0 0,-17 21 0 0 0,19-19-1742 0 0,1 1 0 0 0,-15 28 1 0 0,24-39-864 0 0,0 4 189 0 0</inkml:trace>
</inkml:ink>
</file>

<file path=ppt/ink/ink2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4:55:58.6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59 1 64 0 0,'0'0'7736'0'0,"-3"5"-7067"0"0,-2 10 79 0 0,0 1 0 0 0,1-1 0 0 0,1 1 1 0 0,-2 17-1 0 0,-12 51-556 0 0,0-52-7884 0 0</inkml:trace>
</inkml:ink>
</file>

<file path=ppt/ink/ink2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4:55:59.0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57 260 0 0,'3'-8'2452'0'0,"-1"-6"-288"0"0,3 3-335 0 0,-4 1-437 0 0,4 1-560 0 0,7 4-1076 0 0,4 16-2020 0 0,-8 1-2473 0 0</inkml:trace>
</inkml:ink>
</file>

<file path=ppt/ink/ink2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4:55:59.5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146 391 304 0 0,'1'-2'287'0'0,"0"0"-1"0"0,0 1 1 0 0,-1-1-1 0 0,1 0 1 0 0,0 0-1 0 0,-1 1 1 0 0,0-1-1 0 0,1 0 1 0 0,-1 0-1 0 0,0 0 1 0 0,0 0-1 0 0,0 0 1 0 0,0 1-1 0 0,0-1 1 0 0,0 0-1 0 0,-1-3 1 0 0,0 4-162 0 0,0 0 1 0 0,0 0 0 0 0,0 0 0 0 0,0 0-1 0 0,0 0 1 0 0,0 0 0 0 0,0 0 0 0 0,0 1-1 0 0,0-1 1 0 0,-1 0 0 0 0,1 1 0 0 0,0-1-1 0 0,0 1 1 0 0,-1-1 0 0 0,1 1 0 0 0,0 0-1 0 0,-1 0 1 0 0,1-1 0 0 0,0 1 0 0 0,-1 0-1 0 0,1 0 1 0 0,0 0 0 0 0,-1 0 0 0 0,1 1-1 0 0,0-1 1 0 0,0 0 0 0 0,-1 0 0 0 0,-1 2-1 0 0,-6-1 154 0 0,1 1-1 0 0,0 0 0 0 0,0 1 0 0 0,0-1 0 0 0,1 2 0 0 0,-15 7 0 0 0,19-9-207 0 0,-1 0 0 0 0,1 0 0 0 0,0 1-1 0 0,0 0 1 0 0,0-1 0 0 0,0 1 0 0 0,0 0 0 0 0,1 1-1 0 0,-1-1 1 0 0,1 0 0 0 0,0 1 0 0 0,0-1 0 0 0,0 1-1 0 0,0 0 1 0 0,-1 5 0 0 0,3-7-60 0 0,0 0-1 0 0,0 0 1 0 0,0-1-1 0 0,0 1 1 0 0,0 0-1 0 0,0 0 1 0 0,1-1-1 0 0,-1 1 1 0 0,1 0-1 0 0,-1 0 1 0 0,1-1-1 0 0,0 1 1 0 0,0-1-1 0 0,-1 1 1 0 0,1-1-1 0 0,0 1 1 0 0,0-1 0 0 0,1 1-1 0 0,-1-1 1 0 0,0 0-1 0 0,0 1 1 0 0,1-1-1 0 0,-1 0 1 0 0,2 1-1 0 0,36 19-61 0 0,-20-16-74 0 0,0-1 0 0 0,0-1 0 0 0,1-1-1 0 0,-1-1 1 0 0,1-1 0 0 0,-1 0 0 0 0,24-4 0 0 0,-11-1-175 0 0,0-1 0 0 0,-1-2 0 0 0,50-19 0 0 0,44-40 87 0 0,-124 66 348 0 0,0-1 68 0 0,0 2-155 0 0,0-1 0 0 0,-1 1 0 0 0,1-1 0 0 0,-1 1-1 0 0,1-1 1 0 0,-1 0 0 0 0,1 1 0 0 0,-1-1 0 0 0,0 0-1 0 0,1 1 1 0 0,-1-1 0 0 0,0 0 0 0 0,0 1 0 0 0,1-1 0 0 0,-1 0-1 0 0,0 0 1 0 0,0 0 0 0 0,0 1 0 0 0,0-1 0 0 0,0 0 0 0 0,0 0-1 0 0,0 1 1 0 0,0-2 0 0 0,-2 1-38 0 0,1 1 1 0 0,0 0-1 0 0,-1-1 0 0 0,1 1 1 0 0,-1 0-1 0 0,1 0 0 0 0,0 0 0 0 0,-1 0 1 0 0,1 0-1 0 0,-1 0 0 0 0,1 0 1 0 0,-1 1-1 0 0,1-1 0 0 0,0 0 1 0 0,-1 1-1 0 0,1-1 0 0 0,0 1 1 0 0,-1 0-1 0 0,1-1 0 0 0,0 1 0 0 0,0 0 1 0 0,-1 0-1 0 0,0 1 0 0 0,-1 0 4 0 0,0 1 0 0 0,0 0-1 0 0,0 0 1 0 0,0 1 0 0 0,0-1-1 0 0,1 0 1 0 0,0 1-1 0 0,-3 4 1 0 0,4-7-3 0 0,0 8 0 0 0,0-9-12 0 0,1 1 0 0 0,0-1 0 0 0,0 0 0 0 0,0 0 0 0 0,0 1 0 0 0,0-1 0 0 0,0 0 0 0 0,0 0 0 0 0,0 1 0 0 0,0-1 0 0 0,0 0 0 0 0,0 1 0 0 0,0-1 0 0 0,1 0 0 0 0,-1 0 0 0 0,0 1 0 0 0,0-1 0 0 0,0 0 0 0 0,0 0 0 0 0,0 1 0 0 0,0-1 0 0 0,1 0 0 0 0,-1 0 0 0 0,0 0-1 0 0,0 1 1 0 0,0-1 0 0 0,1 0 0 0 0,-1 0 0 0 0,0 0 0 0 0,0 0 0 0 0,0 1 0 0 0,1-1 0 0 0,-1 0 0 0 0,0 0 0 0 0,0 0 0 0 0,1 0 0 0 0,-1 0 0 0 0,0 0 0 0 0,1 0 0 0 0,-1 0 0 0 0,0 0 0 0 0,0 0 0 0 0,1 0 0 0 0,-1 0 0 0 0,3 2-59 0 0,20-6-210 0 0,23-2-231 0 0,0-2 1 0 0,0-1-1 0 0,-1-3 1 0 0,73-30-1 0 0,-105 36 413 0 0,0 0 0 0 0,0 0 1 0 0,-1-2-1 0 0,0 0 0 0 0,-1 0 0 0 0,1-1 0 0 0,-1 0 0 0 0,-1-1 1 0 0,0 0-1 0 0,0 0 0 0 0,10-16 0 0 0,-16 19 180 0 0,0 0 1 0 0,0 0-1 0 0,-1 0 1 0 0,1 0-1 0 0,-2 0 0 0 0,1-1 1 0 0,-1 1-1 0 0,0-1 1 0 0,0 0-1 0 0,-1 0 0 0 0,0 0 1 0 0,-1 0-1 0 0,0 0 1 0 0,0 0-1 0 0,0 1 0 0 0,-1-1 1 0 0,-1 0-1 0 0,1 0 1 0 0,-1 0-1 0 0,0 1 0 0 0,-5-11 1 0 0,3 8 172 0 0,3 7-94 0 0,0 0 1 0 0,0 0 0 0 0,0 0-1 0 0,-1 0 1 0 0,1 0-1 0 0,-1 0 1 0 0,0 0-1 0 0,0 0 1 0 0,0 1-1 0 0,0-1 1 0 0,0 1-1 0 0,-4-4 1 0 0,4 5 79 0 0,-20 15 284 0 0,17-9-441 0 0,0 0 1 0 0,0 0-1 0 0,1 0 1 0 0,0 1-1 0 0,0 0 1 0 0,0 0-1 0 0,1 0 1 0 0,0 0-1 0 0,-4 11 1 0 0,-16 63 433 0 0,21-73-476 0 0,-10 55-404 0 0,-5 85-1 0 0,8-54-2314 0 0,5-40-2846 0 0,2-35 2363 0 0</inkml:trace>
</inkml:ink>
</file>

<file path=ppt/ink/ink2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4:56:01.4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0 712 632 0 0,'0'0'8428'0'0,"7"-4"-7962"0"0,14-9 5 0 0,-1 0 1 0 0,0-2-1 0 0,-1-1 0 0 0,0 0 0 0 0,30-36 0 0 0,-24 21-96 0 0,-1 0-1 0 0,-1-2 1 0 0,20-40-1 0 0,-38 65-317 0 0,-2 0-1 0 0,1 0 1 0 0,-1 0-1 0 0,0 0 1 0 0,-1-1-1 0 0,0 0 1 0 0,0 1-1 0 0,-1-1 0 0 0,0 0 1 0 0,0 1-1 0 0,-1-1 1 0 0,-1-15-1 0 0,0 23-45 0 0,0 0-1 0 0,0-1 0 0 0,0 1 0 0 0,0 0 0 0 0,0 0 1 0 0,0 0-1 0 0,0 0 0 0 0,-1 0 0 0 0,1 0 0 0 0,0 0 1 0 0,0 1-1 0 0,-1-1 0 0 0,1 0 0 0 0,-1 1 0 0 0,1-1 1 0 0,-1 1-1 0 0,1-1 0 0 0,-1 1 0 0 0,1-1 1 0 0,-1 1-1 0 0,1 0 0 0 0,-1 0 0 0 0,1 0 0 0 0,-1 0 1 0 0,1 0-1 0 0,-4 1 0 0 0,0-1 7 0 0,-1 0 0 0 0,1 1 0 0 0,-1 0 0 0 0,0 0 0 0 0,1 0 0 0 0,-8 4 0 0 0,11-5-33 0 0,1 1 0 0 0,-1 0 0 0 0,0-1 1 0 0,1 1-1 0 0,0 0 0 0 0,-1 0 0 0 0,1 0 0 0 0,-1 0 0 0 0,1 1 0 0 0,0-1 0 0 0,0 0 1 0 0,0 1-1 0 0,0-1 0 0 0,0 0 0 0 0,0 1 0 0 0,0-1 0 0 0,0 1 0 0 0,0-1 1 0 0,1 1-1 0 0,-1 0 0 0 0,1-1 0 0 0,-1 1 0 0 0,1 0 0 0 0,-1 2 0 0 0,2-1-17 0 0,-1 0-1 0 0,0 0 1 0 0,1 0-1 0 0,0 1 1 0 0,0-1-1 0 0,0 0 0 0 0,0 0 1 0 0,0 0-1 0 0,1 0 1 0 0,-1-1-1 0 0,1 1 1 0 0,3 3-1 0 0,8 11-242 0 0,1-2-1 0 0,1 0 1 0 0,23 18-1 0 0,-24-20-56 0 0,134 129-2135 0 0,-143-140 2457 0 0,-1 0 0 0 0,1 0-1 0 0,0-1 1 0 0,0 1 0 0 0,0-1 0 0 0,0 0-1 0 0,0-1 1 0 0,7 1 0 0 0,1-4 138 0 0,1-1-1 0 0,-1-1 1 0 0,1 0 0 0 0,-1-1-1 0 0,-1 0 1 0 0,1-1 0 0 0,-1 0-1 0 0,0-1 1 0 0,-1 0 0 0 0,0-1-1 0 0,0-1 1 0 0,-1 1 0 0 0,0-2-1 0 0,0 1 1 0 0,-1-1 0 0 0,-1-1-1 0 0,0 0 1 0 0,10-19 0 0 0,-18 29 74 0 0,3-9 130 0 0,-2 5 268 0 0,-4 6 1509 0 0,2 2-2108 0 0,-1 0 4 0 0,0 0 1 0 0,1 0-1 0 0,-1 0 0 0 0,1 0 0 0 0,-1 0 0 0 0,1 0 0 0 0,0 0 0 0 0,0 1 0 0 0,0-1 1 0 0,0 0-1 0 0,0 1 0 0 0,1-1 0 0 0,-1 1 0 0 0,1-1 0 0 0,-1 3 0 0 0,1-3 13 0 0,5 10 4 0 0,-5-11-20 0 0,-1 0 0 0 0,1 0 0 0 0,1 0 0 0 0,-1 0-1 0 0,0 0 1 0 0,0 0 0 0 0,0 0 0 0 0,0-1 0 0 0,1 1 0 0 0,-1 0 0 0 0,0 0 0 0 0,1 0 0 0 0,-1 0 0 0 0,1 0 0 0 0,-1 0 0 0 0,1-1 0 0 0,-1 1 0 0 0,1 0 0 0 0,0 0 0 0 0,-1-1 0 0 0,1 1 0 0 0,0 0 0 0 0,0-1 0 0 0,-1 1 0 0 0,1-1-1 0 0,0 1 1 0 0,0-1 0 0 0,0 0 0 0 0,0 1 0 0 0,0-1 0 0 0,-1 0 0 0 0,3 1 0 0 0,37-3-14 0 0,-34 0-1 0 0,1-1 0 0 0,-1 1 0 0 0,-1-1 0 0 0,1-1 1 0 0,0 1-1 0 0,-1-1 0 0 0,1 0 0 0 0,-1 0 0 0 0,0 0 0 0 0,8-10 1 0 0,12-9-42 0 0,-23 22 32 0 0,7 0-147 0 0,-7 1 165 0 0,-1 0 0 0 0,1 0-1 0 0,0 0 1 0 0,-1 0 0 0 0,1 0-1 0 0,0 0 1 0 0,-1 0-1 0 0,1 0 1 0 0,-1 1 0 0 0,1-1-1 0 0,0 1 1 0 0,-1-1 0 0 0,1 1-1 0 0,-1 0 1 0 0,1-1 0 0 0,-1 1-1 0 0,0 0 1 0 0,1 0-1 0 0,2 2 1 0 0,2 2-39 0 0,1-1 0 0 0,0-1 1 0 0,1 1-1 0 0,-1-1 0 0 0,1 0 0 0 0,-1-1 1 0 0,1 0-1 0 0,0 0 0 0 0,0-1 0 0 0,0 0 0 0 0,0 0 1 0 0,0 0-1 0 0,0-1 0 0 0,0-1 0 0 0,10-1 0 0 0,-3 0-26 0 0,1-1-1 0 0,-1 0 0 0 0,0-1 0 0 0,0-1 1 0 0,0-1-1 0 0,27-14 0 0 0,-28 12 44 0 0,-1-1 1 0 0,0-1-1 0 0,-1 0 0 0 0,-1 0 0 0 0,1-2 1 0 0,-1 1-1 0 0,-1-1 0 0 0,0-1 1 0 0,-1 0-1 0 0,-1 0 0 0 0,11-21 1 0 0,-5 3 36 0 0,-1-1 0 0 0,-1 0 0 0 0,-2-1 0 0 0,8-40 1 0 0,-14 39 365 0 0,-4 33-363 0 0,0 0-1 0 0,0 0 0 0 0,0 0 1 0 0,0 0-1 0 0,0 1 0 0 0,0-1 1 0 0,0 0-1 0 0,-1 0 0 0 0,1 0 1 0 0,0 0-1 0 0,-1 0 0 0 0,1 1 1 0 0,0-1-1 0 0,-1 0 0 0 0,1 0 1 0 0,-1 0-1 0 0,1 1 0 0 0,-1-1 1 0 0,0 0-1 0 0,1 1 0 0 0,-1-1 1 0 0,0 1-1 0 0,1-1 0 0 0,-1 1 1 0 0,0-1-1 0 0,0 1 0 0 0,1-1 1 0 0,-1 1-1 0 0,-2-1 0 0 0,1 0 10 0 0,-29 31 58 0 0,19-14-31 0 0,1 1-1 0 0,0 0 1 0 0,1 1 0 0 0,1 0 0 0 0,1 0 0 0 0,0 1-1 0 0,2 0 1 0 0,0 1 0 0 0,1-1 0 0 0,1 1 0 0 0,1 0 0 0 0,0 0-1 0 0,2 0 1 0 0,0 0 0 0 0,1 1 0 0 0,5 26 0 0 0,-5-42-91 0 0,1 0-1 0 0,0 0 1 0 0,0 0 0 0 0,1 0 0 0 0,-1 0 0 0 0,1-1 0 0 0,0 1 0 0 0,1 0-1 0 0,-1-1 1 0 0,1 0 0 0 0,0 1 0 0 0,0-1 0 0 0,0 0 0 0 0,0-1 0 0 0,1 1-1 0 0,7 6 1 0 0,-8-8 16 0 0,1-1 1 0 0,-1 1-1 0 0,1 0 0 0 0,-1-1 0 0 0,1 0 0 0 0,0 0 1 0 0,0 0-1 0 0,-1-1 0 0 0,1 1 0 0 0,0-1 0 0 0,0 0 1 0 0,0 0-1 0 0,0 0 0 0 0,0 0 0 0 0,-1-1 0 0 0,1 1 0 0 0,0-1 1 0 0,0 0-1 0 0,-1 0 0 0 0,1-1 0 0 0,0 1 0 0 0,5-4 1 0 0,5-2 291 0 0,1-1 0 0 0,-1-1 1 0 0,-1 0-1 0 0,25-21 1 0 0,-22 13 1633 0 0,-16 16-1804 0 0,0 1-1 0 0,0-1 0 0 0,1 1 0 0 0,-1-1 0 0 0,0 1 1 0 0,0 0-1 0 0,0-1 0 0 0,1 1 0 0 0,-1 0 0 0 0,0-1 0 0 0,0 1 1 0 0,1 0-1 0 0,-1-1 0 0 0,0 1 0 0 0,1 0 0 0 0,-1-1 0 0 0,0 1 1 0 0,1 0-1 0 0,-1 0 0 0 0,0-1 0 0 0,1 1 0 0 0,-1 0 0 0 0,1 0 1 0 0,-1 0-1 0 0,0 0 0 0 0,1 0 0 0 0,-1-1 0 0 0,1 1 1 0 0,-1 0-1 0 0,1 0 0 0 0,-1 0 0 0 0,0 0 0 0 0,1 0 0 0 0,0 1 1 0 0,13 31-196 0 0,-12-27-168 0 0,0 0 1 0 0,0 0 0 0 0,1 0 0 0 0,0 0 0 0 0,0 0 0 0 0,5 6 0 0 0,6 1-3339 0 0,2-4-4097 0 0,0-4 3435 0 0</inkml:trace>
</inkml:ink>
</file>

<file path=ppt/ink/ink2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4:56:04.1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256 35 112 0 0,'0'0'2318'0'0,"-1"-4"-1606"0"0,-1 2-536 0 0,0-1 0 0 0,0 1 0 0 0,0-1 0 0 0,-1 1 0 0 0,1 0 0 0 0,-1 0 0 0 0,1 0 0 0 0,-1 1 1 0 0,0-1-1 0 0,0 0 0 0 0,1 1 0 0 0,-1 0 0 0 0,0 0 0 0 0,0 0 0 0 0,-1 0 0 0 0,1 0 0 0 0,0 1 0 0 0,0-1 0 0 0,0 1 1 0 0,0 0-1 0 0,-1 0 0 0 0,-2 0 0 0 0,0 0 22 0 0,0 0 1 0 0,0 0-1 0 0,0 0 1 0 0,0 1-1 0 0,0 0 0 0 0,0 0 1 0 0,0 1-1 0 0,1-1 1 0 0,-1 1-1 0 0,1 0 0 0 0,-11 6 1 0 0,15-6-169 0 0,0 0 1 0 0,1 0-1 0 0,-1-1 1 0 0,1 1-1 0 0,0 0 0 0 0,-1 0 1 0 0,1 0-1 0 0,0 0 1 0 0,0 0-1 0 0,0-1 1 0 0,0 1-1 0 0,1 0 1 0 0,-1 0-1 0 0,0 0 0 0 0,1 0 1 0 0,-1-1-1 0 0,1 1 1 0 0,0 0-1 0 0,0-1 1 0 0,-1 1-1 0 0,1 0 1 0 0,2 1-1 0 0,1 3 17 0 0,-1 1 1 0 0,1-1-1 0 0,-1 1 1 0 0,0 0-1 0 0,-1 0 0 0 0,1 0 1 0 0,-1 0-1 0 0,-1 0 1 0 0,0 0-1 0 0,2 14 1 0 0,-4-17-33 0 0,1-1 0 0 0,-1 0 0 0 0,0 1 0 0 0,1-1 0 0 0,-1 0 0 0 0,-1 0 0 0 0,1 0 0 0 0,0 0 0 0 0,-1 0-1 0 0,0 0 1 0 0,1 0 0 0 0,-1 0 0 0 0,0-1 0 0 0,-1 1 0 0 0,1 0 0 0 0,0-1 0 0 0,-1 0 0 0 0,1 0 0 0 0,-1 0 0 0 0,0 0 0 0 0,0 0 0 0 0,1 0 0 0 0,-1-1 0 0 0,0 1 0 0 0,-5 0 0 0 0,3 0-89 0 0,-1 0 0 0 0,1-1 0 0 0,-1 0 0 0 0,1 0 0 0 0,-1 0-1 0 0,1-1 1 0 0,-1 0 0 0 0,0 0 0 0 0,1 0 0 0 0,-1-1 0 0 0,0 0-1 0 0,-8-2 1 0 0,12 3-612 0 0,0-8-809 0 0,-1 1-2224 0 0</inkml:trace>
</inkml:ink>
</file>

<file path=ppt/ink/ink2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4:56:04.5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151 3 624 0 0,'-2'-3'12064'0'0,"-2"38"-9586"0"0,-2 53-2287 0 0,-3 111 1686 0 0,5-161-2046 0 0,-1-1 1 0 0,-2 1 0 0 0,-16 46-1 0 0,20-75-237 0 0,-23 53-1290 0 0,5-36-1094 0 0,19-24 2238 0 0,0 0-1 0 0,0-1 1 0 0,0 1-1 0 0,-1-1 1 0 0,1 0-1 0 0,0 0 1 0 0,-1 0-1 0 0,1 0 1 0 0,-1 0-1 0 0,-3 0 1 0 0,-5 2-2591 0 0</inkml:trace>
</inkml:ink>
</file>

<file path=ppt/ink/ink2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4:56:04.9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17 170 188 0 0,'0'0'845'0'0,"-11"-1"105"0"0,6 0-439 0 0,9 1 2584 0 0,79-1-1720 0 0,144-22 0 0 0,-64 4-774 0 0,489-61 1639 0 0,-650 79-2197 0 0,1 1 0 0 0,-1-1 0 0 0,1 1 0 0 0,-1 0-1 0 0,1-1 1 0 0,-1 1 0 0 0,1 0 0 0 0,-1 1-1 0 0,1-1 1 0 0,-1 0 0 0 0,1 1 0 0 0,-1-1 0 0 0,1 1-1 0 0,-1 0 1 0 0,0 0 0 0 0,1 0 0 0 0,-1 0 0 0 0,0 0-1 0 0,0 0 1 0 0,1 1 0 0 0,-1-1 0 0 0,0 1 0 0 0,-1-1-1 0 0,1 1 1 0 0,0 0 0 0 0,0 0 0 0 0,2 3 0 0 0,12 12-13 0 0,-9-12 33 0 0,0 0 0 0 0,0-1 0 0 0,1 0 0 0 0,0 0 0 0 0,-1 0 0 0 0,1-1 1 0 0,0 0-1 0 0,1-1 0 0 0,-1 0 0 0 0,0 0 0 0 0,1-1 0 0 0,-1 0 0 0 0,1 0 0 0 0,0-1 0 0 0,-1 0 0 0 0,1-1 0 0 0,-1 1 0 0 0,13-4 0 0 0,-19 4-11 0 0,-1-1 0 0 0,1 1 0 0 0,-1 0 0 0 0,0-1 0 0 0,1 1-1 0 0,-1-1 1 0 0,1 1 0 0 0,-1-1 0 0 0,0 0 0 0 0,1 1 0 0 0,-1-1 0 0 0,0 0-1 0 0,0 0 1 0 0,0 0 0 0 0,1 0 0 0 0,-1 0 0 0 0,0 0 0 0 0,0 0 0 0 0,0-1-1 0 0,-1 1 1 0 0,1 0 0 0 0,0-1 0 0 0,0 1 0 0 0,-1 0 0 0 0,1-1-1 0 0,-1 1 1 0 0,1-1 0 0 0,-1-1 0 0 0,0 1 3 0 0,0-1 1 0 0,-1 1-1 0 0,0-1 1 0 0,0 1-1 0 0,0-1 0 0 0,0 1 1 0 0,0 0-1 0 0,0-1 0 0 0,0 1 1 0 0,-1 0-1 0 0,1 0 1 0 0,-1 0-1 0 0,1 0 0 0 0,-1 0 1 0 0,-2-1-1 0 0,-3-4-184 0 0,-1 1 0 0 0,1 0 0 0 0,-1 0-1 0 0,0 1 1 0 0,0 0 0 0 0,-1 1 0 0 0,1 0 0 0 0,-14-5 0 0 0,-20 6-2535 0 0,16 5-3012 0 0</inkml:trace>
</inkml:ink>
</file>

<file path=ppt/ink/ink2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4:56:08.4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479 98 384 0 0,'-3'-6'619'0'0,"0"0"1"0"0,0 0-1 0 0,-1 0 0 0 0,0 0 1 0 0,0 0-1 0 0,0 1 0 0 0,-1 0 1 0 0,0 0-1 0 0,0 0 0 0 0,0 0 1 0 0,-1 1-1 0 0,1 0 0 0 0,-1 0 1 0 0,0 1-1 0 0,0-1 0 0 0,-10-3 1 0 0,7 4-425 0 0,0 1 1 0 0,1 0-1 0 0,-1 1 1 0 0,0-1-1 0 0,0 2 1 0 0,0-1-1 0 0,0 1 1 0 0,0 1-1 0 0,1 0 1 0 0,-1 0 0 0 0,0 0-1 0 0,-14 6 1 0 0,2-1-71 0 0,0 2 0 0 0,0 1 1 0 0,1 0-1 0 0,1 2 0 0 0,-1 0 1 0 0,-17 14-1 0 0,29-19-90 0 0,0 0-1 0 0,0 1 1 0 0,0 0-1 0 0,1 0 1 0 0,0 1 0 0 0,1 0-1 0 0,-1 0 1 0 0,1 0-1 0 0,1 1 1 0 0,0 0-1 0 0,0 0 1 0 0,1 0 0 0 0,0 1-1 0 0,0-1 1 0 0,-2 14-1 0 0,5-19-30 0 0,0-1 0 0 0,1 0 0 0 0,0 1 0 0 0,0-1 0 0 0,0 1 0 0 0,0-1 0 0 0,0 0 0 0 0,1 1 0 0 0,0-1 0 0 0,-1 0 0 0 0,1 1 0 0 0,0-1 0 0 0,1 0 0 0 0,-1 0 0 0 0,0 0 0 0 0,1 0 0 0 0,0 0 0 0 0,0 0 0 0 0,4 4 0 0 0,-2-3-6 0 0,0 0 1 0 0,1-1-1 0 0,-1 0 0 0 0,1 1 0 0 0,0-2 1 0 0,0 1-1 0 0,0-1 0 0 0,0 1 0 0 0,1-1 1 0 0,10 2-1 0 0,5 0-43 0 0,1-1 0 0 0,0-1 0 0 0,-1-1 0 0 0,44-4 0 0 0,-30-1-28 0 0,-1-3 1 0 0,1 0-1 0 0,-2-2 0 0 0,1-2 0 0 0,-2-1 0 0 0,1-2 0 0 0,-2-1 0 0 0,0-1 1 0 0,-1-1-1 0 0,0-2 0 0 0,-2-1 0 0 0,0-2 0 0 0,27-27 0 0 0,-45 42 154 0 0,-7 6-29 0 0,-1-1-1 0 0,1 1 1 0 0,-1-1 0 0 0,0 1-1 0 0,0-1 1 0 0,1 0 0 0 0,-1 0-1 0 0,0 0 1 0 0,-1 0-1 0 0,1 0 1 0 0,0 0 0 0 0,-1-1-1 0 0,1 1 1 0 0,1-3 0 0 0,-3 4-45 0 0,0 1 1 0 0,0 0-1 0 0,0 0 1 0 0,0 0-1 0 0,0 0 1 0 0,0-1-1 0 0,0 1 1 0 0,0 0-1 0 0,0 0 1 0 0,0 0-1 0 0,0 0 1 0 0,0 0-1 0 0,0-1 1 0 0,1 1-1 0 0,-1 0 0 0 0,0 0 1 0 0,0 0-1 0 0,0 0 1 0 0,0 0-1 0 0,0 0 1 0 0,0 0-1 0 0,1 0 1 0 0,-1 0-1 0 0,0-1 1 0 0,0 1-1 0 0,0 0 1 0 0,0 0-1 0 0,0 0 1 0 0,1 0-1 0 0,-1 0 1 0 0,0 0-1 0 0,0 0 1 0 0,0 0-1 0 0,0 0 1 0 0,1 0-1 0 0,-1 0 1 0 0,0 0-1 0 0,0 0 1 0 0,0 0-1 0 0,0 0 1 0 0,1 0-1 0 0,-1 1 1 0 0,0-1-1 0 0,0 0 1 0 0,0 0-1 0 0,0 0 1 0 0,0 0-1 0 0,1 0 1 0 0,-1 0-1 0 0,0 0 1 0 0,0 0-1 0 0,0 0 1 0 0,0 1-1 0 0,0-1 1 0 0,0 0-1 0 0,0 0 1 0 0,0 0-1 0 0,1 0 1 0 0,-1 0-1 0 0,0 1 0 0 0,0-1 1 0 0,0 0-1 0 0,0 0 1 0 0,0 0-1 0 0,0 0 1 0 0,0 0-1 0 0,0 1 1 0 0,0-1-1 0 0,-4 8-5 0 0,0 0 0 0 0,1 0-1 0 0,0 0 1 0 0,0 0-1 0 0,1 1 1 0 0,0-1-1 0 0,1 1 1 0 0,0-1 0 0 0,0 12-1 0 0,0-17-17 0 0,1-1-1 0 0,0 1 1 0 0,1-1-1 0 0,-1 0 1 0 0,0 1-1 0 0,1-1 1 0 0,-1 0-1 0 0,1 1 1 0 0,0-1-1 0 0,-1 0 1 0 0,1 1-1 0 0,0-1 1 0 0,1 0-1 0 0,-1 0 1 0 0,0 0-1 0 0,1 0 1 0 0,-1 0-1 0 0,1 0 1 0 0,-1-1-1 0 0,1 1 1 0 0,0 0-1 0 0,0-1 1 0 0,0 1-1 0 0,0-1 1 0 0,0 0-1 0 0,0 0 1 0 0,0 1-1 0 0,0-1 1 0 0,1-1-1 0 0,-1 1 1 0 0,0 0-1 0 0,0 0 1 0 0,1-1-1 0 0,-1 0 1 0 0,1 1-1 0 0,-1-1 1 0 0,0 0-1 0 0,1 0 1 0 0,-1 0-1 0 0,1 0 0 0 0,4-2 1 0 0,4 0-68 0 0,0 0 0 0 0,0-1 1 0 0,0 0-1 0 0,-1 0 0 0 0,1-1 0 0 0,-1-1 1 0 0,0 0-1 0 0,0-1 0 0 0,0 1 0 0 0,11-10 0 0 0,-6 3-8 0 0,0-1 0 0 0,-1 0-1 0 0,0-1 1 0 0,-1-1 0 0 0,13-18 0 0 0,-16 20 291 0 0,-12 22-124 0 0,-6 35-91 0 0,8-40 17 0 0,0 0 1 0 0,0-1-1 0 0,0 1 0 0 0,0 0 0 0 0,1-1 0 0 0,0 1 0 0 0,0 0 0 0 0,0-1 1 0 0,0 1-1 0 0,0-1 0 0 0,1 1 0 0 0,-1-1 0 0 0,1 0 0 0 0,0 1 1 0 0,0-1-1 0 0,0 0 0 0 0,5 4 0 0 0,3 8 12 0 0,-9-14-13 0 0,0 0 1 0 0,-1 0 0 0 0,1 0 0 0 0,0 0 0 0 0,0 0 0 0 0,-1-1 0 0 0,1 1-1 0 0,0 0 1 0 0,0 0 0 0 0,0-1 0 0 0,0 1 0 0 0,0-1 0 0 0,0 1 0 0 0,0-1 0 0 0,0 1-1 0 0,0-1 1 0 0,0 1 0 0 0,0-1 0 0 0,0 0 0 0 0,1 0 0 0 0,-1 0 0 0 0,0 1-1 0 0,0-1 1 0 0,2-1 0 0 0,1 1 1 0 0,-1-1 1 0 0,0 1-1 0 0,1-1 0 0 0,-1-1 0 0 0,0 1 0 0 0,0 0 0 0 0,0-1 1 0 0,5-2-1 0 0,46-39 8 0 0,-50 40-14 0 0,55-56-39 0 0,-57 58 45 0 0,-2 0-6 0 0,1 1 1 0 0,-1-1-1 0 0,1 1 0 0 0,-1-1 0 0 0,1 1 0 0 0,-1-1 1 0 0,1 1-1 0 0,-1-1 0 0 0,1 1 0 0 0,0 0 0 0 0,-1-1 0 0 0,1 1 1 0 0,0 0-1 0 0,-1 0 0 0 0,1-1 0 0 0,0 1 0 0 0,-1 0 1 0 0,1 0-1 0 0,0 0 0 0 0,0 0 0 0 0,-1 0 0 0 0,1 0 1 0 0,0 0-1 0 0,0 0 0 0 0,-1 0 0 0 0,1 0 0 0 0,0 0 0 0 0,-1 1 1 0 0,2-1-1 0 0,24 7-106 0 0,-17 2 100 0 0,0 1-1 0 0,0 1 1 0 0,-1-1-1 0 0,0 1 0 0 0,-1 0 1 0 0,10 20-1 0 0,-3-7 23 0 0,-13-22-14 0 0,0 0-1 0 0,1-1 0 0 0,-1 1 1 0 0,0-1-1 0 0,1 1 0 0 0,-1-1 1 0 0,1 1-1 0 0,0-1 0 0 0,-1 0 1 0 0,1 0-1 0 0,0 0 1 0 0,0 0-1 0 0,0 0 0 0 0,0 0 1 0 0,0 0-1 0 0,-1-1 0 0 0,2 1 1 0 0,-1-1-1 0 0,0 1 0 0 0,0-1 1 0 0,0 0-1 0 0,0 0 1 0 0,0 0-1 0 0,0 0 0 0 0,0 0 1 0 0,0 0-1 0 0,0-1 0 0 0,0 1 1 0 0,0-1-1 0 0,3-1 0 0 0,8-2-20 0 0,-1-1-1 0 0,0 0 0 0 0,21-14 0 0 0,-7 5-8 0 0,41-9-126 0 0,-65 23 137 0 0,28 8-92 0 0,-24-6 123 0 0,0 1 1 0 0,-1-1-1 0 0,0 1 1 0 0,1 0 0 0 0,-1 0-1 0 0,0 1 1 0 0,8 7-1 0 0,-10-7-377 0 0,1-1-1 0 0,0 0 0 0 0,1 0 0 0 0,-1 0 1 0 0,0 0-1 0 0,1-1 0 0 0,0 1 1 0 0,-1-1-1 0 0,1 0 0 0 0,9 2 0 0 0,4-6-6231 0 0</inkml:trace>
</inkml:ink>
</file>

<file path=ppt/ink/ink2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4:56:09.9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1 385 596 0 0,'0'0'3370'0'0,"46"-11"-396"0"0,-23 6-2449 0 0,-1-1 0 0 0,1-1 1 0 0,-1-1-1 0 0,0 0 0 0 0,-1-2 0 0 0,0-1 0 0 0,32-22 1 0 0,-52 32-506 0 0,0-1 1 0 0,1 1 0 0 0,-1 0 0 0 0,0-1 0 0 0,0 1-1 0 0,0-1 1 0 0,0 0 0 0 0,0 1 0 0 0,-1-1 0 0 0,1 0-1 0 0,0 1 1 0 0,-1-1 0 0 0,1 0 0 0 0,-1 0 0 0 0,0 0-1 0 0,1 1 1 0 0,-1-1 0 0 0,0 0 0 0 0,0 0 0 0 0,0 0-1 0 0,-1 0 1 0 0,1 1 0 0 0,0-1 0 0 0,-1 0-1 0 0,1 0 1 0 0,-1 0 0 0 0,1 1 0 0 0,-1-1 0 0 0,0 0-1 0 0,0 1 1 0 0,0-1 0 0 0,0 1 0 0 0,0-1 0 0 0,0 1-1 0 0,0-1 1 0 0,0 1 0 0 0,-1 0 0 0 0,1-1 0 0 0,-1 1-1 0 0,1 0 1 0 0,-1 0 0 0 0,1 0 0 0 0,-1 0 0 0 0,1 0-1 0 0,-1 1 1 0 0,0-1 0 0 0,0 0 0 0 0,1 1 0 0 0,-1-1-1 0 0,0 1 1 0 0,0 0 0 0 0,0-1 0 0 0,-3 1-1 0 0,-2 1-12 0 0,1-1 0 0 0,-1 2-1 0 0,1-1 1 0 0,-1 0-1 0 0,1 1 1 0 0,0 1-1 0 0,-1-1 1 0 0,1 1 0 0 0,0 0-1 0 0,1 0 1 0 0,-1 0-1 0 0,0 1 1 0 0,1 0-1 0 0,0 0 1 0 0,0 1 0 0 0,-5 5-1 0 0,9-9-7 0 0,-1 0 0 0 0,1 0 0 0 0,0 1 0 0 0,0-1 0 0 0,-1 0 0 0 0,1 1 0 0 0,0-1 0 0 0,0 1 1 0 0,1-1-1 0 0,-1 1 0 0 0,0 0 0 0 0,1-1 0 0 0,-1 1 0 0 0,0 0 0 0 0,1-1 0 0 0,0 1 0 0 0,-1 0 0 0 0,1 0 0 0 0,0 0 0 0 0,0-1 0 0 0,0 1 0 0 0,0 0 0 0 0,0 0 0 0 0,1-1 0 0 0,-1 1 0 0 0,1 0 0 0 0,-1 0 0 0 0,1-1 0 0 0,-1 1 0 0 0,1 0 0 0 0,0-1 0 0 0,0 1 1 0 0,0-1-1 0 0,0 1 0 0 0,0-1 0 0 0,0 0 0 0 0,2 3 0 0 0,1-1-24 0 0,0 1 1 0 0,0-1 0 0 0,0-1 0 0 0,1 1-1 0 0,-1-1 1 0 0,1 1 0 0 0,-1-1-1 0 0,1 0 1 0 0,5 1 0 0 0,-1-1-50 0 0,1-1 1 0 0,0 0 0 0 0,-1 0-1 0 0,1-1 1 0 0,0 0 0 0 0,0 0-1 0 0,-1-1 1 0 0,1-1 0 0 0,-1 0-1 0 0,1 0 1 0 0,11-4 0 0 0,9-6-209 0 0,58-31 1 0 0,-61 28 205 0 0,38-36 2120 0 0,-64 50-1817 0 0,-2 6-208 0 0,-2 17-10 0 0,2-17-6 0 0,-1 43-17 0 0,2-47-22 0 0,175-20-1002 0 0,-158 19 997 0 0,0-2-1 0 0,-1-1 0 0 0,1 0 0 0 0,-1 0 1 0 0,0-2-1 0 0,0 0 0 0 0,0-1 0 0 0,-1-1 0 0 0,16-9 1 0 0,-23 12 74 0 0,-1-1 1 0 0,1-1 0 0 0,-1 1 0 0 0,-1-1-1 0 0,1 0 1 0 0,-1 0 0 0 0,0-1-1 0 0,-1 0 1 0 0,1 0 0 0 0,-1-1 0 0 0,-1 1-1 0 0,1-1 1 0 0,-1 0 0 0 0,-1 0 0 0 0,1 0-1 0 0,-2-1 1 0 0,1 1 0 0 0,2-16-1 0 0,-3 16 235 0 0,-1-1 0 0 0,-1 0 0 0 0,1 1-1 0 0,-1-1 1 0 0,-1 0 0 0 0,1 0-1 0 0,-4-14 1 0 0,3 21 130 0 0,0 2-370 0 0,1 0 1 0 0,-1 1-1 0 0,1-1 0 0 0,-1 0 0 0 0,1 0 0 0 0,-1 1 0 0 0,1-1 1 0 0,-1 0-1 0 0,1 1 0 0 0,0-1 0 0 0,-1 0 0 0 0,1 1 0 0 0,-1-1 0 0 0,1 1 1 0 0,0-1-1 0 0,-1 1 0 0 0,1-1 0 0 0,0 1 0 0 0,0-1 0 0 0,-1 1 0 0 0,1-1 1 0 0,0 1-1 0 0,0-1 0 0 0,0 1 0 0 0,-1-1 0 0 0,1 1 0 0 0,0-1 0 0 0,0 2 1 0 0,-3 29 330 0 0,7 46-196 0 0,-2-55 2 0 0,10 47-21 0 0,-9-55-1117 0 0,0 0 1 0 0,-1 1-1 0 0,0-1 0 0 0,-1 22 1 0 0,-2-31 412 0 0,-1 2-4575 0 0,1 3 1863 0 0</inkml:trace>
</inkml:ink>
</file>

<file path=ppt/ink/ink2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4:56:10.2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97 1180 0 0,'0'0'1234'0'0,"19"-22"2161"0"0,-8 13-2907 0 0,0 1-1 0 0,0 1 0 0 0,1 0 1 0 0,0 1-1 0 0,0 0 1 0 0,1 1-1 0 0,-1 0 1 0 0,1 1-1 0 0,0 0 0 0 0,0 1 1 0 0,15-1-1 0 0,7 0-2166 0 0,0 2 0 0 0,0 1-1 0 0,38 5 1 0 0,-31-1-1102 0 0</inkml:trace>
</inkml:ink>
</file>

<file path=ppt/ink/ink2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4:56:10.6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460 107 100 0 0,'-2'-6'486'0'0,"0"0"0"0"0,-1 0 0 0 0,1 0 0 0 0,-1 0 0 0 0,-1 0 0 0 0,1 1 0 0 0,-1-1 0 0 0,0 1 0 0 0,0 0 0 0 0,-1 0 0 0 0,0 1 0 0 0,1-1 1 0 0,-1 1-1 0 0,-1 0 0 0 0,1 0 0 0 0,-1 1 0 0 0,1 0 0 0 0,-1 0 0 0 0,0 0 0 0 0,-10-3 0 0 0,11 5-386 0 0,0-1 0 0 0,0 1 0 0 0,1 1 0 0 0,-1-1-1 0 0,0 1 1 0 0,0 0 0 0 0,0 0 0 0 0,0 0 0 0 0,0 0 0 0 0,1 1 0 0 0,-1 0 0 0 0,0 0 0 0 0,0 0 0 0 0,1 1 0 0 0,-1 0 0 0 0,1 0-1 0 0,-1 0 1 0 0,1 0 0 0 0,0 1 0 0 0,0-1 0 0 0,0 1 0 0 0,0 0 0 0 0,0 0 0 0 0,1 1 0 0 0,-1-1 0 0 0,1 1 0 0 0,0-1 0 0 0,-3 6 0 0 0,-2 5 0 0 0,0 0 1 0 0,2 1 0 0 0,0-1 0 0 0,0 1 0 0 0,1 0 0 0 0,-3 19 0 0 0,3-13-8 0 0,-1 0 0 0 0,-12 28 1 0 0,15-45-155 0 0,1 0 1 0 0,-1-1-1 0 0,0 1 1 0 0,0 0-1 0 0,0-1 1 0 0,0 0 0 0 0,-1 0-1 0 0,1 0 1 0 0,-1 0-1 0 0,0-1 1 0 0,0 1-1 0 0,0-1 1 0 0,0 0 0 0 0,0 0-1 0 0,-1 0 1 0 0,1-1-1 0 0,0 1 1 0 0,-1-1-1 0 0,1 0 1 0 0,-1-1 0 0 0,0 1-1 0 0,1-1 1 0 0,-1 0-1 0 0,0 0 1 0 0,1 0-1 0 0,-1-1 1 0 0,1 1 0 0 0,-1-1-1 0 0,1 0 1 0 0,-1-1-1 0 0,1 1 1 0 0,-9-4-1 0 0,12 4-244 0 0,0 0 1 0 0,0 1-1 0 0,0-1 0 0 0,1 0 0 0 0,-1 0 0 0 0,0 0 0 0 0,0 0 0 0 0,0 0 0 0 0,1 0 0 0 0,-1 0 0 0 0,0 0 0 0 0,1 0 0 0 0,-1 0 0 0 0,1 0 0 0 0,-1 0 0 0 0,1 0 0 0 0,0 0 0 0 0,0 0 0 0 0,-1-1 0 0 0,1 1 0 0 0,0-2 0 0 0,0 3-70 0 0</inkml:trace>
</inkml:ink>
</file>

<file path=ppt/ink/ink2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4:56:10.9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100 33 32 0 0,'29'-28'8569'0'0,"-29"28"-8515"0"0,0 0 0 0 0,0 0-1 0 0,0-1 1 0 0,1 1-1 0 0,-1 0 1 0 0,0 0-1 0 0,0 0 1 0 0,0 0-1 0 0,0-1 1 0 0,0 1 0 0 0,0 0-1 0 0,0 0 1 0 0,0 0-1 0 0,0 0 1 0 0,1-1-1 0 0,-1 1 1 0 0,0 0-1 0 0,0 0 1 0 0,0 0 0 0 0,0 0-1 0 0,0 0 1 0 0,1 0-1 0 0,-1-1 1 0 0,0 1-1 0 0,0 0 1 0 0,0 0-1 0 0,0 0 1 0 0,1 0 0 0 0,-1 0-1 0 0,0 0 1 0 0,0 0-1 0 0,0 0 1 0 0,1 0-1 0 0,-1 0 1 0 0,0 0-1 0 0,0 0 1 0 0,0 0 0 0 0,1 0-1 0 0,-1 0 1 0 0,0 0-1 0 0,0 0 1 0 0,0 0-1 0 0,1 0 1 0 0,-1 0-1 0 0,0 0 1 0 0,0 0 0 0 0,0 1-1 0 0,0-1 1 0 0,1 0-1 0 0,-1 0 1 0 0,0 0-1 0 0,0 0 1 0 0,0 0-1 0 0,0 1 1 0 0,1 33 876 0 0,-1 0 0 0 0,-2 0 0 0 0,-1 0 0 0 0,-12 48 0 0 0,1-2-11 0 0,11-59-919 0 0,-1 0 1 0 0,-1 0 0 0 0,-1-1 0 0 0,-13 29 0 0 0,10-30-1410 0 0,-1 1 0 0 0,-14 19 0 0 0,23-38 940 0 0,0 0 1 0 0,0 0-1 0 0,-1 0 1 0 0,1 0-1 0 0,0-1 1 0 0,0 1-1 0 0,-1 0 0 0 0,1 0 1 0 0,-1-1-1 0 0,1 1 1 0 0,-1-1-1 0 0,1 1 1 0 0,-1-1-1 0 0,1 0 1 0 0,-3 0-1 0 0</inkml:trace>
</inkml:ink>
</file>

<file path=ppt/ink/ink2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4:56:11.5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1 579 508 0 0,'24'-10'919'0'0,"1"0"0"0"0,0 2 0 0 0,0 1 0 0 0,1 1 1 0 0,46-5-1 0 0,-15 2-246 0 0,-24 3 226 0 0,-1-1 0 0 0,0-3 0 0 0,36-14 0 0 0,-66 23-544 0 0,-6-2 2894 0 0,1 3-3241 0 0,1 0 0 0 0,0 0 0 0 0,-1 0 1 0 0,1 0-1 0 0,0 0 0 0 0,-1 1 0 0 0,1-1 0 0 0,0 0 0 0 0,0 1 0 0 0,0 0 0 0 0,-1 0 0 0 0,1 0 0 0 0,-3 1 0 0 0,3-1 140 0 0,2-1-157 0 0,0 1 0 0 0,-1-1 0 0 0,1 0 0 0 0,0 0-1 0 0,0 1 1 0 0,-1-1 0 0 0,1 0 0 0 0,0 0 0 0 0,0 1 0 0 0,-1-1 0 0 0,1 0 0 0 0,0 1 0 0 0,0-1 0 0 0,0 0 0 0 0,0 1 0 0 0,0-1 0 0 0,-1 1 0 0 0,1-1 0 0 0,0 0 0 0 0,0 1 0 0 0,0-1 0 0 0,0 0 0 0 0,0 1 0 0 0,0-1 0 0 0,0 1 0 0 0,0-1 0 0 0,0 0 0 0 0,0 1 0 0 0,1-1 0 0 0,-1 0 0 0 0,0 1 0 0 0,0-1 0 0 0,0 1 0 0 0,0-1 0 0 0,1 0 0 0 0,-1 1 0 0 0,7 2-91 0 0,0-1 0 0 0,1 0 0 0 0,-1 0 0 0 0,0-1 0 0 0,1 0 0 0 0,-1 0 0 0 0,1-1 0 0 0,-1 0 0 0 0,1 0 0 0 0,0-1 0 0 0,14-3 1 0 0,10-2-394 0 0,45-15 0 0 0,-59 15 419 0 0,0-1-1 0 0,-1-1 0 0 0,0-1 1 0 0,0-1-1 0 0,-1 0 0 0 0,0-1 1 0 0,-1 0-1 0 0,-1-1 0 0 0,1-1 0 0 0,-2-1 1 0 0,0 0-1 0 0,16-22 0 0 0,-20 23 203 0 0,0 0 0 0 0,-2 0-1 0 0,1 0 1 0 0,-2-1-1 0 0,0 0 1 0 0,0 0-1 0 0,-2-1 1 0 0,1 0 0 0 0,-2 0-1 0 0,0 0 1 0 0,-1 0-1 0 0,0 0 1 0 0,-2 0-1 0 0,1-1 1 0 0,-5-28-1 0 0,4 37 138 0 0,-4-19 194 0 0,4 26-434 0 0,0-1 1 0 0,0 0-1 0 0,0 1 0 0 0,-1-1 1 0 0,1 0-1 0 0,0 1 0 0 0,0-1 1 0 0,-1 0-1 0 0,1 1 1 0 0,0-1-1 0 0,-1 0 0 0 0,1 1 1 0 0,0-1-1 0 0,-1 1 0 0 0,1-1 1 0 0,-1 1-1 0 0,1-1 0 0 0,-1 1 1 0 0,1-1-1 0 0,-1 1 0 0 0,1 0 1 0 0,-1-1-1 0 0,0 1 1 0 0,1 0-1 0 0,-1-1 0 0 0,0 1 1 0 0,0 0-1 0 0,-3 1-10 0 0,1 0 0 0 0,0 1 0 0 0,-1-1 0 0 0,1 1 0 0 0,0 0 1 0 0,0 0-1 0 0,0 0 0 0 0,1 1 0 0 0,-1-1 0 0 0,0 1 0 0 0,1-1 0 0 0,0 1 0 0 0,-1 0 0 0 0,1 0 1 0 0,-1 3-1 0 0,-31 48 92 0 0,23-29-79 0 0,1 1-1 0 0,1-1 1 0 0,1 1 0 0 0,1 1 0 0 0,1-1 0 0 0,2 1 0 0 0,0 0-1 0 0,1 48 1 0 0,4-61-26 0 0,-1 3-41 0 0,0 0 1 0 0,6 27-1 0 0,-6-41 27 0 0,1 1 0 0 0,0-1 0 0 0,0 0-1 0 0,0 0 1 0 0,0 1 0 0 0,0-1 0 0 0,1 0 0 0 0,0 0 0 0 0,-1 0 0 0 0,1 0 0 0 0,0-1 0 0 0,0 1-1 0 0,1-1 1 0 0,-1 1 0 0 0,0-1 0 0 0,1 1 0 0 0,0-1 0 0 0,-1 0 0 0 0,5 2 0 0 0,-4-3 17 0 0,0-1 0 0 0,1 1 0 0 0,-1 0 0 0 0,1-1 0 0 0,-1 0 1 0 0,1 0-1 0 0,-1 0 0 0 0,1 0 0 0 0,-1 0 0 0 0,1-1 0 0 0,-1 0 0 0 0,1 0 1 0 0,-1 0-1 0 0,0 0 0 0 0,1 0 0 0 0,-1 0 0 0 0,0-1 0 0 0,0 0 1 0 0,3-1-1 0 0,3-2 350 0 0,-1-1 0 0 0,0 0 0 0 0,0 0 0 0 0,-1 0 0 0 0,8-8 0 0 0,-14 13 196 0 0,1 1-493 0 0,0 0-1 0 0,0 1 1 0 0,0-1 0 0 0,0 1 0 0 0,0 0 0 0 0,0 0-1 0 0,0-1 1 0 0,0 1 0 0 0,-1 0 0 0 0,1 1-1 0 0,0-1 1 0 0,0 0 0 0 0,-1 0 0 0 0,1 1 0 0 0,-1-1-1 0 0,1 1 1 0 0,-1-1 0 0 0,3 4 0 0 0,-2-1-274 0 0,1-1 1 0 0,0 0-1 0 0,1 0 1 0 0,-1 0 0 0 0,1 0-1 0 0,-1 0 1 0 0,1-1 0 0 0,0 0-1 0 0,0 0 1 0 0,5 2-1 0 0,29 1-2942 0 0,-9-11-3477 0 0,-16 1 3203 0 0</inkml:trace>
</inkml:ink>
</file>

<file path=ppt/ink/ink2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4:56:11.9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82 1300 0 0,'9'-15'2844'0'0,"4"4"-1568"0"0,-7 6-51 0 0,1-2-49 0 0,4 4-136 0 0,-2-4-116 0 0,-2 1-72 0 0,3 1-160 0 0,0 2-192 0 0,-3-4-120 0 0,9 0-504 0 0,-2 3-1060 0 0,-6 3-4425 0 0</inkml:trace>
</inkml:ink>
</file>

<file path=ppt/ink/ink2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4:56:20.2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1 200 0 0,'0'0'11890'0'0,"2"7"-17029"0"0</inkml:trace>
</inkml:ink>
</file>

<file path=ppt/ink/ink2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4:56:22.0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1 933 236 0 0,'0'0'7151'0'0,"7"-2"-6584"0"0,16-8 33 0 0,-1-2 1 0 0,0 0-1 0 0,-1-1 1 0 0,26-20-1 0 0,80-77 1118 0 0,-111 94-1568 0 0,0-2 0 0 0,0 0 0 0 0,-2-1 0 0 0,0 0 0 0 0,-1-1 0 0 0,-2 0 0 0 0,0-1 0 0 0,-1-1 0 0 0,0 0 0 0 0,-2 0 0 0 0,10-46 0 0 0,-17 65-125 0 0,0-3 29 0 0,1 0 0 0 0,-1 0 0 0 0,0 0 0 0 0,0 0-1 0 0,-1-1 1 0 0,0 1 0 0 0,0 0 0 0 0,0 0 0 0 0,-2-8 0 0 0,1 12-56 0 0,-2 6-6 0 0,-5 7 0 0 0,1 0 1 0 0,0 0-1 0 0,0 0 1 0 0,1 1-1 0 0,1 0 0 0 0,0 0 1 0 0,1 1-1 0 0,0-1 0 0 0,1 1 1 0 0,0 0-1 0 0,-1 21 0 0 0,2-19-4 0 0,2 0-1 0 0,0 0 0 0 0,0 0 1 0 0,1 0-1 0 0,1 0 0 0 0,1 0 1 0 0,0-1-1 0 0,0 1 0 0 0,2-1 0 0 0,7 18 1 0 0,-11-29 6 0 0,1 0 1 0 0,-1 0-1 0 0,0-1 1 0 0,1 1-1 0 0,-1 0 1 0 0,1-1-1 0 0,0 0 1 0 0,0 1-1 0 0,0-1 1 0 0,0 0-1 0 0,0 0 1 0 0,1 0-1 0 0,-1 0 0 0 0,1 0 1 0 0,-1-1-1 0 0,1 1 1 0 0,-1-1-1 0 0,1 1 1 0 0,0-1-1 0 0,0 0 1 0 0,0 0-1 0 0,0 0 1 0 0,0-1-1 0 0,0 1 1 0 0,0-1-1 0 0,0 0 1 0 0,0 1-1 0 0,0-1 1 0 0,0-1-1 0 0,0 1 1 0 0,0 0-1 0 0,0-1 1 0 0,0 1-1 0 0,0-1 1 0 0,-1 0-1 0 0,1 0 1 0 0,0 0-1 0 0,0-1 1 0 0,0 1-1 0 0,3-3 1 0 0,7-4 3 0 0,0-1 1 0 0,0 0-1 0 0,-1-1 1 0 0,0 0-1 0 0,0-1 1 0 0,14-18-1 0 0,-6 4-2 0 0,-2-1 0 0 0,0-1 0 0 0,-1 0 0 0 0,-2-1 1 0 0,-1-1-1 0 0,-1 0 0 0 0,17-59 0 0 0,-20 47 80 0 0,-2 1-1 0 0,-2-1 1 0 0,-1-1 0 0 0,-2 1 0 0 0,-4-69-1 0 0,-14 44 491 0 0,9 48-470 0 0,6 16-93 0 0,-5 9-35 0 0,0-1 25 0 0,1 0-1 0 0,0 1 1 0 0,0 0 0 0 0,1 0 0 0 0,-1 0 0 0 0,2 1 0 0 0,-1-1 0 0 0,1 1-1 0 0,-3 14 1 0 0,-6 81-50 0 0,11-102 56 0 0,-1 14-7 0 0,1 1-1 0 0,0 0 1 0 0,2-1-1 0 0,-1 1 1 0 0,2-1-1 0 0,0 0 1 0 0,1 0-1 0 0,8 21 1 0 0,-8-28-7 0 0,0 1 0 0 0,0-1 1 0 0,0 0-1 0 0,1-1 0 0 0,0 1 0 0 0,1-1 0 0 0,0 0 1 0 0,0 0-1 0 0,1-1 0 0 0,-1 0 0 0 0,1 0 1 0 0,1 0-1 0 0,-1-1 0 0 0,1 0 0 0 0,11 5 0 0 0,30 8-109 0 0,-40-16 17 0 0,1 1-1 0 0,-1 0 0 0 0,0 1 0 0 0,0 0 0 0 0,0 0 1 0 0,-1 1-1 0 0,0 0 0 0 0,13 10 0 0 0,-20-13 91 0 0,0-1 1 0 0,-1 0-1 0 0,1 1 0 0 0,0-1 0 0 0,0 1 0 0 0,-1-1 0 0 0,1 0 0 0 0,-1 1 0 0 0,1-1 1 0 0,-1 1-1 0 0,0 0 0 0 0,0-1 0 0 0,0 1 0 0 0,0-1 0 0 0,0 1 0 0 0,0-1 1 0 0,0 1-1 0 0,0 0 0 0 0,0-1 0 0 0,-1 1 0 0 0,1-1 0 0 0,-1 1 0 0 0,1-1 1 0 0,-1 1-1 0 0,-1 1 0 0 0,-24 40-113 0 0,16-29 48 0 0,3-4 51 0 0,-1 0-1 0 0,0 0 1 0 0,-1-1 0 0 0,0 0 0 0 0,-19 15 0 0 0,-27 25-125 0 0,54-48 149 0 0,4-2 7 0 0,1 0-1 0 0,0 1 1 0 0,-1-1-1 0 0,1-1 1 0 0,-1 1-1 0 0,1 0 1 0 0,-1-1-1 0 0,0 0 0 0 0,0 0 1 0 0,1 0-1 0 0,3-4 1 0 0,8-4-4 0 0,33-21 9 0 0,-1-2 0 0 0,-2-2-1 0 0,76-77 1 0 0,-115 107 126 0 0,0-1 1 0 0,-1 0-1 0 0,1 0 0 0 0,-1-1 1 0 0,0 0-1 0 0,-1 1 1 0 0,0-1-1 0 0,0-1 0 0 0,0 1 1 0 0,-1-1-1 0 0,0 1 1 0 0,-1-1-1 0 0,1 0 0 0 0,-2 0 1 0 0,2-10-1 0 0,-3 18-123 0 0,0 0 0 0 0,0 0 1 0 0,0-1-1 0 0,0 1 0 0 0,0 0 0 0 0,0 0 0 0 0,0-1 1 0 0,0 1-1 0 0,0 0 0 0 0,0 0 0 0 0,0 0 0 0 0,0-1 0 0 0,0 1 1 0 0,0 0-1 0 0,0 0 0 0 0,0-1 0 0 0,0 1 0 0 0,-1 0 1 0 0,1 0-1 0 0,0 0 0 0 0,0-1 0 0 0,0 1 0 0 0,0 0 0 0 0,-1 0 1 0 0,1 0-1 0 0,0 0 0 0 0,0-1 0 0 0,0 1 0 0 0,-1 0 1 0 0,1 0-1 0 0,0 0 0 0 0,0 0 0 0 0,0 0 0 0 0,-1 0 0 0 0,1 0 1 0 0,0 0-1 0 0,0 0 0 0 0,-1 0 0 0 0,1 0 0 0 0,0 0 1 0 0,-1 0-1 0 0,-12 5 268 0 0,-10 16-48 0 0,21-16-265 0 0,-1 1 1 0 0,1 0-1 0 0,1-1 0 0 0,-1 1 1 0 0,1 0-1 0 0,0 0 0 0 0,0 0 1 0 0,1 0-1 0 0,0 0 1 0 0,0 0-1 0 0,0 0 0 0 0,0 0 1 0 0,1 0-1 0 0,0 0 0 0 0,1 0 1 0 0,-1-1-1 0 0,1 1 0 0 0,0 0 1 0 0,1-1-1 0 0,-1 1 0 0 0,1-1 1 0 0,6 8-1 0 0,-3-4-644 0 0,0-1 1 0 0,0 0-1 0 0,1 0 0 0 0,1-1 0 0 0,-1 0 1 0 0,1-1-1 0 0,1 1 0 0 0,-1-1 1 0 0,1-1-1 0 0,0 0 0 0 0,0 0 1 0 0,14 5-1 0 0,16 2-2889 0 0</inkml:trace>
</inkml:ink>
</file>

<file path=ppt/ink/ink2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4:56:23.0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 1 360 0 0,'9'9'12028'0'0,"-8"-4"-14862"0"0,-6 4 2414 0 0,-8 13-5024 0 0</inkml:trace>
</inkml:ink>
</file>

<file path=ppt/ink/ink2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4:56:24.1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1 540 968 0 0,'0'0'3605'0'0,"2"-3"-2808"0"0,67-87 3159 0 0,37-55-1444 0 0,-94 125-2219 0 0,0 0 0 0 0,-1-1 1 0 0,-2 0-1 0 0,0 0 0 0 0,10-35 0 0 0,-15 33-59 0 0,0 0 0 0 0,-1 0 0 0 0,-1-27 0 0 0,-2 48-198 0 0,-2-3 15 0 0,3 5-49 0 0,-1-1 0 0 0,0 0 0 0 0,0 1 0 0 0,0-1-1 0 0,0 0 1 0 0,0 1 0 0 0,-1-1 0 0 0,1 0 0 0 0,0 1 0 0 0,0-1 0 0 0,0 0 0 0 0,0 1 0 0 0,-1-1 0 0 0,1 1 0 0 0,0-1 0 0 0,-1 0 0 0 0,1 1 0 0 0,0-1 0 0 0,-1 1 0 0 0,1-1 0 0 0,-1 1 0 0 0,1-1-1 0 0,-1 1 1 0 0,1 0 0 0 0,-1-1 0 0 0,1 1 0 0 0,-1-1 0 0 0,1 1 0 0 0,-1 0 0 0 0,0 0 0 0 0,0-1 0 0 0,-1 1-17 0 0,-1 1 1 0 0,1-1-1 0 0,0 0 0 0 0,0 1 0 0 0,0 0 1 0 0,0-1-1 0 0,0 1 0 0 0,0 0 1 0 0,0 0-1 0 0,0 0 0 0 0,0 1 0 0 0,1-1 1 0 0,-1 0-1 0 0,0 1 0 0 0,1-1 1 0 0,-1 1-1 0 0,1-1 0 0 0,-1 1 0 0 0,1 0 1 0 0,0-1-1 0 0,0 1 0 0 0,0 0 1 0 0,0 0-1 0 0,0 0 0 0 0,0 0 0 0 0,0 0 1 0 0,1 0-1 0 0,-1 0 0 0 0,1 0 1 0 0,-1 1-1 0 0,1-1 0 0 0,0 0 0 0 0,0 0 1 0 0,0 0-1 0 0,0 0 0 0 0,0 1 1 0 0,1 3-1 0 0,0 1-21 0 0,0 0 0 0 0,0 0-1 0 0,1-1 1 0 0,0 1 0 0 0,0 0 0 0 0,1-1 0 0 0,0 1 0 0 0,0-1 0 0 0,0 0 0 0 0,1 0-1 0 0,5 8 1 0 0,15 11-153 0 0,1-1 0 0 0,0-2-1 0 0,2 0 1 0 0,1-2-1 0 0,0 0 1 0 0,43 20 0 0 0,-63-36 152 0 0,1 0 1 0 0,1-1 0 0 0,-1 0-1 0 0,0-1 1 0 0,1 0 0 0 0,-1 0-1 0 0,1-1 1 0 0,0 0 0 0 0,-1 0-1 0 0,1-1 1 0 0,0-1 0 0 0,-1 0-1 0 0,1 0 1 0 0,0-1 0 0 0,-1 0-1 0 0,0 0 1 0 0,1-1 0 0 0,-1-1-1 0 0,14-6 1 0 0,-12 4 40 0 0,-1 0 1 0 0,1-1 0 0 0,-1 0-1 0 0,0-1 1 0 0,-1 0-1 0 0,0 0 1 0 0,0-1 0 0 0,-1 0-1 0 0,0-1 1 0 0,-1 1-1 0 0,0-2 1 0 0,0 1 0 0 0,-1-1-1 0 0,-1 0 1 0 0,6-14-1 0 0,-10 22 58 0 0,0-1 1 0 0,0 1-1 0 0,0-1 0 0 0,-1 0 0 0 0,0 0 0 0 0,1 1 0 0 0,-2-8 0 0 0,1-2 171 0 0,0 11-142 0 0,-1 1-30 0 0,-10-10 203 0 0,11 11-262 0 0,0 0-1 0 0,0 0 0 0 0,-1 0 0 0 0,1 0 0 0 0,0-1 0 0 0,0 1 0 0 0,0 0 0 0 0,0 0 0 0 0,0 0 0 0 0,0 0 0 0 0,0-1 0 0 0,-1 1 1 0 0,1 0-1 0 0,0 0 0 0 0,0 0 0 0 0,0 0 0 0 0,0 0 0 0 0,-1 0 0 0 0,1 0 0 0 0,0-1 0 0 0,0 1 0 0 0,0 0 0 0 0,-1 0 0 0 0,1 0 1 0 0,0 0-1 0 0,0 0 0 0 0,0 0 0 0 0,-1 0 0 0 0,1 0 0 0 0,0 0 0 0 0,0 0 0 0 0,0 0 0 0 0,-1 0 0 0 0,1 0 0 0 0,0 0 0 0 0,0 0 0 0 0,0 1 1 0 0,-1-1-1 0 0,1 0 0 0 0,0 0 0 0 0,0 0 0 0 0,0 0 0 0 0,0 0 0 0 0,-1 0 0 0 0,1 0 0 0 0,0 1 0 0 0,0-1 0 0 0,0 0 0 0 0,0 0 1 0 0,0 0-1 0 0,-1 0 0 0 0,1 0 0 0 0,0 1 0 0 0,0-1 0 0 0,0 0 0 0 0,0 0 0 0 0,0 0 0 0 0,0 1 0 0 0,0-1 0 0 0,0 0 0 0 0,0 0 1 0 0,0 0-1 0 0,0 1 0 0 0,0-1 0 0 0,0 0 0 0 0,0 7-14 0 0,2-1 0 0 0,-1 0-1 0 0,0 1 1 0 0,1-1 0 0 0,0 0 0 0 0,1 0 0 0 0,-1 0 0 0 0,1 0-1 0 0,0-1 1 0 0,1 1 0 0 0,-1-1 0 0 0,1 0 0 0 0,0 0 0 0 0,1 0-1 0 0,-1 0 1 0 0,1-1 0 0 0,0 0 0 0 0,0 0 0 0 0,0 0 0 0 0,0 0-1 0 0,1-1 1 0 0,7 4 0 0 0,-5-3-38 0 0,0 0 1 0 0,0-1-1 0 0,0 1 1 0 0,1-1-1 0 0,-1-1 0 0 0,1 0 1 0 0,-1 0-1 0 0,1-1 0 0 0,0 0 1 0 0,0 0-1 0 0,-1-1 1 0 0,1 0-1 0 0,0 0 0 0 0,0-1 1 0 0,-1-1-1 0 0,14-3 0 0 0,-16 2 118 0 0,0 0 0 0 0,0 0-1 0 0,0-1 1 0 0,-1 0 0 0 0,1 0-1 0 0,-1 0 1 0 0,0-1 0 0 0,-1 0-1 0 0,1 0 1 0 0,-1 0-1 0 0,0 0 1 0 0,0-1 0 0 0,0 0-1 0 0,-1 0 1 0 0,0 0 0 0 0,0 0-1 0 0,-1 0 1 0 0,1 0 0 0 0,-1-1-1 0 0,-1 1 1 0 0,1-1 0 0 0,0-12-1 0 0,0 121 154 0 0,-37 220 213 0 0,25-264-312 0 0,-3 0 0 0 0,-2-1 0 0 0,-34 83 0 0 0,45-130 2 0 0,0-1 1 0 0,-1 0-1 0 0,0 0 0 0 0,-1-1 0 0 0,0 1 1 0 0,0-1-1 0 0,-1 0 0 0 0,0-1 1 0 0,-1 0-1 0 0,1 0 0 0 0,-12 7 0 0 0,18-13-97 0 0,1-1-1 0 0,-1 1 0 0 0,0-1 0 0 0,0 1 1 0 0,0-1-1 0 0,0 1 0 0 0,0-1 0 0 0,0 1 1 0 0,0-1-1 0 0,0 0 0 0 0,0 0 0 0 0,0 0 0 0 0,0 0 1 0 0,0 1-1 0 0,0-1 0 0 0,0 0 0 0 0,0-1 1 0 0,0 1-1 0 0,0 0 0 0 0,0 0 0 0 0,0 0 0 0 0,0-1 1 0 0,0 1-1 0 0,0 0 0 0 0,0-1 0 0 0,0 1 1 0 0,-1-2-1 0 0,-1 1-1 0 0,2-1 1 0 0,-1 0-1 0 0,0 0 1 0 0,0 0-1 0 0,1-1 1 0 0,-1 1-1 0 0,1 0 1 0 0,-1-1-1 0 0,1 1 1 0 0,-1-4-1 0 0,-2-5-12 0 0,0 0 0 0 0,2-1 0 0 0,-4-18 0 0 0,4 4-306 0 0,1 0 1 0 0,2 0-1 0 0,0 0 0 0 0,1 0 1 0 0,13-51-1 0 0,6-10-4949 0 0,-10 47 633 0 0,-8 23 1616 0 0</inkml:trace>
</inkml:ink>
</file>

<file path=ppt/ink/ink2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4:56:24.4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5 150 176 0 0,'0'-5'1338'0'0,"-2"-23"293"0"0,0 7 565 0 0,1 1 1 0 0,1-1-1 0 0,4-24 0 0 0,-4 44-2188 0 0,3-2-140 0 0,-3 2 66 0 0,1 1 0 0 0,-1 0 1 0 0,0-1-1 0 0,0 1 0 0 0,0 0 0 0 0,0 0 1 0 0,0-1-1 0 0,0 1 0 0 0,1 0 0 0 0,-1 0 0 0 0,0-1 1 0 0,0 1-1 0 0,0 0 0 0 0,1 0 0 0 0,-1 0 1 0 0,0 0-1 0 0,0-1 0 0 0,1 1 0 0 0,-1 0 1 0 0,0 0-1 0 0,0 0 0 0 0,1 0 0 0 0,-1 0 1 0 0,0 0-1 0 0,1 0 0 0 0,-1 0 0 0 0,0-1 1 0 0,0 1-1 0 0,1 0 0 0 0,-1 0 0 0 0,0 0 1 0 0,1 0-1 0 0,-1 1 0 0 0,0-1 0 0 0,0 0 0 0 0,1 0 1 0 0,-1 0-1 0 0,0 0 0 0 0,1 0 0 0 0,-1 0 1 0 0,0 0-1 0 0,1 1 0 0 0,20 3-1613 0 0,-16-3-1083 0 0</inkml:trace>
</inkml:ink>
</file>

<file path=ppt/ink/ink2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4:56:25.1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1 373 244 0 0,'1'2'165'0'0,"0"-1"0"0"0,0 1 0 0 0,1-1-1 0 0,-1 0 1 0 0,1 1 0 0 0,-1-1 0 0 0,1 0 0 0 0,0 0 0 0 0,-1 0-1 0 0,1 0 1 0 0,0 0 0 0 0,0 0 0 0 0,0-1 0 0 0,0 1 0 0 0,0-1 0 0 0,0 1-1 0 0,-1-1 1 0 0,1 1 0 0 0,0-1 0 0 0,0 0 0 0 0,0 0 0 0 0,0 0 0 0 0,0 0-1 0 0,0-1 1 0 0,2 1 0 0 0,59-13 1413 0 0,-54 11-1116 0 0,-3 1-329 0 0,-1-1 1 0 0,1 0-1 0 0,-1 1 0 0 0,1-2 0 0 0,-1 1 1 0 0,0-1-1 0 0,0 1 0 0 0,0-2 1 0 0,0 1-1 0 0,0 0 0 0 0,-1-1 1 0 0,1 0-1 0 0,-1 0 0 0 0,0 0 1 0 0,-1-1-1 0 0,7-8 0 0 0,-9 12 49 0 0,-1-1 113 0 0,0 2-256 0 0,0 0 0 0 0,0-1 0 0 0,1 1-1 0 0,-1 0 1 0 0,0 0 0 0 0,0 0 0 0 0,0-1 0 0 0,0 1-1 0 0,0 0 1 0 0,0 0 0 0 0,0-1 0 0 0,0 1-1 0 0,0 0 1 0 0,0 0 0 0 0,0-1 0 0 0,0 1-1 0 0,0 0 1 0 0,0 0 0 0 0,0 0 0 0 0,0-1 0 0 0,0 1-1 0 0,0 0 1 0 0,0 0 0 0 0,0-1 0 0 0,0 1-1 0 0,0 0 1 0 0,0 0 0 0 0,-1-1 0 0 0,1 1-1 0 0,0 0 1 0 0,0 0 0 0 0,0 0 0 0 0,0 0 0 0 0,0-1-1 0 0,-1 1 1 0 0,1 0 0 0 0,0 0 0 0 0,0 0-1 0 0,0 0 1 0 0,-1-1 0 0 0,1 1 0 0 0,-2 0 4 0 0,0 0 0 0 0,0 0 0 0 0,0 0 0 0 0,1 0 1 0 0,-1 0-1 0 0,0 1 0 0 0,0-1 0 0 0,1 1 0 0 0,-1-1 0 0 0,0 1 1 0 0,1 0-1 0 0,-1-1 0 0 0,0 1 0 0 0,1 0 0 0 0,-3 2 0 0 0,2-1 38 0 0,1-2-82 0 0,1 0 0 0 0,-1 1 0 0 0,1-1 0 0 0,-1 1-1 0 0,1-1 1 0 0,-1 1 0 0 0,1-1 0 0 0,-1 1 0 0 0,1-1 0 0 0,0 1 0 0 0,-1-1 0 0 0,1 1-1 0 0,0 0 1 0 0,0-1 0 0 0,-1 1 0 0 0,1-1 0 0 0,0 1 0 0 0,0 0 0 0 0,0-1 0 0 0,0 1-1 0 0,0 0 1 0 0,0-1 0 0 0,0 1 0 0 0,0-1 0 0 0,0 1 0 0 0,0 0 0 0 0,0-1-1 0 0,0 1 1 0 0,0 0 0 0 0,1-1 0 0 0,-1 1 0 0 0,0-1 0 0 0,0 1 0 0 0,1 0 0 0 0,-1-1-1 0 0,0 1 1 0 0,1-1 0 0 0,-1 1 0 0 0,1 0 0 0 0,11 24-479 0 0,-8-21 271 0 0,-1-1 0 0 0,1 0 0 0 0,1 0 0 0 0,-1-1 1 0 0,0 1-1 0 0,1-1 0 0 0,0 0 0 0 0,-1 0 0 0 0,1 0 1 0 0,0-1-1 0 0,0 1 0 0 0,0-1 0 0 0,0-1 0 0 0,0 1 0 0 0,0-1 1 0 0,0 1-1 0 0,0-1 0 0 0,0-1 0 0 0,0 1 0 0 0,8-3 1 0 0,4 1-227 0 0,-1-1 1 0 0,0 0-1 0 0,0-2 1 0 0,-1 1 0 0 0,20-10-1 0 0,71-41 2555 0 0,-105 54-1397 0 0,0 2-652 0 0,0 0-1 0 0,0-1 0 0 0,0 1 0 0 0,0 0 1 0 0,0 0-1 0 0,0 0 0 0 0,0 0 0 0 0,0 0 1 0 0,-1 0-1 0 0,1 0 0 0 0,0 0 0 0 0,0 0 1 0 0,-1 0-1 0 0,1 0 0 0 0,-1 0 0 0 0,1 0 1 0 0,-1 0-1 0 0,0 1 0 0 0,1-1 0 0 0,-1 0 1 0 0,0 0-1 0 0,0 1 0 0 0,0-1 0 0 0,0 0 1 0 0,0 0-1 0 0,0 2 0 0 0,9 30 209 0 0,-7-30-284 0 0,1 1 0 0 0,-1-1-1 0 0,1 1 1 0 0,0-1 0 0 0,0 0 0 0 0,0 0 0 0 0,0-1-1 0 0,0 1 1 0 0,1-1 0 0 0,-1 1 0 0 0,1-1 0 0 0,0 0 0 0 0,0 0-1 0 0,0-1 1 0 0,0 1 0 0 0,0-1 0 0 0,0 0 0 0 0,0 0 0 0 0,0 0-1 0 0,0 0 1 0 0,0-1 0 0 0,1 0 0 0 0,-1 0 0 0 0,0 0 0 0 0,0 0-1 0 0,1-1 1 0 0,-1 0 0 0 0,0 1 0 0 0,0-2 0 0 0,0 1 0 0 0,0 0-1 0 0,0-1 1 0 0,6-3 0 0 0,0 1 1 0 0,-1-1 1 0 0,0-1-1 0 0,-1 1 0 0 0,1-2 1 0 0,-1 1-1 0 0,0-1 0 0 0,0 0 1 0 0,-1 0-1 0 0,0-1 0 0 0,-1 0 1 0 0,1-1-1 0 0,8-15 0 0 0,-9 9 157 0 0,0-1-1 0 0,0 0 1 0 0,-2 0-1 0 0,0-1 0 0 0,0 1 1 0 0,-2-1-1 0 0,0 1 1 0 0,-1-23-1 0 0,-1 26 404 0 0,-1 1 0 0 0,0 0 1 0 0,-1 0-1 0 0,0-1 0 0 0,-1 1 0 0 0,-1 0 0 0 0,-4-12 1 0 0,3 4 3351 0 0,3 51-3700 0 0,1-1 1 0 0,1 1-1 0 0,1-1 0 0 0,2 0 0 0 0,1 1 1 0 0,1-1-1 0 0,2-1 0 0 0,1 1 1 0 0,17 40-1 0 0,-22-62-1039 0 0,-1 0-1 0 0,0 0 1 0 0,0 0 0 0 0,1 15 0 0 0,-3-21-222 0 0,-2 3-680 0 0,2-5 1637 0 0,0 0 0 0 0,0 0 1 0 0,0 1-1 0 0,0-1 0 0 0,0 0 0 0 0,0 1 0 0 0,0-1 0 0 0,0 0 0 0 0,0 0 0 0 0,0 1 1 0 0,0-1-1 0 0,0 0 0 0 0,0 1 0 0 0,0-1 0 0 0,0 0 0 0 0,0 0 0 0 0,-1 1 1 0 0,1-1-1 0 0,0 0 0 0 0,0 0 0 0 0,0 1 0 0 0,0-1 0 0 0,-1 0 0 0 0,1 0 1 0 0,0 0-1 0 0,0 0 0 0 0,-1 1 0 0 0,1-1 0 0 0,0 0 0 0 0,0 0 0 0 0,-1 0 1 0 0,1 0-1 0 0,0 0 0 0 0,-1 1 0 0 0,-9-1-3880 0 0</inkml:trace>
</inkml:ink>
</file>

<file path=ppt/ink/ink2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4:56:25.4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48 424 0 0,'0'0'2088'0'0,"12"-4"-232"0"0,2 1-1020 0 0,-4 1-91 0 0,1-1-69 0 0,3-1-80 0 0,2 0-104 0 0,0 1-132 0 0,1 0-136 0 0,-3-1-188 0 0,1 1-172 0 0,3-1-236 0 0,-1 1-264 0 0,-6-1-564 0 0,16 1-3221 0 0</inkml:trace>
</inkml:ink>
</file>

<file path=ppt/ink/ink2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4:56:35.6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304 424 192 0 0,'-8'-13'9794'0'0,"-33"-25"-8851"0"0,11 10-533 0 0,17 14-317 0 0,1-1 0 0 0,0-1 0 0 0,1 0 0 0 0,0 0 0 0 0,1-1 0 0 0,2 0 0 0 0,-1-1 1 0 0,-5-19-1 0 0,12 31-103 0 0,0 0 1 0 0,0-1-1 0 0,1 1 1 0 0,0-1-1 0 0,0 1 1 0 0,0-1-1 0 0,1 0 1 0 0,0 0-1 0 0,0 1 1 0 0,1-1-1 0 0,0 1 1 0 0,0-1 0 0 0,1 0-1 0 0,-1 1 1 0 0,1 0-1 0 0,1-1 1 0 0,-1 1-1 0 0,1 0 1 0 0,0 0-1 0 0,1 0 1 0 0,-1 1-1 0 0,1-1 1 0 0,0 1-1 0 0,1 0 1 0 0,9-9-1 0 0,-14 14-8 0 0,0-1-1 0 0,1 0 0 0 0,-1 1 0 0 0,1-1 0 0 0,-1 1 1 0 0,1-1-1 0 0,0 0 0 0 0,-1 1 0 0 0,1-1 1 0 0,-1 1-1 0 0,1 0 0 0 0,0-1 0 0 0,0 1 0 0 0,-1 0 1 0 0,1-1-1 0 0,0 1 0 0 0,-1 0 0 0 0,1 0 0 0 0,0 0 1 0 0,0-1-1 0 0,0 1 0 0 0,-1 0 0 0 0,1 0 1 0 0,0 0-1 0 0,0 0 0 0 0,-1 0 0 0 0,1 1 0 0 0,0-1 1 0 0,0 0-1 0 0,0 0 0 0 0,-1 0 0 0 0,1 1 0 0 0,0-1 1 0 0,-1 0-1 0 0,1 1 0 0 0,0-1 0 0 0,-1 0 1 0 0,1 1-1 0 0,0-1 0 0 0,-1 1 0 0 0,1-1 0 0 0,-1 1 1 0 0,1 0-1 0 0,-1-1 0 0 0,1 1 0 0 0,-1 0 0 0 0,1-1 1 0 0,-1 1-1 0 0,0 0 0 0 0,1-1 0 0 0,-1 1 1 0 0,0 0-1 0 0,1 0 0 0 0,-1-1 0 0 0,0 1 0 0 0,0 1 1 0 0,1 3-26 0 0,0 0 1 0 0,0 0 0 0 0,0-1 0 0 0,-1 1 0 0 0,0 0 0 0 0,0 0-1 0 0,-1 7 1 0 0,-8 23-110 0 0,-1 1 0 0 0,-2-1 0 0 0,-2-1-1 0 0,-1-1 1 0 0,-1 0 0 0 0,-2 0-1 0 0,-43 58 1 0 0,47-75 107 0 0,9-11 8 0 0,1 0 0 0 0,-1 1 0 0 0,1 0 0 0 0,0 0-1 0 0,0 0 1 0 0,-4 10 0 0 0,8-14 26 0 0,16 4-60 0 0,-7-5-52 0 0,1 0 0 0 0,-1-1 1 0 0,0 0-1 0 0,1-1 0 0 0,-1 0 1 0 0,0 0-1 0 0,0-1 0 0 0,11-3 0 0 0,13-2-356 0 0,89-17-3521 0 0,-81 15 2145 0 0</inkml:trace>
</inkml:ink>
</file>

<file path=ppt/ink/ink2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4:56:37.0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0 876 268 0 0,'0'0'4162'0'0,"5"-2"-3601"0"0,12-9-83 0 0,0 0 1 0 0,-1-1-1 0 0,0 0 0 0 0,-1-2 1 0 0,-1 0-1 0 0,0 0 1 0 0,23-33-1 0 0,-28 35-331 0 0,-1 0 1 0 0,0-1-1 0 0,0 0 1 0 0,-2 0 0 0 0,1-1-1 0 0,-2 0 1 0 0,0 0-1 0 0,-1 0 1 0 0,0 0-1 0 0,-1-1 1 0 0,2-26-1 0 0,-5 33-90 0 0,-1 1 0 0 0,0-1-1 0 0,-1 1 1 0 0,1-1-1 0 0,-1 1 1 0 0,-1 0 0 0 0,1 0-1 0 0,-1-1 1 0 0,-1 2 0 0 0,-4-9-1 0 0,7 14-52 0 0,0-1 0 0 0,0 0 0 0 0,0 1 0 0 0,0-1 0 0 0,0 1 0 0 0,-1-1 0 0 0,1 1 0 0 0,-1 0 0 0 0,1-1 0 0 0,-1 1 0 0 0,1 0 0 0 0,-1 0 0 0 0,0 0 0 0 0,1 0 0 0 0,-1 0 0 0 0,0 1 0 0 0,0-1 0 0 0,0 0 0 0 0,0 1 0 0 0,1-1 0 0 0,-1 1-1 0 0,0 0 1 0 0,0 0 0 0 0,0 0 0 0 0,0 0 0 0 0,0 0 0 0 0,0 0 0 0 0,0 0 0 0 0,0 0 0 0 0,0 1 0 0 0,0-1 0 0 0,0 1 0 0 0,0 0 0 0 0,1-1 0 0 0,-1 1 0 0 0,0 0 0 0 0,0 0 0 0 0,1 0 0 0 0,-1 0 0 0 0,1 0 0 0 0,-1 1 0 0 0,1-1 0 0 0,-1 0 0 0 0,1 1 0 0 0,-2 1 0 0 0,1-1-7 0 0,1 0 0 0 0,-1 0 0 0 0,0 0 0 0 0,0 0 0 0 0,1 0 1 0 0,-1 0-1 0 0,1 0 0 0 0,0 0 0 0 0,-1 1 0 0 0,1-1 0 0 0,0 0 0 0 0,1 1 1 0 0,-1-1-1 0 0,0 1 0 0 0,1 0 0 0 0,-1-1 0 0 0,1 1 0 0 0,0-1 0 0 0,0 1 1 0 0,0 4-1 0 0,1-3 1 0 0,0 0 1 0 0,0 1-1 0 0,1-1 0 0 0,-1 0 1 0 0,1 1-1 0 0,0-1 1 0 0,0 0-1 0 0,1 0 1 0 0,-1-1-1 0 0,7 8 1 0 0,1 0-16 0 0,1 0 0 0 0,0-1 0 0 0,1 0 0 0 0,0-1 0 0 0,26 15 0 0 0,-25-17-13 0 0,0 1 0 0 0,1-2 1 0 0,0 1-1 0 0,0-2 0 0 0,1 0 0 0 0,0-1 0 0 0,-1 0 0 0 0,1-1 1 0 0,1-1-1 0 0,-1-1 0 0 0,0 0 0 0 0,0 0 0 0 0,1-2 0 0 0,-1 0 1 0 0,0-1-1 0 0,0 0 0 0 0,0-1 0 0 0,27-9 0 0 0,-23 5 16 0 0,-2 0 0 0 0,1-1-1 0 0,-1-1 1 0 0,0-1-1 0 0,19-14 1 0 0,-27 17 31 0 0,0 0 0 0 0,-1-1 0 0 0,0 0 0 0 0,0 0 1 0 0,0-1-1 0 0,-2 0 0 0 0,1 0 0 0 0,-1-1 0 0 0,0 0 0 0 0,4-11 0 0 0,-9 19-6 0 0,-1 1-1 0 0,1 0 0 0 0,-1-1 0 0 0,1 1 0 0 0,-1-1 1 0 0,0 1-1 0 0,0-1 0 0 0,0 1 0 0 0,0-1 0 0 0,0 1 1 0 0,0 0-1 0 0,0-1 0 0 0,0 1 0 0 0,0-1 1 0 0,-1 1-1 0 0,1-1 0 0 0,-1 1 0 0 0,1-1 0 0 0,-1 1 1 0 0,1 0-1 0 0,-1-1 0 0 0,0 1 0 0 0,0 0 1 0 0,0 0-1 0 0,1 0 0 0 0,-1-1 0 0 0,0 1 0 0 0,-1 0 1 0 0,1 0-1 0 0,0 0 0 0 0,0 1 0 0 0,0-1 0 0 0,-2-1 1 0 0,1 2 12 0 0,-4 6-31 0 0,5-6 7 0 0,0 1 1 0 0,0-1-1 0 0,0 0 1 0 0,0 1-1 0 0,0-1 1 0 0,0 1-1 0 0,0-1 1 0 0,0 1-1 0 0,0-1 1 0 0,1 1-1 0 0,-1 0 1 0 0,0 0-1 0 0,0-1 1 0 0,1 1-1 0 0,-1 0 1 0 0,0 0-1 0 0,1 0 1 0 0,-1 0-1 0 0,1 0 1 0 0,-1-1-1 0 0,1 1 1 0 0,0 0-1 0 0,-1 0 0 0 0,1 0 1 0 0,0 0-1 0 0,0 0 1 0 0,0 0-1 0 0,0 1 1 0 0,0-1-1 0 0,0 0 1 0 0,0 0-1 0 0,0 0 1 0 0,0 0-1 0 0,0 0 1 0 0,0 0-1 0 0,1 1 1 0 0,-1 1-1 0 0,0 0 1 0 0,1 0-1 0 0,-1 0 1 0 0,1 0-1 0 0,-1 0 1 0 0,1 0-1 0 0,0 0 1 0 0,0 0-1 0 0,1 0 1 0 0,-1 0-1 0 0,1 0 1 0 0,-1-1-1 0 0,1 1 1 0 0,0-1-1 0 0,0 1 1 0 0,0-1-1 0 0,0 0 1 0 0,0 0-1 0 0,0 1 1 0 0,1-2-1 0 0,-1 1 1 0 0,1 0-1 0 0,0 0 1 0 0,-1-1-1 0 0,1 0 1 0 0,5 2-1 0 0,0 2-19 0 0,-2-3 10 0 0,0 1-1 0 0,0-1 1 0 0,0 0 0 0 0,0-1 0 0 0,0 1 0 0 0,1-1 0 0 0,-1 0 0 0 0,1-1-1 0 0,-1 0 1 0 0,1 0 0 0 0,-1 0 0 0 0,0-1 0 0 0,1 1 0 0 0,-1-2 0 0 0,0 1-1 0 0,1-1 1 0 0,-1 0 0 0 0,0 0 0 0 0,0-1 0 0 0,0 1 0 0 0,6-5 0 0 0,2-2 1 0 0,0 1 0 0 0,-1-2 0 0 0,0 1-1 0 0,0-2 1 0 0,-1 0 0 0 0,0 0 0 0 0,13-18 0 0 0,-16 16 12 0 0,-1 1 1 0 0,-1-1-1 0 0,0-1 0 0 0,0 1 0 0 0,-2-1 0 0 0,1 0 0 0 0,-2-1 1 0 0,0 1-1 0 0,-1-1 0 0 0,3-22 0 0 0,-4 14 36 0 0,-1 0 1 0 0,-1 1-1 0 0,-2-1 0 0 0,0 1 1 0 0,-1-1-1 0 0,-8-32 0 0 0,9 46 68 0 0,-1-1 0 0 0,0 1 0 0 0,0-1 0 0 0,-1 1 0 0 0,0 0 0 0 0,-1 1 0 0 0,-9-16 0 0 0,13 24-105 0 0,1 0-1 0 0,0-1 1 0 0,0 1 0 0 0,-1 0 0 0 0,1 0 0 0 0,0 0-1 0 0,0 0 1 0 0,-1-1 0 0 0,1 1 0 0 0,0 0 0 0 0,-1 0-1 0 0,1 0 1 0 0,0 0 0 0 0,0 0 0 0 0,-1 0-1 0 0,1 0 1 0 0,0 0 0 0 0,-1 0 0 0 0,1 0 0 0 0,0 0-1 0 0,-1 0 1 0 0,1 0 0 0 0,0 0 0 0 0,-1 0 0 0 0,1 0-1 0 0,0 0 1 0 0,0 0 0 0 0,-1 0 0 0 0,1 1 0 0 0,0-1-1 0 0,-1 0 1 0 0,1 0 0 0 0,0 0 0 0 0,0 0 0 0 0,-1 1-1 0 0,1-1 1 0 0,0 0 0 0 0,0 0 0 0 0,0 1 0 0 0,-1-1-1 0 0,1 0 1 0 0,0 1 0 0 0,-11 20 17 0 0,0 23-9 0 0,6 11-17 0 0,2 0-1 0 0,3 0 0 0 0,2 0 0 0 0,2-1 0 0 0,3 1 0 0 0,2-1 0 0 0,20 64 0 0 0,-27-112-23 0 0,-1 1 0 0 0,1-1 0 0 0,1 0 0 0 0,-1-1 0 0 0,1 1 0 0 0,0 0 0 0 0,0-1 0 0 0,1 0 0 0 0,-1 1 0 0 0,1-1 0 0 0,1-1 0 0 0,6 8 0 0 0,-8-11 16 0 0,0 1-1 0 0,0 0 1 0 0,0-1 0 0 0,0 1-1 0 0,0-1 1 0 0,0 0-1 0 0,0 0 1 0 0,1 0 0 0 0,-1 0-1 0 0,0-1 1 0 0,1 0-1 0 0,-1 1 1 0 0,1-1 0 0 0,-1 0-1 0 0,0-1 1 0 0,1 1-1 0 0,-1 0 1 0 0,1-1-1 0 0,-1 0 1 0 0,0 0 0 0 0,0 0-1 0 0,1 0 1 0 0,-1-1-1 0 0,4-2 1 0 0,5-2 37 0 0,-1-1-1 0 0,0 0 0 0 0,-1-1 1 0 0,1 0-1 0 0,-2-1 1 0 0,1 0-1 0 0,-1 0 1 0 0,-1-1-1 0 0,1 0 1 0 0,-2-1-1 0 0,0 0 1 0 0,12-21-1 0 0,-19 30 42 0 0,7-6 64 0 0,-7 8-125 0 0,0 0 1 0 0,1 0 0 0 0,-1-1 0 0 0,0 1 0 0 0,0 0 0 0 0,0 0 0 0 0,0 0 0 0 0,0-1-1 0 0,0 1 1 0 0,0 0 0 0 0,1 0 0 0 0,-1 0 0 0 0,0 0 0 0 0,0 0 0 0 0,0-1 0 0 0,0 1-1 0 0,0 0 1 0 0,1 0 0 0 0,-1 0 0 0 0,0 0 0 0 0,0 0 0 0 0,0 0 0 0 0,1 0 0 0 0,-1 0-1 0 0,0 0 1 0 0,0 0 0 0 0,0 0 0 0 0,1 0 0 0 0,-1 0 0 0 0,0 0 0 0 0,0 0 0 0 0,0 0-1 0 0,1 0 1 0 0,-1 0 0 0 0,0 0 0 0 0,0 0 0 0 0,0 0 0 0 0,1 0 0 0 0,-1 0 0 0 0,0 0-1 0 0,0 0 1 0 0,0 0 0 0 0,1 0 0 0 0,-1 0 0 0 0,0 1 0 0 0,0-1 0 0 0,0 0 0 0 0,0 0-1 0 0,1 0 1 0 0,-1 0 0 0 0,0 1 0 0 0,1 8 4 0 0,1-1 0 0 0,0 1 0 0 0,1 0 0 0 0,0-1-1 0 0,0 0 1 0 0,1 1 0 0 0,0-1 0 0 0,0 0 0 0 0,1-1 0 0 0,6 10 0 0 0,-7-15 40 0 0,0 0 1 0 0,0 1 0 0 0,-1-1-1 0 0,1-1 1 0 0,0 1 0 0 0,1 0-1 0 0,-1-1 1 0 0,0 0 0 0 0,0 0-1 0 0,1 0 1 0 0,-1-1 0 0 0,0 1-1 0 0,1-1 1 0 0,-1 0 0 0 0,1 0-1 0 0,-1-1 1 0 0,9-1 0 0 0,56-3 782 0 0,-67 5-722 0 0,45-1 580 0 0,-45 1-757 0 0,1 0-108 0 0,1 0 0 0 0,0 0 0 0 0,-1-1 0 0 0,1 1 0 0 0,-1-1 1 0 0,1 1-1 0 0,-1-1 0 0 0,4-2 0 0 0,-5 3-350 0 0,-1-1 0 0 0,1 0 0 0 0,-1 0-1 0 0,1 0 1 0 0,-1 0 0 0 0,0 0 0 0 0,0 0 0 0 0,0-1 0 0 0,1 1 0 0 0,-1 0 0 0 0,0-1 0 0 0,-1 1 0 0 0,3-3-1 0 0,3-9-2466 0 0</inkml:trace>
</inkml:ink>
</file>

<file path=ppt/ink/ink2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4:56:37.3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11 105 1256 0 0,'0'0'1430'0'0,"-9"-8"772"0"0,7 1 2027 0 0,4 2-4004 0 0,0 0 1 0 0,0 0 0 0 0,1 1-1 0 0,-1-1 1 0 0,1 1 0 0 0,0 0-1 0 0,0 0 1 0 0,1 0 0 0 0,-1 0-1 0 0,1 1 1 0 0,0-1 0 0 0,-1 1-1 0 0,2 0 1 0 0,-1 0 0 0 0,0 0-1 0 0,1 1 1 0 0,-1 0 0 0 0,1-1-1 0 0,0 2 1 0 0,-1-1-1 0 0,8-1 1 0 0,53-10-2217 0 0,-7 12-4768 0 0,-39 4 3760 0 0</inkml:trace>
</inkml:ink>
</file>

<file path=ppt/ink/ink2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4:56:37.7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0 372 0 0,'0'0'6363'0'0,"3"3"-5867"0"0,1 1-295 0 0,1-1 0 0 0,0 1 0 0 0,0-1 0 0 0,0 0-1 0 0,1 0 1 0 0,-1-1 0 0 0,0 0 0 0 0,1 0 0 0 0,0 0-1 0 0,-1 0 1 0 0,1-1 0 0 0,0 0 0 0 0,0 0 0 0 0,0 0-1 0 0,0-1 1 0 0,0 0 0 0 0,0 0 0 0 0,0-1 0 0 0,0 0-1 0 0,0 0 1 0 0,-1 0 0 0 0,9-3 0 0 0,32-1-1938 0 0,-13 7-4182 0 0,-19 0 3561 0 0</inkml:trace>
</inkml:ink>
</file>

<file path=ppt/ink/ink2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4:56:38.1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8 516 0 0,'14'0'1096'0'0,"0"0"20"0"0,0 2 40 0 0,-2-2 1209 0 0,8 0-1149 0 0,-12 0 2016 0 0,10-4-1744 0 0,-9 1-1032 0 0,3 1-1664 0 0</inkml:trace>
</inkml:ink>
</file>

<file path=ppt/ink/ink2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4:56:39.5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1 832 216 0 0,'0'0'3929'0'0,"38"3"1580"0"0,-13-11-5186 0 0,-1-2 0 0 0,0 0 0 0 0,0-2 0 0 0,-1 0 0 0 0,34-26 0 0 0,-48 31-294 0 0,0 0 0 0 0,0-1 0 0 0,-1 0 0 0 0,-1 0-1 0 0,1-1 1 0 0,-2 0 0 0 0,1 0 0 0 0,-1-1 0 0 0,0 1 0 0 0,-1-2 0 0 0,0 1 0 0 0,-1 0 0 0 0,0-1-1 0 0,0 0 1 0 0,-1 0 0 0 0,2-21 0 0 0,-4 30-33 0 0,-1-1 0 0 0,1 1 0 0 0,-1-1 0 0 0,0 1 0 0 0,0-1 0 0 0,0 1 0 0 0,-1-1 0 0 0,1 1-1 0 0,-1-1 1 0 0,1 1 0 0 0,-1-1 0 0 0,-1-2 0 0 0,-11-2-24 0 0,11 7 27 0 0,0-1-4 0 0,-2 4-7 0 0,-4 2 6 0 0,0 1 0 0 0,1 0 0 0 0,-1 0-1 0 0,1 1 1 0 0,0 0 0 0 0,1 0 0 0 0,0 1 0 0 0,0 0 0 0 0,1 0 0 0 0,0 0 0 0 0,0 1 0 0 0,-4 10 0 0 0,6-12 4 0 0,0 0 0 0 0,0 1 0 0 0,1-1 0 0 0,0 1 0 0 0,0 0 0 0 0,1 0 0 0 0,0-1 0 0 0,0 1 0 0 0,1 0 0 0 0,0 0 0 0 0,0 0 1 0 0,1 0-1 0 0,0 0 0 0 0,1 0 0 0 0,4 14 0 0 0,-6-20 12 0 0,1 1 0 0 0,0-1 0 0 0,1 1 0 0 0,-1-1 0 0 0,0 0 0 0 0,1 0 0 0 0,-1 0 0 0 0,1 0 0 0 0,0 0 0 0 0,0 0 0 0 0,-1 0 0 0 0,1 0 0 0 0,0-1 0 0 0,1 1 0 0 0,-1-1 0 0 0,0 0 0 0 0,0 1 0 0 0,1-1 0 0 0,-1 0 0 0 0,4 1 0 0 0,-1-1 7 0 0,-1-1 1 0 0,0 0-1 0 0,0 1 0 0 0,0-1 0 0 0,1-1 0 0 0,-1 1 0 0 0,0-1 0 0 0,0 0 1 0 0,0 1-1 0 0,0-2 0 0 0,7-2 0 0 0,2-1 15 0 0,-1-2 0 0 0,0 1 0 0 0,0-2 0 0 0,0 0 0 0 0,-1 0 0 0 0,19-18 0 0 0,2-10 18 0 0,0-1-1 0 0,-3-1 1 0 0,37-63-1 0 0,55-139 62 0 0,-109 213 121 0 0,-1-1-1 0 0,-1 0 1 0 0,-1-1-1 0 0,-2 0 1 0 0,0 0-1 0 0,-3-1 1 0 0,3-42-1 0 0,-7 72-225 0 0,0-1-1 0 0,0 1 0 0 0,0 0 1 0 0,-1-1-1 0 0,1 1 1 0 0,0 0-1 0 0,0-1 0 0 0,0 1 1 0 0,0 0-1 0 0,-1 0 0 0 0,1-1 1 0 0,0 1-1 0 0,0 0 1 0 0,-1 0-1 0 0,1-1 0 0 0,0 1 1 0 0,-1 0-1 0 0,1 0 0 0 0,0 0 1 0 0,0-1-1 0 0,-1 1 1 0 0,1 0-1 0 0,0 0 0 0 0,-1 0 1 0 0,1 0-1 0 0,0 0 0 0 0,-1 0 1 0 0,1 0-1 0 0,0 0 1 0 0,-1 0-1 0 0,1 0 0 0 0,-1 0 1 0 0,1 0-1 0 0,0 0 0 0 0,-1 0 1 0 0,1 0-1 0 0,0 0 0 0 0,-1 0 1 0 0,1 0-1 0 0,0 0 1 0 0,-1 1-1 0 0,1-1 0 0 0,0 0 1 0 0,0 0-1 0 0,-1 0 0 0 0,1 1 1 0 0,0-1-1 0 0,-1 0 1 0 0,1 0-1 0 0,0 1 0 0 0,0-1 1 0 0,0 0-1 0 0,-1 0 0 0 0,1 1 1 0 0,0-1-1 0 0,0 0 1 0 0,0 1-1 0 0,-19 14 99 0 0,19-14-124 0 0,-9 11 35 0 0,1 0 1 0 0,0 1-1 0 0,1 0 0 0 0,1 1 1 0 0,0 0-1 0 0,1 0 1 0 0,1 0-1 0 0,-5 23 1 0 0,2-11 3 0 0,2-7-19 0 0,1 1 0 0 0,1 0 0 0 0,1 0 0 0 0,0 0 0 0 0,2-1 0 0 0,0 1 0 0 0,2 0 1 0 0,0 0-1 0 0,1 0 0 0 0,1 0 0 0 0,1-1 0 0 0,13 36 0 0 0,-16-50-4 0 0,1 0 0 0 0,0 0 0 0 0,0 0 0 0 0,0-1 1 0 0,1 1-1 0 0,0-1 0 0 0,-1 0 0 0 0,1 0 0 0 0,1 0 0 0 0,-1 0 0 0 0,1-1 0 0 0,-1 1 0 0 0,1-1 0 0 0,5 2 0 0 0,4 1-42 0 0,0-1 0 0 0,1 0 0 0 0,26 4 0 0 0,-30-7-38 0 0,1 0-1 0 0,-1 1 1 0 0,1 1-1 0 0,-1 0 1 0 0,0 0-1 0 0,0 1 1 0 0,-1 0-1 0 0,15 10 1 0 0,-23-14 71 0 0,-1 0-1 0 0,1 0 1 0 0,-1 1 0 0 0,0-1 0 0 0,1 1 0 0 0,-1-1 0 0 0,0 1 0 0 0,0-1 0 0 0,0 1 0 0 0,0 0 0 0 0,0-1 0 0 0,-1 1-1 0 0,1 0 1 0 0,0 0 0 0 0,-1-1 0 0 0,1 1 0 0 0,-1 0 0 0 0,0 0 0 0 0,1 0 0 0 0,-1 0 0 0 0,0 0 0 0 0,0 0 0 0 0,0 0-1 0 0,-1 0 1 0 0,1-1 0 0 0,0 1 0 0 0,-1 0 0 0 0,1 0 0 0 0,-1 0 0 0 0,0 0 0 0 0,1-1 0 0 0,-1 1 0 0 0,0 0 0 0 0,0-1-1 0 0,0 1 1 0 0,-2 2 0 0 0,-6 7-18 0 0,0 0 1 0 0,0-1-1 0 0,-1 0 0 0 0,-13 10 0 0 0,1 1-80 0 0,64-53-416 0 0,35-35 357 0 0,-51 42 408 0 0,-1-1 0 0 0,-1-1 0 0 0,31-48 1 0 0,-56 82-84 0 0,0-1 1 0 0,1 1-1 0 0,0 0 0 0 0,0 0 1 0 0,1 0-1 0 0,0-1 1 0 0,0 1-1 0 0,0 0 1 0 0,1-1-1 0 0,0 1 1 0 0,0-1-1 0 0,1 0 1 0 0,0 0-1 0 0,0 0 1 0 0,0 0-1 0 0,4 6 0 0 0,1-6-528 0 0,-1 0 0 0 0,1 0 0 0 0,0 0 0 0 0,0-1 0 0 0,1-1 0 0 0,-1 1 0 0 0,14 4 0 0 0,40 5-6331 0 0,-30-10 2941 0 0</inkml:trace>
</inkml:ink>
</file>

<file path=ppt/ink/ink2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4:56:45.3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262 144 44 0 0,'2'-3'368'0'0,"-1"-1"0"0"0,1 1 0 0 0,-1-1 0 0 0,1 1 0 0 0,-1-1 0 0 0,-1 0-1 0 0,1 1 1 0 0,0-1 0 0 0,-1 0 0 0 0,0 0 0 0 0,0 0 0 0 0,0 1 0 0 0,0-1 0 0 0,0 0 0 0 0,-1 0 0 0 0,0 1 0 0 0,0-1 0 0 0,0 0 0 0 0,0 1 0 0 0,0-1-1 0 0,-1 1 1 0 0,0-1 0 0 0,1 1 0 0 0,-4-4 0 0 0,3 5-300 0 0,0 0 0 0 0,-1 0 0 0 0,1 0 0 0 0,0 0-1 0 0,-1 0 1 0 0,0 1 0 0 0,1-1 0 0 0,-1 1 0 0 0,0-1 0 0 0,0 1-1 0 0,0 0 1 0 0,0 0 0 0 0,0 1 0 0 0,0-1 0 0 0,0 1 0 0 0,0-1 0 0 0,0 1-1 0 0,0 0 1 0 0,0 0 0 0 0,0 0 0 0 0,0 0 0 0 0,0 1 0 0 0,0-1-1 0 0,-5 3 1 0 0,-4-1-5 0 0,1 1 0 0 0,0 0 0 0 0,0 1 0 0 0,0 0 0 0 0,-12 7 0 0 0,11-4-15 0 0,0 0-1 0 0,1 1 1 0 0,-1 0-1 0 0,1 1 1 0 0,-15 16-1 0 0,24-23-42 0 0,1 0 0 0 0,-1-1-1 0 0,0 1 1 0 0,1 0 0 0 0,0 0-1 0 0,-1 0 1 0 0,1 0 0 0 0,0 0-1 0 0,0 0 1 0 0,0 0 0 0 0,0 1-1 0 0,0-1 1 0 0,1 0-1 0 0,-1 0 1 0 0,1 1 0 0 0,0-1-1 0 0,-1 0 1 0 0,1 1 0 0 0,0-1-1 0 0,0 0 1 0 0,0 1 0 0 0,1-1-1 0 0,-1 0 1 0 0,1 1 0 0 0,-1-1-1 0 0,1 0 1 0 0,0 0-1 0 0,-1 1 1 0 0,1-1 0 0 0,1 0-1 0 0,-1 0 1 0 0,0 0 0 0 0,0 0-1 0 0,1 0 1 0 0,-1 0 0 0 0,1-1-1 0 0,-1 1 1 0 0,1 0 0 0 0,0-1-1 0 0,0 1 1 0 0,0-1-1 0 0,0 0 1 0 0,0 1 0 0 0,3 0-1 0 0,-2 1-2 0 0,1-1-1 0 0,-1 0 0 0 0,1 0 0 0 0,0-1 1 0 0,-1 1-1 0 0,1-1 0 0 0,0 1 0 0 0,0-1 0 0 0,0 0 1 0 0,0-1-1 0 0,0 1 0 0 0,0-1 0 0 0,0 0 1 0 0,0 0-1 0 0,0 0 0 0 0,0 0 0 0 0,0-1 1 0 0,0 1-1 0 0,0-1 0 0 0,0 0 0 0 0,0 0 0 0 0,-1-1 1 0 0,1 1-1 0 0,0-1 0 0 0,-1 0 0 0 0,1 0 1 0 0,-1 0-1 0 0,1 0 0 0 0,-1-1 0 0 0,0 1 1 0 0,3-4-1 0 0,-1 2 43 0 0,-1 0 0 0 0,0-1 0 0 0,0 1 0 0 0,0-1 0 0 0,-1 0 0 0 0,5-6 0 0 0,-7 9-26 0 0,1 7-98 0 0,8 21 109 0 0,-2 0-1 0 0,0 0 0 0 0,-2 1 0 0 0,-1 0 1 0 0,2 30-1 0 0,2 2 30 0 0,-8-48-53 0 0,31 218 520 0 0,-29-189-335 0 0,-2 0 0 0 0,-2 0 1 0 0,-9 70-1 0 0,9-105-169 0 0,0-1 0 0 0,0 1 0 0 0,0 0 0 0 0,0 0 0 0 0,-1 0 0 0 0,1-1 0 0 0,-1 1 0 0 0,-1-1 0 0 0,1 1 0 0 0,-1-1 0 0 0,1 0 0 0 0,-1 0 0 0 0,0 0 0 0 0,-1 0 0 0 0,1 0 0 0 0,-1-1 0 0 0,1 0 0 0 0,-1 1 0 0 0,0-1 0 0 0,0-1 0 0 0,-1 1 0 0 0,1-1 0 0 0,0 1 0 0 0,-1-1 0 0 0,0 0 0 0 0,1-1-1 0 0,-10 3 1 0 0,8-4-8 0 0,0 1 0 0 0,0-1-1 0 0,-1-1 1 0 0,1 1 0 0 0,0-1-1 0 0,0 0 1 0 0,0 0-1 0 0,0-1 1 0 0,0 0 0 0 0,0 0-1 0 0,0 0 1 0 0,1-1-1 0 0,-1 0 1 0 0,1 0 0 0 0,0 0-1 0 0,0-1 1 0 0,0 0 0 0 0,0 1-1 0 0,0-2 1 0 0,1 1-1 0 0,0-1 1 0 0,-4-4 0 0 0,4 4-17 0 0,0 0 1 0 0,0-1 0 0 0,1 1 0 0 0,0 0 0 0 0,0-1 0 0 0,1 0-1 0 0,-1 0 1 0 0,1 0 0 0 0,0 0 0 0 0,1 0 0 0 0,-1 0-1 0 0,1 0 1 0 0,1-1 0 0 0,-1 1 0 0 0,1-13 0 0 0,2 10-7 0 0,-1 0 1 0 0,2-1-1 0 0,-1 1 1 0 0,1 0-1 0 0,0 0 1 0 0,1 0-1 0 0,0 0 1 0 0,1 1-1 0 0,8-13 1 0 0,6-3-13 0 0,0 0 0 0 0,2 2 0 0 0,1 0 0 0 0,0 1 0 0 0,39-26 0 0 0,142-88-11 0 0,-57 41 28 0 0,-123 79 87 0 0,-1-1 0 0 0,-1 0 0 0 0,-1-2-1 0 0,0-1 1 0 0,18-22 0 0 0,-37 40-66 0 0,0 1 0 0 0,0-1 1 0 0,0 0-1 0 0,-1 0 0 0 0,1 1 0 0 0,0-1 0 0 0,-1 0 0 0 0,1 0 1 0 0,-1 0-1 0 0,1 0 0 0 0,-1 0 0 0 0,1 0 0 0 0,-1 0 1 0 0,1 0-1 0 0,-1 0 0 0 0,0 0 0 0 0,0 0 0 0 0,0 0 0 0 0,0 0 1 0 0,1 0-1 0 0,-1 0 0 0 0,-1 0 0 0 0,1-1 0 0 0,0 1 0 0 0,0 0 1 0 0,0 0-1 0 0,0 0 0 0 0,-1 0 0 0 0,1 0 0 0 0,-1 0 1 0 0,1 0-1 0 0,0 0 0 0 0,-1 0 0 0 0,0 0 0 0 0,1 1 0 0 0,-1-1 1 0 0,0 0-1 0 0,1 0 0 0 0,-1 0 0 0 0,-1 0 0 0 0,-4-2 3 0 0,1 1-1 0 0,-1 0 0 0 0,0 0 1 0 0,1 0-1 0 0,-1 1 1 0 0,0 0-1 0 0,0 0 0 0 0,-9 0 1 0 0,13 1-21 0 0,0-1 0 0 0,0 1 0 0 0,-1 0 0 0 0,1 0 0 0 0,0 0 0 0 0,0 0 0 0 0,0 0 0 0 0,0 1 0 0 0,0-1 1 0 0,0 0-1 0 0,0 1 0 0 0,0 0 0 0 0,0-1 0 0 0,0 1 0 0 0,0 0 0 0 0,0 0 0 0 0,0 0 0 0 0,0 0 0 0 0,1 1 0 0 0,-1-1 0 0 0,0 0 1 0 0,1 1-1 0 0,-1-1 0 0 0,1 1 0 0 0,-1 0 0 0 0,1-1 0 0 0,0 1 0 0 0,0 0 0 0 0,0 0 0 0 0,0 0 0 0 0,0 0 0 0 0,0 0 0 0 0,1 0 1 0 0,-1 0-1 0 0,0 0 0 0 0,1 0 0 0 0,0 0 0 0 0,-1 0 0 0 0,1 0 0 0 0,0 0 0 0 0,0 4 0 0 0,1 0-9 0 0,-1 1-1 0 0,1-1 1 0 0,0 1-1 0 0,0-1 1 0 0,1 1 0 0 0,0-1-1 0 0,0 0 1 0 0,1 0-1 0 0,-1 0 1 0 0,1 0-1 0 0,0 0 1 0 0,6 6-1 0 0,-4-4-62 0 0,1-1 0 0 0,0 0 0 0 0,1-1 0 0 0,0 0 0 0 0,0 0 0 0 0,0 0-1 0 0,1-1 1 0 0,0 0 0 0 0,0 0 0 0 0,0-1 0 0 0,0 0 0 0 0,1 0 0 0 0,-1-1 0 0 0,1 0-1 0 0,16 3 1 0 0,-19-8 25 0 0,0 1-1 0 0,0 0 1 0 0,-1-1 0 0 0,1 0-1 0 0,-1-1 1 0 0,1 1-1 0 0,-1-1 1 0 0,0 0-1 0 0,0-1 1 0 0,0 1-1 0 0,-1-1 1 0 0,9-8 0 0 0,-4 3-5 0 0,0-1 0 0 0,-1 0 1 0 0,0-1-1 0 0,-1 0 1 0 0,11-21-1 0 0,8-13 476 0 0,-20 35-239 0 0,11-13 65 0 0,-16 23-249 0 0,0 0 1 0 0,0-1-1 0 0,0 1 0 0 0,-1 0 0 0 0,1 0 1 0 0,0 0-1 0 0,0 0 0 0 0,0 0 0 0 0,-1 1 1 0 0,1-1-1 0 0,0 0 0 0 0,0 0 0 0 0,0 0 1 0 0,-1 1-1 0 0,1-1 0 0 0,0 0 0 0 0,-1 1 1 0 0,1-1-1 0 0,0 1 0 0 0,-1-1 1 0 0,1 1-1 0 0,0-1 0 0 0,-1 1 0 0 0,1-1 1 0 0,-1 1-1 0 0,1 0 0 0 0,-1-1 0 0 0,1 1 1 0 0,-1 0-1 0 0,1-1 0 0 0,-1 1 0 0 0,0 0 1 0 0,1 0-1 0 0,-1-1 0 0 0,0 1 0 0 0,0 0 1 0 0,0 0-1 0 0,1 1 0 0 0,25 53 13 0 0,-3-10 6 0 0,-21-43-6 0 0,1 11 13 0 0,-3-13-25 0 0,0 1 1 0 0,0-1 0 0 0,0 0-1 0 0,0 1 1 0 0,0-1 0 0 0,0 0-1 0 0,0 0 1 0 0,0 1 0 0 0,0-1-1 0 0,0 0 1 0 0,0 0 0 0 0,0 1-1 0 0,0-1 1 0 0,0 0 0 0 0,1 0-1 0 0,-1 1 1 0 0,0-1 0 0 0,0 0-1 0 0,0 0 1 0 0,0 1 0 0 0,0-1-1 0 0,1 0 1 0 0,-1 0 0 0 0,0 0-1 0 0,0 1 1 0 0,0-1 0 0 0,1 0-1 0 0,-1 0 1 0 0,0 0 0 0 0,0 0-1 0 0,1 0 1 0 0,-1 1 0 0 0,0-1-1 0 0,0 0 1 0 0,1 0 0 0 0,-1 0 0 0 0,0 0-1 0 0,0 0 1 0 0,1 0 0 0 0,-1 0-1 0 0,0 0 1 0 0,0 0 0 0 0,1 0-1 0 0,-1 0 1 0 0,0 0 0 0 0,1 0-1 0 0,-1 0 1 0 0,0 0 0 0 0,0 0-1 0 0,1-1 1 0 0,-1 1 0 0 0,0 0-1 0 0,1 0 1 0 0,47-69-167 0 0,-47 67 150 0 0,-1 1 8 0 0,0 0 1 0 0,0 1-1 0 0,1-1 0 0 0,-1 0 0 0 0,0 0 1 0 0,0 1-1 0 0,0-1 0 0 0,1 0 1 0 0,-1 0-1 0 0,0 1 0 0 0,0-1 1 0 0,1 0-1 0 0,-1 0 0 0 0,1 1 1 0 0,-1-1-1 0 0,1 1 0 0 0,-1-1 1 0 0,1 0-1 0 0,-1 1 0 0 0,1-1 0 0 0,0 1 1 0 0,-1-1-1 0 0,1 1 0 0 0,0-1 1 0 0,-1 1-1 0 0,1 0 0 0 0,0-1 1 0 0,-1 1-1 0 0,1 0 0 0 0,0 0 1 0 0,0-1-1 0 0,0 1 0 0 0,-1 0 1 0 0,1 0-1 0 0,0 0 0 0 0,0 0 0 0 0,0 0 1 0 0,-1 0-1 0 0,1 0 0 0 0,1 0 1 0 0,33 8-64 0 0,-31-7 82 0 0,2 1-10 0 0,1 0 0 0 0,0-1 0 0 0,0 0-1 0 0,0 0 1 0 0,0-1 0 0 0,0 1 0 0 0,9-2 0 0 0,14 1-4 0 0,1 1-20 0 0,-29-1 6 0 0,2-1 11 0 0,14-3 18 0 0,-2 1 3 0 0,-16 3-14 0 0,1 0-1 0 0,-1 0 0 0 0,1 0 1 0 0,-1 0-1 0 0,1-1 1 0 0,-1 1-1 0 0,1 0 1 0 0,-1 0-1 0 0,1 0 0 0 0,-1 0 1 0 0,1-1-1 0 0,-1 1 1 0 0,1 0-1 0 0,-1 0 1 0 0,1-1-1 0 0,-1 1 1 0 0,0 0-1 0 0,1-1 0 0 0,-1 1 1 0 0,0-1-1 0 0,1 1 1 0 0,-1 0-1 0 0,0-1 1 0 0,0 1-1 0 0,1-1 0 0 0,-1 1 1 0 0,0-1-1 0 0,0 1 1 0 0,0-1-1 0 0,1 1 1 0 0,-1-1-1 0 0,0 0 1 0 0,3-5 15 0 0,-2 4-22 0 0,-1 1-6 0 0,0-1 7 0 0,0 1-1 0 0,0 0 1 0 0,0 0 0 0 0,0-1 0 0 0,-1 1 0 0 0,1 0-1 0 0,0 0 1 0 0,-1 0 0 0 0,1-1 0 0 0,-1 1 0 0 0,1 0-1 0 0,-1 0 1 0 0,0 0 0 0 0,1 0 0 0 0,-1 0 0 0 0,0 0-1 0 0,0 0 1 0 0,1 0 0 0 0,-1 1 0 0 0,0-1 0 0 0,0 0 0 0 0,0 0-1 0 0,0 1 1 0 0,0-1 0 0 0,0 0 0 0 0,-2 0 0 0 0,0 0-17 0 0,5 8-180 0 0,9 23 174 0 0,-11-28 16 0 0,1-1 0 0 0,0 0 1 0 0,0 1-1 0 0,0-1 1 0 0,0 0-1 0 0,0 0 0 0 0,0 0 1 0 0,1 0-1 0 0,-1 0 1 0 0,0 0-1 0 0,0 0 0 0 0,1-1 1 0 0,-1 1-1 0 0,0 0 1 0 0,1-1-1 0 0,-1 1 1 0 0,1-1-1 0 0,-1 1 0 0 0,1-1 1 0 0,-1 0-1 0 0,1 1 1 0 0,-1-1-1 0 0,1 0 0 0 0,-1 0 1 0 0,1 0-1 0 0,0 0 1 0 0,1-1-1 0 0,3 2-142 0 0,-1-2 62 0 0,14-4-160 0 0,0 0-1 0 0,0-1 0 0 0,-1-1 0 0 0,24-13 0 0 0,23-8-723 0 0,-62 27 858 0 0,14 0-89 0 0,-14 1 176 0 0,0-1-1 0 0,0 1 1 0 0,0 0-1 0 0,0 0 1 0 0,0 0-1 0 0,0 1 1 0 0,0-1-1 0 0,0 1 1 0 0,0-1-1 0 0,0 1 0 0 0,-1 0 1 0 0,1 0-1 0 0,0 0 1 0 0,0 1-1 0 0,-1-1 1 0 0,1 0-1 0 0,-1 1 1 0 0,3 2-1 0 0,0-1 22 0 0,-1 1-1 0 0,1-1 1 0 0,1 0 0 0 0,-1 0-1 0 0,0-1 1 0 0,1 0-1 0 0,-1 0 1 0 0,1 0 0 0 0,0 0-1 0 0,7 0 1 0 0,-5 0 2 0 0,10 2-32 0 0,1-2 1 0 0,-1 1-1 0 0,1-2 1 0 0,0-1 0 0 0,0 0-1 0 0,-1-2 1 0 0,20-3 0 0 0,-14 2-101 0 0,-5 1 126 0 0,-1-1 0 0 0,1-1 1 0 0,-1-1-1 0 0,31-12 0 0 0,-47 16 135 0 0,40-34 1572 0 0,-40 34-1041 0 0,5-1-543 0 0,-11-2 62 0 0,-15-4 22 0 0,18 7-258 0 0,-5 0 55 0 0,6 1-177 0 0,0 0 187 0 0,0 1-1 0 0,0-1 0 0 0,0 0 0 0 0,0 1 0 0 0,0-1 0 0 0,0 0 0 0 0,-1 1 0 0 0,1-1 0 0 0,0 0 1 0 0,0 1-1 0 0,0-1 0 0 0,-1 0 0 0 0,1 0 0 0 0,0 1 0 0 0,0-1 0 0 0,-1 0 0 0 0,1 0 0 0 0,0 1 1 0 0,0-1-1 0 0,-1 0 0 0 0,1 0 0 0 0,0 0 0 0 0,-1 0 0 0 0,1 1 0 0 0,0-1 0 0 0,-1 0 0 0 0,1 0 0 0 0,0 0 1 0 0,-1 0-1 0 0,0 0 0 0 0,1 0-1 0 0,-1 0 1 0 0,1 0 0 0 0,-1 1 0 0 0,1-1-1 0 0,-1 0 1 0 0,0 0 0 0 0,1 1-1 0 0,-1-1 1 0 0,1 0 0 0 0,-1 0-1 0 0,1 1 1 0 0,-1-1 0 0 0,1 1-1 0 0,-1-1 1 0 0,1 0 0 0 0,0 1-1 0 0,-1-1 1 0 0,1 1 0 0 0,0-1 0 0 0,-1 1-1 0 0,1-1 1 0 0,0 1 0 0 0,-1-1-1 0 0,1 1 1 0 0,0 0 0 0 0,0 0-1 0 0,2 47-2 0 0,-1-45 19 0 0,17 19 103 0 0,20-27-202 0 0,-33 3 55 0 0,13-2-105 0 0,1 0 76 0 0,0 1 0 0 0,1 1 0 0 0,0 1 0 0 0,-1 0 0 0 0,35 4 1 0 0,4-1 58 0 0,-45-3 5 0 0,-1 0-1 0 0,1-1 1 0 0,-1-1-1 0 0,0 0 1 0 0,0-1-1 0 0,0 0 1 0 0,0-1 0 0 0,-1 0-1 0 0,0-1 1 0 0,0 0-1 0 0,0-1 1 0 0,-1 0-1 0 0,13-11 1 0 0,-22 17-6 0 0,2-1 7 0 0,1-1 1 0 0,-1 0 0 0 0,0 0 0 0 0,1 0 0 0 0,-2 0-1 0 0,1-1 1 0 0,0 1 0 0 0,0-1 0 0 0,-1 1 0 0 0,0-1-1 0 0,0 0 1 0 0,0 0 0 0 0,0 0 0 0 0,2-9 0 0 0,0 2 21 0 0,0-13 319 0 0,-4 22-247 0 0,0 0 0 0 0,0-1 0 0 0,0 1 0 0 0,0 0 0 0 0,1 0 0 0 0,-1 0 0 0 0,1-1 0 0 0,0 1 0 0 0,0 0 0 0 0,-1 0 0 0 0,1 0 0 0 0,0 0 0 0 0,1 0 0 0 0,0-2 0 0 0,0 3 126 0 0,-1 5-189 0 0,1 0 1 0 0,0 0-1 0 0,0 0 1 0 0,0 0-1 0 0,0 0 1 0 0,1 0-1 0 0,0-1 1 0 0,0 1-1 0 0,0-1 1 0 0,0 0-1 0 0,0 0 1 0 0,6 4-1 0 0,42 32 453 0 0,-35-30-333 0 0,12 3 101 0 0,40-1-116 0 0,-50-9-287 0 0,10-2-5037 0 0,-17 0 3937 0 0,-6 0-282 0 0</inkml:trace>
</inkml:ink>
</file>

<file path=ppt/ink/ink2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4:56:45.6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47 568 0 0,'0'0'2392'0'0,"9"-11"-296"0"0,1 1 169 0 0,-1 2-1945 0 0,-1-10-4461 0 0</inkml:trace>
</inkml:ink>
</file>

<file path=ppt/ink/ink2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4:56:52.5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 50 68 0 0,'0'0'883'0'0,"-1"-5"-4"0"0,0 3-1349 0 0,-3-12 2276 0 0,4 12-1264 0 0,-1 0 1 0 0,1 0-1 0 0,0 1 0 0 0,0-1 0 0 0,0 0 1 0 0,0 0-1 0 0,0 0 0 0 0,0 1 0 0 0,1-1 1 0 0,-1 0-1 0 0,1 0 0 0 0,-1 1 0 0 0,2-3 1 0 0,-1 2 263 0 0,2 6-690 0 0,4 5-64 0 0,0-1 1 0 0,-1 1-1 0 0,0 1 0 0 0,-1-1 0 0 0,0 1 0 0 0,0 0 0 0 0,-1 1 0 0 0,-1-1 0 0 0,1 1 0 0 0,-2-1 0 0 0,1 1 0 0 0,0 12 0 0 0,-2-14-18 0 0,0 1 0 0 0,-1-1-1 0 0,0 1 1 0 0,-1-1 0 0 0,0 1-1 0 0,0-1 1 0 0,-1 1 0 0 0,0-1-1 0 0,-1 0 1 0 0,0 1 0 0 0,0-1-1 0 0,-1-1 1 0 0,0 1 0 0 0,-8 12 0 0 0,11-20-2 0 0,1 0-28 0 0,0-1 0 0 0,-1 0 0 0 0,1 1 1 0 0,0-1-1 0 0,0 0 0 0 0,0 1 1 0 0,0-1-1 0 0,0 0 0 0 0,-1 1 1 0 0,1-1-1 0 0,0 0 0 0 0,0 1 0 0 0,0-1 1 0 0,-1 0-1 0 0,1 0 0 0 0,0 1 1 0 0,-1-1-1 0 0,1 0 0 0 0,0 0 1 0 0,0 1-1 0 0,-1-1 0 0 0,1 0 0 0 0,0 0 1 0 0,-1 0-1 0 0,1 0 0 0 0,0 1 1 0 0,-1-1-1 0 0,1 0 0 0 0,-1 0 1 0 0,1 0-1 0 0,0 0 0 0 0,-1 0 0 0 0,1 0 1 0 0,0 0-1 0 0,-1 0 0 0 0,1 0 1 0 0,-1 0-1 0 0,1 0 0 0 0,0 0 1 0 0,-1-1-1 0 0,1 1 0 0 0,0 0 0 0 0,-1 0 1 0 0,1 0-1 0 0,0 0 0 0 0,-1-1 1 0 0,1 1-1 0 0,0 0 0 0 0,-1 0 0 0 0,1-1 1 0 0,0 1-1 0 0,-1-1 0 0 0,0 1 0 0 0,0 0 0 0 0,0-1 0 0 0,1 1 0 0 0,-1 0 0 0 0,0-1-1 0 0,0 1 1 0 0,0-1 0 0 0,0 0 0 0 0,1 1 0 0 0,-1-1-1 0 0,0 1 1 0 0,0-1 0 0 0,1 0 0 0 0,-1 0 0 0 0,1 1 0 0 0,-1-1-1 0 0,1 0 1 0 0,-1 0 0 0 0,1 0 0 0 0,-1 0 0 0 0,1-1 0 0 0,5-23-9 0 0,-2 10-1 0 0,0-1 1 0 0,1 1-1 0 0,1-1 1 0 0,12-26-1 0 0,-15 38-2 0 0,0 0 0 0 0,1 1 0 0 0,-1-1-1 0 0,1 0 1 0 0,0 1 0 0 0,0 0 0 0 0,1-1 0 0 0,-1 1-1 0 0,0 1 1 0 0,1-1 0 0 0,0 0 0 0 0,0 1-1 0 0,0 0 1 0 0,0 0 0 0 0,0 0 0 0 0,0 0 0 0 0,0 1-1 0 0,1-1 1 0 0,-1 1 0 0 0,1 0 0 0 0,-1 1-1 0 0,5-1 1 0 0,1 1-2 0 0,0 1 0 0 0,0 0 0 0 0,-1 1-1 0 0,1 0 1 0 0,-1 1 0 0 0,1 0 0 0 0,-1 0 0 0 0,0 1 0 0 0,0 0-1 0 0,0 1 1 0 0,12 8 0 0 0,-8-5-3 0 0,1-1-1 0 0,0 0 1 0 0,19 6-1 0 0,-5-5 39 0 0,1 0 1 0 0,0-3-1 0 0,0 0 0 0 0,32 1 0 0 0,-54-6-20 0 0,-1 0 1 0 0,1 0-1 0 0,0 0 0 0 0,-1-1 0 0 0,1 0 1 0 0,-1-1-1 0 0,1 1 0 0 0,-1-1 0 0 0,1 0 1 0 0,-1-1-1 0 0,0 1 0 0 0,0-1 0 0 0,0 0 1 0 0,0-1-1 0 0,-1 0 0 0 0,0 0 0 0 0,1 0 1 0 0,-1 0-1 0 0,0-1 0 0 0,-1 0 0 0 0,1 0 1 0 0,-1 0-1 0 0,7-11 0 0 0,-10 14-9 0 0,0 0 0 0 0,0 0 0 0 0,-1-1 0 0 0,1 1 0 0 0,0 0 0 0 0,-1 0 0 0 0,1-1 0 0 0,-1 1 0 0 0,1 0 0 0 0,-1-1 0 0 0,0 1 0 0 0,0 0 0 0 0,-1-1 0 0 0,1 1 0 0 0,0 0 0 0 0,-1-1 0 0 0,1 1 0 0 0,-1 0 0 0 0,0 0 0 0 0,1 0 0 0 0,-1-1 0 0 0,0 1 0 0 0,-1 0 0 0 0,1 0 0 0 0,0 0 0 0 0,0 0 0 0 0,-1 1 1 0 0,1-1-1 0 0,-1 0 0 0 0,0 1 0 0 0,1-1 0 0 0,-1 1 0 0 0,0-1 0 0 0,0 1 0 0 0,0 0 0 0 0,0 0 0 0 0,0 0 0 0 0,0 0 0 0 0,-1 0 0 0 0,1 0 0 0 0,0 0 0 0 0,0 1 0 0 0,-1-1 0 0 0,1 1 0 0 0,0 0 0 0 0,-1 0 0 0 0,1 0 0 0 0,0 0 0 0 0,-1 0 0 0 0,1 0 0 0 0,0 0 0 0 0,0 1 0 0 0,-1-1 0 0 0,1 1 0 0 0,0 0 0 0 0,-4 1 0 0 0,3 0-5 0 0,0-1 1 0 0,0 1-1 0 0,0 0 1 0 0,0 0 0 0 0,0 0-1 0 0,1 0 1 0 0,-1 0-1 0 0,1 1 1 0 0,-1-1-1 0 0,1 1 1 0 0,0-1-1 0 0,0 1 1 0 0,0 0-1 0 0,-2 6 1 0 0,3-7 6 0 0,0 1 0 0 0,1 0-1 0 0,-1-1 1 0 0,1 1 0 0 0,0-1 0 0 0,0 1 0 0 0,0 0 0 0 0,0-1-1 0 0,1 1 1 0 0,-1 0 0 0 0,1-1 0 0 0,-1 1 0 0 0,1-1 0 0 0,0 1-1 0 0,0-1 1 0 0,0 1 0 0 0,0-1 0 0 0,1 0 0 0 0,-1 0 0 0 0,1 1-1 0 0,2 2 1 0 0,1 1-6 0 0,0-1 0 0 0,1 0 0 0 0,0 0 1 0 0,0 0-1 0 0,0-1 0 0 0,0 0 0 0 0,1 0 0 0 0,-1 0 0 0 0,1-1 0 0 0,0 0 0 0 0,0 0 0 0 0,0-1 1 0 0,0 0-1 0 0,1 0 0 0 0,-1-1 0 0 0,1 0 0 0 0,-1 0 0 0 0,1-1 0 0 0,-1 0 0 0 0,1 0 0 0 0,-1-1 1 0 0,1 1-1 0 0,8-4 0 0 0,3 1-71 0 0,0-1-1 0 0,-1-1 1 0 0,0-1 0 0 0,1-1 0 0 0,-2 0 0 0 0,1-1 0 0 0,32-21-1 0 0,-36 20 48 0 0,-7 4 53 0 0,0 1-1 0 0,0-1 1 0 0,0 0-1 0 0,-1-1 1 0 0,0 0-1 0 0,0 0 1 0 0,8-10-1 0 0,-14 16 99 0 0,15-10 565 0 0,-6 3 94 0 0,-3 24-728 0 0,-5-11-47 0 0,0-1 0 0 0,0 1-1 0 0,0-1 1 0 0,1 1 0 0 0,0-1 0 0 0,0 1-1 0 0,0-1 1 0 0,1 0 0 0 0,-1 0-1 0 0,1 0 1 0 0,1 0 0 0 0,5 6 0 0 0,-8-10-45 0 0,11 6-126 0 0,15-1-39 0 0,1-2 0 0 0,0-1 1 0 0,0 0-1 0 0,0-3 1 0 0,0 0-1 0 0,40-6 0 0 0,-26-7 203 0 0,-40 12 44 0 0,0 0 1 0 0,0 0-1 0 0,-1 0 1 0 0,1-1 0 0 0,-1 1-1 0 0,1 0 1 0 0,-1-1-1 0 0,1 0 1 0 0,-1 1 0 0 0,0-1-1 0 0,0 0 1 0 0,0 1-1 0 0,0-1 1 0 0,0 0 0 0 0,0 0-1 0 0,0 0 1 0 0,0-3-1 0 0,0-1 30 0 0,0 0-1 0 0,-1 0 1 0 0,0 0-1 0 0,0-1 1 0 0,-1 1-1 0 0,0 0 1 0 0,0 0-1 0 0,0 0 1 0 0,0 0-1 0 0,-1 0 0 0 0,0 1 1 0 0,-1-1-1 0 0,1 0 1 0 0,-1 1-1 0 0,-5-8 1 0 0,-1-5-955 0 0,8 16 75 0 0</inkml:trace>
</inkml:ink>
</file>

<file path=ppt/ink/ink2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4:56:53.0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389 52 768 0 0,'0'-1'155'0'0,"1"0"0"0"0,0 0 0 0 0,-1-1 0 0 0,1 1 1 0 0,-1 0-1 0 0,1-1 0 0 0,-1 1 0 0 0,0-1 0 0 0,1 1 0 0 0,-1-1 0 0 0,0 1 0 0 0,0 0 0 0 0,0-1 0 0 0,0 1 1 0 0,0-1-1 0 0,0 1 0 0 0,-1-1 0 0 0,1 1 0 0 0,0-1 0 0 0,-1 1 0 0 0,1 0 0 0 0,-1-1 0 0 0,0 1 0 0 0,1 0 1 0 0,-1 0-1 0 0,0-1 0 0 0,0 1 0 0 0,0 0 0 0 0,0 0 0 0 0,0 0 0 0 0,0 0 0 0 0,0 0 0 0 0,0 0 0 0 0,0 0 0 0 0,0 0 1 0 0,0 1-1 0 0,-1-1 0 0 0,1 0 0 0 0,0 1 0 0 0,-1-1 0 0 0,1 1 0 0 0,0-1 0 0 0,-1 1 0 0 0,1-1 0 0 0,-1 1 1 0 0,1 0-1 0 0,-1 0 0 0 0,1 0 0 0 0,-1 0 0 0 0,-1 0 0 0 0,-6 0 84 0 0,0 0 0 0 0,0 1-1 0 0,1 0 1 0 0,-1 0 0 0 0,0 1 0 0 0,1 0 0 0 0,-11 4-1 0 0,16-5-198 0 0,0 0-1 0 0,0 0 0 0 0,0 1 1 0 0,1-1-1 0 0,-1 1 0 0 0,0 0 1 0 0,1 0-1 0 0,0 0 0 0 0,-1 0 1 0 0,1 1-1 0 0,0-1 0 0 0,0 0 1 0 0,0 1-1 0 0,0 0 0 0 0,1-1 1 0 0,-1 1-1 0 0,1 0 0 0 0,-1 0 1 0 0,1 0-1 0 0,0 0 0 0 0,0 0 1 0 0,0 0-1 0 0,1 0 0 0 0,-1 0 1 0 0,1 0-1 0 0,0 0 0 0 0,0 1 1 0 0,0-1-1 0 0,0 0 0 0 0,1 3 1 0 0,1 12 22 0 0,2 0 0 0 0,0 0 0 0 0,1 0 0 0 0,10 22 1 0 0,5 23 40 0 0,-19-59-104 0 0,0 1 1 0 0,0-1 0 0 0,-1 1-1 0 0,0-1 1 0 0,0 1 0 0 0,0-1-1 0 0,-1 1 1 0 0,1-1-1 0 0,-1 0 1 0 0,0 1 0 0 0,0-1-1 0 0,-1 0 1 0 0,1 1-1 0 0,-1-1 1 0 0,0 0 0 0 0,0 0-1 0 0,0 0 1 0 0,-1 0 0 0 0,1-1-1 0 0,-1 1 1 0 0,0-1-1 0 0,0 1 1 0 0,0-1 0 0 0,-1 0-1 0 0,1 0 1 0 0,-1-1 0 0 0,1 1-1 0 0,-8 3 1 0 0,3-3 7 0 0,1 0 0 0 0,-1 0 1 0 0,0-1-1 0 0,1 0 0 0 0,-1-1 1 0 0,0 1-1 0 0,0-1 0 0 0,0-1 1 0 0,0 0-1 0 0,-1 0 0 0 0,1-1 1 0 0,0 1-1 0 0,0-2 0 0 0,1 1 0 0 0,-11-4 1 0 0,-2-1-31 0 0,16 6-61 0 0,0 0 0 0 0,1-1 1 0 0,-1 0-1 0 0,1 0 0 0 0,-1 0 0 0 0,1 0 0 0 0,-1 0 1 0 0,1-1-1 0 0,0 1 0 0 0,0-1 0 0 0,0 0 1 0 0,-1 0-1 0 0,2 0 0 0 0,-1 0 0 0 0,0-1 0 0 0,0 1 1 0 0,1-1-1 0 0,0 0 0 0 0,-1 0 0 0 0,-1-3 1 0 0,3 3-324 0 0,1 1-1 0 0,0 0 1 0 0,0 0 0 0 0,0-1 0 0 0,0 1 0 0 0,0 0 0 0 0,1-1 0 0 0,-1 1-1 0 0,1 0 1 0 0,-1 0 0 0 0,1-1 0 0 0,0 1 0 0 0,2-3 0 0 0,4-9-2323 0 0</inkml:trace>
</inkml:ink>
</file>

<file path=ppt/ink/ink2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4:56:53.4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53 7 532 0 0,'3'-6'10407'0'0,"6"67"-8941"0"0,-5-39-1139 0 0,-1 1 0 0 0,-1-1 0 0 0,0 1 0 0 0,-2 0 0 0 0,-3 30 0 0 0,-1-33-1103 0 0,0 0 0 0 0,-1 0 0 0 0,-1 0 0 0 0,-17 37 0 0 0,13-44-1023 0 0,3-9-2163 0 0,-6 4 1304 0 0</inkml:trace>
</inkml:ink>
</file>

<file path=ppt/ink/ink2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4:56:54.0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1 563 448 0 0,'275'-111'8168'0'0,"-258"108"-5166"0"0,-22 14-1112 0 0,1-5-2360 0 0,2-2 581 0 0,3 7-317 0 0,4-9 121 0 0,1-1 1 0 0,0 0-1 0 0,0-1 0 0 0,0 1 0 0 0,0-1 0 0 0,0 0 0 0 0,0-1 0 0 0,0 1 1 0 0,0-1-1 0 0,0-1 0 0 0,0 1 0 0 0,0-1 0 0 0,-1 0 0 0 0,1 0 1 0 0,10-6-1 0 0,12-6-262 0 0,43-30 1 0 0,-69 42 335 0 0,19-12-81 0 0,0-2-1 0 0,-1 0 1 0 0,0-2 0 0 0,-2 0 0 0 0,0-1 0 0 0,24-34 0 0 0,-32 40 168 0 0,-2-1 1 0 0,0 0-1 0 0,-1 0 0 0 0,0-1 1 0 0,-2 1-1 0 0,1-2 1 0 0,-2 1-1 0 0,0 0 0 0 0,0-1 1 0 0,-2 0-1 0 0,2-30 1 0 0,-4 44-23 0 0,0 0 0 0 0,0 0 0 0 0,0-1 0 0 0,0 1 1 0 0,-1 0-1 0 0,1-1 0 0 0,-1 1 0 0 0,1 0 0 0 0,-1 0 1 0 0,0 0-1 0 0,0 0 0 0 0,0 0 0 0 0,0-1 0 0 0,-3-2 1 0 0,3 4-35 0 0,0 0 0 0 0,1 0 1 0 0,-1 1-1 0 0,-1-1 1 0 0,1 0-1 0 0,0 1 0 0 0,0-1 1 0 0,0 0-1 0 0,0 1 1 0 0,0 0-1 0 0,-1-1 0 0 0,1 1 1 0 0,0 0-1 0 0,0-1 1 0 0,0 1-1 0 0,-1 0 0 0 0,1 0 1 0 0,0 0-1 0 0,-1 0 1 0 0,0 1-1 0 0,-2-1 3 0 0,0 2 1 0 0,0-1-1 0 0,0 0 1 0 0,0 1-1 0 0,0 0 0 0 0,0 0 1 0 0,0 0-1 0 0,1 0 0 0 0,-1 1 1 0 0,1-1-1 0 0,-1 1 1 0 0,1 0-1 0 0,0 0 0 0 0,-3 4 1 0 0,-3 5 13 0 0,1 0 0 0 0,1 1 0 0 0,0 0 0 0 0,0 0 0 0 0,2 1 0 0 0,-1 0 0 0 0,2 0 0 0 0,0 0 0 0 0,0 1 0 0 0,2-1 0 0 0,0 1 0 0 0,0 0 0 0 0,1-1 0 0 0,1 1 0 0 0,3 28 0 0 0,-2-34-35 0 0,0 0 0 0 0,1-1 0 0 0,-1 1 0 0 0,2 0-1 0 0,-1-1 1 0 0,1 1 0 0 0,1-1 0 0 0,-1 0 0 0 0,2 0 0 0 0,-1 0 0 0 0,1-1 0 0 0,0 0 0 0 0,0 1 0 0 0,1-2-1 0 0,0 1 1 0 0,0-1 0 0 0,1 0 0 0 0,-1 0 0 0 0,1 0 0 0 0,1-1 0 0 0,-1 0 0 0 0,1-1 0 0 0,0 0 0 0 0,0 0 0 0 0,0-1-1 0 0,0 1 1 0 0,15 2 0 0 0,-15-5-29 0 0,1 0-1 0 0,0 0 1 0 0,-1 0 0 0 0,1-1-1 0 0,0-1 1 0 0,12-1 0 0 0,-17 1 137 0 0,0 0 1 0 0,-1 1-1 0 0,1-1 1 0 0,0-1-1 0 0,0 1 0 0 0,-1-1 1 0 0,1 1-1 0 0,0-1 1 0 0,-1 0-1 0 0,0 0 1 0 0,1-1-1 0 0,-1 1 1 0 0,0 0-1 0 0,0-1 1 0 0,5-7 1038 0 0,2 5-585 0 0,-9 4-579 0 0,-1 1 1 0 0,0 0 0 0 0,0 0-1 0 0,1-1 1 0 0,-1 1-1 0 0,0 0 1 0 0,0 0-1 0 0,1 0 1 0 0,-1-1-1 0 0,0 1 1 0 0,1 0 0 0 0,-1 0-1 0 0,0 0 1 0 0,1 0-1 0 0,-1 0 1 0 0,0 0-1 0 0,1 0 1 0 0,-1 0-1 0 0,0 0 1 0 0,1 0 0 0 0,-1 0-1 0 0,0 0 1 0 0,1 0-1 0 0,-1 0 1 0 0,0 0-1 0 0,1 0 1 0 0,-1 0 0 0 0,0 0-1 0 0,0 0 1 0 0,1 0-1 0 0,-1 1 1 0 0,0-1-1 0 0,1 0 1 0 0,-1 0-1 0 0,0 0 1 0 0,0 0 0 0 0,1 1-1 0 0,-1-1 1 0 0,0 0-1 0 0,0 0 1 0 0,1 1-1 0 0,-1-1 1 0 0,0 0-1 0 0,0 1 1 0 0,0-1 0 0 0,0 0-1 0 0,1 0 1 0 0,-1 1-1 0 0,0-1 1 0 0,0 0-1 0 0,0 1 1 0 0,0-1 0 0 0,0 0-1 0 0,0 1 1 0 0,0-1-1 0 0,0 0 1 0 0,0 1-1 0 0,0-1 1 0 0,0 1-1 0 0,1 0-129 0 0,0 1-1 0 0,0-1 0 0 0,0 0 0 0 0,0 0 0 0 0,0 1 0 0 0,0-1 1 0 0,0 0-1 0 0,1 0 0 0 0,-1 0 0 0 0,0 0 0 0 0,1-1 0 0 0,-1 1 1 0 0,1 0-1 0 0,-1 0 0 0 0,1-1 0 0 0,-1 1 0 0 0,1-1 0 0 0,2 1 1 0 0,9 1-3906 0 0,-8-2 569 0 0</inkml:trace>
</inkml:ink>
</file>

<file path=ppt/ink/ink2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4:56:54.4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0 152 972 0 0,'0'0'1416'0'0,"14"-20"-112"0"0,-10 14-16 0 0,6-4-19 0 0,2-3-53 0 0,2 3-92 0 0,-4-3-164 0 0,7 2-112 0 0,-4-2-216 0 0,2 3-220 0 0,0 2-236 0 0,-3-1-248 0 0,1 0-288 0 0,2 1-372 0 0,1 3-1012 0 0,-2-1-1889 0 0</inkml:trace>
</inkml:ink>
</file>

<file path=ppt/ink/ink2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4:56:56.8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331 48 360 0 0,'-7'-6'696'0'0,"-1"1"0"0"0,-1 0 0 0 0,1 0 0 0 0,-1 1 0 0 0,0 0-1 0 0,0 1 1 0 0,0-1 0 0 0,0 2 0 0 0,0-1 0 0 0,-1 2 0 0 0,-15-2 0 0 0,23 2-654 0 0,-25 0 925 0 0,26 1-926 0 0,0-1 0 0 0,0 1 1 0 0,0 0-1 0 0,0 0 0 0 0,0 0 1 0 0,0 0-1 0 0,0 1 0 0 0,0-1 0 0 0,0 0 1 0 0,0 0-1 0 0,0 0 0 0 0,0 1 1 0 0,0-1-1 0 0,0 1 0 0 0,1-1 1 0 0,-1 1-1 0 0,0-1 0 0 0,0 1 0 0 0,0-1 1 0 0,0 1-1 0 0,1 0 0 0 0,-2 1 1 0 0,2-1 114 0 0,3 15 200 0 0,60 54 290 0 0,-62-69-641 0 0,-1 0 0 0 0,0 0 0 0 0,0 0 0 0 0,1 1 0 0 0,-1-1-1 0 0,0 0 1 0 0,0 0 0 0 0,0 1 0 0 0,0-1 0 0 0,0 0-1 0 0,-1 0 1 0 0,1 1 0 0 0,0-1 0 0 0,-1 0 0 0 0,1 0 0 0 0,-1 1-1 0 0,1-1 1 0 0,-1 0 0 0 0,1 0 0 0 0,-1 0 0 0 0,0 0-1 0 0,1 0 1 0 0,-1 0 0 0 0,0 0 0 0 0,0 0 0 0 0,0 0 0 0 0,0 0-1 0 0,0-1 1 0 0,0 1 0 0 0,0 0 0 0 0,0-1 0 0 0,0 1-1 0 0,0 0 1 0 0,-2 0 0 0 0,-38 19 68 0 0,20-12 7 0 0,1-2 0 0 0,-1 0 1 0 0,-31 4-1 0 0,1-7-7617 0 0</inkml:trace>
</inkml:ink>
</file>

<file path=ppt/ink/ink2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4:56:57.4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169 59 72 0 0,'-15'-57'9575'0'0,"14"55"-7726"0"0,-11 27-913 0 0,-6 23-186 0 0,2 0 0 0 0,-16 81 0 0 0,-16 50 142 0 0,21-96-1377 0 0,29-85 452 0 0,0 1 0 0 0,-1 0 0 0 0,1 0-1 0 0,0 0 1 0 0,0 0 0 0 0,-1 0 0 0 0,1 0-1 0 0,0 0 1 0 0,0 1 0 0 0,0-1 0 0 0,3 0-1 0 0,0 0-34 0 0,27-16-326 0 0,-20 10 199 0 0,0 0 1 0 0,0 1-1 0 0,1 0 1 0 0,0 1-1 0 0,0 1 0 0 0,19-5 1 0 0,-30 9 108 0 0,2 3-79 0 0,-4-3 162 0 0,0 0 0 0 0,1 0 0 0 0,-1 0 0 0 0,0 0 1 0 0,0 0-1 0 0,1 0 0 0 0,-1 0 0 0 0,0 0 0 0 0,0 0 0 0 0,0 0 1 0 0,1 0-1 0 0,-1 0 0 0 0,0 0 0 0 0,0 1 0 0 0,0-1 0 0 0,1 0 1 0 0,-1 0-1 0 0,0 0 0 0 0,0 0 0 0 0,0 0 0 0 0,0 1 0 0 0,0-1 1 0 0,1 0-1 0 0,-1 0 0 0 0,0 0 0 0 0,0 1 0 0 0,0-1 0 0 0,0 0 1 0 0,0 0-1 0 0,0 1 0 0 0,0-1 0 0 0,0 0 0 0 0,0 0 0 0 0,0 0 1 0 0,0 1-1 0 0,0-1 0 0 0,0 0 0 0 0,0 0 0 0 0,0 1 0 0 0,0-1 1 0 0,0 0-1 0 0,0 0 0 0 0,0 0 0 0 0,0 1 0 0 0,0-1 0 0 0,-4 7 0 0 0,-1 0-1 0 0,0-1 0 0 0,0 1 0 0 0,0-1 0 0 0,-1 0 0 0 0,0-1 0 0 0,0 0 1 0 0,0 0-1 0 0,-9 6 0 0 0,6-5-179 0 0,0 0 0 0 0,1 1 0 0 0,0 0 0 0 0,1 1 0 0 0,-8 9 0 0 0,-2-6-2013 0 0</inkml:trace>
</inkml:ink>
</file>

<file path=ppt/ink/ink2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4:56:57.8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87 87 120 0 0,'15'0'1379'0'0,"0"-2"-1"0"0,0 0 0 0 0,21-5 1 0 0,85-33 1706 0 0,-117 39-2973 0 0,57-27 1693 0 0,-60 27-1570 0 0,-1 1-223 0 0,0 0 0 0 0,0-1 0 0 0,0 1 0 0 0,0 0 0 0 0,1 0 0 0 0,-1-1 0 0 0,0 1 0 0 0,0 0 0 0 0,0 0 0 0 0,0-1 0 0 0,1 1 0 0 0,-1 0 0 0 0,0 0 0 0 0,0-1 0 0 0,0 1 0 0 0,1 0 0 0 0,-1 0 0 0 0,0 0 0 0 0,0 0 0 0 0,1-1 0 0 0,-1 1 0 0 0,0 0 0 0 0,1 0 0 0 0,-1 0 0 0 0,0 0 0 0 0,0 0 0 0 0,1 0 0 0 0,-1 0 0 0 0,0 0 0 0 0,1 0 0 0 0,-1 0 0 0 0,0 0 0 0 0,1 0 0 0 0,-1 0 0 0 0,0 0 0 0 0,0 0 0 0 0,1 0 0 0 0,-1 0 0 0 0,0 0 0 0 0,1 0 1 0 0,-1 0-1 0 0,0 0 0 0 0,0 1 0 0 0,1-1 0 0 0,-1 0 0 0 0,0 0 0 0 0,0 0 0 0 0,1 1 0 0 0,-1-1 0 0 0,0 0 0 0 0,0 0 0 0 0,0 0 0 0 0,1 1 0 0 0,-1-1 0 0 0,0 0 0 0 0,0 0 0 0 0,0 1 0 0 0,15 12 217 0 0,-11-6-183 0 0,0 1 0 0 0,-1-1 0 0 0,0 1 0 0 0,-1 0 0 0 0,0 0 1 0 0,0-1-1 0 0,-1 2 0 0 0,1 7 0 0 0,1 68 100 0 0,-3-70-113 0 0,-1 23 18 0 0,-1 0 0 0 0,-2-1 0 0 0,-2 1 0 0 0,-1-1 0 0 0,-2-1 0 0 0,-1 1 0 0 0,-17 36 0 0 0,19-52 42 0 0,-2 0-1 0 0,0-1 1 0 0,-1 0 0 0 0,0 0 0 0 0,-2-1 0 0 0,0-1-1 0 0,-1 0 1 0 0,-1-1 0 0 0,-1-1 0 0 0,0 0 0 0 0,0-1-1 0 0,-2-1 1 0 0,-22 13 0 0 0,37-23 0 0 0,-1-1 1 0 0,0 0-1 0 0,1-1 1 0 0,-1 1-1 0 0,0-1 1 0 0,0 1-1 0 0,0-1 1 0 0,0 0-1 0 0,-1-1 0 0 0,1 1 1 0 0,0-1-1 0 0,0 0 1 0 0,0 0-1 0 0,-1 0 1 0 0,1 0-1 0 0,0-1 1 0 0,0 0-1 0 0,0 1 0 0 0,-6-4 1 0 0,6 2-36 0 0,1 0 0 0 0,0 0 0 0 0,0 0 0 0 0,0-1 1 0 0,0 1-1 0 0,1-1 0 0 0,-1 0 0 0 0,1 0 0 0 0,0 0 0 0 0,-1 0 1 0 0,1 0-1 0 0,1-1 0 0 0,-1 1 0 0 0,0 0 0 0 0,1-1 0 0 0,0 1 0 0 0,0-1 1 0 0,0 0-1 0 0,0 0 0 0 0,0 1 0 0 0,0-9 0 0 0,1-3-85 0 0,0-1 0 0 0,1 1 1 0 0,1 0-1 0 0,0-1 0 0 0,1 1 0 0 0,1 0 0 0 0,0 0 0 0 0,1 0 0 0 0,0 1 0 0 0,1 0 0 0 0,1 0 1 0 0,1 0-1 0 0,0 1 0 0 0,0 0 0 0 0,15-16 0 0 0,1 0-528 0 0,1 1-1 0 0,1 1 1 0 0,2 1-1 0 0,1 1 1 0 0,38-25-1 0 0,75-31-6754 0 0,-94 56 3837 0 0</inkml:trace>
</inkml:ink>
</file>

<file path=ppt/ink/ink2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4:56:58.6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159 58 224 0 0,'-17'-4'3623'0'0,"7"4"-2392"0"0,1-1-620 0 0,0 1 1 0 0,1 0 0 0 0,-1 0-1 0 0,0 1 1 0 0,1 0 0 0 0,-1 0-1 0 0,1 1 1 0 0,-1 0 0 0 0,1 1 0 0 0,0-1-1 0 0,0 2 1 0 0,0-1 0 0 0,-11 8-1 0 0,19-11-605 0 0,0 0 0 0 0,-1 0 0 0 0,1 0 1 0 0,0 0-1 0 0,0 0 0 0 0,0 0 0 0 0,0 0 0 0 0,0 0 0 0 0,0 0 0 0 0,-1 1 0 0 0,1-1 0 0 0,0 0 0 0 0,0 0 0 0 0,0 0 0 0 0,0 0 0 0 0,0 0 1 0 0,0 0-1 0 0,0 0 0 0 0,0 1 0 0 0,0-1 0 0 0,0 0 0 0 0,0 0 0 0 0,0 0 0 0 0,0 0 0 0 0,0 0 0 0 0,0 1 0 0 0,-1-1 0 0 0,1 0 0 0 0,1 0 1 0 0,-1 0-1 0 0,0 0 0 0 0,0 1 0 0 0,0-1 0 0 0,0 0 0 0 0,0 0 0 0 0,0 0 0 0 0,0 0 0 0 0,0 0 0 0 0,0 0 0 0 0,0 1 0 0 0,0-1 0 0 0,0 0 0 0 0,0 0 1 0 0,0 0-1 0 0,0 0 0 0 0,1 0 0 0 0,-1 0 0 0 0,0 0 0 0 0,0 1 0 0 0,0-1 0 0 0,0 0 0 0 0,13 3 16 0 0,27-1-376 0 0,-24-2 214 0 0,-4 2 52 0 0,-1 1 0 0 0,1 0-1 0 0,-1 1 1 0 0,0 0 0 0 0,18 9-1 0 0,24 9-200 0 0,-50-21 284 0 0,0 0 0 0 0,1 0 0 0 0,0 0 0 0 0,-1-1 0 0 0,1 0 0 0 0,-1 0 0 0 0,1 0 0 0 0,-1 0 0 0 0,1 0 0 0 0,0-1 0 0 0,-1 1 0 0 0,1-1 0 0 0,-1 0 0 0 0,0 0 0 0 0,1 0 0 0 0,-1-1 0 0 0,0 1 0 0 0,1-1 0 0 0,-1 0 0 0 0,0 0 0 0 0,0 0 0 0 0,-1 0 0 0 0,1 0 0 0 0,0-1 0 0 0,-1 1 0 0 0,1-1 0 0 0,3-5 0 0 0,-1 1 202 0 0,-1 0 0 0 0,1 0 0 0 0,-2-1 0 0 0,1 1 0 0 0,-1-1 0 0 0,0 0 0 0 0,0 0 0 0 0,-1 0 0 0 0,0 0 0 0 0,1-10 0 0 0,-3-1 1475 0 0,-4 32-1061 0 0,-10 53-768 0 0,8-36 348 0 0,-112 555 163 0 0,107-545-325 0 0,8-33 78 0 0,1 1-1 0 0,0-1 1 0 0,0 1-1 0 0,1-1 1 0 0,-1 11-1 0 0,0-36 577 0 0,1 3-621 0 0,0 0 1 0 0,1 1 0 0 0,3-21 0 0 0,4-15-105 0 0,3 1-1 0 0,2 0 1 0 0,2 1-1 0 0,2 1 1 0 0,3 0-1 0 0,1 1 1 0 0,2 1-1 0 0,42-63 1 0 0,-57 98 14 0 0,1 1 0 0 0,0 0 0 0 0,0 0 0 0 0,1 1 0 0 0,0 0 0 0 0,0 1 1 0 0,1 0-1 0 0,0 0 0 0 0,14-6 0 0 0,-23 12 21 0 0,1 0 0 0 0,-1 0 0 0 0,1 1 0 0 0,0-1 0 0 0,-1 1 0 0 0,1-1 1 0 0,-1 1-1 0 0,1-1 0 0 0,0 1 0 0 0,-1 0 0 0 0,1 0 0 0 0,0 0 0 0 0,-1 0 0 0 0,1 0 0 0 0,0 0 0 0 0,-1 1 0 0 0,1-1 0 0 0,0 1 1 0 0,-1-1-1 0 0,1 1 0 0 0,-1-1 0 0 0,1 1 0 0 0,0 0 0 0 0,-1 0 0 0 0,0 0 0 0 0,1-1 0 0 0,-1 2 0 0 0,0-1 0 0 0,1 0 0 0 0,-1 0 0 0 0,2 2 0 0 0,-2 0-2 0 0,1-1 0 0 0,-1 1-1 0 0,0-1 1 0 0,0 1-1 0 0,0-1 1 0 0,0 1 0 0 0,-1 0-1 0 0,1-1 1 0 0,-1 1-1 0 0,1 0 1 0 0,-1-1-1 0 0,0 1 1 0 0,0 0 0 0 0,0 0-1 0 0,0 0 1 0 0,-1-1-1 0 0,1 1 1 0 0,-1 0-1 0 0,-1 4 1 0 0,-1 0-40 0 0,0-1 0 0 0,0 0 0 0 0,0 1 1 0 0,-1-2-1 0 0,0 1 0 0 0,0 0 0 0 0,0-1 0 0 0,-1 0 0 0 0,0 0 0 0 0,-8 7 1 0 0,-62 38-953 0 0,37-27 615 0 0,37-22-448 0 0,-11 1-994 0 0</inkml:trace>
</inkml:ink>
</file>

<file path=ppt/ink/ink2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4:56:59.1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97 9 984 0 0,'0'0'180'0'0,"0"-1"0"0"0,0 1 0 0 0,1-1-1 0 0,-1 1 1 0 0,0-1 0 0 0,0 1 0 0 0,1-1 0 0 0,-1 1 0 0 0,0 0-1 0 0,1-1 1 0 0,-1 1 0 0 0,0 0 0 0 0,1-1 0 0 0,-1 1 0 0 0,1 0 0 0 0,-1-1-1 0 0,0 1 1 0 0,1 0 0 0 0,-1 0 0 0 0,1 0 0 0 0,-1-1 0 0 0,1 1-1 0 0,-1 0 1 0 0,1 0 0 0 0,-1 0 0 0 0,1 0 0 0 0,-1 0 0 0 0,1 0-1 0 0,-1 0 1 0 0,1 0 0 0 0,-1 0 0 0 0,1 0 0 0 0,-1 0 0 0 0,1 0-1 0 0,-1 0 1 0 0,1 0 0 0 0,-1 1 0 0 0,1-1 0 0 0,-1 0 0 0 0,1 0-1 0 0,-1 0 1 0 0,0 1 0 0 0,1-1 0 0 0,0 1 0 0 0,11 27 1958 0 0,-3 45-1019 0 0,-9-13-361 0 0,-2 0-1 0 0,-3-1 1 0 0,-2 1-1 0 0,-3-1 0 0 0,-3-1 1 0 0,-26 75-1 0 0,10-69-10 0 0,28-62-626 0 0,-2 0 33 0 0,3-1-146 0 0,0-1 0 0 0,0 0 1 0 0,0 1-1 0 0,-1-1 1 0 0,1 0-1 0 0,0 0 1 0 0,0 1-1 0 0,0-1 1 0 0,0 0-1 0 0,-1 0 1 0 0,1 0-1 0 0,0 1 1 0 0,0-1-1 0 0,0 0 1 0 0,-1 0-1 0 0,1 0 1 0 0,0 0-1 0 0,0 1 1 0 0,-1-1-1 0 0,1 0 1 0 0,0 0-1 0 0,-1 0 1 0 0,1 0-1 0 0,0 0 1 0 0,0 0-1 0 0,-1 0 1 0 0,1 0-1 0 0,0 0 1 0 0,-1 0-1 0 0,1 0 1 0 0,0 0-1 0 0,-1 0 1 0 0,1 0-1 0 0,0 0 1 0 0,0 0-1 0 0,-1 0 1 0 0,1 0-1 0 0,0 0 1 0 0,-1 0-1 0 0,1-1 1 0 0,0 1-1 0 0,0 0 0 0 0,-1 0 1 0 0,1 0-1 0 0,0 0 1 0 0,0-1-1 0 0,0 1 1 0 0,-1 0-1 0 0,1 0 1 0 0,0-1-1 0 0,-3-5-10 0 0,1 0 0 0 0,-1 0-1 0 0,1 0 1 0 0,1 0-1 0 0,-1-1 1 0 0,1 1 0 0 0,0-1-1 0 0,1 1 1 0 0,0 0-1 0 0,0-1 1 0 0,0 1 0 0 0,1-1-1 0 0,0 1 1 0 0,0-1-1 0 0,0 1 1 0 0,1 0-1 0 0,4-12 1 0 0,5-11-59 0 0,2 1-1 0 0,0 1 0 0 0,2 0 1 0 0,34-48-1 0 0,-36 58 2 0 0,1 1 0 0 0,0 0 0 0 0,1 1 0 0 0,1 0-1 0 0,0 1 1 0 0,1 1 0 0 0,36-22 0 0 0,-50 34 40 0 0,-1-1 0 0 0,1 1 1 0 0,-1 0-1 0 0,1 0 1 0 0,-1 0-1 0 0,1 0 0 0 0,0 1 1 0 0,0-1-1 0 0,-1 1 1 0 0,1-1-1 0 0,0 1 0 0 0,0 0 1 0 0,0 0-1 0 0,-1 1 0 0 0,1-1 1 0 0,0 0-1 0 0,5 2 1 0 0,-7-1 12 0 0,0 0 1 0 0,0 0 0 0 0,0 0 0 0 0,0 0 0 0 0,0 0-1 0 0,0 0 1 0 0,0 0 0 0 0,0 0 0 0 0,-1 0 0 0 0,1 0-1 0 0,0 1 1 0 0,-1-1 0 0 0,1 0 0 0 0,-1 0-1 0 0,1 1 1 0 0,-1-1 0 0 0,1 0 0 0 0,-1 1 0 0 0,0-1-1 0 0,0 1 1 0 0,0-1 0 0 0,0 0 0 0 0,0 1 0 0 0,0-1-1 0 0,0 1 1 0 0,0-1 0 0 0,-1 0 0 0 0,1 1-1 0 0,0-1 1 0 0,-1 0 0 0 0,1 1 0 0 0,-1-1 0 0 0,0 0-1 0 0,1 0 1 0 0,-2 2 0 0 0,-3 6 23 0 0,1 0 0 0 0,-2 0 1 0 0,0 0-1 0 0,0-1 0 0 0,0 0 0 0 0,-1 0 0 0 0,0-1 1 0 0,-15 13-1 0 0,6-7-997 0 0,-1-1 1 0 0,0 0 0 0 0,-22 10 0 0 0,28-18-1748 0 0</inkml:trace>
</inkml:ink>
</file>

<file path=ppt/ink/ink2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4:57:00.1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0 461 740 0 0,'0'0'3110'0'0,"4"-2"-2181"0"0,15-9-193 0 0,-1-2-1 0 0,0 0 1 0 0,0 0-1 0 0,-2-2 1 0 0,0 0 0 0 0,0-1-1 0 0,-2-1 1 0 0,0 0-1 0 0,0-1 1 0 0,10-20 0 0 0,-9 10-201 0 0,0-1 1 0 0,-2-1 0 0 0,-1 0 0 0 0,-1-1 0 0 0,-2-1 0 0 0,6-38 0 0 0,-13 52 380 0 0,-4 14-277 0 0,-11 21-143 0 0,7-7-601 0 0,-2 1 118 0 0,2 2-1 0 0,0-1 0 0 0,0 1 0 0 0,1-1 0 0 0,0 1 0 0 0,1 1 0 0 0,1-1 0 0 0,-3 26 1 0 0,3-9-4 0 0,1 0 0 0 0,5 55 1 0 0,8-22 28 0 0,-11-59-60 0 0,1 0 0 0 0,1 0 1 0 0,-1-1-1 0 0,0 1 0 0 0,1 0 0 0 0,0-1 1 0 0,0 1-1 0 0,0-1 0 0 0,0 1 0 0 0,1-1 1 0 0,-1 0-1 0 0,6 6 0 0 0,-4-7-3 0 0,0 0 1 0 0,0-1-1 0 0,0 1 1 0 0,0-1-1 0 0,1 0 0 0 0,-1 0 1 0 0,0 0-1 0 0,0 0 0 0 0,1-1 1 0 0,-1 0-1 0 0,0 1 1 0 0,1-2-1 0 0,-1 1 0 0 0,0 0 1 0 0,1-1-1 0 0,-1 0 1 0 0,0 0-1 0 0,0 0 0 0 0,5-3 1 0 0,9-3 7 0 0,0-1 1 0 0,32-21-1 0 0,-27 16 44 0 0,-21 11 99 0 0,-2 2-124 0 0,0 0 0 0 0,1 0 0 0 0,-1 0-1 0 0,0 0 1 0 0,0-1 0 0 0,1 1-1 0 0,-1 0 1 0 0,0 0 0 0 0,0 0 0 0 0,1 0-1 0 0,-1 0 1 0 0,0 0 0 0 0,1 0 0 0 0,-1 0-1 0 0,0 0 1 0 0,1 0 0 0 0,-1 0-1 0 0,0 0 1 0 0,1 0 0 0 0,-1 0 0 0 0,0 0-1 0 0,0 0 1 0 0,1 0 0 0 0,-1 0 0 0 0,0 1-1 0 0,1-1 1 0 0,-1 0 0 0 0,0 0 0 0 0,0 0-1 0 0,1 0 1 0 0,-1 1 0 0 0,0-1-1 0 0,0 0 1 0 0,0 0 0 0 0,1 0 0 0 0,-1 1-1 0 0,0-1 1 0 0,0 0 0 0 0,0 0 0 0 0,0 1-1 0 0,1-1 1 0 0,-1 1 0 0 0,-3 11-34 0 0,1-8 29 0 0,0 1-30 0 0,3-4-1 0 0,-1 1 1 0 0,0-1-1 0 0,0 0 1 0 0,1 1-1 0 0,-1-1 1 0 0,1 1-1 0 0,-1-1 0 0 0,1 1 1 0 0,0-1-1 0 0,-1 0 1 0 0,1 0-1 0 0,0 1 0 0 0,0-1 1 0 0,0 0-1 0 0,0 0 1 0 0,0 0-1 0 0,0 0 1 0 0,2 2-1 0 0,5-3-8 0 0,0 0 0 0 0,-1-1 0 0 0,1 0 1 0 0,0 0-1 0 0,-1-1 0 0 0,1 0 0 0 0,-1 0 0 0 0,13-6 0 0 0,12-3-76 0 0,-30 11 98 0 0,2 1-46 0 0,-1 0 64 0 0,0 0-1 0 0,0 1 1 0 0,-1-1-1 0 0,1 1 1 0 0,-1-1-1 0 0,1 1 1 0 0,-1 0 0 0 0,0 0-1 0 0,0 0 1 0 0,0 0-1 0 0,0 0 1 0 0,0 0-1 0 0,0 1 1 0 0,0-1-1 0 0,1 5 1 0 0,19 50 89 0 0,-15-35-35 0 0,-2 0 1 0 0,0 1 0 0 0,-2 0-1 0 0,0-1 1 0 0,-2 1 0 0 0,-1 0-1 0 0,0 0 1 0 0,-2 0 0 0 0,0 0 0 0 0,-2 0-1 0 0,0-1 1 0 0,-2 1 0 0 0,0-1-1 0 0,-2 0 1 0 0,0-1 0 0 0,-1 0 0 0 0,-2 0-1 0 0,0-1 1 0 0,-16 22 0 0 0,25-39-37 0 0,0 0 0 0 0,-1 0 1 0 0,0 0-1 0 0,0-1 1 0 0,1 1-1 0 0,-1-1 0 0 0,-1 1 1 0 0,1-1-1 0 0,0 0 1 0 0,0 0-1 0 0,-1 0 0 0 0,0-1 1 0 0,1 1-1 0 0,-1-1 1 0 0,0 0-1 0 0,1 0 0 0 0,-1 0 1 0 0,0-1-1 0 0,0 1 1 0 0,-4-1-1 0 0,5 0-12 0 0,1-1 1 0 0,-1 1-1 0 0,1-1 0 0 0,-1 0 0 0 0,1 0 1 0 0,0 1-1 0 0,-1-2 0 0 0,1 1 0 0 0,0 0 1 0 0,0 0-1 0 0,0-1 0 0 0,0 1 0 0 0,0-1 1 0 0,0 0-1 0 0,0 1 0 0 0,1-1 0 0 0,-1 0 1 0 0,0 0-1 0 0,1 0 0 0 0,0 0 1 0 0,-1 0-1 0 0,1-1 0 0 0,0 1 0 0 0,0 0 1 0 0,0-1-1 0 0,0 1 0 0 0,1 0 0 0 0,-1-1 1 0 0,1 1-1 0 0,-1-1 0 0 0,1-3 0 0 0,0-6-57 0 0,-1 0 1 0 0,2 1-1 0 0,0-1 0 0 0,0 0 0 0 0,1 0 0 0 0,1 1 0 0 0,0-1 0 0 0,0 1 0 0 0,1 0 0 0 0,1 0 0 0 0,5-11 0 0 0,1 1-77 0 0,1 1 0 0 0,0 0 0 0 0,1 1-1 0 0,28-29 1 0 0,117-105-616 0 0,-132 131 718 0 0,0 2 1 0 0,1 1 0 0 0,2 2 0 0 0,48-24-1 0 0,-75 40 67 0 0,1-1 0 0 0,-1 1 0 0 0,1 0 0 0 0,-1 0 0 0 0,1 0 0 0 0,0 1 0 0 0,-1-1 0 0 0,1 1 0 0 0,0-1-1 0 0,0 1 1 0 0,-1 0 0 0 0,1 0 0 0 0,0 0 0 0 0,0 0 0 0 0,-1 1 0 0 0,1-1 0 0 0,0 1 0 0 0,0-1-1 0 0,-1 1 1 0 0,1 0 0 0 0,-1 0 0 0 0,1 0 0 0 0,-1 1 0 0 0,1-1 0 0 0,-1 1 0 0 0,3 1 0 0 0,-2 1 29 0 0,0 0-1 0 0,0-1 1 0 0,0 1 0 0 0,-1 0 0 0 0,0 1 0 0 0,0-1 0 0 0,0 0 0 0 0,0 0 0 0 0,-1 1 0 0 0,0-1 0 0 0,1 1 0 0 0,-2-1 0 0 0,2 8 0 0 0,-2-9-2 0 0,-5 18 24 0 0,4-16-272 0 0,-1 0 0 0 0,0 0 0 0 0,0-1 0 0 0,0 1 0 0 0,-1-1-1 0 0,0 1 1 0 0,0-1 0 0 0,0 0 0 0 0,-6 6 0 0 0,-6 0-3208 0 0,-2-6-3923 0 0</inkml:trace>
</inkml:ink>
</file>

<file path=ppt/ink/ink2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4:57:00.4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0 197 664 0 0,'46'-193'12870'0'0,"-46"191"-13099"0"0,7 1-3305 0 0,0 0-989 0 0</inkml:trace>
</inkml:ink>
</file>

<file path=ppt/ink/ink2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4:57:00.8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159 31 324 0 0,'11'37'7542'0'0,"-10"-35"-6962"0"0,0-1-440 0 0,0 1 1 0 0,-1-1-1 0 0,1 0 0 0 0,1 1 1 0 0,-1-1-1 0 0,0 0 0 0 0,0 0 1 0 0,0 0-1 0 0,1 0 0 0 0,-1 0 1 0 0,0 0-1 0 0,1 0 0 0 0,-1 0 1 0 0,1 0-1 0 0,-1-1 0 0 0,1 1 1 0 0,-1-1-1 0 0,1 1 0 0 0,0-1 1 0 0,-1 1-1 0 0,1-1 0 0 0,-1 0 1 0 0,1 0-1 0 0,0 0 0 0 0,-1 0 1 0 0,1 0-1 0 0,0 0 0 0 0,-1 0 0 0 0,1-1 1 0 0,0 1-1 0 0,2-2 0 0 0,53-14 929 0 0,-2-12-360 0 0,-42 20-337 0 0,1 1 0 0 0,0 0-1 0 0,0 1 1 0 0,30-9 0 0 0,-43 15-196 0 0,9 16 258 0 0,-9-13-376 0 0,0 1 0 0 0,0 0 0 0 0,-1 1 1 0 0,1-1-1 0 0,-1 0 0 0 0,0 0 0 0 0,0 0 0 0 0,0 0 0 0 0,-1 0 0 0 0,0 0 1 0 0,0 0-1 0 0,0 0 0 0 0,-2 7 0 0 0,-25 50 361 0 0,25-54-369 0 0,-208 355 487 0 0,105-187-3357 0 0,41-66-5164 0 0,41-64 3373 0 0</inkml:trace>
</inkml:ink>
</file>

<file path=ppt/ink/ink2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4:57:03.5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267 93 584 0 0,'1'-2'281'0'0,"-1"-1"-1"0"0,1 0 1 0 0,0 0-1 0 0,-1 0 1 0 0,0 1-1 0 0,1-1 1 0 0,-1 0-1 0 0,0 0 1 0 0,-1 0-1 0 0,1 0 1 0 0,0 0-1 0 0,-1 1 1 0 0,1-1-1 0 0,-1 0 1 0 0,0 0-1 0 0,0 1 1 0 0,0-1-1 0 0,-1 1 1 0 0,1-1 0 0 0,0 1-1 0 0,-1-1 1 0 0,0 1-1 0 0,0 0 1 0 0,1 0-1 0 0,-1-1 1 0 0,0 1-1 0 0,-1 1 1 0 0,1-1-1 0 0,0 0 1 0 0,-4-2-1 0 0,1 2-155 0 0,0 0-1 0 0,0 0 0 0 0,0 1 1 0 0,0-1-1 0 0,-1 1 1 0 0,1 0-1 0 0,-1 0 0 0 0,1 1 1 0 0,-1 0-1 0 0,1 0 0 0 0,-1 0 1 0 0,1 0-1 0 0,-1 1 1 0 0,1 0-1 0 0,-6 2 0 0 0,-65 23 556 0 0,70-24-616 0 0,-1 1-1 0 0,1 1 1 0 0,0-1-1 0 0,0 1 1 0 0,0 0-1 0 0,0 0 1 0 0,1 1-1 0 0,-10 9 1 0 0,15-13-57 0 0,-1 0 0 0 0,1-1 1 0 0,-1 1-1 0 0,0 0 0 0 0,1-1 1 0 0,-1 1-1 0 0,1 0 0 0 0,-1 0 0 0 0,1 0 1 0 0,0 0-1 0 0,-1-1 0 0 0,1 1 1 0 0,0 0-1 0 0,0 0 0 0 0,0 0 1 0 0,-1 0-1 0 0,1 0 0 0 0,0 0 0 0 0,0 0 1 0 0,0 0-1 0 0,1 0 0 0 0,-1 0 1 0 0,0-1-1 0 0,0 1 0 0 0,0 0 0 0 0,1 0 1 0 0,-1 1-1 0 0,1-1-3 0 0,1 1 0 0 0,-1-1 1 0 0,0 0-1 0 0,0 0 0 0 0,1 0 0 0 0,-1 0 0 0 0,1 0 1 0 0,-1 0-1 0 0,1 0 0 0 0,-1-1 0 0 0,1 1 0 0 0,-1 0 1 0 0,4 0-1 0 0,55 7-51 0 0,-57-8 46 0 0,3 0-2 0 0,7 0-14 0 0,1 1 1 0 0,-1 1 0 0 0,0-1 0 0 0,0 2 0 0 0,14 4-1 0 0,-23-6 13 0 0,0 1-1 0 0,-1 0 0 0 0,1 0 1 0 0,-1 0-1 0 0,0 0 0 0 0,1 1 1 0 0,-1-1-1 0 0,0 1 0 0 0,0-1 0 0 0,-1 1 1 0 0,1 0-1 0 0,0 1 0 0 0,-1-1 1 0 0,0 0-1 0 0,0 1 0 0 0,0-1 1 0 0,0 1-1 0 0,-1-1 0 0 0,1 1 1 0 0,-1 0-1 0 0,2 5 0 0 0,0 9 0 0 0,0 1-1 0 0,-2-1 1 0 0,0 1-1 0 0,0-1 1 0 0,-2 1 0 0 0,0 0-1 0 0,-5 21 1 0 0,-1-7 0 0 0,0-1 0 0 0,-2 0 1 0 0,-15 35-1 0 0,9-35 43 0 0,-25 44 0 0 0,-6-13 349 0 0,46-62-360 0 0,0-1 0 0 0,-1 1 0 0 0,0 0 0 0 0,1 0 1 0 0,-1-1-1 0 0,1 1 0 0 0,-1 0 0 0 0,0-1 0 0 0,0 1 0 0 0,1-1 0 0 0,-1 1 0 0 0,0-1 1 0 0,0 1-1 0 0,0-1 0 0 0,1 1 0 0 0,-1-1 0 0 0,0 0 0 0 0,0 1 0 0 0,0-1 0 0 0,0 0 1 0 0,0 0-1 0 0,0 0 0 0 0,0 0 0 0 0,-1 0 0 0 0,1 0-19 0 0,0-1 0 0 0,1 1 0 0 0,-1-1 0 0 0,0 0-1 0 0,1 1 1 0 0,-1-1 0 0 0,1 0 0 0 0,-1 0 0 0 0,1 1 0 0 0,-1-1 0 0 0,1 0 0 0 0,-1 0-1 0 0,1 0 1 0 0,0 0 0 0 0,-1 1 0 0 0,1-1 0 0 0,0 0 0 0 0,0 0 0 0 0,-1-1 0 0 0,0-43-27 0 0,6 16-44 0 0,1 1 0 0 0,2 0 0 0 0,1 0 1 0 0,0 1-1 0 0,3 0 0 0 0,0 0 1 0 0,22-34-1 0 0,-2 11-97 0 0,2 1 0 0 0,63-69-1 0 0,-83 103 113 0 0,1 1 0 0 0,1 0-1 0 0,28-21 1 0 0,-40 32 35 0 0,0 1 1 0 0,0-1-1 0 0,0 0 1 0 0,0 1-1 0 0,1 0 0 0 0,-1 0 1 0 0,0 0-1 0 0,1 1 0 0 0,0-1 1 0 0,-1 1-1 0 0,1 0 0 0 0,0 1 1 0 0,-1-1-1 0 0,1 1 1 0 0,0 0-1 0 0,0 0 0 0 0,-1 0 1 0 0,1 1-1 0 0,0-1 0 0 0,0 1 1 0 0,-1 0-1 0 0,6 2 0 0 0,-7-1 5 0 0,0 0 0 0 0,0 0 0 0 0,0 1-1 0 0,0-1 1 0 0,-1 1 0 0 0,1-1-1 0 0,-1 1 1 0 0,1 0 0 0 0,-1 0-1 0 0,0 0 1 0 0,0 0 0 0 0,0 1-1 0 0,-1-1 1 0 0,1 0 0 0 0,-1 1-1 0 0,0-1 1 0 0,0 1 0 0 0,1 4-1 0 0,0 6 131 0 0,0 0-1 0 0,-1 0 1 0 0,-1 18-1 0 0,0-20 162 0 0,0-9 1295 0 0,3-9-1474 0 0,10-20-362 0 0,2 2 0 0 0,0 0 0 0 0,36-43 0 0 0,-36 50-1888 0 0,1 1 0 0 0,1 1 0 0 0,23-17 0 0 0,-27 24-647 0 0</inkml:trace>
</inkml:ink>
</file>

<file path=ppt/ink/ink2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4:57:03.9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174 25 144 0 0,'0'0'6326'0'0,"-4"-4"-5862"0"0,2 2-353 0 0,0 1 1 0 0,0 0-1 0 0,1-1 1 0 0,-1 1-1 0 0,0-1 1 0 0,1 0-1 0 0,-1 1 1 0 0,0-1-1 0 0,1 0 1 0 0,-2-3-1 0 0,-19 15 621 0 0,8-2-410 0 0,1 0 0 0 0,0 0 0 0 0,0 1 0 0 0,1 1 0 0 0,0 0 0 0 0,1 0 0 0 0,0 1 0 0 0,-11 15 0 0 0,21-25-314 0 0,1-1 1 0 0,-1 1-1 0 0,1-1 1 0 0,0 1-1 0 0,-1-1 1 0 0,1 1-1 0 0,-1-1 1 0 0,1 1-1 0 0,0-1 1 0 0,-1 1-1 0 0,1-1 1 0 0,0 1-1 0 0,-1 0 1 0 0,1-1-1 0 0,0 1 1 0 0,0 0-1 0 0,0-1 1 0 0,0 1-1 0 0,0 0 1 0 0,0-1-1 0 0,0 1 1 0 0,0 0-1 0 0,0-1 1 0 0,0 1-1 0 0,0 0 1 0 0,0-1-1 0 0,0 1 0 0 0,0 0 1 0 0,1-1-1 0 0,-1 2 1 0 0,19 5-22 0 0,21-10-106 0 0,-15-3-70 0 0,41-9-116 0 0,-63 14 134 0 0,0 1 0 0 0,0-1 0 0 0,1 1 0 0 0,-1 0 0 0 0,0 0 0 0 0,0 0 0 0 0,0 1 0 0 0,1-1 0 0 0,-1 1 0 0 0,0 0 0 0 0,0-1 0 0 0,0 1 0 0 0,0 1 0 0 0,0-1 0 0 0,0 0-1 0 0,2 3 1 0 0,4 5-4464 0 0</inkml:trace>
</inkml:ink>
</file>

<file path=ppt/ink/ink2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4:57:04.5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 47 700 0 0,'7'-17'8339'0'0,"3"24"-6271"0"0,-8-4-2516 0 0,1 0 650 0 0,-4 2-117 0 0,0-1 1 0 0,-1 1-1 0 0,1-1 1 0 0,-1 1-1 0 0,0-1 0 0 0,-1 0 1 0 0,1 0-1 0 0,-1 0 1 0 0,1 0-1 0 0,-1 0 0 0 0,0-1 1 0 0,-5 5-1 0 0,7-7-29 0 0,15-20-246 0 0,-7 11 160 0 0,1 1 1 0 0,1-1-1 0 0,-1 1 0 0 0,1 1 1 0 0,1 0-1 0 0,-1 0 0 0 0,21-9 1 0 0,-9 4-23 0 0,-19 10 45 0 0,0 0 0 0 0,0 0 0 0 0,0 0 1 0 0,0 0-1 0 0,0 1 0 0 0,1-1 0 0 0,-1 0 1 0 0,0 1-1 0 0,0-1 0 0 0,1 1 0 0 0,-1 0 1 0 0,0 0-1 0 0,1 0 0 0 0,-1 0 0 0 0,0 0 1 0 0,0 1-1 0 0,1-1 0 0 0,-1 1 0 0 0,0-1 1 0 0,0 1-1 0 0,0 0 0 0 0,1 0 0 0 0,-1 0 1 0 0,0 0-1 0 0,0 0 0 0 0,0 0 0 0 0,-1 0 1 0 0,1 1-1 0 0,0-1 0 0 0,0 1 0 0 0,-1 0 1 0 0,1-1-1 0 0,-1 1 0 0 0,3 3 0 0 0,-2-2 5 0 0,0 1 0 0 0,0-1-1 0 0,-1 1 1 0 0,1-1-1 0 0,0 1 1 0 0,-1 0 0 0 0,0 0-1 0 0,0 0 1 0 0,0 0-1 0 0,-1 0 1 0 0,1 0 0 0 0,-1 0-1 0 0,0 0 1 0 0,0 0 0 0 0,-1 0-1 0 0,1 0 1 0 0,-2 7-1 0 0,1-9-11 0 0,1-1 3 0 0,0-1 11 0 0,0 1-1 0 0,0-1 0 0 0,0 1 1 0 0,-1-1-1 0 0,1 1 0 0 0,0 0 1 0 0,0-1-1 0 0,0 1 0 0 0,1-1 0 0 0,-1 1 1 0 0,0 0-1 0 0,0-1 0 0 0,0 1 1 0 0,0-1-1 0 0,0 1 0 0 0,1-1 1 0 0,-1 1-1 0 0,0-1 0 0 0,1 1 1 0 0,-1-1-1 0 0,0 1 0 0 0,1-1 0 0 0,-1 1 1 0 0,0-1-1 0 0,1 1 0 0 0,-1-1 1 0 0,1 0-1 0 0,-1 1 0 0 0,1-1 1 0 0,-1 0-1 0 0,1 1 0 0 0,-1-1 1 0 0,1 0-1 0 0,-1 0 0 0 0,1 1 0 0 0,-1-1 1 0 0,2 0-1 0 0,28-16 8 0 0,-20 10-30 0 0,0 0 0 0 0,0 1 0 0 0,1 0 0 0 0,0 0 0 0 0,0 1 0 0 0,0 1 0 0 0,17-4 0 0 0,-27 7 21 0 0,-1 0 0 0 0,1 0 1 0 0,0 0-1 0 0,-1 0 0 0 0,1 1 0 0 0,-1-1 0 0 0,1 0 0 0 0,0 0 0 0 0,-1 0 0 0 0,1 1 0 0 0,-1-1 0 0 0,1 0 0 0 0,-1 0 0 0 0,1 1 0 0 0,0-1 0 0 0,-1 1 0 0 0,0-1 0 0 0,1 0 0 0 0,-1 1 1 0 0,1-1-1 0 0,-1 1 0 0 0,1-1 0 0 0,-1 1 0 0 0,0-1 0 0 0,1 1 0 0 0,-1 0 0 0 0,0-1 0 0 0,0 1 0 0 0,1-1 0 0 0,-1 1 0 0 0,0-1 0 0 0,0 1 0 0 0,0 0 0 0 0,0-1 0 0 0,0 1 0 0 0,0 0 1 0 0,0-1-1 0 0,0 1 0 0 0,0 0 0 0 0,0-1 0 0 0,0 1 0 0 0,0-1 0 0 0,0 1 0 0 0,0 0 0 0 0,-1-1 0 0 0,1 1 0 0 0,0-1 0 0 0,0 1 0 0 0,-1-1 0 0 0,0 2 0 0 0,-21 44-1103 0 0,9-17-4740 0 0</inkml:trace>
</inkml:ink>
</file>

<file path=ppt/ink/ink2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4:57:04.9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25 544 0 0,'24'-9'6449'0'0,"-23"9"-6375"0"0,0 1-1 0 0,1 0 1 0 0,-1-1-1 0 0,0 1 1 0 0,0 0-1 0 0,0 0 1 0 0,0 0-1 0 0,0 0 1 0 0,0 0-1 0 0,0 0 1 0 0,0 1-1 0 0,0-1 1 0 0,0 0-1 0 0,0 0 1 0 0,-1 1-1 0 0,1-1 1 0 0,-1 1-1 0 0,1-1 1 0 0,-1 0-1 0 0,1 1 1 0 0,-1-1-1 0 0,0 1 1 0 0,0-1-1 0 0,0 1 1 0 0,0-1-1 0 0,0 1 1 0 0,0-1-1 0 0,0 1 1 0 0,0-1-1 0 0,0 0 1 0 0,-1 1-1 0 0,1-1 1 0 0,0 1-1 0 0,-1-1 1 0 0,0 0 0 0 0,0 3-1 0 0,-2 2 93 0 0,0 1-1 0 0,0-1 1 0 0,0 0-1 0 0,-1 0 1 0 0,1 0 0 0 0,-10 10-1 0 0,12-15-73 0 0,8-11 102 0 0,22-14-202 0 0,34-20-104 0 0,-43 34 68 0 0,45-16 0 0 0,-63 25 41 0 0,1 0 0 0 0,0 1 1 0 0,0-1-1 0 0,0 1 0 0 0,0 0 1 0 0,-1 0-1 0 0,1 0 0 0 0,0 0 1 0 0,0 0-1 0 0,0 1 0 0 0,0-1 1 0 0,-1 1-1 0 0,1 0 0 0 0,0 0 1 0 0,-1 0-1 0 0,1 0 0 0 0,0 0 1 0 0,-1 1-1 0 0,1-1 0 0 0,-1 1 1 0 0,0 0-1 0 0,0-1 0 0 0,1 1 1 0 0,-1 0-1 0 0,0 0 0 0 0,-1 1 1 0 0,1-1-1 0 0,0 0 0 0 0,2 5 1 0 0,1-2 17 0 0,-4-4 22 0 0,12 2 119 0 0,-5-5-133 0 0,5-1-144 0 0,0 0-1 0 0,-1 1 1 0 0,1 1-1 0 0,0 0 1 0 0,23 2-1 0 0,-35-1 65 0 0,0 0-1 0 0,0 0 0 0 0,-1 1 1 0 0,1-1-1 0 0,0 0 0 0 0,0 1 1 0 0,-1-1-1 0 0,1 1 0 0 0,0-1 1 0 0,-1 1-1 0 0,1-1 0 0 0,0 1 1 0 0,-1 0-1 0 0,1-1 0 0 0,-1 1 1 0 0,1 0-1 0 0,-1-1 0 0 0,1 1 1 0 0,-1 0-1 0 0,0 0 0 0 0,1-1 1 0 0,-1 1-1 0 0,0 0 1 0 0,0 0-1 0 0,1 0 0 0 0,-1 1 1 0 0,2 22-2834 0 0,-2-22 2344 0 0</inkml:trace>
</inkml:ink>
</file>

<file path=ppt/ink/ink2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4:57:05.5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200 54 380 0 0,'-5'-9'512'0'0,"-10"-10"3231"0"0,-7-4 3913 0 0,18 22-7535 0 0,0 1-1 0 0,0-1 1 0 0,0 1-1 0 0,0 0 1 0 0,0 0-1 0 0,0 0 1 0 0,0 1-1 0 0,0-1 1 0 0,0 1-1 0 0,0 0 1 0 0,1 0-1 0 0,-1 1 1 0 0,0-1-1 0 0,1 1 1 0 0,-1 0-1 0 0,0-1 1 0 0,1 2-1 0 0,-5 3 1 0 0,-4 2 126 0 0,0 0-1 0 0,1 2 1 0 0,-19 19-1 0 0,29-28-260 0 0,-1 1 0 0 0,0 0 0 0 0,1 0-1 0 0,-1 0 1 0 0,1 0 0 0 0,0 0-1 0 0,0 1 1 0 0,0-1 0 0 0,0 0 0 0 0,-1 4-1 0 0,2-5-5 0 0,0-1 0 0 0,0 1-1 0 0,0 0 1 0 0,0-1 0 0 0,0 1-1 0 0,0-1 1 0 0,0 1 0 0 0,0 0 0 0 0,0-1-1 0 0,0 1 1 0 0,0-1 0 0 0,0 1-1 0 0,1 0 1 0 0,-1-1 0 0 0,0 1 0 0 0,0-1-1 0 0,1 1 1 0 0,-1-1 0 0 0,0 1-1 0 0,1-1 1 0 0,-1 0 0 0 0,1 1 0 0 0,-1-1-1 0 0,1 1 1 0 0,-1-1 0 0 0,1 1-1 0 0,2 0-60 0 0,0 0-1 0 0,-1 0 1 0 0,1-1 0 0 0,0 1-1 0 0,0-1 1 0 0,0 1-1 0 0,-1-1 1 0 0,1 0-1 0 0,0 0 1 0 0,0 0-1 0 0,0-1 1 0 0,0 1-1 0 0,-1-1 1 0 0,4 0 0 0 0,2-1-60 0 0,7-2-431 0 0,0 0 0 0 0,28-12 0 0 0,-41 15 426 0 0,-2 1 135 0 0,0 0 0 0 0,1-1 1 0 0,-1 1-1 0 0,1 0 1 0 0,-1 0-1 0 0,1-1 0 0 0,-1 1 1 0 0,1 0-1 0 0,-1 0 0 0 0,1 0 1 0 0,-1 0-1 0 0,1-1 1 0 0,-1 1-1 0 0,1 0 0 0 0,0 0 1 0 0,-1 0-1 0 0,1 0 0 0 0,-1 0 1 0 0,1 0-1 0 0,-1 1 1 0 0,1-1-1 0 0,-1 0 0 0 0,1 0 1 0 0,-1 0-1 0 0,1 0 0 0 0,-1 1 1 0 0,1-1-1 0 0,-1 0 1 0 0,1 0-1 0 0,-1 1 0 0 0,1-1 1 0 0,-1 0-1 0 0,0 1 0 0 0,1-1 1 0 0,-1 1-1 0 0,0-1 0 0 0,1 0 1 0 0,-1 1-1 0 0,0-1 1 0 0,1 1-1 0 0,-1-1 0 0 0,0 1 1 0 0,0-1-1 0 0,1 1 0 0 0,-1-1 1 0 0,0 1-1 0 0,0-1 1 0 0,0 1-1 0 0,0-1 0 0 0,0 2 1 0 0,0 19-62 0 0,1-17 74 0 0,-1-3 1 0 0,1 1-1 0 0,0-1 1 0 0,-1 0-1 0 0,1 0 1 0 0,0 0-1 0 0,0 0 0 0 0,-1 0 1 0 0,1 0-1 0 0,0 0 1 0 0,0 0-1 0 0,0 0 1 0 0,0 0-1 0 0,0-1 0 0 0,1 1 1 0 0,-1 0-1 0 0,0-1 1 0 0,0 1-1 0 0,0-1 1 0 0,0 1-1 0 0,1-1 0 0 0,-1 0 1 0 0,0 1-1 0 0,1-1 1 0 0,-1 0-1 0 0,0 0 1 0 0,1 0-1 0 0,-1 0 0 0 0,0 0 1 0 0,2 0-1 0 0,35-13 11 0 0,-31 10-19 0 0,24-9-14 0 0,-10 2-14 0 0,1 2 0 0 0,0 0 0 0 0,45-8 0 0 0,-65 15 60 0 0,2 2 20 0 0,-1 0 0 0 0,-1 0 0 0 0,1 1 0 0 0,0-1 0 0 0,0 0 0 0 0,0 1 1 0 0,-1 0-1 0 0,1-1 0 0 0,3 4 0 0 0,16 14 233 0 0,-19-18-768 0 0,1 0 1 0 0,-1 0 0 0 0,1 0-1 0 0,0 0 1 0 0,-1-1 0 0 0,1 0-1 0 0,0 0 1 0 0,-1 0 0 0 0,1 0-1 0 0,0 0 1 0 0,-1-1 0 0 0,1 1-1 0 0,5-3 1 0 0,-7 3 372 0 0,20-4-2567 0 0</inkml:trace>
</inkml:ink>
</file>

<file path=ppt/ink/ink2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4:57:08.7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1 573 92 0 0,'3'-2'699'0'0,"8"-8"232"0"0,-1 0-1 0 0,0 0 0 0 0,-1-1 0 0 0,0-1 0 0 0,0 1 1 0 0,11-22-1 0 0,40-90 1835 0 0,-45 90-2137 0 0,26-49 400 0 0,37-90 743 0 0,-77 170-1721 0 0,0 1 1 0 0,-1-1 0 0 0,1 0 0 0 0,0-1 0 0 0,0 1 0 0 0,-1 0 0 0 0,0 0 0 0 0,1 0 0 0 0,-1 0 0 0 0,0 0 0 0 0,0 0 0 0 0,0-1 0 0 0,0 1 0 0 0,0 0-1 0 0,-1 0 1 0 0,1 0 0 0 0,-1 0 0 0 0,1 0 0 0 0,-1 0 0 0 0,0 0 0 0 0,0 0 0 0 0,1 0 0 0 0,-4-4 0 0 0,2 5-35 0 0,0 0 0 0 0,0 0 0 0 0,0-1-1 0 0,0 1 1 0 0,-1 0 0 0 0,1 1 0 0 0,0-1 0 0 0,-1 0 0 0 0,1 1 0 0 0,-1-1 0 0 0,1 1 0 0 0,-1 0 0 0 0,1 0-1 0 0,0 0 1 0 0,-1 0 0 0 0,1 0 0 0 0,-1 0 0 0 0,1 1 0 0 0,-1-1 0 0 0,-2 2 0 0 0,0-1-16 0 0,0 0 1 0 0,0 1 0 0 0,0-1-1 0 0,0 1 1 0 0,1 0 0 0 0,-1 0-1 0 0,0 1 1 0 0,1 0-1 0 0,0-1 1 0 0,-1 2 0 0 0,1-1-1 0 0,0 0 1 0 0,1 1 0 0 0,-1 0-1 0 0,1-1 1 0 0,-1 1-1 0 0,1 1 1 0 0,0-1 0 0 0,1 0-1 0 0,-1 1 1 0 0,1 0 0 0 0,-2 4-1 0 0,2-4-2 0 0,1-1-1 0 0,0 0 0 0 0,1 0 1 0 0,-1 1-1 0 0,1-1 1 0 0,-1 1-1 0 0,1-1 1 0 0,0 0-1 0 0,1 1 0 0 0,-1-1 1 0 0,1 0-1 0 0,0 1 1 0 0,0-1-1 0 0,1 0 0 0 0,-1 0 1 0 0,1 0-1 0 0,0 0 1 0 0,0 0-1 0 0,0 0 1 0 0,0 0-1 0 0,1-1 0 0 0,-1 1 1 0 0,1-1-1 0 0,0 0 1 0 0,5 5-1 0 0,0-1-48 0 0,0-1 0 0 0,1 0 0 0 0,0 0 0 0 0,0-1 0 0 0,0 0 0 0 0,0 0 0 0 0,1-1 0 0 0,0-1 0 0 0,0 0 0 0 0,11 3 0 0 0,9-1-222 0 0,1-1 0 0 0,32-1 0 0 0,-5 0-73 0 0,-49-2 298 0 0,-1-1 0 0 0,0 0 0 0 0,0-1 0 0 0,0 0 0 0 0,1 0 0 0 0,8-4 1 0 0,-14 5 27 0 0,21-7 2467 0 0,-45 25-2441 0 0,-82 76 6 0 0,96-87 0 0 0,-2 2 35 0 0,1 0 0 0 0,0 1 0 0 0,-10 15 0 0 0,17-23-34 0 0,-1 1-1 0 0,1 0 1 0 0,0-1 0 0 0,-1 1-1 0 0,1 0 1 0 0,1 0 0 0 0,-1-1-1 0 0,0 1 1 0 0,1 0 0 0 0,-1 0-1 0 0,1 0 1 0 0,0 0 0 0 0,0 0-1 0 0,0 0 1 0 0,1 0 0 0 0,-1 0-1 0 0,0 0 1 0 0,1 0 0 0 0,2 4-1 0 0,-2-5-4 0 0,1 0 0 0 0,-1 0 0 0 0,1 0 0 0 0,0 0-1 0 0,-1-1 1 0 0,1 1 0 0 0,0-1 0 0 0,0 1-1 0 0,0-1 1 0 0,0 0 0 0 0,1 0 0 0 0,-1 0-1 0 0,0 0 1 0 0,0 0 0 0 0,1 0 0 0 0,-1-1 0 0 0,1 1-1 0 0,-1-1 1 0 0,4 1 0 0 0,49 2-312 0 0,-54-3 272 0 0,20-1-777 0 0,0 0 0 0 0,26-5-1 0 0,12-7-6490 0 0,-37 7 3965 0 0</inkml:trace>
</inkml:ink>
</file>

<file path=ppt/ink/ink2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4:57:09.8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27 406 700 0 0,'-5'-23'9631'0'0,"-8"52"-3938"0"0,7-11-6830 0 0,5-12 1185 0 0,0 0 0 0 0,1 0 0 0 0,0-1 0 0 0,0 1 0 0 0,1 0 0 0 0,-1 0 0 0 0,1 0 0 0 0,1 0 0 0 0,-1-1 0 0 0,1 1 0 0 0,0 0 0 0 0,0-1 0 0 0,1 0 0 0 0,-1 1 0 0 0,1-1 0 0 0,0 0 0 0 0,7 8 0 0 0,-8-11-62 0 0,0 0-1 0 0,0-1 0 0 0,0 1 1 0 0,0 0-1 0 0,1-1 0 0 0,-1 0 1 0 0,0 1-1 0 0,1-1 0 0 0,-1 0 1 0 0,1 0-1 0 0,-1 0 0 0 0,1-1 1 0 0,0 1-1 0 0,-1-1 0 0 0,1 1 1 0 0,0-1-1 0 0,4 0 0 0 0,-1 0-40 0 0,0-1 0 0 0,-1 0 0 0 0,1 0 0 0 0,0-1 0 0 0,0 1 0 0 0,0-1 0 0 0,8-5 0 0 0,5-3-178 0 0,-1-1 0 0 0,0 0-1 0 0,23-22 1 0 0,-38 31 214 0 0,0-1-1 0 0,0 0 1 0 0,0 1-1 0 0,0 0 1 0 0,1 0-1 0 0,-1 0 1 0 0,1 0-1 0 0,-1 0 1 0 0,6-1-1 0 0,-5 3 15 0 0,-1 0-1 0 0,0 0 0 0 0,0 1 0 0 0,1-1 0 0 0,-1 1 1 0 0,0 0-1 0 0,0 0 0 0 0,0 0 0 0 0,0 0 0 0 0,0 0 1 0 0,5 4-1 0 0,-2-3 3 0 0,1-1 0 0 0,-1 1 0 0 0,1-1 1 0 0,0 0-1 0 0,0 0 0 0 0,0-1 0 0 0,0 0 0 0 0,-1 0 1 0 0,1 0-1 0 0,0-1 0 0 0,0 0 0 0 0,0-1 0 0 0,11-3 1 0 0,11-5-18 0 0,44-21 0 0 0,-71 30 20 0 0,23-12 0 0 0,0-1 1 0 0,0-1 0 0 0,-2-1 0 0 0,0-1 0 0 0,-1-1 0 0 0,-1-1 0 0 0,21-24 0 0 0,-29 29 5 0 0,-2 0 1 0 0,1-1 0 0 0,-2 0-1 0 0,0-1 1 0 0,-1 0 0 0 0,0-1 0 0 0,-1 0-1 0 0,-1 0 1 0 0,-1 0 0 0 0,0-1-1 0 0,5-34 1 0 0,-10 49 65 0 0,-1 1 0 0 0,0-1 1 0 0,1 0-1 0 0,-1 0 0 0 0,0 0 1 0 0,0 0-1 0 0,0 0 0 0 0,-1 0 0 0 0,1 0 1 0 0,-1 0-1 0 0,-1-4 0 0 0,2 6-60 0 0,-1 1-1 0 0,1 0 1 0 0,-1 0 0 0 0,1 0-1 0 0,-1 0 1 0 0,1-1-1 0 0,-1 1 1 0 0,1 0 0 0 0,-1 0-1 0 0,1 0 1 0 0,-1 0-1 0 0,1 0 1 0 0,0 0 0 0 0,-1 0-1 0 0,1 0 1 0 0,-1 1 0 0 0,1-1-1 0 0,-1 0 1 0 0,1 0-1 0 0,-1 0 1 0 0,1 0 0 0 0,-1 1-1 0 0,1-1 1 0 0,0 0-1 0 0,-1 0 1 0 0,1 1 0 0 0,0-1-1 0 0,-1 0 1 0 0,1 1-1 0 0,0-1 1 0 0,-1 0 0 0 0,1 1-1 0 0,0-1 1 0 0,-1 0-1 0 0,1 1 1 0 0,0-1 0 0 0,0 1-1 0 0,-1 0 1 0 0,-6 8 12 0 0,1 1 1 0 0,0 0-1 0 0,0 0 1 0 0,-5 14-1 0 0,3-5-26 0 0,2 0 0 0 0,0 1 0 0 0,0 0 0 0 0,2 0 0 0 0,1 0 0 0 0,0 0 0 0 0,2 1 0 0 0,0-1 0 0 0,1 0 0 0 0,1 1 1 0 0,1-1-1 0 0,1 0 0 0 0,1 0 0 0 0,0 0 0 0 0,9 22 0 0 0,-12-39-25 0 0,0 0 1 0 0,0 0-1 0 0,1 0 1 0 0,-1 0-1 0 0,1 0 1 0 0,0-1-1 0 0,0 1 1 0 0,0-1-1 0 0,0 1 1 0 0,0-1-1 0 0,1 0 1 0 0,-1 0-1 0 0,0 0 1 0 0,1 0-1 0 0,0 0 1 0 0,-1 0-1 0 0,1-1 1 0 0,0 1-1 0 0,0-1 1 0 0,0 0-1 0 0,0 0 1 0 0,0 0-1 0 0,0 0 1 0 0,0 0-1 0 0,1-1 1 0 0,-1 0-1 0 0,0 1 1 0 0,0-1-1 0 0,0 0 1 0 0,1-1-1 0 0,-1 1 1 0 0,0-1-1 0 0,0 1 1 0 0,0-1-1 0 0,0 0 1 0 0,0 0-1 0 0,0 0 1 0 0,0 0-1 0 0,6-4 1 0 0,2 0 30 0 0,-1-1-1 0 0,1-1 1 0 0,-1 0 0 0 0,0 0 0 0 0,0-1 0 0 0,-1 0 0 0 0,0-1 0 0 0,-1 0 0 0 0,10-12 0 0 0,-17 20 116 0 0,0-1 51 0 0,-1 2-159 0 0,0 0 0 0 0,1 0 1 0 0,-1 0-1 0 0,0 0 0 0 0,0 0 0 0 0,0 0 1 0 0,0 0-1 0 0,0 0 0 0 0,0 0 0 0 0,0 0 1 0 0,0 0-1 0 0,0 0 0 0 0,1 0 1 0 0,-1 0-1 0 0,0 0 0 0 0,0 0 0 0 0,0 0 1 0 0,0 0-1 0 0,0 0 0 0 0,0 0 0 0 0,0 0 1 0 0,0 0-1 0 0,1 0 0 0 0,-1 0 0 0 0,0 0 1 0 0,0 0-1 0 0,0 0 0 0 0,0 0 1 0 0,0 0-1 0 0,0 0 0 0 0,0 0 0 0 0,0 0 1 0 0,1 0-1 0 0,-1 0 0 0 0,0 0 0 0 0,0 0 1 0 0,0 0-1 0 0,0 0 0 0 0,0 0 1 0 0,0-1-1 0 0,0 1 0 0 0,0 0 0 0 0,0 0 1 0 0,0 0-1 0 0,0 0 0 0 0,0 0 0 0 0,0 0 1 0 0,0 0-1 0 0,0 0 0 0 0,0-1 0 0 0,0 1 1 0 0,-1 6-22 0 0,1-4 9 0 0,-1-1-1 0 0,1 1 1 0 0,0-1-1 0 0,0 1 1 0 0,0-1 0 0 0,0 1-1 0 0,0-1 1 0 0,0 1-1 0 0,0 0 1 0 0,0-1-1 0 0,0 1 1 0 0,1-1-1 0 0,-1 1 1 0 0,1-1-1 0 0,-1 0 1 0 0,1 1-1 0 0,0-1 1 0 0,-1 1-1 0 0,1-1 1 0 0,0 0 0 0 0,1 2-1 0 0,-1-2-6 0 0,1 1 0 0 0,-1-1-1 0 0,0 0 1 0 0,1 1 0 0 0,-1-1 0 0 0,1 0 0 0 0,-1 0-1 0 0,1 0 1 0 0,-1 0 0 0 0,1 0 0 0 0,0-1 0 0 0,-1 1-1 0 0,1 0 1 0 0,0-1 0 0 0,0 1 0 0 0,0-1 0 0 0,-1 0-1 0 0,1 1 1 0 0,0-1 0 0 0,0 0 0 0 0,0 0 0 0 0,0 0-1 0 0,1-1 1 0 0,52-8-103 0 0,-30 4 53 0 0,77-4-224 0 0,-99 9 244 0 0,9 2-13 0 0,-12-2 49 0 0,0 0 0 0 0,0 0-1 0 0,1 0 1 0 0,-1 0 0 0 0,0 0 0 0 0,0 0 0 0 0,0 0 0 0 0,1 0 0 0 0,-1 0 0 0 0,0 0 0 0 0,0 0 0 0 0,1 0-1 0 0,-1 0 1 0 0,0 1 0 0 0,0-1 0 0 0,1 0 0 0 0,-1 0 0 0 0,0 0 0 0 0,0 0 0 0 0,0 0 0 0 0,1 0 0 0 0,-1 1 0 0 0,0-1-1 0 0,0 0 1 0 0,0 0 0 0 0,1 0 0 0 0,-1 0 0 0 0,0 1 0 0 0,0-1 0 0 0,0 0 0 0 0,0 0 0 0 0,0 0 0 0 0,0 1-1 0 0,0-1 1 0 0,1 0 0 0 0,-1 0 0 0 0,0 1 0 0 0,0-1 0 0 0,0 0 0 0 0,0 0 0 0 0,0 1 0 0 0,0-1 0 0 0,0 0-1 0 0,0 0 1 0 0,0 1 0 0 0,0-1 0 0 0,0 0 0 0 0,0 0 0 0 0,-1 1 0 0 0,1-1 0 0 0,0 0 0 0 0,-7 7-160 0 0,0-1-1 0 0,-1 0 1 0 0,0 0 0 0 0,0-1 0 0 0,-9 4 0 0 0,-12-1-7844 0 0</inkml:trace>
</inkml:ink>
</file>

<file path=ppt/ink/ink2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4:57:10.4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404 601 816 0 0,'-27'1'7009'0'0,"15"-8"-6217"0"0,0 1 0 0 0,1-2 1 0 0,0 1-1 0 0,0-1 1 0 0,1-1-1 0 0,0 0 0 0 0,1-1 1 0 0,-17-20-1 0 0,0-6 50 0 0,-32-55 0 0 0,51 77-733 0 0,1 0 1 0 0,1 0-1 0 0,0 0 0 0 0,1-1 0 0 0,0 0 0 0 0,1 0 1 0 0,1 0-1 0 0,0 0 0 0 0,1 0 0 0 0,1 0 0 0 0,0-1 1 0 0,1 1-1 0 0,4-21 0 0 0,-3 26-146 0 0,0 1 0 0 0,0 0 0 0 0,1-1 0 0 0,0 1 0 0 0,1 0 1 0 0,0 1-1 0 0,0-1 0 0 0,1 1 0 0 0,0-1 0 0 0,1 1 0 0 0,0 1 0 0 0,0-1 0 0 0,0 1 0 0 0,1 0 0 0 0,0 1 1 0 0,12-9-1 0 0,-19 14 7 0 0,1 1 0 0 0,-1-1 0 0 0,1 1 0 0 0,-1 0 0 0 0,1-1 0 0 0,0 1 0 0 0,-1 0 1 0 0,1-1-1 0 0,0 1 0 0 0,-1 0 0 0 0,1 0 0 0 0,0-1 0 0 0,-1 1 0 0 0,1 0 0 0 0,0 0 1 0 0,-1 0-1 0 0,1 0 0 0 0,0 0 0 0 0,-1 0 0 0 0,1 0 0 0 0,0 0 0 0 0,-1 0 0 0 0,1 1 1 0 0,0-1-1 0 0,-1 0 0 0 0,1 0 0 0 0,0 1 0 0 0,-1-1 0 0 0,1 0 0 0 0,0 1 0 0 0,0-1 0 0 0,3 23-308 0 0,-15 27 120 0 0,-4-16 120 0 0,-1-1-1 0 0,-1 0 0 0 0,-2-2 0 0 0,-2 0 0 0 0,-30 36 0 0 0,18-23 145 0 0,-41 70 0 0 0,73-113-32 0 0,0 1-1 0 0,0-1 1 0 0,1 0-1 0 0,-1 0 1 0 0,0 1-1 0 0,1-1 1 0 0,-1 1 0 0 0,1-1-1 0 0,0 1 1 0 0,0-1-1 0 0,-1 0 1 0 0,1 1-1 0 0,0-1 1 0 0,0 1 0 0 0,0-1-1 0 0,0 1 1 0 0,0-1-1 0 0,1 1 1 0 0,-1-1-1 0 0,0 1 1 0 0,1-1 0 0 0,-1 1-1 0 0,1-1 1 0 0,0 0-1 0 0,1 3 1 0 0,0-2-25 0 0,0 0 0 0 0,0 0-1 0 0,0 0 1 0 0,0-1 0 0 0,1 1 0 0 0,-1-1 0 0 0,1 1 0 0 0,-1-1 0 0 0,1 0-1 0 0,0 0 1 0 0,-1 0 0 0 0,6 1 0 0 0,10 2-360 0 0,0-2-1 0 0,1 0 1 0 0,25-1 0 0 0,-33 0-42 0 0,145-7-6357 0 0,-143 5 5633 0 0,37-2-2202 0 0</inkml:trace>
</inkml:ink>
</file>

<file path=ppt/ink/ink2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4:57:10.9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240 253 468 0 0,'0'-1'150'0'0,"0"1"-1"0"0,0-1 1 0 0,-1 1-1 0 0,1-1 1 0 0,0 1-1 0 0,0-1 1 0 0,0 1-1 0 0,-1-1 1 0 0,1 1-1 0 0,0 0 1 0 0,-1-1-1 0 0,1 1 1 0 0,0-1-1 0 0,-1 1 1 0 0,1 0-1 0 0,0-1 1 0 0,-1 1-1 0 0,1 0 1 0 0,-1-1-1 0 0,1 1 1 0 0,0 0-1 0 0,-1 0 1 0 0,1 0-1 0 0,-1-1 1 0 0,1 1-1 0 0,-1 0 1 0 0,1 0-1 0 0,-1 0 1 0 0,1 0-1 0 0,-1 0 1 0 0,1 0 0 0 0,-1 0-1 0 0,1 0 1 0 0,-1 0-1 0 0,1 0 1 0 0,-1 0-1 0 0,1 0 1 0 0,-2 0-1 0 0,-11 21 1719 0 0,-3 41-767 0 0,15-58-651 0 0,-16 143 1966 0 0,-1 1 86 0 0,18-147-2461 0 0,0-1 1 0 0,0 1-1 0 0,0 0 0 0 0,0 0 0 0 0,-1 0 1 0 0,1-1-1 0 0,0 1 0 0 0,-1 0 0 0 0,1 0 1 0 0,-1-1-1 0 0,1 1 0 0 0,-1 0 0 0 0,1-1 1 0 0,-1 1-1 0 0,1 0 0 0 0,-1-1 0 0 0,1 1 1 0 0,-1-1-1 0 0,0 1 0 0 0,1-1 0 0 0,-1 1 1 0 0,0-1-1 0 0,0 0 0 0 0,1 1 0 0 0,-1-1 1 0 0,0 0-1 0 0,0 1 0 0 0,0-1 1 0 0,1 0-1 0 0,-1 0 0 0 0,0 0 0 0 0,0 0 1 0 0,0 0-1 0 0,0 0 0 0 0,1 0 0 0 0,-1 0 1 0 0,0 0-1 0 0,0 0 0 0 0,0 0 0 0 0,0-1 1 0 0,1 1-1 0 0,-2-1 0 0 0,-27-14 484 0 0,21 8-454 0 0,1 0-1 0 0,-1 0 1 0 0,1-1 0 0 0,1 0 0 0 0,-1 0-1 0 0,2-1 1 0 0,-1 0 0 0 0,1 0 0 0 0,0 0-1 0 0,1 0 1 0 0,-4-12 0 0 0,2 0 19 0 0,0-1 1 0 0,1 0-1 0 0,-4-43 1 0 0,9 43-61 0 0,0 1 1 0 0,1-1-1 0 0,1 0 1 0 0,1 1-1 0 0,1 0 1 0 0,1 0-1 0 0,1 0 1 0 0,1 1-1 0 0,1-1 1 0 0,13-24-1 0 0,-16 34-25 0 0,1 1-1 0 0,1 1 0 0 0,0-1 0 0 0,0 1 1 0 0,0 0-1 0 0,1 1 0 0 0,1 0 0 0 0,-1 0 1 0 0,13-8-1 0 0,-14 12-14 0 0,-1 0 0 0 0,1 1 0 0 0,0 0 0 0 0,0 0 0 0 0,0 0 0 0 0,0 1 0 0 0,1 0 0 0 0,-1 1 0 0 0,0-1 0 0 0,1 1 0 0 0,-1 1 0 0 0,1 0 0 0 0,0 0 0 0 0,-1 0 0 0 0,11 2 0 0 0,-14-1-4 0 0,0 0 1 0 0,0 0 0 0 0,1 0-1 0 0,-1 0 1 0 0,0 0 0 0 0,0 1-1 0 0,0 0 1 0 0,-1 0 0 0 0,1 0-1 0 0,0 0 1 0 0,-1 1 0 0 0,1-1-1 0 0,-1 1 1 0 0,0 0 0 0 0,0 0 0 0 0,0 0-1 0 0,0 0 1 0 0,-1 1 0 0 0,1-1-1 0 0,-1 1 1 0 0,0-1 0 0 0,0 1-1 0 0,0 0 1 0 0,0 0 0 0 0,-1 0-1 0 0,1 0 1 0 0,-1 0 0 0 0,0 0-1 0 0,0 1 1 0 0,-1-1 0 0 0,0 0-1 0 0,1 1 1 0 0,-1-1 0 0 0,0 0-1 0 0,-1 0 1 0 0,1 1 0 0 0,-1-1-1 0 0,0 0 1 0 0,0 0 0 0 0,0 0-1 0 0,-1 0 1 0 0,1 0 0 0 0,-1 0 0 0 0,0 0-1 0 0,0 0 1 0 0,-1-1 0 0 0,1 1-1 0 0,-1-1 1 0 0,1 1 0 0 0,-1-1-1 0 0,0 0 1 0 0,0 0 0 0 0,-1-1-1 0 0,-4 5 1 0 0,-14 6-38 0 0,0-1 0 0 0,-1 0 0 0 0,-1-2-1 0 0,1-1 1 0 0,-1 0 0 0 0,-42 7 0 0 0,59-14-1047 0 0,-11 3 1109 0 0,12-4-3077 0 0</inkml:trace>
</inkml:ink>
</file>

<file path=ppt/ink/ink2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4:57:11.8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1 209 256 0 0,'17'-6'13356'0'0,"-17"45"-11769"0"0,0-34-1519 0 0,-1 0 0 0 0,1 0 0 0 0,0 1-1 0 0,0-1 1 0 0,1 0 0 0 0,-1 0 0 0 0,1 0 0 0 0,0 0 0 0 0,1-1 0 0 0,-1 1 0 0 0,1 0 0 0 0,0 0 0 0 0,3 6 0 0 0,-3-10-80 0 0,0 0-1 0 0,0 0 0 0 0,0 0 1 0 0,0-1-1 0 0,0 1 0 0 0,0 0 1 0 0,0-1-1 0 0,0 1 1 0 0,0-1-1 0 0,0 0 0 0 0,0 0 1 0 0,0 1-1 0 0,0-2 0 0 0,0 1 1 0 0,1 0-1 0 0,-1 0 1 0 0,0 0-1 0 0,0-1 0 0 0,0 0 1 0 0,3-1-1 0 0,42-15-130 0 0,-46 17 142 0 0,-1-1 0 0 0,0 1 0 0 0,1-1 0 0 0,-1 1 0 0 0,1-1 0 0 0,-1 1 0 0 0,1 0 0 0 0,-1-1 1 0 0,1 1-1 0 0,-1 0 0 0 0,1-1 0 0 0,-1 1 0 0 0,1 0 0 0 0,-1 0 0 0 0,1 0 0 0 0,-1-1 0 0 0,1 1 0 0 0,0 0 0 0 0,-1 0 0 0 0,1 0 0 0 0,-1 0 0 0 0,1 0 0 0 0,0 0 0 0 0,-1 0 0 0 0,1 0 0 0 0,-1 0 0 0 0,1 0 0 0 0,-1 0 0 0 0,1 1 0 0 0,0-1 0 0 0,-1 0 1 0 0,1 1-1 0 0,1 17-39 0 0,-2-17 32 0 0,0 0 1 0 0,0 0 0 0 0,-1 1 0 0 0,1-1-1 0 0,0 0 1 0 0,0 1 0 0 0,0-1 0 0 0,0 0-1 0 0,0 0 1 0 0,1 1 0 0 0,-1-1 0 0 0,0 0-1 0 0,1 0 1 0 0,-1 1 0 0 0,1-1-1 0 0,-1 0 1 0 0,1 0 0 0 0,-1 0 0 0 0,1 1-1 0 0,0-1 1 0 0,-1 0 0 0 0,1 0 0 0 0,0 0-1 0 0,0 0 1 0 0,0-1 0 0 0,0 1 0 0 0,0 0-1 0 0,0 0 1 0 0,2 0 0 0 0,9 0-30 0 0,0 0 0 0 0,0-2 1 0 0,1 1-1 0 0,-1-2 1 0 0,0 1-1 0 0,0-2 0 0 0,0 1 1 0 0,0-2-1 0 0,11-4 0 0 0,28-6-72 0 0,-33 9 78 0 0,-10 3-12 0 0,0 0 0 0 0,0 0-1 0 0,0 1 1 0 0,1 0 0 0 0,-1 0 0 0 0,0 1-1 0 0,0 0 1 0 0,12 1 0 0 0,-19-1 38 0 0,-1 0 0 0 0,0 0 0 0 0,1 0 0 0 0,-1 0 0 0 0,0 1 0 0 0,1-1 0 0 0,-1 0-1 0 0,0 0 1 0 0,1 0 0 0 0,-1 0 0 0 0,0 1 0 0 0,1-1 0 0 0,-1 0 0 0 0,0 0 0 0 0,0 0 0 0 0,1 1 0 0 0,-1-1 0 0 0,0 0 0 0 0,0 1 0 0 0,0-1 0 0 0,1 0 0 0 0,-1 0 0 0 0,0 1 0 0 0,0-1 0 0 0,0 0 0 0 0,0 1 0 0 0,0-1 0 0 0,0 0 0 0 0,0 1 0 0 0,1-1 0 0 0,-1 0 0 0 0,0 1 0 0 0,0-1 0 0 0,0 0 0 0 0,0 1 0 0 0,0-1 0 0 0,-1 1 0 0 0,1-1 0 0 0,0 0 0 0 0,0 1 0 0 0,0-1 0 0 0,0 0 0 0 0,0 1 0 0 0,0-1 0 0 0,-1 0 0 0 0,1 1 0 0 0,-47 70-489 0 0,46-69 373 0 0,9-1-375 0 0,-7-1 493 0 0,-1 1 0 0 0,0-1 1 0 0,1 0-1 0 0,-1 1 0 0 0,1-1 0 0 0,-1 0 0 0 0,0 0 1 0 0,1 0-1 0 0,-1 1 0 0 0,1-1 0 0 0,-1 0 1 0 0,1 0-1 0 0,-1 0 0 0 0,1 0 0 0 0,-1 0 1 0 0,1 0-1 0 0,-1 0 0 0 0,1 0 0 0 0,-1 0 0 0 0,1 0 1 0 0,-1 0-1 0 0,1 0 0 0 0,-1-1 0 0 0,1 1 1 0 0,-1 0-1 0 0,0 0 0 0 0,1 0 0 0 0,-1-1 1 0 0,1 1-1 0 0,-1 0 0 0 0,1-1 0 0 0,20-11-46 0 0,0-1 0 0 0,-1-1 0 0 0,-1-1 0 0 0,0-1 0 0 0,-2-1 0 0 0,1 0 0 0 0,-2-1-1 0 0,21-29 1 0 0,-1-7 582 0 0,58-115-1 0 0,-106 194 257 0 0,1 2 0 0 0,-15 51 0 0 0,23-68-749 0 0,1 1 0 0 0,0-1 0 0 0,0 1 0 0 0,1 0 0 0 0,0 0 0 0 0,1 0 0 0 0,0 0 0 0 0,1 0 0 0 0,1 0 0 0 0,-1 0 0 0 0,1-1 0 0 0,1 1 0 0 0,5 13 0 0 0,-5-21 36 0 0,-1 1 0 0 0,1-1 0 0 0,0 0 0 0 0,0 0 0 0 0,1 0 1 0 0,-1 0-1 0 0,1-1 0 0 0,-1 1 0 0 0,1-1 0 0 0,0 0 0 0 0,0 0 0 0 0,0 0 0 0 0,0-1 0 0 0,0 1 1 0 0,0-1-1 0 0,0 0 0 0 0,1 0 0 0 0,4 0 0 0 0,11 2 812 0 0,0-1 1 0 0,25 0-1 0 0,-40-3-905 0 0,-1 1 0 0 0,1 1 1 0 0,-1-1-1 0 0,1 1 0 0 0,0 0 0 0 0,-1 0 1 0 0,1 0-1 0 0,7 4 0 0 0,-11-5-663 0 0,0 1 0 0 0,0 0-1 0 0,0-1 1 0 0,0 1 0 0 0,0 0-1 0 0,-1 0 1 0 0,1 0 0 0 0,0 0 0 0 0,0 0-1 0 0,-1-1 1 0 0,1 1 0 0 0,-1 0-1 0 0,1 1 1 0 0,-1-1 0 0 0,1 1-1 0 0,0-1-118 0 0</inkml:trace>
</inkml:ink>
</file>

<file path=ppt/ink/ink2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4:57:14.5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267 85 116 0 0,'-6'-43'5373'0'0,"-1"26"-3963"0"0,-2-7 3853 0 0,4 28-4932 0 0,-10 14-74 0 0,0 1-1 0 0,1 1 1 0 0,1 0-1 0 0,1 1 0 0 0,-18 41 1 0 0,-39 123 1206 0 0,38-95-1315 0 0,7-19-4130 0 0,8-55-3084 0 0</inkml:trace>
</inkml:ink>
</file>

<file path=ppt/ink/ink2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4:57:15.5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0 351 372 0 0,'29'-2'626'0'0,"-1"-2"1"0"0,0-1-1 0 0,0-1 0 0 0,48-17 1 0 0,-1 1-14 0 0,-38 13-362 0 0,-5 2 13 0 0,-1-2 1 0 0,0 0 0 0 0,-1-2-1 0 0,57-29 1 0 0,-74 32-117 0 0,0 0 1 0 0,0 0-1 0 0,-1-2 0 0 0,0 1 1 0 0,15-16-1 0 0,-24 21 13 0 0,0 0 0 0 0,0 0 0 0 0,-1 0 0 0 0,1 0 0 0 0,-1-1 0 0 0,0 1 0 0 0,0-1 0 0 0,-1 1 0 0 0,1-1 1 0 0,-1 1-1 0 0,0-1 0 0 0,0 0 0 0 0,-1 0 0 0 0,1 0 0 0 0,-1 0 0 0 0,0 1 0 0 0,0-1 0 0 0,-1 0 0 0 0,0 0 0 0 0,1 0 0 0 0,-3-6 0 0 0,2 10-61 0 0,1-1-1 0 0,0 1 1 0 0,0-1 0 0 0,-1 1-1 0 0,1-1 1 0 0,-1 1 0 0 0,1-1-1 0 0,-1 1 1 0 0,0-1-1 0 0,0 1 1 0 0,0 0 0 0 0,1-1-1 0 0,-1 1 1 0 0,0 0 0 0 0,0 0-1 0 0,-1 0 1 0 0,1 0-1 0 0,0 0 1 0 0,0 0 0 0 0,-1 0-1 0 0,0-1 1 0 0,0 2-57 0 0,1 0 1 0 0,-1 1-1 0 0,1-1 0 0 0,-1 0 1 0 0,1 1-1 0 0,-1-1 0 0 0,1 1 1 0 0,0-1-1 0 0,-1 1 0 0 0,1 0 1 0 0,0-1-1 0 0,-1 1 0 0 0,1 0 1 0 0,0 0-1 0 0,0 0 0 0 0,0 0 1 0 0,0 0-1 0 0,-1 0 0 0 0,2 0 1 0 0,-1 1-1 0 0,0-1 0 0 0,0 0 1 0 0,-1 2-1 0 0,-10 17 110 0 0,1 1 1 0 0,0 0 0 0 0,2 0-1 0 0,0 1 1 0 0,1 0-1 0 0,-7 35 1 0 0,-12 33 252 0 0,-18 52 396 0 0,44-141-672 0 0,0 7-111 0 0,1-8-14 0 0,0 0 1 0 0,0 0 0 0 0,0 0-1 0 0,0 0 1 0 0,0 0-1 0 0,0 0 1 0 0,0 0-1 0 0,0 0 1 0 0,0 0-1 0 0,1 0 1 0 0,-1 0-1 0 0,0 0 1 0 0,0 0-1 0 0,0 0 1 0 0,0 0-1 0 0,0 0 1 0 0,0 0-1 0 0,0 0 1 0 0,0 0-1 0 0,0 0 1 0 0,0 0-1 0 0,9-19-34 0 0,-7 14 8 0 0,21-4-223 0 0,15 16 98 0 0,-2 1-152 0 0,55 3 0 0 0,-80-11 235 0 0,0 0 0 0 0,1 0 0 0 0,-1-1 0 0 0,1 0-1 0 0,-1-1 1 0 0,0-1 0 0 0,0 0 0 0 0,0 0 0 0 0,13-6 0 0 0,-19 7 49 0 0,0 0-1 0 0,-1 0 1 0 0,0-1-1 0 0,0 1 1 0 0,1-1-1 0 0,-2 0 1 0 0,1 0-1 0 0,0-1 1 0 0,-1 1-1 0 0,1-1 1 0 0,-1 1-1 0 0,0-1 1 0 0,0 0-1 0 0,0 0 1 0 0,-1-1-1 0 0,3-4 1 0 0,-4 8 19 0 0,-4-5 24 0 0,3 5-25 0 0,0 0 1 0 0,0 0-1 0 0,0 0 1 0 0,-1 0 0 0 0,1 0-1 0 0,0 0 1 0 0,-1 0-1 0 0,1 0 1 0 0,-1 0 0 0 0,1 0-1 0 0,-1 0 1 0 0,0 0-1 0 0,1 0 1 0 0,-1 0 0 0 0,0 1-1 0 0,0-1 1 0 0,0 0-1 0 0,1 0 1 0 0,-1 1 0 0 0,0-1-1 0 0,0 1 1 0 0,-2-2-1 0 0,1 2 0 0 0,-1 1-1 0 0,1-1 1 0 0,-1 1-1 0 0,1 0 1 0 0,0-1 0 0 0,-1 1-1 0 0,1 0 1 0 0,0 0-1 0 0,0 0 1 0 0,-1 1-1 0 0,1-1 1 0 0,0 1-1 0 0,0-1 1 0 0,0 1-1 0 0,1-1 1 0 0,-1 1-1 0 0,0 0 1 0 0,1 0-1 0 0,-1 0 1 0 0,1 0 0 0 0,-1 0-1 0 0,1 0 1 0 0,0 1-1 0 0,0-1 1 0 0,0 0-1 0 0,0 1 1 0 0,1-1-1 0 0,-1 0 1 0 0,1 1-1 0 0,-1-1 1 0 0,1 1-1 0 0,0-1 1 0 0,0 3 0 0 0,-1-2-12 0 0,0-1 1 0 0,1 0-1 0 0,0 1 1 0 0,0-1-1 0 0,0 1 1 0 0,0-1-1 0 0,0 0 1 0 0,0 1-1 0 0,0-1 1 0 0,1 1-1 0 0,-1-1 1 0 0,1 0-1 0 0,0 1 1 0 0,-1-1-1 0 0,1 0 1 0 0,0 0-1 0 0,1 0 1 0 0,-1 0-1 0 0,0 1 1 0 0,1-2-1 0 0,-1 1 1 0 0,1 0-1 0 0,-1 0 1 0 0,1 0-1 0 0,0-1 1 0 0,0 1-1 0 0,0-1 1 0 0,0 1-1 0 0,0-1 1 0 0,0 0 0 0 0,0 0-1 0 0,0 0 1 0 0,0 0-1 0 0,1 0 1 0 0,-1 0-1 0 0,4 0 1 0 0,5-1-100 0 0,0 0 0 0 0,0 0 0 0 0,0-1 1 0 0,0-1-1 0 0,0 0 0 0 0,0 0 0 0 0,17-7 1 0 0,2-3-362 0 0,41-21 1 0 0,-70 32 495 0 0,14-2 68 0 0,2 6 162 0 0,1 0 0 0 0,-1-2 0 0 0,1 0-1 0 0,0 0 1 0 0,-1-2 0 0 0,1 0-1 0 0,25-6 1 0 0,-13-3-48 0 0,5-1-1616 0 0,-9 11-6518 0 0,-8 3 4964 0 0</inkml:trace>
</inkml:ink>
</file>

<file path=ppt/ink/ink2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4:57:16.1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89 24 348 0 0,'-10'-22'7956'0'0,"9"22"-7847"0"0,1 0 1 0 0,0 0-1 0 0,0-1 0 0 0,0 1 0 0 0,-1 0 0 0 0,1 0 0 0 0,0 0 0 0 0,0 0 0 0 0,-1 0 0 0 0,1 0 0 0 0,0 0 0 0 0,0 0 0 0 0,-1 0 0 0 0,1 0 0 0 0,0 0 0 0 0,-1 0 0 0 0,1 0 0 0 0,0 0 0 0 0,0 0 1 0 0,-1 0-1 0 0,1 0 0 0 0,0 0 0 0 0,0 0 0 0 0,-1 0 0 0 0,1 0 0 0 0,0 0 0 0 0,0 0 0 0 0,-1 0 0 0 0,1 1 0 0 0,0-1 0 0 0,0 0 0 0 0,-1 0 0 0 0,1 0 0 0 0,0 0 0 0 0,0 1 0 0 0,0-1 0 0 0,0 0 1 0 0,-1 0-1 0 0,1 1 0 0 0,-17 40 2418 0 0,8-18-2271 0 0,2-5 22 0 0,5-10-192 0 0,-1-1-1 0 0,0 1 0 0 0,0-1 1 0 0,-1 0-1 0 0,0 0 1 0 0,0 0-1 0 0,-6 6 1 0 0,9-1-421 0 0,0-3-2068 0 0</inkml:trace>
</inkml:ink>
</file>

<file path=ppt/ink/ink2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4:57:17.7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251 17 320 0 0,'0'0'1794'0'0,"-3"-2"-2787"0"0,-8-7 9926 0 0,-1 4 832 0 0,8 8-9279 0 0,-55 166-558 0 0,2-10 142 0 0,37-93 29 0 0,-50 106 0 0 0,64-161 42 0 0,-2 0-1514 0 0</inkml:trace>
</inkml:ink>
</file>

<file path=ppt/ink/ink2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4:57:18.9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1 265 360 0 0,'13'-5'5945'0'0,"46"-5"-4288"0"0,-7 2-1078 0 0,8-5-58 0 0,0-2 1 0 0,-2-3 0 0 0,77-34 0 0 0,-124 48-406 0 0,-1-2 1 0 0,-1 1-1 0 0,1-1 1 0 0,-1-1-1 0 0,0 0 1 0 0,-1 0-1 0 0,1-1 0 0 0,-1 0 1 0 0,11-15-1 0 0,-18 21-40 0 0,-1 0 0 0 0,1 0-1 0 0,-1 0 1 0 0,1 0-1 0 0,-1 0 1 0 0,0 0 0 0 0,0 0-1 0 0,0 0 1 0 0,0 0-1 0 0,0 0 1 0 0,-1 0 0 0 0,1 0-1 0 0,-1 0 1 0 0,1 0-1 0 0,-1 0 1 0 0,0 0 0 0 0,1 0-1 0 0,-1 0 1 0 0,0 0-1 0 0,0 0 1 0 0,-1 0 0 0 0,1 1-1 0 0,0-1 1 0 0,0 1-1 0 0,-1-1 1 0 0,1 1 0 0 0,-1-1-1 0 0,0 1 1 0 0,1 0-1 0 0,-4-2 1 0 0,4 2 84 0 0,0 0-132 0 0,1 1 0 0 0,0 0 0 0 0,-1-1 0 0 0,1 1 0 0 0,0 0 0 0 0,-1-1 0 0 0,1 1 0 0 0,-1 0 0 0 0,1 0 0 0 0,-1 0 0 0 0,1 0 1 0 0,-1-1-1 0 0,1 1 0 0 0,0 0 0 0 0,-1 0 0 0 0,1 0 0 0 0,-1 0 0 0 0,1 0 0 0 0,-1 0 0 0 0,1 0 0 0 0,-1 0 0 0 0,1 0 0 0 0,-1 0 0 0 0,1 0 0 0 0,-1 1 0 0 0,1-1 0 0 0,-1 0 0 0 0,1 0 0 0 0,0 0 0 0 0,-2 1 0 0 0,-5 3 51 0 0,-1 0 0 0 0,0 0 0 0 0,1 1 0 0 0,0 0 1 0 0,0 1-1 0 0,0-1 0 0 0,1 1 0 0 0,0 1 0 0 0,0-1 0 0 0,0 1 0 0 0,1 0 0 0 0,0 0 0 0 0,0 1 0 0 0,1-1 0 0 0,0 1 0 0 0,-4 12 0 0 0,-8 20 288 0 0,3 1 1 0 0,-10 49-1 0 0,11-44-96 0 0,-15 74 420 0 0,26-119-630 0 0,28-15-867 0 0,12 6 587 0 0,-28 9 195 0 0,168 7-720 0 0,-158-8 612 0 0,-1-2 1 0 0,1 0 0 0 0,-1-1-1 0 0,1-2 1 0 0,-1 0 0 0 0,34-13-1 0 0,-50 16 131 0 0,-1 1-1 0 0,0-1 1 0 0,1 0-1 0 0,-1 0 0 0 0,0-1 1 0 0,0 1-1 0 0,0-1 0 0 0,-1 1 1 0 0,1-1-1 0 0,-1 0 1 0 0,1 0-1 0 0,-1 0 0 0 0,0 0 1 0 0,0-1-1 0 0,2-4 0 0 0,-4 7 64 0 0,-4-5 0 0 0,3 5-56 0 0,0 0 0 0 0,1 0 0 0 0,-1-1 0 0 0,0 1 0 0 0,0 0 0 0 0,0 0 0 0 0,0 0 0 0 0,0 0 0 0 0,0 0 0 0 0,-1 0 0 0 0,1 0 0 0 0,0 1 0 0 0,0-1 0 0 0,-2-1 0 0 0,-1 2 15 0 0,1-1-1 0 0,-1 0 1 0 0,1 1 0 0 0,-1 0 0 0 0,1 0 0 0 0,-1 0-1 0 0,0 0 1 0 0,1 1 0 0 0,-1-1 0 0 0,1 1-1 0 0,0 0 1 0 0,-1 0 0 0 0,1 0 0 0 0,0 0 0 0 0,-1 1-1 0 0,1-1 1 0 0,0 1 0 0 0,0 0 0 0 0,0 0 0 0 0,0 0-1 0 0,1 0 1 0 0,-1 1 0 0 0,0-1 0 0 0,1 1-1 0 0,0-1 1 0 0,-1 1 0 0 0,1 0 0 0 0,0 0 0 0 0,1 0-1 0 0,-1 0 1 0 0,0 0 0 0 0,1 1 0 0 0,-2 5 0 0 0,3-7-30 0 0,0-1 0 0 0,0 1 0 0 0,0 0 0 0 0,0 0 1 0 0,1-1-1 0 0,-1 1 0 0 0,1 0 0 0 0,-1-1 1 0 0,1 1-1 0 0,-1-1 0 0 0,1 1 0 0 0,0-1 1 0 0,0 1-1 0 0,0-1 0 0 0,0 1 0 0 0,0-1 1 0 0,0 0-1 0 0,0 0 0 0 0,0 1 0 0 0,1-1 0 0 0,-1 0 1 0 0,0 0-1 0 0,1 0 0 0 0,-1 0 0 0 0,1-1 1 0 0,-1 1-1 0 0,1 0 0 0 0,1 0 0 0 0,42 11-346 0 0,-35-11 290 0 0,-1-1 0 0 0,1-1 0 0 0,-1 1 0 0 0,0-2 0 0 0,1 1 0 0 0,-1-1 0 0 0,0-1 0 0 0,10-3-1 0 0,70-35-315 0 0,-35 14 253 0 0,-23 8 54 0 0,-29 18 95 0 0,-1 0-1 0 0,0 0 0 0 0,1 0 0 0 0,-1 0 0 0 0,1 1 0 0 0,-1-1 0 0 0,1 0 0 0 0,-1 1 1 0 0,1-1-1 0 0,0 0 0 0 0,-1 1 0 0 0,1 0 0 0 0,0-1 0 0 0,-1 1 0 0 0,1 0 1 0 0,0 0-1 0 0,-1 0 0 0 0,1 0 0 0 0,0 0 0 0 0,-1 1 0 0 0,3-1 0 0 0,-2 3-19 0 0,0 1-1 0 0,0-1 1 0 0,-1 0-1 0 0,1 1 1 0 0,-1-1-1 0 0,1 1 1 0 0,-1-1-1 0 0,0 1 1 0 0,-1-1-1 0 0,2 6 1 0 0,1 5 0 0 0,-3-13 2 0 0,1 1 1 0 0,0-1 0 0 0,-1 0-1 0 0,1 1 1 0 0,0-1-1 0 0,-1 0 1 0 0,1 0 0 0 0,0 1-1 0 0,0-1 1 0 0,0 0-1 0 0,0 0 1 0 0,0 0-1 0 0,1 0 1 0 0,-1 0 0 0 0,0-1-1 0 0,0 1 1 0 0,1 0-1 0 0,-1 0 1 0 0,0-1 0 0 0,1 1-1 0 0,-1-1 1 0 0,0 1-1 0 0,1-1 1 0 0,-1 0 0 0 0,1 0-1 0 0,-1 1 1 0 0,1-1-1 0 0,-1 0 1 0 0,2 0 0 0 0,55-6 13 0 0,-18 2-49 0 0,-38 4 48 0 0,14 1 171 0 0,-6 0-192 0 0,37 6-1914 0 0,-20 3-6087 0 0</inkml:trace>
</inkml:ink>
</file>

<file path=ppt/ink/ink2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4:57:19.7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35 8 0 0,'0'0'636'0'0,"34"-25"3288"0"0,-31 24-3740 0 0,0-1 1 0 0,0 1 0 0 0,0 0-1 0 0,0 0 1 0 0,0 0 0 0 0,0 0-1 0 0,0 0 1 0 0,1 1 0 0 0,-1 0-1 0 0,0-1 1 0 0,1 1 0 0 0,-1 0-1 0 0,0 1 1 0 0,0-1 0 0 0,1 1-1 0 0,-1-1 1 0 0,0 1 0 0 0,0 0-1 0 0,0 0 1 0 0,0 0-1 0 0,4 3 1 0 0,2 1 73 0 0,-1 1-1 0 0,0 0 1 0 0,0 1 0 0 0,-1 0-1 0 0,9 10 1 0 0,-10-11-143 0 0,6 10 292 0 0,3 3-944 0 0,-6-11-5174 0 0</inkml:trace>
</inkml:ink>
</file>

<file path=ppt/ink/ink2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4:57:20.0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 6 188 0 0,'2'-6'14447'0'0,"2"19"-11555"0"0,-1 30-4569 0 0,-16 0-1066 0 0,3-26-4260 0 0,3-8 3571 0 0</inkml:trace>
</inkml:ink>
</file>

<file path=ppt/ink/ink2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4:57:20.4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81 1328 0 0,'0'-45'9274'0'0,"2"21"-7338"0"0,-2 22-1378 0 0,0-8-574 0 0</inkml:trace>
</inkml:ink>
</file>

<file path=ppt/ink/ink2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4:57:20.8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30 436 0 0,'0'0'2808'0'0,"6"10"3767"0"0,7-11-5777 0 0,0-1 1 0 0,0-1 0 0 0,0 0-1 0 0,22-9 1 0 0,32-6 588 0 0,-63 18-1446 0 0,0 0-1 0 0,1 0 1 0 0,-1 0 0 0 0,0 0 0 0 0,0 1 0 0 0,1 0 0 0 0,-1 0 0 0 0,0 0 0 0 0,0 0-1 0 0,0 1 1 0 0,0-1 0 0 0,0 1 0 0 0,7 4 0 0 0,22 10-8405 0 0,-17-11 5141 0 0</inkml:trace>
</inkml:ink>
</file>

<file path=ppt/ink/ink2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4:57:21.1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96 0 708 0 0,'0'0'11637'0'0,"-2"6"-10945"0"0,-28 175 3572 0 0,19-99-3901 0 0,9-69-871 0 0,-1-1 0 0 0,1 0 0 0 0,-9 20 0 0 0,9-28-85 0 0,1-1 0 0 0,-1 1 1 0 0,0-1-1 0 0,0 1 0 0 0,-1-1 0 0 0,1 0 0 0 0,-1 1 0 0 0,-5 4 0 0 0,-2-5-4513 0 0</inkml:trace>
</inkml:ink>
</file>

<file path=ppt/ink/ink2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4:57:21.5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97 476 0 0,'0'0'815'0'0,"29"-22"2897"0"0,-19 19-3229 0 0,1 0 0 0 0,0 1 0 0 0,0 0 0 0 0,20-1 0 0 0,6-1 202 0 0,-28 2-569 0 0,14-3 263 0 0,0 1-1 0 0,1 1 1 0 0,-1 2 0 0 0,32 1-1 0 0,-51 0-344 0 0,1 1 1 0 0,-1 1-1 0 0,0-1 0 0 0,0 1 0 0 0,0 0 0 0 0,-1 0 0 0 0,1 0 1 0 0,0 0-1 0 0,5 5 0 0 0,-6-5 18 0 0,-1 0 0 0 0,0 0 0 0 0,1 0 0 0 0,-1-1-1 0 0,1 1 1 0 0,0-1 0 0 0,-1 1 0 0 0,1-1 0 0 0,0 0 0 0 0,0 0 0 0 0,0-1 0 0 0,0 1 0 0 0,0 0 0 0 0,0-1 0 0 0,0 0 0 0 0,0 0-1 0 0,3 0 1 0 0,-4 0 203 0 0,-1 0-185 0 0,1 0 0 0 0,-1 0 0 0 0,0-1 0 0 0,0 1 0 0 0,0 0 1 0 0,0-1-1 0 0,0 1 0 0 0,0-1 0 0 0,0 1 0 0 0,0-1 0 0 0,0 1 0 0 0,0-1 0 0 0,0 0 0 0 0,0 0 0 0 0,0 1 0 0 0,0-1 1 0 0,-1 0-1 0 0,1 0 0 0 0,0 0 0 0 0,0 0 0 0 0,-1 0 0 0 0,1 0 0 0 0,-1 0 0 0 0,1 0 0 0 0,-1 0 0 0 0,1 0 0 0 0,-1 0 0 0 0,0 0 1 0 0,1 0-1 0 0,-1-2 0 0 0,2-34 1719 0 0,-2 34-1525 0 0,-8-15-514 0 0</inkml:trace>
</inkml:ink>
</file>

<file path=ppt/ink/ink2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4:57:23.3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215 457 968 0 0,'0'0'1972'0'0,"-13"-33"5096"0"0,8 30-6681 0 0,0 0 0 0 0,0 0-1 0 0,0 0 1 0 0,0 0 0 0 0,-1 1 0 0 0,1 0-1 0 0,-1 0 1 0 0,0 1 0 0 0,1-1-1 0 0,-1 1 1 0 0,0 1 0 0 0,0-1-1 0 0,0 1 1 0 0,-6 0 0 0 0,1 0-8 0 0,0 1-1 0 0,-1 0 1 0 0,1 1 0 0 0,0 0-1 0 0,0 1 1 0 0,-13 5 0 0 0,22-7-350 0 0,1-1 0 0 0,0 0 1 0 0,0 1-1 0 0,0-1 0 0 0,0 1 1 0 0,-1-1-1 0 0,1 1 0 0 0,0 0 1 0 0,0 0-1 0 0,0-1 0 0 0,0 1 1 0 0,0 0-1 0 0,0 0 0 0 0,1 0 1 0 0,-1 0-1 0 0,0 0 0 0 0,0 0 1 0 0,1 0-1 0 0,-1 0 1 0 0,0 2-1 0 0,1-2-32 0 0,0 0 0 0 0,0 0 1 0 0,0 0-1 0 0,0 0 0 0 0,0 0 0 0 0,0-1 1 0 0,1 1-1 0 0,-1 0 0 0 0,0 0 0 0 0,1 0 1 0 0,-1 0-1 0 0,0 0 0 0 0,1-1 0 0 0,-1 1 1 0 0,1 0-1 0 0,-1 0 0 0 0,1-1 1 0 0,0 1-1 0 0,-1 0 0 0 0,1-1 0 0 0,0 1 1 0 0,3 2-58 0 0,0 0 0 0 0,-1-1 1 0 0,1 1-1 0 0,0-1 0 0 0,0 0 1 0 0,0-1-1 0 0,0 1 0 0 0,0-1 1 0 0,7 2-1 0 0,0-2-58 0 0,-1-1 0 0 0,1 0-1 0 0,-1-1 1 0 0,1 0 0 0 0,-1-1 0 0 0,0 0-1 0 0,12-4 1 0 0,8-1-77 0 0,-16 3 303 0 0,9 1 657 0 0,-20 4-738 0 0,-3 0-33 0 0,1 0 0 0 0,0-1 0 0 0,-1 1 0 0 0,1 0 0 0 0,-1 0 0 0 0,1-1 0 0 0,0 1 0 0 0,0 0-1 0 0,-1-1 1 0 0,1 1 0 0 0,0-1 0 0 0,0 1 0 0 0,0-1 0 0 0,0 1 0 0 0,0-1 0 0 0,-1 1 0 0 0,1-1 0 0 0,0 0 0 0 0,0 0-1 0 0,0 0 1 0 0,0 1 0 0 0,0-1 0 0 0,0 0 0 0 0,0 0 0 0 0,0 0 0 0 0,0 0 0 0 0,2-1 0 0 0,30 1-151 0 0,-19-3 100 0 0,0 0 0 0 0,-1 0 0 0 0,1-1 0 0 0,-1-1 0 0 0,0 0 0 0 0,0-1 0 0 0,0 0 0 0 0,-1-1 0 0 0,22-16 0 0 0,-30 19 62 0 0,0 1-1 0 0,0-1 1 0 0,0 0-1 0 0,-1 0 1 0 0,0 0-1 0 0,0-1 1 0 0,0 1 0 0 0,2-6-1 0 0,-2 6 56 0 0,-1 0 1 0 0,0 0-1 0 0,-1-1 0 0 0,1 1 0 0 0,-1 0 0 0 0,0-1 1 0 0,0 1-1 0 0,0-1 0 0 0,0 1 0 0 0,-1-6 0 0 0,0 8 88 0 0,-14 24 69 0 0,5-2-241 0 0,1 2 0 0 0,1-1 0 0 0,1 1 0 0 0,1 1-1 0 0,1-1 1 0 0,0 0 0 0 0,1 43 0 0 0,-4 13-282 0 0,5-58 187 0 0,-1 0 0 0 0,-1 0 0 0 0,-1-1 0 0 0,-9 24 0 0 0,11-37 100 0 0,0 0-1 0 0,0 0 1 0 0,0 0-1 0 0,-1 0 1 0 0,0 0-1 0 0,0-1 1 0 0,0 0 0 0 0,-1 0-1 0 0,0 0 1 0 0,0 0-1 0 0,0-1 1 0 0,0 1 0 0 0,-1-2-1 0 0,0 1 1 0 0,-12 6-1 0 0,8-6 57 0 0,0 0-1 0 0,-1 0 0 0 0,1-1 1 0 0,-1-1-1 0 0,0 1 1 0 0,0-2-1 0 0,0 0 0 0 0,0 0 1 0 0,-14-1-1 0 0,24 0-30 0 0,0 0-1 0 0,0 0 1 0 0,0 0-1 0 0,1 0 1 0 0,-1 0 0 0 0,0 0-1 0 0,0 0 1 0 0,0 0-1 0 0,1 0 1 0 0,-1-1-1 0 0,0 1 1 0 0,0 0-1 0 0,1 0 1 0 0,-1-1 0 0 0,0 1-1 0 0,0-1 1 0 0,1 1-1 0 0,-1-1 1 0 0,0 1-1 0 0,1-1 1 0 0,-1 1-1 0 0,1-1 1 0 0,-1 1 0 0 0,1-1-1 0 0,-1 0 1 0 0,1 1-1 0 0,-1-1 1 0 0,1 0-1 0 0,0 0 1 0 0,-1 1-1 0 0,1-2 1 0 0,0 0-6 0 0,0 0 0 0 0,0 0 0 0 0,1 1 0 0 0,-1-1 1 0 0,1 0-1 0 0,-1 0 0 0 0,1 1 0 0 0,0-1 0 0 0,-1 1 0 0 0,1-1 0 0 0,0 0 0 0 0,0 1 1 0 0,2-2-1 0 0,36-38-145 0 0,27-8-318 0 0,1 3 0 0 0,76-38 1 0 0,54-36-338 0 0,-196 120 798 0 0,21-14-31 0 0,0-2 0 0 0,-1 0 0 0 0,-1-1-1 0 0,0 0 1 0 0,29-37 0 0 0,-48 54 59 0 0,0-1 0 0 0,-1 0 0 0 0,1 1 0 0 0,0-1 0 0 0,-1 0 0 0 0,1 0 0 0 0,-1 0 0 0 0,1 0 0 0 0,-1 1 0 0 0,1-1 0 0 0,-1 0 0 0 0,0 0-1 0 0,0 0 1 0 0,1 0 0 0 0,-1 0 0 0 0,0 0 0 0 0,0 0 0 0 0,0 0 0 0 0,0 0 0 0 0,0 0 0 0 0,0 0 0 0 0,0 0 0 0 0,0 0 0 0 0,0 0 0 0 0,-1 0 0 0 0,1 0 0 0 0,0 0 0 0 0,-1 0 0 0 0,1 0 0 0 0,-1 0 0 0 0,1 1 0 0 0,-1-1 0 0 0,1 0 0 0 0,-1 0 0 0 0,1 0 0 0 0,-1 1-1 0 0,0-1 1 0 0,0 0 0 0 0,1 1 0 0 0,-1-1 0 0 0,0 0 0 0 0,0 1 0 0 0,0-1 0 0 0,1 1 0 0 0,-1-1 0 0 0,0 1 0 0 0,0 0 0 0 0,0-1 0 0 0,0 1 0 0 0,0 0 0 0 0,-2 0 0 0 0,0-1 14 0 0,0 0 0 0 0,0 1 0 0 0,0-1 0 0 0,0 1 0 0 0,-1 0-1 0 0,1 0 1 0 0,0 0 0 0 0,0 0 0 0 0,0 1 0 0 0,-1-1 0 0 0,1 1 0 0 0,0 0 0 0 0,0 0 0 0 0,0 0 0 0 0,-4 2 0 0 0,4-1-33 0 0,0 0 1 0 0,0 0-1 0 0,0 0 1 0 0,0 1-1 0 0,0-1 0 0 0,0 1 1 0 0,1 0-1 0 0,-1-1 1 0 0,1 1-1 0 0,0 0 0 0 0,0 1 1 0 0,0-1-1 0 0,0 0 1 0 0,0 1-1 0 0,1-1 0 0 0,0 1 1 0 0,-1-1-1 0 0,1 1 1 0 0,1-1-1 0 0,-1 1 0 0 0,0 0 1 0 0,1 0-1 0 0,0-1 1 0 0,0 1-1 0 0,0 0 0 0 0,0 0 1 0 0,1-1-1 0 0,-1 1 1 0 0,1 0-1 0 0,0 0 1 0 0,0-1-1 0 0,0 1 0 0 0,1-1 1 0 0,-1 1-1 0 0,5 5 1 0 0,-5-6-46 0 0,1 0 1 0 0,0 0-1 0 0,1 0 1 0 0,-1 0 0 0 0,0-1-1 0 0,1 1 1 0 0,-1-1 0 0 0,1 0-1 0 0,0 1 1 0 0,0-1 0 0 0,0-1-1 0 0,0 1 1 0 0,0 0 0 0 0,0-1-1 0 0,1 1 1 0 0,6 1-1 0 0,-2-2-14 0 0,0 1 0 0 0,0-1 0 0 0,0-1 0 0 0,0 1-1 0 0,0-2 1 0 0,0 1 0 0 0,9-2 0 0 0,12-4-73 0 0,-1-1-1 0 0,0-1 1 0 0,30-14-1 0 0,-9-3-5 0 0,-33 16 122 0 0,1 0 0 0 0,30-11 0 0 0,-23 6 839 0 0,-12 7 189 0 0,-8 25-919 0 0,-3-14-72 0 0,-3 31 66 0 0,2-34-96 0 0,0 0 0 0 0,1-1-1 0 0,-1 1 1 0 0,0 0 0 0 0,1 0-1 0 0,-1-1 1 0 0,0 1-1 0 0,1 0 1 0 0,-1-1 0 0 0,1 1-1 0 0,-1 0 1 0 0,1-1 0 0 0,-1 1-1 0 0,1-1 1 0 0,0 1 0 0 0,-1-1-1 0 0,1 1 1 0 0,0-1 0 0 0,-1 1-1 0 0,1-1 1 0 0,0 0-1 0 0,0 1 1 0 0,-1-1 0 0 0,1 0-1 0 0,0 0 1 0 0,0 1 0 0 0,0-1-1 0 0,-1 0 1 0 0,1 0 0 0 0,0 0-1 0 0,0 0 1 0 0,0 0 0 0 0,1 0-1 0 0,41-2-411 0 0,-17 1-432 0 0,26 7-4312 0 0,102-3 0 0 0,-146-4 5735 0 0,0-1 0 0 0,0 0-1 0 0,0 0 1 0 0,0-1 0 0 0,0 0 0 0 0,13-7 4862 0 0,-23 6-5120 0 0,-7-8 1083 0 0,18 28-892 0 0,-9-16-494 0 0,1 1 1 0 0,0 0-1 0 0,0 0 1 0 0,-1 0-1 0 0,1-1 0 0 0,0 1 1 0 0,0 0-1 0 0,0-1 1 0 0,0 1-1 0 0,0-1 1 0 0,0 1-1 0 0,0-1 0 0 0,0 0 1 0 0,0 1-1 0 0,0-1 1 0 0,0 0-1 0 0,0 0 1 0 0,0 0-1 0 0,0 0 0 0 0,0 0 1 0 0,1 0-1 0 0,-1 0 1 0 0,1 0-1 0 0,26-6 792 0 0,-25 5-684 0 0,0 0 1 0 0,0-1-1 0 0,0 1 0 0 0,-1-1 0 0 0,1 0 1 0 0,0 0-1 0 0,-1 0 0 0 0,0 0 0 0 0,1 0 1 0 0,-1 0-1 0 0,0-1 0 0 0,0 1 0 0 0,0-1 1 0 0,0 1-1 0 0,-1-1 0 0 0,1 0 0 0 0,1-5 1 0 0,0 1 83 0 0,-1 0 0 0 0,0 0 0 0 0,-1-1 0 0 0,0 1 0 0 0,0 0 0 0 0,-1-1 0 0 0,0-11 0 0 0,-1 5 43 0 0,0 0 0 0 0,-2 0 0 0 0,1 0 0 0 0,-2 0 0 0 0,0 0 0 0 0,0 1 0 0 0,-13-26 0 0 0,7 26-274 0 0,-1 1-1 0 0,0-1 0 0 0,-1 2 0 0 0,0 0 1 0 0,0 0-1 0 0,-1 1 0 0 0,-1 0 1 0 0,0 2-1 0 0,0-1 0 0 0,0 2 1 0 0,-1 0-1 0 0,0 0 0 0 0,-1 2 1 0 0,-20-6-1 0 0,33 10-186 0 0,0 1-1 0 0,1-1 1 0 0,-1 1 0 0 0,0-1-1 0 0,0 1 1 0 0,1 0 0 0 0,-1 0 0 0 0,0 1-1 0 0,0-1 1 0 0,1 0 0 0 0,-1 1 0 0 0,0-1-1 0 0,0 1 1 0 0,1 0 0 0 0,-1 0 0 0 0,1 0-1 0 0,-1 1 1 0 0,1-1 0 0 0,-1 0-1 0 0,1 1 1 0 0,0 0 0 0 0,0-1 0 0 0,0 1-1 0 0,0 0 1 0 0,0 0 0 0 0,-2 3 0 0 0,2-2-197 0 0,1-1 1 0 0,0 1 0 0 0,0-1-1 0 0,0 1 1 0 0,1-1 0 0 0,-1 1-1 0 0,1 0 1 0 0,-1-1 0 0 0,1 1 0 0 0,0 0-1 0 0,0-1 1 0 0,0 1 0 0 0,1 0-1 0 0,-1-1 1 0 0,0 1 0 0 0,1 0 0 0 0,0-1-1 0 0,0 1 1 0 0,-1-1 0 0 0,1 1-1 0 0,1-1 1 0 0,-1 1 0 0 0,0-1-1 0 0,1 0 1 0 0,-1 0 0 0 0,1 0 0 0 0,2 3-1 0 0,10 12-3386 0 0</inkml:trace>
</inkml:ink>
</file>

<file path=ppt/ink/ink2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4:57:23.7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94 1 584 0 0,'-2'-1'10071'0'0,"-22"4"-9786"0"0,20-2-126 0 0,0 0 0 0 0,0 0 0 0 0,0 0 0 0 0,0 1-1 0 0,1 0 1 0 0,-1-1 0 0 0,0 1 0 0 0,1 1 0 0 0,-1-1-1 0 0,1 0 1 0 0,0 1 0 0 0,0 0 0 0 0,0 0 0 0 0,0 0 0 0 0,1 0-1 0 0,-1 0 1 0 0,1 0 0 0 0,-1 1 0 0 0,-1 4 0 0 0,3-6 244 0 0,12 20 3 0 0,-9-19-348 0 0,1-1 1 0 0,-1 1-1 0 0,1-1 0 0 0,0 0 0 0 0,0 0 1 0 0,0 0-1 0 0,0 0 0 0 0,0 0 1 0 0,1-1-1 0 0,-1 1 0 0 0,1-1 0 0 0,-1 0 1 0 0,4 1-1 0 0,48 9 59 0 0,-51-10-219 0 0,40 10-3489 0 0,-27-5-2632 0 0</inkml:trace>
</inkml:ink>
</file>

<file path=ppt/ink/ink2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4:57:24.0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1676 0 0,'7'2'3424'0'0,"3"4"1837"0"0,0-3 2528 0 0</inkml:trace>
</inkml:ink>
</file>

<file path=ppt/ink/ink2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4:59:15.3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130 6 224 0 0,'10'-5'11592'0'0,"-8"6"-11547"0"0,1 1 1 0 0,-1 0 0 0 0,0 0 0 0 0,1 0-1 0 0,-1 1 1 0 0,0-1 0 0 0,0 0 0 0 0,0 1-1 0 0,-1-1 1 0 0,1 1 0 0 0,0 0-1 0 0,-1-1 1 0 0,0 1 0 0 0,0 0 0 0 0,0 0-1 0 0,2 6 1 0 0,-2-2 10 0 0,0 0 1 0 0,-1 0-1 0 0,0 0 1 0 0,0 0-1 0 0,0 0 0 0 0,-1-1 1 0 0,-2 11-1 0 0,-2 3 1 0 0,-1 1 0 0 0,-1-1 0 0 0,-1 0 0 0 0,-13 23 0 0 0,7-18-736 0 0,-31 41 1 0 0,-2-15-5469 0 0,30-41 2870 0 0</inkml:trace>
</inkml:ink>
</file>

<file path=ppt/ink/ink2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4:59:17.9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313 44 392 0 0,'-6'-13'1233'0'0,"-3"-7"2311"0"0,7 9 1135 0 0,-12 459-3241 0 0,12-404-1286 0 0,-4 35 285 0 0,6-45 38 0 0,0-30-303 0 0,1-3 965 0 0,-4-7-1103 0 0,-18-64-181 0 0,11 35-231 0 0,-1 0 0 0 0,-17-36 0 0 0,25 66 334 0 0,1-1 1 0 0,-1 1-1 0 0,0 0 0 0 0,-1 0 1 0 0,1 1-1 0 0,-1-1 1 0 0,0 1-1 0 0,0-1 1 0 0,0 1-1 0 0,-1 0 0 0 0,1 1 1 0 0,-1-1-1 0 0,0 1 1 0 0,-10-5-1 0 0,11 7 26 0 0,0 0 1 0 0,-1 0-1 0 0,1 0 0 0 0,0 0 1 0 0,-1 1-1 0 0,1 0 1 0 0,-1 0-1 0 0,1 0 0 0 0,-1 0 1 0 0,1 1-1 0 0,-1 0 0 0 0,1 0 1 0 0,0 0-1 0 0,0 0 1 0 0,-1 1-1 0 0,1 0 0 0 0,0 0 1 0 0,0 0-1 0 0,0 0 0 0 0,-4 4 1 0 0,5-5 9 0 0,0 1-1 0 0,1-1 1 0 0,-1 1 0 0 0,1 0 0 0 0,0 0 0 0 0,-1 0 0 0 0,1 0 0 0 0,0 0 0 0 0,0 1-1 0 0,0-1 1 0 0,0 1 0 0 0,1-1 0 0 0,-1 1 0 0 0,1 0 0 0 0,0-1 0 0 0,-1 1 0 0 0,1 0-1 0 0,0 0 1 0 0,1 0 0 0 0,-1 0 0 0 0,0 5 0 0 0,1-4 4 0 0,1-1-1 0 0,-1 1 1 0 0,1 0-1 0 0,0 0 1 0 0,1 0-1 0 0,-1-1 1 0 0,0 1 0 0 0,1 0-1 0 0,0-1 1 0 0,0 1-1 0 0,0-1 1 0 0,0 0-1 0 0,1 0 1 0 0,3 5 0 0 0,5 2 6 0 0,0 0 0 0 0,0-1 1 0 0,0 0-1 0 0,1 0 1 0 0,1-1-1 0 0,0-1 1 0 0,25 11-1 0 0,-12-9-7 0 0,-1-1 0 0 0,1-2 0 0 0,0 0 0 0 0,0-2 0 0 0,1-1 0 0 0,-1-1 0 0 0,1-1-1 0 0,38-4 1 0 0,-51 2 9 0 0,1-1-1 0 0,0-1 1 0 0,-1 0-1 0 0,1-1 1 0 0,-1 0-1 0 0,0-1 1 0 0,-1-1-1 0 0,1-1 0 0 0,-1 1 1 0 0,0-2-1 0 0,-1 0 1 0 0,0-1-1 0 0,0 0 1 0 0,-1 0-1 0 0,0-1 1 0 0,16-20-1 0 0,-21 23 18 0 0,0 0 0 0 0,-1-1 0 0 0,0 1 0 0 0,-1-1 0 0 0,0 0 0 0 0,0-1 0 0 0,0 1 0 0 0,-1-1 0 0 0,-1 0 0 0 0,1 0 1 0 0,-1 1-1 0 0,-1-1 0 0 0,0-1 0 0 0,0 1 0 0 0,-1-16 0 0 0,0 24-16 0 0,0 1 0 0 0,0-1 1 0 0,0 0-1 0 0,-1 0 0 0 0,1 1 0 0 0,0-1 1 0 0,0 0-1 0 0,-1 0 0 0 0,1 1 1 0 0,0-1-1 0 0,-1 0 0 0 0,1 1 0 0 0,-1-1 1 0 0,1 0-1 0 0,-1 1 0 0 0,1-1 1 0 0,-1 1-1 0 0,1-1 0 0 0,-1 1 0 0 0,1-1 1 0 0,-1 1-1 0 0,0-1 0 0 0,1 1 1 0 0,-1 0-1 0 0,0-1 0 0 0,0 1 0 0 0,-1-1 1 0 0,-24 3 40 0 0,-20 20-35 0 0,38-17-4 0 0,2 0 1 0 0,-1 1-1 0 0,1 0 0 0 0,0 0 0 0 0,0 1 1 0 0,0 0-1 0 0,1 0 0 0 0,0 0 0 0 0,1 0 0 0 0,-1 1 1 0 0,-3 11-1 0 0,6-15-4 0 0,1-1 1 0 0,0 1-1 0 0,0 0 1 0 0,1-1-1 0 0,-1 1 0 0 0,1 0 1 0 0,0 0-1 0 0,0-1 0 0 0,0 1 1 0 0,0 0-1 0 0,1 0 1 0 0,0-1-1 0 0,-1 1 0 0 0,1 0 1 0 0,0-1-1 0 0,1 1 1 0 0,-1-1-1 0 0,1 1 0 0 0,0-1 1 0 0,-1 0-1 0 0,2 0 1 0 0,-1 0-1 0 0,0 0 0 0 0,0 0 1 0 0,1 0-1 0 0,0 0 1 0 0,-1-1-1 0 0,1 1 0 0 0,4 2 1 0 0,0-1-152 0 0,0 1 1 0 0,0-1-1 0 0,1 0 1 0 0,-1 0-1 0 0,1 0 1 0 0,0-1 0 0 0,0-1-1 0 0,0 1 1 0 0,0-1-1 0 0,15 1 1 0 0,-11-2-1220 0 0,0-1 0 0 0,1 0 1 0 0,22-3-1 0 0,-8-1-1342 0 0</inkml:trace>
</inkml:ink>
</file>

<file path=ppt/ink/ink2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4:59:18.4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 19 1084 0 0,'-17'-18'6160'0'0,"17"18"-6076"0"0,0 0-1 0 0,-1 0 0 0 0,1 0 0 0 0,0 0 1 0 0,0 0-1 0 0,-1 0 0 0 0,1 0 1 0 0,0 0-1 0 0,0 0 0 0 0,-1 0 1 0 0,1 0-1 0 0,0 0 0 0 0,0 0 1 0 0,-1 1-1 0 0,1-1 0 0 0,0 0 0 0 0,0 0 1 0 0,-1 0-1 0 0,1 0 0 0 0,0 1 1 0 0,0-1-1 0 0,0 0 0 0 0,-1 0 1 0 0,1 0-1 0 0,0 1 0 0 0,0-1 0 0 0,0 0 1 0 0,0 0-1 0 0,0 1 0 0 0,0-1 1 0 0,-1 0-1 0 0,1 0 0 0 0,0 1 1 0 0,0-1-1 0 0,0 0 0 0 0,0 0 0 0 0,0 1 1 0 0,0-1-1 0 0,0 0 0 0 0,0 1 1 0 0,1 47 1654 0 0,0-36-1808 0 0,24 680 2692 0 0,-25-679-2594 0 0,0 30 123 0 0,-1 0 0 0 0,-10 58 0 0 0,11-98-119 0 0,-1 0-17 0 0,1 3 25 0 0,-1-9-435 0 0,1-66-213 0 0,4-1 0 0 0,2 1-1 0 0,3 1 1 0 0,22-83 0 0 0,-28 142 555 0 0,5-18-159 0 0,0 0-1 0 0,22-42 1 0 0,-28 64 191 0 0,1 0-1 0 0,0 0 1 0 0,0 0-1 0 0,0 0 1 0 0,1 0 0 0 0,-1 0-1 0 0,1 1 1 0 0,0 0 0 0 0,1 0-1 0 0,-1 0 1 0 0,1 0-1 0 0,-1 1 1 0 0,1-1 0 0 0,0 1-1 0 0,0 1 1 0 0,1-1-1 0 0,-1 1 1 0 0,1 0 0 0 0,7-2-1 0 0,-11 3 22 0 0,0 1-1 0 0,1 0 0 0 0,-1 0 1 0 0,0 0-1 0 0,0 0 0 0 0,1 0 1 0 0,-1 0-1 0 0,0 1 0 0 0,1-1 1 0 0,-1 1-1 0 0,0 0 0 0 0,0-1 1 0 0,0 1-1 0 0,1 0 0 0 0,-1 0 1 0 0,0 0-1 0 0,0 1 0 0 0,-1-1 1 0 0,1 0-1 0 0,0 1 0 0 0,0 0 1 0 0,-1-1-1 0 0,1 1 0 0 0,-1 0 1 0 0,1 0-1 0 0,-1-1 0 0 0,0 1 1 0 0,1 0-1 0 0,-1 0 0 0 0,0 1 1 0 0,0-1-1 0 0,-1 0 0 0 0,1 0 0 0 0,0 0 1 0 0,-1 1-1 0 0,1-1 0 0 0,-1 0 1 0 0,0 5-1 0 0,1 0 38 0 0,0 1-1 0 0,-1-1 1 0 0,0 0-1 0 0,-1 1 1 0 0,1-1 0 0 0,-1 0-1 0 0,-1 0 1 0 0,1 1-1 0 0,-1-1 1 0 0,-6 12-1 0 0,4-12-61 0 0,-1 0-1 0 0,-1 0 1 0 0,1-1-1 0 0,-1 0 1 0 0,0 0 0 0 0,0 0-1 0 0,-1-1 1 0 0,0 1-1 0 0,0-2 1 0 0,0 1-1 0 0,-1-1 1 0 0,1 0-1 0 0,-1-1 1 0 0,0 0-1 0 0,0 0 1 0 0,0 0-1 0 0,0-1 1 0 0,-1 0-1 0 0,-13 0 1 0 0,20-2-264 0 0,1 0 0 0 0,-1-1-1 0 0,1 1 1 0 0,-1-1 0 0 0,1 1 0 0 0,0-1 0 0 0,-1 0-1 0 0,1 1 1 0 0,0-1 0 0 0,-1 0 0 0 0,1 0 0 0 0,0 0-1 0 0,0 0 1 0 0,0 0 0 0 0,0 0 0 0 0,0 0 0 0 0,0-1 0 0 0,0 1-1 0 0,-1-2 1 0 0,-1-6-2550 0 0</inkml:trace>
</inkml:ink>
</file>

<file path=ppt/ink/ink2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4:59:18.8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7 788 0 0,'1'0'239'0'0,"-1"0"-1"0"0,0-1 1 0 0,0 1 0 0 0,1-1-1 0 0,-1 1 1 0 0,0-1 0 0 0,1 1-1 0 0,-1 0 1 0 0,1-1 0 0 0,-1 1-1 0 0,0 0 1 0 0,1 0 0 0 0,-1-1-1 0 0,1 1 1 0 0,-1 0 0 0 0,1 0-1 0 0,-1-1 1 0 0,1 1 0 0 0,-1 0-1 0 0,1 0 1 0 0,-1 0 0 0 0,1 0 0 0 0,-1 0-1 0 0,1 0 1 0 0,-1 0 0 0 0,1 0-1 0 0,-1 0 1 0 0,1 0 0 0 0,-1 0-1 0 0,1 0 1 0 0,-1 0 0 0 0,1 0-1 0 0,-1 0 1 0 0,1 1 0 0 0,-1-1-1 0 0,0 0 1 0 0,1 0 0 0 0,-1 1-1 0 0,1-1 1 0 0,10 26 2680 0 0,-2 50-3598 0 0,-8-61 1726 0 0,6 227 652 0 0,0 8-696 0 0,-10-225-1208 0 0,0-5-3025 0 0,-18-40 507 0 0,19 18 2089 0 0,-11-14-2972 0 0,5-1 272 0 0</inkml:trace>
</inkml:ink>
</file>

<file path=ppt/ink/ink21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4:59:19.3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1 434 76 0 0,'19'-3'512'0'0,"0"0"-1"0"0,-1-2 1 0 0,1 0-1 0 0,-1-1 1 0 0,0-1-1 0 0,0 0 1 0 0,-1-1-1 0 0,27-18 1 0 0,-31 17-324 0 0,0 0 0 0 0,-1 0 0 0 0,-1-1 0 0 0,0-1 0 0 0,0 0 0 0 0,-1 0 0 0 0,-1-1 0 0 0,0-1 0 0 0,0 1 0 0 0,-1-1 1 0 0,8-19-1 0 0,-14 26-121 0 0,1-1 1 0 0,-2 1 0 0 0,1-1-1 0 0,-1 0 1 0 0,0 1-1 0 0,0-1 1 0 0,-1 0 0 0 0,0 0-1 0 0,0 1 1 0 0,-1-1 0 0 0,0 0-1 0 0,0 0 1 0 0,0 1 0 0 0,-1-1-1 0 0,-2-6 1 0 0,-1 1 80 0 0,0 0 1 0 0,-1 0-1 0 0,0 1 1 0 0,-1 0-1 0 0,0 0 1 0 0,-16-17-1 0 0,22 26-104 0 0,-1 2-37 0 0,0 0 0 0 0,0 1 0 0 0,0-1 0 0 0,0 1 0 0 0,0-1 1 0 0,1 1-1 0 0,-1-1 0 0 0,0 1 0 0 0,0 0 0 0 0,1 0 1 0 0,-1 0-1 0 0,1 0 0 0 0,-1 0 0 0 0,1 0 0 0 0,-1 1 0 0 0,1-1 1 0 0,-1 0-1 0 0,-1 3 0 0 0,-1 2 21 0 0,1-1 0 0 0,-1 1 0 0 0,1 0 0 0 0,0 0 0 0 0,-3 10 0 0 0,-2 9 173 0 0,-7 50 0 0 0,13-67-155 0 0,-4 52 225 0 0,3 0-1 0 0,3 0 1 0 0,2 0-1 0 0,11 70 1 0 0,-3-30 50 0 0,-5-79-96 0 0,2-18-72 0 0,12-31-34 0 0,-7 7-139 0 0,18-21 236 0 0,-29 42-191 0 0,0-1-25 0 0,-1 1-1 0 0,0 0 0 0 0,0-1 0 0 0,1 1 0 0 0,-1 0 0 0 0,0 0 1 0 0,1-1-1 0 0,-1 1 0 0 0,0 0 0 0 0,1 0 0 0 0,-1-1 0 0 0,0 1 1 0 0,1 0-1 0 0,-1 0 0 0 0,1 0 0 0 0,-1 0 0 0 0,0 0 0 0 0,1-1 1 0 0,-1 1-1 0 0,1 0 0 0 0,-1 0 0 0 0,0 0 0 0 0,1 0 0 0 0,-1 0 0 0 0,1 0 1 0 0,-1 0-1 0 0,0 1 0 0 0,1-1 0 0 0,-1 0 0 0 0,1 0 0 0 0,43 29-863 0 0,-18-2-3223 0 0</inkml:trace>
</inkml:ink>
</file>

<file path=ppt/ink/ink21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4:59:19.6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35 404 0 0,'0'0'1101'0'0,"14"4"2597"0"0,115-18 138 0 0,2-5-9221 0 0,-107 14 3327 0 0</inkml:trace>
</inkml:ink>
</file>

<file path=ppt/ink/ink21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4:59:20.1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314 643 608 0 0,'23'-32'2309'0'0,"36"-41"0"0"0,-41 54-1791 0 0,-2 0 1 0 0,0-2 0 0 0,-1 0 0 0 0,-1 0-1 0 0,21-45 1 0 0,-28 48-328 0 0,-1-1-1 0 0,-1 0 1 0 0,-1 0-1 0 0,-1-1 1 0 0,-1 1-1 0 0,0-1 1 0 0,-1 0-1 0 0,-3-30 1 0 0,1 42-154 0 0,1-1 1 0 0,-1 1-1 0 0,-1 0 1 0 0,0 0-1 0 0,0 0 1 0 0,0 0 0 0 0,-1 1-1 0 0,0-1 1 0 0,-1 1-1 0 0,0-1 1 0 0,0 1-1 0 0,0 0 1 0 0,-1 1-1 0 0,0-1 1 0 0,0 1-1 0 0,-1 0 1 0 0,0 0-1 0 0,0 0 1 0 0,0 1-1 0 0,0 0 1 0 0,-1 0-1 0 0,-15-7 1 0 0,20 12-37 0 0,-1-1 1 0 0,0 1-1 0 0,0-1 1 0 0,0 1 0 0 0,0 0-1 0 0,1 0 1 0 0,-1 0-1 0 0,0 1 1 0 0,0-1-1 0 0,0 1 1 0 0,0 0 0 0 0,1-1-1 0 0,-1 1 1 0 0,0 0-1 0 0,1 1 1 0 0,-1-1-1 0 0,1 0 1 0 0,-1 1 0 0 0,1-1-1 0 0,0 1 1 0 0,-1 0-1 0 0,1 0 1 0 0,0 0-1 0 0,0 0 1 0 0,0 0 0 0 0,1 0-1 0 0,-4 5 1 0 0,-6 8-3 0 0,0 0 0 0 0,-16 32 0 0 0,24-42 4 0 0,-29 65 33 0 0,3 2 0 0 0,-39 147 0 0 0,31-90 20 0 0,18-56-1 0 0,3 1 1 0 0,3 1-1 0 0,4 0 1 0 0,0 135-1 0 0,14-130 10 0 0,-3-60-17 0 0,0 1 0 0 0,-1 0-1 0 0,-2 0 1 0 0,0 0 0 0 0,-6 32-1 0 0,7-52-50 0 0,0-1-1 0 0,0 1 1 0 0,0 0 0 0 0,-1 0-1 0 0,1 0 1 0 0,0-1-1 0 0,-1 1 1 0 0,1 0-1 0 0,0 0 1 0 0,-1-1-1 0 0,1 1 1 0 0,-1 0-1 0 0,1-1 1 0 0,-1 1-1 0 0,1 0 1 0 0,-1-1 0 0 0,0 1-1 0 0,1-1 1 0 0,-1 1-1 0 0,0-1 1 0 0,0 1-1 0 0,1-1 1 0 0,-1 0-1 0 0,0 1 1 0 0,0-1-1 0 0,1 0 1 0 0,-1 0-1 0 0,0 1 1 0 0,0-1 0 0 0,0 0-1 0 0,1 0 1 0 0,-1 0-1 0 0,0 0 1 0 0,0 0-1 0 0,0 0 1 0 0,0 0-1 0 0,-1-1 1 0 0,-18-8-244 0 0,17 7 204 0 0,0-1 1 0 0,0 1 0 0 0,1-1 0 0 0,0 0-1 0 0,-1 0 1 0 0,1 0 0 0 0,0 0 0 0 0,0 0-1 0 0,1 0 1 0 0,-1-1 0 0 0,1 1 0 0 0,0 0-1 0 0,-1-1 1 0 0,1 1 0 0 0,1-1 0 0 0,-1 0-1 0 0,1 1 1 0 0,-1-1 0 0 0,1 0 0 0 0,0 1-1 0 0,0-1 1 0 0,1 0 0 0 0,-1 1 0 0 0,1-1-1 0 0,-1 1 1 0 0,3-7 0 0 0,1-5-67 0 0,1 1-1 0 0,0 0 1 0 0,1 0 0 0 0,15-25-1 0 0,-5 16 67 0 0,1 0 0 0 0,1 2 0 0 0,1 0 0 0 0,1 1 0 0 0,1 0 0 0 0,1 2 0 0 0,0 1 0 0 0,1 0-1 0 0,1 2 1 0 0,0 1 0 0 0,1 0 0 0 0,1 2 0 0 0,0 1 0 0 0,0 1 0 0 0,29-6 0 0 0,-49 14 81 0 0,-1 1 1 0 0,1 0-1 0 0,0 0 1 0 0,-1 0 0 0 0,1 0-1 0 0,0 1 1 0 0,0 0-1 0 0,-1 1 1 0 0,1-1-1 0 0,0 1 1 0 0,0 0-1 0 0,-1 0 1 0 0,1 1-1 0 0,7 3 1 0 0,-9-3 21 0 0,0 0 1 0 0,0 1-1 0 0,-1 0 0 0 0,1-1 1 0 0,-1 1-1 0 0,0 1 0 0 0,0-1 1 0 0,0 0-1 0 0,0 1 0 0 0,0 0 1 0 0,-1-1-1 0 0,0 1 1 0 0,1 0-1 0 0,-2 0 0 0 0,1 0 1 0 0,0 1-1 0 0,-1-1 0 0 0,2 7 1 0 0,-4-7-74 0 0,1 0 0 0 0,-1 0 0 0 0,0 0 0 0 0,-1 0 0 0 0,1 0-1 0 0,-1 0 1 0 0,1 0 0 0 0,-1-1 0 0 0,0 1 0 0 0,-1-1 0 0 0,1 1 0 0 0,-5 5 0 0 0,5-7-451 0 0,-11 10 248 0 0,1-6-5304 0 0,-3-1 3068 0 0</inkml:trace>
</inkml:ink>
</file>

<file path=ppt/ink/ink21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4:59:20.5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35 448 0 0,'0'0'1804'0'0,"3"-12"268"0"0,1 0-1136 0 0,-3 2-3912 0 0</inkml:trace>
</inkml:ink>
</file>

<file path=ppt/ink/ink21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4:59:20.8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45 652 0 0,'9'49'4740'0'0,"-9"-48"-4233"0"0,1 18 6080 0 0,1-25-6766 0 0,0-1 0 0 0,0 1 0 0 0,1 0 0 0 0,0 0 1 0 0,0 0-1 0 0,0 0 0 0 0,1 0 0 0 0,-1 1 0 0 0,2 0 0 0 0,5-7 0 0 0,-4 6-839 0 0,0 1 1 0 0,0 0 0 0 0,1 0 0 0 0,0 1 0 0 0,11-6-1 0 0,-5 2-1468 0 0</inkml:trace>
</inkml:ink>
</file>

<file path=ppt/ink/ink21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4:59:21.2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21 381 124 0 0,'1'1'151'0'0,"0"-1"0"0"0,-1 0 0 0 0,1 1 0 0 0,-1-1-1 0 0,1 1 1 0 0,-1-1 0 0 0,1 1 0 0 0,-1 0 0 0 0,1-1 0 0 0,-1 1 0 0 0,1-1 0 0 0,-1 1 0 0 0,0 0 0 0 0,1-1-1 0 0,-1 1 1 0 0,0 0 0 0 0,1-1 0 0 0,-1 1 0 0 0,0 0 0 0 0,0 0 0 0 0,0-1 0 0 0,0 1 0 0 0,0 0 0 0 0,0-1-1 0 0,0 1 1 0 0,0 0 0 0 0,0 0 0 0 0,0-1 0 0 0,0 1 0 0 0,0 0 0 0 0,-1 0 0 0 0,1 0 0 0 0,-8 41 1426 0 0,2-11-639 0 0,-6 23 514 0 0,9-48-528 0 0,11-29-663 0 0,11-23-84 0 0,42-71 0 0 0,-15 31-74 0 0,105-165 2456 0 0,-150 250-2523 0 0,-1 0 1 0 0,0 1-1 0 0,0-1 1 0 0,1 0-1 0 0,-1 1 1 0 0,0-1-1 0 0,1 1 1 0 0,-1-1-1 0 0,0 1 1 0 0,1-1 0 0 0,-1 1-1 0 0,1-1 1 0 0,-1 1-1 0 0,1-1 1 0 0,-1 1-1 0 0,1-1 1 0 0,-1 1-1 0 0,1 0 1 0 0,0-1-1 0 0,-1 1 1 0 0,1 0-1 0 0,-1 0 1 0 0,1-1-1 0 0,0 1 1 0 0,-1 0-1 0 0,1 0 1 0 0,0 0-1 0 0,-1 0 1 0 0,1 0-1 0 0,0 0 1 0 0,-1 0-1 0 0,1 0 1 0 0,0 0-1 0 0,-1 0 1 0 0,2 0-1 0 0,-1 2-5 0 0,1-1 0 0 0,-1 0 0 0 0,0 1 0 0 0,0-1 0 0 0,0 1 0 0 0,0 0 0 0 0,0-1 0 0 0,-1 1 0 0 0,1 0 0 0 0,0-1 0 0 0,-1 1 0 0 0,1 3 0 0 0,7 63 293 0 0,-2 63 246 0 0,-1-64-324 0 0,-3 0 0 0 0,-12 113 0 0 0,-2-133-1387 0 0,-7-24-2373 0 0</inkml:trace>
  <inkml:trace contextRef="#ctx0" brushRef="#br0" timeOffset="1">287 400 628 0 0,'0'0'1076'0'0,"16"-1"844"0"0,3-3-276 0 0,3 3-919 0 0,-13-3-97 0 0,3 2-44 0 0,-2 0-120 0 0,6 1-220 0 0,-7-1-276 0 0,8 0-340 0 0,-2 0-348 0 0,-3 1-416 0 0,-2-3-1221 0 0</inkml:trace>
</inkml:ink>
</file>

<file path=ppt/ink/ink21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4:59:23.2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13 384 0 0,'0'0'711'0'0,"1"-1"-1007"0"0,7-10 5155 0 0</inkml:trace>
</inkml:ink>
</file>

<file path=ppt/ink/ink21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4:59:30.2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278 486 188 0 0,'0'0'711'0'0,"-13"-49"4590"0"0,13 47-5168 0 0,-1 0 1 0 0,1 1-1 0 0,-1-1 1 0 0,0 0 0 0 0,1 0-1 0 0,-1 1 1 0 0,0-1-1 0 0,0 0 1 0 0,0 1-1 0 0,-1-1 1 0 0,1 1-1 0 0,0-1 1 0 0,0 1-1 0 0,-1 0 1 0 0,1-1-1 0 0,-1 1 1 0 0,1 0-1 0 0,-1 0 1 0 0,0 0-1 0 0,1 0 1 0 0,-1 0 0 0 0,0 0-1 0 0,0 1 1 0 0,-2-1-1 0 0,0 0-63 0 0,0 1 0 0 0,0 0 0 0 0,0 0 0 0 0,1 0 0 0 0,-1 1 0 0 0,0-1 1 0 0,0 1-1 0 0,0 0 0 0 0,0 0 0 0 0,0 0 0 0 0,-4 3 0 0 0,-7 3-49 0 0,1 0-1 0 0,0 2 1 0 0,1 0 0 0 0,0 0-1 0 0,-13 13 1 0 0,15-12 19 0 0,0 1-1 0 0,1 0 1 0 0,-14 20-1 0 0,20-25-29 0 0,0 0 0 0 0,1 0 0 0 0,0 0 0 0 0,0 0 0 0 0,1 0 0 0 0,-1 0 0 0 0,1 1 0 0 0,1-1 0 0 0,-1 1 0 0 0,1 0 0 0 0,0 7 0 0 0,1-12-9 0 0,-1 0 0 0 0,1 0-1 0 0,0 0 1 0 0,0 0 0 0 0,0 0 0 0 0,1 0 0 0 0,-1 0 0 0 0,0 0-1 0 0,1 0 1 0 0,0 0 0 0 0,-1 0 0 0 0,1 0 0 0 0,0 0 0 0 0,0-1-1 0 0,0 1 1 0 0,0 0 0 0 0,0-1 0 0 0,0 1 0 0 0,0 0 0 0 0,1-1-1 0 0,-1 0 1 0 0,1 1 0 0 0,2 1 0 0 0,-2-2-5 0 0,1 0 0 0 0,-1 0 1 0 0,1-1-1 0 0,-1 1 0 0 0,1-1 1 0 0,-1 0-1 0 0,1 0 0 0 0,-1 0 0 0 0,1 0 1 0 0,-1 0-1 0 0,1 0 0 0 0,-1-1 0 0 0,1 1 1 0 0,-1-1-1 0 0,5-1 0 0 0,3-2-10 0 0,-1 0-1 0 0,0-1 1 0 0,0 0 0 0 0,0 0-1 0 0,0-1 1 0 0,12-11-1 0 0,-18 15-13 0 0,0 1-1 0 0,-1-1 1 0 0,1 1-1 0 0,0 0 1 0 0,0 0-1 0 0,0 0 1 0 0,0 0-1 0 0,0 0 1 0 0,0 1-1 0 0,0-1 1 0 0,0 1-1 0 0,0 0 1 0 0,0 0-1 0 0,0 0 1 0 0,0 0-1 0 0,0 0 1 0 0,0 1-1 0 0,0 0 1 0 0,0-1-1 0 0,0 1 1 0 0,0 0-1 0 0,3 2 0 0 0,34 3-122 0 0,-27-8 171 0 0,1-1 0 0 0,-1 0 0 0 0,0-2 0 0 0,-1 1 0 0 0,1-1 1 0 0,-1-1-1 0 0,0 0 0 0 0,0-1 0 0 0,-1 0 0 0 0,0-1 0 0 0,0 0 0 0 0,-1-1 0 0 0,11-11 0 0 0,-7 6 52 0 0,0-1-1 0 0,-2 0 0 0 0,0-1 0 0 0,0 0 1 0 0,-2-1-1 0 0,0-1 0 0 0,-1 1 0 0 0,8-25 1 0 0,-6 5 171 0 0,-2-2-1 0 0,-2 0 1 0 0,-2 0 0 0 0,-1 0 0 0 0,-3-77 0 0 0,-1 104-90 0 0,-1 9-118 0 0,1 0 1 0 0,0 1 0 0 0,-1-1-1 0 0,0 0 1 0 0,1 1-1 0 0,-1-1 1 0 0,0 0 0 0 0,0 1-1 0 0,-1-1 1 0 0,1 1-1 0 0,0 0 1 0 0,-3-3 0 0 0,-7 21-41 0 0,0 1 1 0 0,1 0 0 0 0,1 0 0 0 0,1 1 0 0 0,0 1-1 0 0,1-1 1 0 0,1 1 0 0 0,-4 24 0 0 0,-20 169 15 0 0,23-151-54 0 0,6-51 14 0 0,1-1 0 0 0,-1 1 0 0 0,2-1 1 0 0,-1 1-1 0 0,2-1 0 0 0,-1 0 0 0 0,1 1 0 0 0,0-1 0 0 0,1 0 0 0 0,0 0 0 0 0,6 11 0 0 0,-7-15 2 0 0,1-1-1 0 0,-1 1 1 0 0,1-1-1 0 0,1 0 0 0 0,-1 0 1 0 0,0 0-1 0 0,1 0 1 0 0,0 0-1 0 0,0-1 1 0 0,0 0-1 0 0,0 0 0 0 0,1 0 1 0 0,-1 0-1 0 0,1-1 1 0 0,0 0-1 0 0,0 1 1 0 0,-1-2-1 0 0,1 1 0 0 0,1-1 1 0 0,-1 1-1 0 0,9 0 1 0 0,-4-1 10 0 0,1-1 0 0 0,0 0 0 0 0,0-1 0 0 0,0 1 1 0 0,-1-2-1 0 0,1 0 0 0 0,-1 0 0 0 0,1-1 0 0 0,-1 0 0 0 0,0-1 1 0 0,0 0-1 0 0,0-1 0 0 0,11-7 0 0 0,-13 8 28 0 0,-2-1 0 0 0,1-1 0 0 0,0 1 0 0 0,-1-1-1 0 0,0-1 1 0 0,-1 1 0 0 0,1-1 0 0 0,-1 0 0 0 0,-1 0 0 0 0,1 0 0 0 0,-1-1 0 0 0,0 1-1 0 0,-1-1 1 0 0,0 0 0 0 0,0 0 0 0 0,-1 0 0 0 0,2-10 0 0 0,-3-31 304 0 0,-1 37-166 0 0,14 33-169 0 0,15 34 8 0 0,-3 1 1 0 0,27 82 0 0 0,-46-113-30 0 0,0 0 0 0 0,-2 0 1 0 0,-1 0-1 0 0,-1 1 0 0 0,-1 0 0 0 0,-1 37 1 0 0,-1-53 26 0 0,-1 0 1 0 0,0 0-1 0 0,-1-1 1 0 0,0 1-1 0 0,0 0 0 0 0,-1-1 1 0 0,0 1-1 0 0,-1-1 1 0 0,0 0-1 0 0,0 0 1 0 0,-1 0-1 0 0,0-1 1 0 0,-1 1-1 0 0,0-1 0 0 0,0-1 1 0 0,0 1-1 0 0,-1-1 1 0 0,0 0-1 0 0,-12 8 1 0 0,18-13 8 0 0,-1-1 1 0 0,1 0-1 0 0,-1 0 0 0 0,1 1 1 0 0,-1-1-1 0 0,0 0 1 0 0,1 0-1 0 0,-1-1 1 0 0,0 1-1 0 0,0 0 1 0 0,1-1-1 0 0,-1 1 0 0 0,0-1 1 0 0,0 1-1 0 0,0-1 1 0 0,0 0-1 0 0,0 0 1 0 0,0 0-1 0 0,0 0 1 0 0,0 0-1 0 0,1 0 0 0 0,-1 0 1 0 0,0-1-1 0 0,0 1 1 0 0,0-1-1 0 0,0 1 1 0 0,0-1-1 0 0,1 0 1 0 0,-1 0-1 0 0,0 0 0 0 0,1 0 1 0 0,-1 0-1 0 0,0 0 1 0 0,1 0-1 0 0,0 0 1 0 0,-1-1-1 0 0,1 1 0 0 0,0-1 1 0 0,-1 1-1 0 0,1-1 1 0 0,0 1-1 0 0,0-1 1 0 0,0 0-1 0 0,-1-2 1 0 0,0-2-19 0 0,0 0 1 0 0,0 0 0 0 0,0 0 0 0 0,1-1 0 0 0,0 1-1 0 0,1 0 1 0 0,-1-1 0 0 0,1 1 0 0 0,0 0 0 0 0,0-1 0 0 0,3-11-1 0 0,4-6-74 0 0,2 0-1 0 0,0 0 1 0 0,1 1-1 0 0,2 0 0 0 0,0 1 1 0 0,1 0-1 0 0,21-25 0 0 0,125-131-414 0 0,-137 155 456 0 0,-21 21 35 0 0,5-4-21 0 0,1-1-1 0 0,-1 1 1 0 0,1 0-1 0 0,0 0 1 0 0,9-5 0 0 0,8 57-54 0 0,-18-34 92 0 0,-4-8 73 0 0,1-1 1 0 0,-1 0-1 0 0,1 0 1 0 0,0 0-1 0 0,0-1 1 0 0,0 1-1 0 0,0-1 1 0 0,1 1-1 0 0,-1-1 1 0 0,1 0-1 0 0,-1 0 1 0 0,1-1-1 0 0,0 1 1 0 0,0-1-1 0 0,0 0 1 0 0,0 1-1 0 0,4-1 1 0 0,-8-1-35 0 0,1 0 0 0 0,0 0 0 0 0,-1 0-1 0 0,1 0 1 0 0,0 0 0 0 0,0 0 0 0 0,-1 0 0 0 0,1-1 0 0 0,0 1-1 0 0,-1 0 1 0 0,1 0 0 0 0,0-1 0 0 0,-1 1 0 0 0,1 0 0 0 0,-1-1-1 0 0,1 1 1 0 0,-1 0 0 0 0,1-1 0 0 0,0 1 0 0 0,-1-1 0 0 0,1 1 0 0 0,-1-1-1 0 0,0 1 1 0 0,1-1 0 0 0,-1 0 0 0 0,1 1 0 0 0,-1-1 0 0 0,0 1-1 0 0,0-1 1 0 0,1 0 0 0 0,-2-26 693 0 0,-1 22-644 0 0,0 0-1 0 0,1 0 1 0 0,-2 0-1 0 0,1 0 1 0 0,0 0-1 0 0,-1 0 1 0 0,-6-7-1 0 0,3 6-53 0 0,-1 0 0 0 0,0 0 0 0 0,0 1 0 0 0,0 0 0 0 0,-1 0 1 0 0,1 0-1 0 0,-1 1 0 0 0,0 1 0 0 0,0-1 0 0 0,-14-3 0 0 0,-28 2-8609 0 0</inkml:trace>
</inkml:ink>
</file>

<file path=ppt/ink/ink21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4:59:30.6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2 252 0 0,'18'-1'2389'0'0,"-9"2"-2032"0"0,0 2 0 0 0,-1-1 0 0 0,1 1 0 0 0,-1 0 0 0 0,0 1 1 0 0,0 0-1 0 0,0 0 0 0 0,0 0 0 0 0,-1 1 0 0 0,8 7 0 0 0,-11-9-275 0 0,0 1 0 0 0,-1 0 0 0 0,1 0 0 0 0,-1 0 0 0 0,1 1 0 0 0,-1-1 0 0 0,0 1 0 0 0,-1 0 0 0 0,1 0 0 0 0,-1 0 0 0 0,0 0 0 0 0,-1 0 0 0 0,1 0 0 0 0,-1 1 0 0 0,0-1 0 0 0,0 0 0 0 0,0 1 0 0 0,-1 5 0 0 0,-12 45 712 0 0,12-56-775 0 0,-1 1 0 0 0,1 0 1 0 0,-1-1-1 0 0,0 1 0 0 0,0-1 1 0 0,1 0-1 0 0,-1 1 0 0 0,0-1 0 0 0,0 0 1 0 0,1 1-1 0 0,-1-1 0 0 0,0 0 1 0 0,0 0-1 0 0,0 0 0 0 0,1 0 0 0 0,-1 0 1 0 0,0 1-1 0 0,0-2 0 0 0,0 1 0 0 0,0 0 1 0 0,1 0-1 0 0,-1 0 0 0 0,0 0 1 0 0,0 0-1 0 0,-1-1 0 0 0,1-1-12 0 0,0 0 0 0 0,0 1 0 0 0,0-1 0 0 0,0 0 0 0 0,1 0 0 0 0,-1 0-1 0 0,1 0 1 0 0,-1 0 0 0 0,1 0 0 0 0,-1 0 0 0 0,1 0 0 0 0,0 0 0 0 0,0 0 0 0 0,0 0 0 0 0,0 0 0 0 0,1 0-1 0 0,-1 0 1 0 0,1-4 0 0 0,1 0-2 0 0,1 0-1 0 0,-1 0 1 0 0,1 0-1 0 0,0 0 1 0 0,7-11-1 0 0,-1 5-10 0 0,1 0-1 0 0,0 1 0 0 0,0 0 1 0 0,22-18-1 0 0,-29 27 8 0 0,0-1 1 0 0,0 1-1 0 0,0 0 1 0 0,0 0-1 0 0,1 0 0 0 0,-1 1 1 0 0,0-1-1 0 0,1 1 1 0 0,-1 0-1 0 0,1 0 0 0 0,0 0 1 0 0,-1 0-1 0 0,1 1 1 0 0,0-1-1 0 0,-1 1 1 0 0,1 0-1 0 0,0 0 0 0 0,-1 0 1 0 0,1 1-1 0 0,0-1 1 0 0,-1 1-1 0 0,1 0 0 0 0,0 0 1 0 0,-1 0-1 0 0,1 0 1 0 0,-1 1-1 0 0,0-1 1 0 0,1 1-1 0 0,-1 0 0 0 0,0 0 1 0 0,3 3-1 0 0,-1 0 19 0 0,-1 0-1 0 0,0 0 1 0 0,0 0 0 0 0,0 1-1 0 0,0 0 1 0 0,-1-1-1 0 0,0 1 1 0 0,0 0-1 0 0,-1 1 1 0 0,0-1 0 0 0,0 0-1 0 0,0 1 1 0 0,-1-1-1 0 0,0 1 1 0 0,0 11 0 0 0,-1-17-112 0 0,-9 24-1101 0 0,-7-8-3528 0 0</inkml:trace>
</inkml:ink>
</file>

<file path=ppt/ink/ink21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4:59:31.0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 2 160 0 0,'2'-2'6448'0'0,"-3"16"-3125"0"0,-6 41-2102 0 0,-2 28-705 0 0,1 62 1121 0 0,17 238-1 0 0,-4-352-2375 0 0,-3-66-11223 0 0</inkml:trace>
</inkml:ink>
</file>

<file path=ppt/ink/ink21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4:59:31.4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1 505 584 0 0,'7'-6'389'0'0,"0"0"0"0"0,1 0 1 0 0,0 0-1 0 0,1 1 0 0 0,-1 0 0 0 0,1 1 1 0 0,0 0-1 0 0,11-4 0 0 0,36-18 1491 0 0,-44 19-1539 0 0,-1-1 1 0 0,0 0 0 0 0,0-1 0 0 0,-1 0 0 0 0,0 0-1 0 0,0-2 1 0 0,-1 1 0 0 0,-1-1 0 0 0,10-15 0 0 0,-13 17-180 0 0,0 0 0 0 0,-1-1 0 0 0,0 0 1 0 0,-1 0-1 0 0,0 0 0 0 0,-1 0 0 0 0,0 0 1 0 0,0-1-1 0 0,-1 1 0 0 0,0-1 0 0 0,-1 1 0 0 0,-2-20 1 0 0,0 8 241 0 0,-1-1 0 0 0,-1 1 0 0 0,-1 0 0 0 0,-1 0 0 0 0,-12-30 1 0 0,17 50-318 0 0,1 1-7 0 0,0 1-78 0 0,0 0-1 0 0,0 0 1 0 0,0 0 0 0 0,-1 0 0 0 0,1 0 0 0 0,0 0 0 0 0,0 0-1 0 0,0 0 1 0 0,0 0 0 0 0,0 1 0 0 0,0-1 0 0 0,0 0-1 0 0,-1 0 1 0 0,1 0 0 0 0,0 0 0 0 0,0 0 0 0 0,0 0 0 0 0,0 0-1 0 0,0 0 1 0 0,0 0 0 0 0,-1 0 0 0 0,1 0 0 0 0,0 0-1 0 0,0-1 1 0 0,0 1 0 0 0,0 0 0 0 0,0 0 0 0 0,0 0 0 0 0,0 0-1 0 0,-1 0 1 0 0,1 0 0 0 0,0 0 0 0 0,0 0 0 0 0,0 0 0 0 0,0 0-1 0 0,0 0 1 0 0,0 0 0 0 0,0-1 0 0 0,0 1 0 0 0,0 0-1 0 0,-1 0 1 0 0,1 0 0 0 0,0 0 0 0 0,0 0 0 0 0,0 0 0 0 0,0 0-1 0 0,0-1 1 0 0,0 1 0 0 0,0 0 0 0 0,0 0 0 0 0,0 0 0 0 0,0 0-1 0 0,0 0 1 0 0,0 0 0 0 0,0-1 0 0 0,0 1 0 0 0,0 0-1 0 0,0 0 1 0 0,0 0 0 0 0,0 0 0 0 0,0 0 0 0 0,0 0 0 0 0,0 0-1 0 0,0-1 1 0 0,1 1 0 0 0,-1 0 0 0 0,0 0 0 0 0,0 0-1 0 0,0 0 1 0 0,-6 10 17 0 0,1 1 0 0 0,1-1 0 0 0,0 1 0 0 0,0 0 0 0 0,1 0 0 0 0,0 1 0 0 0,-1 16 0 0 0,-6 93 44 0 0,9-82-48 0 0,1-10 14 0 0,2 0-1 0 0,1-1 0 0 0,2 1 1 0 0,0-1-1 0 0,19 55 0 0 0,-23-78 30 0 0,1 0-1 0 0,0-1 0 0 0,0 1 0 0 0,0 0 0 0 0,0-1 1 0 0,0 0-1 0 0,1 1 0 0 0,0-1 0 0 0,0 0 1 0 0,0 0-1 0 0,1-1 0 0 0,-1 1 0 0 0,1-1 0 0 0,0 0 1 0 0,0 0-1 0 0,0 0 0 0 0,0 0 0 0 0,0 0 1 0 0,1-1-1 0 0,-1 0 0 0 0,1 0 0 0 0,0 0 1 0 0,-1-1-1 0 0,1 0 0 0 0,0 1 0 0 0,0-2 0 0 0,0 1 1 0 0,0 0-1 0 0,0-1 0 0 0,0 0 0 0 0,0 0 1 0 0,0-1-1 0 0,0 1 0 0 0,6-3 0 0 0,28 5 219 0 0,11 15-5620 0 0,-27-13-3656 0 0</inkml:trace>
</inkml:ink>
</file>

<file path=ppt/ink/ink21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4:59:31.7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7 168 0 0,'0'0'1034'0'0,"38"5"6411"0"0,22-4-4515 0 0,-28 1-2412 0 0,-1-2 1 0 0,54-6-1 0 0,-84 6-984 0 0,25-6-1170 0 0,-19 3-3819 0 0</inkml:trace>
</inkml:ink>
</file>

<file path=ppt/ink/ink21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4:59:32.1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143 60 88 0 0,'-45'-18'3598'0'0,"-45"-17"7583"0"0,88 35-10083 0 0,-3-7-867 0 0,34 20-13643 0 0</inkml:trace>
  <inkml:trace contextRef="#ctx0" brushRef="#br0" timeOffset="1">2414 315 1292 0 0,'7'-11'2320'0'0,"-32"-3"-3252"0"0,15 11-188 0 0</inkml:trace>
</inkml:ink>
</file>

<file path=ppt/ink/ink21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7T06:08:02.9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1 440 0 0,'0'0'4140'0'0,"8"1"-1923"0"0</inkml:trace>
</inkml:ink>
</file>

<file path=ppt/ink/ink21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7T06:08:46.3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8 1044 0 0,'0'0'4601'0'0,"18"-8"-4161"0"0,1 11-624 0 0,3 1-2853 0 0,-4-3 1461 0 0</inkml:trace>
</inkml:ink>
</file>

<file path=ppt/ink/ink21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7T06:08:46.6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0 372 0 0,'1'4'2535'0'0,"2"1"1849"0"0</inkml:trace>
</inkml:ink>
</file>

<file path=ppt/ink/ink21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7T06:10:20.0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1 824 0 0,'0'12'2168'0'0</inkml:trace>
</inkml:ink>
</file>

<file path=ppt/ink/ink21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4:57:33.9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305 52 936 0 0,'-2'-20'2224'0'0,"-6"-12"9841"0"0,6 36-11803 0 0,-50 141 822 0 0,-47 69-359 0 0,71-161-469 0 0,-2-2-1 0 0,-53 67 1 0 0,82-117-279 0 0,2 0-142 0 0,0-1 155 0 0,0 1-1 0 0,0 0 1 0 0,0-1 0 0 0,0 1 0 0 0,0-1 0 0 0,0 1 0 0 0,0-1-1 0 0,0 1 1 0 0,0-1 0 0 0,0 0 0 0 0,0 0 0 0 0,0 1-1 0 0,0-1 1 0 0,0 0 0 0 0,0 0 0 0 0,0 0 0 0 0,0 0 0 0 0,0 0-1 0 0,0 0 1 0 0,2-1 0 0 0,24 0-212 0 0,65-14-1120 0 0,0-4 1 0 0,122-41-1 0 0,-206 57 1288 0 0,-1 1 0 0 0,0-1 0 0 0,0-1 1 0 0,0 1-1 0 0,0-1 0 0 0,0-1 0 0 0,-1 1 0 0 0,0-1 0 0 0,0 0 1 0 0,8-8-1 0 0,-13 10 210 0 0,0 1-1 0 0,0-1 1 0 0,0 1 0 0 0,0-1-1 0 0,0 1 1 0 0,-1-1 0 0 0,1 1-1 0 0,-1-1 1 0 0,0 0 0 0 0,0 1-1 0 0,0-1 1 0 0,0 0 0 0 0,0 1-1 0 0,0-1 1 0 0,-1 0 0 0 0,1 1-1 0 0,-1-1 1 0 0,0 1 0 0 0,-1-4-1 0 0,2 8-145 0 0,0 1 0 0 0,0-1 0 0 0,-1 0 0 0 0,1 0 0 0 0,-1 1 0 0 0,1-1 0 0 0,-1 0 0 0 0,0 0 0 0 0,0 0 0 0 0,-2 5-1 0 0,1-5 9 0 0,-11 52 117 0 0,1 0-1 0 0,3 0 1 0 0,2 1-1 0 0,1 67 1 0 0,3-56-50 0 0,2 43-1039 0 0,2-54-3043 0 0,2-43-1887 0 0</inkml:trace>
</inkml:ink>
</file>

<file path=ppt/ink/ink21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4:57:34.3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36 1004 0 0,'3'0'1117'0'0,"0"0"1"0"0,1-1-1 0 0,-1 1 1 0 0,0-1-1 0 0,0 0 0 0 0,0 0 1 0 0,1 0-1 0 0,-1 0 1 0 0,0 0-1 0 0,0-1 0 0 0,-1 1 1 0 0,1-1-1 0 0,0 0 1 0 0,0 0-1 0 0,3-4 0 0 0,-4 4 226 0 0,5-6 3553 0 0,-4 5-4593 0 0,-10 12-7968 0 0,-10 12 4912 0 0,-3-8-2919 0 0,-1-5 422 0 0</inkml:trace>
</inkml:ink>
</file>

<file path=ppt/ink/ink21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4:57:41.3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 38 1112 0 0,'0'0'3344'0'0,"-3"-5"-2342"0"0,-15-28 9571 0 0,15 60-9003 0 0,2-19-1642 0 0,1 1 0 0 0,1 0-1 0 0,-1-1 1 0 0,1 1 0 0 0,1 0 0 0 0,2 9 0 0 0,-2-15 52 0 0,0 0 1 0 0,0 0-1 0 0,0 0 1 0 0,0 0-1 0 0,0-1 1 0 0,1 1-1 0 0,-1-1 1 0 0,1 1 0 0 0,0-1-1 0 0,0 0 1 0 0,0 0-1 0 0,0 0 1 0 0,0-1-1 0 0,0 1 1 0 0,0-1-1 0 0,1 0 1 0 0,-1 1-1 0 0,0-1 1 0 0,1-1 0 0 0,-1 1-1 0 0,1 0 1 0 0,-1-1-1 0 0,1 0 1 0 0,-1 0-1 0 0,1 0 1 0 0,-1 0-1 0 0,6-1 1 0 0,13-2-66 0 0,-1-1 0 0 0,0-1-1 0 0,29-10 1 0 0,-20 5 22 0 0,-1 2-199 0 0,0 0 1 0 0,0 2 0 0 0,1 1-1 0 0,31-1 1 0 0,-61 6 259 0 0,0 0-1 0 0,0 0 1 0 0,1 0-1 0 0,-1 0 0 0 0,0 1 1 0 0,0-1-1 0 0,0 0 1 0 0,1 0-1 0 0,-1 0 1 0 0,0 0-1 0 0,0 0 1 0 0,1 0-1 0 0,-1 0 1 0 0,0 0-1 0 0,0 1 1 0 0,0-1-1 0 0,1 0 1 0 0,-1 0-1 0 0,0 0 1 0 0,0 0-1 0 0,0 1 1 0 0,0-1-1 0 0,0 0 1 0 0,1 0-1 0 0,-1 1 1 0 0,0-1-1 0 0,0 0 1 0 0,0 0-1 0 0,0 0 1 0 0,0 1-1 0 0,0-1 1 0 0,0 0-1 0 0,0 0 1 0 0,0 1-1 0 0,0-1 1 0 0,0 0-1 0 0,0 0 1 0 0,0 1-1 0 0,0-1 1 0 0,0 0-1 0 0,0 0 1 0 0,0 1-1 0 0,0-1 1 0 0,0 0-1 0 0,0 0 1 0 0,0 0-1 0 0,-1 1 1 0 0,1-1-1 0 0,0 0 1 0 0,-7 7-159 0 0,0 0 1 0 0,0 0-1 0 0,0-1 1 0 0,-1 0-1 0 0,0-1 0 0 0,0 0 1 0 0,-1 0-1 0 0,1-1 1 0 0,-1 0-1 0 0,-11 4 1 0 0,10-5-1071 0 0,0 0 0 0 0,-1 0 1 0 0,1-1-1 0 0,-1 0 0 0 0,-17 0 1 0 0,4-4-1903 0 0</inkml:trace>
</inkml:ink>
</file>

<file path=ppt/ink/ink21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4:57:41.7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63 352 0 0,'0'-40'6758'0'0,"0"38"-5879"0"0,0 2-872 0 0,-1-1 0 0 0,1 0 0 0 0,0 0 1 0 0,0 0-1 0 0,0 0 0 0 0,0 1 0 0 0,0-1 0 0 0,0 0 0 0 0,0 0 1 0 0,0 0-1 0 0,0 1 0 0 0,1-1 0 0 0,-1 0 0 0 0,0 0 1 0 0,0 0-1 0 0,1 1 0 0 0,-1-1 0 0 0,1 0 0 0 0,-1 0 1 0 0,0 1-1 0 0,1-1 0 0 0,-1 0 0 0 0,1 1 0 0 0,0-1 1 0 0,-1 1-1 0 0,2-1 0 0 0,13 7-4379 0 0,-9-3 4639 0 0,6 4-2561 0 0</inkml:trace>
</inkml:ink>
</file>

<file path=ppt/ink/ink21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4:57:43.4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0 543 168 0 0,'21'14'5022'0'0,"-2"-19"-4455"0"0,0-1-1 0 0,-1-1 0 0 0,0 0 1 0 0,0-1-1 0 0,-1-1 0 0 0,0-1 1 0 0,0 0-1 0 0,-1-1 0 0 0,-1-1 1 0 0,0 0-1 0 0,-1-1 0 0 0,23-26 0 0 0,-36 37-534 0 0,1 1-1 0 0,-1-1 0 0 0,1 0 1 0 0,-1 0-1 0 0,0 0 0 0 0,0 0 0 0 0,0 0 1 0 0,0 0-1 0 0,0 0 0 0 0,-1 0 1 0 0,1 0-1 0 0,0 0 0 0 0,-1 0 0 0 0,0-1 1 0 0,1 1-1 0 0,-1 0 0 0 0,0 0 1 0 0,0-1-1 0 0,0 1 0 0 0,-1 0 0 0 0,1 0 1 0 0,0 0-1 0 0,-1-1 0 0 0,1 1 1 0 0,-1 0-1 0 0,0 0 0 0 0,0 0 0 0 0,0 0 1 0 0,0 0-1 0 0,0 0 0 0 0,-3-3 1 0 0,1 2-18 0 0,0 1 0 0 0,0 0 1 0 0,0 0-1 0 0,0 0 1 0 0,0 0-1 0 0,-1 0 1 0 0,1 1-1 0 0,-1 0 1 0 0,1-1-1 0 0,-1 1 0 0 0,1 0 1 0 0,-1 1-1 0 0,0-1 1 0 0,1 1-1 0 0,-1-1 1 0 0,0 1-1 0 0,0 0 0 0 0,-5 1 1 0 0,1 1-11 0 0,0-1 1 0 0,0 1-1 0 0,0 0 0 0 0,1 0 1 0 0,-1 1-1 0 0,1 0 0 0 0,-1 1 1 0 0,1-1-1 0 0,0 1 0 0 0,0 1 1 0 0,1-1-1 0 0,-1 1 0 0 0,1 1 1 0 0,0-1-1 0 0,1 1 0 0 0,-9 10 1 0 0,12-13-3 0 0,0 0 1 0 0,0 0-1 0 0,1 0 1 0 0,-1 0-1 0 0,1 0 1 0 0,0 1-1 0 0,-1-1 1 0 0,2 1-1 0 0,-1-1 1 0 0,0 1-1 0 0,1-1 1 0 0,-1 1-1 0 0,1-1 1 0 0,0 1-1 0 0,0-1 0 0 0,1 5 1 0 0,0-4 1 0 0,0 1 0 0 0,1-1 1 0 0,0 0-1 0 0,0 0 0 0 0,0 0 0 0 0,0 0 0 0 0,0-1 1 0 0,1 1-1 0 0,0 0 0 0 0,-1-1 0 0 0,1 0 0 0 0,1 0 1 0 0,-1 0-1 0 0,0 0 0 0 0,1 0 0 0 0,3 2 0 0 0,2 0-47 0 0,1 0 0 0 0,0 0 1 0 0,0-1-1 0 0,0 0 0 0 0,0-1 0 0 0,0 0 0 0 0,1 0 0 0 0,-1-1 0 0 0,1-1 0 0 0,0 0 0 0 0,0 0 0 0 0,-1-1 0 0 0,1 0 1 0 0,0-1-1 0 0,0 0 0 0 0,-1-1 0 0 0,1 0 0 0 0,19-8 0 0 0,0 0-180 0 0,-1-1 0 0 0,-1-2-1 0 0,0-1 1 0 0,-1-1 0 0 0,33-24-1 0 0,62-48 609 0 0,-121 86-268 0 0,1 1-109 0 0,0 0 0 0 0,-1 1 0 0 0,1-1 0 0 0,0 1 0 0 0,-1-1 0 0 0,1 1 0 0 0,-1 0 0 0 0,1 0 0 0 0,-1-1 0 0 0,1 1 1 0 0,-1 0-1 0 0,1 0 0 0 0,-1 1 0 0 0,0-1 0 0 0,0 0 0 0 0,1 0 0 0 0,-1 1 0 0 0,0-1 0 0 0,0 1 0 0 0,1 1 0 0 0,12 78 115 0 0,-13-80-91 0 0,-1 0-25 0 0,-1-1-1 0 0,1 0 0 0 0,0 1 0 0 0,0-1 0 0 0,0 0 0 0 0,0 1 0 0 0,0-1 0 0 0,0 0 0 0 0,0 0 0 0 0,0 1 0 0 0,0-1 1 0 0,0 0-1 0 0,0 1 0 0 0,0-1 0 0 0,0 0 0 0 0,0 1 0 0 0,0-1 0 0 0,0 0 0 0 0,0 1 0 0 0,0-1 0 0 0,0 0 0 0 0,0 1 1 0 0,1-1-1 0 0,-1 0 0 0 0,0 0 0 0 0,0 1 0 0 0,0-1 0 0 0,1 0 0 0 0,-1 1 0 0 0,0-1 0 0 0,0 0 0 0 0,1 0 0 0 0,-1 0 1 0 0,0 1-1 0 0,0-1 0 0 0,1 0 0 0 0,5-2-33 0 0,0-1-1 0 0,-1 0 1 0 0,1 0 0 0 0,-1-1 0 0 0,0 0 0 0 0,0 1-1 0 0,0-2 1 0 0,-1 1 0 0 0,7-8 0 0 0,-5 6-20 0 0,-1 0 1 0 0,2 1-1 0 0,-1-1 1 0 0,1 1-1 0 0,11-7 0 0 0,-13 10-2 0 0,1 0-1 0 0,-1 0 1 0 0,0 0-1 0 0,1 1 1 0 0,0 0 0 0 0,-1 0-1 0 0,1 0 1 0 0,0 1-1 0 0,-1-1 1 0 0,1 1-1 0 0,0 1 1 0 0,0-1-1 0 0,-1 1 1 0 0,1 0-1 0 0,0 0 1 0 0,-1 1-1 0 0,9 3 1 0 0,3 0-193 0 0,12 3-167 0 0,-14-3 33 0 0,0 0 1 0 0,0-2 0 0 0,0 0-1 0 0,29 2 1 0 0,-41-5 356 0 0,0 0 1 0 0,1 0-1 0 0,-1 0 0 0 0,1-1 0 0 0,-1 1 1 0 0,1-1-1 0 0,-1 0 0 0 0,0 0 1 0 0,0 0-1 0 0,1-1 0 0 0,-1 1 0 0 0,0-1 1 0 0,0 0-1 0 0,0 1 0 0 0,0-1 0 0 0,-1-1 1 0 0,1 1-1 0 0,-1 0 0 0 0,1-1 0 0 0,-1 1 1 0 0,0-1-1 0 0,0 0 0 0 0,0 0 0 0 0,0 1 1 0 0,0-1-1 0 0,0-1 0 0 0,1-3 0 0 0,3-11-55 0 0,8-13 2771 0 0,-14 31-2675 0 0,0 0-1 0 0,0-1 1 0 0,1 1 0 0 0,-1 0-1 0 0,0 0 1 0 0,0 0 0 0 0,0 0-1 0 0,0 0 1 0 0,0 0 0 0 0,0 0-1 0 0,0 0 1 0 0,0-1-1 0 0,0 1 1 0 0,1 0 0 0 0,-1 0-1 0 0,0 0 1 0 0,0 0 0 0 0,0 0-1 0 0,0 0 1 0 0,0 0 0 0 0,0 0-1 0 0,1 0 1 0 0,-1 0 0 0 0,0 0-1 0 0,0 0 1 0 0,0 0-1 0 0,0 0 1 0 0,0 0 0 0 0,0 0-1 0 0,1 0 1 0 0,-1 0 0 0 0,0 0-1 0 0,0 0 1 0 0,0 0 0 0 0,0 0-1 0 0,0 0 1 0 0,0 0 0 0 0,1 0-1 0 0,-1 0 1 0 0,0 0-1 0 0,0 1 1 0 0,0-1 0 0 0,0 0-1 0 0,0 0 1 0 0,0 0 0 0 0,0 0-1 0 0,0 0 1 0 0,1 0 0 0 0,-1 0-1 0 0,0 0 1 0 0,0 1 0 0 0,0-1-1 0 0,0 0 1 0 0,0 0-1 0 0,4 20-22 0 0,-1 28 252 0 0,-7 86 1 0 0,0-52-98 0 0,4-63-96 0 0,-1 0 1 0 0,0 0 0 0 0,-2 0-1 0 0,0-1 1 0 0,-10 32-1 0 0,13-49-37 0 0,0-1-1 0 0,0 1 0 0 0,0-1 1 0 0,0 1-1 0 0,0-1 0 0 0,0 1 1 0 0,0-1-1 0 0,0 1 0 0 0,-1-1 1 0 0,1 1-1 0 0,0-1 1 0 0,0 1-1 0 0,0-1 0 0 0,-1 1 1 0 0,1-1-1 0 0,0 1 0 0 0,-1-1 1 0 0,1 0-1 0 0,0 1 0 0 0,-1-1 1 0 0,1 0-1 0 0,0 1 1 0 0,-1-1-1 0 0,1 0 0 0 0,-1 1 1 0 0,1-1-1 0 0,0 0 0 0 0,-1 0 1 0 0,1 1-1 0 0,-1-1 0 0 0,1 0 1 0 0,-1 0-1 0 0,1 0 1 0 0,-1 0-1 0 0,0 0 0 0 0,-6-16 195 0 0,6 9-237 0 0,2 0 0 0 0,-1 0 0 0 0,1 0 0 0 0,0 0 0 0 0,1 1 0 0 0,-1-1 0 0 0,1 0 0 0 0,0 1 0 0 0,1-1 0 0 0,0 1 0 0 0,0 0 0 0 0,7-10 0 0 0,3-7-87 0 0,1 1 0 0 0,1 1 0 0 0,24-28 1 0 0,-30 40 48 0 0,0-1 0 0 0,1 1 0 0 0,0 0 0 0 0,0 1 0 0 0,1 0 0 0 0,0 1 0 0 0,1 0 0 0 0,19-9 1 0 0,-28 15 45 0 0,-1 1 0 0 0,0-1 0 0 0,0 0 0 0 0,1 0 0 0 0,-1 1 0 0 0,0 0 0 0 0,1-1 0 0 0,-1 1 0 0 0,0 0 0 0 0,1 0 0 0 0,-1 0 0 0 0,0 0 0 0 0,1 1 0 0 0,-1-1 0 0 0,0 1 0 0 0,4 1 0 0 0,-4-1 3 0 0,-1-1 0 0 0,0 1 0 0 0,1 0 1 0 0,-1 1-1 0 0,0-1 0 0 0,1 0 0 0 0,-1 0 1 0 0,0 0-1 0 0,0 1 0 0 0,0-1 1 0 0,0 1-1 0 0,-1-1 0 0 0,1 0 0 0 0,0 1 1 0 0,0 0-1 0 0,-1-1 0 0 0,1 1 0 0 0,-1 1 1 0 0,1 3-15 0 0,0-1 1 0 0,0 1-1 0 0,-1 0 1 0 0,0-1-1 0 0,-1 1 1 0 0,1 0-1 0 0,-1-1 0 0 0,0 1 1 0 0,0 0-1 0 0,-1-1 1 0 0,0 0-1 0 0,-2 7 1 0 0,3-11-30 0 0,0 1 1 0 0,0-1 0 0 0,0 1-1 0 0,0-1 1 0 0,0 1 0 0 0,1 0-1 0 0,-1 0 1 0 0,1-1 0 0 0,-1 1-1 0 0,1 0 1 0 0,0 0 0 0 0,-1 3-1 0 0,15-12 18 0 0,0-1 0 0 0,-1 0-1 0 0,1-1 1 0 0,-2 0 0 0 0,0-1 0 0 0,0-1-1 0 0,0 1 1 0 0,-2-2 0 0 0,1 0-1 0 0,-2 0 1 0 0,11-16 0 0 0,4-10 60 0 0,-2 0 0 0 0,31-74 1 0 0,-44 87 296 0 0,-1 0 0 0 0,-2 0 0 0 0,0-1 0 0 0,-2 0 0 0 0,-1 0 0 0 0,-1 0 0 0 0,-2-37 1 0 0,-3 90 785 0 0,-1 4-1041 0 0,1 0 0 0 0,2 49-1 0 0,4-60-68 0 0,0 1 0 0 0,1-1 0 0 0,0 0 0 0 0,2 0 0 0 0,1 0 0 0 0,0-1 0 0 0,1 0-1 0 0,1 0 1 0 0,1-1 0 0 0,1 0 0 0 0,13 18 0 0 0,-22-34 1 0 0,-1-1 4 0 0,1 1 0 0 0,-1-1-1 0 0,1 1 1 0 0,-1-1 0 0 0,1 0 0 0 0,-1 0-1 0 0,1 0 1 0 0,0 0 0 0 0,0 0 0 0 0,-1 0 0 0 0,1 0-1 0 0,0 0 1 0 0,0-1 0 0 0,0 1 0 0 0,0-1-1 0 0,0 1 1 0 0,0-1 0 0 0,0 0 0 0 0,0 0 0 0 0,3 0-1 0 0,-1 0 18 0 0,-1 0-1 0 0,0-1 1 0 0,1 1-1 0 0,-1-1 0 0 0,0 1 1 0 0,1-1-1 0 0,-1 0 1 0 0,0 0-1 0 0,0-1 0 0 0,0 1 1 0 0,0-1-1 0 0,0 1 1 0 0,0-1-1 0 0,-1 0 1 0 0,1 0-1 0 0,-1 0 0 0 0,4-4 1 0 0,-5 5 53 0 0,-1 1-70 0 0,0-1 0 0 0,1 0 0 0 0,-1 1-1 0 0,0-1 1 0 0,0 1 0 0 0,1-1 0 0 0,-1 0 0 0 0,1 1 0 0 0,-1-1 0 0 0,1 1 0 0 0,-1 0 0 0 0,0-1 0 0 0,1 1 0 0 0,0-1 0 0 0,-1 1 0 0 0,1 0-1 0 0,-1-1 1 0 0,1 1 0 0 0,-1 0 0 0 0,1-1 0 0 0,0 1 0 0 0,-1 0 0 0 0,1 0 0 0 0,0 0 0 0 0,-1 0 0 0 0,2 0 0 0 0,0 2-15 0 0,0 1 1 0 0,0-1 0 0 0,0 1 0 0 0,1-1-1 0 0,-1 0 1 0 0,1 0 0 0 0,0 0 0 0 0,0 0-1 0 0,0-1 1 0 0,-1 1 0 0 0,1-1-1 0 0,1 1 1 0 0,-1-1 0 0 0,0 0 0 0 0,0 0-1 0 0,0-1 1 0 0,1 1 0 0 0,-1-1-1 0 0,6 1 1 0 0,-3-1 13 0 0,0-1-1 0 0,-1 0 1 0 0,1 0-1 0 0,0 0 1 0 0,-1-1-1 0 0,1 1 1 0 0,-1-1-1 0 0,1-1 1 0 0,-1 1-1 0 0,0-1 1 0 0,5-3-1 0 0,-8 5 30 0 0,-1 0-8 0 0,5-2-13 0 0,-5 2-24 0 0,2 4-23 0 0,-1 0 36 0 0,1 0 1 0 0,-1 0-1 0 0,0 1 1 0 0,0-1 0 0 0,0 1-1 0 0,0 0 1 0 0,-1-1-1 0 0,1 1 1 0 0,-1 0 0 0 0,0 0-1 0 0,0 0 1 0 0,-1 0-1 0 0,1 0 1 0 0,-1 0-1 0 0,0 0 1 0 0,0 1 0 0 0,0-1-1 0 0,0 0 1 0 0,-1 0-1 0 0,-1 6 1 0 0,0 7 1 0 0,-4 40-4 0 0,-3 1 1 0 0,-2-2-1 0 0,-3 1 0 0 0,-2-2 1 0 0,-29 67-1 0 0,38-105 14 0 0,-1-1 0 0 0,0 0 0 0 0,-22 29 0 0 0,27-40 53 0 0,-1 0 0 0 0,1 0 0 0 0,-1-1 0 0 0,-1 0 0 0 0,1 0 0 0 0,0 0-1 0 0,-1 0 1 0 0,0-1 0 0 0,0 1 0 0 0,0-1 0 0 0,0 0 0 0 0,-1-1 0 0 0,1 0 0 0 0,-1 1 0 0 0,-7 0-1 0 0,10-2-7 0 0,1-1-1 0 0,0 0 1 0 0,-1 0-1 0 0,1 0 1 0 0,0-1-1 0 0,-1 1 1 0 0,1-1-1 0 0,0 1 0 0 0,-1-1 1 0 0,1 0-1 0 0,0 0 1 0 0,0 0-1 0 0,0 0 1 0 0,0 0-1 0 0,0 0 0 0 0,0 0 1 0 0,0-1-1 0 0,0 1 1 0 0,0-1-1 0 0,1 0 1 0 0,-1 1-1 0 0,0-1 0 0 0,1 0 1 0 0,0 0-1 0 0,-1 0 1 0 0,1 0-1 0 0,0 0 1 0 0,0 0-1 0 0,0 0 0 0 0,0 0 1 0 0,1-1-1 0 0,-1 1 1 0 0,0 0-1 0 0,1-1 1 0 0,-1-3-1 0 0,-1-4-61 0 0,1 0 0 0 0,0 0 0 0 0,1 0 0 0 0,0 1 0 0 0,0-1 0 0 0,1 0 0 0 0,2-10 0 0 0,3-3-515 0 0,1 1 0 0 0,1 1-1 0 0,0-1 1 0 0,22-36 0 0 0,25-32-6118 0 0,-47 77 4803 0 0,12-23-2108 0 0</inkml:trace>
</inkml:ink>
</file>

<file path=ppt/ink/ink21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4:57:43.7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47 16538 0 0,'0'0'1137'0'0,"6"-4"-1227"0"0,0-1 5 0 0,0 1 1 0 0,1 0 0 0 0,0 0-1 0 0,0 0 1 0 0,0 1-1 0 0,0 0 1 0 0,1 1-1 0 0,-1 0 1 0 0,1 0-1 0 0,-1 0 1 0 0,10 0-1 0 0,19-1-2270 0 0,43 1-1 0 0,-30 2-3067 0 0,-22-1 1802 0 0</inkml:trace>
</inkml:ink>
</file>

<file path=ppt/ink/ink21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4:57:44.1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573 5 472 0 0,'6'-2'313'0'0,"0"1"-1"0"0,0 0 1 0 0,0 1-1 0 0,0-1 1 0 0,0 1-1 0 0,0 0 1 0 0,1 1-1 0 0,-1 0 1 0 0,0 0-1 0 0,0 0 1 0 0,0 0-1 0 0,0 1 1 0 0,-1 0-1 0 0,1 0 1 0 0,0 1-1 0 0,-1-1 1 0 0,7 6-1 0 0,1-1-18 0 0,-1 1 0 0 0,0 0 0 0 0,-1 1-1 0 0,0 1 1 0 0,0-1 0 0 0,11 15-1 0 0,-6-1-6 0 0,0 0 0 0 0,-2 0 0 0 0,0 2 0 0 0,-2-1 0 0 0,-1 2 0 0 0,0 0 0 0 0,-2 0 0 0 0,-2 0-1 0 0,0 1 1 0 0,-1 1 0 0 0,-2-1 0 0 0,-1 1 0 0 0,-1-1 0 0 0,-3 50 0 0 0,-4-11 150 0 0,-3-1 0 0 0,-3-1 0 0 0,-3 0 1 0 0,-3 0-1 0 0,-28 70 0 0 0,32-99-247 0 0,-11 37 329 0 0,-4-1-1 0 0,-3-2 1 0 0,-75 125 0 0 0,76-152-225 0 0,-1-2 0 0 0,-2-1 1 0 0,-2-2-1 0 0,-60 51 0 0 0,64-65-946 0 0,0 0-1 0 0,-1-2 1 0 0,-1-2-1 0 0,-1-1 1 0 0,0-1 0 0 0,-65 21-1 0 0,90-35-760 0 0,0-1 0 0 0,-1 0 1 0 0,1 0-1 0 0,-17 0 0 0 0,0-4-2628 0 0</inkml:trace>
</inkml:ink>
</file>

<file path=ppt/ink/ink21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4:57:46.9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113 20 1192 0 0,'16'-12'4514'0'0,"-3"4"3766"0"0,-13 9-8167 0 0,1 0 0 0 0,0 0 1 0 0,-1 0-1 0 0,1 0 0 0 0,-1 0 0 0 0,1 0 0 0 0,-1 0 0 0 0,1 0 0 0 0,-1 0 0 0 0,0 0 1 0 0,0 0-1 0 0,1 0 0 0 0,-1 0 0 0 0,0 0 0 0 0,0 1 0 0 0,0-1 0 0 0,0 0 0 0 0,-1 1 0 0 0,1 18 231 0 0,0-1-1 0 0,-2 0 1 0 0,-6 27-1 0 0,0 9 160 0 0,-23 358 2135 0 0,9-92-1396 0 0,1-158-4171 0 0,22-162 2780 0 0,-1-1 0 0 0,0 1 0 0 0,0-1 0 0 0,0 1 0 0 0,0-1 0 0 0,0 1-1 0 0,0 0 1 0 0,0-1 0 0 0,-1 1 0 0 0,1-1 0 0 0,0 1 0 0 0,0-1 0 0 0,0 1 0 0 0,0-1 0 0 0,-1 1 0 0 0,1-1 0 0 0,0 1 0 0 0,-1-1-1 0 0,1 1 1 0 0,0-1 0 0 0,-1 1 0 0 0,1-1 0 0 0,-1 1 0 0 0,1-1 0 0 0,0 0 0 0 0,-1 1 0 0 0,1-1 0 0 0,-1 0 0 0 0,1 1-1 0 0,-1-1 1 0 0,1 0 0 0 0,-1 0 0 0 0,0 0 0 0 0,1 1 0 0 0,-1-1 0 0 0,1 0 0 0 0,-1 0 0 0 0,1 0 0 0 0,-1 0 0 0 0,0 0 0 0 0,1 0-1 0 0,-1 0 1 0 0,1 0 0 0 0,-1 0 0 0 0,1 0 0 0 0,-1 0 0 0 0,0-1 0 0 0,1 1 0 0 0,-1 0 0 0 0,1 0 0 0 0,-1 0 0 0 0,0-1 0 0 0,-20-15-4296 0 0,7-6 724 0 0</inkml:trace>
</inkml:ink>
</file>

<file path=ppt/ink/ink21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4:57:47.9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1 662 496 0 0,'61'-22'1593'0'0,"0"3"1"0"0,93-16-1 0 0,-91 22-1129 0 0,0-2 0 0 0,91-35 1 0 0,-113 33-253 0 0,10-4-27 0 0,0-1 1 0 0,-2-3 0 0 0,48-33-1 0 0,-85 51-103 0 0,-1-1-1 0 0,-1 0 1 0 0,0 0-1 0 0,0-1 1 0 0,-1-1-1 0 0,0 0 0 0 0,0 0 1 0 0,-1 0-1 0 0,0-1 1 0 0,-1-1-1 0 0,-1 1 1 0 0,0-1-1 0 0,0 0 1 0 0,-1 0-1 0 0,0-1 0 0 0,-1 1 1 0 0,-1-1-1 0 0,3-17 1 0 0,-6 22 94 0 0,-1 1 0 0 0,1 0 0 0 0,-1-1 0 0 0,0 1 0 0 0,-1 0 0 0 0,0 0 0 0 0,0 0 0 0 0,0 0 0 0 0,-1 0 0 0 0,0 0 0 0 0,-1 1 0 0 0,1-1 0 0 0,-1 1 0 0 0,0 0 0 0 0,-1 0 0 0 0,1 0 0 0 0,-1 1 0 0 0,-1 0 0 0 0,1 0 0 0 0,-11-8 0 0 0,14 12-148 0 0,1 1 0 0 0,-1-1 0 0 0,0 1 0 0 0,0 0 0 0 0,1 0-1 0 0,-1-1 1 0 0,0 1 0 0 0,0 0 0 0 0,0 1 0 0 0,1-1 0 0 0,-1 0 0 0 0,0 0 0 0 0,0 1-1 0 0,1-1 1 0 0,-1 1 0 0 0,0-1 0 0 0,1 1 0 0 0,-1 0 0 0 0,1 0 0 0 0,-1 0 0 0 0,1 0-1 0 0,-1 0 1 0 0,1 0 0 0 0,-1 0 0 0 0,1 0 0 0 0,0 1 0 0 0,0-1 0 0 0,0 0 0 0 0,-2 3-1 0 0,-28 41 213 0 0,16-16-125 0 0,2 1 0 0 0,1 0 0 0 0,2 1 0 0 0,1 0 0 0 0,1 1 0 0 0,-6 52 1 0 0,-2 200 514 0 0,15-216-488 0 0,-3-10-33 0 0,1-43-32 0 0,2 1 0 0 0,0 0 0 0 0,1-1 0 0 0,3 27 0 0 0,-3-41-42 0 0,0-1-31 0 0,0 0 0 0 0,1 0 0 0 0,-1 0 1 0 0,0 0-1 0 0,0 0 0 0 0,0 0 0 0 0,0 0 0 0 0,1 0 0 0 0,-1 0 0 0 0,0-1 0 0 0,0 1 0 0 0,0 0 0 0 0,0 0 0 0 0,1 0 1 0 0,-1 0-1 0 0,0 0 0 0 0,0 0 0 0 0,0 1 0 0 0,1-1 0 0 0,-1 0 0 0 0,0 0 0 0 0,0 0 0 0 0,0 0 0 0 0,0 0 1 0 0,1 0-1 0 0,-1 0 0 0 0,0 0 0 0 0,0 0 0 0 0,0 0 0 0 0,0 0 0 0 0,0 1 0 0 0,0-1 0 0 0,1 0 0 0 0,-1 0 0 0 0,0 0 1 0 0,0 0-1 0 0,0 0 0 0 0,0 1 0 0 0,0-1 0 0 0,0 0 0 0 0,0 0 0 0 0,0 0 0 0 0,0 0 0 0 0,0 1 0 0 0,1-1 1 0 0,-1 0-1 0 0,0 0 0 0 0,0 0 0 0 0,0 0 0 0 0,0 1 0 0 0,0-1 0 0 0,0 0 0 0 0,0 0 0 0 0,-1 0 0 0 0,1 0 0 0 0,0 1 1 0 0,0-1-1 0 0,0 0 0 0 0,0 0 0 0 0,0 0 0 0 0,0 0 0 0 0,0 1 0 0 0,25-31-57 0 0,-19 22 18 0 0,0 0-1 0 0,0 0 0 0 0,1 1 0 0 0,0 0 1 0 0,0 0-1 0 0,1 1 0 0 0,-1 0 1 0 0,1 0-1 0 0,11-5 0 0 0,-11 10 8 0 0,1 0 0 0 0,0 0 0 0 0,-1 1 1 0 0,1 0-1 0 0,0 1 0 0 0,-1 0 0 0 0,1 0 0 0 0,13 5 0 0 0,-1-2-46 0 0,50 9-254 0 0,-20-4 46 0 0,63 5 1 0 0,-98-13 214 0 0,0-1 1 0 0,0 0 0 0 0,0-2-1 0 0,0 0 1 0 0,0 0 0 0 0,-1-2-1 0 0,1 0 1 0 0,18-7 0 0 0,-31 9 50 0 0,1 1 1 0 0,-2-1 0 0 0,1 0-1 0 0,0 0 1 0 0,0 0 0 0 0,0 0-1 0 0,-1 0 1 0 0,1 0 0 0 0,-1-1-1 0 0,0 1 1 0 0,0-1 0 0 0,0 1-1 0 0,0-1 1 0 0,0 0 0 0 0,-1 0 0 0 0,1 0-1 0 0,-1 0 1 0 0,1 0 0 0 0,-1-1-1 0 0,0 1 1 0 0,-1 0 0 0 0,1 0-1 0 0,0-1 1 0 0,-1 1 0 0 0,0 0-1 0 0,0-1 1 0 0,0 1 0 0 0,0-1-1 0 0,0 1 1 0 0,-1 0 0 0 0,1-1-1 0 0,-1 1 1 0 0,0 0 0 0 0,0 0 0 0 0,0 0-1 0 0,-1-1 1 0 0,1 1 0 0 0,-4-5-1 0 0,4 7-8 0 0,-1 1 16 0 0,0 0 0 0 0,1 0 1 0 0,-1 0-1 0 0,1 0 0 0 0,-1 0 0 0 0,0 1 0 0 0,1-1 0 0 0,-1 0 0 0 0,1 1 0 0 0,-1 0 0 0 0,1-1 1 0 0,-1 1-1 0 0,1 0 0 0 0,-1 0 0 0 0,1 0 0 0 0,0-1 0 0 0,0 2 0 0 0,-1-1 0 0 0,1 0 1 0 0,0 0-1 0 0,0 0 0 0 0,0 0 0 0 0,0 1 0 0 0,0-1 0 0 0,0 1 0 0 0,0-1 0 0 0,1 0 0 0 0,-1 1 1 0 0,1-1-1 0 0,-2 3 0 0 0,1 1-8 0 0,1 0 1 0 0,-1-1-1 0 0,1 1 1 0 0,0 0-1 0 0,0-1 1 0 0,0 1-1 0 0,1-1 1 0 0,-1 1-1 0 0,1 0 1 0 0,2 5 0 0 0,-2-7-12 0 0,0-1 1 0 0,0 1 0 0 0,0 0 0 0 0,0 0 0 0 0,1 0 0 0 0,-1-1 0 0 0,1 1 0 0 0,0-1 0 0 0,0 1 0 0 0,0-1-1 0 0,0 0 1 0 0,0 0 0 0 0,0 0 0 0 0,0 0 0 0 0,1 0 0 0 0,-1 0 0 0 0,1 0 0 0 0,3 1 0 0 0,-1-1-21 0 0,0 0 0 0 0,0-1 0 0 0,1 1 0 0 0,-1-1 0 0 0,0-1 0 0 0,1 1 0 0 0,-1-1 0 0 0,1 1 0 0 0,8-2 0 0 0,3-1-50 0 0,0-1-1 0 0,-1-1 1 0 0,1 0 0 0 0,-1-1-1 0 0,22-11 1 0 0,5-6-34 0 0,-35 16 132 0 0,1 1 1 0 0,0 0-1 0 0,1 1 0 0 0,-1 0 1 0 0,1 0-1 0 0,0 1 0 0 0,0 0 0 0 0,0 0 1 0 0,11 0-1 0 0,-13 3 44 0 0,0 1 0 0 0,-1 0 0 0 0,1 0 1 0 0,-1 1-1 0 0,13 4 0 0 0,-14-3 70 0 0,0-1-1 0 0,0-1 1 0 0,1 1 0 0 0,-1-1-1 0 0,0 0 1 0 0,1 0 0 0 0,-1-1 0 0 0,1 0-1 0 0,-1 0 1 0 0,9-2 0 0 0,50-15-425 0 0,-21-2-6655 0 0,-33 11 3794 0 0</inkml:trace>
</inkml:ink>
</file>

<file path=ppt/ink/ink21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4:57:49.8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1047 76 0 0,'0'0'1828'0'0,"22"-2"512"0"0,16-22-842 0 0,-2-2-1 0 0,-1-1 1 0 0,32-33-1 0 0,-27 20-730 0 0,-1-2-1 0 0,-3-1 1 0 0,-1-3 0 0 0,30-51-1 0 0,-55 81-463 0 0,-2 0 0 0 0,0-1 0 0 0,0 1 0 0 0,8-34 0 0 0,-16 49-286 0 0,1-1 0 0 0,-1 1-1 0 0,0-1 1 0 0,0 1 0 0 0,0-1 0 0 0,0 1 0 0 0,0-1-1 0 0,0 1 1 0 0,0-1 0 0 0,-1 1 0 0 0,1-1 0 0 0,-1 1-1 0 0,1-1 1 0 0,-1 1 0 0 0,1 0 0 0 0,-1-1 0 0 0,0 1-1 0 0,1 0 1 0 0,-1-1 0 0 0,0 1 0 0 0,0 0 0 0 0,0 0-1 0 0,0 0 1 0 0,0 0 0 0 0,-1 0 0 0 0,1 0 0 0 0,0 0-1 0 0,0 0 1 0 0,-1 0 0 0 0,1 0 0 0 0,0 1 0 0 0,-1-1-1 0 0,1 1 1 0 0,-1-1 0 0 0,1 1 0 0 0,-1-1 0 0 0,1 1-1 0 0,-1 0 1 0 0,1 0 0 0 0,-1 0 0 0 0,1-1 0 0 0,-1 2-1 0 0,-2-1 1 0 0,-1 0-13 0 0,0 0-1 0 0,0 0 1 0 0,0 1-1 0 0,0-1 1 0 0,1 1 0 0 0,-1 0-1 0 0,0 1 1 0 0,0-1-1 0 0,1 1 1 0 0,-1 0-1 0 0,1 0 1 0 0,-8 5-1 0 0,8-3-8 0 0,1 0 0 0 0,0-1 0 0 0,1 1 0 0 0,-1 1 0 0 0,1-1 0 0 0,0 0 0 0 0,0 0-1 0 0,0 1 1 0 0,0-1 0 0 0,1 1 0 0 0,-1 0 0 0 0,1-1 0 0 0,1 1 0 0 0,-1 0-1 0 0,1 0 1 0 0,0 0 0 0 0,0-1 0 0 0,0 1 0 0 0,0 0 0 0 0,1 0 0 0 0,0 0 0 0 0,0-1-1 0 0,0 1 1 0 0,1 0 0 0 0,3 7 0 0 0,0 1-47 0 0,0 0 0 0 0,1-1-1 0 0,1 0 1 0 0,0-1 0 0 0,0 1 0 0 0,1-1 0 0 0,1-1-1 0 0,10 11 1 0 0,-9-13 2 0 0,0-1-1 0 0,0 0 1 0 0,1 0-1 0 0,0-1 0 0 0,1-1 1 0 0,-1 0-1 0 0,1-1 1 0 0,0 0-1 0 0,0 0 1 0 0,0-1-1 0 0,0-1 1 0 0,1 0-1 0 0,-1-1 1 0 0,1 0-1 0 0,-1-1 1 0 0,15-2-1 0 0,0 0 12 0 0,1-1 0 0 0,-1-1-1 0 0,0-2 1 0 0,0 0 0 0 0,0-2 0 0 0,31-14 0 0 0,-42 15 22 0 0,1-1 0 0 0,-1-1 1 0 0,27-20-1 0 0,-37 25 130 0 0,0-1-1 0 0,-1 0 1 0 0,0-1 0 0 0,1 1-1 0 0,-2-1 1 0 0,1 0-1 0 0,-1 0 1 0 0,0-1 0 0 0,0 1-1 0 0,0-1 1 0 0,4-12-1 0 0,-8 17 174 0 0,0 6-329 0 0,-1 1-1 0 0,1-1 1 0 0,0 1-1 0 0,0-1 1 0 0,0 0-1 0 0,1 1 1 0 0,0-1-1 0 0,0 0 0 0 0,0 1 1 0 0,0-1-1 0 0,1 0 1 0 0,-1 0-1 0 0,1 0 1 0 0,0 0-1 0 0,0 0 1 0 0,1 0-1 0 0,4 5 0 0 0,-2-5-17 0 0,1 0 0 0 0,1 0-1 0 0,-1-1 1 0 0,0 0 0 0 0,1-1-1 0 0,-1 1 1 0 0,1-1 0 0 0,0 0-1 0 0,0-1 1 0 0,0 0 0 0 0,0 0-1 0 0,0 0 1 0 0,0-1 0 0 0,0 0-1 0 0,0 0 1 0 0,0-1 0 0 0,0 0-1 0 0,0 0 1 0 0,0-1 0 0 0,10-3-1 0 0,7-2-9 0 0,-1-2 0 0 0,0 0 0 0 0,-1-2 1 0 0,35-21-1 0 0,-38 19 46 0 0,-1-1 0 0 0,0-1 0 0 0,-1 0 0 0 0,-1-1 0 0 0,0-1 1 0 0,-1 0-1 0 0,-1-2 0 0 0,-1 1 0 0 0,-1-2 0 0 0,0 1 0 0 0,-1-2 1 0 0,-1 1-1 0 0,11-38 0 0 0,-7 12 512 0 0,-2 0 1 0 0,-2-1-1 0 0,-3 0 0 0 0,-1 0 1 0 0,-1-76-1 0 0,-5 121-264 0 0,0-6-18 0 0,0 8-195 0 0,0 0 0 0 0,-1 0 0 0 0,1 0 0 0 0,0 0 0 0 0,0 0 1 0 0,0 0-1 0 0,0 0 0 0 0,0 0 0 0 0,0 0 0 0 0,0 1 0 0 0,0-1 1 0 0,0 0-1 0 0,-1 0 0 0 0,1 0 0 0 0,0 0 0 0 0,0 0 0 0 0,0 0 1 0 0,0 0-1 0 0,0 0 0 0 0,0 0 0 0 0,0 0 0 0 0,-1 0 0 0 0,1 0 1 0 0,0 0-1 0 0,0 0 0 0 0,0 0 0 0 0,0 0 0 0 0,0 0 0 0 0,0 0 1 0 0,0-1-1 0 0,0 1 0 0 0,-1 0 0 0 0,1 0 0 0 0,0 0 0 0 0,0 0 1 0 0,0 0-1 0 0,0 0 0 0 0,0 0 0 0 0,0 0 0 0 0,0 0 0 0 0,0 0 1 0 0,0 0-1 0 0,0 0 0 0 0,0-1 0 0 0,-1 1 0 0 0,1 0 0 0 0,0 0 1 0 0,0 0-1 0 0,0 0 0 0 0,0 0 0 0 0,0 0 0 0 0,0 0 0 0 0,0 0 1 0 0,0-1-1 0 0,0 1 0 0 0,0 0 0 0 0,0 0 0 0 0,0 0 0 0 0,0 0 1 0 0,0 0-1 0 0,0-1 0 0 0,-9 15 9 0 0,0 0 1 0 0,1 1-1 0 0,0 0 1 0 0,2 0-1 0 0,-9 24 1 0 0,-20 91 74 0 0,24-84-43 0 0,5-16-185 0 0,1 2 1 0 0,1-1-1 0 0,1 0 1 0 0,2 1-1 0 0,2 0 1 0 0,0-1-1 0 0,10 50 1 0 0,-10-74 40 0 0,1-1 0 0 0,0 1-1 0 0,0 0 1 0 0,0-1 0 0 0,1 0 0 0 0,0 1 0 0 0,0-1 0 0 0,0 0 0 0 0,1 0 0 0 0,0-1-1 0 0,0 1 1 0 0,10 9 0 0 0,-11-12 53 0 0,1-1 1 0 0,-1 1-1 0 0,1-1 1 0 0,0 0-1 0 0,0 0 0 0 0,0 0 1 0 0,0 0-1 0 0,0-1 0 0 0,0 0 1 0 0,0 1-1 0 0,0-2 0 0 0,0 1 1 0 0,1 0-1 0 0,-1-1 0 0 0,0 0 1 0 0,0 0-1 0 0,1 0 1 0 0,-1 0-1 0 0,0-1 0 0 0,1 1 1 0 0,6-3-1 0 0,4-2 105 0 0,-1 1 0 0 0,0-2 0 0 0,0 0 1 0 0,0 0-1 0 0,-1-2 0 0 0,0 0 0 0 0,0 0 0 0 0,-1-1 0 0 0,22-19 0 0 0,-19 15 901 0 0,-8 15-284 0 0,-6 25-210 0 0,0 3-1029 0 0,-1-28 510 0 0,0 0 0 0 0,0 0 0 0 0,1 1 1 0 0,-1-1-1 0 0,1 0 0 0 0,-1 0 1 0 0,1 0-1 0 0,0 0 0 0 0,0 0 1 0 0,0 0-1 0 0,0 0 0 0 0,0 0 1 0 0,0-1-1 0 0,1 1 0 0 0,-1 0 0 0 0,1-1 1 0 0,-1 1-1 0 0,1-1 0 0 0,-1 1 1 0 0,1-1-1 0 0,0 0 0 0 0,0 1 1 0 0,0-1-1 0 0,2 1 0 0 0,0-1 19 0 0,1 0 0 0 0,-1-1 0 0 0,0 0 0 0 0,1 1 0 0 0,-1-1 0 0 0,0-1 0 0 0,0 1 0 0 0,1-1 0 0 0,-1 1 0 0 0,0-1 0 0 0,0-1-1 0 0,5-1 1 0 0,88-34 520 0 0,-95 37-335 0 0,54 14 250 0 0,-30-12 802 0 0,-21-2-4601 0 0</inkml:trace>
</inkml:ink>
</file>

<file path=ppt/ink/ink21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4:57:50.4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27 608 0 0,'0'0'9552'0'0,"6"0"-9154"0"0,-2 0-283 0 0,0 0 1 0 0,1 0 0 0 0,-1 1-1 0 0,1 0 1 0 0,-1 0 0 0 0,0 0-1 0 0,1 0 1 0 0,-1 1 0 0 0,0-1 0 0 0,0 1-1 0 0,0 0 1 0 0,0 1 0 0 0,-1-1-1 0 0,1 1 1 0 0,0-1 0 0 0,-1 1-1 0 0,0 0 1 0 0,0 0 0 0 0,0 1-1 0 0,5 6 1 0 0,30 35 645 0 0,-37-43-85 0 0,2-3-620 0 0,0 1-1 0 0,0-1 1 0 0,-1 0 0 0 0,1 0-1 0 0,0 0 1 0 0,0-1-1 0 0,-1 1 1 0 0,1-1 0 0 0,-1 1-1 0 0,1-1 1 0 0,-1 0 0 0 0,4-3-1 0 0,32-32-779 0 0,-16 16-676 0 0,-16 16 821 0 0,11-11-1680 0 0,-6 5-2307 0 0,-3 3 1403 0 0</inkml:trace>
</inkml:ink>
</file>

<file path=ppt/ink/ink22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4:57:50.8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1152 0 0,'32'12'8041'0'0,"15"10"-5096"0"0,-38-17-2641 0 0,1 0 1 0 0,-1-1-1 0 0,1 0 1 0 0,0-1-1 0 0,1 0 1 0 0,13 3-1 0 0,-10-5-182 0 0,84 5 1111 0 0,-90-6-1602 0 0,0-1-1 0 0,0 0 0 0 0,0 0 0 0 0,0-1 1 0 0,12-4-1 0 0,-3-9-6920 0 0,-11 8 3850 0 0</inkml:trace>
</inkml:ink>
</file>

<file path=ppt/ink/ink22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4:57:51.1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 85 1184 0 0,'-18'-5'3740'0'0,"9"-2"1"0"0,14-8-2389 0 0,12 1-884 0 0,0 6-208 0 0,8 2-256 0 0,-3-1-336 0 0,10 0-444 0 0,-3 3-832 0 0,17-3-1741 0 0,-1 3 769 0 0</inkml:trace>
</inkml:ink>
</file>

<file path=ppt/ink/ink22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4:57:53.2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1073 522 312 0 0,'-34'-255'7221'0'0,"27"220"-6264"0"0,-2 0 1 0 0,0 0-1 0 0,-3 1 0 0 0,-1 1 1 0 0,-19-36-1 0 0,32 67-866 0 0,-1 0-1 0 0,0 0 0 0 0,0 1 1 0 0,0-1-1 0 0,0 1 1 0 0,0-1-1 0 0,0 1 1 0 0,0-1-1 0 0,0 1 0 0 0,-1 0 1 0 0,1-1-1 0 0,-1 1 1 0 0,1 0-1 0 0,-1 0 0 0 0,1 0 1 0 0,-4-1-1 0 0,4 2-71 0 0,0 0-1 0 0,-1 0 0 0 0,1 1 0 0 0,-1-1 0 0 0,1 0 1 0 0,-1 1-1 0 0,1-1 0 0 0,0 1 0 0 0,-1-1 1 0 0,1 1-1 0 0,0 0 0 0 0,-1 0 0 0 0,1 0 1 0 0,0-1-1 0 0,0 1 0 0 0,0 0 0 0 0,0 0 1 0 0,0 1-1 0 0,0-1 0 0 0,0 0 0 0 0,0 0 1 0 0,0 0-1 0 0,0 3 0 0 0,-35 47 121 0 0,3 1-1 0 0,2 2 1 0 0,-42 100-1 0 0,-49 190 123 0 0,71-190-123 0 0,-159 524 409 0 0,204-658-552 0 0,3-5-16 0 0,-1 0 0 0 0,-1 0-1 0 0,0 0 1 0 0,-1-1-1 0 0,0 0 1 0 0,-1 0 0 0 0,-1-1-1 0 0,-14 20 1 0 0,19-31-33 0 0,1-1 0 0 0,-1 1 1 0 0,1-1-1 0 0,-1 0 0 0 0,0 0 1 0 0,1 0-1 0 0,-1 0 0 0 0,0 0 1 0 0,0 0-1 0 0,0-1 0 0 0,0 0 1 0 0,0 1-1 0 0,0-1 0 0 0,0 0 1 0 0,0 0-1 0 0,1-1 0 0 0,-1 1 1 0 0,0-1-1 0 0,0 1 0 0 0,0-1 1 0 0,0 0-1 0 0,1 0 0 0 0,-1 0 0 0 0,0 0 1 0 0,1-1-1 0 0,-1 1 0 0 0,1-1 1 0 0,-3-1-1 0 0,-9-6-209 0 0,0 0 0 0 0,1-1 0 0 0,-19-17 1 0 0,20 15 133 0 0,0 0 1 0 0,1-1 0 0 0,1 0 0 0 0,0-1 0 0 0,1 0 0 0 0,0-1 0 0 0,1 0 0 0 0,0-1-1 0 0,2 1 1 0 0,0-1 0 0 0,-7-30 0 0 0,10 36 86 0 0,2-1 0 0 0,-1 1 0 0 0,1-1 0 0 0,1 0 0 0 0,0 1 0 0 0,1-1 0 0 0,0 0 1 0 0,0 1-1 0 0,1-1 0 0 0,0 1 0 0 0,1 0 0 0 0,0 0 0 0 0,1 0 0 0 0,0 0 0 0 0,1 0 0 0 0,0 1 0 0 0,0 0 0 0 0,1 0 0 0 0,12-14 0 0 0,-1 5-4 0 0,2 1-1 0 0,0 1 1 0 0,1 1 0 0 0,0 0-1 0 0,2 2 1 0 0,-1 0-1 0 0,37-14 1 0 0,171-56-210 0 0,-207 76 238 0 0,194-54-121 0 0,42-14 1186 0 0,-216 60 1779 0 0,-41 15-1600 0 0,-7 3-1092 0 0,-24 14 49 0 0,1 1 0 0 0,0 2 0 0 0,-44 40 0 0 0,69-57-186 0 0,3-2-29 0 0,8-3-473 0 0,11-5 386 0 0,0-1-1 0 0,0-1 1 0 0,-1-1-1 0 0,0 0 0 0 0,27-24 1 0 0,-8 8-202 0 0,-35 26 299 0 0,1-1 1 0 0,-1 0 0 0 0,1 1-1 0 0,-1-1 1 0 0,1 0-1 0 0,-1 1 1 0 0,1 0 0 0 0,0-1-1 0 0,-1 1 1 0 0,1 0-1 0 0,-1 0 1 0 0,1 0 0 0 0,0 0-1 0 0,-1 0 1 0 0,1 0-1 0 0,0 0 1 0 0,-1 1 0 0 0,1-1-1 0 0,-1 1 1 0 0,1-1 0 0 0,-1 1-1 0 0,3 1 1 0 0,35 23-9 0 0,-18-10-34 0 0,-10-9 61 0 0,2-1-1 0 0,-1 0 1 0 0,0-2-1 0 0,1 1 1 0 0,0-1-1 0 0,0-1 1 0 0,-1 0-1 0 0,2-1 0 0 0,-1 0 1 0 0,22-3-1 0 0,-14 0 33 0 0,-1 0-1 0 0,1-2 0 0 0,-1-1 0 0 0,0 0 0 0 0,0-2 0 0 0,19-8 0 0 0,4-3 1486 0 0,-41 18-1053 0 0,15-16 1184 0 0,-34 43-1920 0 0,17-25 155 0 0,5 27-819 0 0,-1-27 899 0 0,0 0 0 0 0,0 0 0 0 0,1-1 1 0 0,-1 1-1 0 0,1-1 0 0 0,-1 0 0 0 0,1-1 0 0 0,-1 1 1 0 0,1-1-1 0 0,0 0 0 0 0,-1 0 0 0 0,1 0 0 0 0,0 0 0 0 0,-1-1 1 0 0,1 0-1 0 0,-1 0 0 0 0,1 0 0 0 0,-1-1 0 0 0,1 1 1 0 0,-1-1-1 0 0,0 0 0 0 0,4-3 0 0 0,17-8-27 0 0,0 0 0 0 0,28-22-1 0 0,-35 21 30 0 0,1 0-1 0 0,-2-1 1 0 0,0-1-1 0 0,-1-1 0 0 0,-1-1 1 0 0,0 0-1 0 0,-1 0 0 0 0,-1-2 1 0 0,13-25-1 0 0,-12 16 24 0 0,-2-1 1 0 0,-1 1-1 0 0,-1-2 0 0 0,-2 0 0 0 0,-1 0 1 0 0,4-37-1 0 0,-10 46 176 0 0,0-1 1 0 0,-2 1-1 0 0,-4-34 1 0 0,3 41 121 0 0,-3-5 166 0 0,-4 17-314 0 0,6 6-138 0 0,1-1-1 0 0,-1 1 1 0 0,1-1 0 0 0,-1 1 0 0 0,1 0 0 0 0,0 0 0 0 0,0 0 0 0 0,-2 5 0 0 0,-11 21-1 0 0,2 0 0 0 0,2 1 1 0 0,0 1-1 0 0,2 0 0 0 0,1 0 1 0 0,2 0-1 0 0,1 1 0 0 0,2 0 1 0 0,0 0-1 0 0,3 0 0 0 0,0 1 1 0 0,8 46-1 0 0,-6-67-66 0 0,0 0 0 0 0,1 0 0 0 0,0 0 0 0 0,1 0 0 0 0,0-1 0 0 0,1 1 0 0 0,0-1 0 0 0,1 0 0 0 0,1 0-1 0 0,-1-1 1 0 0,14 15 0 0 0,-15-20 38 0 0,0 0-1 0 0,1 0 1 0 0,-1-1-1 0 0,1 0 1 0 0,0 0-1 0 0,0 0 1 0 0,1-1-1 0 0,-1 0 1 0 0,1 0-1 0 0,0-1 1 0 0,0 0-1 0 0,-1 0 1 0 0,1 0-1 0 0,1-1 0 0 0,-1 0 1 0 0,0 0-1 0 0,0-1 1 0 0,0 0-1 0 0,0 0 1 0 0,0-1-1 0 0,9-1 1 0 0,-3-1 14 0 0,1 0-1 0 0,0-1 1 0 0,-1 0 0 0 0,0-1 0 0 0,0 0-1 0 0,0-1 1 0 0,-1-1 0 0 0,24-16 0 0 0,-20 11 962 0 0,0-2-1 0 0,26-28 1 0 0,-41 40-678 0 0,6-5 721 0 0,-7 7-981 0 0,0 0 0 0 0,0 0-1 0 0,0 1 1 0 0,0-1 0 0 0,1 0 0 0 0,-1 0 0 0 0,0 0-1 0 0,0 0 1 0 0,0 0 0 0 0,0 0 0 0 0,0 0 0 0 0,0 1-1 0 0,0-1 1 0 0,0 0 0 0 0,0 0 0 0 0,0 0 0 0 0,1 0-1 0 0,-1 0 1 0 0,0 0 0 0 0,0 0 0 0 0,0 0 0 0 0,0 0 0 0 0,0 0-1 0 0,0 0 1 0 0,0 0 0 0 0,1 1 0 0 0,-1-1 0 0 0,0 0-1 0 0,0 0 1 0 0,0 0 0 0 0,0 0 0 0 0,0 0 0 0 0,1 0-1 0 0,-1 0 1 0 0,0 0 0 0 0,0 0 0 0 0,0 0 0 0 0,0 0-1 0 0,0-1 1 0 0,0 1 0 0 0,1 0 0 0 0,-1 0 0 0 0,0 0-1 0 0,0 0 1 0 0,0 0 0 0 0,0 0 0 0 0,0 0 0 0 0,0 0-1 0 0,0 0 1 0 0,1 0 0 0 0,-1 0 0 0 0,0-1 0 0 0,0 1 0 0 0,0 0-1 0 0,0 0 1 0 0,0 0 0 0 0,0 0 0 0 0,0 0 0 0 0,0 0-1 0 0,0 0 1 0 0,0-1 0 0 0,0 1 0 0 0,0 0 0 0 0,0 0-1 0 0,0 0 1 0 0,0 0 0 0 0,0-1 0 0 0,0 9-109 0 0,-1 0 0 0 0,1 0 0 0 0,0 1 0 0 0,1-2 0 0 0,0 1 0 0 0,0 0 0 0 0,1 0 0 0 0,0 0 0 0 0,6 14-1 0 0,-7-19 67 0 0,0-1-1 0 0,0 0 0 0 0,0 0 0 0 0,1 0 1 0 0,0 0-1 0 0,-1 0 0 0 0,1 0 0 0 0,0 0 1 0 0,0 0-1 0 0,0-1 0 0 0,0 1 0 0 0,0-1 0 0 0,0 1 1 0 0,0-1-1 0 0,0 0 0 0 0,1 0 0 0 0,-1 0 1 0 0,1 0-1 0 0,-1 0 0 0 0,0 0 0 0 0,1-1 1 0 0,-1 1-1 0 0,1-1 0 0 0,0 0 0 0 0,-1 0 0 0 0,1 0 1 0 0,-1 0-1 0 0,1 0 0 0 0,-1-1 0 0 0,1 1 1 0 0,-1-1-1 0 0,1 1 0 0 0,-1-1 0 0 0,1 0 1 0 0,-1 0-1 0 0,0 0 0 0 0,3-2 0 0 0,11-5-10 0 0,0 0 0 0 0,0-1 0 0 0,-1-1 0 0 0,21-18 0 0 0,-17 13 392 0 0,-18 14-52 0 0,-1 1-287 0 0,1 0 0 0 0,-1 0 0 0 0,0-1-1 0 0,1 1 1 0 0,-1 0 0 0 0,0 0-1 0 0,1 0 1 0 0,-1 0 0 0 0,1 0 0 0 0,-1 0-1 0 0,0 0 1 0 0,1 0 0 0 0,-1 0 0 0 0,0 0-1 0 0,1 0 1 0 0,-1 0 0 0 0,0 0 0 0 0,1 0-1 0 0,-1 0 1 0 0,0 0 0 0 0,1 1 0 0 0,-1-1-1 0 0,0 0 1 0 0,1 0 0 0 0,-1 0 0 0 0,0 1-1 0 0,1-1 1 0 0,-1 0 0 0 0,0 0 0 0 0,0 0-1 0 0,1 1 1 0 0,-1-1 0 0 0,0 0 0 0 0,0 1-1 0 0,0-1 1 0 0,1 0 0 0 0,-1 1 0 0 0,0-1-1 0 0,0 0 1 0 0,0 1 0 0 0,0-1 0 0 0,0 0-1 0 0,0 1 1 0 0,0-1 0 0 0,1 0 0 0 0,-1 1-1 0 0,0-1 1 0 0,0 0 0 0 0,0 1 0 0 0,-1-1-1 0 0,1 0 1 0 0,0 1 0 0 0,0-1 0 0 0,0 1-1 0 0,0 4-36 0 0,0-1-4 0 0,-1-1-2 0 0,1-1 0 0 0,-1 0 0 0 0,1 1 0 0 0,0-1 1 0 0,0 1-1 0 0,0-1 0 0 0,0 0 0 0 0,0 1 0 0 0,1-1 0 0 0,-1 0 0 0 0,1 1 0 0 0,-1-1 0 0 0,1 0 0 0 0,0 1 1 0 0,0-1-1 0 0,0 0 0 0 0,2 3 0 0 0,1-3 12 0 0,1-1 0 0 0,-1-1 0 0 0,0 1 0 0 0,0 0 0 0 0,1-1 0 0 0,-1 0 0 0 0,1 0 0 0 0,-1 0 0 0 0,0-1 0 0 0,9-1 0 0 0,55-15-70 0 0,-36 8 87 0 0,-24 7 54 0 0,0 1 0 0 0,1 0-1 0 0,-1 0 1 0 0,0 1 0 0 0,0 0 0 0 0,0 1-1 0 0,1-1 1 0 0,-1 2 0 0 0,0-1 0 0 0,12 5-1 0 0,-5-3 32 0 0,0 1-58 0 0,11 3-55 0 0,1-2 0 0 0,0 0 0 0 0,32 1 0 0 0,-58-7-114 0 0,1 1 1 0 0,-1 0-1 0 0,1 0 0 0 0,-1-1 0 0 0,0 1 1 0 0,1-1-1 0 0,-1 1 0 0 0,0-1 0 0 0,1 1 1 0 0,-1-1-1 0 0,0 0 0 0 0,0 0 0 0 0,0 1 0 0 0,0-1 1 0 0,0 0-1 0 0,0 0 0 0 0,2-2 0 0 0,9-23-7634 0 0,-12 16 4068 0 0</inkml:trace>
</inkml:ink>
</file>

<file path=ppt/ink/ink22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4:57:53.6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53 22 1744 0 0,'-12'1'1872'0'0,"3"-1"1313"0"0,-9 0-41 0 0,5 0-940 0 0,44-13-2984 0 0,-13 13-252 0 0,-1-4-692 0 0,6 0-1869 0 0,0 2 829 0 0</inkml:trace>
</inkml:ink>
</file>

<file path=ppt/ink/ink22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4:57:36.0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237 407 964 0 0,'0'0'865'0'0,"15"3"8982"0"0,-27-5-9746 0 0,-1-1 0 0 0,1 0 0 0 0,0 0 0 0 0,-1-1 0 0 0,2-1-1 0 0,-1 0 1 0 0,0 0 0 0 0,1-1 0 0 0,0-1 0 0 0,0 0 0 0 0,1 0-1 0 0,0-1 1 0 0,0 0 0 0 0,1-1 0 0 0,0 0 0 0 0,1-1-1 0 0,-10-12 1 0 0,12 13-84 0 0,1 1 0 0 0,0-1 0 0 0,0 1 0 0 0,0-2 1 0 0,1 1-1 0 0,1 0 0 0 0,-1-1 0 0 0,2 1 0 0 0,-1-1 0 0 0,1 0 0 0 0,1 0 0 0 0,0 0 0 0 0,0 0 0 0 0,1 0 0 0 0,0 0 0 0 0,1-1 0 0 0,0 1 0 0 0,0 0 0 0 0,1 1 0 0 0,1-1 0 0 0,0 0 0 0 0,8-18 0 0 0,-10 25-21 0 0,0 0 0 0 0,1 0-1 0 0,0 0 1 0 0,-1 0 0 0 0,1 0-1 0 0,0 0 1 0 0,1 0 0 0 0,-1 1-1 0 0,0-1 1 0 0,1 1 0 0 0,-1 0-1 0 0,1 0 1 0 0,0 0 0 0 0,0 0-1 0 0,0 0 1 0 0,5-2 0 0 0,-5 3-2 0 0,-1 1 1 0 0,1-1 0 0 0,0 1 0 0 0,0 0-1 0 0,0 0 1 0 0,0 0 0 0 0,-1 0 0 0 0,1 0-1 0 0,0 1 1 0 0,0-1 0 0 0,-1 1 0 0 0,1 0-1 0 0,0-1 1 0 0,-1 1 0 0 0,1 1 0 0 0,3 1-1 0 0,3 2-2 0 0,0 1-1 0 0,-1 1 1 0 0,1 0 0 0 0,-1 0-1 0 0,-1 1 1 0 0,1 0-1 0 0,-1 0 1 0 0,-1 0-1 0 0,8 13 1 0 0,-7-9 8 0 0,0 0 0 0 0,-1 0-1 0 0,0 1 1 0 0,-1 0 0 0 0,-1 0 0 0 0,0 1 0 0 0,0-1 0 0 0,-2 1 0 0 0,0 0 0 0 0,0-1-1 0 0,-1 1 1 0 0,-1 0 0 0 0,0 0 0 0 0,-4 24 0 0 0,1-19 13 0 0,-2 0 0 0 0,-1 0 0 0 0,0-1 0 0 0,-1 0 0 0 0,-1 0 0 0 0,0-1 0 0 0,-2 0 0 0 0,0 0 0 0 0,-1-1 0 0 0,-14 17 0 0 0,-11 5 40 0 0,25-26-843 0 0,0-1 0 0 0,-17 25 0 0 0,22-24-743 0 0</inkml:trace>
</inkml:ink>
</file>

<file path=ppt/ink/ink22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4:57:36.5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201 313 36 0 0,'10'-5'634'0'0,"0"-1"0"0"0,-1-1 0 0 0,0 1 0 0 0,-1-1 0 0 0,0-1 0 0 0,0 0 0 0 0,0 0 1 0 0,8-12-1 0 0,-11 12-389 0 0,0 0 1 0 0,0-1 0 0 0,-1 1 0 0 0,0-1 0 0 0,-1 0 0 0 0,0 0 0 0 0,0 0-1 0 0,-1 0 1 0 0,0-1 0 0 0,-1 1 0 0 0,0-1 0 0 0,0 1 0 0 0,-1-1 0 0 0,0 1-1 0 0,-4-19 1 0 0,-3-44 1722 0 0,7 70-1800 0 0,0 11-139 0 0,3 69 26 0 0,-3 0 0 0 0,-14 100 0 0 0,-39 166 75 0 0,17-122-13 0 0,26-176-72 0 0,-1 0-1 0 0,-31 81 1 0 0,10-35 1083 0 0,32-91-1094 0 0,0-1 1 0 0,-1 1-1 0 0,1-1 1 0 0,0 1-1 0 0,-1-1 1 0 0,1 1-1 0 0,0-1 1 0 0,-1 0-1 0 0,1 1 1 0 0,0-1-1 0 0,-1 0 1 0 0,1 1-1 0 0,-1-1 1 0 0,1 0-1 0 0,0 1 1 0 0,-1-1-1 0 0,1 0 1 0 0,-1 0-1 0 0,1 1 1 0 0,-1-1-1 0 0,1 0 1 0 0,-1 0-1 0 0,1 0 0 0 0,-1 0 1 0 0,0 0-1 0 0,1 0 1 0 0,-1 0-1 0 0,1 0 1 0 0,-1 0-1 0 0,1 0 1 0 0,-1 0-1 0 0,1 0 1 0 0,-1 0-1 0 0,1 0 1 0 0,-1 0-1 0 0,1 0 1 0 0,-2-1-1 0 0,-16-8 399 0 0,18 9-456 0 0,-5-4 103 0 0,0 0 0 0 0,1 0 0 0 0,0 0 0 0 0,0 0 1 0 0,0-1-1 0 0,0 1 0 0 0,1-1 0 0 0,0 0 0 0 0,0 0 1 0 0,0 0-1 0 0,0-1 0 0 0,1 1 0 0 0,-2-7 0 0 0,-18-75 397 0 0,20 75-420 0 0,-2-8-89 0 0,2 0 0 0 0,0 0 0 0 0,2 0 1 0 0,0 0-1 0 0,1-1 0 0 0,1 1 0 0 0,1 0 0 0 0,0 1 0 0 0,13-36 0 0 0,-10 37-359 0 0,1 0-1 0 0,1 0 1 0 0,0 1-1 0 0,2 1 1 0 0,0-1-1 0 0,0 1 1 0 0,2 1-1 0 0,0 0 1 0 0,1 1-1 0 0,19-17 1 0 0,-6 9-2970 0 0,42-26 1 0 0,-32 25 239 0 0</inkml:trace>
</inkml:ink>
</file>

<file path=ppt/ink/ink22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4:57:36.8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416 38 444 0 0,'-5'-17'3064'0'0,"5"16"-2964"0"0,0 0-1 0 0,0 0 0 0 0,0 0 1 0 0,0 0-1 0 0,0 0 0 0 0,-1 1 1 0 0,1-1-1 0 0,0 0 0 0 0,0 0 1 0 0,-1 0-1 0 0,1 1 0 0 0,-1-1 1 0 0,1 0-1 0 0,0 1 0 0 0,-1-1 1 0 0,0 0-1 0 0,1 1 0 0 0,-1-1 1 0 0,1 0-1 0 0,-1 1 0 0 0,0-1 1 0 0,1 1-1 0 0,-1-1 0 0 0,0 1 1 0 0,0 0-1 0 0,1-1 0 0 0,-1 1 1 0 0,0 0-1 0 0,0-1 0 0 0,0 1 1 0 0,-1 0-1 0 0,0 0 2 0 0,0 0 0 0 0,0 1 0 0 0,0-1 0 0 0,0 1 0 0 0,-1-1 0 0 0,1 1-1 0 0,0 0 1 0 0,0 0 0 0 0,0 0 0 0 0,0 0 0 0 0,1 1 0 0 0,-3 0 0 0 0,-50 49 693 0 0,52-49-707 0 0,-33 39 273 0 0,2 1-1 0 0,1 1 0 0 0,3 2 1 0 0,2 1-1 0 0,1 1 1 0 0,3 2-1 0 0,2 0 1 0 0,2 1-1 0 0,2 1 0 0 0,2 1 1 0 0,-12 83-1 0 0,23-97-200 0 0,3 0 0 0 0,0 0 1 0 0,3 0-1 0 0,1 0 0 0 0,2 0 0 0 0,2-1 0 0 0,1 0 0 0 0,1 0 0 0 0,3-1 0 0 0,1 0 1 0 0,1-1-1 0 0,30 53 0 0 0,-24-55-415 0 0,0-1 1 0 0,3-1-1 0 0,0-1 1 0 0,2-1-1 0 0,1-1 0 0 0,2-2 1 0 0,50 40-1 0 0,-65-56-214 0 0,1-1 0 0 0,1 0 0 0 0,-1-1 0 0 0,24 8-1 0 0,-31-13-226 0 0,0-1-1 0 0,0 0 0 0 0,0 0 1 0 0,0-1-1 0 0,1 0 0 0 0,-1-1 1 0 0,14 0-1 0 0,16-6-2275 0 0</inkml:trace>
</inkml:ink>
</file>

<file path=ppt/ink/ink22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4:57:37.7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245 149 88 0 0,'-2'-10'838'0'0,"1"2"63"0"0,-1-1 1 0 0,0 1-1 0 0,0 0 1 0 0,-1 0-1 0 0,0 0 1 0 0,0 1-1 0 0,-1-1 1 0 0,0 1-1 0 0,-6-9 1 0 0,10 15-851 0 0,-1 1-1 0 0,0-1 1 0 0,0 1 0 0 0,1-1-1 0 0,-1 1 1 0 0,0-1 0 0 0,0 1-1 0 0,0 0 1 0 0,0-1 0 0 0,1 1-1 0 0,-1 0 1 0 0,0 0-1 0 0,0 0 1 0 0,0-1 0 0 0,0 1-1 0 0,0 0 1 0 0,0 0 0 0 0,0 0-1 0 0,0 0 1 0 0,0 1 0 0 0,0-1-1 0 0,0 0 1 0 0,1 0 0 0 0,-3 1-1 0 0,-20 9 444 0 0,4 1-218 0 0,1 0-1 0 0,0 1 1 0 0,1 1-1 0 0,-25 24 1 0 0,37-32-236 0 0,1 0 1 0 0,-1 0 0 0 0,1 0-1 0 0,0 1 1 0 0,0 0-1 0 0,1 0 1 0 0,0 0 0 0 0,0 0-1 0 0,0 0 1 0 0,1 0-1 0 0,0 1 1 0 0,0-1-1 0 0,1 1 1 0 0,0 0 0 0 0,0 0-1 0 0,0-1 1 0 0,1 1-1 0 0,0 11 1 0 0,0-17-42 0 0,0 0 1 0 0,0 1-1 0 0,1-1 0 0 0,-1 0 1 0 0,0 0-1 0 0,1 1 0 0 0,-1-1 1 0 0,0 0-1 0 0,1 0 0 0 0,0 1 1 0 0,-1-1-1 0 0,1 0 0 0 0,0 0 1 0 0,-1 0-1 0 0,1 0 0 0 0,0 0 1 0 0,0 0-1 0 0,0 0 0 0 0,0 0 1 0 0,0-1-1 0 0,0 1 0 0 0,0 0 1 0 0,0 0-1 0 0,0-1 0 0 0,0 1 1 0 0,0-1-1 0 0,1 1 1 0 0,-1-1-1 0 0,0 1 0 0 0,0-1 1 0 0,1 0-1 0 0,-1 1 0 0 0,2-1 1 0 0,34-6-175 0 0,-34 5 156 0 0,15-7-116 0 0,-1 0-1 0 0,0-1 1 0 0,0 0 0 0 0,-1-1 0 0 0,-1-1-1 0 0,0-1 1 0 0,20-19 0 0 0,-23 20 63 0 0,-11 10 33 0 0,4 2 20 0 0,0 0 1 0 0,-1 0-1 0 0,1 1 0 0 0,-1 0 0 0 0,1 0 0 0 0,-1 0 1 0 0,0 0-1 0 0,0 0 0 0 0,0 1 0 0 0,5 4 0 0 0,39 20 10 0 0,-31-22 18 0 0,0-1 0 0 0,1-1 0 0 0,-1 0 0 0 0,1-1 0 0 0,0-1 0 0 0,-1-1 1 0 0,1-1-1 0 0,0 0 0 0 0,23-5 0 0 0,-30 4 49 0 0,1 0 0 0 0,-1-2 1 0 0,0 1-1 0 0,0-1 0 0 0,0-1 1 0 0,-1 0-1 0 0,1 0 0 0 0,-1-1 1 0 0,0 0-1 0 0,-1-1 0 0 0,0 0 1 0 0,0-1-1 0 0,0 0 1 0 0,-1 0-1 0 0,10-13 0 0 0,-15 16-5 0 0,-1 1 0 0 0,1 0-1 0 0,-1-1 1 0 0,0 1 0 0 0,0-1 0 0 0,-1 1-1 0 0,1-1 1 0 0,-1 0 0 0 0,0 0 0 0 0,0 0-1 0 0,-1 0 1 0 0,1 1 0 0 0,-1-1 0 0 0,0 0-1 0 0,-1 0 1 0 0,1 0 0 0 0,-1 0 0 0 0,-2-9 0 0 0,2 11-43 0 0,0 0 0 0 0,0 1 1 0 0,-1-1-1 0 0,1 1 0 0 0,-1 0 1 0 0,1-1-1 0 0,-1 1 1 0 0,0 0-1 0 0,0 0 0 0 0,0 0 1 0 0,0 0-1 0 0,0 0 0 0 0,0 1 1 0 0,0-1-1 0 0,-1 1 1 0 0,1-1-1 0 0,-1 1 0 0 0,1 0 1 0 0,-1 0-1 0 0,1 0 0 0 0,-1 0 1 0 0,0 0-1 0 0,1 1 1 0 0,-1-1-1 0 0,0 1 0 0 0,0 0 1 0 0,0 0-1 0 0,1 0 0 0 0,-1 0 1 0 0,0 0-1 0 0,0 0 1 0 0,1 1-1 0 0,-1-1 0 0 0,-5 3 1 0 0,1-1-11 0 0,0-1 0 0 0,1 2 0 0 0,-1-1 1 0 0,1 1-1 0 0,-1 0 0 0 0,1 0 0 0 0,0 0 1 0 0,0 1-1 0 0,0 0 0 0 0,-9 9 0 0 0,12-10-2 0 0,0 0 0 0 0,1 1 0 0 0,0-1 0 0 0,0 0 0 0 0,0 1 0 0 0,0-1-1 0 0,0 1 1 0 0,1 0 0 0 0,-1 0 0 0 0,1-1 0 0 0,0 1 0 0 0,0 0 0 0 0,1 0 0 0 0,-1 0-1 0 0,1 0 1 0 0,0 0 0 0 0,0 0 0 0 0,0 0 0 0 0,0 0 0 0 0,2 7 0 0 0,7 25-10 0 0,2 0 1 0 0,25 60 0 0 0,-23-66-44 0 0,-1 0 1 0 0,-1 1 0 0 0,-2 1-1 0 0,7 41 1 0 0,-14-50 18 0 0,0 1 0 0 0,-2-1 1 0 0,0 1-1 0 0,-1-1 1 0 0,-7 33-1 0 0,5-41 23 0 0,-1-1 1 0 0,-1 0-1 0 0,0 0 0 0 0,-1 0 0 0 0,0-1 1 0 0,-1 0-1 0 0,0 0 0 0 0,-1 0 1 0 0,-17 20-1 0 0,13-20 8 0 0,-1 0 0 0 0,0-1-1 0 0,-1-1 1 0 0,0 1 0 0 0,-1-2 0 0 0,0 0 0 0 0,-18 8 0 0 0,24-14 46 0 0,0 0 1 0 0,0 0-1 0 0,0-1 1 0 0,-1 0-1 0 0,1 0 1 0 0,-1-1-1 0 0,0-1 1 0 0,1 0-1 0 0,-1 0 1 0 0,0 0-1 0 0,0-1 1 0 0,0-1-1 0 0,0 0 1 0 0,-15-3-1 0 0,22 3-27 0 0,-1 0 0 0 0,1 0-1 0 0,0-1 1 0 0,-1 1 0 0 0,1-1 0 0 0,0 1-1 0 0,0-1 1 0 0,-1 0 0 0 0,2 0-1 0 0,-1-1 1 0 0,0 1 0 0 0,0 0-1 0 0,1-1 1 0 0,-1 0 0 0 0,1 0-1 0 0,0 1 1 0 0,0-2 0 0 0,-3-5 0 0 0,3 5-70 0 0,0-1 1 0 0,1 0 0 0 0,0-1 0 0 0,0 1 0 0 0,0 0 0 0 0,1 0-1 0 0,0 0 1 0 0,0-1 0 0 0,0 1 0 0 0,0 0 0 0 0,3-10 0 0 0,1-1-314 0 0,1 0 0 0 0,0 0 0 0 0,2 1 0 0 0,0-1 0 0 0,0 1 1 0 0,1 1-1 0 0,14-19 0 0 0,60-64-5747 0 0,-54 68 3281 0 0</inkml:trace>
</inkml:ink>
</file>

<file path=ppt/ink/ink22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4:57:38.3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1 197 924 0 0,'0'0'3395'0'0,"1"0"-3276"0"0,-1 1-1 0 0,1-1 0 0 0,0 1 1 0 0,-1-1-1 0 0,1 0 1 0 0,0 1-1 0 0,0-1 1 0 0,-1 0-1 0 0,1 0 1 0 0,0 0-1 0 0,0 1 0 0 0,0-1 1 0 0,-1 0-1 0 0,1 0 1 0 0,0 0-1 0 0,0 0 1 0 0,0 0-1 0 0,0 0 1 0 0,-1-1-1 0 0,1 1 0 0 0,0 0 1 0 0,1-1-1 0 0,-2 1-98 0 0,128-60 2883 0 0,-117 54-2661 0 0,0-1 1 0 0,0 0-1 0 0,0 0 0 0 0,-1-1 1 0 0,-1-1-1 0 0,1 1 1 0 0,-1-2-1 0 0,-1 1 0 0 0,10-14 1 0 0,-17 21-208 0 0,0 1 1 0 0,0 0 0 0 0,0 0-1 0 0,-1-1 1 0 0,1 1 0 0 0,0 0-1 0 0,-1-1 1 0 0,1 1 0 0 0,-1 0-1 0 0,1-1 1 0 0,-1 1-1 0 0,0-1 1 0 0,0 1 0 0 0,0-1-1 0 0,0 1 1 0 0,0-1 0 0 0,0 1-1 0 0,0-1 1 0 0,0 1 0 0 0,0-1-1 0 0,-1-1 1 0 0,0 2-22 0 0,0 0 0 0 0,0 0 0 0 0,1 0 0 0 0,-1 1 0 0 0,0-1 0 0 0,0 0 1 0 0,0 0-1 0 0,0 1 0 0 0,0-1 0 0 0,0 1 0 0 0,0-1 0 0 0,0 1 0 0 0,0-1 0 0 0,-1 1 0 0 0,1 0 0 0 0,0-1 1 0 0,0 1-1 0 0,0 0 0 0 0,0 0 0 0 0,-2 0 0 0 0,-1 0-6 0 0,-1 0 0 0 0,1 0 0 0 0,0 0 0 0 0,0 1 0 0 0,-1 0 1 0 0,1 0-1 0 0,0 0 0 0 0,0 0 0 0 0,0 0 0 0 0,0 1 0 0 0,0 0 0 0 0,-4 3 0 0 0,3-1-10 0 0,1 0 0 0 0,0 1 1 0 0,0-1-1 0 0,0 1 0 0 0,1 0 0 0 0,-1 0 0 0 0,1 1 0 0 0,0-1 0 0 0,1 1 0 0 0,-4 10 1 0 0,5-14-13 0 0,1 0 0 0 0,-1 0 0 0 0,1 0 0 0 0,-1 0 0 0 0,1 0 0 0 0,0 0 0 0 0,0 0 0 0 0,0 0 0 0 0,0 0 0 0 0,0 0 0 0 0,1 0 0 0 0,-1 1 0 0 0,1-1 0 0 0,-1 0 0 0 0,1 0 0 0 0,0-1 0 0 0,-1 1 0 0 0,1 0 0 0 0,0 0 0 0 0,0 0 0 0 0,0 0 0 0 0,1-1 0 0 0,-1 1 0 0 0,0 0 0 0 0,1-1 0 0 0,-1 0 0 0 0,1 1 0 0 0,-1-1 0 0 0,1 0 0 0 0,0 1 0 0 0,0-1 0 0 0,-1 0 0 0 0,1 0 0 0 0,3 1 0 0 0,-1-1-11 0 0,0 0 1 0 0,0-1-1 0 0,0 1 0 0 0,-1-1 1 0 0,1 1-1 0 0,0-1 0 0 0,0 0 1 0 0,0-1-1 0 0,0 1 0 0 0,0-1 0 0 0,-1 0 1 0 0,1 0-1 0 0,6-2 0 0 0,49-22-212 0 0,-44 17 159 0 0,122-66 384 0 0,-135 74-184 0 0,30 13 131 0 0,-28-9-289 0 0,1 0 0 0 0,-1 0 0 0 0,1-1 0 0 0,0 0 0 0 0,0 0 1 0 0,0 0-1 0 0,0-1 0 0 0,1 0 0 0 0,-1 0 0 0 0,1 0 1 0 0,-1 0-1 0 0,11 1 0 0 0,70 6-8290 0 0,-85-9 8197 0 0,12 1-2215 0 0</inkml:trace>
</inkml:ink>
</file>

<file path=ppt/ink/ink22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4:57:38.6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197 307 560 0 0,'48'-14'10484'0'0,"-15"45"-8572"0"0,-28-28-1801 0 0,0-1 0 0 0,1 1 0 0 0,-1-1 1 0 0,1 0-1 0 0,-1-1 0 0 0,1 1 0 0 0,0-1 0 0 0,-1 0 1 0 0,1-1-1 0 0,0 1 0 0 0,0-1 0 0 0,0 0 0 0 0,-1-1 1 0 0,1 0-1 0 0,9-1 0 0 0,-13 1-37 0 0,0 0 1 0 0,1 0-1 0 0,-1 0 1 0 0,0 0-1 0 0,0 0 1 0 0,0-1-1 0 0,0 1 1 0 0,0-1-1 0 0,0 1 0 0 0,0-1 1 0 0,0 0-1 0 0,-1 0 1 0 0,1 0-1 0 0,-1 0 1 0 0,1 0-1 0 0,-1 0 1 0 0,0 0-1 0 0,0 0 0 0 0,0 0 1 0 0,0-1-1 0 0,0 1 1 0 0,0-1-1 0 0,-1 1 1 0 0,1 0-1 0 0,-1-1 1 0 0,1 1-1 0 0,-1-1 0 0 0,0 1 1 0 0,0-1-1 0 0,0 1 1 0 0,-1-1-1 0 0,1 1 1 0 0,0-1-1 0 0,-1 1 1 0 0,0 0-1 0 0,0-1 0 0 0,1 1 1 0 0,-3-3-1 0 0,-2-9 76 0 0,0 0-1 0 0,-1 1 0 0 0,-1-1 1 0 0,0 1-1 0 0,-1 1 0 0 0,-1-1 0 0 0,0 1 1 0 0,0 1-1 0 0,-1 0 0 0 0,-1 0 1 0 0,0 1-1 0 0,-16-12 0 0 0,12 11-161 0 0,-1 0 0 0 0,0 1 0 0 0,0 1 1 0 0,-1 0-1 0 0,-1 2 0 0 0,1 0 0 0 0,-1 1 0 0 0,0 0 0 0 0,-28-4 0 0 0,42 10-214 0 0,0-1 0 0 0,0 1 0 0 0,0 0 0 0 0,0 0 1 0 0,0 1-1 0 0,0-1 0 0 0,0 1 0 0 0,0 0 0 0 0,0 0 0 0 0,0 0 1 0 0,0 0-1 0 0,1 1 0 0 0,-1-1 0 0 0,-3 3 0 0 0,-13 18-2537 0 0,19-20 2194 0 0,0 1 0 0 0,0-1 1 0 0,0 0-1 0 0,0 1 0 0 0,1-1 1 0 0,-1 0-1 0 0,1 1 1 0 0,0-1-1 0 0,0 1 0 0 0,0-1 1 0 0,0 4-1 0 0,2 9-3080 0 0</inkml:trace>
</inkml:ink>
</file>

<file path=ppt/ink/ink22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4:57:39.0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55 1 300 0 0,'0'0'6508'0'0,"-2"5"-6089"0"0,-49 85 2634 0 0,51-89-2764 0 0,-1 1-51 0 0,1-2-217 0 0,0 0 0 0 0,0 0 0 0 0,0 1 1 0 0,0-1-1 0 0,0 0 0 0 0,0 0 0 0 0,-1 0 0 0 0,1 1 0 0 0,0-1 0 0 0,0 0 0 0 0,0 0 0 0 0,0 0 1 0 0,0 1-1 0 0,0-1 0 0 0,0 0 0 0 0,0 0 0 0 0,0 0 0 0 0,0 1 0 0 0,0-1 0 0 0,0 0 0 0 0,0 0 1 0 0,0 1-1 0 0,1-1 0 0 0,-1 0 0 0 0,0 0 0 0 0,0 0 0 0 0,0 1 0 0 0,0-1 0 0 0,0 0 0 0 0,0 0 1 0 0,0 0-1 0 0,1 0 0 0 0,-1 1 0 0 0,0-1 0 0 0,0 0 0 0 0,0 0 0 0 0,0 0 0 0 0,1 0 0 0 0,-1 0 1 0 0,0 0-1 0 0,0 1 0 0 0,0-1 0 0 0,1 0 0 0 0,-1 0 0 0 0,61-4 676 0 0,-39 1-1312 0 0,-1 2 0 0 0,1 0-1 0 0,25 4 1 0 0,-10 0-4327 0 0,-19-2 2099 0 0</inkml:trace>
</inkml:ink>
</file>

<file path=ppt/ink/ink22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4:57:58.3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90 837 668 0 0,'-27'10'1874'0'0,"21"-7"-1118"0"0,-1-1-1 0 0,1 1 1 0 0,-1-1-1 0 0,0 0 0 0 0,0-1 1 0 0,-12 2-1 0 0,19-3-733 0 0,-1 0-1 0 0,1 0 1 0 0,0 0-1 0 0,0 0 1 0 0,0 0 0 0 0,0 0-1 0 0,0 0 1 0 0,-1 0-1 0 0,1 0 1 0 0,0 0 0 0 0,0 0-1 0 0,0 0 1 0 0,0 0-1 0 0,0 0 1 0 0,0 1-1 0 0,-1-1 1 0 0,1 0 0 0 0,0 0-1 0 0,0 0 1 0 0,0 0-1 0 0,0 0 1 0 0,0 0 0 0 0,0 0-1 0 0,0 1 1 0 0,0-1-1 0 0,-1 0 1 0 0,1 0 0 0 0,0 0-1 0 0,0 0 1 0 0,0 0-1 0 0,0 1 1 0 0,0-1-1 0 0,0 0 1 0 0,0 0 0 0 0,0 0-1 0 0,0 0 1 0 0,0 0-1 0 0,0 1 1 0 0,0-1 0 0 0,0 0-1 0 0,0 0 1 0 0,0 0-1 0 0,0 0 1 0 0,0 0 0 0 0,1 1-1 0 0,-1-1 1 0 0,0 0-1 0 0,0 0 1 0 0,0 0-1 0 0,0 0 1 0 0,0 0 0 0 0,0 1-1 0 0,0-1 1 0 0,0 0-1 0 0,0 0 1 0 0,1 0 0 0 0,-1 0-1 0 0,0 0 1 0 0,0 0-1 0 0,0 0 1 0 0,0 0 0 0 0,0 0-1 0 0,0 0 1 0 0,1 1-1 0 0,-1-1 1 0 0,0 0-1 0 0,0 0 1 0 0,0 0 0 0 0,1 0-1 0 0,9 13 1073 0 0,-9-11-1282 0 0,3-1 272 0 0,-1 1 1 0 0,0-1-1 0 0,1 0 0 0 0,0 0 1 0 0,-1 0-1 0 0,1 0 0 0 0,-1-1 0 0 0,1 1 1 0 0,0-1-1 0 0,-1 0 0 0 0,1 0 1 0 0,6-1-1 0 0,43-8 506 0 0,-51 8-573 0 0,29-6 199 0 0,-1-2 0 0 0,-1-1 0 0 0,0-1 0 0 0,31-17 0 0 0,-48 22-161 0 0,0-1 1 0 0,0 0-1 0 0,-1-1 1 0 0,0 0-1 0 0,0-1 1 0 0,-1 0-1 0 0,0-1 0 0 0,0 0 1 0 0,-1-1-1 0 0,-1 0 1 0 0,12-18-1 0 0,-18 26-46 0 0,-1 1 0 0 0,0-1 0 0 0,0 0 0 0 0,0 0 0 0 0,0 1 0 0 0,0-1 0 0 0,0 0 0 0 0,-1 0 0 0 0,0 0 0 0 0,1 0 0 0 0,-1 0 0 0 0,0 0 0 0 0,-1-3 0 0 0,1 5-7 0 0,0-1-1 0 0,-1 1 1 0 0,1 0-1 0 0,-1-1 1 0 0,0 1 0 0 0,1 0-1 0 0,-1-1 1 0 0,0 1-1 0 0,0 0 1 0 0,1 0 0 0 0,-1-1-1 0 0,0 1 1 0 0,-1 0-1 0 0,1 0 1 0 0,0 0 0 0 0,0 0-1 0 0,0 1 1 0 0,0-1-1 0 0,-2-1 1 0 0,-1 1-5 0 0,0 0 0 0 0,0-1 0 0 0,0 2 0 0 0,0-1 0 0 0,0 0 0 0 0,0 1 0 0 0,0 0 0 0 0,0-1 0 0 0,0 2 1 0 0,0-1-1 0 0,0 0 0 0 0,0 1 0 0 0,0 0 0 0 0,0 0 0 0 0,0 0 0 0 0,0 0 0 0 0,-4 3 0 0 0,-8 4-7 0 0,0 0-1 0 0,0 2 1 0 0,0-1 0 0 0,2 2-1 0 0,-1 0 1 0 0,1 1 0 0 0,-12 14 0 0 0,19-20 6 0 0,1 1 0 0 0,0 0 1 0 0,0 0-1 0 0,1 1 0 0 0,0-1 0 0 0,0 1 1 0 0,1 1-1 0 0,0-1 0 0 0,0 0 1 0 0,1 1-1 0 0,0 0 0 0 0,1 0 1 0 0,0 0-1 0 0,0 0 0 0 0,-1 15 1 0 0,3-19-3 0 0,0-1 1 0 0,1 0 0 0 0,-1 1 0 0 0,1-1 0 0 0,0 0-1 0 0,0 1 1 0 0,0-1 0 0 0,1 0 0 0 0,-1 0 0 0 0,1 0 0 0 0,0 0-1 0 0,0 0 1 0 0,0-1 0 0 0,1 1 0 0 0,-1 0 0 0 0,1-1-1 0 0,0 0 1 0 0,0 0 0 0 0,7 6 0 0 0,-5-6-5 0 0,1 0 0 0 0,0 0 0 0 0,0 0-1 0 0,0-1 1 0 0,0 0 0 0 0,0 0 0 0 0,1 0 0 0 0,-1-1 0 0 0,1 0 0 0 0,-1 0 0 0 0,1-1 0 0 0,6 0 0 0 0,6-1-7 0 0,-1-1-1 0 0,1 0 1 0 0,-1-1 0 0 0,0-2 0 0 0,0 0 0 0 0,0 0 0 0 0,-1-2 0 0 0,25-12 0 0 0,-15 3 44 0 0,1-2 1 0 0,-2-1-1 0 0,-1-1 0 0 0,0-1 1 0 0,-2-2-1 0 0,0 0 0 0 0,-2-1 0 0 0,24-33 1 0 0,-18 15 33 0 0,-1 0 0 0 0,-2-2 0 0 0,-2-1 0 0 0,27-79 0 0 0,-31 70 95 0 0,14-72-1 0 0,-28 104 141 0 0,-1-1 0 0 0,0 1 0 0 0,-2-1 0 0 0,-1 0 0 0 0,-1 0 0 0 0,-4-25 0 0 0,0 10 850 0 0,4 37-976 0 0,-4-1-65 0 0,5 2-102 0 0,0 0 0 0 0,0 0 1 0 0,-1 0-1 0 0,1-1 1 0 0,0 1-1 0 0,0 0 0 0 0,0 0 1 0 0,-1 0-1 0 0,1 0 1 0 0,0-1-1 0 0,-1 1 0 0 0,1 0 1 0 0,0 0-1 0 0,0 0 1 0 0,-1 0-1 0 0,1 0 0 0 0,0 0 1 0 0,-1 0-1 0 0,1 0 1 0 0,0 0-1 0 0,0 0 0 0 0,-1 0 1 0 0,1 0-1 0 0,0 0 1 0 0,-1 0-1 0 0,1 0 0 0 0,0 0 1 0 0,0 0-1 0 0,-1 0 1 0 0,1 0-1 0 0,0 0 0 0 0,-1 1 1 0 0,1-1-1 0 0,0 0 1 0 0,0 0-1 0 0,-1 0 0 0 0,1 0 1 0 0,0 1-1 0 0,0-1 1 0 0,0 0-1 0 0,-1 0 0 0 0,1 0 1 0 0,0 1-1 0 0,-14 18 22 0 0,0 2 0 0 0,2-1 0 0 0,0 1 0 0 0,1 1 0 0 0,1 0 0 0 0,2 1-1 0 0,-12 45 1 0 0,-24 178 112 0 0,42-230-137 0 0,-3 17-13 0 0,2 0-1 0 0,1 0 0 0 0,2 1 0 0 0,2-1 0 0 0,7 52 1 0 0,-7-79 16 0 0,0 6-63 0 0,1-1 1 0 0,1 1-1 0 0,-1-1 0 0 0,7 12 0 0 0,-9-21 44 0 0,0 0 1 0 0,0 0-1 0 0,0 0 1 0 0,0 0-1 0 0,0 0 1 0 0,0-1-1 0 0,0 1 1 0 0,1 0-1 0 0,-1-1 1 0 0,1 1-1 0 0,-1-1 1 0 0,1 0-1 0 0,0 1 1 0 0,-1-1-1 0 0,1 0 1 0 0,0 0-1 0 0,0 0 1 0 0,0 0-1 0 0,0 0 1 0 0,0-1-1 0 0,0 1 1 0 0,0 0-1 0 0,0-1 1 0 0,0 0-1 0 0,0 1 1 0 0,0-1-1 0 0,0 0 1 0 0,0 0-1 0 0,0 0 1 0 0,0 0-1 0 0,5-2 1 0 0,29-10-59 0 0,0-3 0 0 0,56-30-1 0 0,-64 29 31 0 0,1 1-1 0 0,0 1 1 0 0,1 2-1 0 0,1 1 0 0 0,42-9 1 0 0,-72 20 36 0 0,0-1 1 0 0,0 1 0 0 0,0 0-1 0 0,0 0 1 0 0,0 0 0 0 0,0 0-1 0 0,0 0 1 0 0,0 0 0 0 0,0 0 0 0 0,0 0-1 0 0,0 0 1 0 0,0 0 0 0 0,0 1-1 0 0,0-1 1 0 0,0 0 0 0 0,0 1-1 0 0,0-1 1 0 0,0 0 0 0 0,0 1-1 0 0,0-1 1 0 0,0 1 0 0 0,0 0 0 0 0,-1-1-1 0 0,1 1 1 0 0,0 0 0 0 0,0 0-1 0 0,-1-1 1 0 0,2 3 0 0 0,-1-1 1 0 0,-1 0 1 0 0,1 0-1 0 0,-1 0 0 0 0,1 0 1 0 0,-1 0-1 0 0,0 0 1 0 0,0 0-1 0 0,0 0 1 0 0,0 0-1 0 0,0 0 0 0 0,-1 1 1 0 0,1-1-1 0 0,-1 2 1 0 0,-2 6-8 0 0,0-1-1 0 0,-1 0 1 0 0,0 0 0 0 0,0 0 0 0 0,-7 9 0 0 0,-35 34-98 0 0,35-42 15 0 0,1 1 0 0 0,0 1 0 0 0,-16 25 0 0 0,25-36-15 0 0,13-6-300 0 0,-1-1 364 0 0,1 1 0 0 0,-1-2-1 0 0,-1 1 1 0 0,1-2 0 0 0,-1 1-1 0 0,17-18 1 0 0,-18 17 14 0 0,17-14 169 0 0,-1-2-1 0 0,-1 0 1 0 0,36-49-1 0 0,-57 68 497 0 0,-2 3-343 0 0,0-1 0 0 0,1 1-1 0 0,-1 0 1 0 0,1 0 0 0 0,-1 0-1 0 0,1 0 1 0 0,0 0-1 0 0,0 0 1 0 0,0 0 0 0 0,0 0-1 0 0,3-1 1 0 0,12 31-120 0 0,-10-21-642 0 0,0 1 0 0 0,1-1 0 0 0,0 0 0 0 0,0-1 0 0 0,0 0 0 0 0,1 0 0 0 0,18 8 0 0 0,-18-10-844 0 0,0 0 0 0 0,1-1 0 0 0,-1-1 0 0 0,1 1 0 0 0,9 0 0 0 0,21-1-3248 0 0</inkml:trace>
</inkml:ink>
</file>

<file path=ppt/ink/ink22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4:58:01.2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135 60 596 0 0,'3'-18'2207'0'0,"0"-3"7930"0"0,-13 13-8153 0 0,8 7-1513 0 0,-31-10 712 0 0,31 10-1193 0 0,-56 10-904 0 0,56-7 746 0 0,0 0-1 0 0,-1 0 1 0 0,1 0 0 0 0,0 1-1 0 0,0-1 1 0 0,0 1-1 0 0,1-1 1 0 0,-1 1 0 0 0,0 0-1 0 0,1-1 1 0 0,0 1 0 0 0,0 0-1 0 0,0 0 1 0 0,0 0 0 0 0,0 0-1 0 0,1 0 1 0 0,-1 0-1 0 0,1 0 1 0 0,-1 4 0 0 0,-7 24-6846 0 0</inkml:trace>
</inkml:ink>
</file>

<file path=ppt/ink/ink22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4:58:04.9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463 133 560 0 0,'0'0'2614'0'0,"16"-4"4132"0"0,-14 0-6613 0 0,0 1 1 0 0,-1-1 0 0 0,1 0 0 0 0,-1 1-1 0 0,0-1 1 0 0,-1 0 0 0 0,1 0 0 0 0,0 1-1 0 0,-1-1 1 0 0,0 0 0 0 0,0 0 0 0 0,0 0-1 0 0,-1 0 1 0 0,1 0 0 0 0,-1 1 0 0 0,0-1-1 0 0,0 0 1 0 0,0 1 0 0 0,0-1 0 0 0,-1 0-1 0 0,1 1 1 0 0,-1-1 0 0 0,-3-4 0 0 0,1 5-117 0 0,0-1 0 0 0,1 1 0 0 0,-1 0 0 0 0,0 0 0 0 0,-1 1 0 0 0,1-1 0 0 0,0 1 0 0 0,-1 0 1 0 0,1 0-1 0 0,-1 0 0 0 0,0 1 0 0 0,0-1 0 0 0,1 1 0 0 0,-1 0 0 0 0,0 1 0 0 0,0-1 0 0 0,0 1 0 0 0,-6 0 1 0 0,-16 3-21 0 0,0 0 0 0 0,0 2 1 0 0,1 1-1 0 0,0 1 1 0 0,0 2-1 0 0,-40 18 1 0 0,63-26-6 0 0,0 0 1 0 0,0 0 0 0 0,0 0 0 0 0,0 1 0 0 0,1-1 0 0 0,-1 1 0 0 0,1 0 0 0 0,-1 0 0 0 0,1 0 0 0 0,0 0-1 0 0,0 0 1 0 0,-1 0 0 0 0,2 0 0 0 0,-1 1 0 0 0,0-1 0 0 0,0 1 0 0 0,1-1 0 0 0,-3 7 0 0 0,3-7 1 0 0,1 1 0 0 0,0 0 1 0 0,0 0-1 0 0,0-1 0 0 0,0 1 1 0 0,0 0-1 0 0,1 0 0 0 0,-1-1 1 0 0,1 1-1 0 0,0 0 1 0 0,-1-1-1 0 0,1 1 0 0 0,0-1 1 0 0,1 1-1 0 0,-1-1 0 0 0,3 5 1 0 0,8 8-25 0 0,1 0 1 0 0,0-1 0 0 0,1 0 0 0 0,28 21 0 0 0,-20-17-16 0 0,-6-5-22 0 0,6 6-133 0 0,0 1-1 0 0,31 38 1 0 0,-49-53 161 0 0,1 0-1 0 0,-2 0 1 0 0,1 1 0 0 0,-1-1-1 0 0,1 1 1 0 0,-2 0-1 0 0,1 0 1 0 0,-1 0 0 0 0,1 1-1 0 0,-2-1 1 0 0,1 0 0 0 0,-1 1-1 0 0,0-1 1 0 0,0 1 0 0 0,-1 0-1 0 0,0-1 1 0 0,-1 12-1 0 0,-1-12 39 0 0,0-1 1 0 0,0 1-1 0 0,-1-1 0 0 0,0 0 0 0 0,0 0 0 0 0,0 0 0 0 0,0-1 0 0 0,-1 1 0 0 0,0-1 0 0 0,0 0 0 0 0,0 0 0 0 0,-1 0 0 0 0,1 0 0 0 0,-1-1 0 0 0,0 1 1 0 0,0-1-1 0 0,0-1 0 0 0,0 1 0 0 0,0-1 0 0 0,-1 0 0 0 0,1 0 0 0 0,-7 1 0 0 0,-5 3 125 0 0,-1-2-1 0 0,1 0 1 0 0,-1-2 0 0 0,0 0-1 0 0,0 0 1 0 0,-18-2-1 0 0,17-2 52 0 0,1-1 0 0 0,0-1-1 0 0,0-1 1 0 0,-19-8 0 0 0,11 5-547 0 0,24 7 18 0 0,-4 0 66 0 0,1 0-1301 0 0</inkml:trace>
</inkml:ink>
</file>

<file path=ppt/ink/ink22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4:58:06.8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1 607 516 0 0,'0'0'617'0'0,"1"2"-97"0"0,1 0 0 0 0,0-1 1 0 0,0 1-1 0 0,0 0 1 0 0,0-1-1 0 0,1 1 0 0 0,-1-1 1 0 0,0 0-1 0 0,0 0 0 0 0,4 1 1 0 0,14-9-46 0 0,0 0 0 0 0,-1-2 0 0 0,0-1 1 0 0,0 0-1 0 0,-1-1 0 0 0,32-26 1 0 0,-49 36-445 0 0,0 0 0 0 0,1 0 1 0 0,-1 0-1 0 0,0 0 1 0 0,0 0-1 0 0,0 0 1 0 0,0 0-1 0 0,0 0 1 0 0,0 0-1 0 0,0-1 0 0 0,-1 1 1 0 0,1 0-1 0 0,0 0 1 0 0,-1-1-1 0 0,2-1 1 0 0,-3 2-22 0 0,1 1 0 0 0,-1 0 1 0 0,1 0-1 0 0,-1-1 1 0 0,1 1-1 0 0,-1 0 1 0 0,1 0-1 0 0,0-1 1 0 0,-1 1-1 0 0,1 0 1 0 0,-1 0-1 0 0,1 0 1 0 0,-1 0-1 0 0,1 0 1 0 0,-1 0-1 0 0,1 0 0 0 0,-1 0 1 0 0,1 0-1 0 0,-1 0 1 0 0,0 0-1 0 0,1 0 1 0 0,0 0-1 0 0,-1 1 1 0 0,1-1-1 0 0,-1 0 1 0 0,1 0-1 0 0,-2 1 1 0 0,-2 0-1 0 0,-1 1 0 0 0,0 0 0 0 0,1 0 0 0 0,0 0 0 0 0,-1 0 0 0 0,1 1 0 0 0,0 0 0 0 0,0 0 0 0 0,-5 5 0 0 0,-6 17-10 0 0,14-23-2 0 0,11 20-74 0 0,-5-20 59 0 0,-1 0-1 0 0,1-1 0 0 0,0 1 1 0 0,0-1-1 0 0,0 0 0 0 0,0-1 1 0 0,0 1-1 0 0,0-1 0 0 0,0 0 1 0 0,-1 0-1 0 0,1 0 0 0 0,0-1 1 0 0,0 0-1 0 0,0 0 0 0 0,0 0 1 0 0,0 0-1 0 0,-1-1 0 0 0,1 0 1 0 0,0 0-1 0 0,5-3 0 0 0,7-4-17 0 0,-1 0 0 0 0,0-2 1 0 0,28-23-1 0 0,-32 23 30 0 0,0-1 0 0 0,-1 0 0 0 0,0-1 0 0 0,-1 0 0 0 0,-1 0 1 0 0,0-1-1 0 0,0-1 0 0 0,-1 0 0 0 0,-1 0 0 0 0,-1 0 0 0 0,0-1 0 0 0,-1 0 1 0 0,-1 0-1 0 0,4-29 0 0 0,-2 8 36 0 0,-3-1 1 0 0,-1 1-1 0 0,-1-1 0 0 0,-5-39 1 0 0,-6 27 600 0 0,10 48-432 0 0,-1 2-197 0 0,0 1 0 0 0,0-1-1 0 0,0 1 1 0 0,0-1 0 0 0,0 0-1 0 0,0 1 1 0 0,0-1 0 0 0,0 1-1 0 0,1 0 1 0 0,-1-1-1 0 0,0 1 1 0 0,0 0 0 0 0,1 0-1 0 0,-1-1 1 0 0,1 1 0 0 0,-1 0-1 0 0,0 0 1 0 0,1 0 0 0 0,-1 0-1 0 0,1-1 1 0 0,0 1 0 0 0,-1 2-1 0 0,-9 26 23 0 0,7-19-13 0 0,-8 19 12 0 0,1 0-1 0 0,2 1 0 0 0,1 0 0 0 0,2 0 0 0 0,-3 51 0 0 0,8-75-25 0 0,-2 21 30 0 0,2 0-1 0 0,1-1 1 0 0,7 42-1 0 0,-7-62-32 0 0,0 0 0 0 0,0 0-1 0 0,1-1 1 0 0,0 1-1 0 0,0-1 1 0 0,0 0-1 0 0,1 1 1 0 0,-1-1-1 0 0,1 0 1 0 0,0 0-1 0 0,1-1 1 0 0,-1 1-1 0 0,1-1 1 0 0,0 1 0 0 0,0-1-1 0 0,0 0 1 0 0,1-1-1 0 0,-1 1 1 0 0,1-1-1 0 0,0 0 1 0 0,0 0-1 0 0,0 0 1 0 0,7 1-1 0 0,-3-2 7 0 0,1-1 0 0 0,0 0 0 0 0,0 0 0 0 0,0-2 0 0 0,0 1 0 0 0,0-1 0 0 0,0 0-1 0 0,-1-1 1 0 0,1 0 0 0 0,-1-1 0 0 0,1 0 0 0 0,-1 0 0 0 0,0-1 0 0 0,0-1 0 0 0,0 1-1 0 0,0-1 1 0 0,-1-1 0 0 0,11-8 0 0 0,-18 13 121 0 0,0 1-45 0 0,-1-1 0 0 0,1 0-1 0 0,0 1 1 0 0,0-1 0 0 0,0 0 0 0 0,0 0-1 0 0,-1 0 1 0 0,1 1 0 0 0,0-1 0 0 0,-1 0-1 0 0,1 0 1 0 0,0 0 0 0 0,-1 0 0 0 0,1 0-1 0 0,-1 0 1 0 0,0 0 0 0 0,1-1 0 0 0,-1 0-1 0 0,6-7-524 0 0,2 12 143 0 0,1 0 0 0 0,-1-1 0 0 0,1 0 0 0 0,0 0 0 0 0,0-1 0 0 0,0 0 0 0 0,0-1 0 0 0,0 1 0 0 0,17-3 0 0 0,9-4-832 0 0,42-11-1 0 0,-59 12 1087 0 0,-18 6 99 0 0,1-1-1 0 0,0 1 1 0 0,0-1-1 0 0,-1 1 0 0 0,1-1 1 0 0,0 1-1 0 0,-1-1 1 0 0,1 1-1 0 0,0 0 1 0 0,-1-1-1 0 0,1 1 0 0 0,-1 0 1 0 0,1-1-1 0 0,-1 1 1 0 0,0 0-1 0 0,1 0 0 0 0,-1 0 1 0 0,0-1-1 0 0,1 1 1 0 0,-1 0-1 0 0,0 0 1 0 0,0 0-1 0 0,0 0 0 0 0,0 0 1 0 0,0-1-1 0 0,0 1 1 0 0,0 0-1 0 0,0 1 1 0 0,1 21 409 0 0,0-22-441 0 0,0 0 0 0 0,-1 0 1 0 0,1 0-1 0 0,0 0 0 0 0,0 0 0 0 0,0 0 0 0 0,0 0 0 0 0,0-1 0 0 0,0 1 0 0 0,0 0 0 0 0,0-1 1 0 0,0 1-1 0 0,0-1 0 0 0,0 1 0 0 0,0-1 0 0 0,0 1 0 0 0,1-1 0 0 0,-1 0 0 0 0,0 0 0 0 0,0 1 1 0 0,0-1-1 0 0,1 0 0 0 0,-1 0 0 0 0,0 0 0 0 0,2-1 0 0 0,31-3 122 0 0,-31 4-98 0 0,3-1 7 0 0,0-1-1 0 0,0 1 1 0 0,-1-1 0 0 0,1 0 0 0 0,-1 0 0 0 0,1-1-1 0 0,-1 1 1 0 0,0-1 0 0 0,0 0 0 0 0,0-1 0 0 0,-1 1-1 0 0,1-1 1 0 0,-1 0 0 0 0,0 0 0 0 0,0-1 0 0 0,0 1-1 0 0,0-1 1 0 0,-1 0 0 0 0,0 0 0 0 0,0 0-1 0 0,0 0 1 0 0,-1 0 0 0 0,1-1 0 0 0,-1 1 0 0 0,-1-1-1 0 0,1 0 1 0 0,-1 1 0 0 0,0-1 0 0 0,0-6 0 0 0,2-16 507 0 0,-2-1 1 0 0,-1 1 0 0 0,-2 0-1 0 0,-7-45 1 0 0,7 59-178 0 0,2 11-90 0 0,-1 0 0 0 0,0 0 0 0 0,0 1 0 0 0,0-1 0 0 0,0 0 0 0 0,0 0 0 0 0,0 1 0 0 0,-1-1 0 0 0,0 1 0 0 0,-3-5 0 0 0,-4 25-273 0 0,1 0 0 0 0,1 0 1 0 0,0 1-1 0 0,2 0 0 0 0,0 0 1 0 0,1 0-1 0 0,1 0 1 0 0,0 1-1 0 0,2 0 0 0 0,0-1 1 0 0,1 1-1 0 0,1 0 1 0 0,1-1-1 0 0,1 1 0 0 0,9 31 1 0 0,-4-16-2428 0 0,-5-15-6085 0 0,-3-12 4643 0 0</inkml:trace>
</inkml:ink>
</file>

<file path=ppt/ink/ink22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4:58:07.1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81 408 0 0,'4'-8'2220'0'0,"4"1"-392"0"0,3-4-1060 0 0,-3 6 561 0 0,7-5-797 0 0,-5 3-164 0 0,-1 2-208 0 0,2 0-220 0 0,2-3-252 0 0,-4 5-236 0 0,9-4-2897 0 0,-12 2 1657 0 0</inkml:trace>
</inkml:ink>
</file>

<file path=ppt/ink/ink22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4:58:09.0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209 146 576 0 0,'8'-13'1291'0'0,"0"0"0"0"0,-1-1-1 0 0,0 0 1 0 0,-1-1 0 0 0,-1 1 0 0 0,6-24 0 0 0,-11 36-802 0 0,0 1-454 0 0,0 1 1 0 0,0-1-1 0 0,0 0 0 0 0,1 1 1 0 0,-1-1-1 0 0,0 1 1 0 0,0-1-1 0 0,0 1 0 0 0,0-1 1 0 0,0 1-1 0 0,-1-1 0 0 0,1 0 1 0 0,0 1-1 0 0,0-1 1 0 0,0 1-1 0 0,0-1 0 0 0,-1 1 1 0 0,1-1-1 0 0,0 1 1 0 0,0-1-1 0 0,-1 1 0 0 0,1-1 1 0 0,0 1-1 0 0,-1 0 0 0 0,1-1 1 0 0,-1 1-1 0 0,1-1 1 0 0,0 1-1 0 0,-1 0 0 0 0,1-1 1 0 0,-1 1-1 0 0,1 0 0 0 0,-1 0 1 0 0,1-1-1 0 0,-2 1 1 0 0,-20-6 490 0 0,12 7-412 0 0,0 1 0 0 0,0 0-1 0 0,0 1 1 0 0,0 0 0 0 0,1 0 0 0 0,-1 1 0 0 0,-10 5-1 0 0,-64 42 348 0 0,49-29-211 0 0,34-21-239 0 0,-1-1-1 0 0,1 1 1 0 0,-1 0 0 0 0,1 0 0 0 0,-1 0-1 0 0,1 0 1 0 0,0 0 0 0 0,0 0 0 0 0,-1 0-1 0 0,1 1 1 0 0,0-1 0 0 0,0 0 0 0 0,0 1-1 0 0,0-1 1 0 0,1 0 0 0 0,-1 1 0 0 0,-1 2-1 0 0,2-3-4 0 0,0 0 1 0 0,0-1-1 0 0,1 1 0 0 0,-1 0 0 0 0,0-1 0 0 0,0 1 0 0 0,1 0 0 0 0,-1-1 0 0 0,0 1 0 0 0,1 0 0 0 0,-1-1 0 0 0,0 1 0 0 0,1-1 0 0 0,-1 1 1 0 0,1 0-1 0 0,-1-1 0 0 0,1 1 0 0 0,0-1 0 0 0,-1 0 0 0 0,1 1 0 0 0,-1-1 0 0 0,1 1 0 0 0,0-1 0 0 0,-1 0 0 0 0,1 1 0 0 0,1-1 0 0 0,3 2 12 0 0,1 0 0 0 0,0-1-1 0 0,0 0 1 0 0,0 0-1 0 0,0 0 1 0 0,0 0 0 0 0,0-1-1 0 0,6-1 1 0 0,45-3 212 0 0,81 4 1 0 0,-56 5-2556 0 0,-4-1-4499 0 0,-60-4 3814 0 0</inkml:trace>
</inkml:ink>
</file>

<file path=ppt/ink/ink22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4:58:09.7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35 900 0 0,'1'-3'328'0'0,"1"1"1"0"0,0-1-1 0 0,0 1 1 0 0,0 0-1 0 0,0 0 0 0 0,0 0 1 0 0,0 0-1 0 0,1 0 0 0 0,-1 0 1 0 0,0 0-1 0 0,1 1 0 0 0,0-1 1 0 0,-1 1-1 0 0,1 0 1 0 0,0 0-1 0 0,0 0 0 0 0,-1 0 1 0 0,1 0-1 0 0,0 1 0 0 0,0-1 1 0 0,0 1-1 0 0,0 0 0 0 0,0 0 1 0 0,0 0-1 0 0,0 0 1 0 0,0 0-1 0 0,4 2 0 0 0,-2-1-205 0 0,-1 1-1 0 0,1 0 1 0 0,-1 1-1 0 0,0-1 1 0 0,0 1-1 0 0,1 0 1 0 0,-2 0-1 0 0,1 1 1 0 0,0-1-1 0 0,-1 1 0 0 0,0-1 1 0 0,1 1-1 0 0,-1 0 1 0 0,-1 0-1 0 0,5 9 1 0 0,-3-6-59 0 0,0 1 0 0 0,-1 0 0 0 0,-1-1 1 0 0,1 1-1 0 0,-1 0 0 0 0,0 0 0 0 0,-1 1 0 0 0,0-1 1 0 0,0 0-1 0 0,-1 0 0 0 0,0 1 0 0 0,-1-1 0 0 0,1 0 1 0 0,-2 0-1 0 0,1 0 0 0 0,-1 0 0 0 0,0 0 0 0 0,-1 0 1 0 0,0 0-1 0 0,0 0 0 0 0,0-1 0 0 0,-1 0 0 0 0,-1 0 1 0 0,1 0-1 0 0,-1 0 0 0 0,0 0 0 0 0,0-1 0 0 0,-1 0 1 0 0,0 0-1 0 0,0-1 0 0 0,0 0 0 0 0,-1 0 0 0 0,-8 5 1 0 0,14-9-50 0 0,0 0 0 0 0,0 0 0 0 0,0-1 0 0 0,0 1 0 0 0,0 0 1 0 0,0-1-1 0 0,0 1 0 0 0,0-1 0 0 0,0 1 0 0 0,-1-1 1 0 0,1 1-1 0 0,0-1 0 0 0,0 0 0 0 0,-1 0 0 0 0,1 0 0 0 0,0 0 1 0 0,0 0-1 0 0,0 0 0 0 0,-1 0 0 0 0,1 0 0 0 0,0 0 0 0 0,0 0 1 0 0,-3-1-1 0 0,3 0-11 0 0,0 0 0 0 0,0 0 0 0 0,1 0 0 0 0,-1 0 1 0 0,0 0-1 0 0,1 0 0 0 0,-1 0 0 0 0,0 0 0 0 0,1-1 0 0 0,-1 1 1 0 0,1 0-1 0 0,0 0 0 0 0,-1 0 0 0 0,1-1 0 0 0,0 1 0 0 0,0 0 1 0 0,0 0-1 0 0,0-3 0 0 0,0-3-15 0 0,0 0 0 0 0,1 0 1 0 0,-1 0-1 0 0,2-1 0 0 0,-1 1 0 0 0,5-12 1 0 0,4-1-13 0 0,0 0 0 0 0,1 0 0 0 0,1 2 0 0 0,18-23 0 0 0,-22 31 2 0 0,0 1 1 0 0,1 0-1 0 0,1 0 1 0 0,0 0-1 0 0,0 1 0 0 0,0 1 1 0 0,1 0-1 0 0,22-11 1 0 0,-31 17 12 0 0,1-1 0 0 0,-1 1 0 0 0,1 0 0 0 0,0 1 0 0 0,0-1 0 0 0,-1 0 0 0 0,1 1 0 0 0,0-1 0 0 0,0 1 0 0 0,0 0 0 0 0,-1 0 0 0 0,1 0 0 0 0,0 0 0 0 0,0 1 0 0 0,0-1-1 0 0,-1 1 1 0 0,1 0 0 0 0,0-1 0 0 0,0 1 0 0 0,-1 0 0 0 0,1 1 0 0 0,-1-1 0 0 0,1 0 0 0 0,-1 1 0 0 0,0 0 0 0 0,1-1 0 0 0,1 3 0 0 0,4 5-3 0 0,-1 0-1 0 0,-1 0 1 0 0,0 1 0 0 0,0-1-1 0 0,8 20 1 0 0,18 29-42 0 0,-30-55 44 0 0,0 0 0 0 0,0 0 0 0 0,1 0-1 0 0,-1-1 1 0 0,1 1 0 0 0,0-1 0 0 0,-1 1-1 0 0,1-1 1 0 0,0 0 0 0 0,0 0 0 0 0,1 0-1 0 0,-1-1 1 0 0,6 3 0 0 0,0-2-12 0 0,0-1 1 0 0,0 0-1 0 0,0 0 1 0 0,0-1-1 0 0,0 0 1 0 0,0-1-1 0 0,0 1 1 0 0,0-2-1 0 0,0 0 1 0 0,0 0-1 0 0,0 0 1 0 0,9-5-1 0 0,56-26-109 0 0,-28 8 27 0 0,-14 8 8 0 0,6-12-20 0 0,-33 24 131 0 0,1 0-1 0 0,0 1 1 0 0,0-1 0 0 0,0 1-1 0 0,7-3 1 0 0,-11 6 10 0 0,-2 5-46 0 0,0 1 18 0 0,1-1 0 0 0,-1 1 0 0 0,1-1 0 0 0,0 1 0 0 0,0-1 0 0 0,1 0 1 0 0,-1 0-1 0 0,1 1 0 0 0,0-1 0 0 0,0 0 0 0 0,0 0 0 0 0,0-1 0 0 0,1 1 0 0 0,0 0 0 0 0,0-1 1 0 0,0 0-1 0 0,0 1 0 0 0,0-1 0 0 0,1 0 0 0 0,-1-1 0 0 0,7 5 0 0 0,-3-5 42 0 0,-1 1 0 0 0,0-1 0 0 0,0-1 0 0 0,0 1 0 0 0,1-1 0 0 0,-1 0 0 0 0,1-1 0 0 0,-1 0 1 0 0,1 0-1 0 0,11-1 0 0 0,-17 1 1 0 0,0 0 0 0 0,1 0 0 0 0,-1 0 0 0 0,0 0 0 0 0,0 0 0 0 0,0 0 0 0 0,0 0 0 0 0,0 0 0 0 0,0-1 0 0 0,1 1 0 0 0,-1 0 0 0 0,0-1 0 0 0,0 1 0 0 0,0-1 0 0 0,0 1 0 0 0,0-1 0 0 0,0 1 0 0 0,0-1 0 0 0,-1 0 0 0 0,1 1 1 0 0,0-1-1 0 0,0 0 0 0 0,0 0 0 0 0,-1 0 0 0 0,1 0 0 0 0,0 0 0 0 0,-1 0 0 0 0,1 0 0 0 0,-1 0 0 0 0,1 0 0 0 0,-1 0 0 0 0,1 0 0 0 0,-1 0 0 0 0,0 0 0 0 0,1 0 0 0 0,-1 0 0 0 0,0 0 0 0 0,0 0 0 0 0,0-1 0 0 0,0 1 0 0 0,0 0 0 0 0,0 0 1 0 0,0 0-1 0 0,0 0 0 0 0,-1 0 0 0 0,1 0 0 0 0,0 0 0 0 0,-1-1 0 0 0,1 1 0 0 0,-1 0 0 0 0,1 0 0 0 0,-1 0 0 0 0,1 0 0 0 0,-1 1 0 0 0,-1-3 0 0 0,-2-3 78 0 0,0 0 0 0 0,0 0 0 0 0,0 1 0 0 0,-1-1 0 0 0,0 1 0 0 0,-10-8 0 0 0,12 10-258 0 0,-1 1 0 0 0,1-1 0 0 0,-1 1 0 0 0,0 0 0 0 0,0 0 0 0 0,0 1 0 0 0,0-1 0 0 0,0 1 0 0 0,-6-2 0 0 0,8 3-406 0 0,1 0-1 0 0,-1 0 1 0 0,0 0-1 0 0,0 0 1 0 0,1 1 0 0 0,-1-1-1 0 0,0 0 1 0 0,1 1-1 0 0,-1-1 1 0 0,0 1-1 0 0,1-1 1 0 0,-1 1 0 0 0,1 0-1 0 0,-1 0 1 0 0,-1 1-1 0 0</inkml:trace>
</inkml:ink>
</file>

<file path=ppt/ink/ink22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4:58:12.5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267 498 20 0 0,'-8'-3'467'0'0,"-1"0"-1"0"0,1 1 1 0 0,-1 0 0 0 0,1 0 0 0 0,-1 1-1 0 0,0 0 1 0 0,0 1 0 0 0,0 0 0 0 0,0 0-1 0 0,1 0 1 0 0,-1 2 0 0 0,0-1-1 0 0,0 1 1 0 0,1 0 0 0 0,-1 1 0 0 0,1-1-1 0 0,-11 6 1 0 0,12-4-377 0 0,1-1-1 0 0,-1 1 1 0 0,1 0 0 0 0,0 1 0 0 0,0-1-1 0 0,0 1 1 0 0,1 0 0 0 0,0 1-1 0 0,0-1 1 0 0,0 1 0 0 0,0 0 0 0 0,1 0-1 0 0,0 1 1 0 0,1-1 0 0 0,-1 1-1 0 0,1 0 1 0 0,0 0 0 0 0,1 0 0 0 0,0 0-1 0 0,-3 13 1 0 0,5-17-74 0 0,0-1 0 0 0,-1 1 0 0 0,1 0 0 0 0,0-1 0 0 0,0 1 0 0 0,0 0 0 0 0,1 0 0 0 0,-1-1 0 0 0,0 1 0 0 0,1 0 0 0 0,0-1 0 0 0,0 1 0 0 0,0-1 0 0 0,1 4 0 0 0,-1-5-10 0 0,0 1-1 0 0,0-1 1 0 0,1 0 0 0 0,-1 0-1 0 0,0 0 1 0 0,0 0 0 0 0,0 0 0 0 0,1 0-1 0 0,-1 0 1 0 0,1 0 0 0 0,-1 0-1 0 0,1-1 1 0 0,-1 1 0 0 0,1 0-1 0 0,-1-1 1 0 0,1 0 0 0 0,2 1 0 0 0,1 0 5 0 0,0-1 0 0 0,0 0 0 0 0,0-1 0 0 0,-1 1 0 0 0,1-1 0 0 0,0 0 0 0 0,0 0 0 0 0,-1-1 0 0 0,1 1 1 0 0,-1-1-1 0 0,1 0 0 0 0,-1 0 0 0 0,6-4 0 0 0,8-7 67 0 0,0-1 0 0 0,-1-1 1 0 0,0 0-1 0 0,-2-2 0 0 0,0 1 0 0 0,0-2 1 0 0,-2 0-1 0 0,0-1 0 0 0,-1 0 0 0 0,-1 0 1 0 0,-1-2-1 0 0,-1 1 0 0 0,10-31 0 0 0,-6 7 294 0 0,-1-1-1 0 0,-3-1 1 0 0,-2 1-1 0 0,-1-1 1 0 0,-1-69-1 0 0,-12 56 1190 0 0,2 62-1543 0 0,-4 5-13 0 0,0-1 0 0 0,0 1 0 0 0,1 1 0 0 0,0-1 0 0 0,0 1 0 0 0,1 1 0 0 0,1-1 0 0 0,-1 1 0 0 0,2 1 0 0 0,-1-1 0 0 0,1 1 1 0 0,1 0-1 0 0,0 0 0 0 0,-4 18 0 0 0,-1 10-12 0 0,1-1 1 0 0,2 1-1 0 0,-1 45 1 0 0,7-73-50 0 0,0 1-1 0 0,0-1 1 0 0,1 0-1 0 0,1 0 1 0 0,-1 0 0 0 0,2 0-1 0 0,0 0 1 0 0,0 0-1 0 0,1-1 1 0 0,0 1-1 0 0,1-1 1 0 0,0 0 0 0 0,0 0-1 0 0,1-1 1 0 0,1 0-1 0 0,7 9 1 0 0,-9-12-12 0 0,1-1 1 0 0,-1 0-1 0 0,1 0 0 0 0,1-1 1 0 0,-1 0-1 0 0,1 0 0 0 0,-1 0 1 0 0,1-1-1 0 0,0 0 0 0 0,1 0 0 0 0,-1 0 1 0 0,0-1-1 0 0,1 0 0 0 0,-1-1 1 0 0,1 0-1 0 0,0 0 0 0 0,-1-1 1 0 0,1 0-1 0 0,0 0 0 0 0,-1 0 1 0 0,1-1-1 0 0,0 0 0 0 0,12-5 1 0 0,-8 4 13 0 0,-1-2 1 0 0,0 1-1 0 0,-1-1 1 0 0,1-1-1 0 0,-1 0 1 0 0,0-1-1 0 0,0 0 1 0 0,0 0 0 0 0,-1-1-1 0 0,9-8 1 0 0,-14 10 121 0 0,1 0 0 0 0,-1 0-1 0 0,-1 0 1 0 0,1 0 0 0 0,-1-1 0 0 0,0 1 0 0 0,0-1 0 0 0,0 0 0 0 0,-1 0 0 0 0,0 0 0 0 0,0 0-1 0 0,0 0 1 0 0,-1 0 0 0 0,0-1 0 0 0,0 1 0 0 0,-1-1 0 0 0,0 1 0 0 0,0 0 0 0 0,-1-8 0 0 0,1 13-24 0 0,0 0 0 0 0,0 0 0 0 0,0 0 0 0 0,0 0 0 0 0,0 0 0 0 0,0 0 0 0 0,0 0 0 0 0,-1 0 0 0 0,1 0 0 0 0,0 0 0 0 0,-1 0 0 0 0,1 0 0 0 0,-1 0 0 0 0,1 1 0 0 0,-1-1 1 0 0,1 0-1 0 0,-1 0 0 0 0,1 0 0 0 0,-1 1 0 0 0,0-1 0 0 0,0 0 0 0 0,1 0 0 0 0,-1 1 0 0 0,0-1 0 0 0,0 1 0 0 0,0-1 0 0 0,0 1 0 0 0,0-1 0 0 0,0 1 0 0 0,0-1 0 0 0,0 1 0 0 0,1 0 1 0 0,-1 0-1 0 0,0-1 0 0 0,-1 1 0 0 0,1 0 0 0 0,0 0 0 0 0,0 0 0 0 0,0 0 0 0 0,0 0 0 0 0,0 0 0 0 0,0 1 0 0 0,0-1 0 0 0,0 0 0 0 0,0 0 0 0 0,0 1 0 0 0,1-1 0 0 0,-1 1 0 0 0,-2 0 0 0 0,2 1-24 0 0,1 0 0 0 0,-1 0 0 0 0,0 0 0 0 0,1 0 0 0 0,0 0 0 0 0,-1 0 0 0 0,1 0 0 0 0,0 0 0 0 0,0 0-1 0 0,0 0 1 0 0,0 0 0 0 0,0 0 0 0 0,1 0 0 0 0,-1 0 0 0 0,1 0 0 0 0,-1 0 0 0 0,1 0 0 0 0,0 0 0 0 0,1 3 0 0 0,2 2-249 0 0,-1-1 0 0 0,1 0 0 0 0,0 0 1 0 0,0-1-1 0 0,1 1 0 0 0,0-1 1 0 0,0 0-1 0 0,0 0 0 0 0,9 6 1 0 0,32 15-6981 0 0,-23-19 3245 0 0</inkml:trace>
</inkml:ink>
</file>

<file path=ppt/ink/ink22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4:58:23.8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218 647 304 0 0,'-5'0'9828'0'0,"83"-74"-8587"0"0,-50 49-765 0 0,43-49-1 0 0,-62 63-402 0 0,-1 0 0 0 0,0-1 0 0 0,-1 1 0 0 0,0-2 0 0 0,-1 1 0 0 0,-1-1 0 0 0,0 0 0 0 0,5-21 0 0 0,-6 16 0 0 0,0-1 1 0 0,-2-1 0 0 0,-1 1 0 0 0,0 0-1 0 0,-1 0 1 0 0,-1 0 0 0 0,-6-30 0 0 0,4 36-46 0 0,0-1 0 0 0,-1 1 0 0 0,0 0 0 0 0,-1 0 1 0 0,0 1-1 0 0,-1-1 0 0 0,-1 1 0 0 0,0 1 0 0 0,-1-1 0 0 0,0 1 0 0 0,-11-12 1 0 0,17 21-46 0 0,-18 23-21 0 0,4 2 26 0 0,0 2-1 0 0,2 0 1 0 0,1 0-1 0 0,-13 37 1 0 0,-30 113-17 0 0,46-140 19 0 0,-15 60 4 0 0,-20 151 0 0 0,11 102 55 0 0,29-289-30 0 0,2-15-329 0 0,-1 0 1 0 0,-2 0-1 0 0,-3-1 1 0 0,-1 0-1 0 0,-17 44 1 0 0,13-65-2122 0 0,0-12-2026 0 0,3-8 1609 0 0</inkml:trace>
</inkml:ink>
</file>

<file path=ppt/ink/ink22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4:58:24.4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1 437 368 0 0,'6'-16'546'0'0,"1"0"-1"0"0,1 1 1 0 0,0 0-1 0 0,1 0 1 0 0,1 1-1 0 0,0 0 1 0 0,1 0-1 0 0,0 2 1 0 0,19-17-1 0 0,5-1 110 0 0,1 1 0 0 0,49-29-1 0 0,-38 30-145 0 0,0 2-1 0 0,1 2 0 0 0,2 3 1 0 0,86-27-1 0 0,-125 45-423 0 0,0 0 0 0 0,1 1 0 0 0,0 0 1 0 0,-1 1-1 0 0,1 0 0 0 0,0 1 0 0 0,0 0 0 0 0,13 2 0 0 0,-21-1-63 0 0,1 0-1 0 0,-1 0 0 0 0,0 0 1 0 0,1 1-1 0 0,-1 0 0 0 0,0-1 1 0 0,0 1-1 0 0,0 1 0 0 0,0-1 1 0 0,-1 1-1 0 0,1-1 0 0 0,-1 1 0 0 0,1 0 1 0 0,-1 0-1 0 0,0 0 0 0 0,0 1 1 0 0,0-1-1 0 0,-1 1 0 0 0,1 0 1 0 0,-1 0-1 0 0,0-1 0 0 0,0 2 1 0 0,0-1-1 0 0,2 6 0 0 0,-3-2 7 0 0,1-1 0 0 0,-1 0 0 0 0,0 0 0 0 0,0 1 0 0 0,-1-1 0 0 0,0 0 0 0 0,0 1 0 0 0,-1-1 0 0 0,0 0 0 0 0,0 1 0 0 0,0-1 0 0 0,-1 0 0 0 0,-1 0 0 0 0,1 0 0 0 0,-1 0 0 0 0,0-1 0 0 0,0 1 0 0 0,-5 6 0 0 0,7-11 78 0 0,7-6-120 0 0,181-120-386 0 0,-185 124 388 0 0,-1-1 1 0 0,1 0-1 0 0,-1 1 0 0 0,1 0 1 0 0,0-1-1 0 0,-1 1 0 0 0,1 0 1 0 0,-1-1-1 0 0,1 1 1 0 0,0 0-1 0 0,-1 0 0 0 0,1 0 1 0 0,0 1-1 0 0,-1-1 0 0 0,1 0 1 0 0,-1 1-1 0 0,1-1 1 0 0,2 2-1 0 0,33 16-104 0 0,-13-6 91 0 0,-16-9 101 0 0,-1-1 0 0 0,1 0 1 0 0,-1 0-1 0 0,1-1 1 0 0,0 0-1 0 0,0-1 0 0 0,0 0 1 0 0,0 0-1 0 0,-1 0 1 0 0,1-1-1 0 0,0 0 0 0 0,0-1 1 0 0,8-2-1 0 0,-15 4-37 0 0,0 0 0 0 0,-1-1 0 0 0,1 1 0 0 0,0 0 0 0 0,0 0 0 0 0,0-1 0 0 0,-1 1 0 0 0,1-1 0 0 0,0 1 0 0 0,0-1 0 0 0,-1 1 0 0 0,1-1 0 0 0,0 1 0 0 0,-1-1 0 0 0,1 0 0 0 0,-1 1 0 0 0,1-1 0 0 0,-1 0 0 0 0,1 0 0 0 0,-1 1 0 0 0,1-1 0 0 0,-1 0 0 0 0,0 0 0 0 0,1 0 0 0 0,-1 1 0 0 0,0-1 0 0 0,0 0 0 0 0,0 0 0 0 0,0 0 0 0 0,1 0 0 0 0,-1 0 0 0 0,0 1 0 0 0,0-1 0 0 0,-1 0 0 0 0,1 0 0 0 0,0 0 0 0 0,0 0 0 0 0,0 0 0 0 0,-1 1 0 0 0,1-1 0 0 0,0 0 0 0 0,-1 0 0 0 0,1 0 0 0 0,-1 1 0 0 0,1-1 0 0 0,0 0 0 0 0,-1 0 0 0 0,0 1 0 0 0,1-1 0 0 0,-1 1 0 0 0,1-1 0 0 0,-1 0 0 0 0,0 1 0 0 0,0-1 0 0 0,-2-2-33 0 0,-1 1 0 0 0,1-1 0 0 0,0 1 0 0 0,-1 0 0 0 0,1 0 0 0 0,-1 0 0 0 0,1 1 0 0 0,-1-1 0 0 0,0 1 1 0 0,-6-2-1 0 0,-23 6-2030 0 0,8 3-5413 0 0</inkml:trace>
</inkml:ink>
</file>

<file path=ppt/ink/ink22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4:58:24.8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0 404 0 0,'0'0'931'0'0,"24"19"3885"0"0,-5 8-3520 0 0,-16-21-1025 0 0,1 0-1 0 0,-1-1 0 0 0,2 1 0 0 0,-1-1 0 0 0,10 9 1 0 0,-12-12-192 0 0,0-1 0 0 0,0 0 0 0 0,0 0 1 0 0,0 0-1 0 0,0 0 0 0 0,0 0 1 0 0,0 0-1 0 0,0 0 0 0 0,0-1 1 0 0,1 1-1 0 0,-1-1 0 0 0,0 0 0 0 0,1 1 1 0 0,-1-1-1 0 0,0 0 0 0 0,0 0 1 0 0,1-1-1 0 0,-1 1 0 0 0,0 0 0 0 0,0-1 1 0 0,1 0-1 0 0,3-1 0 0 0,10-3 45 0 0,0 0-1 0 0,0 1 0 0 0,1 0 1 0 0,-1 2-1 0 0,24-1 0 0 0,17 7-6852 0 0,-44-2 3970 0 0</inkml:trace>
</inkml:ink>
</file>

<file path=ppt/ink/ink22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4:58:26.3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199 251 492 0 0,'2'-6'9874'0'0,"-15"7"-9692"0"0,0 1-1 0 0,0 0 0 0 0,0 1 0 0 0,0 0 1 0 0,1 1-1 0 0,0 1 0 0 0,0 0 0 0 0,0 0 1 0 0,0 1-1 0 0,1 1 0 0 0,0 0 0 0 0,0 1 1 0 0,1 0-1 0 0,-13 12 0 0 0,22-19-181 0 0,0 0 0 0 0,1 0-1 0 0,-1 0 1 0 0,0 0 0 0 0,0 0 0 0 0,1 0 0 0 0,-1 0-1 0 0,0 0 1 0 0,1 0 0 0 0,-1 0 0 0 0,1 0-1 0 0,0 1 1 0 0,-1-1 0 0 0,1 0 0 0 0,-1 3-1 0 0,2-4-2 0 0,-1 1-1 0 0,0-1 1 0 0,0 1-1 0 0,1-1 1 0 0,-1 0-1 0 0,0 1 1 0 0,0-1-1 0 0,1 1 1 0 0,-1-1 0 0 0,0 0-1 0 0,1 1 1 0 0,-1-1-1 0 0,1 0 1 0 0,-1 1-1 0 0,0-1 1 0 0,1 0-1 0 0,-1 0 1 0 0,1 0-1 0 0,-1 1 1 0 0,1-1-1 0 0,-1 0 1 0 0,1 0-1 0 0,-1 0 1 0 0,1 0-1 0 0,-1 0 1 0 0,1 0-1 0 0,0 0 1 0 0,56-5-408 0 0,-8 1-176 0 0,-18 15 562 0 0,1-2 0 0 0,0-1 0 0 0,0-1 0 0 0,1-2 0 0 0,0-2 0 0 0,56 0 0 0 0,-56-5 38 0 0,1-2-1 0 0,-1-2 1 0 0,0-1 0 0 0,33-11 0 0 0,-49 12 154 0 0,-1 0 0 0 0,-1-1 1 0 0,1 0-1 0 0,-1-2 0 0 0,0 1 1 0 0,-1-2-1 0 0,0 0 0 0 0,0-1 1 0 0,19-20-1 0 0,-32 31-149 0 0,0 0 0 0 0,-1-1 0 0 0,1 1 0 0 0,-1-1 0 0 0,1 1 0 0 0,0-1 0 0 0,-1 1 0 0 0,1-1 0 0 0,-1 0 0 0 0,0 1 0 0 0,1-1 0 0 0,-1 1 0 0 0,1-1 0 0 0,-1 0-1 0 0,0 1 1 0 0,0-1 0 0 0,1 0 0 0 0,-1 0 0 0 0,0 1 0 0 0,0-1 0 0 0,0 0 0 0 0,0 0 0 0 0,0 1 0 0 0,0-1 0 0 0,0 0 0 0 0,0 0 0 0 0,0 1 0 0 0,0-1 0 0 0,0 0 0 0 0,0 1 0 0 0,0-1 0 0 0,-1 0 0 0 0,1 0 0 0 0,0 1 0 0 0,0-1 0 0 0,-1 0 0 0 0,1 1 0 0 0,-1-1 0 0 0,1 0 0 0 0,-1 1 0 0 0,1-1 0 0 0,-1 1 0 0 0,1-1 0 0 0,-1 1 0 0 0,1-1 0 0 0,-1 1 0 0 0,0-1 0 0 0,1 1-1 0 0,-1 0 1 0 0,0-1 0 0 0,1 1 0 0 0,-1 0 0 0 0,0 0 0 0 0,1-1 0 0 0,-1 1 0 0 0,0 0 0 0 0,0 0 0 0 0,-1 0 0 0 0,-2-1 7 0 0,0 0-1 0 0,0 0 0 0 0,-1 1 0 0 0,1 0 1 0 0,0 0-1 0 0,-1 0 0 0 0,-6 1 1 0 0,3 2-15 0 0,1 1 0 0 0,-1 0 1 0 0,1 0-1 0 0,-1 0 0 0 0,1 1 0 0 0,1 0 1 0 0,-1 1-1 0 0,1-1 0 0 0,0 1 1 0 0,0 0-1 0 0,0 1 0 0 0,1-1 0 0 0,0 1 1 0 0,1 1-1 0 0,-7 10 0 0 0,-1 8-1 0 0,0 0 1 0 0,1 0-1 0 0,-8 34 0 0 0,-6 44-16 0 0,-14 122 0 0 0,-4 20-406 0 0,40-237 378 0 0,0 1-1 0 0,0 0 1 0 0,-1-1 0 0 0,0 0 0 0 0,0 0 0 0 0,-1 0 0 0 0,-10 13 0 0 0,13-19 28 0 0,-1 1 1 0 0,0-1 0 0 0,0 0-1 0 0,0 1 1 0 0,0-2-1 0 0,0 1 1 0 0,-1 0 0 0 0,1-1-1 0 0,-1 1 1 0 0,0-1-1 0 0,0 0 1 0 0,0 0 0 0 0,0 0-1 0 0,0-1 1 0 0,0 0 0 0 0,0 1-1 0 0,0-2 1 0 0,-1 1-1 0 0,-3 0 1 0 0,6-1 6 0 0,1 0 1 0 0,0 0-1 0 0,0 0 0 0 0,-1 0 1 0 0,1 0-1 0 0,0-1 0 0 0,0 1 0 0 0,-1 0 1 0 0,1-1-1 0 0,0 1 0 0 0,0-1 1 0 0,0 0-1 0 0,0 1 0 0 0,0-1 1 0 0,0 0-1 0 0,0 1 0 0 0,0-1 1 0 0,0 0-1 0 0,0 0 0 0 0,0 0 0 0 0,0 0 1 0 0,1 0-1 0 0,-1 0 0 0 0,0 0 1 0 0,1 0-1 0 0,-1 0 0 0 0,1 0 1 0 0,-1-1-1 0 0,1 1 0 0 0,-1 0 1 0 0,1 0-1 0 0,0 0 0 0 0,0-1 1 0 0,-1 1-1 0 0,1 0 0 0 0,0 0 0 0 0,0-1 1 0 0,0 1-1 0 0,1 0 0 0 0,-1-2 1 0 0,1-3-5 0 0,-1 1 1 0 0,1-1 0 0 0,0 0-1 0 0,1 1 1 0 0,0-1 0 0 0,0 1-1 0 0,3-8 1 0 0,13-17-25 0 0,1 0-1 0 0,1 2 1 0 0,2 0 0 0 0,1 1 0 0 0,0 1 0 0 0,39-30-1 0 0,178-127-147 0 0,-158 126 135 0 0,-4 3 22 0 0,-35 26 594 0 0,-1-2 0 0 0,46-43 0 0 0,-81 65-84 0 0,0-1 0 0 0,-1 1 0 0 0,0-1 0 0 0,5-10 0 0 0,-10 16-309 0 0,0 2 93 0 0,4-13 1078 0 0,-11 21-1401 0 0,1 0-1 0 0,-1 0 1 0 0,2 0 0 0 0,-1 1 0 0 0,1 0 0 0 0,-4 10-1 0 0,7-16 2 0 0,0 1 1 0 0,0-1-1 0 0,1 1 0 0 0,-1-1 0 0 0,0 1 0 0 0,1-1 0 0 0,0 1 0 0 0,0 0 0 0 0,0-1 1 0 0,0 1-1 0 0,0-1 0 0 0,0 1 0 0 0,0-1 0 0 0,1 1 0 0 0,0 0 0 0 0,-1-1 0 0 0,1 1 0 0 0,0-1 1 0 0,0 0-1 0 0,0 1 0 0 0,1-1 0 0 0,-1 0 0 0 0,0 0 0 0 0,1 0 0 0 0,0 0 0 0 0,-1 0 1 0 0,4 3-1 0 0,-2-4 3 0 0,0 1 1 0 0,0-1 0 0 0,0 1-1 0 0,0-1 1 0 0,0 0 0 0 0,0 0-1 0 0,1-1 1 0 0,-1 1 0 0 0,0-1-1 0 0,1 1 1 0 0,-1-1 0 0 0,0 0-1 0 0,1-1 1 0 0,-1 1 0 0 0,4-1-1 0 0,49-11-306 0 0,-24 1 94 0 0,0-1 0 0 0,44-24 0 0 0,23-10-467 0 0,-97 46 675 0 0,1 0 15 0 0,1 1 0 0 0,-1-1 0 0 0,1 1 0 0 0,-1 0 0 0 0,0 0 0 0 0,1 0 0 0 0,-1 0 0 0 0,0 1 0 0 0,0 0 0 0 0,0-1 0 0 0,0 1 0 0 0,0 0 0 0 0,0 0 0 0 0,0 1 0 0 0,2 2 0 0 0,20 13 31 0 0,-18-15-362 0 0,1 0 1 0 0,0-1-1 0 0,0 1 1 0 0,0-2-1 0 0,0 1 1 0 0,0-1-1 0 0,1 0 1 0 0,-1-1-1 0 0,0 0 1 0 0,0 0-1 0 0,1-1 1 0 0,7-1-1 0 0,17-4-2008 0 0,47-13 0 0 0,-74 17 2400 0 0,7-1 1091 0 0,-1 0 0 0 0,0-2-1 0 0,0 1 1 0 0,20-12 1432 0 0,16 19-1292 0 0,-40-1-1232 0 0,1-1 0 0 0,-1-1 0 0 0,1 1-1 0 0,-1-1 1 0 0,14-2 0 0 0,-17 1 86 0 0,0 1 0 0 0,0-1 0 0 0,0 0 0 0 0,0-1 0 0 0,0 1 0 0 0,0-1 0 0 0,-1 0 0 0 0,1 0 0 0 0,-1 0 0 0 0,1-1 0 0 0,-1 0 0 0 0,0 1 0 0 0,0-2 0 0 0,0 1 0 0 0,0 0 0 0 0,0-1 0 0 0,-1 0 0 0 0,1 1 0 0 0,-1-2 0 0 0,0 1 0 0 0,-1 0 0 0 0,1 0 0 0 0,-1-1 0 0 0,1 0 0 0 0,-2 1 0 0 0,1-1 0 0 0,0 0 0 0 0,-1 0 0 0 0,0 0 0 0 0,0 0 0 0 0,0 0 0 0 0,-1 0 0 0 0,1 0 0 0 0,-1 0 0 0 0,-1 0 0 0 0,1 0 0 0 0,-1 0 0 0 0,0 0 0 0 0,0 0 0 0 0,0 0 0 0 0,-1 0 0 0 0,-1-5 0 0 0,-2-2-8 0 0,1 1 0 0 0,-2-1 0 0 0,1 1 0 0 0,-1 0 0 0 0,-1 0 0 0 0,0 1 0 0 0,-1 0 0 0 0,0 1 1 0 0,0-1-1 0 0,-1 1 0 0 0,0 1 0 0 0,-14-10 0 0 0,9 8-193 0 0,0 1-1 0 0,-1 0 1 0 0,-1 1 0 0 0,1 0 0 0 0,-1 2 0 0 0,0 0 0 0 0,0 0 0 0 0,-28-4 0 0 0,37 9-144 0 0,-1 0 0 0 0,1 1 0 0 0,0 0 0 0 0,0 0 0 0 0,-1 1 0 0 0,1 0-1 0 0,0 0 1 0 0,0 0 0 0 0,0 1 0 0 0,0 0 0 0 0,-8 4 0 0 0,7-3-1603 0 0,0 1 0 0 0,0 1-1 0 0,1 0 1 0 0,-15 11 0 0 0,11-6-2339 0 0</inkml:trace>
</inkml:ink>
</file>

<file path=ppt/ink/ink22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4:58:26.7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157 0 584 0 0,'0'0'3828'0'0,"-6"5"-3108"0"0,-133 110 4560 0 0,138-114-5226 0 0,0-1 1 0 0,0 1 0 0 0,1 0 0 0 0,-1-1 0 0 0,0 1-1 0 0,1 0 1 0 0,-1 0 0 0 0,0-1 0 0 0,1 1-1 0 0,-1 0 1 0 0,1 0 0 0 0,-1 0 0 0 0,1 0 0 0 0,-1 0-1 0 0,1 0 1 0 0,0 0 0 0 0,0 0 0 0 0,-1 0-1 0 0,1 0 1 0 0,0 0 0 0 0,0 0 0 0 0,0 0 0 0 0,0 0-1 0 0,0 0 1 0 0,0 0 0 0 0,0 0 0 0 0,0 0-1 0 0,1 0 1 0 0,-1 1 0 0 0,2 0 4 0 0,-1-1-1 0 0,0 0 1 0 0,1 0-1 0 0,-1 1 1 0 0,1-1 0 0 0,-1 0-1 0 0,1 0 1 0 0,0-1-1 0 0,0 1 1 0 0,-1 0 0 0 0,1 0-1 0 0,0-1 1 0 0,0 1-1 0 0,2-1 1 0 0,11 3 263 0 0,0-1 0 0 0,28-1 0 0 0,-41-1-237 0 0,15 1-87 0 0,-1 0 0 0 0,0 0-1 0 0,0 2 1 0 0,17 4 0 0 0,30 13-7921 0 0,-48-14 4520 0 0</inkml:trace>
</inkml:ink>
</file>

<file path=ppt/ink/ink22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4:58:34.7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1 978 820 0 0,'0'0'5591'0'0,"16"-7"-1250"0"0,67-30-3702 0 0,-36 15-323 0 0,-2-3-1 0 0,-1-2 1 0 0,-1-1-1 0 0,39-35 1 0 0,-59 43-203 0 0,-2-1 0 0 0,0-1 0 0 0,-1-1 0 0 0,-1-1 0 0 0,-2 0 0 0 0,0-2 0 0 0,-2 1 0 0 0,16-36 0 0 0,-17 30-87 0 0,-1-1 0 0 0,-2 0-1 0 0,-1-1 1 0 0,-1-1 0 0 0,-2 1 0 0 0,-1-1 0 0 0,-2 0-1 0 0,-2-1 1 0 0,-1 1 0 0 0,-1 0 0 0 0,-2-1 0 0 0,-1 1-1 0 0,-10-43 1 0 0,13 77-29 0 0,0 0 0 0 0,0-1 0 0 0,0 1 0 0 0,0-1 0 0 0,0 1 0 0 0,0 0 0 0 0,0-1-1 0 0,0 1 1 0 0,0-1 0 0 0,-1 1 0 0 0,1 0 0 0 0,0-1 0 0 0,0 1 0 0 0,0 0 0 0 0,0-1 0 0 0,-1 1 0 0 0,1 0-1 0 0,0-1 1 0 0,0 1 0 0 0,-1 0 0 0 0,1-1 0 0 0,0 1 0 0 0,0 0 0 0 0,-1-1 0 0 0,1 1 0 0 0,0 0-1 0 0,-1 0 1 0 0,1 0 0 0 0,0-1 0 0 0,-1 1 0 0 0,1 0 0 0 0,-1 0 0 0 0,1 0 0 0 0,0 0 0 0 0,-1 0 0 0 0,1 0-1 0 0,-1 0 1 0 0,1 0 0 0 0,0 0 0 0 0,-1 0 0 0 0,0 0 0 0 0,-13 16-28 0 0,-11 43 12 0 0,-175 772 30 0 0,157-612 2 0 0,34-172-498 0 0,-2 0 0 0 0,-2 0 1 0 0,-3-2-1 0 0,-1 0 1 0 0,-2 0-1 0 0,-43 72 0 0 0,58-111-41 0 0,0 0 1 0 0,-1-1-1 0 0,1 1 0 0 0,-1-1 0 0 0,0 0 0 0 0,0 0 1 0 0,-1 0-1 0 0,0-1 0 0 0,0 0 0 0 0,0 0 0 0 0,-9 4 0 0 0,-3-1-1998 0 0</inkml:trace>
</inkml:ink>
</file>

<file path=ppt/ink/ink22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4:58:35.3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1 603 652 0 0,'23'-13'1022'0'0,"1"1"0"0"0,44-15 0 0 0,1 0-260 0 0,406-161 1920 0 0,-187 80-1677 0 0,-256 95-770 0 0,147-64 246 0 0,-152 64-44 0 0,-2-2 0 0 0,1 0 1 0 0,-2-2-1 0 0,32-27 0 0 0,-56 43-412 0 0,1 1 1 0 0,-1 0-1 0 0,1-1 0 0 0,-1 1 1 0 0,1 0-1 0 0,-1-1 0 0 0,1 1 1 0 0,-1-1-1 0 0,1 1 0 0 0,-1-1 1 0 0,0 1-1 0 0,1-1 0 0 0,-1 1 1 0 0,0-1-1 0 0,0 0 0 0 0,1 1 1 0 0,-1-1-1 0 0,0 1 0 0 0,0-1 1 0 0,0 0-1 0 0,0 1 0 0 0,0-1 0 0 0,1 1 1 0 0,-1-1-1 0 0,0 0 0 0 0,-1 1 1 0 0,1-1-1 0 0,0 0 0 0 0,0 1 1 0 0,0-1-1 0 0,0 1 0 0 0,0-1 1 0 0,-1 0-1 0 0,1 1 0 0 0,0-1 1 0 0,0 1-1 0 0,-1-1 0 0 0,1 1 1 0 0,-1-1-1 0 0,1 1 0 0 0,0-1 1 0 0,-1 1-1 0 0,1-1 0 0 0,-1 1 1 0 0,1-1-1 0 0,-1 1 0 0 0,1 0 1 0 0,-1-1-1 0 0,1 1 0 0 0,-1 0 1 0 0,0-1-1 0 0,-1 0 0 0 0,-1 0 0 0 0,1 0 0 0 0,-1 0 0 0 0,1 1 0 0 0,-1-1 0 0 0,0 0 0 0 0,1 1 0 0 0,-1 0 0 0 0,1 0 0 0 0,-1 0 0 0 0,0 0 0 0 0,-3 0 0 0 0,-8 4 18 0 0,0 0 1 0 0,1 0-1 0 0,0 1 0 0 0,0 1 1 0 0,1 0-1 0 0,-1 1 0 0 0,1 1 1 0 0,1-1-1 0 0,-22 20 0 0 0,24-19-31 0 0,1 0-1 0 0,0 0 0 0 0,0 1 1 0 0,1 0-1 0 0,1 0 1 0 0,-1 0-1 0 0,1 1 0 0 0,1 0 1 0 0,0 1-1 0 0,0-1 1 0 0,1 1-1 0 0,0 0 0 0 0,-2 13 1 0 0,6-22-24 0 0,-1 0 1 0 0,1 1-1 0 0,-1-1 1 0 0,1 1-1 0 0,0-1 1 0 0,0 0-1 0 0,0 1 1 0 0,0-1-1 0 0,0 1 1 0 0,1-1-1 0 0,-1 0 1 0 0,1 1-1 0 0,-1-1 0 0 0,1 0 1 0 0,0 0-1 0 0,0 1 1 0 0,0-1-1 0 0,2 2 1 0 0,-2-3 7 0 0,0 0 1 0 0,1 0-1 0 0,-1 0 1 0 0,1 0-1 0 0,-1 0 1 0 0,1 0-1 0 0,-1 0 1 0 0,1-1-1 0 0,-1 1 0 0 0,1-1 1 0 0,-1 1-1 0 0,1-1 1 0 0,0 0-1 0 0,-1 0 1 0 0,1 1-1 0 0,0-1 1 0 0,-1 0-1 0 0,1 0 1 0 0,3-1-1 0 0,8-2-1 0 0,0 0 0 0 0,0-1 0 0 0,0 0 1 0 0,0-1-1 0 0,12-7 0 0 0,-17 8-11 0 0,67-33-42 0 0,-49 22 15 0 0,1 1 0 0 0,0 1 1 0 0,1 2-1 0 0,1 1 0 0 0,44-10 0 0 0,-70 19 33 0 0,0 1 0 0 0,0 0 0 0 0,0 0-1 0 0,1 0 1 0 0,-1 0 0 0 0,0 0-1 0 0,0 0 1 0 0,0 1 0 0 0,1 0-1 0 0,-1-1 1 0 0,0 1 0 0 0,0 1-1 0 0,0-1 1 0 0,0 0 0 0 0,-1 1-1 0 0,1-1 1 0 0,0 1 0 0 0,0 0-1 0 0,-1 0 1 0 0,1 0 0 0 0,-1 0-1 0 0,0 0 1 0 0,0 1 0 0 0,1-1-1 0 0,1 4 1 0 0,19 18 84 0 0,-22-24 76 0 0,30 1 327 0 0,9-18-1007 0 0,1-1-1848 0 0,-14 5-2210 0 0,-10 5 1445 0 0</inkml:trace>
</inkml:ink>
</file>

<file path=ppt/ink/ink22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4:58:36.0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0 315 652 0 0,'17'-6'1748'0'0,"6"-6"-392"0"0,-2 0 0 0 0,1-2-1 0 0,32-27 1 0 0,-2 2-86 0 0,-43 31-1070 0 0,0 1-1 0 0,0-1 0 0 0,-1 0 0 0 0,0-1 0 0 0,-1 1 0 0 0,0-2 0 0 0,9-15 0 0 0,-14 23-175 0 0,0-1 0 0 0,-1 1 0 0 0,1-1-1 0 0,-1 1 1 0 0,1-1 0 0 0,-1 0 0 0 0,0 0 0 0 0,0 0-1 0 0,-1 0 1 0 0,1 1 0 0 0,-1-1 0 0 0,1 0-1 0 0,-1 0 1 0 0,0 0 0 0 0,0 0 0 0 0,0 0-1 0 0,0 0 1 0 0,-1 0 0 0 0,1 0 0 0 0,-1 0-1 0 0,0 0 1 0 0,0 0 0 0 0,0 0 0 0 0,0 0 0 0 0,0 1-1 0 0,-1-1 1 0 0,1 0 0 0 0,-1 1 0 0 0,0-1-1 0 0,1 1 1 0 0,-1 0 0 0 0,0 0 0 0 0,-4-3-1 0 0,3 3-19 0 0,-1 0 0 0 0,1 0 0 0 0,-1 1 0 0 0,1 0 0 0 0,-1 0 0 0 0,0 0 0 0 0,0 0 0 0 0,1 0 0 0 0,-1 1 0 0 0,0 0 0 0 0,0 0 0 0 0,0 0-1 0 0,0 0 1 0 0,1 0 0 0 0,-1 1 0 0 0,0 0 0 0 0,0 0 0 0 0,1 0 0 0 0,-1 0 0 0 0,-6 3 0 0 0,-2 1-4 0 0,1 1 0 0 0,-1 0 0 0 0,1 0 0 0 0,-18 14 0 0 0,21-13-3 0 0,0 0 0 0 0,1 0-1 0 0,0 0 1 0 0,1 1 0 0 0,0 0 0 0 0,0 0-1 0 0,1 0 1 0 0,0 1 0 0 0,0 0 0 0 0,1 0 0 0 0,0 0-1 0 0,-4 14 1 0 0,7-18-3 0 0,0 0 1 0 0,0 0-1 0 0,0 0 1 0 0,0 0-1 0 0,1 0 1 0 0,0 0-1 0 0,0 0 0 0 0,0 0 1 0 0,1 0-1 0 0,0-1 1 0 0,0 1-1 0 0,0 0 1 0 0,1 0-1 0 0,-1 0 0 0 0,1-1 1 0 0,0 1-1 0 0,0-1 1 0 0,1 1-1 0 0,-1-1 0 0 0,1 0 1 0 0,0 0-1 0 0,0 0 1 0 0,1 0-1 0 0,-1-1 1 0 0,1 1-1 0 0,7 5 0 0 0,-6-6-5 0 0,1 0 0 0 0,-1-1-1 0 0,0 0 1 0 0,1 1-1 0 0,-1-2 1 0 0,1 1 0 0 0,0-1-1 0 0,0 0 1 0 0,0 0-1 0 0,-1 0 1 0 0,1-1 0 0 0,0 0-1 0 0,0 0 1 0 0,0-1-1 0 0,0 1 1 0 0,0-1 0 0 0,-1-1-1 0 0,1 1 1 0 0,6-3-1 0 0,13-5-29 0 0,0-1 0 0 0,42-23 0 0 0,-56 27 30 0 0,114-69-81 0 0,-77 44 52 0 0,84-40 0 0 0,-130 70 41 0 0,0 0-1 0 0,1 1 1 0 0,-1-1 0 0 0,0 1 0 0 0,0 0 0 0 0,1 0 0 0 0,-1 0 0 0 0,0 0 0 0 0,1 0 0 0 0,-1 0 0 0 0,0 1 0 0 0,0-1 0 0 0,1 1-1 0 0,-1-1 1 0 0,0 1 0 0 0,0 0 0 0 0,0 0 0 0 0,0 0 0 0 0,0 0 0 0 0,0 0 0 0 0,0 0 0 0 0,0 1 0 0 0,2 1 0 0 0,45 48 65 0 0,-13-13-5 0 0,-27-32-90 0 0,-1 0 0 0 0,1-1 0 0 0,0 0 0 0 0,0 0 0 0 0,0-1 0 0 0,1 0 0 0 0,-1-1 0 0 0,1 0 0 0 0,0 0 0 0 0,0-1 0 0 0,0 0 0 0 0,14 0 0 0 0,-18-2-3 0 0,-1 0-1 0 0,1-1 1 0 0,-1 1 0 0 0,1-2 0 0 0,-1 1 0 0 0,1 0 0 0 0,-1-1-1 0 0,0 0 1 0 0,0 0 0 0 0,0 0 0 0 0,0-1 0 0 0,9-6 0 0 0,-9 5 14 0 0,0 0 1 0 0,-1-1-1 0 0,1 1 1 0 0,-1-1-1 0 0,0 0 1 0 0,0-1 0 0 0,6-9-1 0 0,-9 12 89 0 0,0 0 0 0 0,1 1-1 0 0,-1-1 1 0 0,0 0 0 0 0,0 0 0 0 0,0 0-1 0 0,-1 0 1 0 0,1 0 0 0 0,-1 0 0 0 0,0 0-1 0 0,0-1 1 0 0,0 1 0 0 0,0-3 0 0 0,-1 4-52 0 0,1 1 0 0 0,-1 0 0 0 0,1 0 0 0 0,-1 0 0 0 0,1 0 0 0 0,-1 0 0 0 0,0 0 0 0 0,1 0 0 0 0,-1 0 0 0 0,0 0 0 0 0,0 0 0 0 0,0 0 0 0 0,0 0 0 0 0,0 1 0 0 0,0-1 0 0 0,0 0 0 0 0,0 1 0 0 0,0-1 0 0 0,0 1 0 0 0,0-1 0 0 0,0 1 0 0 0,-1-1 0 0 0,1 1 0 0 0,0 0 0 0 0,0-1 0 0 0,0 1 0 0 0,-1 0 0 0 0,1 0 0 0 0,0 0 0 0 0,0 0 0 0 0,-1 0 0 0 0,1 0 0 0 0,0 1 0 0 0,0-1 0 0 0,0 0 0 0 0,-1 1 0 0 0,1-1 0 0 0,-2 1 0 0 0,-12 4-4 0 0,0 0 0 0 0,0 0 0 0 0,0 2 0 0 0,1-1 0 0 0,0 2 0 0 0,1 0 0 0 0,-1 1 0 0 0,1 0 0 0 0,1 1 0 0 0,0 0 0 0 0,0 1 0 0 0,1 0 0 0 0,-15 21 0 0 0,14-16-1775 0 0,0 1-1 0 0,2 0 1 0 0,-13 26 0 0 0,19-29-1033 0 0</inkml:trace>
</inkml:ink>
</file>

<file path=ppt/ink/ink22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4:58:36.5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217 165 676 0 0,'0'0'1380'0'0,"-3"16"5489"0"0,-14 60-5810 0 0,-58 271 1511 0 0,16-62-1325 0 0,58-280-1212 0 0,0 1 70 0 0,0 0-1 0 0,-1 0 1 0 0,0 0 0 0 0,-1-1-1 0 0,-5 12 1 0 0,7-16 124 0 0,1-2-219 0 0,0 0 0 0 0,-1 0-1 0 0,1 0 1 0 0,-1 0-1 0 0,1 1 1 0 0,-1-1 0 0 0,1 0-1 0 0,-1 0 1 0 0,0 0-1 0 0,1 1 1 0 0,-1-1-1 0 0,0 0 1 0 0,0 1 0 0 0,1-1-1 0 0,-1 0 1 0 0,0 1-1 0 0,-1-1 1 0 0,0 0 0 0 0,1 0 0 0 0,-1 0 1 0 0,1 0-1 0 0,0 0 0 0 0,-1 0 0 0 0,1-1 0 0 0,0 1 1 0 0,0 0-1 0 0,0-1 0 0 0,0 1 0 0 0,0 0 0 0 0,-1-3 1 0 0,-2-6 11 0 0,1-1-1 0 0,1 1 1 0 0,0 0 0 0 0,0-1 0 0 0,1 1 0 0 0,1-1 0 0 0,-1 1 0 0 0,2-1-1 0 0,-1 0 1 0 0,2 1 0 0 0,3-18 0 0 0,2-3-14 0 0,2 0 0 0 0,18-45 0 0 0,3 12-45 0 0,2 1 1 0 0,3 1-1 0 0,2 2 0 0 0,4 2 0 0 0,1 1 0 0 0,3 3 0 0 0,68-64 0 0 0,-42 58-64 0 0,-65 56 83 0 0,0 0 0 0 0,0 1 0 0 0,0 0 0 0 0,0 0 0 0 0,0 0 0 0 0,1 1 0 0 0,-1-1 0 0 0,1 2 0 0 0,0-1 0 0 0,0 1 0 0 0,8-1 0 0 0,-14 2 15 0 0,1 0 1 0 0,0 0-1 0 0,-1 0 0 0 0,1 0 0 0 0,0 1 0 0 0,0-1 0 0 0,-1 1 1 0 0,1-1-1 0 0,-1 1 0 0 0,1-1 0 0 0,0 1 0 0 0,-1 0 0 0 0,0 0 0 0 0,1 0 1 0 0,-1 0-1 0 0,1 0 0 0 0,-1 0 0 0 0,0 0 0 0 0,0 0 0 0 0,1 1 0 0 0,-1-1 1 0 0,0 0-1 0 0,0 1 0 0 0,0-1 0 0 0,-1 1 0 0 0,1-1 0 0 0,0 1 1 0 0,0-1-1 0 0,-1 1 0 0 0,1 0 0 0 0,-1-1 0 0 0,0 1 0 0 0,1 0 0 0 0,-1-1 1 0 0,0 1-1 0 0,0 0 0 0 0,0-1 0 0 0,0 1 0 0 0,0 0 0 0 0,0 0 1 0 0,-1-1-1 0 0,1 1 0 0 0,-1 2 0 0 0,-1 3 3 0 0,1 0-1 0 0,-1 1 1 0 0,0-1-1 0 0,-1 0 1 0 0,1 0 0 0 0,-2 0-1 0 0,1 0 1 0 0,-6 8 0 0 0,-6 1-20 0 0,0 1 1 0 0,-1-2-1 0 0,-1 0 1 0 0,-1-1-1 0 0,0-1 1 0 0,0-1-1 0 0,-1 0 1 0 0,-1-1-1 0 0,0-2 1 0 0,-1 0-1 0 0,1-1 1 0 0,-2 0-1 0 0,-32 6 1 0 0,53-14-116 0 0,-27 3-1970 0 0,28-3 1822 0 0,-1 0-1 0 0,0 0 1 0 0,0 0 0 0 0,1 0 0 0 0,-1 0-1 0 0,0 0 1 0 0,1 0 0 0 0,-1-1-1 0 0,0 1 1 0 0,1 0 0 0 0,-1 0 0 0 0,0-1-1 0 0,1 1 1 0 0,-1-1 0 0 0,0 1-1 0 0,1 0 1 0 0,-1-1 0 0 0,1 1 0 0 0,-1-1-1 0 0,1 1 1 0 0,-1-2 0 0 0,-3-5-2789 0 0</inkml:trace>
</inkml:ink>
</file>

<file path=ppt/ink/ink22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4:58:37.7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227 13 328 0 0,'9'-12'11135'0'0,"-9"11"-10961"0"0,-28 8 54 0 0,0 2 0 0 0,1 0-1 0 0,0 2 1 0 0,1 1 0 0 0,0 1-1 0 0,-46 31 1 0 0,70-43-279 0 0,13 5-420 0 0,-10-5 458 0 0,-1-1 0 0 0,1 1 1 0 0,-1-1-1 0 0,1 1 0 0 0,-1-1 0 0 0,1 1 0 0 0,0-1 0 0 0,-1 1 1 0 0,1-1-1 0 0,0 0 0 0 0,-1 1 0 0 0,1-1 0 0 0,0 0 0 0 0,0 0 1 0 0,-1 0-1 0 0,1 1 0 0 0,0-1 0 0 0,0 0 0 0 0,-1 0 0 0 0,1 0 1 0 0,0 0-1 0 0,0 0 0 0 0,-1 0 0 0 0,1 0 0 0 0,0-1 0 0 0,0 1 0 0 0,-1 0 1 0 0,1 0-1 0 0,0 0 0 0 0,0-1 0 0 0,97-27-1352 0 0,-96 28 1254 0 0,10 3-191 0 0,-11-3 287 0 0,0 0 0 0 0,0 0-1 0 0,0 0 1 0 0,0 0 0 0 0,0 0 0 0 0,0 0 0 0 0,0 1-1 0 0,0-1 1 0 0,0 0 0 0 0,0 1 0 0 0,0-1-1 0 0,0 0 1 0 0,0 1 0 0 0,-1-1 0 0 0,1 1 0 0 0,0 0-1 0 0,0-1 1 0 0,0 1 0 0 0,0 0 0 0 0,-1-1-1 0 0,2 2 1 0 0,-2-1 7 0 0,2 1 1 0 0,0 0-1 0 0,0 0 1 0 0,0 1 0 0 0,0-1 0 0 0,0-1 0 0 0,0 1 0 0 0,1 0 0 0 0,-1 0 0 0 0,1-1 0 0 0,-1 0 0 0 0,1 1-1 0 0,0-1 1 0 0,-1 0 0 0 0,1 0 0 0 0,0 0 0 0 0,3 0 0 0 0,6-2 19 0 0,-1 0 0 0 0,0-1-1 0 0,0-1 1 0 0,0 0 0 0 0,-1 0 0 0 0,1-1 0 0 0,-1-1 0 0 0,20-10 0 0 0,78-55 524 0 0,-101 65-439 0 0,13-4 409 0 0,-10 16-370 0 0,-8-1-131 0 0,-1-1-1 0 0,0 0 1 0 0,-1 0 0 0 0,1 1 0 0 0,-1-1 0 0 0,0 9 0 0 0,0-8 10 0 0,0 0-1 0 0,0 0 1 0 0,1 0-1 0 0,0-1 1 0 0,4 13-1 0 0,-5-16 13 0 0,30 13 166 0 0,-13-20-227 0 0,0-1 0 0 0,-1 0 0 0 0,0-1 0 0 0,-1-1 0 0 0,0-1 0 0 0,0 0 0 0 0,22-18 0 0 0,-37 27 27 0 0,1-1 1 0 0,-1 1 0 0 0,0-1-1 0 0,1 1 1 0 0,-1-1 0 0 0,0 1-1 0 0,1 0 1 0 0,-1-1 0 0 0,0 1-1 0 0,1-1 1 0 0,-1 1-1 0 0,1 0 1 0 0,-1-1 0 0 0,1 1-1 0 0,-1 0 1 0 0,1-1 0 0 0,-1 1-1 0 0,1 0 1 0 0,-1 0 0 0 0,1 0-1 0 0,-1-1 1 0 0,1 1 0 0 0,0 0-1 0 0,-1 0 1 0 0,1 0-1 0 0,-1 0 1 0 0,1 0 0 0 0,0 0-1 0 0,-1 0 1 0 0,1 0 0 0 0,-1 0-1 0 0,1 0 1 0 0,-1 1 0 0 0,1-1-1 0 0,-1 0 1 0 0,1 0 0 0 0,0 1-1 0 0,0 25-93 0 0,-2-2 71 0 0,1-21 36 0 0,0-1-1 0 0,0 0 1 0 0,0 1 0 0 0,1-1 0 0 0,-1 0-1 0 0,1 0 1 0 0,-1 1 0 0 0,1-1 0 0 0,0 0-1 0 0,1 4 1 0 0,-1-5-4 0 0,-1-1 0 0 0,1 1 0 0 0,-1 0 0 0 0,1-1 0 0 0,-1 1 0 0 0,1-1 0 0 0,0 1 0 0 0,-1-1 0 0 0,1 1 0 0 0,0-1 0 0 0,-1 0 0 0 0,1 1 0 0 0,0-1 0 0 0,-1 0 0 0 0,1 1 0 0 0,0-1 0 0 0,0 0 0 0 0,-1 0 0 0 0,1 0-1 0 0,0 1 1 0 0,1-1 0 0 0,2-1 7 0 0,0 0-1 0 0,0 0 0 0 0,0 0 1 0 0,0 0-1 0 0,0 0 0 0 0,-1-1 1 0 0,1 0-1 0 0,5-3 0 0 0,5-2-1 0 0,32-12-15 0 0,0 1-1 0 0,58-12 0 0 0,-101 29 1 0 0,0 1-1 0 0,0 0 1 0 0,0 0 0 0 0,-1 0-1 0 0,1 0 1 0 0,0 1-1 0 0,0-1 1 0 0,0 1 0 0 0,0 0-1 0 0,-1 0 1 0 0,1 0 0 0 0,0 0-1 0 0,-1 0 1 0 0,1 1 0 0 0,0-1-1 0 0,-1 1 1 0 0,0 0-1 0 0,1-1 1 0 0,-1 1 0 0 0,3 3-1 0 0,-4-3 7 0 0,-1 0-1 0 0,1-1 1 0 0,0 1-1 0 0,-1 0 1 0 0,1 0-1 0 0,-1 0 1 0 0,0 0-1 0 0,1-1 1 0 0,-1 1-1 0 0,0 0 1 0 0,0 0-1 0 0,0 0 1 0 0,0 0-1 0 0,-1 0 0 0 0,1-1 1 0 0,-1 1-1 0 0,1 0 1 0 0,-1 0-1 0 0,1 0 1 0 0,-1-1-1 0 0,0 1 1 0 0,0 0-1 0 0,-2 2 1 0 0,3-3 3 0 0,-1-1 1 0 0,0 1-1 0 0,1-1 1 0 0,-1 1 0 0 0,1-1-1 0 0,-1 1 1 0 0,1-1-1 0 0,-1 1 1 0 0,1 0-1 0 0,-1-1 1 0 0,1 1 0 0 0,-1 0-1 0 0,1 0 1 0 0,0-1-1 0 0,-1 1 1 0 0,1 0-1 0 0,0 0 1 0 0,0-1 0 0 0,0 1-1 0 0,0 0 1 0 0,0 0-1 0 0,-1 0 1 0 0,1-1-1 0 0,1 1 1 0 0,-1 0 0 0 0,0 0-1 0 0,0 0 1 0 0,0 0-1 0 0,21-10 58 0 0,7-6-61 0 0,15-2 7 0 0,-35 13-14 0 0,1 0 0 0 0,-1 0 0 0 0,1 1 0 0 0,0 0 0 0 0,1 0 0 0 0,-1 1 0 0 0,0 0 0 0 0,1 1 0 0 0,-1 0 0 0 0,1 0 0 0 0,-1 1 0 0 0,1 1 0 0 0,10 1 0 0 0,-17-1-8 0 0,-1-1 0 0 0,0 1 1 0 0,0 0-1 0 0,0 0 0 0 0,0 0 0 0 0,0 1 0 0 0,0-1 1 0 0,-1 0-1 0 0,1 1 0 0 0,0-1 0 0 0,-1 1 1 0 0,1 0-1 0 0,-1-1 0 0 0,1 1 0 0 0,-1 0 0 0 0,0 0 1 0 0,0 0-1 0 0,0 0 0 0 0,0 0 0 0 0,0 0 0 0 0,0 0 1 0 0,0 0-1 0 0,-1 1 0 0 0,1-1 0 0 0,-1 0 0 0 0,0 0 1 0 0,0 1-1 0 0,1-1 0 0 0,-1 0 0 0 0,-1 0 0 0 0,1 1 1 0 0,0-1-1 0 0,0 0 0 0 0,-1 0 0 0 0,0 0 0 0 0,1 1 1 0 0,-1-1-1 0 0,0 0 0 0 0,0 0 0 0 0,0 0 0 0 0,0 0 1 0 0,0 0-1 0 0,-1 0 0 0 0,1-1 0 0 0,-1 1 1 0 0,1 0-1 0 0,-3 1 0 0 0,-2 5-1192 0 0,-2-1 269 0 0,0-6-2926 0 0,-3-1 1378 0 0</inkml:trace>
</inkml:ink>
</file>

<file path=ppt/ink/ink22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4:58:38.0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49 1296 0 0,'8'-43'10292'0'0,"-7"42"-9255"0"0,5-4-2114 0 0</inkml:trace>
</inkml:ink>
</file>

<file path=ppt/ink/ink22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4:58:38.4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173 8 780 0 0,'0'0'3534'0'0,"-6"-1"-3028"0"0,-16-6-47 0 0,19 7-393 0 0,1 1 1 0 0,0-1-1 0 0,0 1 0 0 0,-1-1 0 0 0,1 1 1 0 0,0 0-1 0 0,0-1 0 0 0,0 1 1 0 0,0 0-1 0 0,0 0 0 0 0,0 1 0 0 0,0-1 1 0 0,0 0-1 0 0,0 1 0 0 0,1-1 0 0 0,-1 1 1 0 0,-1 1-1 0 0,-3 2 143 0 0,-6 5 58 0 0,0 0 0 0 0,0 1 0 0 0,1 0 0 0 0,0 0 0 0 0,1 1 1 0 0,-14 21-1 0 0,23-32-256 0 0,1-1 0 0 0,-1 1 1 0 0,0 0-1 0 0,1-1 0 0 0,-1 1 1 0 0,1 0-1 0 0,-1-1 0 0 0,1 1 1 0 0,-1 0-1 0 0,1 0 0 0 0,-1 0 1 0 0,1-1-1 0 0,0 1 0 0 0,0 0 1 0 0,-1 0-1 0 0,1 0 0 0 0,0 0 1 0 0,0 0-1 0 0,0-1 0 0 0,0 1 1 0 0,0 0-1 0 0,0 0 0 0 0,0 0 1 0 0,0 0-1 0 0,0 0 0 0 0,0 0 1 0 0,1 0-1 0 0,-1-1 0 0 0,0 1 1 0 0,1 0-1 0 0,-1 0 0 0 0,0 0 1 0 0,2 1-1 0 0,0-1 0 0 0,0-1-1 0 0,0 1 1 0 0,0-1-1 0 0,0 1 1 0 0,0-1 0 0 0,0 0-1 0 0,0 0 1 0 0,0 0 0 0 0,0 0-1 0 0,0 0 1 0 0,0 0-1 0 0,0-1 1 0 0,3 0 0 0 0,65-21 25 0 0,8-17-47 0 0,-59 29 43 0 0,0 0-1 0 0,0 1 1 0 0,1 1-1 0 0,36-10 1 0 0,-54 18-23 0 0,0-1 1 0 0,0 1-1 0 0,0-1 1 0 0,0 1-1 0 0,0 0 1 0 0,1 0 0 0 0,-1 0-1 0 0,0 0 1 0 0,0 0-1 0 0,0 0 1 0 0,0 1 0 0 0,0-1-1 0 0,0 1 1 0 0,0-1-1 0 0,0 1 1 0 0,0 0 0 0 0,-1 0-1 0 0,1 0 1 0 0,0 0-1 0 0,0 0 1 0 0,2 2-1 0 0,-2 0 25 0 0,1 0-1 0 0,-1 1 0 0 0,0-1 0 0 0,0 1 0 0 0,-1-1 0 0 0,1 1 1 0 0,-1 0-1 0 0,2 6 0 0 0,5 15 118 0 0,-6-23-99 0 0,-1 0 0 0 0,0 1 0 0 0,1-1 0 0 0,0 0 1 0 0,-1 0-1 0 0,1 0 0 0 0,0 0 0 0 0,0 0 0 0 0,0-1 0 0 0,0 1 0 0 0,0 0 0 0 0,1-1 0 0 0,-1 0 0 0 0,0 1 0 0 0,1-1 0 0 0,-1 0 0 0 0,1 0 0 0 0,0-1 0 0 0,-1 1 0 0 0,1 0 0 0 0,-1-1 0 0 0,1 1 1 0 0,4-1-1 0 0,10 1 444 0 0,1-1 1 0 0,31-3-1 0 0,-38 1-610 0 0,1 1-1 0 0,-1 1 1 0 0,1 0-1 0 0,11 1 0 0 0,-14 0-1873 0 0,-4-2-2574 0 0</inkml:trace>
</inkml:ink>
</file>

<file path=ppt/ink/ink22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4:58:40.8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565 753 392 0 0,'-14'1'695'0'0,"-1"0"-1"0"0,1 0 1 0 0,-1-2 0 0 0,1 0-1 0 0,0 0 1 0 0,-1-1-1 0 0,1-1 1 0 0,0-1 0 0 0,0 0-1 0 0,-19-8 1 0 0,19 5-419 0 0,0-1 0 0 0,1 0 0 0 0,-1-1 0 0 0,2-1 0 0 0,-1 0 0 0 0,2 0 0 0 0,-1-1 1 0 0,1-1-1 0 0,-12-17 0 0 0,5 5-82 0 0,2-1 0 0 0,0 0 0 0 0,2-1 0 0 0,1-1 0 0 0,1-1 0 0 0,-11-34 0 0 0,18 43-135 0 0,0 0 0 0 0,1 0 0 0 0,1 0 0 0 0,0-1 0 0 0,2 1 0 0 0,0-1 1 0 0,1 0-1 0 0,1 1 0 0 0,1-1 0 0 0,6-26 0 0 0,-4 32-30 0 0,1 1 0 0 0,0-1 0 0 0,1 1 0 0 0,1 0 0 0 0,9-14 0 0 0,-13 22-67 0 0,0 0 1 0 0,0 0 0 0 0,1 1 0 0 0,0-1-1 0 0,0 1 1 0 0,0 0 0 0 0,0 0-1 0 0,0 1 1 0 0,1-1 0 0 0,0 1 0 0 0,0 0-1 0 0,0 0 1 0 0,0 0 0 0 0,0 1-1 0 0,8-3 1 0 0,-12 5 21 0 0,0 0-1 0 0,1-1 1 0 0,-1 1-1 0 0,0 0 1 0 0,0 0-1 0 0,0 0 1 0 0,0 0-1 0 0,1 1 0 0 0,-1-1 1 0 0,0 0-1 0 0,0 0 1 0 0,0 1-1 0 0,0-1 1 0 0,0 1-1 0 0,1-1 1 0 0,-1 1-1 0 0,0-1 1 0 0,0 1-1 0 0,0-1 1 0 0,0 1-1 0 0,-1 0 1 0 0,1 0-1 0 0,0 0 1 0 0,0-1-1 0 0,1 3 1 0 0,0 0-11 0 0,0 0 0 0 0,-1 0 0 0 0,0 0 0 0 0,1 1 0 0 0,-1-1 1 0 0,0 0-1 0 0,0 1 0 0 0,0 6 0 0 0,0 3-23 0 0,0 1 1 0 0,-1-1-1 0 0,-2 19 1 0 0,-3-5 3 0 0,-1 0 0 0 0,-1 0 0 0 0,-1 0 0 0 0,-1-1 1 0 0,-1 0-1 0 0,-2-1 0 0 0,-17 30 0 0 0,-119 159 239 0 0,109-162 19 0 0,37-51-201 0 0,1 1 0 0 0,-1 0 1 0 0,1-1-1 0 0,0 1 1 0 0,0 0-1 0 0,0 0 0 0 0,0-1 1 0 0,0 1-1 0 0,0 0 1 0 0,0 0-1 0 0,1 0 0 0 0,-1 0 1 0 0,1 0-1 0 0,-1 0 0 0 0,1 0 1 0 0,0 1-1 0 0,0-1 1 0 0,0 0-1 0 0,0 0 0 0 0,0 3 1 0 0,1-3-19 0 0,0-1 0 0 0,0 0 0 0 0,0 1-1 0 0,0-1 1 0 0,0 0 0 0 0,0 0 0 0 0,0 0 0 0 0,1 0 0 0 0,-1 0 0 0 0,0 0 0 0 0,1-1 0 0 0,-1 1 0 0 0,0 0 0 0 0,1 0 0 0 0,-1-1 0 0 0,1 1 0 0 0,-1-1 0 0 0,1 0 0 0 0,-1 1-1 0 0,4-1 1 0 0,7 1-195 0 0,1 0-1 0 0,0-1 1 0 0,0-1-1 0 0,0 0 1 0 0,17-4-1 0 0,177-51-5472 0 0,-124 28 3003 0 0</inkml:trace>
</inkml:ink>
</file>

<file path=ppt/ink/ink22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4:58:41.6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281 55 956 0 0,'1'-1'179'0'0,"0"1"1"0"0,0-1-1 0 0,0 0 0 0 0,-1 0 0 0 0,1 0 0 0 0,0 0 1 0 0,0 0-1 0 0,-1 0 0 0 0,1 0 0 0 0,0 0 0 0 0,-1 0 1 0 0,1-1-1 0 0,-1 1 0 0 0,0 0 0 0 0,1 0 0 0 0,-1 0 1 0 0,0-1-1 0 0,0 1 0 0 0,0 0 0 0 0,0 0 1 0 0,0-1-1 0 0,0 1 0 0 0,0 0 0 0 0,0 0 0 0 0,0-1 1 0 0,0 1-1 0 0,-1 0 0 0 0,1 0 0 0 0,-1 0 0 0 0,1 0 1 0 0,-1-1-1 0 0,1 1 0 0 0,-1 0 0 0 0,0 0 1 0 0,1 0-1 0 0,-1 0 0 0 0,0 0 0 0 0,0 0 0 0 0,0 0 1 0 0,1 1-1 0 0,-3-2 0 0 0,0 0-70 0 0,0 1 0 0 0,0 0 0 0 0,0 0 0 0 0,0 0 0 0 0,0 0 0 0 0,-1 0 0 0 0,1 1 0 0 0,0-1 0 0 0,-1 1 0 0 0,1 0 0 0 0,0 0 0 0 0,-1 0 0 0 0,1 1 0 0 0,-4 0 0 0 0,-14 4 181 0 0,0 0 1 0 0,0 1 0 0 0,1 2 0 0 0,-38 18 0 0 0,48-20-180 0 0,0 1 1 0 0,0-1 0 0 0,0 2-1 0 0,1-1 1 0 0,0 1-1 0 0,-9 11 1 0 0,17-18-102 0 0,0-1 0 0 0,0 1 1 0 0,0 0-1 0 0,1 0 0 0 0,-1 0 0 0 0,0 1 0 0 0,0-1 0 0 0,1 0 1 0 0,-1 0-1 0 0,1 0 0 0 0,-1 1 0 0 0,1-1 0 0 0,-1 0 0 0 0,1 0 1 0 0,0 1-1 0 0,0-1 0 0 0,-1 0 0 0 0,1 1 0 0 0,0-1 0 0 0,1 3 1 0 0,-1-3-6 0 0,1 0 0 0 0,-1 0 0 0 0,1 0 0 0 0,-1-1 1 0 0,1 1-1 0 0,0 0 0 0 0,0 0 0 0 0,-1 0 1 0 0,1-1-1 0 0,0 1 0 0 0,0 0 0 0 0,0-1 0 0 0,0 1 1 0 0,0-1-1 0 0,0 1 0 0 0,0-1 0 0 0,0 0 0 0 0,0 1 1 0 0,2-1-1 0 0,7 2 6 0 0,1 0-1 0 0,-1-1 1 0 0,1-1 0 0 0,11 0-1 0 0,-10 0 8 0 0,-2 0-20 0 0,0 1 0 0 0,0 1 0 0 0,0-1 0 0 0,0 2 1 0 0,0-1-1 0 0,-1 2 0 0 0,1-1 0 0 0,-1 1 0 0 0,0 1 0 0 0,0-1 0 0 0,0 1 1 0 0,-1 1-1 0 0,1 0 0 0 0,7 7 0 0 0,-6-3 2 0 0,0 1 0 0 0,0 0 0 0 0,-1 1 0 0 0,-1 0 0 0 0,0 1-1 0 0,0-1 1 0 0,-1 1 0 0 0,9 27 0 0 0,-6-12-5 0 0,-3-1-1 0 0,0 2 1 0 0,-2-1-1 0 0,-1 1 1 0 0,-1 0-1 0 0,-1 0 0 0 0,-2 0 1 0 0,-1 0-1 0 0,-6 41 1 0 0,3-52 0 0 0,0-1 0 0 0,-1 1 0 0 0,0-1 0 0 0,-2 0 0 0 0,0 0 0 0 0,-1-1 0 0 0,-15 24 0 0 0,17-31 13 0 0,0-1-1 0 0,-1 1 1 0 0,1-2-1 0 0,-2 1 1 0 0,1-1-1 0 0,-1 0 1 0 0,0 0-1 0 0,0-1 1 0 0,-1 0-1 0 0,0 0 1 0 0,0-1-1 0 0,-1-1 1 0 0,1 1-1 0 0,-17 4 0 0 0,23-8 0 0 0,1 0-1 0 0,-1 0 0 0 0,0-1 1 0 0,0 1-1 0 0,0-1 0 0 0,0 1 0 0 0,0-1 1 0 0,0 0-1 0 0,0 0 0 0 0,1 0 0 0 0,-1-1 1 0 0,0 1-1 0 0,0-1 0 0 0,0 1 0 0 0,0-1 1 0 0,0 0-1 0 0,1 0 0 0 0,-1 0 0 0 0,0-1 1 0 0,1 1-1 0 0,-1-1 0 0 0,1 1 0 0 0,-1-1 1 0 0,1 0-1 0 0,0 0 0 0 0,0 0 0 0 0,0 0 1 0 0,0 0-1 0 0,0 0 0 0 0,0-1 0 0 0,1 1 1 0 0,-1-1-1 0 0,1 1 0 0 0,-1-1 0 0 0,0-4 1 0 0,-1-2-10 0 0,1 1 1 0 0,0-1 0 0 0,1 1 0 0 0,0-1 0 0 0,0 0-1 0 0,1 1 1 0 0,0-1 0 0 0,0 0 0 0 0,1 0-1 0 0,4-15 1 0 0,3-6-42 0 0,2 0 0 0 0,1 0 0 0 0,2 1 0 0 0,1 1 0 0 0,1 0 0 0 0,18-26 1 0 0,9-5-103 0 0,72-78 0 0 0,-86 108 99 0 0,50-38 0 0 0,-37 33 44 0 0,-40 32 0 0 0,0 1 0 0 0,1 0 0 0 0,-1 1-1 0 0,1-1 1 0 0,-1 0 0 0 0,1 0 0 0 0,-1 1 0 0 0,1-1 0 0 0,-1 0-1 0 0,1 1 1 0 0,0 0 0 0 0,-1-1 0 0 0,1 1 0 0 0,0 0-1 0 0,-1 0 1 0 0,1 0 0 0 0,0 0 0 0 0,-1 0 0 0 0,1 0 0 0 0,0 1-1 0 0,-1-1 1 0 0,1 0 0 0 0,0 1 0 0 0,-1-1 0 0 0,1 1 0 0 0,-1 0-1 0 0,4 1 1 0 0,3 4 10 0 0,0 0-1 0 0,0 0 0 0 0,14 14 1 0 0,18 12 74 0 0,-33-28 59 0 0,0-1 0 0 0,0 0 1 0 0,0-1-1 0 0,0 1 0 0 0,0-1 0 0 0,1-1 0 0 0,-1 0 1 0 0,1 0-1 0 0,-1 0 0 0 0,1-1 0 0 0,14-1 0 0 0,-22 1-87 0 0,1-1-1 0 0,0 1 0 0 0,0-1 0 0 0,0 1 1 0 0,0-1-1 0 0,-1 0 0 0 0,1 1 1 0 0,0-1-1 0 0,-1 0 0 0 0,1 0 1 0 0,0 0-1 0 0,-1 1 0 0 0,1-1 0 0 0,-1 0 1 0 0,1 0-1 0 0,-1 0 0 0 0,0 0 1 0 0,1 0-1 0 0,-1 0 0 0 0,0 0 1 0 0,0 0-1 0 0,1 0 0 0 0,-1 0 0 0 0,0 0 1 0 0,0 0-1 0 0,0 0 0 0 0,0 0 1 0 0,-1 0-1 0 0,1 0 0 0 0,0 0 1 0 0,-1-2-1 0 0,-6-27 911 0 0,3 24-909 0 0,1-1 1 0 0,-1 1-1 0 0,0 0 1 0 0,0 0 0 0 0,0 1-1 0 0,-1 0 1 0 0,0-1 0 0 0,0 1-1 0 0,-1 1 1 0 0,1-1-1 0 0,-1 1 1 0 0,0 0 0 0 0,-12-6-1 0 0,16 9-667 0 0,1 2 432 0 0,-1-1-1 0 0,0 1 1 0 0,0-1 0 0 0,1 1-1 0 0,-1 0 1 0 0,0-1-1 0 0,0 1 1 0 0,1 0 0 0 0,-1 0-1 0 0,1 0 1 0 0,-1 1 0 0 0,1-1-1 0 0,0 0 1 0 0,-3 3 0 0 0,-3 7-3424 0 0,2-4 87 0 0</inkml:trace>
</inkml:ink>
</file>

<file path=ppt/ink/ink22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4:58:41.9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73 20 1596 0 0,'0'-19'6010'0'0,"-1"67"1856"0"0,-2 13-3766 0 0,-24 276-2375 0 0,24-304-2105 0 0,-7 54-1861 0 0,8-80 1265 0 0,0 0 0 0 0,0 0 0 0 0,-1 0-1 0 0,0 0 1 0 0,-5 8 0 0 0,0-10-5361 0 0</inkml:trace>
</inkml:ink>
</file>

<file path=ppt/ink/ink22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4:58:42.3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91 124 336 0 0,'-25'1'893'0'0,"-39"4"4599"0"0,62-5-4626 0 0,2 1-799 0 0,1 0-1 0 0,-1-1 1 0 0,0 1-1 0 0,1 0 1 0 0,-1-1-1 0 0,0 1 1 0 0,1-1-1 0 0,-1 1 1 0 0,1-1-1 0 0,-1 1 1 0 0,1-1-1 0 0,-1 1 1 0 0,1-1-1 0 0,-1 0 1 0 0,1 1-1 0 0,-1-1 1 0 0,1 0-1 0 0,0 1 1 0 0,-1-1-1 0 0,1 0 1 0 0,0 0-1 0 0,-1 1 1 0 0,1-1-1 0 0,0 0 1 0 0,-1 0-1 0 0,1 0 1 0 0,0 0-1 0 0,0 0 1 0 0,38 1 501 0 0,40-9-234 0 0,97-32 265 0 0,-104 22-370 0 0,1 3 0 0 0,80-7 0 0 0,-150 22-222 0 0,0 0-1 0 0,0-1 1 0 0,-1 1 0 0 0,1 0 0 0 0,-1 0 0 0 0,1 0 0 0 0,0 1-1 0 0,-1-1 1 0 0,1 0 0 0 0,-1 1 0 0 0,4 1 0 0 0,-5-1-4 0 0,0 0 0 0 0,0 0 0 0 0,0 0 0 0 0,0 1 0 0 0,0-1 0 0 0,0 0 1 0 0,0 1-1 0 0,0-1 0 0 0,-1 0 0 0 0,1 1 0 0 0,0-1 0 0 0,-1 1 0 0 0,1 0 1 0 0,-1-1-1 0 0,0 1 0 0 0,0-1 0 0 0,1 1 0 0 0,-1-1 0 0 0,-1 3 0 0 0,2-3 5 0 0,-1 1-1 0 0,0-1 0 0 0,0 1 0 0 0,0-1 0 0 0,1 0 0 0 0,-1 1 0 0 0,1-1 1 0 0,-1 0-1 0 0,1 1 0 0 0,-1-1 0 0 0,1 0 0 0 0,0 1 0 0 0,0-1 0 0 0,0 0 0 0 0,-1 0 1 0 0,1 0-1 0 0,0 0 0 0 0,0 0 0 0 0,1 0 0 0 0,-1 0 0 0 0,0 0 0 0 0,0-1 1 0 0,0 1-1 0 0,1 0 0 0 0,-1 0 0 0 0,0-1 0 0 0,1 1 0 0 0,-1-1 0 0 0,0 0 1 0 0,1 1-1 0 0,-1-1 0 0 0,1 0 0 0 0,1 0 0 0 0,-2 1 599 0 0,3-3-306 0 0,-3 2-255 0 0,0 0 0 0 0,0-1 0 0 0,0 1 1 0 0,0-1-1 0 0,0 1 0 0 0,0-1 0 0 0,0 0 1 0 0,-1 1-1 0 0,1-1 0 0 0,0 0 1 0 0,0 1-1 0 0,-1-1 0 0 0,1 0 0 0 0,0 0 1 0 0,-1 0-1 0 0,1 0 0 0 0,-1 0 0 0 0,1 0 1 0 0,-1 0-1 0 0,1 0 0 0 0,-1 0 1 0 0,0 0-1 0 0,0 0 0 0 0,1 0 0 0 0,-1 0 1 0 0,0 0-1 0 0,0-1 0 0 0,0-1 76 0 0,-1-1-1 0 0,1 0 1 0 0,-1 1-1 0 0,0 0 1 0 0,0-1-1 0 0,0 1 1 0 0,0-1-1 0 0,0 1 1 0 0,-3-3-1 0 0,3 3-154 0 0,-1 0 0 0 0,1 0-1 0 0,-1 1 1 0 0,0-1 0 0 0,0 1-1 0 0,0-1 1 0 0,0 1 0 0 0,0 0-1 0 0,-1 0 1 0 0,1 0 0 0 0,-1 0-1 0 0,1 0 1 0 0,-1 0 0 0 0,0 1-1 0 0,0-1 1 0 0,0 1 0 0 0,0 0-1 0 0,-5-2 1 0 0,4 3-612 0 0,0-1 1 0 0,0 1-1 0 0,0 0 0 0 0,0-1 1 0 0,0 2-1 0 0,0-1 0 0 0,0 0 1 0 0,0 1-1 0 0,0 0 0 0 0,0 0 1 0 0,0 0-1 0 0,-7 3 0 0 0,2 2-2969 0 0</inkml:trace>
</inkml:ink>
</file>

<file path=ppt/ink/ink22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4:58:42.7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197 79 296 0 0,'1'0'287'0'0,"0"-1"0"0"0,0 0 1 0 0,0 0-1 0 0,0-1 0 0 0,0 1 0 0 0,-1 0 1 0 0,1 0-1 0 0,0 0 0 0 0,-1-1 0 0 0,1 1 0 0 0,-1 0 1 0 0,1 0-1 0 0,-1-1 0 0 0,0 1 0 0 0,1 0 1 0 0,-1-1-1 0 0,0 1 0 0 0,0-1 0 0 0,0 1 0 0 0,0 0 1 0 0,0-1-1 0 0,-1-1 0 0 0,1 1-75 0 0,-1 0-1 0 0,0 0 1 0 0,0 0-1 0 0,0 0 1 0 0,0 1-1 0 0,-1-1 1 0 0,1 0 0 0 0,0 0-1 0 0,-1 1 1 0 0,1-1-1 0 0,-1 1 1 0 0,-2-3-1 0 0,0 1 64 0 0,0 0-1 0 0,-1 0 0 0 0,1 1 1 0 0,-1 0-1 0 0,1 0 1 0 0,-1 0-1 0 0,1 0 0 0 0,-1 1 1 0 0,0-1-1 0 0,-8 0 0 0 0,12 2-238 0 0,-1 0 0 0 0,1 1 0 0 0,0-1 0 0 0,-1 0 0 0 0,1 1-1 0 0,0-1 1 0 0,-1 1 0 0 0,1-1 0 0 0,0 1 0 0 0,0 0 0 0 0,0-1-1 0 0,-1 1 1 0 0,1 0 0 0 0,0 0 0 0 0,0 0 0 0 0,0 0 0 0 0,0 0-1 0 0,1 0 1 0 0,-1 0 0 0 0,0 0 0 0 0,0 0 0 0 0,1 1 0 0 0,-1-1-1 0 0,0 0 1 0 0,1 0 0 0 0,-1 1 0 0 0,1-1 0 0 0,0 0 0 0 0,-1 1-1 0 0,1-1 1 0 0,0 0 0 0 0,0 1 0 0 0,0-1 0 0 0,0 0 0 0 0,0 3-1 0 0,5 51 283 0 0,-4-50-278 0 0,15 55-131 0 0,-12-46-20 0 0,0 0 0 0 0,-1 0 1 0 0,0 0-1 0 0,1 22 0 0 0,-4-34 103 0 0,0 0-1 0 0,-1 1 1 0 0,1-1-1 0 0,-1 0 0 0 0,0 0 1 0 0,1 0-1 0 0,-1 1 1 0 0,0-1-1 0 0,0 0 1 0 0,-1 0-1 0 0,1 0 1 0 0,0 0-1 0 0,-1-1 1 0 0,1 1-1 0 0,-1 0 0 0 0,1 0 1 0 0,-1-1-1 0 0,0 1 1 0 0,0-1-1 0 0,0 0 1 0 0,0 1-1 0 0,0-1 1 0 0,0 0-1 0 0,0 0 0 0 0,0 0 1 0 0,0-1-1 0 0,-4 2 1 0 0,-37 6 102 0 0,19-8 55 0 0,23 0-208 0 0,-1 0 0 0 0,1 0 1 0 0,-1-1-1 0 0,1 1 0 0 0,-1 0 1 0 0,1 0-1 0 0,-1-1 0 0 0,1 1 1 0 0,0-1-1 0 0,-1 1 1 0 0,1-1-1 0 0,-1 0 0 0 0,1 1 1 0 0,0-1-1 0 0,0 0 0 0 0,-1 0 1 0 0,1 0-1 0 0,0 0 0 0 0,0 0 1 0 0,0 0-1 0 0,0 0 1 0 0,0 0-1 0 0,-1-3 0 0 0,2 3-209 0 0,0-1 1 0 0,0 1-1 0 0,0 0 0 0 0,0-1 0 0 0,0 1 0 0 0,0 0 1 0 0,0 0-1 0 0,1-1 0 0 0,-1 1 0 0 0,0 0 0 0 0,1 0 1 0 0,-1 0-1 0 0,1-1 0 0 0,0 1 0 0 0,-1 0 0 0 0,1 0 1 0 0,0 0-1 0 0,0 0 0 0 0,-1 0 0 0 0,1 0 0 0 0,0 0 1 0 0,0 1-1 0 0,0-1 0 0 0,0 0 0 0 0,2-1 0 0 0,7-4-2718 0 0</inkml:trace>
</inkml:ink>
</file>

<file path=ppt/ink/ink22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4:58:43.7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56 80 628 0 0,'0'-4'1207'0'0,"1"-64"8570"0"0,-2 61-4731 0 0,-15 60-4619 0 0,4 0-1 0 0,1 1 1 0 0,-5 97-1 0 0,16-127-474 0 0,0-1-1 0 0,7 39 0 0 0,-6-54-60 0 0,0 0 0 0 0,1 0 0 0 0,1 0 0 0 0,-1 0 0 0 0,1-1 0 0 0,1 1 0 0 0,-1-1 0 0 0,1 0 0 0 0,1 0 0 0 0,-1 0 0 0 0,8 8 0 0 0,-10-13 60 0 0,1 0 0 0 0,0 0 0 0 0,0 0 0 0 0,0 0 0 0 0,0-1 1 0 0,0 0-1 0 0,1 1 0 0 0,-1-1 0 0 0,0 0 0 0 0,1-1 0 0 0,-1 1 1 0 0,0 0-1 0 0,1-1 0 0 0,-1 0 0 0 0,1 0 0 0 0,-1 0 1 0 0,1 0-1 0 0,-1 0 0 0 0,0-1 0 0 0,1 0 0 0 0,-1 0 0 0 0,6-1 1 0 0,-1-1-20 0 0,0 0-1 0 0,-1 0 1 0 0,1 0 0 0 0,-1-1 0 0 0,0 0 0 0 0,0 0 0 0 0,0-1 0 0 0,9-7 0 0 0,44-42 175 0 0,-58 53-194 0 0,-1 5-86 0 0,1-1 106 0 0,0 0 0 0 0,-1 0-1 0 0,1-1 1 0 0,1 1 0 0 0,-1 0 0 0 0,0-1 0 0 0,1 1 0 0 0,-1-1 0 0 0,1 0-1 0 0,0 0 1 0 0,0 0 0 0 0,0 0 0 0 0,0 0 0 0 0,0-1 0 0 0,0 1-1 0 0,0-1 1 0 0,4 1 0 0 0,-1 0-33 0 0,1-1 1 0 0,-1-1-1 0 0,0 1 0 0 0,0-1 0 0 0,1 0 0 0 0,-1-1 1 0 0,0 1-1 0 0,0-1 0 0 0,9-3 0 0 0,4-1 46 0 0,-1-2 0 0 0,1 0 0 0 0,-1-2 0 0 0,-1 0 0 0 0,19-12 0 0 0,-35 21 80 0 0,-1-1-1 0 0,1 0 1 0 0,0 1 0 0 0,0-1-1 0 0,0 1 1 0 0,0-1 0 0 0,0 1 0 0 0,0 0-1 0 0,0-1 1 0 0,0 1 0 0 0,-1 0 0 0 0,1 0-1 0 0,0-1 1 0 0,1 1 0 0 0,-1 0-1 0 0,0 0 1 0 0,0 0 0 0 0,0 0 0 0 0,0 0-1 0 0,0 1 1 0 0,0-1 0 0 0,0 0 0 0 0,0 0-1 0 0,0 1 1 0 0,-1-1 0 0 0,1 0-1 0 0,0 1 1 0 0,0-1 0 0 0,0 1 0 0 0,0-1-1 0 0,0 1 1 0 0,0 0 0 0 0,-1-1 0 0 0,1 1-1 0 0,0 0 1 0 0,-1 0 0 0 0,1-1-1 0 0,0 1 1 0 0,-1 0 0 0 0,1 0 0 0 0,-1 0-1 0 0,1 0 1 0 0,-1 0 0 0 0,0 0 0 0 0,1-1-1 0 0,-1 1 1 0 0,0 0 0 0 0,1 0-1 0 0,-1 0 1 0 0,0 2 0 0 0,2 8-28 0 0,0 0-1 0 0,0 0 1 0 0,-1 20 0 0 0,-1-20 104 0 0,1 41-10 0 0,-11 91 0 0 0,1-45-18 0 0,4-29-48 0 0,-4 110 62 0 0,10-182 911 0 0,4-36-434 0 0,14-47 0 0 0,-1 39-570 0 0,1 0 0 0 0,2 1 1 0 0,3 2-1 0 0,1 0 1 0 0,2 2-1 0 0,60-71 1 0 0,-71 94-24 0 0,2 1 1 0 0,0 1 0 0 0,2 1 0 0 0,-1 1 0 0 0,2 1-1 0 0,30-17 1 0 0,-43 27 10 0 0,0 0 1 0 0,0 1-1 0 0,0 0 0 0 0,1 1 0 0 0,-1 0 1 0 0,0 0-1 0 0,1 1 0 0 0,-1 0 0 0 0,17 0 1 0 0,-20 1 4 0 0,0 1 1 0 0,1 0-1 0 0,-1 0 1 0 0,0 1-1 0 0,0-1 1 0 0,0 1-1 0 0,-1 0 1 0 0,1 1 0 0 0,0-1-1 0 0,-1 1 1 0 0,1 0-1 0 0,-1 0 1 0 0,0 0-1 0 0,0 0 1 0 0,0 1-1 0 0,0 0 1 0 0,4 6-1 0 0,-5-8 9 0 0,0 1 0 0 0,-1 0-1 0 0,1 1 1 0 0,-1-1 0 0 0,1 0-1 0 0,-1 1 1 0 0,0-1 0 0 0,-1 1-1 0 0,1 0 1 0 0,0 0-1 0 0,-1-1 1 0 0,0 1 0 0 0,0 0-1 0 0,0 0 1 0 0,-1 0 0 0 0,1 0-1 0 0,-1 0 1 0 0,0 1-1 0 0,0-1 1 0 0,0 0 0 0 0,-1 0-1 0 0,1 0 1 0 0,-1 0 0 0 0,0 0-1 0 0,0 0 1 0 0,-1-1 0 0 0,1 1-1 0 0,-1 0 1 0 0,0 0-1 0 0,0-1 1 0 0,0 1 0 0 0,0-1-1 0 0,0 0 1 0 0,-1 1 0 0 0,0-1-1 0 0,1 0 1 0 0,-1-1 0 0 0,-4 4-1 0 0,-5 3-283 0 0,-1 0 0 0 0,0-1 0 0 0,0-1 0 0 0,0 0-1 0 0,-1-1 1 0 0,0 0 0 0 0,0-1 0 0 0,-1 0 0 0 0,-17 2 0 0 0,-52 5-6025 0 0,38-10 2663 0 0</inkml:trace>
</inkml:ink>
</file>

<file path=ppt/ink/ink22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4:58:44.0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94 8 0 0,'3'-9'2660'0'0,"16"0"-1524"0"0,1 3-120 0 0,8-3-107 0 0,12 0-89 0 0,6-1-76 0 0,6 0-140 0 0,1 7-308 0 0,1-2-416 0 0,3 2-532 0 0,16 2-588 0 0,-17-6-1337 0 0,19-6 593 0 0</inkml:trace>
</inkml:ink>
</file>

<file path=ppt/ink/ink22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4:58:46.3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74 924 0 0,'0'0'15335'0'0,"28"-18"-14118"0"0,-7 7-1089 0 0,0 2 1 0 0,1 0-1 0 0,0 1 0 0 0,0 1 0 0 0,25-3 0 0 0,-44 9-134 0 0,-1 1 0 0 0,1-1 1 0 0,0 1-1 0 0,0 0 0 0 0,-1 0 0 0 0,1 0 0 0 0,0 1 1 0 0,0-1-1 0 0,-1 0 0 0 0,1 1 0 0 0,0 0 1 0 0,-1 0-1 0 0,1 0 0 0 0,2 1 0 0 0,-4-1-8 0 0,0 0 0 0 0,1 0-1 0 0,-1 0 1 0 0,0 0 0 0 0,0 0-1 0 0,0 0 1 0 0,0 0 0 0 0,0 1-1 0 0,-1-1 1 0 0,1 0 0 0 0,0 1-1 0 0,0-1 1 0 0,-1 0 0 0 0,1 1 0 0 0,-1-1-1 0 0,0 1 1 0 0,1-1 0 0 0,-1 3-1 0 0,0 3-37 0 0,0-1-1 0 0,0 1 0 0 0,-1-1 0 0 0,0 0 1 0 0,0 0-1 0 0,-1 1 0 0 0,0-1 0 0 0,0 0 1 0 0,-5 9-1 0 0,5-9-36 0 0,-1-1 0 0 0,1 1 0 0 0,0-1 0 0 0,0 1 0 0 0,1 0 0 0 0,-1-1 0 0 0,1 1 0 0 0,1 0 0 0 0,-1 0 0 0 0,1 0 0 0 0,0 9 0 0 0,1-11 29 0 0,1 0 0 0 0,-1 0 0 0 0,0 0 1 0 0,1 0-1 0 0,0 0 0 0 0,0 0 0 0 0,0-1 1 0 0,1 1-1 0 0,-1-1 0 0 0,1 1 1 0 0,0-1-1 0 0,0 0 0 0 0,0 0 0 0 0,0 0 1 0 0,0-1-1 0 0,1 1 0 0 0,4 2 0 0 0,5 3-73 0 0,-1 1 0 0 0,0 0-1 0 0,0 1 1 0 0,-1 0 0 0 0,0 1-1 0 0,0 0 1 0 0,8 13 0 0 0,-19-22 129 0 0,0-1 0 0 0,0 1 1 0 0,0 0-1 0 0,0-1 0 0 0,0 1 1 0 0,-1 0-1 0 0,1-1 0 0 0,-1 1 1 0 0,1-1-1 0 0,-1 1 0 0 0,0 0 1 0 0,1-1-1 0 0,-1 0 0 0 0,0 1 1 0 0,0-1-1 0 0,0 1 0 0 0,0-1 1 0 0,0 0-1 0 0,0 0 0 0 0,-3 3 1 0 0,3-4 4 0 0,-11 9 97 0 0,0 0 0 0 0,0-1 1 0 0,-1 0-1 0 0,-1-1 1 0 0,1 0-1 0 0,-1-1 0 0 0,0-1 1 0 0,-1 0-1 0 0,-22 4 1 0 0,-8 4 307 0 0,-36 6-2154 0 0,79-19 538 0 0</inkml:trace>
</inkml:ink>
</file>

<file path=ppt/ink/ink22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4:58:46.7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2048 0 0,'0'0'1880'0'0,"11"3"1509"0"0,0-2 2831 0 0,-1 1-2795 0 0</inkml:trace>
</inkml:ink>
</file>

<file path=ppt/ink/ink22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03:38.3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74 282 120 0 0,'-42'-164'4847'0'0,"15"70"-1379"0"0,24 86-3134 0 0,3 6-185 0 0,-1 2-127 0 0,1-1 0 0 0,0 1-1 0 0,0 0 1 0 0,0-1 0 0 0,0 1-1 0 0,0-1 1 0 0,0 1 0 0 0,0-1-1 0 0,0 1 1 0 0,0 0 0 0 0,0-1-1 0 0,0 1 1 0 0,0-1 0 0 0,0 1-1 0 0,0-1 1 0 0,0 1 0 0 0,0 0-1 0 0,1-1 1 0 0,-1 1 0 0 0,0-1 0 0 0,0 1-1 0 0,0 0 1 0 0,1-1 0 0 0,-1 1-1 0 0,0 0 1 0 0,0-1 0 0 0,1 1-1 0 0,-1 0 1 0 0,0-1 0 0 0,1 1-1 0 0,-1 0 1 0 0,0-1 0 0 0,1 1-1 0 0,-1 0 1 0 0,1 0 0 0 0,-1 0 0 0 0,1-1-1 0 0,8 2-77 0 0,68 24 110 0 0,2-3 0 0 0,1-4 0 0 0,94 9 0 0 0,251 3-78 0 0,-290-23 20 0 0,1072 16-214 0 0,-780-21 161 0 0,528-14 58 0 0,197 3-467 0 0,-282 47-332 0 0,-330-10 417 0 0,1875 74-137 0 0,-1362-66 362 0 0,-524-16 103 0 0,-312-8 31 0 0,111 2-68 0 0,656 15-217 0 0,-462-7 133 0 0,-204-13 110 0 0,894 45-127 0 0,-722-29 160 0 0,-147-11 14 0 0,356 14-69 0 0,-272-13 91 0 0,516 10-32 0 0,-382-14-20 0 0,709 5 53 0 0,-1144-15-4 0 0,1448 26 64 0 0,-74 24 58 0 0,-102 2 164 0 0,966 42-28 0 0,-1680-66-11 0 0,379 20 30 0 0,-641-29-201 0 0,361 25 134 0 0,-692-38-166 0 0,1420 135 663 0 0,-903-76-179 0 0,-316-29-143 0 0,187 19 648 0 0,-433-51 134 0 0,1-1 0 0 0,50-3 0 0 0,-123 6-8622 0 0,13-2 6208 0 0,-17-2-1716 0 0</inkml:trace>
</inkml:ink>
</file>

<file path=ppt/ink/ink22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03:41.9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544 105 324 0 0,'-13'-12'799'0'0,"-1"0"0"0"0,-1 1 0 0 0,0 0 0 0 0,-1 1 0 0 0,0 1 0 0 0,0 0 0 0 0,-1 2 0 0 0,1 0-1 0 0,-30-8 1 0 0,40 14-733 0 0,0 1-1 0 0,1 0 0 0 0,-1 0 0 0 0,0 0 1 0 0,1 1-1 0 0,-1 0 0 0 0,0 0 0 0 0,1 0 1 0 0,-1 1-1 0 0,1 0 0 0 0,-6 3 0 0 0,-54 30 251 0 0,52-28-261 0 0,-7 4 8 0 0,1 1 0 0 0,0 1 0 0 0,0 1 0 0 0,1 1 0 0 0,-21 22 1 0 0,36-34-61 0 0,0 0 1 0 0,0 0 0 0 0,1 1 0 0 0,-1-1 0 0 0,1 1 0 0 0,0 0 0 0 0,0-1 0 0 0,0 1 0 0 0,1 0 0 0 0,-1 0 0 0 0,1 0 0 0 0,0 1 0 0 0,0-1 0 0 0,0 0-1 0 0,1 0 1 0 0,-1 1 0 0 0,1-1 0 0 0,0 0 0 0 0,0 1 0 0 0,1-1 0 0 0,-1 0 0 0 0,1 0 0 0 0,0 1 0 0 0,0-1 0 0 0,1 0 0 0 0,-1 0 0 0 0,1 0 0 0 0,0 0-1 0 0,0 0 1 0 0,0-1 0 0 0,0 1 0 0 0,1-1 0 0 0,-1 1 0 0 0,1-1 0 0 0,4 4 0 0 0,14 12 8 0 0,0 0 0 0 0,1-2-1 0 0,1 0 1 0 0,1-2 0 0 0,48 24 0 0 0,32 21 22 0 0,-79-44-15 0 0,38 27-22 0 0,-59-41 4 0 0,-1 1 0 0 0,1 0 1 0 0,-1 1-1 0 0,0-1 0 0 0,0 1 0 0 0,0-1 0 0 0,-1 1 0 0 0,1 0 0 0 0,-1 0 1 0 0,0 0-1 0 0,0 0 0 0 0,3 9 0 0 0,-5-12 0 0 0,0 1 1 0 0,0-1 0 0 0,-1 1-1 0 0,1-1 1 0 0,0 1-1 0 0,0-1 1 0 0,-1 1-1 0 0,1-1 1 0 0,-1 1-1 0 0,1-1 1 0 0,-1 1-1 0 0,0-1 1 0 0,0 0-1 0 0,1 1 1 0 0,-1-1-1 0 0,0 0 1 0 0,0 0-1 0 0,0 0 1 0 0,0 1-1 0 0,-1-1 1 0 0,1 0 0 0 0,0 0-1 0 0,0-1 1 0 0,-1 1-1 0 0,1 0 1 0 0,0 0-1 0 0,-1-1 1 0 0,1 1-1 0 0,-1-1 1 0 0,-1 1-1 0 0,-51 16 76 0 0,45-15-53 0 0,-41 7 303 0 0,-1-3 1 0 0,0-1-1 0 0,1-3 0 0 0,-96-8 1 0 0,127 5-136 0 0,0-1 727 0 0,6 0-2405 0 0</inkml:trace>
</inkml:ink>
</file>

<file path=ppt/ink/ink22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03:42.4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 29 264 0 0,'-2'-19'4647'0'0,"1"10"320"0"0,2 46-4509 0 0,-1 0 0 0 0,-5 39 0 0 0,1-22-2050 0 0,2-1-3810 0 0,2-43 3008 0 0</inkml:trace>
</inkml:ink>
</file>

<file path=ppt/ink/ink22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03:42.9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 6 100 0 0,'0'0'6031'0'0,"-9"1"-5244"0"0,6 0-387 0 0,9 0 2037 0 0,482 36-789 0 0,-175-21-1295 0 0,-269-13-315 0 0,695 39 578 0 0,-739-42-616 0 0,1 0 0 0 0,-1 0 0 0 0,1 0 0 0 0,-1 0 0 0 0,1 0 0 0 0,-1 0 0 0 0,1 0 0 0 0,-1 0 0 0 0,1 0-1 0 0,-1 0 1 0 0,1 0 0 0 0,-1 0 0 0 0,1 0 0 0 0,-1 0 0 0 0,1-1 0 0 0,-1 1 0 0 0,1 0 0 0 0,-1 0 0 0 0,1-1-1 0 0,-1 1 1 0 0,1 0 0 0 0,-1 0 0 0 0,0-1 0 0 0,1 1 0 0 0,-1-1 0 0 0,1 1 0 0 0,-1 0 0 0 0,0-1-1 0 0,1 1 1 0 0,-1-1 0 0 0,0 1 0 0 0,1-1 0 0 0,-9-14-48 0 0,-21-10-25 0 0,9 15 27 0 0,-44-21-60 0 0,63 31 86 0 0,0-1 0 0 0,-1 0-1 0 0,1 0 1 0 0,0 0-1 0 0,-1 0 1 0 0,1 0 0 0 0,0 0-1 0 0,0 0 1 0 0,0-1-1 0 0,0 1 1 0 0,0 0 0 0 0,0 0-1 0 0,1-1 1 0 0,-2-1-1 0 0,7 3 7 0 0,1 0 0 0 0,-1 1-1 0 0,0 0 1 0 0,0 0 0 0 0,1 0-1 0 0,-1 0 1 0 0,8 4-1 0 0,-10-4 6 0 0,-1 1 0 0 0,1-1-1 0 0,0 0 1 0 0,-1 1-1 0 0,1-1 1 0 0,-1 1-1 0 0,1 0 1 0 0,-1 0-1 0 0,0 0 1 0 0,0 0-1 0 0,0 0 1 0 0,0 1-1 0 0,0-1 1 0 0,-1 1-1 0 0,1-1 1 0 0,-1 1 0 0 0,3 4-1 0 0,-5-5 7 0 0,1 0-1 0 0,-1 1 0 0 0,1-1 1 0 0,-1 0-1 0 0,0 0 1 0 0,0 1-1 0 0,0-1 1 0 0,0 0-1 0 0,0 0 1 0 0,0 0-1 0 0,-1-1 1 0 0,1 1-1 0 0,0 0 1 0 0,-1 0-1 0 0,0-1 1 0 0,1 1-1 0 0,-1-1 1 0 0,-2 2-1 0 0,3-1-17 0 0,-57 38-1351 0 0,16-17-3135 0 0,38-21 3571 0 0,-8 4-1676 0 0</inkml:trace>
</inkml:ink>
</file>

<file path=ppt/ink/ink22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03:43.6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46 29 808 0 0,'0'0'8636'0'0,"-3"1"-8405"0"0,-4 0-608 0 0,6-1 638 0 0,-1 0-1 0 0,1 0 1 0 0,-1 0 0 0 0,1 0-1 0 0,-1 0 1 0 0,1 1 0 0 0,-1-1-1 0 0,1 1 1 0 0,-1-1 0 0 0,1 1 0 0 0,-1-1-1 0 0,1 1 1 0 0,0 0 0 0 0,-1 0-1 0 0,1 0 1 0 0,0 0 0 0 0,0 0 0 0 0,-1 0-1 0 0,-2 2 3858 0 0,-1-18-3990 0 0,6-14 910 0 0</inkml:trace>
</inkml:ink>
</file>

<file path=ppt/ink/ink22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03:44.2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506 81 956 0 0,'-17'-37'5264'0'0,"13"33"-5044"0"0,-1 0-1 0 0,1 1 1 0 0,-1-1 0 0 0,0 1 0 0 0,0 1-1 0 0,0-1 1 0 0,0 1 0 0 0,-1 0-1 0 0,1 0 1 0 0,-1 0 0 0 0,1 1 0 0 0,-9-2-1 0 0,-71-5 873 0 0,61 8-841 0 0,0 0 0 0 0,0 2 0 0 0,-1 1 0 0 0,1 0 1 0 0,1 2-1 0 0,-29 9 0 0 0,44-12-221 0 0,1 1 1 0 0,-1 0-1 0 0,1 0 1 0 0,0 0-1 0 0,0 1 0 0 0,0 0 1 0 0,0 0-1 0 0,1 1 1 0 0,-1 0-1 0 0,1 0 1 0 0,1 0-1 0 0,-1 1 0 0 0,1 0 1 0 0,0 0-1 0 0,0 1 1 0 0,0-1-1 0 0,1 1 1 0 0,0 0-1 0 0,1 0 1 0 0,-1 0-1 0 0,2 0 0 0 0,-5 14 1 0 0,6-16-22 0 0,1 0-1 0 0,0 1 1 0 0,0-1 0 0 0,0 0 0 0 0,1 0 0 0 0,-1 0-1 0 0,1 0 1 0 0,0 0 0 0 0,1 0 0 0 0,-1 0-1 0 0,1 0 1 0 0,0 0 0 0 0,0 0 0 0 0,1-1 0 0 0,-1 1-1 0 0,1-1 1 0 0,0 0 0 0 0,0 1 0 0 0,1-2-1 0 0,-1 1 1 0 0,1 0 0 0 0,6 5 0 0 0,9 6 12 0 0,1-1 0 0 0,1 0 0 0 0,34 16 1 0 0,-30-17-3 0 0,70 34 23 0 0,34 19 9 0 0,-112-56-61 0 0,0 1 0 0 0,-1 0 0 0 0,0 2 0 0 0,28 27 0 0 0,-43-39 10 0 0,0 0 1 0 0,1 0 0 0 0,-1 0 0 0 0,0 1-1 0 0,1-1 1 0 0,-1 0 0 0 0,0 1 0 0 0,0-1 0 0 0,0 1-1 0 0,0-1 1 0 0,-1 1 0 0 0,1-1 0 0 0,0 1 0 0 0,-1 0-1 0 0,1 0 1 0 0,-1-1 0 0 0,1 1 0 0 0,-1 0-1 0 0,0-1 1 0 0,1 1 0 0 0,-1 0 0 0 0,0 0 0 0 0,0 0-1 0 0,-1-1 1 0 0,1 1 0 0 0,0 0 0 0 0,-1 0 0 0 0,1-1-1 0 0,-1 1 1 0 0,1 0 0 0 0,-1-1 0 0 0,0 1 0 0 0,1 0-1 0 0,-1-1 1 0 0,0 1 0 0 0,0-1 0 0 0,0 0-1 0 0,-1 1 1 0 0,1-1 0 0 0,0 0 0 0 0,0 1 0 0 0,-1-1-1 0 0,1 0 1 0 0,-1 0 0 0 0,1 0 0 0 0,-1 0 0 0 0,1-1-1 0 0,-1 1 1 0 0,1 0 0 0 0,-1 0 0 0 0,-3 0-1 0 0,-8 4 72 0 0,-1-1-1 0 0,1 0 1 0 0,-1-1-1 0 0,0 0 0 0 0,-16 1 1 0 0,-25-2 562 0 0,-95-7 0 0 0,25-1 1368 0 0,104 1-2023 0 0</inkml:trace>
</inkml:ink>
</file>

<file path=ppt/ink/ink22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03:53.8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447 31 280 0 0,'0'0'9815'0'0,"-3"-4"-9414"0"0,-1 1-302 0 0,-1 0-1 0 0,1 0 0 0 0,-1 0 1 0 0,0 1-1 0 0,0 0 0 0 0,0 0 1 0 0,0 0-1 0 0,0 0 0 0 0,0 1 1 0 0,0 0-1 0 0,-1 0 0 0 0,1 0 1 0 0,0 1-1 0 0,-1 0 0 0 0,1 0 1 0 0,-9 1-1 0 0,1 0 38 0 0,0 0 1 0 0,0 1-1 0 0,0 0 0 0 0,0 1 1 0 0,1 0-1 0 0,-20 9 1 0 0,30-11-118 0 0,-1 1 1 0 0,1-1 0 0 0,0 1 0 0 0,0 0 0 0 0,-1 0 0 0 0,1 0 0 0 0,1 1 0 0 0,-1-1 0 0 0,0 0 0 0 0,0 1 0 0 0,1-1 0 0 0,-1 1 0 0 0,1-1 0 0 0,0 1 0 0 0,0 0 0 0 0,0-1 0 0 0,0 1 0 0 0,0 0 0 0 0,1 0 0 0 0,-1 0-1 0 0,1 0 1 0 0,0 0 0 0 0,0 0 0 0 0,0 0 0 0 0,0-1 0 0 0,0 1 0 0 0,1 0 0 0 0,0 3 0 0 0,2 13 24 0 0,2 0 0 0 0,0 0 0 0 0,9 22 1 0 0,-4-13-80 0 0,-8-22 20 0 0,0 1 0 0 0,0-1 0 0 0,-1 1 0 0 0,0 0-1 0 0,0-1 1 0 0,0 1 0 0 0,-1 0 0 0 0,0 0 0 0 0,-1-1 0 0 0,1 1 0 0 0,-1 0 0 0 0,-1 0 0 0 0,-1 6 0 0 0,1-8 12 0 0,0-1 0 0 0,-1 1 0 0 0,0-1 0 0 0,1 0 0 0 0,-1 0 0 0 0,-1 0 0 0 0,1 0-1 0 0,0-1 1 0 0,-1 1 0 0 0,0-1 0 0 0,0 0 0 0 0,0 0 0 0 0,0-1 0 0 0,0 1 0 0 0,-1-1 0 0 0,1 0-1 0 0,-1 0 1 0 0,-4 2 0 0 0,-3 1 22 0 0,1-1-1 0 0,-1 0 1 0 0,0-1 0 0 0,0 0-1 0 0,0-1 1 0 0,0 0 0 0 0,-1-1-1 0 0,1 0 1 0 0,-1-1-1 0 0,1 0 1 0 0,-18-4 0 0 0,29 4-76 0 0,1 0 0 0 0,-1 0 0 0 0,1 0 0 0 0,-1 0 0 0 0,1 0 0 0 0,-1 0 0 0 0,1 0 0 0 0,-1 0 0 0 0,1 0 0 0 0,-1 0 0 0 0,1 0 0 0 0,-1 0 0 0 0,1-1 0 0 0,-1 1 0 0 0,1 0 0 0 0,-1 0 0 0 0,1-1 0 0 0,-1 1 0 0 0,1 0 0 0 0,0-1 0 0 0,-1 1 0 0 0,1 0 0 0 0,0-1 0 0 0,-1 1 0 0 0,1-1 0 0 0,0 1 0 0 0,-1 0 0 0 0,1-1 0 0 0,0 1 0 0 0,0-1 0 0 0,0 1 0 0 0,-1-1 0 0 0,1 1 0 0 0,0-1 0 0 0,0 1 1 0 0,0-1-1 0 0,0 1 0 0 0,0-1 0 0 0,0 1 0 0 0,0-1 0 0 0,0 1 0 0 0,0-1 0 0 0,0 1 0 0 0,0-1 0 0 0,0 1 0 0 0,0-1 0 0 0,0 1 0 0 0,1-1 0 0 0,-1 1 0 0 0,0-1 0 0 0,0 1 0 0 0,1-1 0 0 0,19-19-4863 0 0,-18 19 4357 0 0,9-10-2415 0 0</inkml:trace>
</inkml:ink>
</file>

<file path=ppt/ink/ink22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03:54.2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183 9 492 0 0,'16'-8'9291'0'0,"-19"22"-6346"0"0,-4 8-3554 0 0,-15 52 1886 0 0,-18 114 1 0 0,-8 29-834 0 0,45-210-749 0 0,0-1-1 0 0,0 0 1 0 0,0 0 0 0 0,-1 0-1 0 0,0 0 1 0 0,0 0 0 0 0,-10 9-1 0 0,5-5-963 0 0,-5-2-953 0 0,7-7-1762 0 0,-4-1 1060 0 0</inkml:trace>
</inkml:ink>
</file>

<file path=ppt/ink/ink22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03:54.9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0 273 360 0 0,'54'-6'1733'0'0,"-2"-2"0"0"0,1-3 1 0 0,58-19-1 0 0,-109 29-1257 0 0,-5 2-177 0 0,0-1-1 0 0,1 1 1 0 0,-1 0-1 0 0,1-1 0 0 0,-1 1 1 0 0,1 0-1 0 0,0 0 1 0 0,-1 1-1 0 0,1-1 0 0 0,-3 3 1 0 0,-2 0-233 0 0,0 0 1 0 0,1 1-1 0 0,0 0 1 0 0,0 0-1 0 0,0 1 1 0 0,1 0-1 0 0,-1 0 1 0 0,1 0-1 0 0,1 0 1 0 0,-1 1 0 0 0,1 0-1 0 0,0 0 1 0 0,-4 11-1 0 0,3-3-56 0 0,5-14-17 0 0,-1-1 0 0 0,1 0 0 0 0,0 1 1 0 0,-1-1-1 0 0,1 1 0 0 0,0-1 0 0 0,-1 1 0 0 0,1-1 0 0 0,0 1 0 0 0,0-1 1 0 0,-1 1-1 0 0,1 0 0 0 0,0-1 0 0 0,0 1 0 0 0,0-1 0 0 0,0 1 0 0 0,0-1 1 0 0,0 1-1 0 0,0 0 0 0 0,0-1 0 0 0,0 1 0 0 0,0-1 0 0 0,0 1 0 0 0,0-1 0 0 0,0 1 1 0 0,1 0-1 0 0,-1-1 0 0 0,0 1 0 0 0,0-1 0 0 0,0 1 0 0 0,1-1 0 0 0,-1 1 1 0 0,0-1-1 0 0,1 1 0 0 0,-1-1 0 0 0,1 0 0 0 0,-1 1 0 0 0,0-1 0 0 0,1 1 1 0 0,-1-1-1 0 0,1 0 0 0 0,-1 1 0 0 0,1-1 0 0 0,-1 0 0 0 0,1 0 0 0 0,-1 1 1 0 0,1-1-1 0 0,-1 0 0 0 0,1 0 0 0 0,0 0 0 0 0,-1 0 0 0 0,1 0 0 0 0,-1 0 1 0 0,1 0-1 0 0,0 0 0 0 0,-1 0 0 0 0,1 0 0 0 0,1 1-124 0 0,36-21-811 0 0,60-40 0 0 0,-95 58 944 0 0,0 0 1 0 0,0 1-1 0 0,0-1 0 0 0,0 1 1 0 0,1 0-1 0 0,-1 0 0 0 0,0 0 0 0 0,1 0 1 0 0,-1 0-1 0 0,1 1 0 0 0,-1 0 0 0 0,1-1 1 0 0,-1 1-1 0 0,5 1 0 0 0,53 11 99 0 0,-11-2-80 0 0,-26-7-28 0 0,0-2-1 0 0,0 0 1 0 0,0-2 0 0 0,0-1 0 0 0,-1 0 0 0 0,1-2 0 0 0,41-12 0 0 0,-52 12 102 0 0,-1-1-1 0 0,0 0 0 0 0,0-1 1 0 0,0-1-1 0 0,-1 0 1 0 0,0 0-1 0 0,-1-1 1 0 0,1 0-1 0 0,-1-1 1 0 0,-1 0-1 0 0,0-1 1 0 0,0 0-1 0 0,-1 0 0 0 0,0-1 1 0 0,11-20-1 0 0,-12 18 556 0 0,0-1-1 0 0,-1 0 1 0 0,-1 0-1 0 0,0 0 0 0 0,-1 0 1 0 0,2-18-1 0 0,-6 31-366 0 0,3-6 11 0 0,-3 7-273 0 0,0 0 1 0 0,0 0 0 0 0,0 1 0 0 0,0-1-1 0 0,0 0 1 0 0,0 0 0 0 0,0 0 0 0 0,0 0 0 0 0,0 0-1 0 0,0 0 1 0 0,0 0 0 0 0,0 0 0 0 0,0 0-1 0 0,0 1 1 0 0,0-1 0 0 0,0 0 0 0 0,0 0 0 0 0,0 0-1 0 0,0 0 1 0 0,0 0 0 0 0,0 0 0 0 0,0 0 0 0 0,1 0-1 0 0,-1 0 1 0 0,0 0 0 0 0,0 0 0 0 0,0 0-1 0 0,0 0 1 0 0,0 0 0 0 0,0 0 0 0 0,0 0 0 0 0,0 0-1 0 0,0 0 1 0 0,1 0 0 0 0,-1 0 0 0 0,0 0-1 0 0,0 0 1 0 0,0 0 0 0 0,0 0 0 0 0,0 0 0 0 0,6 221 244 0 0,-10-159-2160 0 0,3-59 1083 0 0,1 0-1 0 0,-1 0 1 0 0,0 0 0 0 0,1 0 0 0 0,-2 0-1 0 0,1-1 1 0 0,0 1 0 0 0,0 0 0 0 0,-1-1-1 0 0,-1 4 1 0 0</inkml:trace>
</inkml:ink>
</file>

<file path=ppt/ink/ink22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03:55.2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75 1252 0 0,'9'-11'1923'0'0,"1"2"1"0"0,1-1-1 0 0,0 2 0 0 0,16-11 0 0 0,3 3-249 0 0,1 15-2830 0 0,-30 1 883 0 0,-1 0 0 0 0,1 0 1 0 0,0 0-1 0 0,-1 0 0 0 0,1 0 0 0 0,0 0 1 0 0,-1 1-1 0 0,1-1 0 0 0,0 0 0 0 0,-1 0 0 0 0,1 1 1 0 0,-1-1-1 0 0,1 0 0 0 0,0 1 0 0 0,-1-1 1 0 0,1 0-1 0 0,-1 1 0 0 0,1-1 0 0 0,-1 1 1 0 0,1-1-1 0 0,-1 1 0 0 0,1 0 0 0 0,0 6-2603 0 0</inkml:trace>
</inkml:ink>
</file>

<file path=ppt/ink/ink22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03:59.6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421 57 696 0 0,'0'0'747'0'0,"-1"-17"1865"0"0,0 15-2431 0 0,-1 0 1 0 0,1 0-1 0 0,0 0 1 0 0,0-1-1 0 0,-1 1 0 0 0,0 0 1 0 0,1 0-1 0 0,-1 1 1 0 0,0-1-1 0 0,0 0 1 0 0,0 1-1 0 0,0-1 0 0 0,0 1 1 0 0,0-1-1 0 0,0 1 1 0 0,0 0-1 0 0,-4-1 0 0 0,0 0-39 0 0,0 0 0 0 0,1 1 0 0 0,-1 0 0 0 0,0 0 0 0 0,0 1 0 0 0,0-1 0 0 0,-8 2 1 0 0,-12 2-108 0 0,1 0 1 0 0,-44 14 0 0 0,49-12 232 0 0,-6 2-163 0 0,0 0 0 0 0,-27 13-1 0 0,46-17-84 0 0,1 0-1 0 0,0 0 0 0 0,0 0 0 0 0,0 1 0 0 0,0 0 0 0 0,0 0 1 0 0,1 1-1 0 0,0-1 0 0 0,0 1 0 0 0,0 0 0 0 0,1 1 1 0 0,-1-1-1 0 0,-4 10 0 0 0,8-13-5 0 0,0 1 0 0 0,1 0-1 0 0,-1 0 1 0 0,1 0 0 0 0,-1 0 0 0 0,1 0 0 0 0,0 0 0 0 0,0 0-1 0 0,1 0 1 0 0,-1-1 0 0 0,0 1 0 0 0,1 0 0 0 0,0 0 0 0 0,0 0-1 0 0,0 0 1 0 0,0-1 0 0 0,0 1 0 0 0,0 0 0 0 0,1-1 0 0 0,0 1 0 0 0,-1-1-1 0 0,1 0 1 0 0,0 1 0 0 0,0-1 0 0 0,0 0 0 0 0,0 0 0 0 0,4 2-1 0 0,5 7 43 0 0,1-1-1 0 0,0-1 0 0 0,23 13 0 0 0,100 46 223 0 0,-98-52-164 0 0,0 1 0 0 0,-2 2 0 0 0,0 2 0 0 0,50 39-1 0 0,-82-57-106 0 0,0-1-1 0 0,-1 0 1 0 0,1 1-1 0 0,-1-1 1 0 0,0 1-1 0 0,1 0 0 0 0,-1 0 1 0 0,0-1-1 0 0,-1 1 1 0 0,1 1-1 0 0,0-1 1 0 0,-1 0-1 0 0,0 0 1 0 0,2 6-1 0 0,-3-8-3 0 0,0 0 1 0 0,0 0-1 0 0,-1 0 1 0 0,1 0-1 0 0,0 0 1 0 0,0 0-1 0 0,0 0 1 0 0,-1 0-1 0 0,1-1 1 0 0,0 1-1 0 0,-1 0 1 0 0,1 0-1 0 0,-1 0 0 0 0,1 0 1 0 0,-1 0-1 0 0,1-1 1 0 0,-1 1-1 0 0,0 0 1 0 0,1 0-1 0 0,-2 0 1 0 0,-1 1 8 0 0,1-1 0 0 0,-1 1 0 0 0,0-1 0 0 0,0 1 1 0 0,0-1-1 0 0,1 0 0 0 0,-1-1 0 0 0,0 1 0 0 0,-5 0 1 0 0,-29 3 428 0 0,0-1 1 0 0,1-3-1 0 0,-1 0 1 0 0,0-3-1 0 0,-62-12 1 0 0,81 9-1018 0 0,17-2-1692 0 0,23-5-3595 0 0</inkml:trace>
</inkml:ink>
</file>

<file path=ppt/ink/ink22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04:00.6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951 7 16 0 0,'0'-6'9077'0'0,"-33"22"-8553"0"0,-52 34 0 0 0,17-10-85 0 0,-14 12 296 0 0,-82 67-1 0 0,22-15 86 0 0,-199 134 1908 0 0,307-216-2078 0 0,32-21-614 0 0,21-7-1330 0 0,-1-2-1 0 0,-1 1 1 0 0,25-16 0 0 0,-3 0-4744 0 0,-28 14 3186 0 0</inkml:trace>
</inkml:ink>
</file>

<file path=ppt/ink/ink22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04:01.2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1 832 0 0,'0'0'4836'0'0,"5"3"-4457"0"0,55 34 495 0 0,73 62 0 0 0,-7-4-316 0 0,83 36 178 0 0,-16-11-231 0 0,-54-26-139 0 0,367 238 796 0 0,-490-322-1145 0 0,6 3 39 0 0,-17-9-3771 0 0,-50-14 883 0 0,5-1 216 0 0</inkml:trace>
</inkml:ink>
</file>

<file path=ppt/ink/ink22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04:02.0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128 0 572 0 0,'0'1'8061'0'0,"-7"17"-7799"0"0,-107 243 2989 0 0,110-253-2073 0 0,2-9-495 0 0,3-22-333 0 0,12-40-433 0 0,-1 31 77 0 0,0 1-1 0 0,27-45 1 0 0,-38 75 2 0 0,-1 1 0 0 0,0-1 0 0 0,1 1 0 0 0,-1-1 0 0 0,1 1 0 0 0,-1 0 1 0 0,1-1-1 0 0,-1 1 0 0 0,1 0 0 0 0,-1 0 0 0 0,1-1 0 0 0,0 1 0 0 0,-1 0 1 0 0,1 0-1 0 0,-1 0 0 0 0,1 0 0 0 0,0 0 0 0 0,-1-1 0 0 0,1 1 0 0 0,-1 0 0 0 0,1 0 1 0 0,0 1-1 0 0,-1-1 0 0 0,1 0 0 0 0,-1 0 0 0 0,1 0 0 0 0,0 0 0 0 0,-1 0 1 0 0,1 1-1 0 0,-1-1 0 0 0,1 0 0 0 0,-1 0 0 0 0,1 1 0 0 0,-1-1 0 0 0,1 1 0 0 0,-1-1 1 0 0,1 0-1 0 0,-1 1 0 0 0,1-1 0 0 0,-1 1 0 0 0,0-1 0 0 0,1 2 0 0 0,19 21-9 0 0,-18-21 3 0 0,48 75-78 0 0,12 17-155 0 0,-55-85 212 0 0,1 0 0 0 0,0 0 0 0 0,0-1 0 0 0,1 0 1 0 0,0 0-1 0 0,0-1 0 0 0,11 6 0 0 0,-18-12 55 0 0,-1-1 0 0 0,0 1 0 0 0,0 0 0 0 0,0-1 0 0 0,0 0 0 0 0,0 1 0 0 0,0-1 0 0 0,1 0 0 0 0,-1 1 0 0 0,0-1 0 0 0,0 0 0 0 0,1 0 0 0 0,-1 0 0 0 0,0 0 0 0 0,0 0 0 0 0,0-1 0 0 0,1 1 0 0 0,-1 0 0 0 0,0 0 0 0 0,0-1 0 0 0,0 1 0 0 0,0-1-1 0 0,1 1 1 0 0,0-1 0 0 0,0-1 24 0 0,1 0 0 0 0,-1 0-1 0 0,0-1 1 0 0,0 1 0 0 0,0 0-1 0 0,0-1 1 0 0,0 1 0 0 0,0-1-1 0 0,2-4 1 0 0,3-9 225 0 0,-1 0-1 0 0,9-33 1 0 0,-11 33-19 0 0,11-44 487 0 0,-9 35-260 0 0,1 0 0 0 0,10-27 0 0 0,-16 50-629 0 0,0 0-1 0 0,-1 1 1 0 0,1-1-1 0 0,0 1 1 0 0,0-1-1 0 0,-1 1 1 0 0,1-1-1 0 0,0 1 1 0 0,1 0 0 0 0,-1 0-1 0 0,0-1 1 0 0,0 1-1 0 0,0 0 1 0 0,1 0-1 0 0,-1 0 1 0 0,1 0 0 0 0,-1 0-1 0 0,2 0 1 0 0,8 4-3037 0 0,1 1-2254 0 0,-1 2 1852 0 0</inkml:trace>
</inkml:ink>
</file>

<file path=ppt/ink/ink22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04:02.4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5 145 768 0 0,'6'13'3670'0'0,"-4"1"-2561"0"0,2 10-38 0 0,-2-1-1 0 0,0 1 1 0 0,-2 0-1 0 0,0 0 1 0 0,-6 39-1 0 0,6-63-1007 0 0,0 0-1 0 0,0 0 0 0 0,0 0 0 0 0,0-1 0 0 0,0 1 0 0 0,-1 0 0 0 0,1 0 0 0 0,0 0 0 0 0,0 0 0 0 0,0 0 1 0 0,0 0-1 0 0,0 0 0 0 0,0-1 497 0 0,0 1-497 0 0,0 0 0 0 0,0 0 0 0 0,-1 0 0 0 0,1 0 0 0 0,0 0 0 0 0,0 0 1 0 0,0 0-1 0 0,0 0 0 0 0,0 0 0 0 0,0 0 0 0 0,0 0 0 0 0,0 0 0 0 0,0 0 0 0 0,-1 0 0 0 0,1 0 0 0 0,0 0 1 0 0,0 0-1 0 0,0 0 0 0 0,0 0 0 0 0,0 0 0 0 0,0 0 0 0 0,0 0 0 0 0,0 0 0 0 0,0 0 0 0 0,-1 0 1 0 0,1 0-1 0 0,0 0 0 0 0,0 0 373 0 0,0 1-373 0 0,-5-19 650 0 0,0-31-660 0 0,8 30 13 0 0,0 0 0 0 0,1 1 0 0 0,1-1 0 0 0,1 1 1 0 0,1-1-1 0 0,1 2 0 0 0,0-1 0 0 0,1 1 0 0 0,20-28 0 0 0,-24 38-59 0 0,1 0 1 0 0,0 1-1 0 0,0-1 0 0 0,0 1 0 0 0,1 1 0 0 0,0-1 0 0 0,0 1 0 0 0,0 0 0 0 0,0 1 0 0 0,14-6 0 0 0,-15 8-11 0 0,-1 0-1 0 0,1 1 1 0 0,-1-1-1 0 0,1 2 1 0 0,0-1-1 0 0,0 0 0 0 0,0 1 1 0 0,0 0-1 0 0,-1 1 1 0 0,1-1-1 0 0,0 1 0 0 0,0 0 1 0 0,-1 1-1 0 0,1-1 1 0 0,-1 1-1 0 0,1 0 0 0 0,6 4 1 0 0,-9-5 0 0 0,0 1 1 0 0,0-1-1 0 0,0 1 1 0 0,0 0-1 0 0,0 0 1 0 0,0 0-1 0 0,-1 0 0 0 0,1 0 1 0 0,-1 1-1 0 0,0-1 1 0 0,1 1-1 0 0,-1-1 1 0 0,0 1-1 0 0,-1 0 1 0 0,1 0-1 0 0,1 3 0 0 0,-2-3 0 0 0,0-1 0 0 0,-1 1 0 0 0,0-1-1 0 0,1 1 1 0 0,-1-1 0 0 0,0 1-1 0 0,0 0 1 0 0,0-1 0 0 0,-1 1 0 0 0,1-1-1 0 0,-1 1 1 0 0,1-1 0 0 0,-1 1 0 0 0,0-1-1 0 0,0 1 1 0 0,-2 3 0 0 0,-1 1-3 0 0,-1 1 1 0 0,-1-1-1 0 0,1 0 1 0 0,-1 0-1 0 0,0-1 1 0 0,-1 0-1 0 0,1 0 1 0 0,-1 0-1 0 0,-1-1 1 0 0,-11 7 0 0 0,-47 17-133 0 0,2-1-1656 0 0,28-2-3138 0 0</inkml:trace>
</inkml:ink>
</file>

<file path=ppt/ink/ink22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04:02.8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22 68 0 0,'0'0'2540'0'0,"9"32"2541"0"0,50 126-1267 0 0,-51-140-3433 0 0,20 24 794 0 0,-16-25-65 0 0,-11-16-369 0 0,2-2-659 0 0,-1 0-1 0 0,1 0 1 0 0,0 0-1 0 0,-1 0 1 0 0,1 0-1 0 0,0-1 1 0 0,-1 1-1 0 0,1-1 1 0 0,-1 1 0 0 0,0-1-1 0 0,0 0 1 0 0,0 0-1 0 0,0 0 1 0 0,4-5-1 0 0,27-36 707 0 0,-29 37-665 0 0,44-57 892 0 0,-17 23-681 0 0,33-57 0 0 0,-64 97-536 0 0,0-1-1 0 0,0 0 1 0 0,0 1-1 0 0,0-1 1 0 0,1 0 0 0 0,-1 1-1 0 0,0-1 1 0 0,1 1-1 0 0,-1-1 1 0 0,0 0 0 0 0,1 1-1 0 0,-1-1 1 0 0,1 1-1 0 0,-1-1 1 0 0,1 1 0 0 0,-1-1-1 0 0,1 1 1 0 0,-1 0-1 0 0,1-1 1 0 0,-1 1 0 0 0,1 0-1 0 0,0-1 1 0 0,-1 1-1 0 0,1 0 1 0 0,0 0-1 0 0,-1-1 1 0 0,1 1 0 0 0,0 0-1 0 0,-1 0 1 0 0,1 0-1 0 0,0 0 1 0 0,-1 0 0 0 0,1 0-1 0 0,0 0 1 0 0,9 0-4997 0 0</inkml:trace>
</inkml:ink>
</file>

<file path=ppt/ink/ink22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04:03.2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0 120 752 0 0,'3'3'507'0'0,"0"0"0"0"0,-1 1 0 0 0,1-1 0 0 0,-1 1 0 0 0,0-1 0 0 0,0 1 0 0 0,0 0 0 0 0,-1-1 0 0 0,1 1 0 0 0,-1 0 0 0 0,0 0 0 0 0,0 0 0 0 0,0 0 0 0 0,-1 1 0 0 0,1 4 0 0 0,-2 73 1068 0 0,-1-40-544 0 0,5 66 654 0 0,-3-106-1490 0 0,-1 7 2122 0 0,0-9-2239 0 0,-1-13-14 0 0,0-1 0 0 0,1 0 1 0 0,1 0-1 0 0,0 0 0 0 0,0 0 0 0 0,2 0 0 0 0,0 0 0 0 0,0 0 0 0 0,1 1 0 0 0,1-1 0 0 0,0 1 0 0 0,1 0 0 0 0,0 0 0 0 0,1 0 0 0 0,1 1 0 0 0,0 0 0 0 0,12-16 0 0 0,-9 14-57 0 0,1-1-1 0 0,1 1 1 0 0,0 1 0 0 0,1 0 0 0 0,0 1 0 0 0,1 0-1 0 0,0 1 1 0 0,1 1 0 0 0,0 0 0 0 0,1 1 0 0 0,0 1-1 0 0,0 0 1 0 0,26-8 0 0 0,-33 14-15 0 0,1 0 1 0 0,-1 1 0 0 0,1 0-1 0 0,-1 1 1 0 0,11 0-1 0 0,-17 0 1 0 0,0 0 0 0 0,-1 0 0 0 0,1 1 0 0 0,-1-1 0 0 0,1 0 0 0 0,0 1 0 0 0,-1-1 0 0 0,1 1-1 0 0,-1 0 1 0 0,0 0 0 0 0,1 0 0 0 0,-1 0 0 0 0,0 0 0 0 0,1 1 0 0 0,-1-1 0 0 0,0 1 0 0 0,0-1-1 0 0,0 1 1 0 0,0 0 0 0 0,0 0 0 0 0,-1 0 0 0 0,3 3 0 0 0,-4-4 7 0 0,0 0 0 0 0,0 0 0 0 0,0 0 1 0 0,0 0-1 0 0,0 0 0 0 0,-1 0 0 0 0,1 0 0 0 0,0 0 1 0 0,0 0-1 0 0,-1 0 0 0 0,1 0 0 0 0,-1 0 0 0 0,1 0 1 0 0,-1 0-1 0 0,1 0 0 0 0,-1-1 0 0 0,0 1 0 0 0,1 0 1 0 0,-1 0-1 0 0,0-1 0 0 0,1 1 0 0 0,-1 0 0 0 0,0-1 1 0 0,0 1-1 0 0,0 0 0 0 0,0-1 0 0 0,0 1 0 0 0,0-1 0 0 0,0 0 1 0 0,0 1-1 0 0,0-1 0 0 0,-1 0 0 0 0,-37 14-49 0 0,-3-5-1046 0 0,-64 6 0 0 0,79-14-2624 0 0,-48-3 0 0 0,29-4-283 0 0</inkml:trace>
</inkml:ink>
</file>

<file path=ppt/ink/ink22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04:06.0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474 83 11201 0 0,'2'0'75'0'0,"0"-1"0"0"0,0 0 0 0 0,0 0 0 0 0,0 1 1 0 0,0-1-1 0 0,0-1 0 0 0,0 1 0 0 0,0 0 0 0 0,0 0 0 0 0,0-1 0 0 0,-1 1 0 0 0,1-1 0 0 0,2-2 0 0 0,-3 3 345 0 0,-1-2-207 0 0,-1 0 1 0 0,1-1 0 0 0,-1 1-1 0 0,0 0 1 0 0,0 0-1 0 0,0 0 1 0 0,0 0 0 0 0,0 0-1 0 0,-1 0 1 0 0,1 0 0 0 0,-1 0-1 0 0,-2-3 1 0 0,-6 2-127 0 0,0 0 1 0 0,0 1-1 0 0,0 0 1 0 0,-1 1-1 0 0,1 0 0 0 0,0 1 1 0 0,-1 0-1 0 0,1 0 1 0 0,-1 1-1 0 0,0 1 1 0 0,1-1-1 0 0,-1 2 0 0 0,1 0 1 0 0,-18 5-1 0 0,-12 4-28 0 0,1 2-1 0 0,-56 27 0 0 0,89-37-56 0 0,0 0 0 0 0,0 1 0 0 0,0-1 0 0 0,1 1 1 0 0,-1 0-1 0 0,1 1 0 0 0,0-1 0 0 0,0 1 0 0 0,-7 9 0 0 0,11-12-6 0 0,-1 1 0 0 0,1-1 1 0 0,-1 1-1 0 0,1-1 0 0 0,0 1 0 0 0,0 0 0 0 0,0 0 0 0 0,0 0 0 0 0,0-1 1 0 0,1 1-1 0 0,-1 0 0 0 0,1 0 0 0 0,0 0 0 0 0,0 0 0 0 0,0 0 0 0 0,0 0 0 0 0,1 0 1 0 0,-1 0-1 0 0,1 0 0 0 0,0 0 0 0 0,-1-1 0 0 0,1 1 0 0 0,1 0 0 0 0,2 5 1 0 0,9 12-95 0 0,1 0 0 0 0,1 0 1 0 0,1-1-1 0 0,0-1 0 0 0,37 30 1 0 0,-29-27-321 0 0,0 2 0 0 0,31 38 1 0 0,-54-60 402 0 0,-1 0 0 0 0,1 0 0 0 0,0 0 0 0 0,-1-1 1 0 0,1 1-1 0 0,0 0 0 0 0,-1 0 0 0 0,1 0 0 0 0,-1 0 1 0 0,1 0-1 0 0,-1 0 0 0 0,0 0 0 0 0,1 0 0 0 0,-1 0 0 0 0,0 0 1 0 0,0 0-1 0 0,0 0 0 0 0,0 0 0 0 0,0 0 0 0 0,0 0 1 0 0,0 0-1 0 0,0 1 0 0 0,0-1 0 0 0,0 0 0 0 0,0 0 0 0 0,-1 0 1 0 0,1 0-1 0 0,-1 0 0 0 0,0 1 0 0 0,0-1 11 0 0,-1 1-1 0 0,1-1 1 0 0,-1 0-1 0 0,0 0 1 0 0,1 0-1 0 0,-1 0 1 0 0,0 0-1 0 0,0 0 1 0 0,0-1-1 0 0,0 1 1 0 0,0-1-1 0 0,0 1 1 0 0,0-1-1 0 0,-3 1 1 0 0,-12 0 105 0 0,-1 0 0 0 0,-31-4 0 0 0,40 2-68 0 0,-22-2 155 0 0,1-3 0 0 0,-48-13 0 0 0,31 6-448 0 0,45 13-88 0 0,38 3-9073 0 0,-18 0 6393 0 0</inkml:trace>
</inkml:ink>
</file>

<file path=ppt/ink/ink22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04:06.4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62 42 696 0 0,'4'-15'2547'0'0,"5"-12"8998"0"0,-9 35-11200 0 0,-4 29 69 0 0,0 20 595 0 0,-23 111 1 0 0,7-106-1101 0 0,0-1-5696 0 0</inkml:trace>
</inkml:ink>
</file>

<file path=ppt/ink/ink22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04:06.9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0 692 0 0,'17'2'9585'0'0,"9"7"-6171"0"0,-2-1-3169 0 0,31 2 30 0 0,0-3-1 0 0,0-3 1 0 0,77-3 0 0 0,-20 0-90 0 0,677 40 552 0 0,-752-37-683 0 0,-5 0 137 0 0,58-1 1 0 0,-90-3-189 0 0,0 0 0 0 0,0 0 0 0 0,1 0 0 0 0,-1 0 0 0 0,0 0 1 0 0,0 0-1 0 0,0 0 0 0 0,0 0 0 0 0,1 0 0 0 0,-1 0 0 0 0,0 0 1 0 0,0 0-1 0 0,0-1 0 0 0,1 1 0 0 0,-1 0 0 0 0,0 0 0 0 0,0 0 1 0 0,0 0-1 0 0,0 0 0 0 0,0 0 0 0 0,1 0 0 0 0,-1-1 0 0 0,0 1 1 0 0,0 0-1 0 0,0 0 0 0 0,0 0 0 0 0,0 0 0 0 0,0-1 0 0 0,0 1 1 0 0,0 0-1 0 0,0 0 0 0 0,0 0 0 0 0,1 0 0 0 0,-1-1 0 0 0,0 1 1 0 0,0 0-1 0 0,0 0 0 0 0,0 0 0 0 0,0-1 0 0 0,0 1 0 0 0,0 0 1 0 0,0 0-1 0 0,-1 0 0 0 0,1 0 0 0 0,0-1 0 0 0,0 1 0 0 0,0 0 1 0 0,0 0-1 0 0,0 0 0 0 0,0-1 0 0 0,0 1 0 0 0,0 0 1 0 0,0 0-1 0 0,0 0 0 0 0,-1 0 0 0 0,1 0 0 0 0,0-1 0 0 0,0 1 1 0 0,0 0-1 0 0,0 0 0 0 0,0 0 0 0 0,-1 0 0 0 0,1 0 0 0 0,0 0 1 0 0,0 0-1 0 0,0 0 0 0 0,-1 0 0 0 0,-20-18 78 0 0,14 14-66 0 0,1-1 0 0 0,-1 1 0 0 0,0 1 0 0 0,0 0 0 0 0,-14-5 0 0 0,-11-7-303 0 0,36 17 269 0 0,-1 0 1 0 0,1 0 0 0 0,-1 0 0 0 0,1 0 0 0 0,-1 1 0 0 0,0 0 0 0 0,0 0 0 0 0,0 0-1 0 0,0 0 1 0 0,0 0 0 0 0,-1 0 0 0 0,0 1 0 0 0,1-1 0 0 0,-1 1 0 0 0,-1 0 0 0 0,1-1 0 0 0,0 1-1 0 0,-1 0 1 0 0,0 0 0 0 0,0 0 0 0 0,0 0 0 0 0,0 1 0 0 0,-1-1 0 0 0,0 0 0 0 0,1 0 0 0 0,-2 0-1 0 0,1 0 1 0 0,0 0 0 0 0,-1 1 0 0 0,0-1 0 0 0,0 0 0 0 0,0 0 0 0 0,0 0 0 0 0,-1 0-1 0 0,1-1 1 0 0,-1 1 0 0 0,0 0 0 0 0,0-1 0 0 0,0 1 0 0 0,-4 3 0 0 0,1 0-337 0 0,-1 0 0 0 0,-1-1 0 0 0,0 1 0 0 0,1-1 0 0 0,-2 0 0 0 0,-8 5 0 0 0,-28 14-6024 0 0,21-14 2506 0 0</inkml:trace>
</inkml:ink>
</file>

<file path=ppt/ink/ink22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04:09.0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72 79 144 0 0,'0'0'14274'0'0,"2"0"-14284"0"0,6 1 9 0 0,-6-1 87 0 0,-9 1-66 0 0,1 0 0 0 0,-1-1 0 0 0,1 0 0 0 0,-1-1 0 0 0,0 0 0 0 0,1 0 0 0 0,-7-2 0 0 0,10 2-8 0 0,2 0-4 0 0,-3-7 3 0 0,4 7-7 0 0,-1-1 1 0 0,0 1-1 0 0,1-1 1 0 0,-1 1-1 0 0,1-1 1 0 0,0 1-1 0 0,-1-1 0 0 0,1 1 1 0 0,0-1-1 0 0,0 0 1 0 0,0 1-1 0 0,0-1 0 0 0,0 1 1 0 0,0-1-1 0 0,0 0 1 0 0,1 1-1 0 0,-1-1 1 0 0,1 1-1 0 0,-1-1 0 0 0,1 1 1 0 0,-1-1-1 0 0,1 1 1 0 0,0 0-1 0 0,0-1 0 0 0,0 1 1 0 0,-1 0-1 0 0,1-1 1 0 0,1 1-1 0 0,-1 0 1 0 0,0 0-1 0 0,0 0 0 0 0,0 0 1 0 0,1 0-1 0 0,-1 0 1 0 0,0 0-1 0 0,1 1 0 0 0,-1-1 1 0 0,1 0-1 0 0,-1 1 1 0 0,3-2-1 0 0,3 0-10 0 0,-1 0 1 0 0,1 0-1 0 0,-1 0 0 0 0,1 1 1 0 0,0 0-1 0 0,0 0 0 0 0,0 1 1 0 0,13 0-1 0 0,-11 0-3 0 0,-6 0 5 0 0,0 0 0 0 0,0 0 0 0 0,-1 0-1 0 0,1 0 1 0 0,0 1 0 0 0,0-1 0 0 0,0 1-1 0 0,0-1 1 0 0,-1 1 0 0 0,1 0 0 0 0,0 0-1 0 0,0 1 1 0 0,-1-1 0 0 0,1 0-1 0 0,-1 1 1 0 0,0 0 0 0 0,5 3 0 0 0,-6-4 27 0 0,-4 2-16 0 0,-2 3 6 0 0,-14 11 58 0 0,14-16-63 0 0,4 0 1 0 0,-45 0 620 0 0,14 22-1081 0 0,31-22 412 0 0,-38 19-235 0 0,37-19 278 0 0,0-3-487 0 0,-6-5 482 0 0,4 4 7 0 0,0-4-4 0 0,3 5-6 0 0,16-24-124 0 0,-14 25 119 0 0,1 1-1 0 0,-1-1 1 0 0,0 0-1 0 0,1 1 1 0 0,-1 0-1 0 0,0-1 1 0 0,1 1 0 0 0,-1 0-1 0 0,0-1 1 0 0,1 1-1 0 0,-1 0 1 0 0,1 0-1 0 0,-1 0 1 0 0,0 1-1 0 0,1-1 1 0 0,-1 0-1 0 0,1 0 1 0 0,-1 1-1 0 0,0-1 1 0 0,1 1-1 0 0,-1-1 1 0 0,0 1-1 0 0,2 1 1 0 0,0-1-11 0 0,-5 13-19 0 0,2-13 49 0 0,0 0-1 0 0,0 0 1 0 0,0 0-1 0 0,0 0 1 0 0,0 0-1 0 0,0 0 1 0 0,0 0-1 0 0,-1 0 1 0 0,1 0-1 0 0,0 0 1 0 0,-1 0-1 0 0,1 0 1 0 0,-1 0-1 0 0,1 0 1 0 0,-1 0-1 0 0,1 0 1 0 0,-1 0-1 0 0,0 0 1 0 0,1-1-1 0 0,-1 1 1 0 0,0 0-1 0 0,1 0 1 0 0,-1-1-1 0 0,-1 2 1 0 0,1-2 67 0 0,0 1 1 0 0,0 0-1 0 0,0 0 1 0 0,0-1-1 0 0,0 1 1 0 0,0-1-1 0 0,-1 1 0 0 0,1-1 1 0 0,0 0-1 0 0,0 1 1 0 0,0-1-1 0 0,0 0 0 0 0,-1 0 1 0 0,1 1-1 0 0,0-1 1 0 0,0 0-1 0 0,0 0 1 0 0,-1-1-1 0 0,1 1 0 0 0,0 0 1 0 0,0 0-1 0 0,0 0 1 0 0,0-1-1 0 0,-1 1 1 0 0,1-1-1 0 0,-1 0 0 0 0,-2 0 30 0 0,1-5 308 0 0,-2-4-1248 0 0</inkml:trace>
</inkml:ink>
</file>

<file path=ppt/ink/ink22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04:09.8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1 168 0 0,'0'0'1403'0'0,"15"2"1436"0"0</inkml:trace>
</inkml:ink>
</file>

<file path=ppt/ink/ink22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04:10.5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145 9 132 0 0,'-7'-8'11703'0'0,"-108"327"-8933"0"0,97-268-2388 0 0,18-49-265 0 0,0 4-29 0 0,0-4-10 0 0,-1-5 362 0 0,-1-15-468 0 0,1-1 0 0 0,0 1 0 0 0,2-1 0 0 0,0 1 0 0 0,1-1 0 0 0,1 1 0 0 0,7-22 0 0 0,-8 28 5 0 0,2 1-1 0 0,0 0 0 0 0,0 0 0 0 0,1 0 0 0 0,0 1 0 0 0,0 0 0 0 0,2 0 0 0 0,-1 0 1 0 0,1 0-1 0 0,0 1 0 0 0,1 1 0 0 0,17-16 0 0 0,-23 23 15 0 0,1 0 0 0 0,-1 0-1 0 0,1 0 1 0 0,0 0 0 0 0,0 0 0 0 0,0 0-1 0 0,-1 1 1 0 0,1-1 0 0 0,0 1 0 0 0,0 0-1 0 0,0 0 1 0 0,0 0 0 0 0,0 0 0 0 0,0 1 0 0 0,-1-1-1 0 0,1 1 1 0 0,0 0 0 0 0,0-1 0 0 0,0 1-1 0 0,-1 0 1 0 0,1 1 0 0 0,0-1 0 0 0,-1 0-1 0 0,0 1 1 0 0,1 0 0 0 0,3 2 0 0 0,6 5-10 0 0,0 1 0 0 0,-1 0 1 0 0,16 18-1 0 0,118 137 608 0 0,-140-160-432 0 0,-2-1 48 0 0,-1-1 1 0 0,0 0 0 0 0,1-1-1 0 0,0 1 1 0 0,0 0-1 0 0,0-1 1 0 0,0 1 0 0 0,4 2-1 0 0,-5-6-157 0 0,-1 0-1 0 0,1 0 0 0 0,-1 0 1 0 0,0 0-1 0 0,0 0 0 0 0,1 0 1 0 0,-1 0-1 0 0,0 0 1 0 0,0-1-1 0 0,0 1 0 0 0,0 0 1 0 0,-1-1-1 0 0,1 1 0 0 0,0 0 1 0 0,0-1-1 0 0,-1 1 0 0 0,1-1 1 0 0,0-1-1 0 0,12-35 506 0 0,-12 34-470 0 0,27-114 886 0 0,-9 28-1554 0 0,-19 89 39 0 0,1-2-859 0 0,1-3 1585 0 0,2 30-14969 0 0</inkml:trace>
</inkml:ink>
</file>

<file path=ppt/ink/ink22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04:11.0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43 120 616 0 0,'0'0'2125'0'0,"14"20"2723"0"0,-7 249 946 0 0,-13-191-1824 0 0,3-83-3723 0 0,-5-7-155 0 0,1-1 0 0 0,0 0 0 0 0,1-1-1 0 0,0 0 1 0 0,2 0 0 0 0,-1 0 0 0 0,2 0-1 0 0,0-1 1 0 0,0 1 0 0 0,2-1 0 0 0,0 0-1 0 0,1-28 1 0 0,0 27-62 0 0,2 1 0 0 0,-1-1-1 0 0,2 1 1 0 0,0 0 0 0 0,1-1-1 0 0,0 2 1 0 0,1-1 0 0 0,1 0-1 0 0,0 1 1 0 0,1 0 0 0 0,0 1-1 0 0,16-22 1 0 0,-17 29-33 0 0,-1 1-1 0 0,0 0 1 0 0,1 0 0 0 0,0 1-1 0 0,0-1 1 0 0,1 1 0 0 0,-1 0-1 0 0,1 1 1 0 0,0 0 0 0 0,0 0-1 0 0,0 1 1 0 0,0-1-1 0 0,0 1 1 0 0,8-1 0 0 0,-11 3-17 0 0,0-1 1 0 0,0 1-1 0 0,1 0 1 0 0,-1-1 0 0 0,0 2-1 0 0,0-1 1 0 0,0 0-1 0 0,0 1 1 0 0,0 0 0 0 0,-1 0-1 0 0,1 0 1 0 0,0 1-1 0 0,0-1 1 0 0,0 1-1 0 0,-1 0 1 0 0,1 0 0 0 0,-1 0-1 0 0,0 0 1 0 0,1 0-1 0 0,-1 1 1 0 0,0 0-1 0 0,0 0 1 0 0,-1-1 0 0 0,1 2-1 0 0,-1-1 1 0 0,4 5-1 0 0,-6-5 14 0 0,0-1 1 0 0,0 1-1 0 0,0 0 0 0 0,0-1 0 0 0,0 1 0 0 0,-1 0 0 0 0,1-1 0 0 0,-1 1 0 0 0,0-1 1 0 0,0 1-1 0 0,0-1 0 0 0,0 1 0 0 0,0-1 0 0 0,0 0 0 0 0,-1 1 0 0 0,1-1 0 0 0,-1 0 0 0 0,1 0 1 0 0,-1 0-1 0 0,0 0 0 0 0,0 0 0 0 0,-4 2 0 0 0,-5 4-46 0 0,-1-1-1 0 0,0 0 1 0 0,0-1 0 0 0,-1-1 0 0 0,0 0-1 0 0,-20 6 1 0 0,-42 2-4686 0 0,63-13-512 0 0,9-1 3900 0 0</inkml:trace>
</inkml:ink>
</file>

<file path=ppt/ink/ink22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04:12.9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72 76 0 0,'0'0'9038'0'0,"2"-5"-8355"0"0,7-11 1983 0 0,0 20-1521 0 0,6 36-1076 0 0,-3-5 398 0 0,14 29-34 0 0,-14-35-236 0 0,1 0 1 0 0,29 49 0 0 0,-40-75-176 0 0,0 0 0 0 0,0 0 0 0 0,0 0 0 0 0,0 0 0 0 0,1-1 0 0 0,-1 1 0 0 0,1-1 0 0 0,0 1 0 0 0,0-1 0 0 0,5 3 0 0 0,-7-4 220 0 0,3-3-133 0 0,3-4 2 0 0,0 0-1 0 0,-1 0 1 0 0,0 0 0 0 0,0-1 0 0 0,0 1 0 0 0,-1-1 0 0 0,0-1-1 0 0,0 1 1 0 0,-1-1 0 0 0,6-13 0 0 0,34-90 954 0 0,10-35-486 0 0,-47 131-2946 0 0</inkml:trace>
</inkml:ink>
</file>

<file path=ppt/ink/ink22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1T05:04:13.4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8 113 808 0 0,'2'16'2688'0'0,"14"212"3436"0"0,-7-144-4781 0 0,-5-57-544 0 0,-2-19 2637 0 0,-10-41-3156 0 0,2-1-1 0 0,1 1 1 0 0,0-54-1 0 0,6 66-228 0 0,0 1-1 0 0,1 0 0 0 0,0 0 0 0 0,2 0 1 0 0,1 1-1 0 0,0-1 0 0 0,13-30 0 0 0,-14 44-48 0 0,-1-1 0 0 0,1 1 0 0 0,1-1 0 0 0,-1 1 0 0 0,1 0 0 0 0,0 1-1 0 0,1-1 1 0 0,-1 1 0 0 0,1 0 0 0 0,0 1 0 0 0,0-1 0 0 0,0 1 0 0 0,1 0 0 0 0,0 1-1 0 0,0-1 1 0 0,-1 1 0 0 0,2 1 0 0 0,-1-1 0 0 0,0 1 0 0 0,1 1 0 0 0,-1-1 0 0 0,15 0 0 0 0,-20 2-6 0 0,1 0 1 0 0,-1 0-1 0 0,1 0 0 0 0,-1 1 1 0 0,0-1-1 0 0,1 1 1 0 0,-1-1-1 0 0,0 1 1 0 0,1 0-1 0 0,-1 0 1 0 0,0 0-1 0 0,0 0 1 0 0,1 0-1 0 0,-1 0 1 0 0,0 1-1 0 0,0-1 1 0 0,-1 1-1 0 0,1-1 1 0 0,0 1-1 0 0,0 0 1 0 0,-1 0-1 0 0,1 0 1 0 0,-1 0-1 0 0,1 0 1 0 0,-1 0-1 0 0,0 0 1 0 0,0 0-1 0 0,0 1 1 0 0,0-1-1 0 0,-1 0 0 0 0,1 1 1 0 0,0-1-1 0 0,-1 0 1 0 0,1 4-1 0 0,-1-1 7 0 0,0 0-1 0 0,1 1 0 0 0,-2-1 0 0 0,1 0 0 0 0,-1 0 0 0 0,1 0 0 0 0,-1 0 0 0 0,-1 0 0 0 0,1 0 1 0 0,-1 0-1 0 0,0 0 0 0 0,0 0 0 0 0,0-1 0 0 0,-5 8 0 0 0,-2-2-123 0 0,0 0-1 0 0,0-1 1 0 0,-1 0-1 0 0,-1-1 0 0 0,1 0 1 0 0,-1 0-1 0 0,-1-1 1 0 0,1-1-1 0 0,-1 0 1 0 0,0 0-1 0 0,-24 6 0 0 0,26-9-1307 0 0,0-1-1 0 0,0 0 0 0 0,0 0 1 0 0,-1-1-1 0 0,-13-1 0 0 0,6 0-2303 0 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CEC011-3071-EC94-BE41-5C817C8810C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44BA62D-9418-911C-DBC7-AB2D19FC01B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9587AA-E9DB-67D0-8BBC-A7EB79AC31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049D36-D7EE-45DB-9832-CE54C1187773}" type="datetimeFigureOut">
              <a:rPr lang="en-IN" smtClean="0"/>
              <a:t>27-10-2023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32F9BC-3C00-E2B7-547B-9773E4FCE2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9E586D-2A28-E8B9-D125-8559B57B28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26A17-D9B9-4AF7-8764-BEE52B24AAD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511584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B945F1-B4AE-FB0A-7422-90CBBAA59D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A4722A-5A8A-D50A-F674-99865688A7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AE16B2-B928-4CD9-A14B-5522EE5D6B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049D36-D7EE-45DB-9832-CE54C1187773}" type="datetimeFigureOut">
              <a:rPr lang="en-IN" smtClean="0"/>
              <a:t>27-10-2023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829AC5-8A75-5541-A4C6-29650E9B85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58FF2C-3D52-64F3-B99B-715AC1F961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26A17-D9B9-4AF7-8764-BEE52B24AAD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104879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09289F-139B-D044-03AF-BD8AE4050A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09CA4F-7D62-8F7A-586A-5368AE21CF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E9C808-3E57-C554-2BF6-E59E744FED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049D36-D7EE-45DB-9832-CE54C1187773}" type="datetimeFigureOut">
              <a:rPr lang="en-IN" smtClean="0"/>
              <a:t>27-10-2023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D0F11B-21B6-A3E4-A829-BCE8F2E85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B46C97-09AA-7E6A-843D-69C06D9E02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26A17-D9B9-4AF7-8764-BEE52B24AAD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416194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3FEC11-C893-BD07-6355-E9B968E998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EB5FCC-2074-ABA3-39B5-D85919BB658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826B826-D063-F39C-C8C2-98C2C2B0A0C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134FD35-3D56-9C46-838F-61CD5C52ED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049D36-D7EE-45DB-9832-CE54C1187773}" type="datetimeFigureOut">
              <a:rPr lang="en-IN" smtClean="0"/>
              <a:t>27-10-2023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8108427-16C1-7757-D43C-0C57DFED5F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592AFE-E38C-4B99-57B9-789B31ABC8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26A17-D9B9-4AF7-8764-BEE52B24AAD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579397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F5937E-0A7A-E989-9ADF-B958BF21C5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9BBF88-7926-F0D6-F907-072520866D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09D2FCE-FF5D-FE34-FD06-9E201D9D06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0E4BF67-70D4-E674-442C-BCA8EB3F84B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00B22A0-DD7C-AD8B-EF6A-7B59071378B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AA631C6-0775-0FF4-C783-8811755B8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049D36-D7EE-45DB-9832-CE54C1187773}" type="datetimeFigureOut">
              <a:rPr lang="en-IN" smtClean="0"/>
              <a:t>27-10-2023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2D92513-6C33-8DC6-81D7-C1A3C98FAB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3612A80-C626-6BC7-1825-EB4A64C99D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26A17-D9B9-4AF7-8764-BEE52B24AAD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553428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BC1704-AA80-53CB-0A66-FA0E63CE0C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71C5778-6D19-643F-AE53-2A56E9604C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049D36-D7EE-45DB-9832-CE54C1187773}" type="datetimeFigureOut">
              <a:rPr lang="en-IN" smtClean="0"/>
              <a:t>27-10-2023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49AA65B-7B3E-AF0C-2CF3-BA00CA91D7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B06614E-54D3-8132-0D91-127B70877D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26A17-D9B9-4AF7-8764-BEE52B24AAD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369962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BC453A2-C70F-2ECF-9832-BB7F144E97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049D36-D7EE-45DB-9832-CE54C1187773}" type="datetimeFigureOut">
              <a:rPr lang="en-IN" smtClean="0"/>
              <a:t>27-10-2023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D471C0-9612-B6B9-8EE4-CEC761FF37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C2D8CB-941C-8AB1-C0A0-7649BC253A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26A17-D9B9-4AF7-8764-BEE52B24AAD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912919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24D07-1714-D61D-D7D0-8721CD21D4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2591D5-EC4B-EF92-C7E5-D8A6B3CDCB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641A14-FD8E-B8F2-8119-007E07F5C5A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D6DFC20-55E8-AC23-EFEC-ED6CE814CB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049D36-D7EE-45DB-9832-CE54C1187773}" type="datetimeFigureOut">
              <a:rPr lang="en-IN" smtClean="0"/>
              <a:t>27-10-2023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E1967C8-60E9-F831-C662-C372654297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03CAD3-AF68-72F7-282F-9C1DFA7FB9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26A17-D9B9-4AF7-8764-BEE52B24AAD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500078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99EF6D-7787-E13A-3ACF-9EAE45293E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0C4E5B5-E704-AC08-D79D-26F849B4363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FA257CA-5BD0-AB37-7D08-6E570D067A0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328DCB5-6D78-151C-6D81-7E4F5A55AE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049D36-D7EE-45DB-9832-CE54C1187773}" type="datetimeFigureOut">
              <a:rPr lang="en-IN" smtClean="0"/>
              <a:t>27-10-2023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3C64A4A-73BF-B151-CD2A-B89969F2F8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8D3035C-086A-BC50-0D89-5BB315E79B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26A17-D9B9-4AF7-8764-BEE52B24AAD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444840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2527D7-81DA-960C-EC55-662619BBF1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1A19C4E-4C97-D97E-8BAE-9E17F8BF2C9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2D9066-3CF3-7F3F-3824-AEC03315E0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049D36-D7EE-45DB-9832-CE54C1187773}" type="datetimeFigureOut">
              <a:rPr lang="en-IN" smtClean="0"/>
              <a:t>27-10-2023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85AD07-E5E3-126E-D22B-384432B5A1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71D64A-6A47-356B-C6E5-43488C523C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26A17-D9B9-4AF7-8764-BEE52B24AAD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017708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289E98F-371B-6298-64FC-5C4114A40BA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08F9795-6F4F-54E0-8DAE-5C7BA81A347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0C20A0-B579-DAB3-D126-DFDA8CA460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049D36-D7EE-45DB-9832-CE54C1187773}" type="datetimeFigureOut">
              <a:rPr lang="en-IN" smtClean="0"/>
              <a:t>27-10-2023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A21EAC-51E5-49C3-EFB6-A41A95C075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117643-11DA-FEF2-0E3F-123D15268E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26A17-D9B9-4AF7-8764-BEE52B24AAD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723088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2E5962F-4785-DD05-769D-11B722D28F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CA73A0-371C-3ED0-FACE-32ACA799BE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992E60-AF76-6315-F176-1CD49A821F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049D36-D7EE-45DB-9832-CE54C1187773}" type="datetimeFigureOut">
              <a:rPr lang="en-IN" smtClean="0"/>
              <a:t>27-10-2023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B1ABBA-8AA3-7C92-6653-4A990FAD2B1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A7C64B-E75C-F384-BB26-B5B499634D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5726A17-D9B9-4AF7-8764-BEE52B24AAD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11219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59.xml"/><Relationship Id="rId21" Type="http://schemas.openxmlformats.org/officeDocument/2006/relationships/customXml" Target="../ink/ink11.xml"/><Relationship Id="rId324" Type="http://schemas.openxmlformats.org/officeDocument/2006/relationships/image" Target="../media/image23995.png"/><Relationship Id="rId531" Type="http://schemas.openxmlformats.org/officeDocument/2006/relationships/customXml" Target="../ink/ink266.xml"/><Relationship Id="rId170" Type="http://schemas.openxmlformats.org/officeDocument/2006/relationships/image" Target="../media/image23918.png"/><Relationship Id="rId268" Type="http://schemas.openxmlformats.org/officeDocument/2006/relationships/image" Target="../media/image23967.png"/><Relationship Id="rId475" Type="http://schemas.openxmlformats.org/officeDocument/2006/relationships/customXml" Target="../ink/ink238.xml"/><Relationship Id="rId32" Type="http://schemas.openxmlformats.org/officeDocument/2006/relationships/image" Target="../media/image23849.png"/><Relationship Id="rId128" Type="http://schemas.openxmlformats.org/officeDocument/2006/relationships/image" Target="../media/image23897.png"/><Relationship Id="rId335" Type="http://schemas.openxmlformats.org/officeDocument/2006/relationships/customXml" Target="../ink/ink168.xml"/><Relationship Id="rId542" Type="http://schemas.openxmlformats.org/officeDocument/2006/relationships/image" Target="../media/image24104.png"/><Relationship Id="rId181" Type="http://schemas.openxmlformats.org/officeDocument/2006/relationships/customXml" Target="../ink/ink91.xml"/><Relationship Id="rId402" Type="http://schemas.openxmlformats.org/officeDocument/2006/relationships/image" Target="../media/image24034.png"/><Relationship Id="rId279" Type="http://schemas.openxmlformats.org/officeDocument/2006/relationships/customXml" Target="../ink/ink140.xml"/><Relationship Id="rId486" Type="http://schemas.openxmlformats.org/officeDocument/2006/relationships/image" Target="../media/image24076.png"/><Relationship Id="rId43" Type="http://schemas.openxmlformats.org/officeDocument/2006/relationships/customXml" Target="../ink/ink22.xml"/><Relationship Id="rId139" Type="http://schemas.openxmlformats.org/officeDocument/2006/relationships/customXml" Target="../ink/ink70.xml"/><Relationship Id="rId346" Type="http://schemas.openxmlformats.org/officeDocument/2006/relationships/image" Target="../media/image24006.png"/><Relationship Id="rId553" Type="http://schemas.openxmlformats.org/officeDocument/2006/relationships/customXml" Target="../ink/ink277.xml"/><Relationship Id="rId192" Type="http://schemas.openxmlformats.org/officeDocument/2006/relationships/image" Target="../media/image23929.png"/><Relationship Id="rId206" Type="http://schemas.openxmlformats.org/officeDocument/2006/relationships/image" Target="../media/image23936.png"/><Relationship Id="rId413" Type="http://schemas.openxmlformats.org/officeDocument/2006/relationships/customXml" Target="../ink/ink207.xml"/><Relationship Id="rId497" Type="http://schemas.openxmlformats.org/officeDocument/2006/relationships/customXml" Target="../ink/ink249.xml"/><Relationship Id="rId357" Type="http://schemas.openxmlformats.org/officeDocument/2006/relationships/customXml" Target="../ink/ink179.xml"/><Relationship Id="rId54" Type="http://schemas.openxmlformats.org/officeDocument/2006/relationships/image" Target="../media/image23860.png"/><Relationship Id="rId217" Type="http://schemas.openxmlformats.org/officeDocument/2006/relationships/customXml" Target="../ink/ink109.xml"/><Relationship Id="rId564" Type="http://schemas.openxmlformats.org/officeDocument/2006/relationships/image" Target="../media/image24115.png"/><Relationship Id="rId424" Type="http://schemas.openxmlformats.org/officeDocument/2006/relationships/image" Target="../media/image24045.png"/><Relationship Id="rId270" Type="http://schemas.openxmlformats.org/officeDocument/2006/relationships/image" Target="../media/image23968.png"/><Relationship Id="rId65" Type="http://schemas.openxmlformats.org/officeDocument/2006/relationships/customXml" Target="../ink/ink33.xml"/><Relationship Id="rId130" Type="http://schemas.openxmlformats.org/officeDocument/2006/relationships/image" Target="../media/image23898.png"/><Relationship Id="rId368" Type="http://schemas.openxmlformats.org/officeDocument/2006/relationships/image" Target="../media/image24017.png"/><Relationship Id="rId172" Type="http://schemas.openxmlformats.org/officeDocument/2006/relationships/image" Target="../media/image23919.png"/><Relationship Id="rId228" Type="http://schemas.openxmlformats.org/officeDocument/2006/relationships/image" Target="../media/image23947.png"/><Relationship Id="rId435" Type="http://schemas.openxmlformats.org/officeDocument/2006/relationships/customXml" Target="../ink/ink218.xml"/><Relationship Id="rId477" Type="http://schemas.openxmlformats.org/officeDocument/2006/relationships/customXml" Target="../ink/ink239.xml"/><Relationship Id="rId281" Type="http://schemas.openxmlformats.org/officeDocument/2006/relationships/customXml" Target="../ink/ink141.xml"/><Relationship Id="rId337" Type="http://schemas.openxmlformats.org/officeDocument/2006/relationships/customXml" Target="../ink/ink169.xml"/><Relationship Id="rId502" Type="http://schemas.openxmlformats.org/officeDocument/2006/relationships/image" Target="../media/image24084.png"/><Relationship Id="rId34" Type="http://schemas.openxmlformats.org/officeDocument/2006/relationships/image" Target="../media/image23850.png"/><Relationship Id="rId76" Type="http://schemas.openxmlformats.org/officeDocument/2006/relationships/image" Target="../media/image23871.png"/><Relationship Id="rId141" Type="http://schemas.openxmlformats.org/officeDocument/2006/relationships/customXml" Target="../ink/ink71.xml"/><Relationship Id="rId379" Type="http://schemas.openxmlformats.org/officeDocument/2006/relationships/customXml" Target="../ink/ink190.xml"/><Relationship Id="rId544" Type="http://schemas.openxmlformats.org/officeDocument/2006/relationships/image" Target="../media/image24105.png"/><Relationship Id="rId7" Type="http://schemas.openxmlformats.org/officeDocument/2006/relationships/image" Target="../media/image21364.png"/><Relationship Id="rId183" Type="http://schemas.openxmlformats.org/officeDocument/2006/relationships/customXml" Target="../ink/ink92.xml"/><Relationship Id="rId239" Type="http://schemas.openxmlformats.org/officeDocument/2006/relationships/customXml" Target="../ink/ink120.xml"/><Relationship Id="rId390" Type="http://schemas.openxmlformats.org/officeDocument/2006/relationships/image" Target="../media/image24028.png"/><Relationship Id="rId404" Type="http://schemas.openxmlformats.org/officeDocument/2006/relationships/image" Target="../media/image24035.png"/><Relationship Id="rId446" Type="http://schemas.openxmlformats.org/officeDocument/2006/relationships/image" Target="../media/image24056.png"/><Relationship Id="rId250" Type="http://schemas.openxmlformats.org/officeDocument/2006/relationships/image" Target="../media/image23958.png"/><Relationship Id="rId292" Type="http://schemas.openxmlformats.org/officeDocument/2006/relationships/image" Target="../media/image23979.png"/><Relationship Id="rId306" Type="http://schemas.openxmlformats.org/officeDocument/2006/relationships/image" Target="../media/image23986.png"/><Relationship Id="rId488" Type="http://schemas.openxmlformats.org/officeDocument/2006/relationships/image" Target="../media/image24077.png"/><Relationship Id="rId45" Type="http://schemas.openxmlformats.org/officeDocument/2006/relationships/customXml" Target="../ink/ink23.xml"/><Relationship Id="rId87" Type="http://schemas.openxmlformats.org/officeDocument/2006/relationships/customXml" Target="../ink/ink44.xml"/><Relationship Id="rId110" Type="http://schemas.openxmlformats.org/officeDocument/2006/relationships/image" Target="../media/image23888.png"/><Relationship Id="rId348" Type="http://schemas.openxmlformats.org/officeDocument/2006/relationships/image" Target="../media/image24007.png"/><Relationship Id="rId513" Type="http://schemas.openxmlformats.org/officeDocument/2006/relationships/customXml" Target="../ink/ink257.xml"/><Relationship Id="rId555" Type="http://schemas.openxmlformats.org/officeDocument/2006/relationships/customXml" Target="../ink/ink278.xml"/><Relationship Id="rId152" Type="http://schemas.openxmlformats.org/officeDocument/2006/relationships/image" Target="../media/image23909.png"/><Relationship Id="rId194" Type="http://schemas.openxmlformats.org/officeDocument/2006/relationships/image" Target="../media/image23930.png"/><Relationship Id="rId208" Type="http://schemas.openxmlformats.org/officeDocument/2006/relationships/image" Target="../media/image23937.png"/><Relationship Id="rId415" Type="http://schemas.openxmlformats.org/officeDocument/2006/relationships/customXml" Target="../ink/ink208.xml"/><Relationship Id="rId457" Type="http://schemas.openxmlformats.org/officeDocument/2006/relationships/customXml" Target="../ink/ink229.xml"/><Relationship Id="rId261" Type="http://schemas.openxmlformats.org/officeDocument/2006/relationships/customXml" Target="../ink/ink131.xml"/><Relationship Id="rId499" Type="http://schemas.openxmlformats.org/officeDocument/2006/relationships/customXml" Target="../ink/ink250.xml"/><Relationship Id="rId14" Type="http://schemas.openxmlformats.org/officeDocument/2006/relationships/image" Target="../media/image23840.png"/><Relationship Id="rId56" Type="http://schemas.openxmlformats.org/officeDocument/2006/relationships/image" Target="../media/image23861.png"/><Relationship Id="rId317" Type="http://schemas.openxmlformats.org/officeDocument/2006/relationships/customXml" Target="../ink/ink159.xml"/><Relationship Id="rId359" Type="http://schemas.openxmlformats.org/officeDocument/2006/relationships/customXml" Target="../ink/ink180.xml"/><Relationship Id="rId524" Type="http://schemas.openxmlformats.org/officeDocument/2006/relationships/image" Target="../media/image24095.png"/><Relationship Id="rId566" Type="http://schemas.openxmlformats.org/officeDocument/2006/relationships/image" Target="../media/image24116.png"/><Relationship Id="rId98" Type="http://schemas.openxmlformats.org/officeDocument/2006/relationships/image" Target="../media/image23882.png"/><Relationship Id="rId121" Type="http://schemas.openxmlformats.org/officeDocument/2006/relationships/customXml" Target="../ink/ink61.xml"/><Relationship Id="rId163" Type="http://schemas.openxmlformats.org/officeDocument/2006/relationships/customXml" Target="../ink/ink82.xml"/><Relationship Id="rId219" Type="http://schemas.openxmlformats.org/officeDocument/2006/relationships/customXml" Target="../ink/ink110.xml"/><Relationship Id="rId370" Type="http://schemas.openxmlformats.org/officeDocument/2006/relationships/image" Target="../media/image24018.png"/><Relationship Id="rId426" Type="http://schemas.openxmlformats.org/officeDocument/2006/relationships/image" Target="../media/image24046.png"/><Relationship Id="rId230" Type="http://schemas.openxmlformats.org/officeDocument/2006/relationships/image" Target="../media/image23948.png"/><Relationship Id="rId468" Type="http://schemas.openxmlformats.org/officeDocument/2006/relationships/image" Target="../media/image24067.png"/><Relationship Id="rId25" Type="http://schemas.openxmlformats.org/officeDocument/2006/relationships/customXml" Target="../ink/ink13.xml"/><Relationship Id="rId67" Type="http://schemas.openxmlformats.org/officeDocument/2006/relationships/customXml" Target="../ink/ink34.xml"/><Relationship Id="rId272" Type="http://schemas.openxmlformats.org/officeDocument/2006/relationships/image" Target="../media/image23969.png"/><Relationship Id="rId328" Type="http://schemas.openxmlformats.org/officeDocument/2006/relationships/image" Target="../media/image23997.png"/><Relationship Id="rId535" Type="http://schemas.openxmlformats.org/officeDocument/2006/relationships/customXml" Target="../ink/ink268.xml"/><Relationship Id="rId132" Type="http://schemas.openxmlformats.org/officeDocument/2006/relationships/image" Target="../media/image23899.png"/><Relationship Id="rId174" Type="http://schemas.openxmlformats.org/officeDocument/2006/relationships/image" Target="../media/image23920.png"/><Relationship Id="rId381" Type="http://schemas.openxmlformats.org/officeDocument/2006/relationships/customXml" Target="../ink/ink191.xml"/><Relationship Id="rId241" Type="http://schemas.openxmlformats.org/officeDocument/2006/relationships/customXml" Target="../ink/ink121.xml"/><Relationship Id="rId437" Type="http://schemas.openxmlformats.org/officeDocument/2006/relationships/customXml" Target="../ink/ink219.xml"/><Relationship Id="rId479" Type="http://schemas.openxmlformats.org/officeDocument/2006/relationships/customXml" Target="../ink/ink240.xml"/><Relationship Id="rId36" Type="http://schemas.openxmlformats.org/officeDocument/2006/relationships/image" Target="../media/image23851.png"/><Relationship Id="rId283" Type="http://schemas.openxmlformats.org/officeDocument/2006/relationships/customXml" Target="../ink/ink142.xml"/><Relationship Id="rId339" Type="http://schemas.openxmlformats.org/officeDocument/2006/relationships/customXml" Target="../ink/ink170.xml"/><Relationship Id="rId490" Type="http://schemas.openxmlformats.org/officeDocument/2006/relationships/image" Target="../media/image24078.png"/><Relationship Id="rId504" Type="http://schemas.openxmlformats.org/officeDocument/2006/relationships/image" Target="../media/image24085.png"/><Relationship Id="rId546" Type="http://schemas.openxmlformats.org/officeDocument/2006/relationships/image" Target="../media/image24106.png"/><Relationship Id="rId78" Type="http://schemas.openxmlformats.org/officeDocument/2006/relationships/image" Target="../media/image23872.png"/><Relationship Id="rId101" Type="http://schemas.openxmlformats.org/officeDocument/2006/relationships/customXml" Target="../ink/ink51.xml"/><Relationship Id="rId143" Type="http://schemas.openxmlformats.org/officeDocument/2006/relationships/customXml" Target="../ink/ink72.xml"/><Relationship Id="rId185" Type="http://schemas.openxmlformats.org/officeDocument/2006/relationships/customXml" Target="../ink/ink93.xml"/><Relationship Id="rId350" Type="http://schemas.openxmlformats.org/officeDocument/2006/relationships/image" Target="../media/image24008.png"/><Relationship Id="rId406" Type="http://schemas.openxmlformats.org/officeDocument/2006/relationships/image" Target="../media/image24036.png"/><Relationship Id="rId9" Type="http://schemas.openxmlformats.org/officeDocument/2006/relationships/customXml" Target="../ink/ink5.xml"/><Relationship Id="rId210" Type="http://schemas.openxmlformats.org/officeDocument/2006/relationships/image" Target="../media/image23938.png"/><Relationship Id="rId392" Type="http://schemas.openxmlformats.org/officeDocument/2006/relationships/image" Target="../media/image24029.png"/><Relationship Id="rId448" Type="http://schemas.openxmlformats.org/officeDocument/2006/relationships/image" Target="../media/image24057.png"/><Relationship Id="rId252" Type="http://schemas.openxmlformats.org/officeDocument/2006/relationships/image" Target="../media/image23959.png"/><Relationship Id="rId294" Type="http://schemas.openxmlformats.org/officeDocument/2006/relationships/image" Target="../media/image23980.png"/><Relationship Id="rId308" Type="http://schemas.openxmlformats.org/officeDocument/2006/relationships/image" Target="../media/image23987.png"/><Relationship Id="rId515" Type="http://schemas.openxmlformats.org/officeDocument/2006/relationships/customXml" Target="../ink/ink258.xml"/><Relationship Id="rId47" Type="http://schemas.openxmlformats.org/officeDocument/2006/relationships/customXml" Target="../ink/ink24.xml"/><Relationship Id="rId89" Type="http://schemas.openxmlformats.org/officeDocument/2006/relationships/customXml" Target="../ink/ink45.xml"/><Relationship Id="rId112" Type="http://schemas.openxmlformats.org/officeDocument/2006/relationships/image" Target="../media/image23889.png"/><Relationship Id="rId154" Type="http://schemas.openxmlformats.org/officeDocument/2006/relationships/image" Target="../media/image23910.png"/><Relationship Id="rId361" Type="http://schemas.openxmlformats.org/officeDocument/2006/relationships/customXml" Target="../ink/ink181.xml"/><Relationship Id="rId557" Type="http://schemas.openxmlformats.org/officeDocument/2006/relationships/customXml" Target="../ink/ink279.xml"/><Relationship Id="rId196" Type="http://schemas.openxmlformats.org/officeDocument/2006/relationships/image" Target="../media/image23931.png"/><Relationship Id="rId417" Type="http://schemas.openxmlformats.org/officeDocument/2006/relationships/customXml" Target="../ink/ink209.xml"/><Relationship Id="rId459" Type="http://schemas.openxmlformats.org/officeDocument/2006/relationships/customXml" Target="../ink/ink230.xml"/><Relationship Id="rId16" Type="http://schemas.openxmlformats.org/officeDocument/2006/relationships/image" Target="../media/image23841.png"/><Relationship Id="rId221" Type="http://schemas.openxmlformats.org/officeDocument/2006/relationships/customXml" Target="../ink/ink111.xml"/><Relationship Id="rId263" Type="http://schemas.openxmlformats.org/officeDocument/2006/relationships/customXml" Target="../ink/ink132.xml"/><Relationship Id="rId319" Type="http://schemas.openxmlformats.org/officeDocument/2006/relationships/customXml" Target="../ink/ink160.xml"/><Relationship Id="rId470" Type="http://schemas.openxmlformats.org/officeDocument/2006/relationships/image" Target="../media/image24068.png"/><Relationship Id="rId526" Type="http://schemas.openxmlformats.org/officeDocument/2006/relationships/image" Target="../media/image24096.png"/><Relationship Id="rId58" Type="http://schemas.openxmlformats.org/officeDocument/2006/relationships/image" Target="../media/image23862.png"/><Relationship Id="rId123" Type="http://schemas.openxmlformats.org/officeDocument/2006/relationships/customXml" Target="../ink/ink62.xml"/><Relationship Id="rId330" Type="http://schemas.openxmlformats.org/officeDocument/2006/relationships/image" Target="../media/image23998.png"/><Relationship Id="rId568" Type="http://schemas.openxmlformats.org/officeDocument/2006/relationships/image" Target="../media/image24117.png"/><Relationship Id="rId165" Type="http://schemas.openxmlformats.org/officeDocument/2006/relationships/customXml" Target="../ink/ink83.xml"/><Relationship Id="rId372" Type="http://schemas.openxmlformats.org/officeDocument/2006/relationships/image" Target="../media/image24019.png"/><Relationship Id="rId428" Type="http://schemas.openxmlformats.org/officeDocument/2006/relationships/image" Target="../media/image24047.png"/><Relationship Id="rId232" Type="http://schemas.openxmlformats.org/officeDocument/2006/relationships/image" Target="../media/image23949.png"/><Relationship Id="rId274" Type="http://schemas.openxmlformats.org/officeDocument/2006/relationships/image" Target="../media/image23970.png"/><Relationship Id="rId481" Type="http://schemas.openxmlformats.org/officeDocument/2006/relationships/customXml" Target="../ink/ink241.xml"/><Relationship Id="rId27" Type="http://schemas.openxmlformats.org/officeDocument/2006/relationships/customXml" Target="../ink/ink14.xml"/><Relationship Id="rId69" Type="http://schemas.openxmlformats.org/officeDocument/2006/relationships/customXml" Target="../ink/ink35.xml"/><Relationship Id="rId134" Type="http://schemas.openxmlformats.org/officeDocument/2006/relationships/image" Target="../media/image23900.png"/><Relationship Id="rId537" Type="http://schemas.openxmlformats.org/officeDocument/2006/relationships/customXml" Target="../ink/ink269.xml"/><Relationship Id="rId80" Type="http://schemas.openxmlformats.org/officeDocument/2006/relationships/image" Target="../media/image23873.png"/><Relationship Id="rId176" Type="http://schemas.openxmlformats.org/officeDocument/2006/relationships/image" Target="../media/image23921.png"/><Relationship Id="rId341" Type="http://schemas.openxmlformats.org/officeDocument/2006/relationships/customXml" Target="../ink/ink171.xml"/><Relationship Id="rId383" Type="http://schemas.openxmlformats.org/officeDocument/2006/relationships/customXml" Target="../ink/ink192.xml"/><Relationship Id="rId439" Type="http://schemas.openxmlformats.org/officeDocument/2006/relationships/customXml" Target="../ink/ink220.xml"/><Relationship Id="rId201" Type="http://schemas.openxmlformats.org/officeDocument/2006/relationships/customXml" Target="../ink/ink101.xml"/><Relationship Id="rId243" Type="http://schemas.openxmlformats.org/officeDocument/2006/relationships/customXml" Target="../ink/ink122.xml"/><Relationship Id="rId285" Type="http://schemas.openxmlformats.org/officeDocument/2006/relationships/customXml" Target="../ink/ink143.xml"/><Relationship Id="rId450" Type="http://schemas.openxmlformats.org/officeDocument/2006/relationships/image" Target="../media/image24058.png"/><Relationship Id="rId506" Type="http://schemas.openxmlformats.org/officeDocument/2006/relationships/image" Target="../media/image24086.png"/><Relationship Id="rId38" Type="http://schemas.openxmlformats.org/officeDocument/2006/relationships/image" Target="../media/image23852.png"/><Relationship Id="rId103" Type="http://schemas.openxmlformats.org/officeDocument/2006/relationships/customXml" Target="../ink/ink52.xml"/><Relationship Id="rId310" Type="http://schemas.openxmlformats.org/officeDocument/2006/relationships/image" Target="../media/image23988.png"/><Relationship Id="rId492" Type="http://schemas.openxmlformats.org/officeDocument/2006/relationships/image" Target="../media/image24079.png"/><Relationship Id="rId548" Type="http://schemas.openxmlformats.org/officeDocument/2006/relationships/image" Target="../media/image24107.png"/><Relationship Id="rId91" Type="http://schemas.openxmlformats.org/officeDocument/2006/relationships/customXml" Target="../ink/ink46.xml"/><Relationship Id="rId145" Type="http://schemas.openxmlformats.org/officeDocument/2006/relationships/customXml" Target="../ink/ink73.xml"/><Relationship Id="rId187" Type="http://schemas.openxmlformats.org/officeDocument/2006/relationships/customXml" Target="../ink/ink94.xml"/><Relationship Id="rId352" Type="http://schemas.openxmlformats.org/officeDocument/2006/relationships/image" Target="../media/image24009.png"/><Relationship Id="rId394" Type="http://schemas.openxmlformats.org/officeDocument/2006/relationships/image" Target="../media/image24030.png"/><Relationship Id="rId408" Type="http://schemas.openxmlformats.org/officeDocument/2006/relationships/image" Target="../media/image24037.png"/><Relationship Id="rId212" Type="http://schemas.openxmlformats.org/officeDocument/2006/relationships/image" Target="../media/image23939.png"/><Relationship Id="rId254" Type="http://schemas.openxmlformats.org/officeDocument/2006/relationships/image" Target="../media/image23960.png"/><Relationship Id="rId49" Type="http://schemas.openxmlformats.org/officeDocument/2006/relationships/customXml" Target="../ink/ink25.xml"/><Relationship Id="rId114" Type="http://schemas.openxmlformats.org/officeDocument/2006/relationships/image" Target="../media/image23890.png"/><Relationship Id="rId296" Type="http://schemas.openxmlformats.org/officeDocument/2006/relationships/image" Target="../media/image23981.png"/><Relationship Id="rId461" Type="http://schemas.openxmlformats.org/officeDocument/2006/relationships/customXml" Target="../ink/ink231.xml"/><Relationship Id="rId517" Type="http://schemas.openxmlformats.org/officeDocument/2006/relationships/customXml" Target="../ink/ink259.xml"/><Relationship Id="rId559" Type="http://schemas.openxmlformats.org/officeDocument/2006/relationships/customXml" Target="../ink/ink280.xml"/><Relationship Id="rId60" Type="http://schemas.openxmlformats.org/officeDocument/2006/relationships/image" Target="../media/image23863.png"/><Relationship Id="rId156" Type="http://schemas.openxmlformats.org/officeDocument/2006/relationships/image" Target="../media/image23911.png"/><Relationship Id="rId198" Type="http://schemas.openxmlformats.org/officeDocument/2006/relationships/image" Target="../media/image23932.png"/><Relationship Id="rId321" Type="http://schemas.openxmlformats.org/officeDocument/2006/relationships/customXml" Target="../ink/ink161.xml"/><Relationship Id="rId363" Type="http://schemas.openxmlformats.org/officeDocument/2006/relationships/customXml" Target="../ink/ink182.xml"/><Relationship Id="rId419" Type="http://schemas.openxmlformats.org/officeDocument/2006/relationships/customXml" Target="../ink/ink210.xml"/><Relationship Id="rId570" Type="http://schemas.openxmlformats.org/officeDocument/2006/relationships/image" Target="../media/image24118.png"/><Relationship Id="rId223" Type="http://schemas.openxmlformats.org/officeDocument/2006/relationships/customXml" Target="../ink/ink112.xml"/><Relationship Id="rId430" Type="http://schemas.openxmlformats.org/officeDocument/2006/relationships/image" Target="../media/image24048.png"/><Relationship Id="rId18" Type="http://schemas.openxmlformats.org/officeDocument/2006/relationships/image" Target="../media/image23842.png"/><Relationship Id="rId265" Type="http://schemas.openxmlformats.org/officeDocument/2006/relationships/customXml" Target="../ink/ink133.xml"/><Relationship Id="rId472" Type="http://schemas.openxmlformats.org/officeDocument/2006/relationships/image" Target="../media/image24069.png"/><Relationship Id="rId528" Type="http://schemas.openxmlformats.org/officeDocument/2006/relationships/image" Target="../media/image24097.png"/><Relationship Id="rId125" Type="http://schemas.openxmlformats.org/officeDocument/2006/relationships/customXml" Target="../ink/ink63.xml"/><Relationship Id="rId167" Type="http://schemas.openxmlformats.org/officeDocument/2006/relationships/customXml" Target="../ink/ink84.xml"/><Relationship Id="rId332" Type="http://schemas.openxmlformats.org/officeDocument/2006/relationships/image" Target="../media/image23999.png"/><Relationship Id="rId374" Type="http://schemas.openxmlformats.org/officeDocument/2006/relationships/image" Target="../media/image24020.png"/><Relationship Id="rId71" Type="http://schemas.openxmlformats.org/officeDocument/2006/relationships/customXml" Target="../ink/ink36.xml"/><Relationship Id="rId234" Type="http://schemas.openxmlformats.org/officeDocument/2006/relationships/image" Target="../media/image23950.png"/><Relationship Id="rId2" Type="http://schemas.openxmlformats.org/officeDocument/2006/relationships/customXml" Target="../ink/ink1.xml"/><Relationship Id="rId29" Type="http://schemas.openxmlformats.org/officeDocument/2006/relationships/customXml" Target="../ink/ink15.xml"/><Relationship Id="rId276" Type="http://schemas.openxmlformats.org/officeDocument/2006/relationships/image" Target="../media/image23971.png"/><Relationship Id="rId441" Type="http://schemas.openxmlformats.org/officeDocument/2006/relationships/customXml" Target="../ink/ink221.xml"/><Relationship Id="rId483" Type="http://schemas.openxmlformats.org/officeDocument/2006/relationships/customXml" Target="../ink/ink242.xml"/><Relationship Id="rId539" Type="http://schemas.openxmlformats.org/officeDocument/2006/relationships/customXml" Target="../ink/ink270.xml"/><Relationship Id="rId40" Type="http://schemas.openxmlformats.org/officeDocument/2006/relationships/image" Target="../media/image23853.png"/><Relationship Id="rId136" Type="http://schemas.openxmlformats.org/officeDocument/2006/relationships/image" Target="../media/image23901.png"/><Relationship Id="rId178" Type="http://schemas.openxmlformats.org/officeDocument/2006/relationships/image" Target="../media/image23922.png"/><Relationship Id="rId301" Type="http://schemas.openxmlformats.org/officeDocument/2006/relationships/customXml" Target="../ink/ink151.xml"/><Relationship Id="rId343" Type="http://schemas.openxmlformats.org/officeDocument/2006/relationships/customXml" Target="../ink/ink172.xml"/><Relationship Id="rId550" Type="http://schemas.openxmlformats.org/officeDocument/2006/relationships/image" Target="../media/image24108.png"/><Relationship Id="rId82" Type="http://schemas.openxmlformats.org/officeDocument/2006/relationships/image" Target="../media/image23874.png"/><Relationship Id="rId203" Type="http://schemas.openxmlformats.org/officeDocument/2006/relationships/customXml" Target="../ink/ink102.xml"/><Relationship Id="rId385" Type="http://schemas.openxmlformats.org/officeDocument/2006/relationships/customXml" Target="../ink/ink193.xml"/><Relationship Id="rId245" Type="http://schemas.openxmlformats.org/officeDocument/2006/relationships/customXml" Target="../ink/ink123.xml"/><Relationship Id="rId287" Type="http://schemas.openxmlformats.org/officeDocument/2006/relationships/customXml" Target="../ink/ink144.xml"/><Relationship Id="rId410" Type="http://schemas.openxmlformats.org/officeDocument/2006/relationships/image" Target="../media/image24038.png"/><Relationship Id="rId452" Type="http://schemas.openxmlformats.org/officeDocument/2006/relationships/image" Target="../media/image24059.png"/><Relationship Id="rId494" Type="http://schemas.openxmlformats.org/officeDocument/2006/relationships/image" Target="../media/image24080.png"/><Relationship Id="rId508" Type="http://schemas.openxmlformats.org/officeDocument/2006/relationships/image" Target="../media/image24087.png"/><Relationship Id="rId105" Type="http://schemas.openxmlformats.org/officeDocument/2006/relationships/customXml" Target="../ink/ink53.xml"/><Relationship Id="rId147" Type="http://schemas.openxmlformats.org/officeDocument/2006/relationships/customXml" Target="../ink/ink74.xml"/><Relationship Id="rId312" Type="http://schemas.openxmlformats.org/officeDocument/2006/relationships/image" Target="../media/image23989.png"/><Relationship Id="rId354" Type="http://schemas.openxmlformats.org/officeDocument/2006/relationships/image" Target="../media/image24010.png"/><Relationship Id="rId51" Type="http://schemas.openxmlformats.org/officeDocument/2006/relationships/customXml" Target="../ink/ink26.xml"/><Relationship Id="rId93" Type="http://schemas.openxmlformats.org/officeDocument/2006/relationships/customXml" Target="../ink/ink47.xml"/><Relationship Id="rId189" Type="http://schemas.openxmlformats.org/officeDocument/2006/relationships/customXml" Target="../ink/ink95.xml"/><Relationship Id="rId396" Type="http://schemas.openxmlformats.org/officeDocument/2006/relationships/image" Target="../media/image24031.png"/><Relationship Id="rId561" Type="http://schemas.openxmlformats.org/officeDocument/2006/relationships/customXml" Target="../ink/ink281.xml"/><Relationship Id="rId214" Type="http://schemas.openxmlformats.org/officeDocument/2006/relationships/image" Target="../media/image23940.png"/><Relationship Id="rId256" Type="http://schemas.openxmlformats.org/officeDocument/2006/relationships/image" Target="../media/image23961.png"/><Relationship Id="rId298" Type="http://schemas.openxmlformats.org/officeDocument/2006/relationships/image" Target="../media/image23982.png"/><Relationship Id="rId421" Type="http://schemas.openxmlformats.org/officeDocument/2006/relationships/customXml" Target="../ink/ink211.xml"/><Relationship Id="rId463" Type="http://schemas.openxmlformats.org/officeDocument/2006/relationships/customXml" Target="../ink/ink232.xml"/><Relationship Id="rId519" Type="http://schemas.openxmlformats.org/officeDocument/2006/relationships/customXml" Target="../ink/ink260.xml"/><Relationship Id="rId116" Type="http://schemas.openxmlformats.org/officeDocument/2006/relationships/image" Target="../media/image23891.png"/><Relationship Id="rId158" Type="http://schemas.openxmlformats.org/officeDocument/2006/relationships/image" Target="../media/image23912.png"/><Relationship Id="rId323" Type="http://schemas.openxmlformats.org/officeDocument/2006/relationships/customXml" Target="../ink/ink162.xml"/><Relationship Id="rId530" Type="http://schemas.openxmlformats.org/officeDocument/2006/relationships/image" Target="../media/image24098.png"/><Relationship Id="rId20" Type="http://schemas.openxmlformats.org/officeDocument/2006/relationships/image" Target="../media/image23843.png"/><Relationship Id="rId62" Type="http://schemas.openxmlformats.org/officeDocument/2006/relationships/image" Target="../media/image23864.png"/><Relationship Id="rId365" Type="http://schemas.openxmlformats.org/officeDocument/2006/relationships/customXml" Target="../ink/ink183.xml"/><Relationship Id="rId572" Type="http://schemas.openxmlformats.org/officeDocument/2006/relationships/image" Target="../media/image24119.png"/><Relationship Id="rId225" Type="http://schemas.openxmlformats.org/officeDocument/2006/relationships/customXml" Target="../ink/ink113.xml"/><Relationship Id="rId267" Type="http://schemas.openxmlformats.org/officeDocument/2006/relationships/customXml" Target="../ink/ink134.xml"/><Relationship Id="rId432" Type="http://schemas.openxmlformats.org/officeDocument/2006/relationships/image" Target="../media/image24049.png"/><Relationship Id="rId474" Type="http://schemas.openxmlformats.org/officeDocument/2006/relationships/image" Target="../media/image24070.png"/><Relationship Id="rId127" Type="http://schemas.openxmlformats.org/officeDocument/2006/relationships/customXml" Target="../ink/ink64.xml"/><Relationship Id="rId31" Type="http://schemas.openxmlformats.org/officeDocument/2006/relationships/customXml" Target="../ink/ink16.xml"/><Relationship Id="rId73" Type="http://schemas.openxmlformats.org/officeDocument/2006/relationships/customXml" Target="../ink/ink37.xml"/><Relationship Id="rId169" Type="http://schemas.openxmlformats.org/officeDocument/2006/relationships/customXml" Target="../ink/ink85.xml"/><Relationship Id="rId334" Type="http://schemas.openxmlformats.org/officeDocument/2006/relationships/image" Target="../media/image24000.png"/><Relationship Id="rId376" Type="http://schemas.openxmlformats.org/officeDocument/2006/relationships/image" Target="../media/image24021.png"/><Relationship Id="rId541" Type="http://schemas.openxmlformats.org/officeDocument/2006/relationships/customXml" Target="../ink/ink271.xml"/><Relationship Id="rId4" Type="http://schemas.openxmlformats.org/officeDocument/2006/relationships/customXml" Target="../ink/ink2.xml"/><Relationship Id="rId180" Type="http://schemas.openxmlformats.org/officeDocument/2006/relationships/image" Target="../media/image23923.png"/><Relationship Id="rId236" Type="http://schemas.openxmlformats.org/officeDocument/2006/relationships/image" Target="../media/image23951.png"/><Relationship Id="rId278" Type="http://schemas.openxmlformats.org/officeDocument/2006/relationships/image" Target="../media/image23972.png"/><Relationship Id="rId401" Type="http://schemas.openxmlformats.org/officeDocument/2006/relationships/customXml" Target="../ink/ink201.xml"/><Relationship Id="rId443" Type="http://schemas.openxmlformats.org/officeDocument/2006/relationships/customXml" Target="../ink/ink222.xml"/><Relationship Id="rId303" Type="http://schemas.openxmlformats.org/officeDocument/2006/relationships/customXml" Target="../ink/ink152.xml"/><Relationship Id="rId485" Type="http://schemas.openxmlformats.org/officeDocument/2006/relationships/customXml" Target="../ink/ink243.xml"/><Relationship Id="rId42" Type="http://schemas.openxmlformats.org/officeDocument/2006/relationships/image" Target="../media/image23854.png"/><Relationship Id="rId84" Type="http://schemas.openxmlformats.org/officeDocument/2006/relationships/image" Target="../media/image23875.png"/><Relationship Id="rId138" Type="http://schemas.openxmlformats.org/officeDocument/2006/relationships/image" Target="../media/image23902.png"/><Relationship Id="rId345" Type="http://schemas.openxmlformats.org/officeDocument/2006/relationships/customXml" Target="../ink/ink173.xml"/><Relationship Id="rId387" Type="http://schemas.openxmlformats.org/officeDocument/2006/relationships/customXml" Target="../ink/ink194.xml"/><Relationship Id="rId510" Type="http://schemas.openxmlformats.org/officeDocument/2006/relationships/image" Target="../media/image24088.png"/><Relationship Id="rId552" Type="http://schemas.openxmlformats.org/officeDocument/2006/relationships/image" Target="../media/image24109.png"/><Relationship Id="rId191" Type="http://schemas.openxmlformats.org/officeDocument/2006/relationships/customXml" Target="../ink/ink96.xml"/><Relationship Id="rId205" Type="http://schemas.openxmlformats.org/officeDocument/2006/relationships/customXml" Target="../ink/ink103.xml"/><Relationship Id="rId247" Type="http://schemas.openxmlformats.org/officeDocument/2006/relationships/customXml" Target="../ink/ink124.xml"/><Relationship Id="rId412" Type="http://schemas.openxmlformats.org/officeDocument/2006/relationships/image" Target="../media/image24039.png"/><Relationship Id="rId107" Type="http://schemas.openxmlformats.org/officeDocument/2006/relationships/customXml" Target="../ink/ink54.xml"/><Relationship Id="rId289" Type="http://schemas.openxmlformats.org/officeDocument/2006/relationships/customXml" Target="../ink/ink145.xml"/><Relationship Id="rId454" Type="http://schemas.openxmlformats.org/officeDocument/2006/relationships/image" Target="../media/image24060.png"/><Relationship Id="rId496" Type="http://schemas.openxmlformats.org/officeDocument/2006/relationships/image" Target="../media/image24081.png"/><Relationship Id="rId11" Type="http://schemas.openxmlformats.org/officeDocument/2006/relationships/customXml" Target="../ink/ink6.xml"/><Relationship Id="rId53" Type="http://schemas.openxmlformats.org/officeDocument/2006/relationships/customXml" Target="../ink/ink27.xml"/><Relationship Id="rId149" Type="http://schemas.openxmlformats.org/officeDocument/2006/relationships/customXml" Target="../ink/ink75.xml"/><Relationship Id="rId314" Type="http://schemas.openxmlformats.org/officeDocument/2006/relationships/image" Target="../media/image23990.png"/><Relationship Id="rId356" Type="http://schemas.openxmlformats.org/officeDocument/2006/relationships/image" Target="../media/image24011.png"/><Relationship Id="rId398" Type="http://schemas.openxmlformats.org/officeDocument/2006/relationships/image" Target="../media/image24032.png"/><Relationship Id="rId521" Type="http://schemas.openxmlformats.org/officeDocument/2006/relationships/customXml" Target="../ink/ink261.xml"/><Relationship Id="rId563" Type="http://schemas.openxmlformats.org/officeDocument/2006/relationships/customXml" Target="../ink/ink282.xml"/><Relationship Id="rId95" Type="http://schemas.openxmlformats.org/officeDocument/2006/relationships/customXml" Target="../ink/ink48.xml"/><Relationship Id="rId160" Type="http://schemas.openxmlformats.org/officeDocument/2006/relationships/image" Target="../media/image23913.png"/><Relationship Id="rId216" Type="http://schemas.openxmlformats.org/officeDocument/2006/relationships/image" Target="../media/image23941.png"/><Relationship Id="rId423" Type="http://schemas.openxmlformats.org/officeDocument/2006/relationships/customXml" Target="../ink/ink212.xml"/><Relationship Id="rId258" Type="http://schemas.openxmlformats.org/officeDocument/2006/relationships/image" Target="../media/image23962.png"/><Relationship Id="rId465" Type="http://schemas.openxmlformats.org/officeDocument/2006/relationships/customXml" Target="../ink/ink233.xml"/><Relationship Id="rId22" Type="http://schemas.openxmlformats.org/officeDocument/2006/relationships/image" Target="../media/image23844.png"/><Relationship Id="rId64" Type="http://schemas.openxmlformats.org/officeDocument/2006/relationships/image" Target="../media/image23865.png"/><Relationship Id="rId118" Type="http://schemas.openxmlformats.org/officeDocument/2006/relationships/image" Target="../media/image23892.png"/><Relationship Id="rId325" Type="http://schemas.openxmlformats.org/officeDocument/2006/relationships/customXml" Target="../ink/ink163.xml"/><Relationship Id="rId367" Type="http://schemas.openxmlformats.org/officeDocument/2006/relationships/customXml" Target="../ink/ink184.xml"/><Relationship Id="rId532" Type="http://schemas.openxmlformats.org/officeDocument/2006/relationships/image" Target="../media/image24099.png"/><Relationship Id="rId171" Type="http://schemas.openxmlformats.org/officeDocument/2006/relationships/customXml" Target="../ink/ink86.xml"/><Relationship Id="rId227" Type="http://schemas.openxmlformats.org/officeDocument/2006/relationships/customXml" Target="../ink/ink114.xml"/><Relationship Id="rId269" Type="http://schemas.openxmlformats.org/officeDocument/2006/relationships/customXml" Target="../ink/ink135.xml"/><Relationship Id="rId434" Type="http://schemas.openxmlformats.org/officeDocument/2006/relationships/image" Target="../media/image24050.png"/><Relationship Id="rId476" Type="http://schemas.openxmlformats.org/officeDocument/2006/relationships/image" Target="../media/image24071.png"/><Relationship Id="rId33" Type="http://schemas.openxmlformats.org/officeDocument/2006/relationships/customXml" Target="../ink/ink17.xml"/><Relationship Id="rId129" Type="http://schemas.openxmlformats.org/officeDocument/2006/relationships/customXml" Target="../ink/ink65.xml"/><Relationship Id="rId280" Type="http://schemas.openxmlformats.org/officeDocument/2006/relationships/image" Target="../media/image23973.png"/><Relationship Id="rId336" Type="http://schemas.openxmlformats.org/officeDocument/2006/relationships/image" Target="../media/image24001.png"/><Relationship Id="rId501" Type="http://schemas.openxmlformats.org/officeDocument/2006/relationships/customXml" Target="../ink/ink251.xml"/><Relationship Id="rId543" Type="http://schemas.openxmlformats.org/officeDocument/2006/relationships/customXml" Target="../ink/ink272.xml"/><Relationship Id="rId75" Type="http://schemas.openxmlformats.org/officeDocument/2006/relationships/customXml" Target="../ink/ink38.xml"/><Relationship Id="rId140" Type="http://schemas.openxmlformats.org/officeDocument/2006/relationships/image" Target="../media/image23903.png"/><Relationship Id="rId182" Type="http://schemas.openxmlformats.org/officeDocument/2006/relationships/image" Target="../media/image23924.png"/><Relationship Id="rId378" Type="http://schemas.openxmlformats.org/officeDocument/2006/relationships/image" Target="../media/image24022.png"/><Relationship Id="rId403" Type="http://schemas.openxmlformats.org/officeDocument/2006/relationships/customXml" Target="../ink/ink202.xml"/><Relationship Id="rId6" Type="http://schemas.openxmlformats.org/officeDocument/2006/relationships/customXml" Target="../ink/ink3.xml"/><Relationship Id="rId238" Type="http://schemas.openxmlformats.org/officeDocument/2006/relationships/image" Target="../media/image23952.png"/><Relationship Id="rId445" Type="http://schemas.openxmlformats.org/officeDocument/2006/relationships/customXml" Target="../ink/ink223.xml"/><Relationship Id="rId487" Type="http://schemas.openxmlformats.org/officeDocument/2006/relationships/customXml" Target="../ink/ink244.xml"/><Relationship Id="rId291" Type="http://schemas.openxmlformats.org/officeDocument/2006/relationships/customXml" Target="../ink/ink146.xml"/><Relationship Id="rId305" Type="http://schemas.openxmlformats.org/officeDocument/2006/relationships/customXml" Target="../ink/ink153.xml"/><Relationship Id="rId347" Type="http://schemas.openxmlformats.org/officeDocument/2006/relationships/customXml" Target="../ink/ink174.xml"/><Relationship Id="rId512" Type="http://schemas.openxmlformats.org/officeDocument/2006/relationships/image" Target="../media/image24089.png"/><Relationship Id="rId44" Type="http://schemas.openxmlformats.org/officeDocument/2006/relationships/image" Target="../media/image23855.png"/><Relationship Id="rId86" Type="http://schemas.openxmlformats.org/officeDocument/2006/relationships/image" Target="../media/image23876.png"/><Relationship Id="rId151" Type="http://schemas.openxmlformats.org/officeDocument/2006/relationships/customXml" Target="../ink/ink76.xml"/><Relationship Id="rId389" Type="http://schemas.openxmlformats.org/officeDocument/2006/relationships/customXml" Target="../ink/ink195.xml"/><Relationship Id="rId554" Type="http://schemas.openxmlformats.org/officeDocument/2006/relationships/image" Target="../media/image24110.png"/><Relationship Id="rId193" Type="http://schemas.openxmlformats.org/officeDocument/2006/relationships/customXml" Target="../ink/ink97.xml"/><Relationship Id="rId207" Type="http://schemas.openxmlformats.org/officeDocument/2006/relationships/customXml" Target="../ink/ink104.xml"/><Relationship Id="rId249" Type="http://schemas.openxmlformats.org/officeDocument/2006/relationships/customXml" Target="../ink/ink125.xml"/><Relationship Id="rId414" Type="http://schemas.openxmlformats.org/officeDocument/2006/relationships/image" Target="../media/image24040.png"/><Relationship Id="rId456" Type="http://schemas.openxmlformats.org/officeDocument/2006/relationships/image" Target="../media/image24061.png"/><Relationship Id="rId498" Type="http://schemas.openxmlformats.org/officeDocument/2006/relationships/image" Target="../media/image24082.png"/><Relationship Id="rId13" Type="http://schemas.openxmlformats.org/officeDocument/2006/relationships/customXml" Target="../ink/ink7.xml"/><Relationship Id="rId109" Type="http://schemas.openxmlformats.org/officeDocument/2006/relationships/customXml" Target="../ink/ink55.xml"/><Relationship Id="rId260" Type="http://schemas.openxmlformats.org/officeDocument/2006/relationships/image" Target="../media/image23963.png"/><Relationship Id="rId316" Type="http://schemas.openxmlformats.org/officeDocument/2006/relationships/image" Target="../media/image23991.png"/><Relationship Id="rId523" Type="http://schemas.openxmlformats.org/officeDocument/2006/relationships/customXml" Target="../ink/ink262.xml"/><Relationship Id="rId55" Type="http://schemas.openxmlformats.org/officeDocument/2006/relationships/customXml" Target="../ink/ink28.xml"/><Relationship Id="rId97" Type="http://schemas.openxmlformats.org/officeDocument/2006/relationships/customXml" Target="../ink/ink49.xml"/><Relationship Id="rId120" Type="http://schemas.openxmlformats.org/officeDocument/2006/relationships/image" Target="../media/image23893.png"/><Relationship Id="rId358" Type="http://schemas.openxmlformats.org/officeDocument/2006/relationships/image" Target="../media/image24012.png"/><Relationship Id="rId565" Type="http://schemas.openxmlformats.org/officeDocument/2006/relationships/customXml" Target="../ink/ink283.xml"/><Relationship Id="rId162" Type="http://schemas.openxmlformats.org/officeDocument/2006/relationships/image" Target="../media/image23914.png"/><Relationship Id="rId218" Type="http://schemas.openxmlformats.org/officeDocument/2006/relationships/image" Target="../media/image23942.png"/><Relationship Id="rId425" Type="http://schemas.openxmlformats.org/officeDocument/2006/relationships/customXml" Target="../ink/ink213.xml"/><Relationship Id="rId467" Type="http://schemas.openxmlformats.org/officeDocument/2006/relationships/customXml" Target="../ink/ink234.xml"/><Relationship Id="rId271" Type="http://schemas.openxmlformats.org/officeDocument/2006/relationships/customXml" Target="../ink/ink136.xml"/><Relationship Id="rId24" Type="http://schemas.openxmlformats.org/officeDocument/2006/relationships/image" Target="../media/image23845.png"/><Relationship Id="rId66" Type="http://schemas.openxmlformats.org/officeDocument/2006/relationships/image" Target="../media/image23866.png"/><Relationship Id="rId131" Type="http://schemas.openxmlformats.org/officeDocument/2006/relationships/customXml" Target="../ink/ink66.xml"/><Relationship Id="rId327" Type="http://schemas.openxmlformats.org/officeDocument/2006/relationships/customXml" Target="../ink/ink164.xml"/><Relationship Id="rId369" Type="http://schemas.openxmlformats.org/officeDocument/2006/relationships/customXml" Target="../ink/ink185.xml"/><Relationship Id="rId534" Type="http://schemas.openxmlformats.org/officeDocument/2006/relationships/image" Target="../media/image24100.png"/><Relationship Id="rId173" Type="http://schemas.openxmlformats.org/officeDocument/2006/relationships/customXml" Target="../ink/ink87.xml"/><Relationship Id="rId229" Type="http://schemas.openxmlformats.org/officeDocument/2006/relationships/customXml" Target="../ink/ink115.xml"/><Relationship Id="rId380" Type="http://schemas.openxmlformats.org/officeDocument/2006/relationships/image" Target="../media/image24023.png"/><Relationship Id="rId436" Type="http://schemas.openxmlformats.org/officeDocument/2006/relationships/image" Target="../media/image24051.png"/><Relationship Id="rId240" Type="http://schemas.openxmlformats.org/officeDocument/2006/relationships/image" Target="../media/image23953.png"/><Relationship Id="rId478" Type="http://schemas.openxmlformats.org/officeDocument/2006/relationships/image" Target="../media/image24072.png"/><Relationship Id="rId35" Type="http://schemas.openxmlformats.org/officeDocument/2006/relationships/customXml" Target="../ink/ink18.xml"/><Relationship Id="rId77" Type="http://schemas.openxmlformats.org/officeDocument/2006/relationships/customXml" Target="../ink/ink39.xml"/><Relationship Id="rId100" Type="http://schemas.openxmlformats.org/officeDocument/2006/relationships/image" Target="../media/image23883.png"/><Relationship Id="rId282" Type="http://schemas.openxmlformats.org/officeDocument/2006/relationships/image" Target="../media/image23974.png"/><Relationship Id="rId338" Type="http://schemas.openxmlformats.org/officeDocument/2006/relationships/image" Target="../media/image24002.png"/><Relationship Id="rId503" Type="http://schemas.openxmlformats.org/officeDocument/2006/relationships/customXml" Target="../ink/ink252.xml"/><Relationship Id="rId545" Type="http://schemas.openxmlformats.org/officeDocument/2006/relationships/customXml" Target="../ink/ink273.xml"/><Relationship Id="rId8" Type="http://schemas.openxmlformats.org/officeDocument/2006/relationships/customXml" Target="../ink/ink4.xml"/><Relationship Id="rId142" Type="http://schemas.openxmlformats.org/officeDocument/2006/relationships/image" Target="../media/image23904.png"/><Relationship Id="rId184" Type="http://schemas.openxmlformats.org/officeDocument/2006/relationships/image" Target="../media/image23925.png"/><Relationship Id="rId391" Type="http://schemas.openxmlformats.org/officeDocument/2006/relationships/customXml" Target="../ink/ink196.xml"/><Relationship Id="rId405" Type="http://schemas.openxmlformats.org/officeDocument/2006/relationships/customXml" Target="../ink/ink203.xml"/><Relationship Id="rId447" Type="http://schemas.openxmlformats.org/officeDocument/2006/relationships/customXml" Target="../ink/ink224.xml"/><Relationship Id="rId251" Type="http://schemas.openxmlformats.org/officeDocument/2006/relationships/customXml" Target="../ink/ink126.xml"/><Relationship Id="rId489" Type="http://schemas.openxmlformats.org/officeDocument/2006/relationships/customXml" Target="../ink/ink245.xml"/><Relationship Id="rId46" Type="http://schemas.openxmlformats.org/officeDocument/2006/relationships/image" Target="../media/image23856.png"/><Relationship Id="rId293" Type="http://schemas.openxmlformats.org/officeDocument/2006/relationships/customXml" Target="../ink/ink147.xml"/><Relationship Id="rId307" Type="http://schemas.openxmlformats.org/officeDocument/2006/relationships/customXml" Target="../ink/ink154.xml"/><Relationship Id="rId349" Type="http://schemas.openxmlformats.org/officeDocument/2006/relationships/customXml" Target="../ink/ink175.xml"/><Relationship Id="rId514" Type="http://schemas.openxmlformats.org/officeDocument/2006/relationships/image" Target="../media/image24090.png"/><Relationship Id="rId556" Type="http://schemas.openxmlformats.org/officeDocument/2006/relationships/image" Target="../media/image24111.png"/><Relationship Id="rId88" Type="http://schemas.openxmlformats.org/officeDocument/2006/relationships/image" Target="../media/image23877.png"/><Relationship Id="rId111" Type="http://schemas.openxmlformats.org/officeDocument/2006/relationships/customXml" Target="../ink/ink56.xml"/><Relationship Id="rId153" Type="http://schemas.openxmlformats.org/officeDocument/2006/relationships/customXml" Target="../ink/ink77.xml"/><Relationship Id="rId195" Type="http://schemas.openxmlformats.org/officeDocument/2006/relationships/customXml" Target="../ink/ink98.xml"/><Relationship Id="rId209" Type="http://schemas.openxmlformats.org/officeDocument/2006/relationships/customXml" Target="../ink/ink105.xml"/><Relationship Id="rId360" Type="http://schemas.openxmlformats.org/officeDocument/2006/relationships/image" Target="../media/image24013.png"/><Relationship Id="rId416" Type="http://schemas.openxmlformats.org/officeDocument/2006/relationships/image" Target="../media/image24041.png"/><Relationship Id="rId220" Type="http://schemas.openxmlformats.org/officeDocument/2006/relationships/image" Target="../media/image23943.png"/><Relationship Id="rId458" Type="http://schemas.openxmlformats.org/officeDocument/2006/relationships/image" Target="../media/image24062.png"/><Relationship Id="rId15" Type="http://schemas.openxmlformats.org/officeDocument/2006/relationships/customXml" Target="../ink/ink8.xml"/><Relationship Id="rId57" Type="http://schemas.openxmlformats.org/officeDocument/2006/relationships/customXml" Target="../ink/ink29.xml"/><Relationship Id="rId262" Type="http://schemas.openxmlformats.org/officeDocument/2006/relationships/image" Target="../media/image23964.png"/><Relationship Id="rId318" Type="http://schemas.openxmlformats.org/officeDocument/2006/relationships/image" Target="../media/image23992.png"/><Relationship Id="rId525" Type="http://schemas.openxmlformats.org/officeDocument/2006/relationships/customXml" Target="../ink/ink263.xml"/><Relationship Id="rId567" Type="http://schemas.openxmlformats.org/officeDocument/2006/relationships/customXml" Target="../ink/ink284.xml"/><Relationship Id="rId99" Type="http://schemas.openxmlformats.org/officeDocument/2006/relationships/customXml" Target="../ink/ink50.xml"/><Relationship Id="rId122" Type="http://schemas.openxmlformats.org/officeDocument/2006/relationships/image" Target="../media/image23894.png"/><Relationship Id="rId164" Type="http://schemas.openxmlformats.org/officeDocument/2006/relationships/image" Target="../media/image23915.png"/><Relationship Id="rId371" Type="http://schemas.openxmlformats.org/officeDocument/2006/relationships/customXml" Target="../ink/ink186.xml"/><Relationship Id="rId427" Type="http://schemas.openxmlformats.org/officeDocument/2006/relationships/customXml" Target="../ink/ink214.xml"/><Relationship Id="rId469" Type="http://schemas.openxmlformats.org/officeDocument/2006/relationships/customXml" Target="../ink/ink235.xml"/><Relationship Id="rId26" Type="http://schemas.openxmlformats.org/officeDocument/2006/relationships/image" Target="../media/image23846.png"/><Relationship Id="rId231" Type="http://schemas.openxmlformats.org/officeDocument/2006/relationships/customXml" Target="../ink/ink116.xml"/><Relationship Id="rId273" Type="http://schemas.openxmlformats.org/officeDocument/2006/relationships/customXml" Target="../ink/ink137.xml"/><Relationship Id="rId329" Type="http://schemas.openxmlformats.org/officeDocument/2006/relationships/customXml" Target="../ink/ink165.xml"/><Relationship Id="rId480" Type="http://schemas.openxmlformats.org/officeDocument/2006/relationships/image" Target="../media/image24073.png"/><Relationship Id="rId536" Type="http://schemas.openxmlformats.org/officeDocument/2006/relationships/image" Target="../media/image24101.png"/><Relationship Id="rId68" Type="http://schemas.openxmlformats.org/officeDocument/2006/relationships/image" Target="../media/image23867.png"/><Relationship Id="rId133" Type="http://schemas.openxmlformats.org/officeDocument/2006/relationships/customXml" Target="../ink/ink67.xml"/><Relationship Id="rId175" Type="http://schemas.openxmlformats.org/officeDocument/2006/relationships/customXml" Target="../ink/ink88.xml"/><Relationship Id="rId340" Type="http://schemas.openxmlformats.org/officeDocument/2006/relationships/image" Target="../media/image24003.png"/><Relationship Id="rId200" Type="http://schemas.openxmlformats.org/officeDocument/2006/relationships/image" Target="../media/image23933.png"/><Relationship Id="rId382" Type="http://schemas.openxmlformats.org/officeDocument/2006/relationships/image" Target="../media/image24024.png"/><Relationship Id="rId438" Type="http://schemas.openxmlformats.org/officeDocument/2006/relationships/image" Target="../media/image24052.png"/><Relationship Id="rId242" Type="http://schemas.openxmlformats.org/officeDocument/2006/relationships/image" Target="../media/image23954.png"/><Relationship Id="rId284" Type="http://schemas.openxmlformats.org/officeDocument/2006/relationships/image" Target="../media/image23975.png"/><Relationship Id="rId491" Type="http://schemas.openxmlformats.org/officeDocument/2006/relationships/customXml" Target="../ink/ink246.xml"/><Relationship Id="rId505" Type="http://schemas.openxmlformats.org/officeDocument/2006/relationships/customXml" Target="../ink/ink253.xml"/><Relationship Id="rId37" Type="http://schemas.openxmlformats.org/officeDocument/2006/relationships/customXml" Target="../ink/ink19.xml"/><Relationship Id="rId79" Type="http://schemas.openxmlformats.org/officeDocument/2006/relationships/customXml" Target="../ink/ink40.xml"/><Relationship Id="rId102" Type="http://schemas.openxmlformats.org/officeDocument/2006/relationships/image" Target="../media/image23884.png"/><Relationship Id="rId144" Type="http://schemas.openxmlformats.org/officeDocument/2006/relationships/image" Target="../media/image23905.png"/><Relationship Id="rId547" Type="http://schemas.openxmlformats.org/officeDocument/2006/relationships/customXml" Target="../ink/ink274.xml"/><Relationship Id="rId90" Type="http://schemas.openxmlformats.org/officeDocument/2006/relationships/image" Target="../media/image23878.png"/><Relationship Id="rId186" Type="http://schemas.openxmlformats.org/officeDocument/2006/relationships/image" Target="../media/image23926.png"/><Relationship Id="rId351" Type="http://schemas.openxmlformats.org/officeDocument/2006/relationships/customXml" Target="../ink/ink176.xml"/><Relationship Id="rId393" Type="http://schemas.openxmlformats.org/officeDocument/2006/relationships/customXml" Target="../ink/ink197.xml"/><Relationship Id="rId407" Type="http://schemas.openxmlformats.org/officeDocument/2006/relationships/customXml" Target="../ink/ink204.xml"/><Relationship Id="rId449" Type="http://schemas.openxmlformats.org/officeDocument/2006/relationships/customXml" Target="../ink/ink225.xml"/><Relationship Id="rId211" Type="http://schemas.openxmlformats.org/officeDocument/2006/relationships/customXml" Target="../ink/ink106.xml"/><Relationship Id="rId253" Type="http://schemas.openxmlformats.org/officeDocument/2006/relationships/customXml" Target="../ink/ink127.xml"/><Relationship Id="rId295" Type="http://schemas.openxmlformats.org/officeDocument/2006/relationships/customXml" Target="../ink/ink148.xml"/><Relationship Id="rId309" Type="http://schemas.openxmlformats.org/officeDocument/2006/relationships/customXml" Target="../ink/ink155.xml"/><Relationship Id="rId460" Type="http://schemas.openxmlformats.org/officeDocument/2006/relationships/image" Target="../media/image24063.png"/><Relationship Id="rId516" Type="http://schemas.openxmlformats.org/officeDocument/2006/relationships/image" Target="../media/image24091.png"/><Relationship Id="rId48" Type="http://schemas.openxmlformats.org/officeDocument/2006/relationships/image" Target="../media/image23857.png"/><Relationship Id="rId113" Type="http://schemas.openxmlformats.org/officeDocument/2006/relationships/customXml" Target="../ink/ink57.xml"/><Relationship Id="rId320" Type="http://schemas.openxmlformats.org/officeDocument/2006/relationships/image" Target="../media/image23993.png"/><Relationship Id="rId558" Type="http://schemas.openxmlformats.org/officeDocument/2006/relationships/image" Target="../media/image24112.png"/><Relationship Id="rId155" Type="http://schemas.openxmlformats.org/officeDocument/2006/relationships/customXml" Target="../ink/ink78.xml"/><Relationship Id="rId197" Type="http://schemas.openxmlformats.org/officeDocument/2006/relationships/customXml" Target="../ink/ink99.xml"/><Relationship Id="rId362" Type="http://schemas.openxmlformats.org/officeDocument/2006/relationships/image" Target="../media/image24014.png"/><Relationship Id="rId418" Type="http://schemas.openxmlformats.org/officeDocument/2006/relationships/image" Target="../media/image24042.png"/><Relationship Id="rId222" Type="http://schemas.openxmlformats.org/officeDocument/2006/relationships/image" Target="../media/image23944.png"/><Relationship Id="rId264" Type="http://schemas.openxmlformats.org/officeDocument/2006/relationships/image" Target="../media/image23965.png"/><Relationship Id="rId471" Type="http://schemas.openxmlformats.org/officeDocument/2006/relationships/customXml" Target="../ink/ink236.xml"/><Relationship Id="rId17" Type="http://schemas.openxmlformats.org/officeDocument/2006/relationships/customXml" Target="../ink/ink9.xml"/><Relationship Id="rId59" Type="http://schemas.openxmlformats.org/officeDocument/2006/relationships/customXml" Target="../ink/ink30.xml"/><Relationship Id="rId124" Type="http://schemas.openxmlformats.org/officeDocument/2006/relationships/image" Target="../media/image23895.png"/><Relationship Id="rId527" Type="http://schemas.openxmlformats.org/officeDocument/2006/relationships/customXml" Target="../ink/ink264.xml"/><Relationship Id="rId569" Type="http://schemas.openxmlformats.org/officeDocument/2006/relationships/customXml" Target="../ink/ink285.xml"/><Relationship Id="rId70" Type="http://schemas.openxmlformats.org/officeDocument/2006/relationships/image" Target="../media/image23868.png"/><Relationship Id="rId166" Type="http://schemas.openxmlformats.org/officeDocument/2006/relationships/image" Target="../media/image23916.png"/><Relationship Id="rId331" Type="http://schemas.openxmlformats.org/officeDocument/2006/relationships/customXml" Target="../ink/ink166.xml"/><Relationship Id="rId373" Type="http://schemas.openxmlformats.org/officeDocument/2006/relationships/customXml" Target="../ink/ink187.xml"/><Relationship Id="rId429" Type="http://schemas.openxmlformats.org/officeDocument/2006/relationships/customXml" Target="../ink/ink215.xml"/><Relationship Id="rId1" Type="http://schemas.openxmlformats.org/officeDocument/2006/relationships/slideLayout" Target="../slideLayouts/slideLayout2.xml"/><Relationship Id="rId233" Type="http://schemas.openxmlformats.org/officeDocument/2006/relationships/customXml" Target="../ink/ink117.xml"/><Relationship Id="rId440" Type="http://schemas.openxmlformats.org/officeDocument/2006/relationships/image" Target="../media/image24053.png"/><Relationship Id="rId28" Type="http://schemas.openxmlformats.org/officeDocument/2006/relationships/image" Target="../media/image23847.png"/><Relationship Id="rId275" Type="http://schemas.openxmlformats.org/officeDocument/2006/relationships/customXml" Target="../ink/ink138.xml"/><Relationship Id="rId300" Type="http://schemas.openxmlformats.org/officeDocument/2006/relationships/image" Target="../media/image23983.png"/><Relationship Id="rId482" Type="http://schemas.openxmlformats.org/officeDocument/2006/relationships/image" Target="../media/image24074.png"/><Relationship Id="rId538" Type="http://schemas.openxmlformats.org/officeDocument/2006/relationships/image" Target="../media/image24102.png"/><Relationship Id="rId81" Type="http://schemas.openxmlformats.org/officeDocument/2006/relationships/customXml" Target="../ink/ink41.xml"/><Relationship Id="rId135" Type="http://schemas.openxmlformats.org/officeDocument/2006/relationships/customXml" Target="../ink/ink68.xml"/><Relationship Id="rId177" Type="http://schemas.openxmlformats.org/officeDocument/2006/relationships/customXml" Target="../ink/ink89.xml"/><Relationship Id="rId342" Type="http://schemas.openxmlformats.org/officeDocument/2006/relationships/image" Target="../media/image24004.png"/><Relationship Id="rId384" Type="http://schemas.openxmlformats.org/officeDocument/2006/relationships/image" Target="../media/image24025.png"/><Relationship Id="rId202" Type="http://schemas.openxmlformats.org/officeDocument/2006/relationships/image" Target="../media/image23934.png"/><Relationship Id="rId244" Type="http://schemas.openxmlformats.org/officeDocument/2006/relationships/image" Target="../media/image23955.png"/><Relationship Id="rId39" Type="http://schemas.openxmlformats.org/officeDocument/2006/relationships/customXml" Target="../ink/ink20.xml"/><Relationship Id="rId286" Type="http://schemas.openxmlformats.org/officeDocument/2006/relationships/image" Target="../media/image23976.png"/><Relationship Id="rId451" Type="http://schemas.openxmlformats.org/officeDocument/2006/relationships/customXml" Target="../ink/ink226.xml"/><Relationship Id="rId493" Type="http://schemas.openxmlformats.org/officeDocument/2006/relationships/customXml" Target="../ink/ink247.xml"/><Relationship Id="rId507" Type="http://schemas.openxmlformats.org/officeDocument/2006/relationships/customXml" Target="../ink/ink254.xml"/><Relationship Id="rId549" Type="http://schemas.openxmlformats.org/officeDocument/2006/relationships/customXml" Target="../ink/ink275.xml"/><Relationship Id="rId50" Type="http://schemas.openxmlformats.org/officeDocument/2006/relationships/image" Target="../media/image23858.png"/><Relationship Id="rId104" Type="http://schemas.openxmlformats.org/officeDocument/2006/relationships/image" Target="../media/image23885.png"/><Relationship Id="rId146" Type="http://schemas.openxmlformats.org/officeDocument/2006/relationships/image" Target="../media/image23906.png"/><Relationship Id="rId188" Type="http://schemas.openxmlformats.org/officeDocument/2006/relationships/image" Target="../media/image23927.png"/><Relationship Id="rId311" Type="http://schemas.openxmlformats.org/officeDocument/2006/relationships/customXml" Target="../ink/ink156.xml"/><Relationship Id="rId353" Type="http://schemas.openxmlformats.org/officeDocument/2006/relationships/customXml" Target="../ink/ink177.xml"/><Relationship Id="rId395" Type="http://schemas.openxmlformats.org/officeDocument/2006/relationships/customXml" Target="../ink/ink198.xml"/><Relationship Id="rId409" Type="http://schemas.openxmlformats.org/officeDocument/2006/relationships/customXml" Target="../ink/ink205.xml"/><Relationship Id="rId560" Type="http://schemas.openxmlformats.org/officeDocument/2006/relationships/image" Target="../media/image24113.png"/><Relationship Id="rId92" Type="http://schemas.openxmlformats.org/officeDocument/2006/relationships/image" Target="../media/image23879.png"/><Relationship Id="rId213" Type="http://schemas.openxmlformats.org/officeDocument/2006/relationships/customXml" Target="../ink/ink107.xml"/><Relationship Id="rId420" Type="http://schemas.openxmlformats.org/officeDocument/2006/relationships/image" Target="../media/image24043.png"/><Relationship Id="rId255" Type="http://schemas.openxmlformats.org/officeDocument/2006/relationships/customXml" Target="../ink/ink128.xml"/><Relationship Id="rId297" Type="http://schemas.openxmlformats.org/officeDocument/2006/relationships/customXml" Target="../ink/ink149.xml"/><Relationship Id="rId462" Type="http://schemas.openxmlformats.org/officeDocument/2006/relationships/image" Target="../media/image24064.png"/><Relationship Id="rId518" Type="http://schemas.openxmlformats.org/officeDocument/2006/relationships/image" Target="../media/image24092.png"/><Relationship Id="rId115" Type="http://schemas.openxmlformats.org/officeDocument/2006/relationships/customXml" Target="../ink/ink58.xml"/><Relationship Id="rId157" Type="http://schemas.openxmlformats.org/officeDocument/2006/relationships/customXml" Target="../ink/ink79.xml"/><Relationship Id="rId322" Type="http://schemas.openxmlformats.org/officeDocument/2006/relationships/image" Target="../media/image23994.png"/><Relationship Id="rId364" Type="http://schemas.openxmlformats.org/officeDocument/2006/relationships/image" Target="../media/image24015.png"/><Relationship Id="rId61" Type="http://schemas.openxmlformats.org/officeDocument/2006/relationships/customXml" Target="../ink/ink31.xml"/><Relationship Id="rId199" Type="http://schemas.openxmlformats.org/officeDocument/2006/relationships/customXml" Target="../ink/ink100.xml"/><Relationship Id="rId571" Type="http://schemas.openxmlformats.org/officeDocument/2006/relationships/customXml" Target="../ink/ink286.xml"/><Relationship Id="rId19" Type="http://schemas.openxmlformats.org/officeDocument/2006/relationships/customXml" Target="../ink/ink10.xml"/><Relationship Id="rId224" Type="http://schemas.openxmlformats.org/officeDocument/2006/relationships/image" Target="../media/image23945.png"/><Relationship Id="rId266" Type="http://schemas.openxmlformats.org/officeDocument/2006/relationships/image" Target="../media/image23966.png"/><Relationship Id="rId431" Type="http://schemas.openxmlformats.org/officeDocument/2006/relationships/customXml" Target="../ink/ink216.xml"/><Relationship Id="rId473" Type="http://schemas.openxmlformats.org/officeDocument/2006/relationships/customXml" Target="../ink/ink237.xml"/><Relationship Id="rId529" Type="http://schemas.openxmlformats.org/officeDocument/2006/relationships/customXml" Target="../ink/ink265.xml"/><Relationship Id="rId30" Type="http://schemas.openxmlformats.org/officeDocument/2006/relationships/image" Target="../media/image23848.png"/><Relationship Id="rId126" Type="http://schemas.openxmlformats.org/officeDocument/2006/relationships/image" Target="../media/image23896.png"/><Relationship Id="rId168" Type="http://schemas.openxmlformats.org/officeDocument/2006/relationships/image" Target="../media/image23917.png"/><Relationship Id="rId333" Type="http://schemas.openxmlformats.org/officeDocument/2006/relationships/customXml" Target="../ink/ink167.xml"/><Relationship Id="rId540" Type="http://schemas.openxmlformats.org/officeDocument/2006/relationships/image" Target="../media/image24103.png"/><Relationship Id="rId72" Type="http://schemas.openxmlformats.org/officeDocument/2006/relationships/image" Target="../media/image23869.png"/><Relationship Id="rId375" Type="http://schemas.openxmlformats.org/officeDocument/2006/relationships/customXml" Target="../ink/ink188.xml"/><Relationship Id="rId3" Type="http://schemas.openxmlformats.org/officeDocument/2006/relationships/image" Target="../media/image21175.png"/><Relationship Id="rId235" Type="http://schemas.openxmlformats.org/officeDocument/2006/relationships/customXml" Target="../ink/ink118.xml"/><Relationship Id="rId277" Type="http://schemas.openxmlformats.org/officeDocument/2006/relationships/customXml" Target="../ink/ink139.xml"/><Relationship Id="rId400" Type="http://schemas.openxmlformats.org/officeDocument/2006/relationships/image" Target="../media/image24033.png"/><Relationship Id="rId442" Type="http://schemas.openxmlformats.org/officeDocument/2006/relationships/image" Target="../media/image24054.png"/><Relationship Id="rId484" Type="http://schemas.openxmlformats.org/officeDocument/2006/relationships/image" Target="../media/image24075.png"/><Relationship Id="rId137" Type="http://schemas.openxmlformats.org/officeDocument/2006/relationships/customXml" Target="../ink/ink69.xml"/><Relationship Id="rId302" Type="http://schemas.openxmlformats.org/officeDocument/2006/relationships/image" Target="../media/image23984.png"/><Relationship Id="rId344" Type="http://schemas.openxmlformats.org/officeDocument/2006/relationships/image" Target="../media/image24005.png"/><Relationship Id="rId41" Type="http://schemas.openxmlformats.org/officeDocument/2006/relationships/customXml" Target="../ink/ink21.xml"/><Relationship Id="rId83" Type="http://schemas.openxmlformats.org/officeDocument/2006/relationships/customXml" Target="../ink/ink42.xml"/><Relationship Id="rId179" Type="http://schemas.openxmlformats.org/officeDocument/2006/relationships/customXml" Target="../ink/ink90.xml"/><Relationship Id="rId386" Type="http://schemas.openxmlformats.org/officeDocument/2006/relationships/image" Target="../media/image24026.png"/><Relationship Id="rId551" Type="http://schemas.openxmlformats.org/officeDocument/2006/relationships/customXml" Target="../ink/ink276.xml"/><Relationship Id="rId190" Type="http://schemas.openxmlformats.org/officeDocument/2006/relationships/image" Target="../media/image23928.png"/><Relationship Id="rId204" Type="http://schemas.openxmlformats.org/officeDocument/2006/relationships/image" Target="../media/image23935.png"/><Relationship Id="rId246" Type="http://schemas.openxmlformats.org/officeDocument/2006/relationships/image" Target="../media/image23956.png"/><Relationship Id="rId288" Type="http://schemas.openxmlformats.org/officeDocument/2006/relationships/image" Target="../media/image23977.png"/><Relationship Id="rId411" Type="http://schemas.openxmlformats.org/officeDocument/2006/relationships/customXml" Target="../ink/ink206.xml"/><Relationship Id="rId453" Type="http://schemas.openxmlformats.org/officeDocument/2006/relationships/customXml" Target="../ink/ink227.xml"/><Relationship Id="rId509" Type="http://schemas.openxmlformats.org/officeDocument/2006/relationships/customXml" Target="../ink/ink255.xml"/><Relationship Id="rId106" Type="http://schemas.openxmlformats.org/officeDocument/2006/relationships/image" Target="../media/image23886.png"/><Relationship Id="rId313" Type="http://schemas.openxmlformats.org/officeDocument/2006/relationships/customXml" Target="../ink/ink157.xml"/><Relationship Id="rId495" Type="http://schemas.openxmlformats.org/officeDocument/2006/relationships/customXml" Target="../ink/ink248.xml"/><Relationship Id="rId10" Type="http://schemas.openxmlformats.org/officeDocument/2006/relationships/image" Target="../media/image23838.png"/><Relationship Id="rId52" Type="http://schemas.openxmlformats.org/officeDocument/2006/relationships/image" Target="../media/image23859.png"/><Relationship Id="rId94" Type="http://schemas.openxmlformats.org/officeDocument/2006/relationships/image" Target="../media/image23880.png"/><Relationship Id="rId148" Type="http://schemas.openxmlformats.org/officeDocument/2006/relationships/image" Target="../media/image23907.png"/><Relationship Id="rId355" Type="http://schemas.openxmlformats.org/officeDocument/2006/relationships/customXml" Target="../ink/ink178.xml"/><Relationship Id="rId397" Type="http://schemas.openxmlformats.org/officeDocument/2006/relationships/customXml" Target="../ink/ink199.xml"/><Relationship Id="rId520" Type="http://schemas.openxmlformats.org/officeDocument/2006/relationships/image" Target="../media/image24093.png"/><Relationship Id="rId562" Type="http://schemas.openxmlformats.org/officeDocument/2006/relationships/image" Target="../media/image24114.png"/><Relationship Id="rId215" Type="http://schemas.openxmlformats.org/officeDocument/2006/relationships/customXml" Target="../ink/ink108.xml"/><Relationship Id="rId257" Type="http://schemas.openxmlformats.org/officeDocument/2006/relationships/customXml" Target="../ink/ink129.xml"/><Relationship Id="rId422" Type="http://schemas.openxmlformats.org/officeDocument/2006/relationships/image" Target="../media/image24044.png"/><Relationship Id="rId464" Type="http://schemas.openxmlformats.org/officeDocument/2006/relationships/image" Target="../media/image24065.png"/><Relationship Id="rId299" Type="http://schemas.openxmlformats.org/officeDocument/2006/relationships/customXml" Target="../ink/ink150.xml"/><Relationship Id="rId63" Type="http://schemas.openxmlformats.org/officeDocument/2006/relationships/customXml" Target="../ink/ink32.xml"/><Relationship Id="rId159" Type="http://schemas.openxmlformats.org/officeDocument/2006/relationships/customXml" Target="../ink/ink80.xml"/><Relationship Id="rId366" Type="http://schemas.openxmlformats.org/officeDocument/2006/relationships/image" Target="../media/image24016.png"/><Relationship Id="rId226" Type="http://schemas.openxmlformats.org/officeDocument/2006/relationships/image" Target="../media/image23946.png"/><Relationship Id="rId433" Type="http://schemas.openxmlformats.org/officeDocument/2006/relationships/customXml" Target="../ink/ink217.xml"/><Relationship Id="rId74" Type="http://schemas.openxmlformats.org/officeDocument/2006/relationships/image" Target="../media/image23870.png"/><Relationship Id="rId377" Type="http://schemas.openxmlformats.org/officeDocument/2006/relationships/customXml" Target="../ink/ink189.xml"/><Relationship Id="rId500" Type="http://schemas.openxmlformats.org/officeDocument/2006/relationships/image" Target="../media/image24083.png"/><Relationship Id="rId5" Type="http://schemas.openxmlformats.org/officeDocument/2006/relationships/image" Target="../media/image21363.png"/><Relationship Id="rId237" Type="http://schemas.openxmlformats.org/officeDocument/2006/relationships/customXml" Target="../ink/ink119.xml"/><Relationship Id="rId444" Type="http://schemas.openxmlformats.org/officeDocument/2006/relationships/image" Target="../media/image24055.png"/><Relationship Id="rId290" Type="http://schemas.openxmlformats.org/officeDocument/2006/relationships/image" Target="../media/image23978.png"/><Relationship Id="rId304" Type="http://schemas.openxmlformats.org/officeDocument/2006/relationships/image" Target="../media/image23985.png"/><Relationship Id="rId388" Type="http://schemas.openxmlformats.org/officeDocument/2006/relationships/image" Target="../media/image24027.png"/><Relationship Id="rId511" Type="http://schemas.openxmlformats.org/officeDocument/2006/relationships/customXml" Target="../ink/ink256.xml"/><Relationship Id="rId85" Type="http://schemas.openxmlformats.org/officeDocument/2006/relationships/customXml" Target="../ink/ink43.xml"/><Relationship Id="rId150" Type="http://schemas.openxmlformats.org/officeDocument/2006/relationships/image" Target="../media/image23908.png"/><Relationship Id="rId248" Type="http://schemas.openxmlformats.org/officeDocument/2006/relationships/image" Target="../media/image23957.png"/><Relationship Id="rId455" Type="http://schemas.openxmlformats.org/officeDocument/2006/relationships/customXml" Target="../ink/ink228.xml"/><Relationship Id="rId12" Type="http://schemas.openxmlformats.org/officeDocument/2006/relationships/image" Target="../media/image23839.png"/><Relationship Id="rId108" Type="http://schemas.openxmlformats.org/officeDocument/2006/relationships/image" Target="../media/image23887.png"/><Relationship Id="rId315" Type="http://schemas.openxmlformats.org/officeDocument/2006/relationships/customXml" Target="../ink/ink158.xml"/><Relationship Id="rId522" Type="http://schemas.openxmlformats.org/officeDocument/2006/relationships/image" Target="../media/image24094.png"/><Relationship Id="rId96" Type="http://schemas.openxmlformats.org/officeDocument/2006/relationships/image" Target="../media/image23881.png"/><Relationship Id="rId161" Type="http://schemas.openxmlformats.org/officeDocument/2006/relationships/customXml" Target="../ink/ink81.xml"/><Relationship Id="rId399" Type="http://schemas.openxmlformats.org/officeDocument/2006/relationships/customXml" Target="../ink/ink200.xml"/><Relationship Id="rId259" Type="http://schemas.openxmlformats.org/officeDocument/2006/relationships/customXml" Target="../ink/ink130.xml"/><Relationship Id="rId466" Type="http://schemas.openxmlformats.org/officeDocument/2006/relationships/image" Target="../media/image24066.png"/><Relationship Id="rId23" Type="http://schemas.openxmlformats.org/officeDocument/2006/relationships/customXml" Target="../ink/ink12.xml"/><Relationship Id="rId119" Type="http://schemas.openxmlformats.org/officeDocument/2006/relationships/customXml" Target="../ink/ink60.xml"/><Relationship Id="rId326" Type="http://schemas.openxmlformats.org/officeDocument/2006/relationships/image" Target="../media/image23996.png"/><Relationship Id="rId533" Type="http://schemas.openxmlformats.org/officeDocument/2006/relationships/customXml" Target="../ink/ink267.xml"/></Relationships>
</file>

<file path=ppt/slides/_rels/slide2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345.xml"/><Relationship Id="rId21" Type="http://schemas.openxmlformats.org/officeDocument/2006/relationships/customXml" Target="../ink/ink297.xml"/><Relationship Id="rId42" Type="http://schemas.openxmlformats.org/officeDocument/2006/relationships/image" Target="../media/image24136.png"/><Relationship Id="rId63" Type="http://schemas.openxmlformats.org/officeDocument/2006/relationships/customXml" Target="../ink/ink318.xml"/><Relationship Id="rId84" Type="http://schemas.openxmlformats.org/officeDocument/2006/relationships/image" Target="../media/image24157.png"/><Relationship Id="rId138" Type="http://schemas.openxmlformats.org/officeDocument/2006/relationships/image" Target="../media/image24184.png"/><Relationship Id="rId159" Type="http://schemas.openxmlformats.org/officeDocument/2006/relationships/customXml" Target="../ink/ink366.xml"/><Relationship Id="rId170" Type="http://schemas.openxmlformats.org/officeDocument/2006/relationships/image" Target="../media/image24200.png"/><Relationship Id="rId191" Type="http://schemas.openxmlformats.org/officeDocument/2006/relationships/image" Target="../media/image24210.png"/><Relationship Id="rId205" Type="http://schemas.openxmlformats.org/officeDocument/2006/relationships/image" Target="../media/image24216.png"/><Relationship Id="rId107" Type="http://schemas.openxmlformats.org/officeDocument/2006/relationships/customXml" Target="../ink/ink340.xml"/><Relationship Id="rId11" Type="http://schemas.openxmlformats.org/officeDocument/2006/relationships/customXml" Target="../ink/ink292.xml"/><Relationship Id="rId32" Type="http://schemas.openxmlformats.org/officeDocument/2006/relationships/image" Target="../media/image24131.png"/><Relationship Id="rId53" Type="http://schemas.openxmlformats.org/officeDocument/2006/relationships/customXml" Target="../ink/ink313.xml"/><Relationship Id="rId74" Type="http://schemas.openxmlformats.org/officeDocument/2006/relationships/image" Target="../media/image24152.png"/><Relationship Id="rId128" Type="http://schemas.openxmlformats.org/officeDocument/2006/relationships/image" Target="../media/image24179.png"/><Relationship Id="rId149" Type="http://schemas.openxmlformats.org/officeDocument/2006/relationships/customXml" Target="../ink/ink361.xml"/><Relationship Id="rId5" Type="http://schemas.openxmlformats.org/officeDocument/2006/relationships/image" Target="../media/image21363.png"/><Relationship Id="rId95" Type="http://schemas.openxmlformats.org/officeDocument/2006/relationships/customXml" Target="../ink/ink334.xml"/><Relationship Id="rId160" Type="http://schemas.openxmlformats.org/officeDocument/2006/relationships/image" Target="../media/image24195.png"/><Relationship Id="rId181" Type="http://schemas.openxmlformats.org/officeDocument/2006/relationships/image" Target="../media/image24205.png"/><Relationship Id="rId22" Type="http://schemas.openxmlformats.org/officeDocument/2006/relationships/image" Target="../media/image24126.png"/><Relationship Id="rId43" Type="http://schemas.openxmlformats.org/officeDocument/2006/relationships/customXml" Target="../ink/ink308.xml"/><Relationship Id="rId64" Type="http://schemas.openxmlformats.org/officeDocument/2006/relationships/image" Target="../media/image24147.png"/><Relationship Id="rId118" Type="http://schemas.openxmlformats.org/officeDocument/2006/relationships/image" Target="../media/image24174.png"/><Relationship Id="rId139" Type="http://schemas.openxmlformats.org/officeDocument/2006/relationships/customXml" Target="../ink/ink356.xml"/><Relationship Id="rId85" Type="http://schemas.openxmlformats.org/officeDocument/2006/relationships/customXml" Target="../ink/ink329.xml"/><Relationship Id="rId150" Type="http://schemas.openxmlformats.org/officeDocument/2006/relationships/image" Target="../media/image24190.png"/><Relationship Id="rId171" Type="http://schemas.openxmlformats.org/officeDocument/2006/relationships/customXml" Target="../ink/ink372.xml"/><Relationship Id="rId192" Type="http://schemas.openxmlformats.org/officeDocument/2006/relationships/customXml" Target="../ink/ink383.xml"/><Relationship Id="rId206" Type="http://schemas.openxmlformats.org/officeDocument/2006/relationships/customXml" Target="../ink/ink390.xml"/><Relationship Id="rId12" Type="http://schemas.openxmlformats.org/officeDocument/2006/relationships/image" Target="../media/image24121.png"/><Relationship Id="rId33" Type="http://schemas.openxmlformats.org/officeDocument/2006/relationships/customXml" Target="../ink/ink303.xml"/><Relationship Id="rId108" Type="http://schemas.openxmlformats.org/officeDocument/2006/relationships/image" Target="../media/image24169.png"/><Relationship Id="rId129" Type="http://schemas.openxmlformats.org/officeDocument/2006/relationships/customXml" Target="../ink/ink351.xml"/><Relationship Id="rId54" Type="http://schemas.openxmlformats.org/officeDocument/2006/relationships/image" Target="../media/image24142.png"/><Relationship Id="rId75" Type="http://schemas.openxmlformats.org/officeDocument/2006/relationships/customXml" Target="../ink/ink324.xml"/><Relationship Id="rId96" Type="http://schemas.openxmlformats.org/officeDocument/2006/relationships/image" Target="../media/image24163.png"/><Relationship Id="rId140" Type="http://schemas.openxmlformats.org/officeDocument/2006/relationships/image" Target="../media/image24185.png"/><Relationship Id="rId161" Type="http://schemas.openxmlformats.org/officeDocument/2006/relationships/customXml" Target="../ink/ink367.xml"/><Relationship Id="rId182" Type="http://schemas.openxmlformats.org/officeDocument/2006/relationships/customXml" Target="../ink/ink378.xml"/><Relationship Id="rId6" Type="http://schemas.openxmlformats.org/officeDocument/2006/relationships/customXml" Target="../ink/ink289.xml"/><Relationship Id="rId23" Type="http://schemas.openxmlformats.org/officeDocument/2006/relationships/customXml" Target="../ink/ink298.xml"/><Relationship Id="rId119" Type="http://schemas.openxmlformats.org/officeDocument/2006/relationships/customXml" Target="../ink/ink346.xml"/><Relationship Id="rId44" Type="http://schemas.openxmlformats.org/officeDocument/2006/relationships/image" Target="../media/image24137.png"/><Relationship Id="rId65" Type="http://schemas.openxmlformats.org/officeDocument/2006/relationships/customXml" Target="../ink/ink319.xml"/><Relationship Id="rId86" Type="http://schemas.openxmlformats.org/officeDocument/2006/relationships/image" Target="../media/image24158.png"/><Relationship Id="rId130" Type="http://schemas.openxmlformats.org/officeDocument/2006/relationships/image" Target="../media/image24180.png"/><Relationship Id="rId151" Type="http://schemas.openxmlformats.org/officeDocument/2006/relationships/customXml" Target="../ink/ink362.xml"/><Relationship Id="rId172" Type="http://schemas.openxmlformats.org/officeDocument/2006/relationships/image" Target="../media/image24201.png"/><Relationship Id="rId193" Type="http://schemas.openxmlformats.org/officeDocument/2006/relationships/image" Target="../media/image24211.png"/><Relationship Id="rId207" Type="http://schemas.openxmlformats.org/officeDocument/2006/relationships/image" Target="../media/image24217.png"/><Relationship Id="rId13" Type="http://schemas.openxmlformats.org/officeDocument/2006/relationships/customXml" Target="../ink/ink293.xml"/><Relationship Id="rId109" Type="http://schemas.openxmlformats.org/officeDocument/2006/relationships/customXml" Target="../ink/ink341.xml"/><Relationship Id="rId34" Type="http://schemas.openxmlformats.org/officeDocument/2006/relationships/image" Target="../media/image24132.png"/><Relationship Id="rId55" Type="http://schemas.openxmlformats.org/officeDocument/2006/relationships/customXml" Target="../ink/ink314.xml"/><Relationship Id="rId76" Type="http://schemas.openxmlformats.org/officeDocument/2006/relationships/image" Target="../media/image24153.png"/><Relationship Id="rId97" Type="http://schemas.openxmlformats.org/officeDocument/2006/relationships/customXml" Target="../ink/ink335.xml"/><Relationship Id="rId120" Type="http://schemas.openxmlformats.org/officeDocument/2006/relationships/image" Target="../media/image24175.png"/><Relationship Id="rId141" Type="http://schemas.openxmlformats.org/officeDocument/2006/relationships/customXml" Target="../ink/ink357.xml"/><Relationship Id="rId7" Type="http://schemas.openxmlformats.org/officeDocument/2006/relationships/image" Target="../media/image21364.png"/><Relationship Id="rId162" Type="http://schemas.openxmlformats.org/officeDocument/2006/relationships/image" Target="../media/image24196.png"/><Relationship Id="rId183" Type="http://schemas.openxmlformats.org/officeDocument/2006/relationships/image" Target="../media/image24206.png"/><Relationship Id="rId24" Type="http://schemas.openxmlformats.org/officeDocument/2006/relationships/image" Target="../media/image24127.png"/><Relationship Id="rId45" Type="http://schemas.openxmlformats.org/officeDocument/2006/relationships/customXml" Target="../ink/ink309.xml"/><Relationship Id="rId66" Type="http://schemas.openxmlformats.org/officeDocument/2006/relationships/image" Target="../media/image24148.png"/><Relationship Id="rId87" Type="http://schemas.openxmlformats.org/officeDocument/2006/relationships/customXml" Target="../ink/ink330.xml"/><Relationship Id="rId110" Type="http://schemas.openxmlformats.org/officeDocument/2006/relationships/image" Target="../media/image24170.png"/><Relationship Id="rId131" Type="http://schemas.openxmlformats.org/officeDocument/2006/relationships/customXml" Target="../ink/ink352.xml"/><Relationship Id="rId152" Type="http://schemas.openxmlformats.org/officeDocument/2006/relationships/image" Target="../media/image24191.png"/><Relationship Id="rId173" Type="http://schemas.openxmlformats.org/officeDocument/2006/relationships/customXml" Target="../ink/ink373.xml"/><Relationship Id="rId194" Type="http://schemas.openxmlformats.org/officeDocument/2006/relationships/customXml" Target="../ink/ink384.xml"/><Relationship Id="rId208" Type="http://schemas.openxmlformats.org/officeDocument/2006/relationships/customXml" Target="../ink/ink391.xml"/><Relationship Id="rId19" Type="http://schemas.openxmlformats.org/officeDocument/2006/relationships/customXml" Target="../ink/ink296.xml"/><Relationship Id="rId14" Type="http://schemas.openxmlformats.org/officeDocument/2006/relationships/image" Target="../media/image24122.png"/><Relationship Id="rId30" Type="http://schemas.openxmlformats.org/officeDocument/2006/relationships/image" Target="../media/image24130.png"/><Relationship Id="rId35" Type="http://schemas.openxmlformats.org/officeDocument/2006/relationships/customXml" Target="../ink/ink304.xml"/><Relationship Id="rId56" Type="http://schemas.openxmlformats.org/officeDocument/2006/relationships/image" Target="../media/image24143.png"/><Relationship Id="rId77" Type="http://schemas.openxmlformats.org/officeDocument/2006/relationships/customXml" Target="../ink/ink325.xml"/><Relationship Id="rId100" Type="http://schemas.openxmlformats.org/officeDocument/2006/relationships/image" Target="../media/image24165.png"/><Relationship Id="rId105" Type="http://schemas.openxmlformats.org/officeDocument/2006/relationships/customXml" Target="../ink/ink339.xml"/><Relationship Id="rId126" Type="http://schemas.openxmlformats.org/officeDocument/2006/relationships/image" Target="../media/image24178.png"/><Relationship Id="rId147" Type="http://schemas.openxmlformats.org/officeDocument/2006/relationships/customXml" Target="../ink/ink360.xml"/><Relationship Id="rId168" Type="http://schemas.openxmlformats.org/officeDocument/2006/relationships/image" Target="../media/image24199.png"/><Relationship Id="rId8" Type="http://schemas.openxmlformats.org/officeDocument/2006/relationships/customXml" Target="../ink/ink290.xml"/><Relationship Id="rId51" Type="http://schemas.openxmlformats.org/officeDocument/2006/relationships/customXml" Target="../ink/ink312.xml"/><Relationship Id="rId72" Type="http://schemas.openxmlformats.org/officeDocument/2006/relationships/image" Target="../media/image24151.png"/><Relationship Id="rId93" Type="http://schemas.openxmlformats.org/officeDocument/2006/relationships/customXml" Target="../ink/ink333.xml"/><Relationship Id="rId98" Type="http://schemas.openxmlformats.org/officeDocument/2006/relationships/image" Target="../media/image24164.png"/><Relationship Id="rId121" Type="http://schemas.openxmlformats.org/officeDocument/2006/relationships/customXml" Target="../ink/ink347.xml"/><Relationship Id="rId142" Type="http://schemas.openxmlformats.org/officeDocument/2006/relationships/image" Target="../media/image24186.png"/><Relationship Id="rId163" Type="http://schemas.openxmlformats.org/officeDocument/2006/relationships/customXml" Target="../ink/ink368.xml"/><Relationship Id="rId184" Type="http://schemas.openxmlformats.org/officeDocument/2006/relationships/customXml" Target="../ink/ink379.xml"/><Relationship Id="rId189" Type="http://schemas.openxmlformats.org/officeDocument/2006/relationships/image" Target="../media/image24209.png"/><Relationship Id="rId3" Type="http://schemas.openxmlformats.org/officeDocument/2006/relationships/image" Target="../media/image21175.png"/><Relationship Id="rId25" Type="http://schemas.openxmlformats.org/officeDocument/2006/relationships/customXml" Target="../ink/ink299.xml"/><Relationship Id="rId46" Type="http://schemas.openxmlformats.org/officeDocument/2006/relationships/image" Target="../media/image24138.png"/><Relationship Id="rId67" Type="http://schemas.openxmlformats.org/officeDocument/2006/relationships/customXml" Target="../ink/ink320.xml"/><Relationship Id="rId116" Type="http://schemas.openxmlformats.org/officeDocument/2006/relationships/image" Target="../media/image24173.png"/><Relationship Id="rId137" Type="http://schemas.openxmlformats.org/officeDocument/2006/relationships/customXml" Target="../ink/ink355.xml"/><Relationship Id="rId158" Type="http://schemas.openxmlformats.org/officeDocument/2006/relationships/image" Target="../media/image24194.png"/><Relationship Id="rId20" Type="http://schemas.openxmlformats.org/officeDocument/2006/relationships/image" Target="../media/image24125.png"/><Relationship Id="rId41" Type="http://schemas.openxmlformats.org/officeDocument/2006/relationships/customXml" Target="../ink/ink307.xml"/><Relationship Id="rId62" Type="http://schemas.openxmlformats.org/officeDocument/2006/relationships/image" Target="../media/image24146.png"/><Relationship Id="rId83" Type="http://schemas.openxmlformats.org/officeDocument/2006/relationships/customXml" Target="../ink/ink328.xml"/><Relationship Id="rId88" Type="http://schemas.openxmlformats.org/officeDocument/2006/relationships/image" Target="../media/image24159.png"/><Relationship Id="rId111" Type="http://schemas.openxmlformats.org/officeDocument/2006/relationships/customXml" Target="../ink/ink342.xml"/><Relationship Id="rId132" Type="http://schemas.openxmlformats.org/officeDocument/2006/relationships/image" Target="../media/image24181.png"/><Relationship Id="rId153" Type="http://schemas.openxmlformats.org/officeDocument/2006/relationships/customXml" Target="../ink/ink363.xml"/><Relationship Id="rId174" Type="http://schemas.openxmlformats.org/officeDocument/2006/relationships/image" Target="../media/image24202.png"/><Relationship Id="rId179" Type="http://schemas.openxmlformats.org/officeDocument/2006/relationships/image" Target="../media/image24204.png"/><Relationship Id="rId195" Type="http://schemas.openxmlformats.org/officeDocument/2006/relationships/image" Target="../media/image24212.png"/><Relationship Id="rId209" Type="http://schemas.openxmlformats.org/officeDocument/2006/relationships/image" Target="../media/image24218.png"/><Relationship Id="rId190" Type="http://schemas.openxmlformats.org/officeDocument/2006/relationships/customXml" Target="../ink/ink382.xml"/><Relationship Id="rId204" Type="http://schemas.openxmlformats.org/officeDocument/2006/relationships/customXml" Target="../ink/ink389.xml"/><Relationship Id="rId15" Type="http://schemas.openxmlformats.org/officeDocument/2006/relationships/customXml" Target="../ink/ink294.xml"/><Relationship Id="rId36" Type="http://schemas.openxmlformats.org/officeDocument/2006/relationships/image" Target="../media/image24133.png"/><Relationship Id="rId57" Type="http://schemas.openxmlformats.org/officeDocument/2006/relationships/customXml" Target="../ink/ink315.xml"/><Relationship Id="rId106" Type="http://schemas.openxmlformats.org/officeDocument/2006/relationships/image" Target="../media/image24168.png"/><Relationship Id="rId127" Type="http://schemas.openxmlformats.org/officeDocument/2006/relationships/customXml" Target="../ink/ink350.xml"/><Relationship Id="rId10" Type="http://schemas.openxmlformats.org/officeDocument/2006/relationships/image" Target="../media/image24120.png"/><Relationship Id="rId31" Type="http://schemas.openxmlformats.org/officeDocument/2006/relationships/customXml" Target="../ink/ink302.xml"/><Relationship Id="rId52" Type="http://schemas.openxmlformats.org/officeDocument/2006/relationships/image" Target="../media/image24141.png"/><Relationship Id="rId73" Type="http://schemas.openxmlformats.org/officeDocument/2006/relationships/customXml" Target="../ink/ink323.xml"/><Relationship Id="rId78" Type="http://schemas.openxmlformats.org/officeDocument/2006/relationships/image" Target="../media/image24154.png"/><Relationship Id="rId94" Type="http://schemas.openxmlformats.org/officeDocument/2006/relationships/image" Target="../media/image24162.png"/><Relationship Id="rId99" Type="http://schemas.openxmlformats.org/officeDocument/2006/relationships/customXml" Target="../ink/ink336.xml"/><Relationship Id="rId101" Type="http://schemas.openxmlformats.org/officeDocument/2006/relationships/customXml" Target="../ink/ink337.xml"/><Relationship Id="rId122" Type="http://schemas.openxmlformats.org/officeDocument/2006/relationships/image" Target="../media/image24176.png"/><Relationship Id="rId143" Type="http://schemas.openxmlformats.org/officeDocument/2006/relationships/customXml" Target="../ink/ink358.xml"/><Relationship Id="rId148" Type="http://schemas.openxmlformats.org/officeDocument/2006/relationships/image" Target="../media/image24189.png"/><Relationship Id="rId164" Type="http://schemas.openxmlformats.org/officeDocument/2006/relationships/image" Target="../media/image24197.png"/><Relationship Id="rId169" Type="http://schemas.openxmlformats.org/officeDocument/2006/relationships/customXml" Target="../ink/ink371.xml"/><Relationship Id="rId185" Type="http://schemas.openxmlformats.org/officeDocument/2006/relationships/image" Target="../media/image24207.png"/><Relationship Id="rId4" Type="http://schemas.openxmlformats.org/officeDocument/2006/relationships/customXml" Target="../ink/ink288.xml"/><Relationship Id="rId9" Type="http://schemas.openxmlformats.org/officeDocument/2006/relationships/customXml" Target="../ink/ink291.xml"/><Relationship Id="rId180" Type="http://schemas.openxmlformats.org/officeDocument/2006/relationships/customXml" Target="../ink/ink377.xml"/><Relationship Id="rId210" Type="http://schemas.openxmlformats.org/officeDocument/2006/relationships/customXml" Target="../ink/ink392.xml"/><Relationship Id="rId26" Type="http://schemas.openxmlformats.org/officeDocument/2006/relationships/image" Target="../media/image24128.png"/><Relationship Id="rId47" Type="http://schemas.openxmlformats.org/officeDocument/2006/relationships/customXml" Target="../ink/ink310.xml"/><Relationship Id="rId68" Type="http://schemas.openxmlformats.org/officeDocument/2006/relationships/image" Target="../media/image24149.png"/><Relationship Id="rId89" Type="http://schemas.openxmlformats.org/officeDocument/2006/relationships/customXml" Target="../ink/ink331.xml"/><Relationship Id="rId112" Type="http://schemas.openxmlformats.org/officeDocument/2006/relationships/image" Target="../media/image24171.png"/><Relationship Id="rId133" Type="http://schemas.openxmlformats.org/officeDocument/2006/relationships/customXml" Target="../ink/ink353.xml"/><Relationship Id="rId154" Type="http://schemas.openxmlformats.org/officeDocument/2006/relationships/image" Target="../media/image24192.png"/><Relationship Id="rId175" Type="http://schemas.openxmlformats.org/officeDocument/2006/relationships/customXml" Target="../ink/ink374.xml"/><Relationship Id="rId196" Type="http://schemas.openxmlformats.org/officeDocument/2006/relationships/customXml" Target="../ink/ink385.xml"/><Relationship Id="rId200" Type="http://schemas.openxmlformats.org/officeDocument/2006/relationships/customXml" Target="../ink/ink387.xml"/><Relationship Id="rId16" Type="http://schemas.openxmlformats.org/officeDocument/2006/relationships/image" Target="../media/image24123.png"/><Relationship Id="rId37" Type="http://schemas.openxmlformats.org/officeDocument/2006/relationships/customXml" Target="../ink/ink305.xml"/><Relationship Id="rId58" Type="http://schemas.openxmlformats.org/officeDocument/2006/relationships/image" Target="../media/image24144.png"/><Relationship Id="rId79" Type="http://schemas.openxmlformats.org/officeDocument/2006/relationships/customXml" Target="../ink/ink326.xml"/><Relationship Id="rId102" Type="http://schemas.openxmlformats.org/officeDocument/2006/relationships/image" Target="../media/image24166.png"/><Relationship Id="rId123" Type="http://schemas.openxmlformats.org/officeDocument/2006/relationships/customXml" Target="../ink/ink348.xml"/><Relationship Id="rId144" Type="http://schemas.openxmlformats.org/officeDocument/2006/relationships/image" Target="../media/image24187.png"/><Relationship Id="rId90" Type="http://schemas.openxmlformats.org/officeDocument/2006/relationships/image" Target="../media/image24160.png"/><Relationship Id="rId165" Type="http://schemas.openxmlformats.org/officeDocument/2006/relationships/customXml" Target="../ink/ink369.xml"/><Relationship Id="rId186" Type="http://schemas.openxmlformats.org/officeDocument/2006/relationships/customXml" Target="../ink/ink380.xml"/><Relationship Id="rId211" Type="http://schemas.openxmlformats.org/officeDocument/2006/relationships/image" Target="../media/image24219.png"/><Relationship Id="rId27" Type="http://schemas.openxmlformats.org/officeDocument/2006/relationships/customXml" Target="../ink/ink300.xml"/><Relationship Id="rId48" Type="http://schemas.openxmlformats.org/officeDocument/2006/relationships/image" Target="../media/image24139.png"/><Relationship Id="rId69" Type="http://schemas.openxmlformats.org/officeDocument/2006/relationships/customXml" Target="../ink/ink321.xml"/><Relationship Id="rId113" Type="http://schemas.openxmlformats.org/officeDocument/2006/relationships/customXml" Target="../ink/ink343.xml"/><Relationship Id="rId134" Type="http://schemas.openxmlformats.org/officeDocument/2006/relationships/image" Target="../media/image24182.png"/><Relationship Id="rId80" Type="http://schemas.openxmlformats.org/officeDocument/2006/relationships/image" Target="../media/image24155.png"/><Relationship Id="rId155" Type="http://schemas.openxmlformats.org/officeDocument/2006/relationships/customXml" Target="../ink/ink364.xml"/><Relationship Id="rId176" Type="http://schemas.openxmlformats.org/officeDocument/2006/relationships/image" Target="../media/image24203.png"/><Relationship Id="rId197" Type="http://schemas.openxmlformats.org/officeDocument/2006/relationships/image" Target="../media/image23952.png"/><Relationship Id="rId201" Type="http://schemas.openxmlformats.org/officeDocument/2006/relationships/image" Target="../media/image24214.png"/><Relationship Id="rId17" Type="http://schemas.openxmlformats.org/officeDocument/2006/relationships/customXml" Target="../ink/ink295.xml"/><Relationship Id="rId38" Type="http://schemas.openxmlformats.org/officeDocument/2006/relationships/image" Target="../media/image24134.png"/><Relationship Id="rId59" Type="http://schemas.openxmlformats.org/officeDocument/2006/relationships/customXml" Target="../ink/ink316.xml"/><Relationship Id="rId103" Type="http://schemas.openxmlformats.org/officeDocument/2006/relationships/customXml" Target="../ink/ink338.xml"/><Relationship Id="rId124" Type="http://schemas.openxmlformats.org/officeDocument/2006/relationships/image" Target="../media/image24177.png"/><Relationship Id="rId70" Type="http://schemas.openxmlformats.org/officeDocument/2006/relationships/image" Target="../media/image24150.png"/><Relationship Id="rId91" Type="http://schemas.openxmlformats.org/officeDocument/2006/relationships/customXml" Target="../ink/ink332.xml"/><Relationship Id="rId145" Type="http://schemas.openxmlformats.org/officeDocument/2006/relationships/customXml" Target="../ink/ink359.xml"/><Relationship Id="rId166" Type="http://schemas.openxmlformats.org/officeDocument/2006/relationships/image" Target="../media/image24198.png"/><Relationship Id="rId187" Type="http://schemas.openxmlformats.org/officeDocument/2006/relationships/image" Target="../media/image24208.png"/><Relationship Id="rId1" Type="http://schemas.openxmlformats.org/officeDocument/2006/relationships/slideLayout" Target="../slideLayouts/slideLayout2.xml"/><Relationship Id="rId212" Type="http://schemas.openxmlformats.org/officeDocument/2006/relationships/customXml" Target="../ink/ink393.xml"/><Relationship Id="rId28" Type="http://schemas.openxmlformats.org/officeDocument/2006/relationships/image" Target="../media/image24129.png"/><Relationship Id="rId49" Type="http://schemas.openxmlformats.org/officeDocument/2006/relationships/customXml" Target="../ink/ink311.xml"/><Relationship Id="rId114" Type="http://schemas.openxmlformats.org/officeDocument/2006/relationships/image" Target="../media/image24172.png"/><Relationship Id="rId60" Type="http://schemas.openxmlformats.org/officeDocument/2006/relationships/image" Target="../media/image24145.png"/><Relationship Id="rId81" Type="http://schemas.openxmlformats.org/officeDocument/2006/relationships/customXml" Target="../ink/ink327.xml"/><Relationship Id="rId135" Type="http://schemas.openxmlformats.org/officeDocument/2006/relationships/customXml" Target="../ink/ink354.xml"/><Relationship Id="rId156" Type="http://schemas.openxmlformats.org/officeDocument/2006/relationships/image" Target="../media/image24193.png"/><Relationship Id="rId177" Type="http://schemas.openxmlformats.org/officeDocument/2006/relationships/customXml" Target="../ink/ink375.xml"/><Relationship Id="rId198" Type="http://schemas.openxmlformats.org/officeDocument/2006/relationships/customXml" Target="../ink/ink386.xml"/><Relationship Id="rId202" Type="http://schemas.openxmlformats.org/officeDocument/2006/relationships/customXml" Target="../ink/ink388.xml"/><Relationship Id="rId18" Type="http://schemas.openxmlformats.org/officeDocument/2006/relationships/image" Target="../media/image24124.png"/><Relationship Id="rId39" Type="http://schemas.openxmlformats.org/officeDocument/2006/relationships/customXml" Target="../ink/ink306.xml"/><Relationship Id="rId50" Type="http://schemas.openxmlformats.org/officeDocument/2006/relationships/image" Target="../media/image24140.png"/><Relationship Id="rId104" Type="http://schemas.openxmlformats.org/officeDocument/2006/relationships/image" Target="../media/image24167.png"/><Relationship Id="rId125" Type="http://schemas.openxmlformats.org/officeDocument/2006/relationships/customXml" Target="../ink/ink349.xml"/><Relationship Id="rId146" Type="http://schemas.openxmlformats.org/officeDocument/2006/relationships/image" Target="../media/image24188.png"/><Relationship Id="rId167" Type="http://schemas.openxmlformats.org/officeDocument/2006/relationships/customXml" Target="../ink/ink370.xml"/><Relationship Id="rId188" Type="http://schemas.openxmlformats.org/officeDocument/2006/relationships/customXml" Target="../ink/ink381.xml"/><Relationship Id="rId71" Type="http://schemas.openxmlformats.org/officeDocument/2006/relationships/customXml" Target="../ink/ink322.xml"/><Relationship Id="rId92" Type="http://schemas.openxmlformats.org/officeDocument/2006/relationships/image" Target="../media/image24161.png"/><Relationship Id="rId213" Type="http://schemas.openxmlformats.org/officeDocument/2006/relationships/image" Target="../media/image24220.png"/><Relationship Id="rId2" Type="http://schemas.openxmlformats.org/officeDocument/2006/relationships/customXml" Target="../ink/ink287.xml"/><Relationship Id="rId29" Type="http://schemas.openxmlformats.org/officeDocument/2006/relationships/customXml" Target="../ink/ink301.xml"/><Relationship Id="rId40" Type="http://schemas.openxmlformats.org/officeDocument/2006/relationships/image" Target="../media/image24135.png"/><Relationship Id="rId115" Type="http://schemas.openxmlformats.org/officeDocument/2006/relationships/customXml" Target="../ink/ink344.xml"/><Relationship Id="rId136" Type="http://schemas.openxmlformats.org/officeDocument/2006/relationships/image" Target="../media/image24183.png"/><Relationship Id="rId157" Type="http://schemas.openxmlformats.org/officeDocument/2006/relationships/customXml" Target="../ink/ink365.xml"/><Relationship Id="rId178" Type="http://schemas.openxmlformats.org/officeDocument/2006/relationships/customXml" Target="../ink/ink376.xml"/><Relationship Id="rId61" Type="http://schemas.openxmlformats.org/officeDocument/2006/relationships/customXml" Target="../ink/ink317.xml"/><Relationship Id="rId82" Type="http://schemas.openxmlformats.org/officeDocument/2006/relationships/image" Target="../media/image24156.png"/><Relationship Id="rId199" Type="http://schemas.openxmlformats.org/officeDocument/2006/relationships/image" Target="../media/image24213.png"/><Relationship Id="rId203" Type="http://schemas.openxmlformats.org/officeDocument/2006/relationships/image" Target="../media/image24215.png"/></Relationships>
</file>

<file path=ppt/slides/_rels/slide3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452.xml"/><Relationship Id="rId299" Type="http://schemas.openxmlformats.org/officeDocument/2006/relationships/customXml" Target="../ink/ink543.xml"/><Relationship Id="rId21" Type="http://schemas.openxmlformats.org/officeDocument/2006/relationships/customXml" Target="../ink/ink404.xml"/><Relationship Id="rId63" Type="http://schemas.openxmlformats.org/officeDocument/2006/relationships/customXml" Target="../ink/ink425.xml"/><Relationship Id="rId159" Type="http://schemas.openxmlformats.org/officeDocument/2006/relationships/customXml" Target="../ink/ink473.xml"/><Relationship Id="rId324" Type="http://schemas.openxmlformats.org/officeDocument/2006/relationships/image" Target="../media/image24376.png"/><Relationship Id="rId366" Type="http://schemas.openxmlformats.org/officeDocument/2006/relationships/image" Target="../media/image24397.png"/><Relationship Id="rId170" Type="http://schemas.openxmlformats.org/officeDocument/2006/relationships/image" Target="../media/image24300.png"/><Relationship Id="rId226" Type="http://schemas.openxmlformats.org/officeDocument/2006/relationships/image" Target="../media/image24327.png"/><Relationship Id="rId433" Type="http://schemas.openxmlformats.org/officeDocument/2006/relationships/customXml" Target="../ink/ink610.xml"/><Relationship Id="rId268" Type="http://schemas.openxmlformats.org/officeDocument/2006/relationships/image" Target="../media/image24348.png"/><Relationship Id="rId32" Type="http://schemas.openxmlformats.org/officeDocument/2006/relationships/image" Target="../media/image24232.png"/><Relationship Id="rId74" Type="http://schemas.openxmlformats.org/officeDocument/2006/relationships/image" Target="../media/image24253.png"/><Relationship Id="rId128" Type="http://schemas.openxmlformats.org/officeDocument/2006/relationships/image" Target="../media/image24279.png"/><Relationship Id="rId335" Type="http://schemas.openxmlformats.org/officeDocument/2006/relationships/customXml" Target="../ink/ink561.xml"/><Relationship Id="rId377" Type="http://schemas.openxmlformats.org/officeDocument/2006/relationships/customXml" Target="../ink/ink582.xml"/><Relationship Id="rId5" Type="http://schemas.openxmlformats.org/officeDocument/2006/relationships/image" Target="../media/image21363.png"/><Relationship Id="rId181" Type="http://schemas.openxmlformats.org/officeDocument/2006/relationships/customXml" Target="../ink/ink484.xml"/><Relationship Id="rId237" Type="http://schemas.openxmlformats.org/officeDocument/2006/relationships/customXml" Target="../ink/ink512.xml"/><Relationship Id="rId402" Type="http://schemas.openxmlformats.org/officeDocument/2006/relationships/image" Target="../media/image24415.png"/><Relationship Id="rId279" Type="http://schemas.openxmlformats.org/officeDocument/2006/relationships/customXml" Target="../ink/ink533.xml"/><Relationship Id="rId444" Type="http://schemas.openxmlformats.org/officeDocument/2006/relationships/image" Target="../media/image24436.png"/><Relationship Id="rId43" Type="http://schemas.openxmlformats.org/officeDocument/2006/relationships/customXml" Target="../ink/ink415.xml"/><Relationship Id="rId139" Type="http://schemas.openxmlformats.org/officeDocument/2006/relationships/customXml" Target="../ink/ink463.xml"/><Relationship Id="rId290" Type="http://schemas.openxmlformats.org/officeDocument/2006/relationships/image" Target="../media/image24359.png"/><Relationship Id="rId304" Type="http://schemas.openxmlformats.org/officeDocument/2006/relationships/image" Target="../media/image24366.png"/><Relationship Id="rId346" Type="http://schemas.openxmlformats.org/officeDocument/2006/relationships/image" Target="../media/image24387.png"/><Relationship Id="rId388" Type="http://schemas.openxmlformats.org/officeDocument/2006/relationships/image" Target="../media/image24408.png"/><Relationship Id="rId85" Type="http://schemas.openxmlformats.org/officeDocument/2006/relationships/customXml" Target="../ink/ink436.xml"/><Relationship Id="rId150" Type="http://schemas.openxmlformats.org/officeDocument/2006/relationships/image" Target="../media/image24290.png"/><Relationship Id="rId192" Type="http://schemas.openxmlformats.org/officeDocument/2006/relationships/image" Target="../media/image24311.png"/><Relationship Id="rId206" Type="http://schemas.openxmlformats.org/officeDocument/2006/relationships/image" Target="../media/image24318.png"/><Relationship Id="rId413" Type="http://schemas.openxmlformats.org/officeDocument/2006/relationships/customXml" Target="../ink/ink600.xml"/><Relationship Id="rId248" Type="http://schemas.openxmlformats.org/officeDocument/2006/relationships/image" Target="../media/image24338.png"/><Relationship Id="rId12" Type="http://schemas.openxmlformats.org/officeDocument/2006/relationships/image" Target="../media/image24222.png"/><Relationship Id="rId108" Type="http://schemas.openxmlformats.org/officeDocument/2006/relationships/image" Target="../media/image24269.png"/><Relationship Id="rId315" Type="http://schemas.openxmlformats.org/officeDocument/2006/relationships/customXml" Target="../ink/ink551.xml"/><Relationship Id="rId357" Type="http://schemas.openxmlformats.org/officeDocument/2006/relationships/customXml" Target="../ink/ink572.xml"/><Relationship Id="rId54" Type="http://schemas.openxmlformats.org/officeDocument/2006/relationships/image" Target="../media/image24243.png"/><Relationship Id="rId96" Type="http://schemas.openxmlformats.org/officeDocument/2006/relationships/image" Target="../media/image24263.png"/><Relationship Id="rId161" Type="http://schemas.openxmlformats.org/officeDocument/2006/relationships/customXml" Target="../ink/ink474.xml"/><Relationship Id="rId217" Type="http://schemas.openxmlformats.org/officeDocument/2006/relationships/customXml" Target="../ink/ink502.xml"/><Relationship Id="rId399" Type="http://schemas.openxmlformats.org/officeDocument/2006/relationships/customXml" Target="../ink/ink593.xml"/><Relationship Id="rId259" Type="http://schemas.openxmlformats.org/officeDocument/2006/relationships/customXml" Target="../ink/ink523.xml"/><Relationship Id="rId424" Type="http://schemas.openxmlformats.org/officeDocument/2006/relationships/image" Target="../media/image24426.png"/><Relationship Id="rId23" Type="http://schemas.openxmlformats.org/officeDocument/2006/relationships/customXml" Target="../ink/ink405.xml"/><Relationship Id="rId119" Type="http://schemas.openxmlformats.org/officeDocument/2006/relationships/customXml" Target="../ink/ink453.xml"/><Relationship Id="rId270" Type="http://schemas.openxmlformats.org/officeDocument/2006/relationships/image" Target="../media/image24349.png"/><Relationship Id="rId326" Type="http://schemas.openxmlformats.org/officeDocument/2006/relationships/image" Target="../media/image24377.png"/><Relationship Id="rId65" Type="http://schemas.openxmlformats.org/officeDocument/2006/relationships/customXml" Target="../ink/ink426.xml"/><Relationship Id="rId130" Type="http://schemas.openxmlformats.org/officeDocument/2006/relationships/image" Target="../media/image24280.png"/><Relationship Id="rId368" Type="http://schemas.openxmlformats.org/officeDocument/2006/relationships/image" Target="../media/image24398.png"/><Relationship Id="rId172" Type="http://schemas.openxmlformats.org/officeDocument/2006/relationships/image" Target="../media/image24301.png"/><Relationship Id="rId228" Type="http://schemas.openxmlformats.org/officeDocument/2006/relationships/image" Target="../media/image24328.png"/><Relationship Id="rId435" Type="http://schemas.openxmlformats.org/officeDocument/2006/relationships/customXml" Target="../ink/ink611.xml"/><Relationship Id="rId281" Type="http://schemas.openxmlformats.org/officeDocument/2006/relationships/customXml" Target="../ink/ink534.xml"/><Relationship Id="rId337" Type="http://schemas.openxmlformats.org/officeDocument/2006/relationships/customXml" Target="../ink/ink562.xml"/><Relationship Id="rId34" Type="http://schemas.openxmlformats.org/officeDocument/2006/relationships/image" Target="../media/image24233.png"/><Relationship Id="rId76" Type="http://schemas.openxmlformats.org/officeDocument/2006/relationships/image" Target="../media/image24254.png"/><Relationship Id="rId141" Type="http://schemas.openxmlformats.org/officeDocument/2006/relationships/customXml" Target="../ink/ink464.xml"/><Relationship Id="rId379" Type="http://schemas.openxmlformats.org/officeDocument/2006/relationships/customXml" Target="../ink/ink583.xml"/><Relationship Id="rId7" Type="http://schemas.openxmlformats.org/officeDocument/2006/relationships/image" Target="../media/image21364.png"/><Relationship Id="rId183" Type="http://schemas.openxmlformats.org/officeDocument/2006/relationships/customXml" Target="../ink/ink485.xml"/><Relationship Id="rId239" Type="http://schemas.openxmlformats.org/officeDocument/2006/relationships/customXml" Target="../ink/ink513.xml"/><Relationship Id="rId390" Type="http://schemas.openxmlformats.org/officeDocument/2006/relationships/image" Target="../media/image24409.png"/><Relationship Id="rId404" Type="http://schemas.openxmlformats.org/officeDocument/2006/relationships/image" Target="../media/image24416.png"/><Relationship Id="rId446" Type="http://schemas.openxmlformats.org/officeDocument/2006/relationships/image" Target="../media/image24437.png"/><Relationship Id="rId250" Type="http://schemas.openxmlformats.org/officeDocument/2006/relationships/image" Target="../media/image24339.png"/><Relationship Id="rId292" Type="http://schemas.openxmlformats.org/officeDocument/2006/relationships/image" Target="../media/image24360.png"/><Relationship Id="rId306" Type="http://schemas.openxmlformats.org/officeDocument/2006/relationships/image" Target="../media/image24367.png"/><Relationship Id="rId45" Type="http://schemas.openxmlformats.org/officeDocument/2006/relationships/customXml" Target="../ink/ink416.xml"/><Relationship Id="rId87" Type="http://schemas.openxmlformats.org/officeDocument/2006/relationships/customXml" Target="../ink/ink437.xml"/><Relationship Id="rId110" Type="http://schemas.openxmlformats.org/officeDocument/2006/relationships/image" Target="../media/image24270.png"/><Relationship Id="rId348" Type="http://schemas.openxmlformats.org/officeDocument/2006/relationships/image" Target="../media/image24388.png"/><Relationship Id="rId152" Type="http://schemas.openxmlformats.org/officeDocument/2006/relationships/image" Target="../media/image24291.png"/><Relationship Id="rId194" Type="http://schemas.openxmlformats.org/officeDocument/2006/relationships/image" Target="../media/image24312.png"/><Relationship Id="rId208" Type="http://schemas.openxmlformats.org/officeDocument/2006/relationships/image" Target="../media/image24319.png"/><Relationship Id="rId415" Type="http://schemas.openxmlformats.org/officeDocument/2006/relationships/customXml" Target="../ink/ink601.xml"/><Relationship Id="rId261" Type="http://schemas.openxmlformats.org/officeDocument/2006/relationships/customXml" Target="../ink/ink524.xml"/><Relationship Id="rId14" Type="http://schemas.openxmlformats.org/officeDocument/2006/relationships/image" Target="../media/image24223.png"/><Relationship Id="rId56" Type="http://schemas.openxmlformats.org/officeDocument/2006/relationships/image" Target="../media/image24244.png"/><Relationship Id="rId317" Type="http://schemas.openxmlformats.org/officeDocument/2006/relationships/customXml" Target="../ink/ink552.xml"/><Relationship Id="rId359" Type="http://schemas.openxmlformats.org/officeDocument/2006/relationships/customXml" Target="../ink/ink573.xml"/><Relationship Id="rId98" Type="http://schemas.openxmlformats.org/officeDocument/2006/relationships/image" Target="../media/image24264.png"/><Relationship Id="rId121" Type="http://schemas.openxmlformats.org/officeDocument/2006/relationships/customXml" Target="../ink/ink454.xml"/><Relationship Id="rId163" Type="http://schemas.openxmlformats.org/officeDocument/2006/relationships/customXml" Target="../ink/ink475.xml"/><Relationship Id="rId219" Type="http://schemas.openxmlformats.org/officeDocument/2006/relationships/customXml" Target="../ink/ink503.xml"/><Relationship Id="rId370" Type="http://schemas.openxmlformats.org/officeDocument/2006/relationships/image" Target="../media/image24399.png"/><Relationship Id="rId426" Type="http://schemas.openxmlformats.org/officeDocument/2006/relationships/image" Target="../media/image24427.png"/><Relationship Id="rId230" Type="http://schemas.openxmlformats.org/officeDocument/2006/relationships/image" Target="../media/image24329.png"/><Relationship Id="rId25" Type="http://schemas.openxmlformats.org/officeDocument/2006/relationships/customXml" Target="../ink/ink406.xml"/><Relationship Id="rId67" Type="http://schemas.openxmlformats.org/officeDocument/2006/relationships/customXml" Target="../ink/ink427.xml"/><Relationship Id="rId272" Type="http://schemas.openxmlformats.org/officeDocument/2006/relationships/image" Target="../media/image24350.png"/><Relationship Id="rId328" Type="http://schemas.openxmlformats.org/officeDocument/2006/relationships/image" Target="../media/image24378.png"/><Relationship Id="rId132" Type="http://schemas.openxmlformats.org/officeDocument/2006/relationships/image" Target="../media/image24281.png"/><Relationship Id="rId174" Type="http://schemas.openxmlformats.org/officeDocument/2006/relationships/image" Target="../media/image24302.png"/><Relationship Id="rId381" Type="http://schemas.openxmlformats.org/officeDocument/2006/relationships/customXml" Target="../ink/ink584.xml"/><Relationship Id="rId241" Type="http://schemas.openxmlformats.org/officeDocument/2006/relationships/customXml" Target="../ink/ink514.xml"/><Relationship Id="rId437" Type="http://schemas.openxmlformats.org/officeDocument/2006/relationships/customXml" Target="../ink/ink612.xml"/><Relationship Id="rId36" Type="http://schemas.openxmlformats.org/officeDocument/2006/relationships/image" Target="../media/image24234.png"/><Relationship Id="rId283" Type="http://schemas.openxmlformats.org/officeDocument/2006/relationships/customXml" Target="../ink/ink535.xml"/><Relationship Id="rId339" Type="http://schemas.openxmlformats.org/officeDocument/2006/relationships/customXml" Target="../ink/ink563.xml"/><Relationship Id="rId78" Type="http://schemas.openxmlformats.org/officeDocument/2006/relationships/image" Target="../media/image23904.png"/><Relationship Id="rId101" Type="http://schemas.openxmlformats.org/officeDocument/2006/relationships/customXml" Target="../ink/ink444.xml"/><Relationship Id="rId143" Type="http://schemas.openxmlformats.org/officeDocument/2006/relationships/customXml" Target="../ink/ink465.xml"/><Relationship Id="rId185" Type="http://schemas.openxmlformats.org/officeDocument/2006/relationships/customXml" Target="../ink/ink486.xml"/><Relationship Id="rId350" Type="http://schemas.openxmlformats.org/officeDocument/2006/relationships/image" Target="../media/image24389.png"/><Relationship Id="rId406" Type="http://schemas.openxmlformats.org/officeDocument/2006/relationships/image" Target="../media/image24417.png"/><Relationship Id="rId9" Type="http://schemas.openxmlformats.org/officeDocument/2006/relationships/customXml" Target="../ink/ink398.xml"/><Relationship Id="rId210" Type="http://schemas.openxmlformats.org/officeDocument/2006/relationships/image" Target="../media/image24320.png"/><Relationship Id="rId392" Type="http://schemas.openxmlformats.org/officeDocument/2006/relationships/image" Target="../media/image24410.png"/><Relationship Id="rId448" Type="http://schemas.openxmlformats.org/officeDocument/2006/relationships/image" Target="../media/image24438.png"/><Relationship Id="rId252" Type="http://schemas.openxmlformats.org/officeDocument/2006/relationships/image" Target="../media/image24340.png"/><Relationship Id="rId294" Type="http://schemas.openxmlformats.org/officeDocument/2006/relationships/image" Target="../media/image24361.png"/><Relationship Id="rId308" Type="http://schemas.openxmlformats.org/officeDocument/2006/relationships/image" Target="../media/image24368.png"/><Relationship Id="rId47" Type="http://schemas.openxmlformats.org/officeDocument/2006/relationships/customXml" Target="../ink/ink417.xml"/><Relationship Id="rId89" Type="http://schemas.openxmlformats.org/officeDocument/2006/relationships/customXml" Target="../ink/ink438.xml"/><Relationship Id="rId112" Type="http://schemas.openxmlformats.org/officeDocument/2006/relationships/image" Target="../media/image24271.png"/><Relationship Id="rId154" Type="http://schemas.openxmlformats.org/officeDocument/2006/relationships/image" Target="../media/image24292.png"/><Relationship Id="rId361" Type="http://schemas.openxmlformats.org/officeDocument/2006/relationships/customXml" Target="../ink/ink574.xml"/><Relationship Id="rId196" Type="http://schemas.openxmlformats.org/officeDocument/2006/relationships/image" Target="../media/image24313.png"/><Relationship Id="rId417" Type="http://schemas.openxmlformats.org/officeDocument/2006/relationships/customXml" Target="../ink/ink602.xml"/><Relationship Id="rId16" Type="http://schemas.openxmlformats.org/officeDocument/2006/relationships/image" Target="../media/image24224.png"/><Relationship Id="rId221" Type="http://schemas.openxmlformats.org/officeDocument/2006/relationships/customXml" Target="../ink/ink504.xml"/><Relationship Id="rId263" Type="http://schemas.openxmlformats.org/officeDocument/2006/relationships/customXml" Target="../ink/ink525.xml"/><Relationship Id="rId319" Type="http://schemas.openxmlformats.org/officeDocument/2006/relationships/customXml" Target="../ink/ink553.xml"/><Relationship Id="rId58" Type="http://schemas.openxmlformats.org/officeDocument/2006/relationships/image" Target="../media/image24245.png"/><Relationship Id="rId123" Type="http://schemas.openxmlformats.org/officeDocument/2006/relationships/customXml" Target="../ink/ink455.xml"/><Relationship Id="rId330" Type="http://schemas.openxmlformats.org/officeDocument/2006/relationships/image" Target="../media/image24379.png"/><Relationship Id="rId165" Type="http://schemas.openxmlformats.org/officeDocument/2006/relationships/customXml" Target="../ink/ink476.xml"/><Relationship Id="rId372" Type="http://schemas.openxmlformats.org/officeDocument/2006/relationships/image" Target="../media/image24400.png"/><Relationship Id="rId428" Type="http://schemas.openxmlformats.org/officeDocument/2006/relationships/image" Target="../media/image24428.png"/><Relationship Id="rId232" Type="http://schemas.openxmlformats.org/officeDocument/2006/relationships/image" Target="../media/image24330.png"/><Relationship Id="rId274" Type="http://schemas.openxmlformats.org/officeDocument/2006/relationships/image" Target="../media/image24351.png"/><Relationship Id="rId27" Type="http://schemas.openxmlformats.org/officeDocument/2006/relationships/customXml" Target="../ink/ink407.xml"/><Relationship Id="rId69" Type="http://schemas.openxmlformats.org/officeDocument/2006/relationships/customXml" Target="../ink/ink428.xml"/><Relationship Id="rId134" Type="http://schemas.openxmlformats.org/officeDocument/2006/relationships/image" Target="../media/image24282.png"/><Relationship Id="rId80" Type="http://schemas.openxmlformats.org/officeDocument/2006/relationships/image" Target="../media/image24255.png"/><Relationship Id="rId176" Type="http://schemas.openxmlformats.org/officeDocument/2006/relationships/image" Target="../media/image24303.png"/><Relationship Id="rId341" Type="http://schemas.openxmlformats.org/officeDocument/2006/relationships/customXml" Target="../ink/ink564.xml"/><Relationship Id="rId383" Type="http://schemas.openxmlformats.org/officeDocument/2006/relationships/customXml" Target="../ink/ink585.xml"/><Relationship Id="rId439" Type="http://schemas.openxmlformats.org/officeDocument/2006/relationships/customXml" Target="../ink/ink613.xml"/><Relationship Id="rId201" Type="http://schemas.openxmlformats.org/officeDocument/2006/relationships/customXml" Target="../ink/ink494.xml"/><Relationship Id="rId243" Type="http://schemas.openxmlformats.org/officeDocument/2006/relationships/customXml" Target="../ink/ink515.xml"/><Relationship Id="rId285" Type="http://schemas.openxmlformats.org/officeDocument/2006/relationships/customXml" Target="../ink/ink536.xml"/><Relationship Id="rId450" Type="http://schemas.openxmlformats.org/officeDocument/2006/relationships/image" Target="../media/image24439.png"/><Relationship Id="rId38" Type="http://schemas.openxmlformats.org/officeDocument/2006/relationships/image" Target="../media/image24235.png"/><Relationship Id="rId103" Type="http://schemas.openxmlformats.org/officeDocument/2006/relationships/customXml" Target="../ink/ink445.xml"/><Relationship Id="rId310" Type="http://schemas.openxmlformats.org/officeDocument/2006/relationships/image" Target="../media/image24369.png"/><Relationship Id="rId91" Type="http://schemas.openxmlformats.org/officeDocument/2006/relationships/customXml" Target="../ink/ink439.xml"/><Relationship Id="rId145" Type="http://schemas.openxmlformats.org/officeDocument/2006/relationships/customXml" Target="../ink/ink466.xml"/><Relationship Id="rId187" Type="http://schemas.openxmlformats.org/officeDocument/2006/relationships/customXml" Target="../ink/ink487.xml"/><Relationship Id="rId352" Type="http://schemas.openxmlformats.org/officeDocument/2006/relationships/image" Target="../media/image24390.png"/><Relationship Id="rId394" Type="http://schemas.openxmlformats.org/officeDocument/2006/relationships/image" Target="../media/image24411.png"/><Relationship Id="rId408" Type="http://schemas.openxmlformats.org/officeDocument/2006/relationships/image" Target="../media/image24418.png"/><Relationship Id="rId212" Type="http://schemas.openxmlformats.org/officeDocument/2006/relationships/image" Target="../media/image24321.png"/><Relationship Id="rId254" Type="http://schemas.openxmlformats.org/officeDocument/2006/relationships/image" Target="../media/image24341.png"/><Relationship Id="rId49" Type="http://schemas.openxmlformats.org/officeDocument/2006/relationships/customXml" Target="../ink/ink418.xml"/><Relationship Id="rId114" Type="http://schemas.openxmlformats.org/officeDocument/2006/relationships/image" Target="../media/image24272.png"/><Relationship Id="rId296" Type="http://schemas.openxmlformats.org/officeDocument/2006/relationships/image" Target="../media/image24362.png"/><Relationship Id="rId60" Type="http://schemas.openxmlformats.org/officeDocument/2006/relationships/image" Target="../media/image24246.png"/><Relationship Id="rId156" Type="http://schemas.openxmlformats.org/officeDocument/2006/relationships/image" Target="../media/image24293.png"/><Relationship Id="rId198" Type="http://schemas.openxmlformats.org/officeDocument/2006/relationships/image" Target="../media/image24314.png"/><Relationship Id="rId321" Type="http://schemas.openxmlformats.org/officeDocument/2006/relationships/customXml" Target="../ink/ink554.xml"/><Relationship Id="rId363" Type="http://schemas.openxmlformats.org/officeDocument/2006/relationships/customXml" Target="../ink/ink575.xml"/><Relationship Id="rId419" Type="http://schemas.openxmlformats.org/officeDocument/2006/relationships/customXml" Target="../ink/ink603.xml"/><Relationship Id="rId223" Type="http://schemas.openxmlformats.org/officeDocument/2006/relationships/customXml" Target="../ink/ink505.xml"/><Relationship Id="rId430" Type="http://schemas.openxmlformats.org/officeDocument/2006/relationships/image" Target="../media/image24429.png"/><Relationship Id="rId18" Type="http://schemas.openxmlformats.org/officeDocument/2006/relationships/image" Target="../media/image24225.png"/><Relationship Id="rId265" Type="http://schemas.openxmlformats.org/officeDocument/2006/relationships/customXml" Target="../ink/ink526.xml"/><Relationship Id="rId50" Type="http://schemas.openxmlformats.org/officeDocument/2006/relationships/image" Target="../media/image24241.png"/><Relationship Id="rId104" Type="http://schemas.openxmlformats.org/officeDocument/2006/relationships/image" Target="../media/image24267.png"/><Relationship Id="rId125" Type="http://schemas.openxmlformats.org/officeDocument/2006/relationships/customXml" Target="../ink/ink456.xml"/><Relationship Id="rId146" Type="http://schemas.openxmlformats.org/officeDocument/2006/relationships/image" Target="../media/image24288.png"/><Relationship Id="rId167" Type="http://schemas.openxmlformats.org/officeDocument/2006/relationships/customXml" Target="../ink/ink477.xml"/><Relationship Id="rId188" Type="http://schemas.openxmlformats.org/officeDocument/2006/relationships/image" Target="../media/image24309.png"/><Relationship Id="rId311" Type="http://schemas.openxmlformats.org/officeDocument/2006/relationships/customXml" Target="../ink/ink549.xml"/><Relationship Id="rId332" Type="http://schemas.openxmlformats.org/officeDocument/2006/relationships/image" Target="../media/image24380.png"/><Relationship Id="rId353" Type="http://schemas.openxmlformats.org/officeDocument/2006/relationships/customXml" Target="../ink/ink570.xml"/><Relationship Id="rId374" Type="http://schemas.openxmlformats.org/officeDocument/2006/relationships/image" Target="../media/image24401.png"/><Relationship Id="rId395" Type="http://schemas.openxmlformats.org/officeDocument/2006/relationships/customXml" Target="../ink/ink591.xml"/><Relationship Id="rId409" Type="http://schemas.openxmlformats.org/officeDocument/2006/relationships/customXml" Target="../ink/ink598.xml"/><Relationship Id="rId71" Type="http://schemas.openxmlformats.org/officeDocument/2006/relationships/customXml" Target="../ink/ink429.xml"/><Relationship Id="rId92" Type="http://schemas.openxmlformats.org/officeDocument/2006/relationships/image" Target="../media/image24261.png"/><Relationship Id="rId213" Type="http://schemas.openxmlformats.org/officeDocument/2006/relationships/customXml" Target="../ink/ink500.xml"/><Relationship Id="rId234" Type="http://schemas.openxmlformats.org/officeDocument/2006/relationships/image" Target="../media/image24331.png"/><Relationship Id="rId420" Type="http://schemas.openxmlformats.org/officeDocument/2006/relationships/image" Target="../media/image24424.png"/><Relationship Id="rId2" Type="http://schemas.openxmlformats.org/officeDocument/2006/relationships/customXml" Target="../ink/ink394.xml"/><Relationship Id="rId29" Type="http://schemas.openxmlformats.org/officeDocument/2006/relationships/customXml" Target="../ink/ink408.xml"/><Relationship Id="rId255" Type="http://schemas.openxmlformats.org/officeDocument/2006/relationships/customXml" Target="../ink/ink521.xml"/><Relationship Id="rId276" Type="http://schemas.openxmlformats.org/officeDocument/2006/relationships/image" Target="../media/image24352.png"/><Relationship Id="rId297" Type="http://schemas.openxmlformats.org/officeDocument/2006/relationships/customXml" Target="../ink/ink542.xml"/><Relationship Id="rId441" Type="http://schemas.openxmlformats.org/officeDocument/2006/relationships/customXml" Target="../ink/ink614.xml"/><Relationship Id="rId40" Type="http://schemas.openxmlformats.org/officeDocument/2006/relationships/image" Target="../media/image24236.png"/><Relationship Id="rId115" Type="http://schemas.openxmlformats.org/officeDocument/2006/relationships/customXml" Target="../ink/ink451.xml"/><Relationship Id="rId136" Type="http://schemas.openxmlformats.org/officeDocument/2006/relationships/image" Target="../media/image24283.png"/><Relationship Id="rId157" Type="http://schemas.openxmlformats.org/officeDocument/2006/relationships/customXml" Target="../ink/ink472.xml"/><Relationship Id="rId178" Type="http://schemas.openxmlformats.org/officeDocument/2006/relationships/image" Target="../media/image24304.png"/><Relationship Id="rId301" Type="http://schemas.openxmlformats.org/officeDocument/2006/relationships/customXml" Target="../ink/ink544.xml"/><Relationship Id="rId322" Type="http://schemas.openxmlformats.org/officeDocument/2006/relationships/image" Target="../media/image24375.png"/><Relationship Id="rId343" Type="http://schemas.openxmlformats.org/officeDocument/2006/relationships/customXml" Target="../ink/ink565.xml"/><Relationship Id="rId364" Type="http://schemas.openxmlformats.org/officeDocument/2006/relationships/image" Target="../media/image24396.png"/><Relationship Id="rId61" Type="http://schemas.openxmlformats.org/officeDocument/2006/relationships/customXml" Target="../ink/ink424.xml"/><Relationship Id="rId82" Type="http://schemas.openxmlformats.org/officeDocument/2006/relationships/image" Target="../media/image24256.png"/><Relationship Id="rId199" Type="http://schemas.openxmlformats.org/officeDocument/2006/relationships/customXml" Target="../ink/ink493.xml"/><Relationship Id="rId203" Type="http://schemas.openxmlformats.org/officeDocument/2006/relationships/customXml" Target="../ink/ink495.xml"/><Relationship Id="rId385" Type="http://schemas.openxmlformats.org/officeDocument/2006/relationships/customXml" Target="../ink/ink586.xml"/><Relationship Id="rId19" Type="http://schemas.openxmlformats.org/officeDocument/2006/relationships/customXml" Target="../ink/ink403.xml"/><Relationship Id="rId224" Type="http://schemas.openxmlformats.org/officeDocument/2006/relationships/image" Target="../media/image24326.png"/><Relationship Id="rId245" Type="http://schemas.openxmlformats.org/officeDocument/2006/relationships/customXml" Target="../ink/ink516.xml"/><Relationship Id="rId266" Type="http://schemas.openxmlformats.org/officeDocument/2006/relationships/image" Target="../media/image24347.png"/><Relationship Id="rId287" Type="http://schemas.openxmlformats.org/officeDocument/2006/relationships/customXml" Target="../ink/ink537.xml"/><Relationship Id="rId410" Type="http://schemas.openxmlformats.org/officeDocument/2006/relationships/image" Target="../media/image24419.png"/><Relationship Id="rId431" Type="http://schemas.openxmlformats.org/officeDocument/2006/relationships/customXml" Target="../ink/ink609.xml"/><Relationship Id="rId452" Type="http://schemas.openxmlformats.org/officeDocument/2006/relationships/image" Target="../media/image24440.png"/><Relationship Id="rId30" Type="http://schemas.openxmlformats.org/officeDocument/2006/relationships/image" Target="../media/image24231.png"/><Relationship Id="rId105" Type="http://schemas.openxmlformats.org/officeDocument/2006/relationships/customXml" Target="../ink/ink446.xml"/><Relationship Id="rId126" Type="http://schemas.openxmlformats.org/officeDocument/2006/relationships/image" Target="../media/image24278.png"/><Relationship Id="rId147" Type="http://schemas.openxmlformats.org/officeDocument/2006/relationships/customXml" Target="../ink/ink467.xml"/><Relationship Id="rId168" Type="http://schemas.openxmlformats.org/officeDocument/2006/relationships/image" Target="../media/image24299.png"/><Relationship Id="rId312" Type="http://schemas.openxmlformats.org/officeDocument/2006/relationships/image" Target="../media/image24370.png"/><Relationship Id="rId333" Type="http://schemas.openxmlformats.org/officeDocument/2006/relationships/customXml" Target="../ink/ink560.xml"/><Relationship Id="rId354" Type="http://schemas.openxmlformats.org/officeDocument/2006/relationships/image" Target="../media/image24391.png"/><Relationship Id="rId51" Type="http://schemas.openxmlformats.org/officeDocument/2006/relationships/customXml" Target="../ink/ink419.xml"/><Relationship Id="rId72" Type="http://schemas.openxmlformats.org/officeDocument/2006/relationships/image" Target="../media/image24252.png"/><Relationship Id="rId93" Type="http://schemas.openxmlformats.org/officeDocument/2006/relationships/customXml" Target="../ink/ink440.xml"/><Relationship Id="rId189" Type="http://schemas.openxmlformats.org/officeDocument/2006/relationships/customXml" Target="../ink/ink488.xml"/><Relationship Id="rId375" Type="http://schemas.openxmlformats.org/officeDocument/2006/relationships/customXml" Target="../ink/ink581.xml"/><Relationship Id="rId396" Type="http://schemas.openxmlformats.org/officeDocument/2006/relationships/image" Target="../media/image24412.png"/><Relationship Id="rId3" Type="http://schemas.openxmlformats.org/officeDocument/2006/relationships/image" Target="../media/image21175.png"/><Relationship Id="rId214" Type="http://schemas.openxmlformats.org/officeDocument/2006/relationships/image" Target="../media/image24322.png"/><Relationship Id="rId235" Type="http://schemas.openxmlformats.org/officeDocument/2006/relationships/customXml" Target="../ink/ink511.xml"/><Relationship Id="rId256" Type="http://schemas.openxmlformats.org/officeDocument/2006/relationships/image" Target="../media/image24342.png"/><Relationship Id="rId277" Type="http://schemas.openxmlformats.org/officeDocument/2006/relationships/customXml" Target="../ink/ink532.xml"/><Relationship Id="rId298" Type="http://schemas.openxmlformats.org/officeDocument/2006/relationships/image" Target="../media/image24363.png"/><Relationship Id="rId400" Type="http://schemas.openxmlformats.org/officeDocument/2006/relationships/image" Target="../media/image24414.png"/><Relationship Id="rId421" Type="http://schemas.openxmlformats.org/officeDocument/2006/relationships/customXml" Target="../ink/ink604.xml"/><Relationship Id="rId442" Type="http://schemas.openxmlformats.org/officeDocument/2006/relationships/image" Target="../media/image24435.png"/><Relationship Id="rId116" Type="http://schemas.openxmlformats.org/officeDocument/2006/relationships/image" Target="../media/image24273.png"/><Relationship Id="rId137" Type="http://schemas.openxmlformats.org/officeDocument/2006/relationships/customXml" Target="../ink/ink462.xml"/><Relationship Id="rId158" Type="http://schemas.openxmlformats.org/officeDocument/2006/relationships/image" Target="../media/image24294.png"/><Relationship Id="rId302" Type="http://schemas.openxmlformats.org/officeDocument/2006/relationships/image" Target="../media/image24365.png"/><Relationship Id="rId323" Type="http://schemas.openxmlformats.org/officeDocument/2006/relationships/customXml" Target="../ink/ink555.xml"/><Relationship Id="rId344" Type="http://schemas.openxmlformats.org/officeDocument/2006/relationships/image" Target="../media/image24386.png"/><Relationship Id="rId20" Type="http://schemas.openxmlformats.org/officeDocument/2006/relationships/image" Target="../media/image24226.png"/><Relationship Id="rId41" Type="http://schemas.openxmlformats.org/officeDocument/2006/relationships/customXml" Target="../ink/ink414.xml"/><Relationship Id="rId62" Type="http://schemas.openxmlformats.org/officeDocument/2006/relationships/image" Target="../media/image24247.png"/><Relationship Id="rId83" Type="http://schemas.openxmlformats.org/officeDocument/2006/relationships/customXml" Target="../ink/ink435.xml"/><Relationship Id="rId179" Type="http://schemas.openxmlformats.org/officeDocument/2006/relationships/customXml" Target="../ink/ink483.xml"/><Relationship Id="rId365" Type="http://schemas.openxmlformats.org/officeDocument/2006/relationships/customXml" Target="../ink/ink576.xml"/><Relationship Id="rId386" Type="http://schemas.openxmlformats.org/officeDocument/2006/relationships/image" Target="../media/image24407.png"/><Relationship Id="rId190" Type="http://schemas.openxmlformats.org/officeDocument/2006/relationships/image" Target="../media/image24310.png"/><Relationship Id="rId204" Type="http://schemas.openxmlformats.org/officeDocument/2006/relationships/image" Target="../media/image24317.png"/><Relationship Id="rId225" Type="http://schemas.openxmlformats.org/officeDocument/2006/relationships/customXml" Target="../ink/ink506.xml"/><Relationship Id="rId246" Type="http://schemas.openxmlformats.org/officeDocument/2006/relationships/image" Target="../media/image24337.png"/><Relationship Id="rId267" Type="http://schemas.openxmlformats.org/officeDocument/2006/relationships/customXml" Target="../ink/ink527.xml"/><Relationship Id="rId288" Type="http://schemas.openxmlformats.org/officeDocument/2006/relationships/image" Target="../media/image24358.png"/><Relationship Id="rId411" Type="http://schemas.openxmlformats.org/officeDocument/2006/relationships/customXml" Target="../ink/ink599.xml"/><Relationship Id="rId432" Type="http://schemas.openxmlformats.org/officeDocument/2006/relationships/image" Target="../media/image24430.png"/><Relationship Id="rId106" Type="http://schemas.openxmlformats.org/officeDocument/2006/relationships/image" Target="../media/image24268.png"/><Relationship Id="rId127" Type="http://schemas.openxmlformats.org/officeDocument/2006/relationships/customXml" Target="../ink/ink457.xml"/><Relationship Id="rId313" Type="http://schemas.openxmlformats.org/officeDocument/2006/relationships/customXml" Target="../ink/ink550.xml"/><Relationship Id="rId10" Type="http://schemas.openxmlformats.org/officeDocument/2006/relationships/image" Target="../media/image24221.png"/><Relationship Id="rId31" Type="http://schemas.openxmlformats.org/officeDocument/2006/relationships/customXml" Target="../ink/ink409.xml"/><Relationship Id="rId52" Type="http://schemas.openxmlformats.org/officeDocument/2006/relationships/image" Target="../media/image24242.png"/><Relationship Id="rId73" Type="http://schemas.openxmlformats.org/officeDocument/2006/relationships/customXml" Target="../ink/ink430.xml"/><Relationship Id="rId94" Type="http://schemas.openxmlformats.org/officeDocument/2006/relationships/image" Target="../media/image24262.png"/><Relationship Id="rId148" Type="http://schemas.openxmlformats.org/officeDocument/2006/relationships/image" Target="../media/image24289.png"/><Relationship Id="rId169" Type="http://schemas.openxmlformats.org/officeDocument/2006/relationships/customXml" Target="../ink/ink478.xml"/><Relationship Id="rId334" Type="http://schemas.openxmlformats.org/officeDocument/2006/relationships/image" Target="../media/image24381.png"/><Relationship Id="rId355" Type="http://schemas.openxmlformats.org/officeDocument/2006/relationships/customXml" Target="../ink/ink571.xml"/><Relationship Id="rId376" Type="http://schemas.openxmlformats.org/officeDocument/2006/relationships/image" Target="../media/image24402.png"/><Relationship Id="rId397" Type="http://schemas.openxmlformats.org/officeDocument/2006/relationships/customXml" Target="../ink/ink592.xml"/><Relationship Id="rId4" Type="http://schemas.openxmlformats.org/officeDocument/2006/relationships/customXml" Target="../ink/ink395.xml"/><Relationship Id="rId180" Type="http://schemas.openxmlformats.org/officeDocument/2006/relationships/image" Target="../media/image24305.png"/><Relationship Id="rId215" Type="http://schemas.openxmlformats.org/officeDocument/2006/relationships/customXml" Target="../ink/ink501.xml"/><Relationship Id="rId236" Type="http://schemas.openxmlformats.org/officeDocument/2006/relationships/image" Target="../media/image24332.png"/><Relationship Id="rId257" Type="http://schemas.openxmlformats.org/officeDocument/2006/relationships/customXml" Target="../ink/ink522.xml"/><Relationship Id="rId278" Type="http://schemas.openxmlformats.org/officeDocument/2006/relationships/image" Target="../media/image24353.png"/><Relationship Id="rId401" Type="http://schemas.openxmlformats.org/officeDocument/2006/relationships/customXml" Target="../ink/ink594.xml"/><Relationship Id="rId422" Type="http://schemas.openxmlformats.org/officeDocument/2006/relationships/image" Target="../media/image24425.png"/><Relationship Id="rId443" Type="http://schemas.openxmlformats.org/officeDocument/2006/relationships/customXml" Target="../ink/ink615.xml"/><Relationship Id="rId303" Type="http://schemas.openxmlformats.org/officeDocument/2006/relationships/customXml" Target="../ink/ink545.xml"/><Relationship Id="rId42" Type="http://schemas.openxmlformats.org/officeDocument/2006/relationships/image" Target="../media/image24237.png"/><Relationship Id="rId84" Type="http://schemas.openxmlformats.org/officeDocument/2006/relationships/image" Target="../media/image24257.png"/><Relationship Id="rId138" Type="http://schemas.openxmlformats.org/officeDocument/2006/relationships/image" Target="../media/image24284.png"/><Relationship Id="rId345" Type="http://schemas.openxmlformats.org/officeDocument/2006/relationships/customXml" Target="../ink/ink566.xml"/><Relationship Id="rId387" Type="http://schemas.openxmlformats.org/officeDocument/2006/relationships/customXml" Target="../ink/ink587.xml"/><Relationship Id="rId191" Type="http://schemas.openxmlformats.org/officeDocument/2006/relationships/customXml" Target="../ink/ink489.xml"/><Relationship Id="rId205" Type="http://schemas.openxmlformats.org/officeDocument/2006/relationships/customXml" Target="../ink/ink496.xml"/><Relationship Id="rId247" Type="http://schemas.openxmlformats.org/officeDocument/2006/relationships/customXml" Target="../ink/ink517.xml"/><Relationship Id="rId412" Type="http://schemas.openxmlformats.org/officeDocument/2006/relationships/image" Target="../media/image24420.png"/><Relationship Id="rId107" Type="http://schemas.openxmlformats.org/officeDocument/2006/relationships/customXml" Target="../ink/ink447.xml"/><Relationship Id="rId289" Type="http://schemas.openxmlformats.org/officeDocument/2006/relationships/customXml" Target="../ink/ink538.xml"/><Relationship Id="rId11" Type="http://schemas.openxmlformats.org/officeDocument/2006/relationships/customXml" Target="../ink/ink399.xml"/><Relationship Id="rId53" Type="http://schemas.openxmlformats.org/officeDocument/2006/relationships/customXml" Target="../ink/ink420.xml"/><Relationship Id="rId149" Type="http://schemas.openxmlformats.org/officeDocument/2006/relationships/customXml" Target="../ink/ink468.xml"/><Relationship Id="rId314" Type="http://schemas.openxmlformats.org/officeDocument/2006/relationships/image" Target="../media/image24371.png"/><Relationship Id="rId356" Type="http://schemas.openxmlformats.org/officeDocument/2006/relationships/image" Target="../media/image24392.png"/><Relationship Id="rId398" Type="http://schemas.openxmlformats.org/officeDocument/2006/relationships/image" Target="../media/image24413.png"/><Relationship Id="rId95" Type="http://schemas.openxmlformats.org/officeDocument/2006/relationships/customXml" Target="../ink/ink441.xml"/><Relationship Id="rId160" Type="http://schemas.openxmlformats.org/officeDocument/2006/relationships/image" Target="../media/image24295.png"/><Relationship Id="rId216" Type="http://schemas.openxmlformats.org/officeDocument/2006/relationships/image" Target="../media/image24323.png"/><Relationship Id="rId423" Type="http://schemas.openxmlformats.org/officeDocument/2006/relationships/customXml" Target="../ink/ink605.xml"/><Relationship Id="rId258" Type="http://schemas.openxmlformats.org/officeDocument/2006/relationships/image" Target="../media/image24343.png"/><Relationship Id="rId22" Type="http://schemas.openxmlformats.org/officeDocument/2006/relationships/image" Target="../media/image24227.png"/><Relationship Id="rId64" Type="http://schemas.openxmlformats.org/officeDocument/2006/relationships/image" Target="../media/image24248.png"/><Relationship Id="rId118" Type="http://schemas.openxmlformats.org/officeDocument/2006/relationships/image" Target="../media/image24274.png"/><Relationship Id="rId325" Type="http://schemas.openxmlformats.org/officeDocument/2006/relationships/customXml" Target="../ink/ink556.xml"/><Relationship Id="rId367" Type="http://schemas.openxmlformats.org/officeDocument/2006/relationships/customXml" Target="../ink/ink577.xml"/><Relationship Id="rId171" Type="http://schemas.openxmlformats.org/officeDocument/2006/relationships/customXml" Target="../ink/ink479.xml"/><Relationship Id="rId227" Type="http://schemas.openxmlformats.org/officeDocument/2006/relationships/customXml" Target="../ink/ink507.xml"/><Relationship Id="rId269" Type="http://schemas.openxmlformats.org/officeDocument/2006/relationships/customXml" Target="../ink/ink528.xml"/><Relationship Id="rId434" Type="http://schemas.openxmlformats.org/officeDocument/2006/relationships/image" Target="../media/image24431.png"/><Relationship Id="rId33" Type="http://schemas.openxmlformats.org/officeDocument/2006/relationships/customXml" Target="../ink/ink410.xml"/><Relationship Id="rId129" Type="http://schemas.openxmlformats.org/officeDocument/2006/relationships/customXml" Target="../ink/ink458.xml"/><Relationship Id="rId280" Type="http://schemas.openxmlformats.org/officeDocument/2006/relationships/image" Target="../media/image24354.png"/><Relationship Id="rId336" Type="http://schemas.openxmlformats.org/officeDocument/2006/relationships/image" Target="../media/image24382.png"/><Relationship Id="rId75" Type="http://schemas.openxmlformats.org/officeDocument/2006/relationships/customXml" Target="../ink/ink431.xml"/><Relationship Id="rId140" Type="http://schemas.openxmlformats.org/officeDocument/2006/relationships/image" Target="../media/image24285.png"/><Relationship Id="rId182" Type="http://schemas.openxmlformats.org/officeDocument/2006/relationships/image" Target="../media/image24306.png"/><Relationship Id="rId378" Type="http://schemas.openxmlformats.org/officeDocument/2006/relationships/image" Target="../media/image24403.png"/><Relationship Id="rId403" Type="http://schemas.openxmlformats.org/officeDocument/2006/relationships/customXml" Target="../ink/ink595.xml"/><Relationship Id="rId6" Type="http://schemas.openxmlformats.org/officeDocument/2006/relationships/customXml" Target="../ink/ink396.xml"/><Relationship Id="rId238" Type="http://schemas.openxmlformats.org/officeDocument/2006/relationships/image" Target="../media/image24333.png"/><Relationship Id="rId445" Type="http://schemas.openxmlformats.org/officeDocument/2006/relationships/customXml" Target="../ink/ink616.xml"/><Relationship Id="rId291" Type="http://schemas.openxmlformats.org/officeDocument/2006/relationships/customXml" Target="../ink/ink539.xml"/><Relationship Id="rId305" Type="http://schemas.openxmlformats.org/officeDocument/2006/relationships/customXml" Target="../ink/ink546.xml"/><Relationship Id="rId347" Type="http://schemas.openxmlformats.org/officeDocument/2006/relationships/customXml" Target="../ink/ink567.xml"/><Relationship Id="rId44" Type="http://schemas.openxmlformats.org/officeDocument/2006/relationships/image" Target="../media/image24238.png"/><Relationship Id="rId86" Type="http://schemas.openxmlformats.org/officeDocument/2006/relationships/image" Target="../media/image24258.png"/><Relationship Id="rId151" Type="http://schemas.openxmlformats.org/officeDocument/2006/relationships/customXml" Target="../ink/ink469.xml"/><Relationship Id="rId389" Type="http://schemas.openxmlformats.org/officeDocument/2006/relationships/customXml" Target="../ink/ink588.xml"/><Relationship Id="rId193" Type="http://schemas.openxmlformats.org/officeDocument/2006/relationships/customXml" Target="../ink/ink490.xml"/><Relationship Id="rId207" Type="http://schemas.openxmlformats.org/officeDocument/2006/relationships/customXml" Target="../ink/ink497.xml"/><Relationship Id="rId249" Type="http://schemas.openxmlformats.org/officeDocument/2006/relationships/customXml" Target="../ink/ink518.xml"/><Relationship Id="rId414" Type="http://schemas.openxmlformats.org/officeDocument/2006/relationships/image" Target="../media/image24421.png"/><Relationship Id="rId13" Type="http://schemas.openxmlformats.org/officeDocument/2006/relationships/customXml" Target="../ink/ink400.xml"/><Relationship Id="rId109" Type="http://schemas.openxmlformats.org/officeDocument/2006/relationships/customXml" Target="../ink/ink448.xml"/><Relationship Id="rId260" Type="http://schemas.openxmlformats.org/officeDocument/2006/relationships/image" Target="../media/image24344.png"/><Relationship Id="rId316" Type="http://schemas.openxmlformats.org/officeDocument/2006/relationships/image" Target="../media/image24372.png"/><Relationship Id="rId55" Type="http://schemas.openxmlformats.org/officeDocument/2006/relationships/customXml" Target="../ink/ink421.xml"/><Relationship Id="rId97" Type="http://schemas.openxmlformats.org/officeDocument/2006/relationships/customXml" Target="../ink/ink442.xml"/><Relationship Id="rId120" Type="http://schemas.openxmlformats.org/officeDocument/2006/relationships/image" Target="../media/image24275.png"/><Relationship Id="rId358" Type="http://schemas.openxmlformats.org/officeDocument/2006/relationships/image" Target="../media/image24393.png"/><Relationship Id="rId162" Type="http://schemas.openxmlformats.org/officeDocument/2006/relationships/image" Target="../media/image24296.png"/><Relationship Id="rId218" Type="http://schemas.openxmlformats.org/officeDocument/2006/relationships/image" Target="../media/image24324.png"/><Relationship Id="rId425" Type="http://schemas.openxmlformats.org/officeDocument/2006/relationships/customXml" Target="../ink/ink606.xml"/><Relationship Id="rId271" Type="http://schemas.openxmlformats.org/officeDocument/2006/relationships/customXml" Target="../ink/ink529.xml"/><Relationship Id="rId24" Type="http://schemas.openxmlformats.org/officeDocument/2006/relationships/image" Target="../media/image24228.png"/><Relationship Id="rId66" Type="http://schemas.openxmlformats.org/officeDocument/2006/relationships/image" Target="../media/image24249.png"/><Relationship Id="rId131" Type="http://schemas.openxmlformats.org/officeDocument/2006/relationships/customXml" Target="../ink/ink459.xml"/><Relationship Id="rId327" Type="http://schemas.openxmlformats.org/officeDocument/2006/relationships/customXml" Target="../ink/ink557.xml"/><Relationship Id="rId369" Type="http://schemas.openxmlformats.org/officeDocument/2006/relationships/customXml" Target="../ink/ink578.xml"/><Relationship Id="rId173" Type="http://schemas.openxmlformats.org/officeDocument/2006/relationships/customXml" Target="../ink/ink480.xml"/><Relationship Id="rId229" Type="http://schemas.openxmlformats.org/officeDocument/2006/relationships/customXml" Target="../ink/ink508.xml"/><Relationship Id="rId380" Type="http://schemas.openxmlformats.org/officeDocument/2006/relationships/image" Target="../media/image24404.png"/><Relationship Id="rId436" Type="http://schemas.openxmlformats.org/officeDocument/2006/relationships/image" Target="../media/image24432.png"/><Relationship Id="rId240" Type="http://schemas.openxmlformats.org/officeDocument/2006/relationships/image" Target="../media/image24334.png"/><Relationship Id="rId35" Type="http://schemas.openxmlformats.org/officeDocument/2006/relationships/customXml" Target="../ink/ink411.xml"/><Relationship Id="rId77" Type="http://schemas.openxmlformats.org/officeDocument/2006/relationships/customXml" Target="../ink/ink432.xml"/><Relationship Id="rId100" Type="http://schemas.openxmlformats.org/officeDocument/2006/relationships/image" Target="../media/image24265.png"/><Relationship Id="rId282" Type="http://schemas.openxmlformats.org/officeDocument/2006/relationships/image" Target="../media/image24355.png"/><Relationship Id="rId338" Type="http://schemas.openxmlformats.org/officeDocument/2006/relationships/image" Target="../media/image24383.png"/><Relationship Id="rId8" Type="http://schemas.openxmlformats.org/officeDocument/2006/relationships/customXml" Target="../ink/ink397.xml"/><Relationship Id="rId142" Type="http://schemas.openxmlformats.org/officeDocument/2006/relationships/image" Target="../media/image24286.png"/><Relationship Id="rId184" Type="http://schemas.openxmlformats.org/officeDocument/2006/relationships/image" Target="../media/image24307.png"/><Relationship Id="rId391" Type="http://schemas.openxmlformats.org/officeDocument/2006/relationships/customXml" Target="../ink/ink589.xml"/><Relationship Id="rId405" Type="http://schemas.openxmlformats.org/officeDocument/2006/relationships/customXml" Target="../ink/ink596.xml"/><Relationship Id="rId447" Type="http://schemas.openxmlformats.org/officeDocument/2006/relationships/customXml" Target="../ink/ink617.xml"/><Relationship Id="rId251" Type="http://schemas.openxmlformats.org/officeDocument/2006/relationships/customXml" Target="../ink/ink519.xml"/><Relationship Id="rId46" Type="http://schemas.openxmlformats.org/officeDocument/2006/relationships/image" Target="../media/image24239.png"/><Relationship Id="rId293" Type="http://schemas.openxmlformats.org/officeDocument/2006/relationships/customXml" Target="../ink/ink540.xml"/><Relationship Id="rId307" Type="http://schemas.openxmlformats.org/officeDocument/2006/relationships/customXml" Target="../ink/ink547.xml"/><Relationship Id="rId349" Type="http://schemas.openxmlformats.org/officeDocument/2006/relationships/customXml" Target="../ink/ink568.xml"/><Relationship Id="rId88" Type="http://schemas.openxmlformats.org/officeDocument/2006/relationships/image" Target="../media/image24259.png"/><Relationship Id="rId111" Type="http://schemas.openxmlformats.org/officeDocument/2006/relationships/customXml" Target="../ink/ink449.xml"/><Relationship Id="rId153" Type="http://schemas.openxmlformats.org/officeDocument/2006/relationships/customXml" Target="../ink/ink470.xml"/><Relationship Id="rId195" Type="http://schemas.openxmlformats.org/officeDocument/2006/relationships/customXml" Target="../ink/ink491.xml"/><Relationship Id="rId209" Type="http://schemas.openxmlformats.org/officeDocument/2006/relationships/customXml" Target="../ink/ink498.xml"/><Relationship Id="rId360" Type="http://schemas.openxmlformats.org/officeDocument/2006/relationships/image" Target="../media/image24394.png"/><Relationship Id="rId416" Type="http://schemas.openxmlformats.org/officeDocument/2006/relationships/image" Target="../media/image24422.png"/><Relationship Id="rId220" Type="http://schemas.openxmlformats.org/officeDocument/2006/relationships/image" Target="../media/image23991.png"/><Relationship Id="rId15" Type="http://schemas.openxmlformats.org/officeDocument/2006/relationships/customXml" Target="../ink/ink401.xml"/><Relationship Id="rId57" Type="http://schemas.openxmlformats.org/officeDocument/2006/relationships/customXml" Target="../ink/ink422.xml"/><Relationship Id="rId262" Type="http://schemas.openxmlformats.org/officeDocument/2006/relationships/image" Target="../media/image24345.png"/><Relationship Id="rId318" Type="http://schemas.openxmlformats.org/officeDocument/2006/relationships/image" Target="../media/image24373.png"/><Relationship Id="rId99" Type="http://schemas.openxmlformats.org/officeDocument/2006/relationships/customXml" Target="../ink/ink443.xml"/><Relationship Id="rId122" Type="http://schemas.openxmlformats.org/officeDocument/2006/relationships/image" Target="../media/image24276.png"/><Relationship Id="rId164" Type="http://schemas.openxmlformats.org/officeDocument/2006/relationships/image" Target="../media/image24297.png"/><Relationship Id="rId371" Type="http://schemas.openxmlformats.org/officeDocument/2006/relationships/customXml" Target="../ink/ink579.xml"/><Relationship Id="rId427" Type="http://schemas.openxmlformats.org/officeDocument/2006/relationships/customXml" Target="../ink/ink607.xml"/><Relationship Id="rId26" Type="http://schemas.openxmlformats.org/officeDocument/2006/relationships/image" Target="../media/image24229.png"/><Relationship Id="rId231" Type="http://schemas.openxmlformats.org/officeDocument/2006/relationships/customXml" Target="../ink/ink509.xml"/><Relationship Id="rId273" Type="http://schemas.openxmlformats.org/officeDocument/2006/relationships/customXml" Target="../ink/ink530.xml"/><Relationship Id="rId329" Type="http://schemas.openxmlformats.org/officeDocument/2006/relationships/customXml" Target="../ink/ink558.xml"/><Relationship Id="rId68" Type="http://schemas.openxmlformats.org/officeDocument/2006/relationships/image" Target="../media/image24250.png"/><Relationship Id="rId133" Type="http://schemas.openxmlformats.org/officeDocument/2006/relationships/customXml" Target="../ink/ink460.xml"/><Relationship Id="rId175" Type="http://schemas.openxmlformats.org/officeDocument/2006/relationships/customXml" Target="../ink/ink481.xml"/><Relationship Id="rId340" Type="http://schemas.openxmlformats.org/officeDocument/2006/relationships/image" Target="../media/image24384.png"/><Relationship Id="rId200" Type="http://schemas.openxmlformats.org/officeDocument/2006/relationships/image" Target="../media/image24315.png"/><Relationship Id="rId382" Type="http://schemas.openxmlformats.org/officeDocument/2006/relationships/image" Target="../media/image24405.png"/><Relationship Id="rId438" Type="http://schemas.openxmlformats.org/officeDocument/2006/relationships/image" Target="../media/image24433.png"/><Relationship Id="rId242" Type="http://schemas.openxmlformats.org/officeDocument/2006/relationships/image" Target="../media/image24335.png"/><Relationship Id="rId284" Type="http://schemas.openxmlformats.org/officeDocument/2006/relationships/image" Target="../media/image24356.png"/><Relationship Id="rId37" Type="http://schemas.openxmlformats.org/officeDocument/2006/relationships/customXml" Target="../ink/ink412.xml"/><Relationship Id="rId79" Type="http://schemas.openxmlformats.org/officeDocument/2006/relationships/customXml" Target="../ink/ink433.xml"/><Relationship Id="rId102" Type="http://schemas.openxmlformats.org/officeDocument/2006/relationships/image" Target="../media/image24266.png"/><Relationship Id="rId144" Type="http://schemas.openxmlformats.org/officeDocument/2006/relationships/image" Target="../media/image24287.png"/><Relationship Id="rId90" Type="http://schemas.openxmlformats.org/officeDocument/2006/relationships/image" Target="../media/image24260.png"/><Relationship Id="rId186" Type="http://schemas.openxmlformats.org/officeDocument/2006/relationships/image" Target="../media/image24308.png"/><Relationship Id="rId351" Type="http://schemas.openxmlformats.org/officeDocument/2006/relationships/customXml" Target="../ink/ink569.xml"/><Relationship Id="rId393" Type="http://schemas.openxmlformats.org/officeDocument/2006/relationships/customXml" Target="../ink/ink590.xml"/><Relationship Id="rId407" Type="http://schemas.openxmlformats.org/officeDocument/2006/relationships/customXml" Target="../ink/ink597.xml"/><Relationship Id="rId449" Type="http://schemas.openxmlformats.org/officeDocument/2006/relationships/customXml" Target="../ink/ink618.xml"/><Relationship Id="rId211" Type="http://schemas.openxmlformats.org/officeDocument/2006/relationships/customXml" Target="../ink/ink499.xml"/><Relationship Id="rId253" Type="http://schemas.openxmlformats.org/officeDocument/2006/relationships/customXml" Target="../ink/ink520.xml"/><Relationship Id="rId295" Type="http://schemas.openxmlformats.org/officeDocument/2006/relationships/customXml" Target="../ink/ink541.xml"/><Relationship Id="rId309" Type="http://schemas.openxmlformats.org/officeDocument/2006/relationships/customXml" Target="../ink/ink548.xml"/><Relationship Id="rId48" Type="http://schemas.openxmlformats.org/officeDocument/2006/relationships/image" Target="../media/image24240.png"/><Relationship Id="rId113" Type="http://schemas.openxmlformats.org/officeDocument/2006/relationships/customXml" Target="../ink/ink450.xml"/><Relationship Id="rId320" Type="http://schemas.openxmlformats.org/officeDocument/2006/relationships/image" Target="../media/image24374.png"/><Relationship Id="rId155" Type="http://schemas.openxmlformats.org/officeDocument/2006/relationships/customXml" Target="../ink/ink471.xml"/><Relationship Id="rId197" Type="http://schemas.openxmlformats.org/officeDocument/2006/relationships/customXml" Target="../ink/ink492.xml"/><Relationship Id="rId362" Type="http://schemas.openxmlformats.org/officeDocument/2006/relationships/image" Target="../media/image24395.png"/><Relationship Id="rId418" Type="http://schemas.openxmlformats.org/officeDocument/2006/relationships/image" Target="../media/image24423.png"/><Relationship Id="rId222" Type="http://schemas.openxmlformats.org/officeDocument/2006/relationships/image" Target="../media/image24325.png"/><Relationship Id="rId264" Type="http://schemas.openxmlformats.org/officeDocument/2006/relationships/image" Target="../media/image24346.png"/><Relationship Id="rId17" Type="http://schemas.openxmlformats.org/officeDocument/2006/relationships/customXml" Target="../ink/ink402.xml"/><Relationship Id="rId59" Type="http://schemas.openxmlformats.org/officeDocument/2006/relationships/customXml" Target="../ink/ink423.xml"/><Relationship Id="rId124" Type="http://schemas.openxmlformats.org/officeDocument/2006/relationships/image" Target="../media/image24277.png"/><Relationship Id="rId70" Type="http://schemas.openxmlformats.org/officeDocument/2006/relationships/image" Target="../media/image24251.png"/><Relationship Id="rId166" Type="http://schemas.openxmlformats.org/officeDocument/2006/relationships/image" Target="../media/image24298.png"/><Relationship Id="rId331" Type="http://schemas.openxmlformats.org/officeDocument/2006/relationships/customXml" Target="../ink/ink559.xml"/><Relationship Id="rId373" Type="http://schemas.openxmlformats.org/officeDocument/2006/relationships/customXml" Target="../ink/ink580.xml"/><Relationship Id="rId429" Type="http://schemas.openxmlformats.org/officeDocument/2006/relationships/customXml" Target="../ink/ink608.xml"/><Relationship Id="rId1" Type="http://schemas.openxmlformats.org/officeDocument/2006/relationships/slideLayout" Target="../slideLayouts/slideLayout2.xml"/><Relationship Id="rId233" Type="http://schemas.openxmlformats.org/officeDocument/2006/relationships/customXml" Target="../ink/ink510.xml"/><Relationship Id="rId440" Type="http://schemas.openxmlformats.org/officeDocument/2006/relationships/image" Target="../media/image24434.png"/><Relationship Id="rId28" Type="http://schemas.openxmlformats.org/officeDocument/2006/relationships/image" Target="../media/image24230.png"/><Relationship Id="rId275" Type="http://schemas.openxmlformats.org/officeDocument/2006/relationships/customXml" Target="../ink/ink531.xml"/><Relationship Id="rId300" Type="http://schemas.openxmlformats.org/officeDocument/2006/relationships/image" Target="../media/image24364.png"/><Relationship Id="rId81" Type="http://schemas.openxmlformats.org/officeDocument/2006/relationships/customXml" Target="../ink/ink434.xml"/><Relationship Id="rId135" Type="http://schemas.openxmlformats.org/officeDocument/2006/relationships/customXml" Target="../ink/ink461.xml"/><Relationship Id="rId177" Type="http://schemas.openxmlformats.org/officeDocument/2006/relationships/customXml" Target="../ink/ink482.xml"/><Relationship Id="rId342" Type="http://schemas.openxmlformats.org/officeDocument/2006/relationships/image" Target="../media/image24385.png"/><Relationship Id="rId384" Type="http://schemas.openxmlformats.org/officeDocument/2006/relationships/image" Target="../media/image24406.png"/><Relationship Id="rId202" Type="http://schemas.openxmlformats.org/officeDocument/2006/relationships/image" Target="../media/image24316.png"/><Relationship Id="rId244" Type="http://schemas.openxmlformats.org/officeDocument/2006/relationships/image" Target="../media/image24336.png"/><Relationship Id="rId39" Type="http://schemas.openxmlformats.org/officeDocument/2006/relationships/customXml" Target="../ink/ink413.xml"/><Relationship Id="rId286" Type="http://schemas.openxmlformats.org/officeDocument/2006/relationships/image" Target="../media/image24357.png"/><Relationship Id="rId451" Type="http://schemas.openxmlformats.org/officeDocument/2006/relationships/customXml" Target="../ink/ink619.xml"/></Relationships>
</file>

<file path=ppt/slides/_rels/slide4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678.xml"/><Relationship Id="rId21" Type="http://schemas.openxmlformats.org/officeDocument/2006/relationships/customXml" Target="../ink/ink630.xml"/><Relationship Id="rId63" Type="http://schemas.openxmlformats.org/officeDocument/2006/relationships/customXml" Target="../ink/ink651.xml"/><Relationship Id="rId159" Type="http://schemas.openxmlformats.org/officeDocument/2006/relationships/customXml" Target="../ink/ink699.xml"/><Relationship Id="rId170" Type="http://schemas.openxmlformats.org/officeDocument/2006/relationships/image" Target="../media/image24523.png"/><Relationship Id="rId226" Type="http://schemas.openxmlformats.org/officeDocument/2006/relationships/customXml" Target="../ink/ink733.xml"/><Relationship Id="rId268" Type="http://schemas.openxmlformats.org/officeDocument/2006/relationships/customXml" Target="../ink/ink754.xml"/><Relationship Id="rId32" Type="http://schemas.openxmlformats.org/officeDocument/2006/relationships/image" Target="../media/image24454.png"/><Relationship Id="rId74" Type="http://schemas.openxmlformats.org/officeDocument/2006/relationships/image" Target="../media/image24475.png"/><Relationship Id="rId128" Type="http://schemas.openxmlformats.org/officeDocument/2006/relationships/image" Target="../media/image24502.png"/><Relationship Id="rId5" Type="http://schemas.openxmlformats.org/officeDocument/2006/relationships/image" Target="../media/image24441.png"/><Relationship Id="rId181" Type="http://schemas.openxmlformats.org/officeDocument/2006/relationships/customXml" Target="../ink/ink710.xml"/><Relationship Id="rId237" Type="http://schemas.openxmlformats.org/officeDocument/2006/relationships/image" Target="../media/image24556.png"/><Relationship Id="rId279" Type="http://schemas.openxmlformats.org/officeDocument/2006/relationships/customXml" Target="../ink/ink760.xml"/><Relationship Id="rId22" Type="http://schemas.openxmlformats.org/officeDocument/2006/relationships/image" Target="../media/image24449.png"/><Relationship Id="rId43" Type="http://schemas.openxmlformats.org/officeDocument/2006/relationships/customXml" Target="../ink/ink641.xml"/><Relationship Id="rId64" Type="http://schemas.openxmlformats.org/officeDocument/2006/relationships/image" Target="../media/image24470.png"/><Relationship Id="rId118" Type="http://schemas.openxmlformats.org/officeDocument/2006/relationships/image" Target="../media/image24497.png"/><Relationship Id="rId139" Type="http://schemas.openxmlformats.org/officeDocument/2006/relationships/customXml" Target="../ink/ink689.xml"/><Relationship Id="rId85" Type="http://schemas.openxmlformats.org/officeDocument/2006/relationships/customXml" Target="../ink/ink662.xml"/><Relationship Id="rId150" Type="http://schemas.openxmlformats.org/officeDocument/2006/relationships/image" Target="../media/image24513.png"/><Relationship Id="rId171" Type="http://schemas.openxmlformats.org/officeDocument/2006/relationships/customXml" Target="../ink/ink705.xml"/><Relationship Id="rId192" Type="http://schemas.openxmlformats.org/officeDocument/2006/relationships/customXml" Target="../ink/ink716.xml"/><Relationship Id="rId206" Type="http://schemas.openxmlformats.org/officeDocument/2006/relationships/customXml" Target="../ink/ink723.xml"/><Relationship Id="rId227" Type="http://schemas.openxmlformats.org/officeDocument/2006/relationships/image" Target="../media/image24551.png"/><Relationship Id="rId248" Type="http://schemas.openxmlformats.org/officeDocument/2006/relationships/customXml" Target="../ink/ink744.xml"/><Relationship Id="rId269" Type="http://schemas.openxmlformats.org/officeDocument/2006/relationships/image" Target="../media/image24572.png"/><Relationship Id="rId12" Type="http://schemas.openxmlformats.org/officeDocument/2006/relationships/image" Target="../media/image24444.png"/><Relationship Id="rId33" Type="http://schemas.openxmlformats.org/officeDocument/2006/relationships/customXml" Target="../ink/ink636.xml"/><Relationship Id="rId108" Type="http://schemas.openxmlformats.org/officeDocument/2006/relationships/image" Target="../media/image24492.png"/><Relationship Id="rId129" Type="http://schemas.openxmlformats.org/officeDocument/2006/relationships/customXml" Target="../ink/ink684.xml"/><Relationship Id="rId280" Type="http://schemas.openxmlformats.org/officeDocument/2006/relationships/customXml" Target="../ink/ink761.xml"/><Relationship Id="rId54" Type="http://schemas.openxmlformats.org/officeDocument/2006/relationships/image" Target="../media/image24465.png"/><Relationship Id="rId75" Type="http://schemas.openxmlformats.org/officeDocument/2006/relationships/customXml" Target="../ink/ink657.xml"/><Relationship Id="rId96" Type="http://schemas.openxmlformats.org/officeDocument/2006/relationships/image" Target="../media/image24486.png"/><Relationship Id="rId140" Type="http://schemas.openxmlformats.org/officeDocument/2006/relationships/image" Target="../media/image24508.png"/><Relationship Id="rId161" Type="http://schemas.openxmlformats.org/officeDocument/2006/relationships/customXml" Target="../ink/ink700.xml"/><Relationship Id="rId182" Type="http://schemas.openxmlformats.org/officeDocument/2006/relationships/image" Target="../media/image24529.png"/><Relationship Id="rId217" Type="http://schemas.openxmlformats.org/officeDocument/2006/relationships/image" Target="../media/image24546.png"/><Relationship Id="rId6" Type="http://schemas.openxmlformats.org/officeDocument/2006/relationships/customXml" Target="../ink/ink622.xml"/><Relationship Id="rId238" Type="http://schemas.openxmlformats.org/officeDocument/2006/relationships/customXml" Target="../ink/ink739.xml"/><Relationship Id="rId259" Type="http://schemas.openxmlformats.org/officeDocument/2006/relationships/image" Target="../media/image24567.png"/><Relationship Id="rId23" Type="http://schemas.openxmlformats.org/officeDocument/2006/relationships/customXml" Target="../ink/ink631.xml"/><Relationship Id="rId119" Type="http://schemas.openxmlformats.org/officeDocument/2006/relationships/customXml" Target="../ink/ink679.xml"/><Relationship Id="rId270" Type="http://schemas.openxmlformats.org/officeDocument/2006/relationships/customXml" Target="../ink/ink755.xml"/><Relationship Id="rId44" Type="http://schemas.openxmlformats.org/officeDocument/2006/relationships/image" Target="../media/image24460.png"/><Relationship Id="rId65" Type="http://schemas.openxmlformats.org/officeDocument/2006/relationships/customXml" Target="../ink/ink652.xml"/><Relationship Id="rId86" Type="http://schemas.openxmlformats.org/officeDocument/2006/relationships/image" Target="../media/image24481.png"/><Relationship Id="rId130" Type="http://schemas.openxmlformats.org/officeDocument/2006/relationships/image" Target="../media/image24503.png"/><Relationship Id="rId151" Type="http://schemas.openxmlformats.org/officeDocument/2006/relationships/customXml" Target="../ink/ink695.xml"/><Relationship Id="rId172" Type="http://schemas.openxmlformats.org/officeDocument/2006/relationships/image" Target="../media/image24524.png"/><Relationship Id="rId193" Type="http://schemas.openxmlformats.org/officeDocument/2006/relationships/image" Target="../media/image24534.png"/><Relationship Id="rId207" Type="http://schemas.openxmlformats.org/officeDocument/2006/relationships/image" Target="../media/image24541.png"/><Relationship Id="rId228" Type="http://schemas.openxmlformats.org/officeDocument/2006/relationships/customXml" Target="../ink/ink734.xml"/><Relationship Id="rId249" Type="http://schemas.openxmlformats.org/officeDocument/2006/relationships/image" Target="../media/image24562.png"/><Relationship Id="rId13" Type="http://schemas.openxmlformats.org/officeDocument/2006/relationships/customXml" Target="../ink/ink626.xml"/><Relationship Id="rId109" Type="http://schemas.openxmlformats.org/officeDocument/2006/relationships/customXml" Target="../ink/ink674.xml"/><Relationship Id="rId260" Type="http://schemas.openxmlformats.org/officeDocument/2006/relationships/customXml" Target="../ink/ink750.xml"/><Relationship Id="rId281" Type="http://schemas.openxmlformats.org/officeDocument/2006/relationships/image" Target="../media/image24576.png"/><Relationship Id="rId34" Type="http://schemas.openxmlformats.org/officeDocument/2006/relationships/image" Target="../media/image24455.png"/><Relationship Id="rId55" Type="http://schemas.openxmlformats.org/officeDocument/2006/relationships/customXml" Target="../ink/ink647.xml"/><Relationship Id="rId76" Type="http://schemas.openxmlformats.org/officeDocument/2006/relationships/image" Target="../media/image24476.png"/><Relationship Id="rId97" Type="http://schemas.openxmlformats.org/officeDocument/2006/relationships/customXml" Target="../ink/ink668.xml"/><Relationship Id="rId120" Type="http://schemas.openxmlformats.org/officeDocument/2006/relationships/image" Target="../media/image24498.png"/><Relationship Id="rId141" Type="http://schemas.openxmlformats.org/officeDocument/2006/relationships/customXml" Target="../ink/ink690.xml"/><Relationship Id="rId7" Type="http://schemas.openxmlformats.org/officeDocument/2006/relationships/image" Target="../media/image24442.png"/><Relationship Id="rId162" Type="http://schemas.openxmlformats.org/officeDocument/2006/relationships/image" Target="../media/image24519.png"/><Relationship Id="rId183" Type="http://schemas.openxmlformats.org/officeDocument/2006/relationships/customXml" Target="../ink/ink711.xml"/><Relationship Id="rId218" Type="http://schemas.openxmlformats.org/officeDocument/2006/relationships/customXml" Target="../ink/ink729.xml"/><Relationship Id="rId239" Type="http://schemas.openxmlformats.org/officeDocument/2006/relationships/image" Target="../media/image24557.png"/><Relationship Id="rId250" Type="http://schemas.openxmlformats.org/officeDocument/2006/relationships/customXml" Target="../ink/ink745.xml"/><Relationship Id="rId271" Type="http://schemas.openxmlformats.org/officeDocument/2006/relationships/customXml" Target="../ink/ink756.xml"/><Relationship Id="rId24" Type="http://schemas.openxmlformats.org/officeDocument/2006/relationships/image" Target="../media/image24450.png"/><Relationship Id="rId45" Type="http://schemas.openxmlformats.org/officeDocument/2006/relationships/customXml" Target="../ink/ink642.xml"/><Relationship Id="rId66" Type="http://schemas.openxmlformats.org/officeDocument/2006/relationships/image" Target="../media/image24471.png"/><Relationship Id="rId87" Type="http://schemas.openxmlformats.org/officeDocument/2006/relationships/customXml" Target="../ink/ink663.xml"/><Relationship Id="rId110" Type="http://schemas.openxmlformats.org/officeDocument/2006/relationships/image" Target="../media/image24493.png"/><Relationship Id="rId131" Type="http://schemas.openxmlformats.org/officeDocument/2006/relationships/customXml" Target="../ink/ink685.xml"/><Relationship Id="rId152" Type="http://schemas.openxmlformats.org/officeDocument/2006/relationships/image" Target="../media/image24514.png"/><Relationship Id="rId173" Type="http://schemas.openxmlformats.org/officeDocument/2006/relationships/customXml" Target="../ink/ink706.xml"/><Relationship Id="rId194" Type="http://schemas.openxmlformats.org/officeDocument/2006/relationships/customXml" Target="../ink/ink717.xml"/><Relationship Id="rId208" Type="http://schemas.openxmlformats.org/officeDocument/2006/relationships/customXml" Target="../ink/ink724.xml"/><Relationship Id="rId229" Type="http://schemas.openxmlformats.org/officeDocument/2006/relationships/image" Target="../media/image24552.png"/><Relationship Id="rId240" Type="http://schemas.openxmlformats.org/officeDocument/2006/relationships/customXml" Target="../ink/ink740.xml"/><Relationship Id="rId261" Type="http://schemas.openxmlformats.org/officeDocument/2006/relationships/image" Target="../media/image24568.png"/><Relationship Id="rId14" Type="http://schemas.openxmlformats.org/officeDocument/2006/relationships/image" Target="../media/image24445.png"/><Relationship Id="rId35" Type="http://schemas.openxmlformats.org/officeDocument/2006/relationships/customXml" Target="../ink/ink637.xml"/><Relationship Id="rId56" Type="http://schemas.openxmlformats.org/officeDocument/2006/relationships/image" Target="../media/image24466.png"/><Relationship Id="rId77" Type="http://schemas.openxmlformats.org/officeDocument/2006/relationships/customXml" Target="../ink/ink658.xml"/><Relationship Id="rId100" Type="http://schemas.openxmlformats.org/officeDocument/2006/relationships/image" Target="../media/image24488.png"/><Relationship Id="rId282" Type="http://schemas.openxmlformats.org/officeDocument/2006/relationships/customXml" Target="../ink/ink762.xml"/><Relationship Id="rId8" Type="http://schemas.openxmlformats.org/officeDocument/2006/relationships/customXml" Target="../ink/ink623.xml"/><Relationship Id="rId98" Type="http://schemas.openxmlformats.org/officeDocument/2006/relationships/image" Target="../media/image24487.png"/><Relationship Id="rId121" Type="http://schemas.openxmlformats.org/officeDocument/2006/relationships/customXml" Target="../ink/ink680.xml"/><Relationship Id="rId142" Type="http://schemas.openxmlformats.org/officeDocument/2006/relationships/image" Target="../media/image24509.png"/><Relationship Id="rId163" Type="http://schemas.openxmlformats.org/officeDocument/2006/relationships/customXml" Target="../ink/ink701.xml"/><Relationship Id="rId184" Type="http://schemas.openxmlformats.org/officeDocument/2006/relationships/image" Target="../media/image24530.png"/><Relationship Id="rId219" Type="http://schemas.openxmlformats.org/officeDocument/2006/relationships/image" Target="../media/image24547.png"/><Relationship Id="rId230" Type="http://schemas.openxmlformats.org/officeDocument/2006/relationships/customXml" Target="../ink/ink735.xml"/><Relationship Id="rId251" Type="http://schemas.openxmlformats.org/officeDocument/2006/relationships/image" Target="../media/image24563.png"/><Relationship Id="rId25" Type="http://schemas.openxmlformats.org/officeDocument/2006/relationships/customXml" Target="../ink/ink632.xml"/><Relationship Id="rId46" Type="http://schemas.openxmlformats.org/officeDocument/2006/relationships/image" Target="../media/image24461.png"/><Relationship Id="rId67" Type="http://schemas.openxmlformats.org/officeDocument/2006/relationships/customXml" Target="../ink/ink653.xml"/><Relationship Id="rId272" Type="http://schemas.openxmlformats.org/officeDocument/2006/relationships/image" Target="../media/image24013.png"/><Relationship Id="rId88" Type="http://schemas.openxmlformats.org/officeDocument/2006/relationships/image" Target="../media/image24482.png"/><Relationship Id="rId111" Type="http://schemas.openxmlformats.org/officeDocument/2006/relationships/customXml" Target="../ink/ink675.xml"/><Relationship Id="rId132" Type="http://schemas.openxmlformats.org/officeDocument/2006/relationships/image" Target="../media/image24504.png"/><Relationship Id="rId153" Type="http://schemas.openxmlformats.org/officeDocument/2006/relationships/customXml" Target="../ink/ink696.xml"/><Relationship Id="rId174" Type="http://schemas.openxmlformats.org/officeDocument/2006/relationships/image" Target="../media/image24525.png"/><Relationship Id="rId195" Type="http://schemas.openxmlformats.org/officeDocument/2006/relationships/image" Target="../media/image24535.png"/><Relationship Id="rId209" Type="http://schemas.openxmlformats.org/officeDocument/2006/relationships/image" Target="../media/image24542.png"/><Relationship Id="rId220" Type="http://schemas.openxmlformats.org/officeDocument/2006/relationships/customXml" Target="../ink/ink730.xml"/><Relationship Id="rId241" Type="http://schemas.openxmlformats.org/officeDocument/2006/relationships/image" Target="../media/image24558.png"/><Relationship Id="rId15" Type="http://schemas.openxmlformats.org/officeDocument/2006/relationships/customXml" Target="../ink/ink627.xml"/><Relationship Id="rId36" Type="http://schemas.openxmlformats.org/officeDocument/2006/relationships/image" Target="../media/image24456.png"/><Relationship Id="rId57" Type="http://schemas.openxmlformats.org/officeDocument/2006/relationships/customXml" Target="../ink/ink648.xml"/><Relationship Id="rId262" Type="http://schemas.openxmlformats.org/officeDocument/2006/relationships/customXml" Target="../ink/ink751.xml"/><Relationship Id="rId283" Type="http://schemas.openxmlformats.org/officeDocument/2006/relationships/image" Target="../media/image24577.png"/><Relationship Id="rId78" Type="http://schemas.openxmlformats.org/officeDocument/2006/relationships/image" Target="../media/image24477.png"/><Relationship Id="rId99" Type="http://schemas.openxmlformats.org/officeDocument/2006/relationships/customXml" Target="../ink/ink669.xml"/><Relationship Id="rId101" Type="http://schemas.openxmlformats.org/officeDocument/2006/relationships/customXml" Target="../ink/ink670.xml"/><Relationship Id="rId122" Type="http://schemas.openxmlformats.org/officeDocument/2006/relationships/image" Target="../media/image24499.png"/><Relationship Id="rId143" Type="http://schemas.openxmlformats.org/officeDocument/2006/relationships/customXml" Target="../ink/ink691.xml"/><Relationship Id="rId164" Type="http://schemas.openxmlformats.org/officeDocument/2006/relationships/image" Target="../media/image24520.png"/><Relationship Id="rId185" Type="http://schemas.openxmlformats.org/officeDocument/2006/relationships/customXml" Target="../ink/ink712.xml"/><Relationship Id="rId9" Type="http://schemas.openxmlformats.org/officeDocument/2006/relationships/customXml" Target="../ink/ink624.xml"/><Relationship Id="rId210" Type="http://schemas.openxmlformats.org/officeDocument/2006/relationships/customXml" Target="../ink/ink725.xml"/><Relationship Id="rId26" Type="http://schemas.openxmlformats.org/officeDocument/2006/relationships/image" Target="../media/image24451.png"/><Relationship Id="rId231" Type="http://schemas.openxmlformats.org/officeDocument/2006/relationships/image" Target="../media/image24553.png"/><Relationship Id="rId252" Type="http://schemas.openxmlformats.org/officeDocument/2006/relationships/customXml" Target="../ink/ink746.xml"/><Relationship Id="rId273" Type="http://schemas.openxmlformats.org/officeDocument/2006/relationships/customXml" Target="../ink/ink757.xml"/><Relationship Id="rId47" Type="http://schemas.openxmlformats.org/officeDocument/2006/relationships/customXml" Target="../ink/ink643.xml"/><Relationship Id="rId68" Type="http://schemas.openxmlformats.org/officeDocument/2006/relationships/image" Target="../media/image24472.png"/><Relationship Id="rId89" Type="http://schemas.openxmlformats.org/officeDocument/2006/relationships/customXml" Target="../ink/ink664.xml"/><Relationship Id="rId112" Type="http://schemas.openxmlformats.org/officeDocument/2006/relationships/image" Target="../media/image24494.png"/><Relationship Id="rId133" Type="http://schemas.openxmlformats.org/officeDocument/2006/relationships/customXml" Target="../ink/ink686.xml"/><Relationship Id="rId154" Type="http://schemas.openxmlformats.org/officeDocument/2006/relationships/image" Target="../media/image24515.png"/><Relationship Id="rId175" Type="http://schemas.openxmlformats.org/officeDocument/2006/relationships/customXml" Target="../ink/ink707.xml"/><Relationship Id="rId196" Type="http://schemas.openxmlformats.org/officeDocument/2006/relationships/customXml" Target="../ink/ink718.xml"/><Relationship Id="rId200" Type="http://schemas.openxmlformats.org/officeDocument/2006/relationships/customXml" Target="../ink/ink720.xml"/><Relationship Id="rId16" Type="http://schemas.openxmlformats.org/officeDocument/2006/relationships/image" Target="../media/image24446.png"/><Relationship Id="rId221" Type="http://schemas.openxmlformats.org/officeDocument/2006/relationships/image" Target="../media/image24548.png"/><Relationship Id="rId242" Type="http://schemas.openxmlformats.org/officeDocument/2006/relationships/customXml" Target="../ink/ink741.xml"/><Relationship Id="rId263" Type="http://schemas.openxmlformats.org/officeDocument/2006/relationships/image" Target="../media/image24569.png"/><Relationship Id="rId37" Type="http://schemas.openxmlformats.org/officeDocument/2006/relationships/customXml" Target="../ink/ink638.xml"/><Relationship Id="rId58" Type="http://schemas.openxmlformats.org/officeDocument/2006/relationships/image" Target="../media/image24467.png"/><Relationship Id="rId79" Type="http://schemas.openxmlformats.org/officeDocument/2006/relationships/customXml" Target="../ink/ink659.xml"/><Relationship Id="rId102" Type="http://schemas.openxmlformats.org/officeDocument/2006/relationships/image" Target="../media/image24489.png"/><Relationship Id="rId123" Type="http://schemas.openxmlformats.org/officeDocument/2006/relationships/customXml" Target="../ink/ink681.xml"/><Relationship Id="rId144" Type="http://schemas.openxmlformats.org/officeDocument/2006/relationships/image" Target="../media/image24510.png"/><Relationship Id="rId90" Type="http://schemas.openxmlformats.org/officeDocument/2006/relationships/image" Target="../media/image24483.png"/><Relationship Id="rId165" Type="http://schemas.openxmlformats.org/officeDocument/2006/relationships/customXml" Target="../ink/ink702.xml"/><Relationship Id="rId186" Type="http://schemas.openxmlformats.org/officeDocument/2006/relationships/image" Target="../media/image24531.png"/><Relationship Id="rId211" Type="http://schemas.openxmlformats.org/officeDocument/2006/relationships/image" Target="../media/image24543.png"/><Relationship Id="rId232" Type="http://schemas.openxmlformats.org/officeDocument/2006/relationships/customXml" Target="../ink/ink736.xml"/><Relationship Id="rId253" Type="http://schemas.openxmlformats.org/officeDocument/2006/relationships/image" Target="../media/image24564.png"/><Relationship Id="rId274" Type="http://schemas.openxmlformats.org/officeDocument/2006/relationships/image" Target="../media/image24573.png"/><Relationship Id="rId27" Type="http://schemas.openxmlformats.org/officeDocument/2006/relationships/customXml" Target="../ink/ink633.xml"/><Relationship Id="rId48" Type="http://schemas.openxmlformats.org/officeDocument/2006/relationships/image" Target="../media/image24462.png"/><Relationship Id="rId69" Type="http://schemas.openxmlformats.org/officeDocument/2006/relationships/customXml" Target="../ink/ink654.xml"/><Relationship Id="rId113" Type="http://schemas.openxmlformats.org/officeDocument/2006/relationships/customXml" Target="../ink/ink676.xml"/><Relationship Id="rId134" Type="http://schemas.openxmlformats.org/officeDocument/2006/relationships/image" Target="../media/image24505.png"/><Relationship Id="rId80" Type="http://schemas.openxmlformats.org/officeDocument/2006/relationships/image" Target="../media/image24478.png"/><Relationship Id="rId155" Type="http://schemas.openxmlformats.org/officeDocument/2006/relationships/customXml" Target="../ink/ink697.xml"/><Relationship Id="rId176" Type="http://schemas.openxmlformats.org/officeDocument/2006/relationships/image" Target="../media/image24526.png"/><Relationship Id="rId197" Type="http://schemas.openxmlformats.org/officeDocument/2006/relationships/image" Target="../media/image24536.png"/><Relationship Id="rId201" Type="http://schemas.openxmlformats.org/officeDocument/2006/relationships/image" Target="../media/image24538.png"/><Relationship Id="rId222" Type="http://schemas.openxmlformats.org/officeDocument/2006/relationships/customXml" Target="../ink/ink731.xml"/><Relationship Id="rId243" Type="http://schemas.openxmlformats.org/officeDocument/2006/relationships/image" Target="../media/image24559.png"/><Relationship Id="rId264" Type="http://schemas.openxmlformats.org/officeDocument/2006/relationships/customXml" Target="../ink/ink752.xml"/><Relationship Id="rId17" Type="http://schemas.openxmlformats.org/officeDocument/2006/relationships/customXml" Target="../ink/ink628.xml"/><Relationship Id="rId38" Type="http://schemas.openxmlformats.org/officeDocument/2006/relationships/image" Target="../media/image24457.png"/><Relationship Id="rId59" Type="http://schemas.openxmlformats.org/officeDocument/2006/relationships/customXml" Target="../ink/ink649.xml"/><Relationship Id="rId103" Type="http://schemas.openxmlformats.org/officeDocument/2006/relationships/customXml" Target="../ink/ink671.xml"/><Relationship Id="rId124" Type="http://schemas.openxmlformats.org/officeDocument/2006/relationships/image" Target="../media/image24500.png"/><Relationship Id="rId70" Type="http://schemas.openxmlformats.org/officeDocument/2006/relationships/image" Target="../media/image24473.png"/><Relationship Id="rId91" Type="http://schemas.openxmlformats.org/officeDocument/2006/relationships/customXml" Target="../ink/ink665.xml"/><Relationship Id="rId145" Type="http://schemas.openxmlformats.org/officeDocument/2006/relationships/customXml" Target="../ink/ink692.xml"/><Relationship Id="rId166" Type="http://schemas.openxmlformats.org/officeDocument/2006/relationships/image" Target="../media/image24521.png"/><Relationship Id="rId187" Type="http://schemas.openxmlformats.org/officeDocument/2006/relationships/customXml" Target="../ink/ink713.xml"/><Relationship Id="rId1" Type="http://schemas.openxmlformats.org/officeDocument/2006/relationships/slideLayout" Target="../slideLayouts/slideLayout2.xml"/><Relationship Id="rId212" Type="http://schemas.openxmlformats.org/officeDocument/2006/relationships/customXml" Target="../ink/ink726.xml"/><Relationship Id="rId233" Type="http://schemas.openxmlformats.org/officeDocument/2006/relationships/image" Target="../media/image24554.png"/><Relationship Id="rId254" Type="http://schemas.openxmlformats.org/officeDocument/2006/relationships/customXml" Target="../ink/ink747.xml"/><Relationship Id="rId28" Type="http://schemas.openxmlformats.org/officeDocument/2006/relationships/image" Target="../media/image24452.png"/><Relationship Id="rId49" Type="http://schemas.openxmlformats.org/officeDocument/2006/relationships/customXml" Target="../ink/ink644.xml"/><Relationship Id="rId114" Type="http://schemas.openxmlformats.org/officeDocument/2006/relationships/image" Target="../media/image24495.png"/><Relationship Id="rId275" Type="http://schemas.openxmlformats.org/officeDocument/2006/relationships/customXml" Target="../ink/ink758.xml"/><Relationship Id="rId60" Type="http://schemas.openxmlformats.org/officeDocument/2006/relationships/image" Target="../media/image24468.png"/><Relationship Id="rId81" Type="http://schemas.openxmlformats.org/officeDocument/2006/relationships/customXml" Target="../ink/ink660.xml"/><Relationship Id="rId135" Type="http://schemas.openxmlformats.org/officeDocument/2006/relationships/customXml" Target="../ink/ink687.xml"/><Relationship Id="rId156" Type="http://schemas.openxmlformats.org/officeDocument/2006/relationships/image" Target="../media/image24516.png"/><Relationship Id="rId177" Type="http://schemas.openxmlformats.org/officeDocument/2006/relationships/customXml" Target="../ink/ink708.xml"/><Relationship Id="rId198" Type="http://schemas.openxmlformats.org/officeDocument/2006/relationships/customXml" Target="../ink/ink719.xml"/><Relationship Id="rId202" Type="http://schemas.openxmlformats.org/officeDocument/2006/relationships/customXml" Target="../ink/ink721.xml"/><Relationship Id="rId223" Type="http://schemas.openxmlformats.org/officeDocument/2006/relationships/image" Target="../media/image24549.png"/><Relationship Id="rId244" Type="http://schemas.openxmlformats.org/officeDocument/2006/relationships/customXml" Target="../ink/ink742.xml"/><Relationship Id="rId18" Type="http://schemas.openxmlformats.org/officeDocument/2006/relationships/image" Target="../media/image24447.png"/><Relationship Id="rId39" Type="http://schemas.openxmlformats.org/officeDocument/2006/relationships/customXml" Target="../ink/ink639.xml"/><Relationship Id="rId265" Type="http://schemas.openxmlformats.org/officeDocument/2006/relationships/image" Target="../media/image24570.png"/><Relationship Id="rId50" Type="http://schemas.openxmlformats.org/officeDocument/2006/relationships/image" Target="../media/image24463.png"/><Relationship Id="rId104" Type="http://schemas.openxmlformats.org/officeDocument/2006/relationships/image" Target="../media/image24490.png"/><Relationship Id="rId125" Type="http://schemas.openxmlformats.org/officeDocument/2006/relationships/customXml" Target="../ink/ink682.xml"/><Relationship Id="rId146" Type="http://schemas.openxmlformats.org/officeDocument/2006/relationships/image" Target="../media/image24511.png"/><Relationship Id="rId167" Type="http://schemas.openxmlformats.org/officeDocument/2006/relationships/customXml" Target="../ink/ink703.xml"/><Relationship Id="rId188" Type="http://schemas.openxmlformats.org/officeDocument/2006/relationships/customXml" Target="../ink/ink714.xml"/><Relationship Id="rId71" Type="http://schemas.openxmlformats.org/officeDocument/2006/relationships/customXml" Target="../ink/ink655.xml"/><Relationship Id="rId92" Type="http://schemas.openxmlformats.org/officeDocument/2006/relationships/image" Target="../media/image24484.png"/><Relationship Id="rId213" Type="http://schemas.openxmlformats.org/officeDocument/2006/relationships/image" Target="../media/image24544.png"/><Relationship Id="rId234" Type="http://schemas.openxmlformats.org/officeDocument/2006/relationships/customXml" Target="../ink/ink737.xml"/><Relationship Id="rId2" Type="http://schemas.openxmlformats.org/officeDocument/2006/relationships/customXml" Target="../ink/ink620.xml"/><Relationship Id="rId29" Type="http://schemas.openxmlformats.org/officeDocument/2006/relationships/customXml" Target="../ink/ink634.xml"/><Relationship Id="rId255" Type="http://schemas.openxmlformats.org/officeDocument/2006/relationships/image" Target="../media/image24565.png"/><Relationship Id="rId276" Type="http://schemas.openxmlformats.org/officeDocument/2006/relationships/image" Target="../media/image24574.png"/><Relationship Id="rId40" Type="http://schemas.openxmlformats.org/officeDocument/2006/relationships/image" Target="../media/image24458.png"/><Relationship Id="rId115" Type="http://schemas.openxmlformats.org/officeDocument/2006/relationships/customXml" Target="../ink/ink677.xml"/><Relationship Id="rId136" Type="http://schemas.openxmlformats.org/officeDocument/2006/relationships/image" Target="../media/image24506.png"/><Relationship Id="rId157" Type="http://schemas.openxmlformats.org/officeDocument/2006/relationships/customXml" Target="../ink/ink698.xml"/><Relationship Id="rId178" Type="http://schemas.openxmlformats.org/officeDocument/2006/relationships/image" Target="../media/image24527.png"/><Relationship Id="rId61" Type="http://schemas.openxmlformats.org/officeDocument/2006/relationships/customXml" Target="../ink/ink650.xml"/><Relationship Id="rId82" Type="http://schemas.openxmlformats.org/officeDocument/2006/relationships/image" Target="../media/image24479.png"/><Relationship Id="rId199" Type="http://schemas.openxmlformats.org/officeDocument/2006/relationships/image" Target="../media/image24537.png"/><Relationship Id="rId203" Type="http://schemas.openxmlformats.org/officeDocument/2006/relationships/image" Target="../media/image24539.png"/><Relationship Id="rId19" Type="http://schemas.openxmlformats.org/officeDocument/2006/relationships/customXml" Target="../ink/ink629.xml"/><Relationship Id="rId224" Type="http://schemas.openxmlformats.org/officeDocument/2006/relationships/customXml" Target="../ink/ink732.xml"/><Relationship Id="rId245" Type="http://schemas.openxmlformats.org/officeDocument/2006/relationships/image" Target="../media/image24560.png"/><Relationship Id="rId266" Type="http://schemas.openxmlformats.org/officeDocument/2006/relationships/customXml" Target="../ink/ink753.xml"/><Relationship Id="rId30" Type="http://schemas.openxmlformats.org/officeDocument/2006/relationships/image" Target="../media/image24453.png"/><Relationship Id="rId105" Type="http://schemas.openxmlformats.org/officeDocument/2006/relationships/customXml" Target="../ink/ink672.xml"/><Relationship Id="rId126" Type="http://schemas.openxmlformats.org/officeDocument/2006/relationships/image" Target="../media/image24501.png"/><Relationship Id="rId147" Type="http://schemas.openxmlformats.org/officeDocument/2006/relationships/customXml" Target="../ink/ink693.xml"/><Relationship Id="rId168" Type="http://schemas.openxmlformats.org/officeDocument/2006/relationships/image" Target="../media/image24522.png"/><Relationship Id="rId51" Type="http://schemas.openxmlformats.org/officeDocument/2006/relationships/customXml" Target="../ink/ink645.xml"/><Relationship Id="rId72" Type="http://schemas.openxmlformats.org/officeDocument/2006/relationships/image" Target="../media/image24474.png"/><Relationship Id="rId93" Type="http://schemas.openxmlformats.org/officeDocument/2006/relationships/customXml" Target="../ink/ink666.xml"/><Relationship Id="rId189" Type="http://schemas.openxmlformats.org/officeDocument/2006/relationships/image" Target="../media/image24532.png"/><Relationship Id="rId3" Type="http://schemas.openxmlformats.org/officeDocument/2006/relationships/image" Target="../media/image23952.png"/><Relationship Id="rId214" Type="http://schemas.openxmlformats.org/officeDocument/2006/relationships/customXml" Target="../ink/ink727.xml"/><Relationship Id="rId235" Type="http://schemas.openxmlformats.org/officeDocument/2006/relationships/image" Target="../media/image24555.png"/><Relationship Id="rId256" Type="http://schemas.openxmlformats.org/officeDocument/2006/relationships/customXml" Target="../ink/ink748.xml"/><Relationship Id="rId277" Type="http://schemas.openxmlformats.org/officeDocument/2006/relationships/customXml" Target="../ink/ink759.xml"/><Relationship Id="rId116" Type="http://schemas.openxmlformats.org/officeDocument/2006/relationships/image" Target="../media/image24496.png"/><Relationship Id="rId137" Type="http://schemas.openxmlformats.org/officeDocument/2006/relationships/customXml" Target="../ink/ink688.xml"/><Relationship Id="rId158" Type="http://schemas.openxmlformats.org/officeDocument/2006/relationships/image" Target="../media/image24517.png"/><Relationship Id="rId20" Type="http://schemas.openxmlformats.org/officeDocument/2006/relationships/image" Target="../media/image24448.png"/><Relationship Id="rId41" Type="http://schemas.openxmlformats.org/officeDocument/2006/relationships/customXml" Target="../ink/ink640.xml"/><Relationship Id="rId62" Type="http://schemas.openxmlformats.org/officeDocument/2006/relationships/image" Target="../media/image24469.png"/><Relationship Id="rId83" Type="http://schemas.openxmlformats.org/officeDocument/2006/relationships/customXml" Target="../ink/ink661.xml"/><Relationship Id="rId179" Type="http://schemas.openxmlformats.org/officeDocument/2006/relationships/customXml" Target="../ink/ink709.xml"/><Relationship Id="rId190" Type="http://schemas.openxmlformats.org/officeDocument/2006/relationships/customXml" Target="../ink/ink715.xml"/><Relationship Id="rId204" Type="http://schemas.openxmlformats.org/officeDocument/2006/relationships/customXml" Target="../ink/ink722.xml"/><Relationship Id="rId225" Type="http://schemas.openxmlformats.org/officeDocument/2006/relationships/image" Target="../media/image24550.png"/><Relationship Id="rId246" Type="http://schemas.openxmlformats.org/officeDocument/2006/relationships/customXml" Target="../ink/ink743.xml"/><Relationship Id="rId267" Type="http://schemas.openxmlformats.org/officeDocument/2006/relationships/image" Target="../media/image24571.png"/><Relationship Id="rId106" Type="http://schemas.openxmlformats.org/officeDocument/2006/relationships/image" Target="../media/image24491.png"/><Relationship Id="rId127" Type="http://schemas.openxmlformats.org/officeDocument/2006/relationships/customXml" Target="../ink/ink683.xml"/><Relationship Id="rId10" Type="http://schemas.openxmlformats.org/officeDocument/2006/relationships/image" Target="../media/image24443.png"/><Relationship Id="rId31" Type="http://schemas.openxmlformats.org/officeDocument/2006/relationships/customXml" Target="../ink/ink635.xml"/><Relationship Id="rId52" Type="http://schemas.openxmlformats.org/officeDocument/2006/relationships/image" Target="../media/image24464.png"/><Relationship Id="rId73" Type="http://schemas.openxmlformats.org/officeDocument/2006/relationships/customXml" Target="../ink/ink656.xml"/><Relationship Id="rId94" Type="http://schemas.openxmlformats.org/officeDocument/2006/relationships/image" Target="../media/image24485.png"/><Relationship Id="rId148" Type="http://schemas.openxmlformats.org/officeDocument/2006/relationships/image" Target="../media/image24512.png"/><Relationship Id="rId169" Type="http://schemas.openxmlformats.org/officeDocument/2006/relationships/customXml" Target="../ink/ink704.xml"/><Relationship Id="rId4" Type="http://schemas.openxmlformats.org/officeDocument/2006/relationships/customXml" Target="../ink/ink621.xml"/><Relationship Id="rId180" Type="http://schemas.openxmlformats.org/officeDocument/2006/relationships/image" Target="../media/image24528.png"/><Relationship Id="rId215" Type="http://schemas.openxmlformats.org/officeDocument/2006/relationships/image" Target="../media/image24545.png"/><Relationship Id="rId236" Type="http://schemas.openxmlformats.org/officeDocument/2006/relationships/customXml" Target="../ink/ink738.xml"/><Relationship Id="rId257" Type="http://schemas.openxmlformats.org/officeDocument/2006/relationships/image" Target="../media/image24566.png"/><Relationship Id="rId278" Type="http://schemas.openxmlformats.org/officeDocument/2006/relationships/image" Target="../media/image24575.png"/><Relationship Id="rId42" Type="http://schemas.openxmlformats.org/officeDocument/2006/relationships/image" Target="../media/image24459.png"/><Relationship Id="rId84" Type="http://schemas.openxmlformats.org/officeDocument/2006/relationships/image" Target="../media/image24480.png"/><Relationship Id="rId138" Type="http://schemas.openxmlformats.org/officeDocument/2006/relationships/image" Target="../media/image24507.png"/><Relationship Id="rId191" Type="http://schemas.openxmlformats.org/officeDocument/2006/relationships/image" Target="../media/image24533.png"/><Relationship Id="rId205" Type="http://schemas.openxmlformats.org/officeDocument/2006/relationships/image" Target="../media/image24540.png"/><Relationship Id="rId247" Type="http://schemas.openxmlformats.org/officeDocument/2006/relationships/image" Target="../media/image24561.png"/><Relationship Id="rId107" Type="http://schemas.openxmlformats.org/officeDocument/2006/relationships/customXml" Target="../ink/ink673.xml"/><Relationship Id="rId11" Type="http://schemas.openxmlformats.org/officeDocument/2006/relationships/customXml" Target="../ink/ink625.xml"/><Relationship Id="rId53" Type="http://schemas.openxmlformats.org/officeDocument/2006/relationships/customXml" Target="../ink/ink646.xml"/><Relationship Id="rId149" Type="http://schemas.openxmlformats.org/officeDocument/2006/relationships/customXml" Target="../ink/ink694.xml"/><Relationship Id="rId95" Type="http://schemas.openxmlformats.org/officeDocument/2006/relationships/customXml" Target="../ink/ink667.xml"/><Relationship Id="rId160" Type="http://schemas.openxmlformats.org/officeDocument/2006/relationships/image" Target="../media/image24518.png"/><Relationship Id="rId216" Type="http://schemas.openxmlformats.org/officeDocument/2006/relationships/customXml" Target="../ink/ink728.xml"/><Relationship Id="rId258" Type="http://schemas.openxmlformats.org/officeDocument/2006/relationships/customXml" Target="../ink/ink749.xml"/></Relationships>
</file>

<file path=ppt/slides/_rels/slide5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821.xml"/><Relationship Id="rId21" Type="http://schemas.openxmlformats.org/officeDocument/2006/relationships/customXml" Target="../ink/ink773.xml"/><Relationship Id="rId63" Type="http://schemas.openxmlformats.org/officeDocument/2006/relationships/customXml" Target="../ink/ink794.xml"/><Relationship Id="rId159" Type="http://schemas.openxmlformats.org/officeDocument/2006/relationships/customXml" Target="../ink/ink842.xml"/><Relationship Id="rId170" Type="http://schemas.openxmlformats.org/officeDocument/2006/relationships/image" Target="../media/image24657.png"/><Relationship Id="rId226" Type="http://schemas.openxmlformats.org/officeDocument/2006/relationships/image" Target="../media/image24685.png"/><Relationship Id="rId268" Type="http://schemas.openxmlformats.org/officeDocument/2006/relationships/image" Target="../media/image24706.png"/><Relationship Id="rId32" Type="http://schemas.openxmlformats.org/officeDocument/2006/relationships/image" Target="../media/image24588.png"/><Relationship Id="rId74" Type="http://schemas.openxmlformats.org/officeDocument/2006/relationships/image" Target="../media/image24609.png"/><Relationship Id="rId128" Type="http://schemas.openxmlformats.org/officeDocument/2006/relationships/image" Target="../media/image24636.png"/><Relationship Id="rId5" Type="http://schemas.openxmlformats.org/officeDocument/2006/relationships/image" Target="../media/image24441.png"/><Relationship Id="rId181" Type="http://schemas.openxmlformats.org/officeDocument/2006/relationships/customXml" Target="../ink/ink853.xml"/><Relationship Id="rId237" Type="http://schemas.openxmlformats.org/officeDocument/2006/relationships/customXml" Target="../ink/ink881.xml"/><Relationship Id="rId279" Type="http://schemas.openxmlformats.org/officeDocument/2006/relationships/customXml" Target="../ink/ink902.xml"/><Relationship Id="rId22" Type="http://schemas.openxmlformats.org/officeDocument/2006/relationships/image" Target="../media/image24583.png"/><Relationship Id="rId43" Type="http://schemas.openxmlformats.org/officeDocument/2006/relationships/customXml" Target="../ink/ink784.xml"/><Relationship Id="rId64" Type="http://schemas.openxmlformats.org/officeDocument/2006/relationships/image" Target="../media/image24604.png"/><Relationship Id="rId118" Type="http://schemas.openxmlformats.org/officeDocument/2006/relationships/image" Target="../media/image24631.png"/><Relationship Id="rId139" Type="http://schemas.openxmlformats.org/officeDocument/2006/relationships/customXml" Target="../ink/ink832.xml"/><Relationship Id="rId85" Type="http://schemas.openxmlformats.org/officeDocument/2006/relationships/customXml" Target="../ink/ink805.xml"/><Relationship Id="rId150" Type="http://schemas.openxmlformats.org/officeDocument/2006/relationships/image" Target="../media/image24647.png"/><Relationship Id="rId171" Type="http://schemas.openxmlformats.org/officeDocument/2006/relationships/customXml" Target="../ink/ink848.xml"/><Relationship Id="rId192" Type="http://schemas.openxmlformats.org/officeDocument/2006/relationships/image" Target="../media/image24668.png"/><Relationship Id="rId206" Type="http://schemas.openxmlformats.org/officeDocument/2006/relationships/image" Target="../media/image24675.png"/><Relationship Id="rId227" Type="http://schemas.openxmlformats.org/officeDocument/2006/relationships/customXml" Target="../ink/ink876.xml"/><Relationship Id="rId248" Type="http://schemas.openxmlformats.org/officeDocument/2006/relationships/image" Target="../media/image24696.png"/><Relationship Id="rId269" Type="http://schemas.openxmlformats.org/officeDocument/2006/relationships/customXml" Target="../ink/ink897.xml"/><Relationship Id="rId12" Type="http://schemas.openxmlformats.org/officeDocument/2006/relationships/image" Target="../media/image24579.png"/><Relationship Id="rId33" Type="http://schemas.openxmlformats.org/officeDocument/2006/relationships/customXml" Target="../ink/ink779.xml"/><Relationship Id="rId108" Type="http://schemas.openxmlformats.org/officeDocument/2006/relationships/image" Target="../media/image24626.png"/><Relationship Id="rId129" Type="http://schemas.openxmlformats.org/officeDocument/2006/relationships/customXml" Target="../ink/ink827.xml"/><Relationship Id="rId280" Type="http://schemas.openxmlformats.org/officeDocument/2006/relationships/image" Target="../media/image24712.png"/><Relationship Id="rId54" Type="http://schemas.openxmlformats.org/officeDocument/2006/relationships/image" Target="../media/image24599.png"/><Relationship Id="rId75" Type="http://schemas.openxmlformats.org/officeDocument/2006/relationships/customXml" Target="../ink/ink800.xml"/><Relationship Id="rId96" Type="http://schemas.openxmlformats.org/officeDocument/2006/relationships/image" Target="../media/image24620.png"/><Relationship Id="rId140" Type="http://schemas.openxmlformats.org/officeDocument/2006/relationships/image" Target="../media/image24642.png"/><Relationship Id="rId161" Type="http://schemas.openxmlformats.org/officeDocument/2006/relationships/customXml" Target="../ink/ink843.xml"/><Relationship Id="rId182" Type="http://schemas.openxmlformats.org/officeDocument/2006/relationships/image" Target="../media/image24663.png"/><Relationship Id="rId217" Type="http://schemas.openxmlformats.org/officeDocument/2006/relationships/customXml" Target="../ink/ink871.xml"/><Relationship Id="rId6" Type="http://schemas.openxmlformats.org/officeDocument/2006/relationships/customXml" Target="../ink/ink765.xml"/><Relationship Id="rId238" Type="http://schemas.openxmlformats.org/officeDocument/2006/relationships/image" Target="../media/image24691.png"/><Relationship Id="rId259" Type="http://schemas.openxmlformats.org/officeDocument/2006/relationships/customXml" Target="../ink/ink892.xml"/><Relationship Id="rId23" Type="http://schemas.openxmlformats.org/officeDocument/2006/relationships/customXml" Target="../ink/ink774.xml"/><Relationship Id="rId119" Type="http://schemas.openxmlformats.org/officeDocument/2006/relationships/customXml" Target="../ink/ink822.xml"/><Relationship Id="rId270" Type="http://schemas.openxmlformats.org/officeDocument/2006/relationships/image" Target="../media/image24707.png"/><Relationship Id="rId44" Type="http://schemas.openxmlformats.org/officeDocument/2006/relationships/image" Target="../media/image24594.png"/><Relationship Id="rId65" Type="http://schemas.openxmlformats.org/officeDocument/2006/relationships/customXml" Target="../ink/ink795.xml"/><Relationship Id="rId86" Type="http://schemas.openxmlformats.org/officeDocument/2006/relationships/image" Target="../media/image24615.png"/><Relationship Id="rId130" Type="http://schemas.openxmlformats.org/officeDocument/2006/relationships/image" Target="../media/image24637.png"/><Relationship Id="rId151" Type="http://schemas.openxmlformats.org/officeDocument/2006/relationships/customXml" Target="../ink/ink838.xml"/><Relationship Id="rId172" Type="http://schemas.openxmlformats.org/officeDocument/2006/relationships/image" Target="../media/image24658.png"/><Relationship Id="rId193" Type="http://schemas.openxmlformats.org/officeDocument/2006/relationships/customXml" Target="../ink/ink859.xml"/><Relationship Id="rId207" Type="http://schemas.openxmlformats.org/officeDocument/2006/relationships/customXml" Target="../ink/ink866.xml"/><Relationship Id="rId228" Type="http://schemas.openxmlformats.org/officeDocument/2006/relationships/image" Target="../media/image24686.png"/><Relationship Id="rId249" Type="http://schemas.openxmlformats.org/officeDocument/2006/relationships/customXml" Target="../ink/ink887.xml"/><Relationship Id="rId13" Type="http://schemas.openxmlformats.org/officeDocument/2006/relationships/customXml" Target="../ink/ink769.xml"/><Relationship Id="rId109" Type="http://schemas.openxmlformats.org/officeDocument/2006/relationships/customXml" Target="../ink/ink817.xml"/><Relationship Id="rId260" Type="http://schemas.openxmlformats.org/officeDocument/2006/relationships/image" Target="../media/image24702.png"/><Relationship Id="rId281" Type="http://schemas.openxmlformats.org/officeDocument/2006/relationships/customXml" Target="../ink/ink903.xml"/><Relationship Id="rId34" Type="http://schemas.openxmlformats.org/officeDocument/2006/relationships/image" Target="../media/image24589.png"/><Relationship Id="rId55" Type="http://schemas.openxmlformats.org/officeDocument/2006/relationships/customXml" Target="../ink/ink790.xml"/><Relationship Id="rId76" Type="http://schemas.openxmlformats.org/officeDocument/2006/relationships/image" Target="../media/image24610.png"/><Relationship Id="rId97" Type="http://schemas.openxmlformats.org/officeDocument/2006/relationships/customXml" Target="../ink/ink811.xml"/><Relationship Id="rId120" Type="http://schemas.openxmlformats.org/officeDocument/2006/relationships/image" Target="../media/image24632.png"/><Relationship Id="rId141" Type="http://schemas.openxmlformats.org/officeDocument/2006/relationships/customXml" Target="../ink/ink833.xml"/><Relationship Id="rId7" Type="http://schemas.openxmlformats.org/officeDocument/2006/relationships/image" Target="../media/image24442.png"/><Relationship Id="rId162" Type="http://schemas.openxmlformats.org/officeDocument/2006/relationships/image" Target="../media/image24653.png"/><Relationship Id="rId183" Type="http://schemas.openxmlformats.org/officeDocument/2006/relationships/customXml" Target="../ink/ink854.xml"/><Relationship Id="rId218" Type="http://schemas.openxmlformats.org/officeDocument/2006/relationships/image" Target="../media/image24681.png"/><Relationship Id="rId239" Type="http://schemas.openxmlformats.org/officeDocument/2006/relationships/customXml" Target="../ink/ink882.xml"/><Relationship Id="rId250" Type="http://schemas.openxmlformats.org/officeDocument/2006/relationships/image" Target="../media/image24697.png"/><Relationship Id="rId271" Type="http://schemas.openxmlformats.org/officeDocument/2006/relationships/customXml" Target="../ink/ink898.xml"/><Relationship Id="rId24" Type="http://schemas.openxmlformats.org/officeDocument/2006/relationships/image" Target="../media/image24584.png"/><Relationship Id="rId45" Type="http://schemas.openxmlformats.org/officeDocument/2006/relationships/customXml" Target="../ink/ink785.xml"/><Relationship Id="rId66" Type="http://schemas.openxmlformats.org/officeDocument/2006/relationships/image" Target="../media/image24605.png"/><Relationship Id="rId87" Type="http://schemas.openxmlformats.org/officeDocument/2006/relationships/customXml" Target="../ink/ink806.xml"/><Relationship Id="rId110" Type="http://schemas.openxmlformats.org/officeDocument/2006/relationships/image" Target="../media/image24627.png"/><Relationship Id="rId131" Type="http://schemas.openxmlformats.org/officeDocument/2006/relationships/customXml" Target="../ink/ink828.xml"/><Relationship Id="rId152" Type="http://schemas.openxmlformats.org/officeDocument/2006/relationships/image" Target="../media/image24648.png"/><Relationship Id="rId173" Type="http://schemas.openxmlformats.org/officeDocument/2006/relationships/customXml" Target="../ink/ink849.xml"/><Relationship Id="rId194" Type="http://schemas.openxmlformats.org/officeDocument/2006/relationships/image" Target="../media/image24669.png"/><Relationship Id="rId208" Type="http://schemas.openxmlformats.org/officeDocument/2006/relationships/image" Target="../media/image24676.png"/><Relationship Id="rId229" Type="http://schemas.openxmlformats.org/officeDocument/2006/relationships/customXml" Target="../ink/ink877.xml"/><Relationship Id="rId240" Type="http://schemas.openxmlformats.org/officeDocument/2006/relationships/image" Target="../media/image24692.png"/><Relationship Id="rId261" Type="http://schemas.openxmlformats.org/officeDocument/2006/relationships/customXml" Target="../ink/ink893.xml"/><Relationship Id="rId14" Type="http://schemas.openxmlformats.org/officeDocument/2006/relationships/image" Target="../media/image24580.png"/><Relationship Id="rId35" Type="http://schemas.openxmlformats.org/officeDocument/2006/relationships/customXml" Target="../ink/ink780.xml"/><Relationship Id="rId56" Type="http://schemas.openxmlformats.org/officeDocument/2006/relationships/image" Target="../media/image24600.png"/><Relationship Id="rId77" Type="http://schemas.openxmlformats.org/officeDocument/2006/relationships/customXml" Target="../ink/ink801.xml"/><Relationship Id="rId100" Type="http://schemas.openxmlformats.org/officeDocument/2006/relationships/image" Target="../media/image24622.png"/><Relationship Id="rId282" Type="http://schemas.openxmlformats.org/officeDocument/2006/relationships/image" Target="../media/image24713.png"/><Relationship Id="rId8" Type="http://schemas.openxmlformats.org/officeDocument/2006/relationships/customXml" Target="../ink/ink766.xml"/><Relationship Id="rId98" Type="http://schemas.openxmlformats.org/officeDocument/2006/relationships/image" Target="../media/image24621.png"/><Relationship Id="rId121" Type="http://schemas.openxmlformats.org/officeDocument/2006/relationships/customXml" Target="../ink/ink823.xml"/><Relationship Id="rId142" Type="http://schemas.openxmlformats.org/officeDocument/2006/relationships/image" Target="../media/image24643.png"/><Relationship Id="rId163" Type="http://schemas.openxmlformats.org/officeDocument/2006/relationships/customXml" Target="../ink/ink844.xml"/><Relationship Id="rId184" Type="http://schemas.openxmlformats.org/officeDocument/2006/relationships/image" Target="../media/image24664.png"/><Relationship Id="rId219" Type="http://schemas.openxmlformats.org/officeDocument/2006/relationships/customXml" Target="../ink/ink872.xml"/><Relationship Id="rId230" Type="http://schemas.openxmlformats.org/officeDocument/2006/relationships/image" Target="../media/image24687.png"/><Relationship Id="rId251" Type="http://schemas.openxmlformats.org/officeDocument/2006/relationships/customXml" Target="../ink/ink888.xml"/><Relationship Id="rId25" Type="http://schemas.openxmlformats.org/officeDocument/2006/relationships/customXml" Target="../ink/ink775.xml"/><Relationship Id="rId46" Type="http://schemas.openxmlformats.org/officeDocument/2006/relationships/image" Target="../media/image24595.png"/><Relationship Id="rId67" Type="http://schemas.openxmlformats.org/officeDocument/2006/relationships/customXml" Target="../ink/ink796.xml"/><Relationship Id="rId272" Type="http://schemas.openxmlformats.org/officeDocument/2006/relationships/image" Target="../media/image24708.png"/><Relationship Id="rId88" Type="http://schemas.openxmlformats.org/officeDocument/2006/relationships/image" Target="../media/image24616.png"/><Relationship Id="rId111" Type="http://schemas.openxmlformats.org/officeDocument/2006/relationships/customXml" Target="../ink/ink818.xml"/><Relationship Id="rId132" Type="http://schemas.openxmlformats.org/officeDocument/2006/relationships/image" Target="../media/image24638.png"/><Relationship Id="rId153" Type="http://schemas.openxmlformats.org/officeDocument/2006/relationships/customXml" Target="../ink/ink839.xml"/><Relationship Id="rId174" Type="http://schemas.openxmlformats.org/officeDocument/2006/relationships/image" Target="../media/image24659.png"/><Relationship Id="rId195" Type="http://schemas.openxmlformats.org/officeDocument/2006/relationships/customXml" Target="../ink/ink860.xml"/><Relationship Id="rId209" Type="http://schemas.openxmlformats.org/officeDocument/2006/relationships/customXml" Target="../ink/ink867.xml"/><Relationship Id="rId220" Type="http://schemas.openxmlformats.org/officeDocument/2006/relationships/image" Target="../media/image24682.png"/><Relationship Id="rId241" Type="http://schemas.openxmlformats.org/officeDocument/2006/relationships/customXml" Target="../ink/ink883.xml"/><Relationship Id="rId15" Type="http://schemas.openxmlformats.org/officeDocument/2006/relationships/customXml" Target="../ink/ink770.xml"/><Relationship Id="rId36" Type="http://schemas.openxmlformats.org/officeDocument/2006/relationships/image" Target="../media/image24590.png"/><Relationship Id="rId57" Type="http://schemas.openxmlformats.org/officeDocument/2006/relationships/customXml" Target="../ink/ink791.xml"/><Relationship Id="rId262" Type="http://schemas.openxmlformats.org/officeDocument/2006/relationships/image" Target="../media/image24703.png"/><Relationship Id="rId283" Type="http://schemas.openxmlformats.org/officeDocument/2006/relationships/customXml" Target="../ink/ink904.xml"/><Relationship Id="rId78" Type="http://schemas.openxmlformats.org/officeDocument/2006/relationships/image" Target="../media/image24611.png"/><Relationship Id="rId99" Type="http://schemas.openxmlformats.org/officeDocument/2006/relationships/customXml" Target="../ink/ink812.xml"/><Relationship Id="rId101" Type="http://schemas.openxmlformats.org/officeDocument/2006/relationships/customXml" Target="../ink/ink813.xml"/><Relationship Id="rId122" Type="http://schemas.openxmlformats.org/officeDocument/2006/relationships/image" Target="../media/image24633.png"/><Relationship Id="rId143" Type="http://schemas.openxmlformats.org/officeDocument/2006/relationships/customXml" Target="../ink/ink834.xml"/><Relationship Id="rId164" Type="http://schemas.openxmlformats.org/officeDocument/2006/relationships/image" Target="../media/image24654.png"/><Relationship Id="rId185" Type="http://schemas.openxmlformats.org/officeDocument/2006/relationships/customXml" Target="../ink/ink855.xml"/><Relationship Id="rId9" Type="http://schemas.openxmlformats.org/officeDocument/2006/relationships/customXml" Target="../ink/ink767.xml"/><Relationship Id="rId210" Type="http://schemas.openxmlformats.org/officeDocument/2006/relationships/image" Target="../media/image24677.png"/><Relationship Id="rId26" Type="http://schemas.openxmlformats.org/officeDocument/2006/relationships/image" Target="../media/image24585.png"/><Relationship Id="rId231" Type="http://schemas.openxmlformats.org/officeDocument/2006/relationships/customXml" Target="../ink/ink878.xml"/><Relationship Id="rId252" Type="http://schemas.openxmlformats.org/officeDocument/2006/relationships/image" Target="../media/image24698.png"/><Relationship Id="rId273" Type="http://schemas.openxmlformats.org/officeDocument/2006/relationships/customXml" Target="../ink/ink899.xml"/><Relationship Id="rId47" Type="http://schemas.openxmlformats.org/officeDocument/2006/relationships/customXml" Target="../ink/ink786.xml"/><Relationship Id="rId68" Type="http://schemas.openxmlformats.org/officeDocument/2006/relationships/image" Target="../media/image24606.png"/><Relationship Id="rId89" Type="http://schemas.openxmlformats.org/officeDocument/2006/relationships/customXml" Target="../ink/ink807.xml"/><Relationship Id="rId112" Type="http://schemas.openxmlformats.org/officeDocument/2006/relationships/image" Target="../media/image24628.png"/><Relationship Id="rId133" Type="http://schemas.openxmlformats.org/officeDocument/2006/relationships/customXml" Target="../ink/ink829.xml"/><Relationship Id="rId154" Type="http://schemas.openxmlformats.org/officeDocument/2006/relationships/image" Target="../media/image24649.png"/><Relationship Id="rId175" Type="http://schemas.openxmlformats.org/officeDocument/2006/relationships/customXml" Target="../ink/ink850.xml"/><Relationship Id="rId196" Type="http://schemas.openxmlformats.org/officeDocument/2006/relationships/image" Target="../media/image24670.png"/><Relationship Id="rId200" Type="http://schemas.openxmlformats.org/officeDocument/2006/relationships/image" Target="../media/image24672.png"/><Relationship Id="rId16" Type="http://schemas.openxmlformats.org/officeDocument/2006/relationships/image" Target="../media/image24581.png"/><Relationship Id="rId221" Type="http://schemas.openxmlformats.org/officeDocument/2006/relationships/customXml" Target="../ink/ink873.xml"/><Relationship Id="rId242" Type="http://schemas.openxmlformats.org/officeDocument/2006/relationships/image" Target="../media/image24693.png"/><Relationship Id="rId263" Type="http://schemas.openxmlformats.org/officeDocument/2006/relationships/customXml" Target="../ink/ink894.xml"/><Relationship Id="rId284" Type="http://schemas.openxmlformats.org/officeDocument/2006/relationships/image" Target="../media/image24714.png"/><Relationship Id="rId37" Type="http://schemas.openxmlformats.org/officeDocument/2006/relationships/customXml" Target="../ink/ink781.xml"/><Relationship Id="rId58" Type="http://schemas.openxmlformats.org/officeDocument/2006/relationships/image" Target="../media/image24601.png"/><Relationship Id="rId79" Type="http://schemas.openxmlformats.org/officeDocument/2006/relationships/customXml" Target="../ink/ink802.xml"/><Relationship Id="rId102" Type="http://schemas.openxmlformats.org/officeDocument/2006/relationships/image" Target="../media/image24623.png"/><Relationship Id="rId123" Type="http://schemas.openxmlformats.org/officeDocument/2006/relationships/customXml" Target="../ink/ink824.xml"/><Relationship Id="rId144" Type="http://schemas.openxmlformats.org/officeDocument/2006/relationships/image" Target="../media/image24644.png"/><Relationship Id="rId90" Type="http://schemas.openxmlformats.org/officeDocument/2006/relationships/image" Target="../media/image24617.png"/><Relationship Id="rId165" Type="http://schemas.openxmlformats.org/officeDocument/2006/relationships/customXml" Target="../ink/ink845.xml"/><Relationship Id="rId186" Type="http://schemas.openxmlformats.org/officeDocument/2006/relationships/image" Target="../media/image24665.png"/><Relationship Id="rId211" Type="http://schemas.openxmlformats.org/officeDocument/2006/relationships/customXml" Target="../ink/ink868.xml"/><Relationship Id="rId232" Type="http://schemas.openxmlformats.org/officeDocument/2006/relationships/image" Target="../media/image24688.png"/><Relationship Id="rId253" Type="http://schemas.openxmlformats.org/officeDocument/2006/relationships/customXml" Target="../ink/ink889.xml"/><Relationship Id="rId274" Type="http://schemas.openxmlformats.org/officeDocument/2006/relationships/image" Target="../media/image24709.png"/><Relationship Id="rId27" Type="http://schemas.openxmlformats.org/officeDocument/2006/relationships/customXml" Target="../ink/ink776.xml"/><Relationship Id="rId48" Type="http://schemas.openxmlformats.org/officeDocument/2006/relationships/image" Target="../media/image24596.png"/><Relationship Id="rId69" Type="http://schemas.openxmlformats.org/officeDocument/2006/relationships/customXml" Target="../ink/ink797.xml"/><Relationship Id="rId113" Type="http://schemas.openxmlformats.org/officeDocument/2006/relationships/customXml" Target="../ink/ink819.xml"/><Relationship Id="rId134" Type="http://schemas.openxmlformats.org/officeDocument/2006/relationships/image" Target="../media/image24639.png"/><Relationship Id="rId80" Type="http://schemas.openxmlformats.org/officeDocument/2006/relationships/image" Target="../media/image24612.png"/><Relationship Id="rId155" Type="http://schemas.openxmlformats.org/officeDocument/2006/relationships/customXml" Target="../ink/ink840.xml"/><Relationship Id="rId176" Type="http://schemas.openxmlformats.org/officeDocument/2006/relationships/image" Target="../media/image24660.png"/><Relationship Id="rId197" Type="http://schemas.openxmlformats.org/officeDocument/2006/relationships/customXml" Target="../ink/ink861.xml"/><Relationship Id="rId201" Type="http://schemas.openxmlformats.org/officeDocument/2006/relationships/customXml" Target="../ink/ink863.xml"/><Relationship Id="rId222" Type="http://schemas.openxmlformats.org/officeDocument/2006/relationships/image" Target="../media/image24683.png"/><Relationship Id="rId243" Type="http://schemas.openxmlformats.org/officeDocument/2006/relationships/customXml" Target="../ink/ink884.xml"/><Relationship Id="rId264" Type="http://schemas.openxmlformats.org/officeDocument/2006/relationships/image" Target="../media/image24704.png"/><Relationship Id="rId17" Type="http://schemas.openxmlformats.org/officeDocument/2006/relationships/customXml" Target="../ink/ink771.xml"/><Relationship Id="rId38" Type="http://schemas.openxmlformats.org/officeDocument/2006/relationships/image" Target="../media/image24591.png"/><Relationship Id="rId59" Type="http://schemas.openxmlformats.org/officeDocument/2006/relationships/customXml" Target="../ink/ink792.xml"/><Relationship Id="rId103" Type="http://schemas.openxmlformats.org/officeDocument/2006/relationships/customXml" Target="../ink/ink814.xml"/><Relationship Id="rId124" Type="http://schemas.openxmlformats.org/officeDocument/2006/relationships/image" Target="../media/image24634.png"/><Relationship Id="rId70" Type="http://schemas.openxmlformats.org/officeDocument/2006/relationships/image" Target="../media/image24607.png"/><Relationship Id="rId91" Type="http://schemas.openxmlformats.org/officeDocument/2006/relationships/customXml" Target="../ink/ink808.xml"/><Relationship Id="rId145" Type="http://schemas.openxmlformats.org/officeDocument/2006/relationships/customXml" Target="../ink/ink835.xml"/><Relationship Id="rId166" Type="http://schemas.openxmlformats.org/officeDocument/2006/relationships/image" Target="../media/image24655.png"/><Relationship Id="rId187" Type="http://schemas.openxmlformats.org/officeDocument/2006/relationships/customXml" Target="../ink/ink856.xml"/><Relationship Id="rId1" Type="http://schemas.openxmlformats.org/officeDocument/2006/relationships/slideLayout" Target="../slideLayouts/slideLayout2.xml"/><Relationship Id="rId212" Type="http://schemas.openxmlformats.org/officeDocument/2006/relationships/image" Target="../media/image24678.png"/><Relationship Id="rId233" Type="http://schemas.openxmlformats.org/officeDocument/2006/relationships/customXml" Target="../ink/ink879.xml"/><Relationship Id="rId254" Type="http://schemas.openxmlformats.org/officeDocument/2006/relationships/image" Target="../media/image24699.png"/><Relationship Id="rId28" Type="http://schemas.openxmlformats.org/officeDocument/2006/relationships/image" Target="../media/image24586.png"/><Relationship Id="rId49" Type="http://schemas.openxmlformats.org/officeDocument/2006/relationships/customXml" Target="../ink/ink787.xml"/><Relationship Id="rId114" Type="http://schemas.openxmlformats.org/officeDocument/2006/relationships/image" Target="../media/image24629.png"/><Relationship Id="rId275" Type="http://schemas.openxmlformats.org/officeDocument/2006/relationships/customXml" Target="../ink/ink900.xml"/><Relationship Id="rId60" Type="http://schemas.openxmlformats.org/officeDocument/2006/relationships/image" Target="../media/image24602.png"/><Relationship Id="rId81" Type="http://schemas.openxmlformats.org/officeDocument/2006/relationships/customXml" Target="../ink/ink803.xml"/><Relationship Id="rId135" Type="http://schemas.openxmlformats.org/officeDocument/2006/relationships/customXml" Target="../ink/ink830.xml"/><Relationship Id="rId156" Type="http://schemas.openxmlformats.org/officeDocument/2006/relationships/image" Target="../media/image24650.png"/><Relationship Id="rId177" Type="http://schemas.openxmlformats.org/officeDocument/2006/relationships/customXml" Target="../ink/ink851.xml"/><Relationship Id="rId198" Type="http://schemas.openxmlformats.org/officeDocument/2006/relationships/image" Target="../media/image24671.png"/><Relationship Id="rId202" Type="http://schemas.openxmlformats.org/officeDocument/2006/relationships/image" Target="../media/image24673.png"/><Relationship Id="rId223" Type="http://schemas.openxmlformats.org/officeDocument/2006/relationships/customXml" Target="../ink/ink874.xml"/><Relationship Id="rId244" Type="http://schemas.openxmlformats.org/officeDocument/2006/relationships/image" Target="../media/image24694.png"/><Relationship Id="rId18" Type="http://schemas.openxmlformats.org/officeDocument/2006/relationships/image" Target="../media/image24188.png"/><Relationship Id="rId39" Type="http://schemas.openxmlformats.org/officeDocument/2006/relationships/customXml" Target="../ink/ink782.xml"/><Relationship Id="rId265" Type="http://schemas.openxmlformats.org/officeDocument/2006/relationships/customXml" Target="../ink/ink895.xml"/><Relationship Id="rId50" Type="http://schemas.openxmlformats.org/officeDocument/2006/relationships/image" Target="../media/image24597.png"/><Relationship Id="rId104" Type="http://schemas.openxmlformats.org/officeDocument/2006/relationships/image" Target="../media/image24624.png"/><Relationship Id="rId125" Type="http://schemas.openxmlformats.org/officeDocument/2006/relationships/customXml" Target="../ink/ink825.xml"/><Relationship Id="rId146" Type="http://schemas.openxmlformats.org/officeDocument/2006/relationships/image" Target="../media/image24645.png"/><Relationship Id="rId167" Type="http://schemas.openxmlformats.org/officeDocument/2006/relationships/customXml" Target="../ink/ink846.xml"/><Relationship Id="rId188" Type="http://schemas.openxmlformats.org/officeDocument/2006/relationships/image" Target="../media/image24666.png"/><Relationship Id="rId71" Type="http://schemas.openxmlformats.org/officeDocument/2006/relationships/customXml" Target="../ink/ink798.xml"/><Relationship Id="rId92" Type="http://schemas.openxmlformats.org/officeDocument/2006/relationships/image" Target="../media/image24618.png"/><Relationship Id="rId213" Type="http://schemas.openxmlformats.org/officeDocument/2006/relationships/customXml" Target="../ink/ink869.xml"/><Relationship Id="rId234" Type="http://schemas.openxmlformats.org/officeDocument/2006/relationships/image" Target="../media/image24689.png"/><Relationship Id="rId2" Type="http://schemas.openxmlformats.org/officeDocument/2006/relationships/customXml" Target="../ink/ink763.xml"/><Relationship Id="rId29" Type="http://schemas.openxmlformats.org/officeDocument/2006/relationships/customXml" Target="../ink/ink777.xml"/><Relationship Id="rId255" Type="http://schemas.openxmlformats.org/officeDocument/2006/relationships/customXml" Target="../ink/ink890.xml"/><Relationship Id="rId276" Type="http://schemas.openxmlformats.org/officeDocument/2006/relationships/image" Target="../media/image24710.png"/><Relationship Id="rId40" Type="http://schemas.openxmlformats.org/officeDocument/2006/relationships/image" Target="../media/image24592.png"/><Relationship Id="rId115" Type="http://schemas.openxmlformats.org/officeDocument/2006/relationships/customXml" Target="../ink/ink820.xml"/><Relationship Id="rId136" Type="http://schemas.openxmlformats.org/officeDocument/2006/relationships/image" Target="../media/image24640.png"/><Relationship Id="rId157" Type="http://schemas.openxmlformats.org/officeDocument/2006/relationships/customXml" Target="../ink/ink841.xml"/><Relationship Id="rId178" Type="http://schemas.openxmlformats.org/officeDocument/2006/relationships/image" Target="../media/image24661.png"/><Relationship Id="rId61" Type="http://schemas.openxmlformats.org/officeDocument/2006/relationships/customXml" Target="../ink/ink793.xml"/><Relationship Id="rId82" Type="http://schemas.openxmlformats.org/officeDocument/2006/relationships/image" Target="../media/image24613.png"/><Relationship Id="rId199" Type="http://schemas.openxmlformats.org/officeDocument/2006/relationships/customXml" Target="../ink/ink862.xml"/><Relationship Id="rId203" Type="http://schemas.openxmlformats.org/officeDocument/2006/relationships/customXml" Target="../ink/ink864.xml"/><Relationship Id="rId19" Type="http://schemas.openxmlformats.org/officeDocument/2006/relationships/customXml" Target="../ink/ink772.xml"/><Relationship Id="rId224" Type="http://schemas.openxmlformats.org/officeDocument/2006/relationships/image" Target="../media/image24684.png"/><Relationship Id="rId245" Type="http://schemas.openxmlformats.org/officeDocument/2006/relationships/customXml" Target="../ink/ink885.xml"/><Relationship Id="rId266" Type="http://schemas.openxmlformats.org/officeDocument/2006/relationships/image" Target="../media/image24705.png"/><Relationship Id="rId30" Type="http://schemas.openxmlformats.org/officeDocument/2006/relationships/image" Target="../media/image24587.png"/><Relationship Id="rId105" Type="http://schemas.openxmlformats.org/officeDocument/2006/relationships/customXml" Target="../ink/ink815.xml"/><Relationship Id="rId126" Type="http://schemas.openxmlformats.org/officeDocument/2006/relationships/image" Target="../media/image24635.png"/><Relationship Id="rId147" Type="http://schemas.openxmlformats.org/officeDocument/2006/relationships/customXml" Target="../ink/ink836.xml"/><Relationship Id="rId168" Type="http://schemas.openxmlformats.org/officeDocument/2006/relationships/image" Target="../media/image24656.png"/><Relationship Id="rId51" Type="http://schemas.openxmlformats.org/officeDocument/2006/relationships/customXml" Target="../ink/ink788.xml"/><Relationship Id="rId72" Type="http://schemas.openxmlformats.org/officeDocument/2006/relationships/image" Target="../media/image24608.png"/><Relationship Id="rId93" Type="http://schemas.openxmlformats.org/officeDocument/2006/relationships/customXml" Target="../ink/ink809.xml"/><Relationship Id="rId189" Type="http://schemas.openxmlformats.org/officeDocument/2006/relationships/customXml" Target="../ink/ink857.xml"/><Relationship Id="rId3" Type="http://schemas.openxmlformats.org/officeDocument/2006/relationships/image" Target="../media/image23952.png"/><Relationship Id="rId214" Type="http://schemas.openxmlformats.org/officeDocument/2006/relationships/image" Target="../media/image24679.png"/><Relationship Id="rId235" Type="http://schemas.openxmlformats.org/officeDocument/2006/relationships/customXml" Target="../ink/ink880.xml"/><Relationship Id="rId256" Type="http://schemas.openxmlformats.org/officeDocument/2006/relationships/image" Target="../media/image24700.png"/><Relationship Id="rId277" Type="http://schemas.openxmlformats.org/officeDocument/2006/relationships/customXml" Target="../ink/ink901.xml"/><Relationship Id="rId116" Type="http://schemas.openxmlformats.org/officeDocument/2006/relationships/image" Target="../media/image24630.png"/><Relationship Id="rId137" Type="http://schemas.openxmlformats.org/officeDocument/2006/relationships/customXml" Target="../ink/ink831.xml"/><Relationship Id="rId158" Type="http://schemas.openxmlformats.org/officeDocument/2006/relationships/image" Target="../media/image24651.png"/><Relationship Id="rId20" Type="http://schemas.openxmlformats.org/officeDocument/2006/relationships/image" Target="../media/image24582.png"/><Relationship Id="rId41" Type="http://schemas.openxmlformats.org/officeDocument/2006/relationships/customXml" Target="../ink/ink783.xml"/><Relationship Id="rId62" Type="http://schemas.openxmlformats.org/officeDocument/2006/relationships/image" Target="../media/image24603.png"/><Relationship Id="rId83" Type="http://schemas.openxmlformats.org/officeDocument/2006/relationships/customXml" Target="../ink/ink804.xml"/><Relationship Id="rId179" Type="http://schemas.openxmlformats.org/officeDocument/2006/relationships/customXml" Target="../ink/ink852.xml"/><Relationship Id="rId190" Type="http://schemas.openxmlformats.org/officeDocument/2006/relationships/image" Target="../media/image24667.png"/><Relationship Id="rId204" Type="http://schemas.openxmlformats.org/officeDocument/2006/relationships/image" Target="../media/image24674.png"/><Relationship Id="rId225" Type="http://schemas.openxmlformats.org/officeDocument/2006/relationships/customXml" Target="../ink/ink875.xml"/><Relationship Id="rId246" Type="http://schemas.openxmlformats.org/officeDocument/2006/relationships/image" Target="../media/image24695.png"/><Relationship Id="rId267" Type="http://schemas.openxmlformats.org/officeDocument/2006/relationships/customXml" Target="../ink/ink896.xml"/><Relationship Id="rId106" Type="http://schemas.openxmlformats.org/officeDocument/2006/relationships/image" Target="../media/image24625.png"/><Relationship Id="rId127" Type="http://schemas.openxmlformats.org/officeDocument/2006/relationships/customXml" Target="../ink/ink826.xml"/><Relationship Id="rId10" Type="http://schemas.openxmlformats.org/officeDocument/2006/relationships/image" Target="../media/image24578.png"/><Relationship Id="rId31" Type="http://schemas.openxmlformats.org/officeDocument/2006/relationships/customXml" Target="../ink/ink778.xml"/><Relationship Id="rId52" Type="http://schemas.openxmlformats.org/officeDocument/2006/relationships/image" Target="../media/image24598.png"/><Relationship Id="rId73" Type="http://schemas.openxmlformats.org/officeDocument/2006/relationships/customXml" Target="../ink/ink799.xml"/><Relationship Id="rId94" Type="http://schemas.openxmlformats.org/officeDocument/2006/relationships/image" Target="../media/image24619.png"/><Relationship Id="rId148" Type="http://schemas.openxmlformats.org/officeDocument/2006/relationships/image" Target="../media/image24646.png"/><Relationship Id="rId169" Type="http://schemas.openxmlformats.org/officeDocument/2006/relationships/customXml" Target="../ink/ink847.xml"/><Relationship Id="rId4" Type="http://schemas.openxmlformats.org/officeDocument/2006/relationships/customXml" Target="../ink/ink764.xml"/><Relationship Id="rId180" Type="http://schemas.openxmlformats.org/officeDocument/2006/relationships/image" Target="../media/image24662.png"/><Relationship Id="rId215" Type="http://schemas.openxmlformats.org/officeDocument/2006/relationships/customXml" Target="../ink/ink870.xml"/><Relationship Id="rId236" Type="http://schemas.openxmlformats.org/officeDocument/2006/relationships/image" Target="../media/image24690.png"/><Relationship Id="rId257" Type="http://schemas.openxmlformats.org/officeDocument/2006/relationships/customXml" Target="../ink/ink891.xml"/><Relationship Id="rId278" Type="http://schemas.openxmlformats.org/officeDocument/2006/relationships/image" Target="../media/image24711.png"/><Relationship Id="rId42" Type="http://schemas.openxmlformats.org/officeDocument/2006/relationships/image" Target="../media/image24593.png"/><Relationship Id="rId84" Type="http://schemas.openxmlformats.org/officeDocument/2006/relationships/image" Target="../media/image24614.png"/><Relationship Id="rId138" Type="http://schemas.openxmlformats.org/officeDocument/2006/relationships/image" Target="../media/image24641.png"/><Relationship Id="rId191" Type="http://schemas.openxmlformats.org/officeDocument/2006/relationships/customXml" Target="../ink/ink858.xml"/><Relationship Id="rId205" Type="http://schemas.openxmlformats.org/officeDocument/2006/relationships/customXml" Target="../ink/ink865.xml"/><Relationship Id="rId247" Type="http://schemas.openxmlformats.org/officeDocument/2006/relationships/customXml" Target="../ink/ink886.xml"/><Relationship Id="rId107" Type="http://schemas.openxmlformats.org/officeDocument/2006/relationships/customXml" Target="../ink/ink816.xml"/><Relationship Id="rId11" Type="http://schemas.openxmlformats.org/officeDocument/2006/relationships/customXml" Target="../ink/ink768.xml"/><Relationship Id="rId53" Type="http://schemas.openxmlformats.org/officeDocument/2006/relationships/customXml" Target="../ink/ink789.xml"/><Relationship Id="rId149" Type="http://schemas.openxmlformats.org/officeDocument/2006/relationships/customXml" Target="../ink/ink837.xml"/><Relationship Id="rId95" Type="http://schemas.openxmlformats.org/officeDocument/2006/relationships/customXml" Target="../ink/ink810.xml"/><Relationship Id="rId160" Type="http://schemas.openxmlformats.org/officeDocument/2006/relationships/image" Target="../media/image24652.png"/><Relationship Id="rId216" Type="http://schemas.openxmlformats.org/officeDocument/2006/relationships/image" Target="../media/image24680.png"/><Relationship Id="rId258" Type="http://schemas.openxmlformats.org/officeDocument/2006/relationships/image" Target="../media/image24701.png"/></Relationships>
</file>

<file path=ppt/slides/_rels/slide6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963.xml"/><Relationship Id="rId21" Type="http://schemas.openxmlformats.org/officeDocument/2006/relationships/customXml" Target="../ink/ink915.xml"/><Relationship Id="rId324" Type="http://schemas.openxmlformats.org/officeDocument/2006/relationships/customXml" Target="../ink/ink1067.xml"/><Relationship Id="rId531" Type="http://schemas.openxmlformats.org/officeDocument/2006/relationships/customXml" Target="../ink/ink1172.xml"/><Relationship Id="rId170" Type="http://schemas.openxmlformats.org/officeDocument/2006/relationships/image" Target="../media/image24794.png"/><Relationship Id="rId268" Type="http://schemas.openxmlformats.org/officeDocument/2006/relationships/customXml" Target="../ink/ink1039.xml"/><Relationship Id="rId475" Type="http://schemas.openxmlformats.org/officeDocument/2006/relationships/customXml" Target="../ink/ink1144.xml"/><Relationship Id="rId32" Type="http://schemas.openxmlformats.org/officeDocument/2006/relationships/image" Target="../media/image24726.png"/><Relationship Id="rId128" Type="http://schemas.openxmlformats.org/officeDocument/2006/relationships/image" Target="../media/image24773.png"/><Relationship Id="rId335" Type="http://schemas.openxmlformats.org/officeDocument/2006/relationships/image" Target="../media/image24876.png"/><Relationship Id="rId181" Type="http://schemas.openxmlformats.org/officeDocument/2006/relationships/customXml" Target="../ink/ink995.xml"/><Relationship Id="rId402" Type="http://schemas.openxmlformats.org/officeDocument/2006/relationships/customXml" Target="../ink/ink1107.xml"/><Relationship Id="rId279" Type="http://schemas.openxmlformats.org/officeDocument/2006/relationships/image" Target="../media/image24848.png"/><Relationship Id="rId444" Type="http://schemas.openxmlformats.org/officeDocument/2006/relationships/image" Target="../media/image24928.png"/><Relationship Id="rId486" Type="http://schemas.openxmlformats.org/officeDocument/2006/relationships/image" Target="../media/image24949.png"/><Relationship Id="rId43" Type="http://schemas.openxmlformats.org/officeDocument/2006/relationships/customXml" Target="../ink/ink926.xml"/><Relationship Id="rId139" Type="http://schemas.openxmlformats.org/officeDocument/2006/relationships/customXml" Target="../ink/ink974.xml"/><Relationship Id="rId290" Type="http://schemas.openxmlformats.org/officeDocument/2006/relationships/customXml" Target="../ink/ink1050.xml"/><Relationship Id="rId304" Type="http://schemas.openxmlformats.org/officeDocument/2006/relationships/customXml" Target="../ink/ink1057.xml"/><Relationship Id="rId346" Type="http://schemas.openxmlformats.org/officeDocument/2006/relationships/customXml" Target="../ink/ink1078.xml"/><Relationship Id="rId388" Type="http://schemas.openxmlformats.org/officeDocument/2006/relationships/customXml" Target="../ink/ink1100.xml"/><Relationship Id="rId511" Type="http://schemas.openxmlformats.org/officeDocument/2006/relationships/customXml" Target="../ink/ink1162.xml"/><Relationship Id="rId85" Type="http://schemas.openxmlformats.org/officeDocument/2006/relationships/customXml" Target="../ink/ink947.xml"/><Relationship Id="rId150" Type="http://schemas.openxmlformats.org/officeDocument/2006/relationships/image" Target="../media/image24784.png"/><Relationship Id="rId192" Type="http://schemas.openxmlformats.org/officeDocument/2006/relationships/image" Target="../media/image24805.png"/><Relationship Id="rId206" Type="http://schemas.openxmlformats.org/officeDocument/2006/relationships/customXml" Target="../ink/ink1008.xml"/><Relationship Id="rId413" Type="http://schemas.openxmlformats.org/officeDocument/2006/relationships/image" Target="../media/image24913.png"/><Relationship Id="rId248" Type="http://schemas.openxmlformats.org/officeDocument/2006/relationships/customXml" Target="../ink/ink1029.xml"/><Relationship Id="rId455" Type="http://schemas.openxmlformats.org/officeDocument/2006/relationships/customXml" Target="../ink/ink1134.xml"/><Relationship Id="rId497" Type="http://schemas.openxmlformats.org/officeDocument/2006/relationships/customXml" Target="../ink/ink1155.xml"/><Relationship Id="rId12" Type="http://schemas.openxmlformats.org/officeDocument/2006/relationships/image" Target="../media/image24716.png"/><Relationship Id="rId108" Type="http://schemas.openxmlformats.org/officeDocument/2006/relationships/image" Target="../media/image24763.png"/><Relationship Id="rId315" Type="http://schemas.openxmlformats.org/officeDocument/2006/relationships/image" Target="../media/image24866.png"/><Relationship Id="rId357" Type="http://schemas.openxmlformats.org/officeDocument/2006/relationships/customXml" Target="../ink/ink1084.xml"/><Relationship Id="rId522" Type="http://schemas.openxmlformats.org/officeDocument/2006/relationships/image" Target="../media/image24967.png"/><Relationship Id="rId54" Type="http://schemas.openxmlformats.org/officeDocument/2006/relationships/image" Target="../media/image24737.png"/><Relationship Id="rId96" Type="http://schemas.openxmlformats.org/officeDocument/2006/relationships/image" Target="../media/image24757.png"/><Relationship Id="rId161" Type="http://schemas.openxmlformats.org/officeDocument/2006/relationships/customXml" Target="../ink/ink985.xml"/><Relationship Id="rId217" Type="http://schemas.openxmlformats.org/officeDocument/2006/relationships/image" Target="../media/image24817.png"/><Relationship Id="rId399" Type="http://schemas.openxmlformats.org/officeDocument/2006/relationships/image" Target="../media/image24906.png"/><Relationship Id="rId259" Type="http://schemas.openxmlformats.org/officeDocument/2006/relationships/image" Target="../media/image24838.png"/><Relationship Id="rId424" Type="http://schemas.openxmlformats.org/officeDocument/2006/relationships/customXml" Target="../ink/ink1118.xml"/><Relationship Id="rId466" Type="http://schemas.openxmlformats.org/officeDocument/2006/relationships/image" Target="../media/image24939.png"/><Relationship Id="rId23" Type="http://schemas.openxmlformats.org/officeDocument/2006/relationships/customXml" Target="../ink/ink916.xml"/><Relationship Id="rId119" Type="http://schemas.openxmlformats.org/officeDocument/2006/relationships/customXml" Target="../ink/ink964.xml"/><Relationship Id="rId270" Type="http://schemas.openxmlformats.org/officeDocument/2006/relationships/customXml" Target="../ink/ink1040.xml"/><Relationship Id="rId326" Type="http://schemas.openxmlformats.org/officeDocument/2006/relationships/customXml" Target="../ink/ink1068.xml"/><Relationship Id="rId533" Type="http://schemas.openxmlformats.org/officeDocument/2006/relationships/customXml" Target="../ink/ink1173.xml"/><Relationship Id="rId65" Type="http://schemas.openxmlformats.org/officeDocument/2006/relationships/customXml" Target="../ink/ink937.xml"/><Relationship Id="rId130" Type="http://schemas.openxmlformats.org/officeDocument/2006/relationships/image" Target="../media/image24774.png"/><Relationship Id="rId368" Type="http://schemas.openxmlformats.org/officeDocument/2006/relationships/customXml" Target="../ink/ink1090.xml"/><Relationship Id="rId172" Type="http://schemas.openxmlformats.org/officeDocument/2006/relationships/image" Target="../media/image24795.png"/><Relationship Id="rId228" Type="http://schemas.openxmlformats.org/officeDocument/2006/relationships/customXml" Target="../ink/ink1019.xml"/><Relationship Id="rId435" Type="http://schemas.openxmlformats.org/officeDocument/2006/relationships/image" Target="../media/image24924.png"/><Relationship Id="rId477" Type="http://schemas.openxmlformats.org/officeDocument/2006/relationships/customXml" Target="../ink/ink1145.xml"/><Relationship Id="rId281" Type="http://schemas.openxmlformats.org/officeDocument/2006/relationships/image" Target="../media/image24849.png"/><Relationship Id="rId337" Type="http://schemas.openxmlformats.org/officeDocument/2006/relationships/image" Target="../media/image24539.png"/><Relationship Id="rId502" Type="http://schemas.openxmlformats.org/officeDocument/2006/relationships/image" Target="../media/image24957.png"/><Relationship Id="rId34" Type="http://schemas.openxmlformats.org/officeDocument/2006/relationships/image" Target="../media/image24727.png"/><Relationship Id="rId76" Type="http://schemas.openxmlformats.org/officeDocument/2006/relationships/image" Target="../media/image24747.png"/><Relationship Id="rId141" Type="http://schemas.openxmlformats.org/officeDocument/2006/relationships/customXml" Target="../ink/ink975.xml"/><Relationship Id="rId379" Type="http://schemas.openxmlformats.org/officeDocument/2006/relationships/image" Target="../media/image24896.png"/><Relationship Id="rId7" Type="http://schemas.openxmlformats.org/officeDocument/2006/relationships/image" Target="../media/image24442.png"/><Relationship Id="rId183" Type="http://schemas.openxmlformats.org/officeDocument/2006/relationships/customXml" Target="../ink/ink996.xml"/><Relationship Id="rId239" Type="http://schemas.openxmlformats.org/officeDocument/2006/relationships/image" Target="../media/image24828.png"/><Relationship Id="rId390" Type="http://schemas.openxmlformats.org/officeDocument/2006/relationships/customXml" Target="../ink/ink1101.xml"/><Relationship Id="rId404" Type="http://schemas.openxmlformats.org/officeDocument/2006/relationships/customXml" Target="../ink/ink1108.xml"/><Relationship Id="rId446" Type="http://schemas.openxmlformats.org/officeDocument/2006/relationships/image" Target="../media/image24929.png"/><Relationship Id="rId250" Type="http://schemas.openxmlformats.org/officeDocument/2006/relationships/customXml" Target="../ink/ink1030.xml"/><Relationship Id="rId292" Type="http://schemas.openxmlformats.org/officeDocument/2006/relationships/customXml" Target="../ink/ink1051.xml"/><Relationship Id="rId306" Type="http://schemas.openxmlformats.org/officeDocument/2006/relationships/customXml" Target="../ink/ink1058.xml"/><Relationship Id="rId488" Type="http://schemas.openxmlformats.org/officeDocument/2006/relationships/image" Target="../media/image24950.png"/><Relationship Id="rId45" Type="http://schemas.openxmlformats.org/officeDocument/2006/relationships/customXml" Target="../ink/ink927.xml"/><Relationship Id="rId87" Type="http://schemas.openxmlformats.org/officeDocument/2006/relationships/customXml" Target="../ink/ink948.xml"/><Relationship Id="rId110" Type="http://schemas.openxmlformats.org/officeDocument/2006/relationships/image" Target="../media/image24764.png"/><Relationship Id="rId348" Type="http://schemas.openxmlformats.org/officeDocument/2006/relationships/customXml" Target="../ink/ink1079.xml"/><Relationship Id="rId513" Type="http://schemas.openxmlformats.org/officeDocument/2006/relationships/customXml" Target="../ink/ink1163.xml"/><Relationship Id="rId152" Type="http://schemas.openxmlformats.org/officeDocument/2006/relationships/image" Target="../media/image24785.png"/><Relationship Id="rId194" Type="http://schemas.openxmlformats.org/officeDocument/2006/relationships/customXml" Target="../ink/ink1002.xml"/><Relationship Id="rId208" Type="http://schemas.openxmlformats.org/officeDocument/2006/relationships/customXml" Target="../ink/ink1009.xml"/><Relationship Id="rId415" Type="http://schemas.openxmlformats.org/officeDocument/2006/relationships/image" Target="../media/image24914.png"/><Relationship Id="rId457" Type="http://schemas.openxmlformats.org/officeDocument/2006/relationships/customXml" Target="../ink/ink1135.xml"/><Relationship Id="rId261" Type="http://schemas.openxmlformats.org/officeDocument/2006/relationships/image" Target="../media/image24839.png"/><Relationship Id="rId499" Type="http://schemas.openxmlformats.org/officeDocument/2006/relationships/customXml" Target="../ink/ink1156.xml"/><Relationship Id="rId14" Type="http://schemas.openxmlformats.org/officeDocument/2006/relationships/image" Target="../media/image24717.png"/><Relationship Id="rId56" Type="http://schemas.openxmlformats.org/officeDocument/2006/relationships/image" Target="../media/image24738.png"/><Relationship Id="rId317" Type="http://schemas.openxmlformats.org/officeDocument/2006/relationships/image" Target="../media/image24867.png"/><Relationship Id="rId359" Type="http://schemas.openxmlformats.org/officeDocument/2006/relationships/image" Target="../media/image24886.png"/><Relationship Id="rId524" Type="http://schemas.openxmlformats.org/officeDocument/2006/relationships/image" Target="../media/image24968.png"/><Relationship Id="rId98" Type="http://schemas.openxmlformats.org/officeDocument/2006/relationships/image" Target="../media/image24758.png"/><Relationship Id="rId121" Type="http://schemas.openxmlformats.org/officeDocument/2006/relationships/customXml" Target="../ink/ink965.xml"/><Relationship Id="rId163" Type="http://schemas.openxmlformats.org/officeDocument/2006/relationships/customXml" Target="../ink/ink986.xml"/><Relationship Id="rId219" Type="http://schemas.openxmlformats.org/officeDocument/2006/relationships/image" Target="../media/image24818.png"/><Relationship Id="rId370" Type="http://schemas.openxmlformats.org/officeDocument/2006/relationships/customXml" Target="../ink/ink1091.xml"/><Relationship Id="rId426" Type="http://schemas.openxmlformats.org/officeDocument/2006/relationships/customXml" Target="../ink/ink1119.xml"/><Relationship Id="rId230" Type="http://schemas.openxmlformats.org/officeDocument/2006/relationships/customXml" Target="../ink/ink1020.xml"/><Relationship Id="rId468" Type="http://schemas.openxmlformats.org/officeDocument/2006/relationships/image" Target="../media/image24940.png"/><Relationship Id="rId25" Type="http://schemas.openxmlformats.org/officeDocument/2006/relationships/customXml" Target="../ink/ink917.xml"/><Relationship Id="rId67" Type="http://schemas.openxmlformats.org/officeDocument/2006/relationships/customXml" Target="../ink/ink938.xml"/><Relationship Id="rId272" Type="http://schemas.openxmlformats.org/officeDocument/2006/relationships/customXml" Target="../ink/ink1041.xml"/><Relationship Id="rId328" Type="http://schemas.openxmlformats.org/officeDocument/2006/relationships/customXml" Target="../ink/ink1069.xml"/><Relationship Id="rId132" Type="http://schemas.openxmlformats.org/officeDocument/2006/relationships/image" Target="../media/image24775.png"/><Relationship Id="rId174" Type="http://schemas.openxmlformats.org/officeDocument/2006/relationships/image" Target="../media/image24796.png"/><Relationship Id="rId381" Type="http://schemas.openxmlformats.org/officeDocument/2006/relationships/image" Target="../media/image24897.png"/><Relationship Id="rId241" Type="http://schemas.openxmlformats.org/officeDocument/2006/relationships/image" Target="../media/image24829.png"/><Relationship Id="rId437" Type="http://schemas.openxmlformats.org/officeDocument/2006/relationships/image" Target="../media/image24925.png"/><Relationship Id="rId479" Type="http://schemas.openxmlformats.org/officeDocument/2006/relationships/customXml" Target="../ink/ink1146.xml"/><Relationship Id="rId36" Type="http://schemas.openxmlformats.org/officeDocument/2006/relationships/image" Target="../media/image24728.png"/><Relationship Id="rId283" Type="http://schemas.openxmlformats.org/officeDocument/2006/relationships/image" Target="../media/image24850.png"/><Relationship Id="rId339" Type="http://schemas.openxmlformats.org/officeDocument/2006/relationships/image" Target="../media/image24877.png"/><Relationship Id="rId490" Type="http://schemas.openxmlformats.org/officeDocument/2006/relationships/image" Target="../media/image24951.png"/><Relationship Id="rId504" Type="http://schemas.openxmlformats.org/officeDocument/2006/relationships/image" Target="../media/image24958.png"/><Relationship Id="rId78" Type="http://schemas.openxmlformats.org/officeDocument/2006/relationships/image" Target="../media/image24748.png"/><Relationship Id="rId101" Type="http://schemas.openxmlformats.org/officeDocument/2006/relationships/customXml" Target="../ink/ink955.xml"/><Relationship Id="rId143" Type="http://schemas.openxmlformats.org/officeDocument/2006/relationships/customXml" Target="../ink/ink976.xml"/><Relationship Id="rId185" Type="http://schemas.openxmlformats.org/officeDocument/2006/relationships/customXml" Target="../ink/ink997.xml"/><Relationship Id="rId350" Type="http://schemas.openxmlformats.org/officeDocument/2006/relationships/customXml" Target="../ink/ink1080.xml"/><Relationship Id="rId406" Type="http://schemas.openxmlformats.org/officeDocument/2006/relationships/customXml" Target="../ink/ink1109.xml"/><Relationship Id="rId9" Type="http://schemas.openxmlformats.org/officeDocument/2006/relationships/customXml" Target="../ink/ink909.xml"/><Relationship Id="rId210" Type="http://schemas.openxmlformats.org/officeDocument/2006/relationships/customXml" Target="../ink/ink1010.xml"/><Relationship Id="rId392" Type="http://schemas.openxmlformats.org/officeDocument/2006/relationships/customXml" Target="../ink/ink1102.xml"/><Relationship Id="rId448" Type="http://schemas.openxmlformats.org/officeDocument/2006/relationships/image" Target="../media/image24930.png"/><Relationship Id="rId252" Type="http://schemas.openxmlformats.org/officeDocument/2006/relationships/customXml" Target="../ink/ink1031.xml"/><Relationship Id="rId294" Type="http://schemas.openxmlformats.org/officeDocument/2006/relationships/customXml" Target="../ink/ink1052.xml"/><Relationship Id="rId308" Type="http://schemas.openxmlformats.org/officeDocument/2006/relationships/customXml" Target="../ink/ink1059.xml"/><Relationship Id="rId515" Type="http://schemas.openxmlformats.org/officeDocument/2006/relationships/customXml" Target="../ink/ink1164.xml"/><Relationship Id="rId47" Type="http://schemas.openxmlformats.org/officeDocument/2006/relationships/customXml" Target="../ink/ink928.xml"/><Relationship Id="rId89" Type="http://schemas.openxmlformats.org/officeDocument/2006/relationships/customXml" Target="../ink/ink949.xml"/><Relationship Id="rId112" Type="http://schemas.openxmlformats.org/officeDocument/2006/relationships/image" Target="../media/image24765.png"/><Relationship Id="rId154" Type="http://schemas.openxmlformats.org/officeDocument/2006/relationships/image" Target="../media/image24786.png"/><Relationship Id="rId361" Type="http://schemas.openxmlformats.org/officeDocument/2006/relationships/image" Target="../media/image24887.png"/><Relationship Id="rId196" Type="http://schemas.openxmlformats.org/officeDocument/2006/relationships/customXml" Target="../ink/ink1003.xml"/><Relationship Id="rId417" Type="http://schemas.openxmlformats.org/officeDocument/2006/relationships/image" Target="../media/image24915.png"/><Relationship Id="rId459" Type="http://schemas.openxmlformats.org/officeDocument/2006/relationships/customXml" Target="../ink/ink1136.xml"/><Relationship Id="rId16" Type="http://schemas.openxmlformats.org/officeDocument/2006/relationships/image" Target="../media/image24718.png"/><Relationship Id="rId221" Type="http://schemas.openxmlformats.org/officeDocument/2006/relationships/image" Target="../media/image24819.png"/><Relationship Id="rId263" Type="http://schemas.openxmlformats.org/officeDocument/2006/relationships/image" Target="../media/image24840.png"/><Relationship Id="rId319" Type="http://schemas.openxmlformats.org/officeDocument/2006/relationships/image" Target="../media/image24868.png"/><Relationship Id="rId470" Type="http://schemas.openxmlformats.org/officeDocument/2006/relationships/image" Target="../media/image24941.png"/><Relationship Id="rId526" Type="http://schemas.openxmlformats.org/officeDocument/2006/relationships/image" Target="../media/image24969.png"/><Relationship Id="rId58" Type="http://schemas.openxmlformats.org/officeDocument/2006/relationships/image" Target="../media/image24739.png"/><Relationship Id="rId123" Type="http://schemas.openxmlformats.org/officeDocument/2006/relationships/customXml" Target="../ink/ink966.xml"/><Relationship Id="rId330" Type="http://schemas.openxmlformats.org/officeDocument/2006/relationships/customXml" Target="../ink/ink1070.xml"/><Relationship Id="rId165" Type="http://schemas.openxmlformats.org/officeDocument/2006/relationships/customXml" Target="../ink/ink987.xml"/><Relationship Id="rId372" Type="http://schemas.openxmlformats.org/officeDocument/2006/relationships/customXml" Target="../ink/ink1092.xml"/><Relationship Id="rId428" Type="http://schemas.openxmlformats.org/officeDocument/2006/relationships/customXml" Target="../ink/ink1120.xml"/><Relationship Id="rId232" Type="http://schemas.openxmlformats.org/officeDocument/2006/relationships/customXml" Target="../ink/ink1021.xml"/><Relationship Id="rId274" Type="http://schemas.openxmlformats.org/officeDocument/2006/relationships/customXml" Target="../ink/ink1042.xml"/><Relationship Id="rId481" Type="http://schemas.openxmlformats.org/officeDocument/2006/relationships/customXml" Target="../ink/ink1147.xml"/><Relationship Id="rId27" Type="http://schemas.openxmlformats.org/officeDocument/2006/relationships/customXml" Target="../ink/ink918.xml"/><Relationship Id="rId69" Type="http://schemas.openxmlformats.org/officeDocument/2006/relationships/customXml" Target="../ink/ink939.xml"/><Relationship Id="rId134" Type="http://schemas.openxmlformats.org/officeDocument/2006/relationships/image" Target="../media/image24776.png"/><Relationship Id="rId80" Type="http://schemas.openxmlformats.org/officeDocument/2006/relationships/image" Target="../media/image24749.png"/><Relationship Id="rId176" Type="http://schemas.openxmlformats.org/officeDocument/2006/relationships/image" Target="../media/image24797.png"/><Relationship Id="rId341" Type="http://schemas.openxmlformats.org/officeDocument/2006/relationships/image" Target="../media/image24878.png"/><Relationship Id="rId383" Type="http://schemas.openxmlformats.org/officeDocument/2006/relationships/image" Target="../media/image24898.png"/><Relationship Id="rId439" Type="http://schemas.openxmlformats.org/officeDocument/2006/relationships/image" Target="../media/image24926.png"/><Relationship Id="rId201" Type="http://schemas.openxmlformats.org/officeDocument/2006/relationships/image" Target="../media/image24809.png"/><Relationship Id="rId243" Type="http://schemas.openxmlformats.org/officeDocument/2006/relationships/image" Target="../media/image24830.png"/><Relationship Id="rId285" Type="http://schemas.openxmlformats.org/officeDocument/2006/relationships/image" Target="../media/image24851.png"/><Relationship Id="rId450" Type="http://schemas.openxmlformats.org/officeDocument/2006/relationships/image" Target="../media/image24931.png"/><Relationship Id="rId506" Type="http://schemas.openxmlformats.org/officeDocument/2006/relationships/image" Target="../media/image24959.png"/><Relationship Id="rId38" Type="http://schemas.openxmlformats.org/officeDocument/2006/relationships/image" Target="../media/image24729.png"/><Relationship Id="rId103" Type="http://schemas.openxmlformats.org/officeDocument/2006/relationships/customXml" Target="../ink/ink956.xml"/><Relationship Id="rId310" Type="http://schemas.openxmlformats.org/officeDocument/2006/relationships/customXml" Target="../ink/ink1060.xml"/><Relationship Id="rId492" Type="http://schemas.openxmlformats.org/officeDocument/2006/relationships/image" Target="../media/image24952.png"/><Relationship Id="rId91" Type="http://schemas.openxmlformats.org/officeDocument/2006/relationships/customXml" Target="../ink/ink950.xml"/><Relationship Id="rId145" Type="http://schemas.openxmlformats.org/officeDocument/2006/relationships/customXml" Target="../ink/ink977.xml"/><Relationship Id="rId187" Type="http://schemas.openxmlformats.org/officeDocument/2006/relationships/customXml" Target="../ink/ink998.xml"/><Relationship Id="rId352" Type="http://schemas.openxmlformats.org/officeDocument/2006/relationships/customXml" Target="../ink/ink1081.xml"/><Relationship Id="rId394" Type="http://schemas.openxmlformats.org/officeDocument/2006/relationships/customXml" Target="../ink/ink1103.xml"/><Relationship Id="rId408" Type="http://schemas.openxmlformats.org/officeDocument/2006/relationships/customXml" Target="../ink/ink1110.xml"/><Relationship Id="rId212" Type="http://schemas.openxmlformats.org/officeDocument/2006/relationships/customXml" Target="../ink/ink1011.xml"/><Relationship Id="rId254" Type="http://schemas.openxmlformats.org/officeDocument/2006/relationships/customXml" Target="../ink/ink1032.xml"/><Relationship Id="rId49" Type="http://schemas.openxmlformats.org/officeDocument/2006/relationships/customXml" Target="../ink/ink929.xml"/><Relationship Id="rId114" Type="http://schemas.openxmlformats.org/officeDocument/2006/relationships/image" Target="../media/image24766.png"/><Relationship Id="rId296" Type="http://schemas.openxmlformats.org/officeDocument/2006/relationships/customXml" Target="../ink/ink1053.xml"/><Relationship Id="rId461" Type="http://schemas.openxmlformats.org/officeDocument/2006/relationships/customXml" Target="../ink/ink1137.xml"/><Relationship Id="rId517" Type="http://schemas.openxmlformats.org/officeDocument/2006/relationships/customXml" Target="../ink/ink1165.xml"/><Relationship Id="rId60" Type="http://schemas.openxmlformats.org/officeDocument/2006/relationships/image" Target="../media/image24740.png"/><Relationship Id="rId156" Type="http://schemas.openxmlformats.org/officeDocument/2006/relationships/image" Target="../media/image24787.png"/><Relationship Id="rId198" Type="http://schemas.openxmlformats.org/officeDocument/2006/relationships/customXml" Target="../ink/ink1004.xml"/><Relationship Id="rId321" Type="http://schemas.openxmlformats.org/officeDocument/2006/relationships/image" Target="../media/image24869.png"/><Relationship Id="rId363" Type="http://schemas.openxmlformats.org/officeDocument/2006/relationships/image" Target="../media/image24888.png"/><Relationship Id="rId419" Type="http://schemas.openxmlformats.org/officeDocument/2006/relationships/image" Target="../media/image24916.png"/><Relationship Id="rId223" Type="http://schemas.openxmlformats.org/officeDocument/2006/relationships/image" Target="../media/image24820.png"/><Relationship Id="rId430" Type="http://schemas.openxmlformats.org/officeDocument/2006/relationships/customXml" Target="../ink/ink1121.xml"/><Relationship Id="rId18" Type="http://schemas.openxmlformats.org/officeDocument/2006/relationships/image" Target="../media/image24719.png"/><Relationship Id="rId265" Type="http://schemas.openxmlformats.org/officeDocument/2006/relationships/image" Target="../media/image24841.png"/><Relationship Id="rId472" Type="http://schemas.openxmlformats.org/officeDocument/2006/relationships/image" Target="../media/image24942.png"/><Relationship Id="rId528" Type="http://schemas.openxmlformats.org/officeDocument/2006/relationships/image" Target="../media/image24970.png"/><Relationship Id="rId125" Type="http://schemas.openxmlformats.org/officeDocument/2006/relationships/customXml" Target="../ink/ink967.xml"/><Relationship Id="rId167" Type="http://schemas.openxmlformats.org/officeDocument/2006/relationships/customXml" Target="../ink/ink988.xml"/><Relationship Id="rId332" Type="http://schemas.openxmlformats.org/officeDocument/2006/relationships/customXml" Target="../ink/ink1071.xml"/><Relationship Id="rId374" Type="http://schemas.openxmlformats.org/officeDocument/2006/relationships/customXml" Target="../ink/ink1093.xml"/><Relationship Id="rId71" Type="http://schemas.openxmlformats.org/officeDocument/2006/relationships/customXml" Target="../ink/ink940.xml"/><Relationship Id="rId234" Type="http://schemas.openxmlformats.org/officeDocument/2006/relationships/customXml" Target="../ink/ink1022.xml"/><Relationship Id="rId2" Type="http://schemas.openxmlformats.org/officeDocument/2006/relationships/customXml" Target="../ink/ink905.xml"/><Relationship Id="rId29" Type="http://schemas.openxmlformats.org/officeDocument/2006/relationships/customXml" Target="../ink/ink919.xml"/><Relationship Id="rId276" Type="http://schemas.openxmlformats.org/officeDocument/2006/relationships/customXml" Target="../ink/ink1043.xml"/><Relationship Id="rId441" Type="http://schemas.openxmlformats.org/officeDocument/2006/relationships/image" Target="../media/image24927.png"/><Relationship Id="rId483" Type="http://schemas.openxmlformats.org/officeDocument/2006/relationships/customXml" Target="../ink/ink1148.xml"/><Relationship Id="rId40" Type="http://schemas.openxmlformats.org/officeDocument/2006/relationships/image" Target="../media/image24730.png"/><Relationship Id="rId136" Type="http://schemas.openxmlformats.org/officeDocument/2006/relationships/image" Target="../media/image24777.png"/><Relationship Id="rId178" Type="http://schemas.openxmlformats.org/officeDocument/2006/relationships/image" Target="../media/image24798.png"/><Relationship Id="rId301" Type="http://schemas.openxmlformats.org/officeDocument/2006/relationships/image" Target="../media/image24859.png"/><Relationship Id="rId343" Type="http://schemas.openxmlformats.org/officeDocument/2006/relationships/image" Target="../media/image24879.png"/><Relationship Id="rId82" Type="http://schemas.openxmlformats.org/officeDocument/2006/relationships/image" Target="../media/image24750.png"/><Relationship Id="rId203" Type="http://schemas.openxmlformats.org/officeDocument/2006/relationships/image" Target="../media/image24810.png"/><Relationship Id="rId385" Type="http://schemas.openxmlformats.org/officeDocument/2006/relationships/image" Target="../media/image24899.png"/><Relationship Id="rId245" Type="http://schemas.openxmlformats.org/officeDocument/2006/relationships/image" Target="../media/image24831.png"/><Relationship Id="rId287" Type="http://schemas.openxmlformats.org/officeDocument/2006/relationships/image" Target="../media/image24852.png"/><Relationship Id="rId410" Type="http://schemas.openxmlformats.org/officeDocument/2006/relationships/customXml" Target="../ink/ink1111.xml"/><Relationship Id="rId452" Type="http://schemas.openxmlformats.org/officeDocument/2006/relationships/image" Target="../media/image24932.png"/><Relationship Id="rId494" Type="http://schemas.openxmlformats.org/officeDocument/2006/relationships/image" Target="../media/image24953.png"/><Relationship Id="rId508" Type="http://schemas.openxmlformats.org/officeDocument/2006/relationships/image" Target="../media/image24960.png"/><Relationship Id="rId105" Type="http://schemas.openxmlformats.org/officeDocument/2006/relationships/customXml" Target="../ink/ink957.xml"/><Relationship Id="rId147" Type="http://schemas.openxmlformats.org/officeDocument/2006/relationships/customXml" Target="../ink/ink978.xml"/><Relationship Id="rId312" Type="http://schemas.openxmlformats.org/officeDocument/2006/relationships/customXml" Target="../ink/ink1061.xml"/><Relationship Id="rId354" Type="http://schemas.openxmlformats.org/officeDocument/2006/relationships/customXml" Target="../ink/ink1082.xml"/><Relationship Id="rId51" Type="http://schemas.openxmlformats.org/officeDocument/2006/relationships/customXml" Target="../ink/ink930.xml"/><Relationship Id="rId93" Type="http://schemas.openxmlformats.org/officeDocument/2006/relationships/customXml" Target="../ink/ink951.xml"/><Relationship Id="rId189" Type="http://schemas.openxmlformats.org/officeDocument/2006/relationships/customXml" Target="../ink/ink999.xml"/><Relationship Id="rId396" Type="http://schemas.openxmlformats.org/officeDocument/2006/relationships/customXml" Target="../ink/ink1104.xml"/><Relationship Id="rId214" Type="http://schemas.openxmlformats.org/officeDocument/2006/relationships/customXml" Target="../ink/ink1012.xml"/><Relationship Id="rId256" Type="http://schemas.openxmlformats.org/officeDocument/2006/relationships/customXml" Target="../ink/ink1033.xml"/><Relationship Id="rId298" Type="http://schemas.openxmlformats.org/officeDocument/2006/relationships/customXml" Target="../ink/ink1054.xml"/><Relationship Id="rId421" Type="http://schemas.openxmlformats.org/officeDocument/2006/relationships/image" Target="../media/image24917.png"/><Relationship Id="rId463" Type="http://schemas.openxmlformats.org/officeDocument/2006/relationships/customXml" Target="../ink/ink1138.xml"/><Relationship Id="rId519" Type="http://schemas.openxmlformats.org/officeDocument/2006/relationships/customXml" Target="../ink/ink1166.xml"/><Relationship Id="rId116" Type="http://schemas.openxmlformats.org/officeDocument/2006/relationships/image" Target="../media/image24767.png"/><Relationship Id="rId158" Type="http://schemas.openxmlformats.org/officeDocument/2006/relationships/image" Target="../media/image24788.png"/><Relationship Id="rId323" Type="http://schemas.openxmlformats.org/officeDocument/2006/relationships/image" Target="../media/image24870.png"/><Relationship Id="rId530" Type="http://schemas.openxmlformats.org/officeDocument/2006/relationships/image" Target="../media/image24971.png"/><Relationship Id="rId20" Type="http://schemas.openxmlformats.org/officeDocument/2006/relationships/image" Target="../media/image24720.png"/><Relationship Id="rId62" Type="http://schemas.openxmlformats.org/officeDocument/2006/relationships/image" Target="../media/image24741.png"/><Relationship Id="rId365" Type="http://schemas.openxmlformats.org/officeDocument/2006/relationships/image" Target="../media/image24889.png"/><Relationship Id="rId225" Type="http://schemas.openxmlformats.org/officeDocument/2006/relationships/image" Target="../media/image24821.png"/><Relationship Id="rId267" Type="http://schemas.openxmlformats.org/officeDocument/2006/relationships/image" Target="../media/image24842.png"/><Relationship Id="rId432" Type="http://schemas.openxmlformats.org/officeDocument/2006/relationships/customXml" Target="../ink/ink1122.xml"/><Relationship Id="rId474" Type="http://schemas.openxmlformats.org/officeDocument/2006/relationships/image" Target="../media/image24943.png"/><Relationship Id="rId127" Type="http://schemas.openxmlformats.org/officeDocument/2006/relationships/customXml" Target="../ink/ink968.xml"/><Relationship Id="rId31" Type="http://schemas.openxmlformats.org/officeDocument/2006/relationships/customXml" Target="../ink/ink920.xml"/><Relationship Id="rId73" Type="http://schemas.openxmlformats.org/officeDocument/2006/relationships/customXml" Target="../ink/ink941.xml"/><Relationship Id="rId169" Type="http://schemas.openxmlformats.org/officeDocument/2006/relationships/customXml" Target="../ink/ink989.xml"/><Relationship Id="rId334" Type="http://schemas.openxmlformats.org/officeDocument/2006/relationships/customXml" Target="../ink/ink1072.xml"/><Relationship Id="rId376" Type="http://schemas.openxmlformats.org/officeDocument/2006/relationships/customXml" Target="../ink/ink1094.xml"/><Relationship Id="rId4" Type="http://schemas.openxmlformats.org/officeDocument/2006/relationships/customXml" Target="../ink/ink906.xml"/><Relationship Id="rId180" Type="http://schemas.openxmlformats.org/officeDocument/2006/relationships/image" Target="../media/image24799.png"/><Relationship Id="rId236" Type="http://schemas.openxmlformats.org/officeDocument/2006/relationships/customXml" Target="../ink/ink1023.xml"/><Relationship Id="rId278" Type="http://schemas.openxmlformats.org/officeDocument/2006/relationships/customXml" Target="../ink/ink1044.xml"/><Relationship Id="rId401" Type="http://schemas.openxmlformats.org/officeDocument/2006/relationships/image" Target="../media/image24907.png"/><Relationship Id="rId443" Type="http://schemas.openxmlformats.org/officeDocument/2006/relationships/customXml" Target="../ink/ink1128.xml"/><Relationship Id="rId303" Type="http://schemas.openxmlformats.org/officeDocument/2006/relationships/image" Target="../media/image24860.png"/><Relationship Id="rId485" Type="http://schemas.openxmlformats.org/officeDocument/2006/relationships/customXml" Target="../ink/ink1149.xml"/><Relationship Id="rId42" Type="http://schemas.openxmlformats.org/officeDocument/2006/relationships/image" Target="../media/image24731.png"/><Relationship Id="rId84" Type="http://schemas.openxmlformats.org/officeDocument/2006/relationships/image" Target="../media/image24751.png"/><Relationship Id="rId138" Type="http://schemas.openxmlformats.org/officeDocument/2006/relationships/image" Target="../media/image24778.png"/><Relationship Id="rId345" Type="http://schemas.openxmlformats.org/officeDocument/2006/relationships/image" Target="../media/image24880.png"/><Relationship Id="rId387" Type="http://schemas.openxmlformats.org/officeDocument/2006/relationships/image" Target="../media/image24900.png"/><Relationship Id="rId510" Type="http://schemas.openxmlformats.org/officeDocument/2006/relationships/image" Target="../media/image24961.png"/><Relationship Id="rId191" Type="http://schemas.openxmlformats.org/officeDocument/2006/relationships/customXml" Target="../ink/ink1000.xml"/><Relationship Id="rId205" Type="http://schemas.openxmlformats.org/officeDocument/2006/relationships/image" Target="../media/image24811.png"/><Relationship Id="rId247" Type="http://schemas.openxmlformats.org/officeDocument/2006/relationships/image" Target="../media/image24832.png"/><Relationship Id="rId412" Type="http://schemas.openxmlformats.org/officeDocument/2006/relationships/customXml" Target="../ink/ink1112.xml"/><Relationship Id="rId107" Type="http://schemas.openxmlformats.org/officeDocument/2006/relationships/customXml" Target="../ink/ink958.xml"/><Relationship Id="rId289" Type="http://schemas.openxmlformats.org/officeDocument/2006/relationships/image" Target="../media/image24853.png"/><Relationship Id="rId454" Type="http://schemas.openxmlformats.org/officeDocument/2006/relationships/image" Target="../media/image24933.png"/><Relationship Id="rId496" Type="http://schemas.openxmlformats.org/officeDocument/2006/relationships/image" Target="../media/image24954.png"/><Relationship Id="rId11" Type="http://schemas.openxmlformats.org/officeDocument/2006/relationships/customXml" Target="../ink/ink910.xml"/><Relationship Id="rId53" Type="http://schemas.openxmlformats.org/officeDocument/2006/relationships/customXml" Target="../ink/ink931.xml"/><Relationship Id="rId149" Type="http://schemas.openxmlformats.org/officeDocument/2006/relationships/customXml" Target="../ink/ink979.xml"/><Relationship Id="rId314" Type="http://schemas.openxmlformats.org/officeDocument/2006/relationships/customXml" Target="../ink/ink1062.xml"/><Relationship Id="rId356" Type="http://schemas.openxmlformats.org/officeDocument/2006/relationships/image" Target="../media/image24885.png"/><Relationship Id="rId398" Type="http://schemas.openxmlformats.org/officeDocument/2006/relationships/customXml" Target="../ink/ink1105.xml"/><Relationship Id="rId521" Type="http://schemas.openxmlformats.org/officeDocument/2006/relationships/customXml" Target="../ink/ink1167.xml"/><Relationship Id="rId95" Type="http://schemas.openxmlformats.org/officeDocument/2006/relationships/customXml" Target="../ink/ink952.xml"/><Relationship Id="rId160" Type="http://schemas.openxmlformats.org/officeDocument/2006/relationships/image" Target="../media/image24789.png"/><Relationship Id="rId216" Type="http://schemas.openxmlformats.org/officeDocument/2006/relationships/customXml" Target="../ink/ink1013.xml"/><Relationship Id="rId423" Type="http://schemas.openxmlformats.org/officeDocument/2006/relationships/image" Target="../media/image24918.png"/><Relationship Id="rId258" Type="http://schemas.openxmlformats.org/officeDocument/2006/relationships/customXml" Target="../ink/ink1034.xml"/><Relationship Id="rId465" Type="http://schemas.openxmlformats.org/officeDocument/2006/relationships/customXml" Target="../ink/ink1139.xml"/><Relationship Id="rId22" Type="http://schemas.openxmlformats.org/officeDocument/2006/relationships/image" Target="../media/image24721.png"/><Relationship Id="rId64" Type="http://schemas.openxmlformats.org/officeDocument/2006/relationships/image" Target="../media/image24742.png"/><Relationship Id="rId118" Type="http://schemas.openxmlformats.org/officeDocument/2006/relationships/image" Target="../media/image24768.png"/><Relationship Id="rId325" Type="http://schemas.openxmlformats.org/officeDocument/2006/relationships/image" Target="../media/image24871.png"/><Relationship Id="rId367" Type="http://schemas.openxmlformats.org/officeDocument/2006/relationships/image" Target="../media/image24890.png"/><Relationship Id="rId532" Type="http://schemas.openxmlformats.org/officeDocument/2006/relationships/image" Target="../media/image24972.png"/><Relationship Id="rId171" Type="http://schemas.openxmlformats.org/officeDocument/2006/relationships/customXml" Target="../ink/ink990.xml"/><Relationship Id="rId227" Type="http://schemas.openxmlformats.org/officeDocument/2006/relationships/image" Target="../media/image24822.png"/><Relationship Id="rId269" Type="http://schemas.openxmlformats.org/officeDocument/2006/relationships/image" Target="../media/image24843.png"/><Relationship Id="rId434" Type="http://schemas.openxmlformats.org/officeDocument/2006/relationships/customXml" Target="../ink/ink1123.xml"/><Relationship Id="rId476" Type="http://schemas.openxmlformats.org/officeDocument/2006/relationships/image" Target="../media/image24944.png"/><Relationship Id="rId33" Type="http://schemas.openxmlformats.org/officeDocument/2006/relationships/customXml" Target="../ink/ink921.xml"/><Relationship Id="rId129" Type="http://schemas.openxmlformats.org/officeDocument/2006/relationships/customXml" Target="../ink/ink969.xml"/><Relationship Id="rId280" Type="http://schemas.openxmlformats.org/officeDocument/2006/relationships/customXml" Target="../ink/ink1045.xml"/><Relationship Id="rId336" Type="http://schemas.openxmlformats.org/officeDocument/2006/relationships/customXml" Target="../ink/ink1073.xml"/><Relationship Id="rId501" Type="http://schemas.openxmlformats.org/officeDocument/2006/relationships/customXml" Target="../ink/ink1157.xml"/><Relationship Id="rId75" Type="http://schemas.openxmlformats.org/officeDocument/2006/relationships/customXml" Target="../ink/ink942.xml"/><Relationship Id="rId140" Type="http://schemas.openxmlformats.org/officeDocument/2006/relationships/image" Target="../media/image24779.png"/><Relationship Id="rId182" Type="http://schemas.openxmlformats.org/officeDocument/2006/relationships/image" Target="../media/image24800.png"/><Relationship Id="rId378" Type="http://schemas.openxmlformats.org/officeDocument/2006/relationships/customXml" Target="../ink/ink1095.xml"/><Relationship Id="rId403" Type="http://schemas.openxmlformats.org/officeDocument/2006/relationships/image" Target="../media/image24908.png"/><Relationship Id="rId6" Type="http://schemas.openxmlformats.org/officeDocument/2006/relationships/customXml" Target="../ink/ink907.xml"/><Relationship Id="rId238" Type="http://schemas.openxmlformats.org/officeDocument/2006/relationships/customXml" Target="../ink/ink1024.xml"/><Relationship Id="rId445" Type="http://schemas.openxmlformats.org/officeDocument/2006/relationships/customXml" Target="../ink/ink1129.xml"/><Relationship Id="rId487" Type="http://schemas.openxmlformats.org/officeDocument/2006/relationships/customXml" Target="../ink/ink1150.xml"/><Relationship Id="rId291" Type="http://schemas.openxmlformats.org/officeDocument/2006/relationships/image" Target="../media/image24854.png"/><Relationship Id="rId305" Type="http://schemas.openxmlformats.org/officeDocument/2006/relationships/image" Target="../media/image24861.png"/><Relationship Id="rId347" Type="http://schemas.openxmlformats.org/officeDocument/2006/relationships/image" Target="../media/image24881.png"/><Relationship Id="rId512" Type="http://schemas.openxmlformats.org/officeDocument/2006/relationships/image" Target="../media/image24962.png"/><Relationship Id="rId44" Type="http://schemas.openxmlformats.org/officeDocument/2006/relationships/image" Target="../media/image24732.png"/><Relationship Id="rId86" Type="http://schemas.openxmlformats.org/officeDocument/2006/relationships/image" Target="../media/image24752.png"/><Relationship Id="rId151" Type="http://schemas.openxmlformats.org/officeDocument/2006/relationships/customXml" Target="../ink/ink980.xml"/><Relationship Id="rId389" Type="http://schemas.openxmlformats.org/officeDocument/2006/relationships/image" Target="../media/image24901.png"/><Relationship Id="rId193" Type="http://schemas.openxmlformats.org/officeDocument/2006/relationships/customXml" Target="../ink/ink1001.xml"/><Relationship Id="rId207" Type="http://schemas.openxmlformats.org/officeDocument/2006/relationships/image" Target="../media/image24812.png"/><Relationship Id="rId249" Type="http://schemas.openxmlformats.org/officeDocument/2006/relationships/image" Target="../media/image24833.png"/><Relationship Id="rId414" Type="http://schemas.openxmlformats.org/officeDocument/2006/relationships/customXml" Target="../ink/ink1113.xml"/><Relationship Id="rId456" Type="http://schemas.openxmlformats.org/officeDocument/2006/relationships/image" Target="../media/image24934.png"/><Relationship Id="rId498" Type="http://schemas.openxmlformats.org/officeDocument/2006/relationships/image" Target="../media/image24955.png"/><Relationship Id="rId13" Type="http://schemas.openxmlformats.org/officeDocument/2006/relationships/customXml" Target="../ink/ink911.xml"/><Relationship Id="rId109" Type="http://schemas.openxmlformats.org/officeDocument/2006/relationships/customXml" Target="../ink/ink959.xml"/><Relationship Id="rId260" Type="http://schemas.openxmlformats.org/officeDocument/2006/relationships/customXml" Target="../ink/ink1035.xml"/><Relationship Id="rId316" Type="http://schemas.openxmlformats.org/officeDocument/2006/relationships/customXml" Target="../ink/ink1063.xml"/><Relationship Id="rId523" Type="http://schemas.openxmlformats.org/officeDocument/2006/relationships/customXml" Target="../ink/ink1168.xml"/><Relationship Id="rId55" Type="http://schemas.openxmlformats.org/officeDocument/2006/relationships/customXml" Target="../ink/ink932.xml"/><Relationship Id="rId97" Type="http://schemas.openxmlformats.org/officeDocument/2006/relationships/customXml" Target="../ink/ink953.xml"/><Relationship Id="rId120" Type="http://schemas.openxmlformats.org/officeDocument/2006/relationships/image" Target="../media/image24769.png"/><Relationship Id="rId358" Type="http://schemas.openxmlformats.org/officeDocument/2006/relationships/customXml" Target="../ink/ink1085.xml"/><Relationship Id="rId162" Type="http://schemas.openxmlformats.org/officeDocument/2006/relationships/image" Target="../media/image24790.png"/><Relationship Id="rId218" Type="http://schemas.openxmlformats.org/officeDocument/2006/relationships/customXml" Target="../ink/ink1014.xml"/><Relationship Id="rId425" Type="http://schemas.openxmlformats.org/officeDocument/2006/relationships/image" Target="../media/image24919.png"/><Relationship Id="rId467" Type="http://schemas.openxmlformats.org/officeDocument/2006/relationships/customXml" Target="../ink/ink1140.xml"/><Relationship Id="rId271" Type="http://schemas.openxmlformats.org/officeDocument/2006/relationships/image" Target="../media/image24844.png"/><Relationship Id="rId24" Type="http://schemas.openxmlformats.org/officeDocument/2006/relationships/image" Target="../media/image24722.png"/><Relationship Id="rId66" Type="http://schemas.openxmlformats.org/officeDocument/2006/relationships/image" Target="../media/image23892.png"/><Relationship Id="rId131" Type="http://schemas.openxmlformats.org/officeDocument/2006/relationships/customXml" Target="../ink/ink970.xml"/><Relationship Id="rId327" Type="http://schemas.openxmlformats.org/officeDocument/2006/relationships/image" Target="../media/image24872.png"/><Relationship Id="rId369" Type="http://schemas.openxmlformats.org/officeDocument/2006/relationships/image" Target="../media/image24891.png"/><Relationship Id="rId534" Type="http://schemas.openxmlformats.org/officeDocument/2006/relationships/image" Target="../media/image24973.png"/><Relationship Id="rId173" Type="http://schemas.openxmlformats.org/officeDocument/2006/relationships/customXml" Target="../ink/ink991.xml"/><Relationship Id="rId229" Type="http://schemas.openxmlformats.org/officeDocument/2006/relationships/image" Target="../media/image24823.png"/><Relationship Id="rId380" Type="http://schemas.openxmlformats.org/officeDocument/2006/relationships/customXml" Target="../ink/ink1096.xml"/><Relationship Id="rId436" Type="http://schemas.openxmlformats.org/officeDocument/2006/relationships/customXml" Target="../ink/ink1124.xml"/><Relationship Id="rId240" Type="http://schemas.openxmlformats.org/officeDocument/2006/relationships/customXml" Target="../ink/ink1025.xml"/><Relationship Id="rId478" Type="http://schemas.openxmlformats.org/officeDocument/2006/relationships/image" Target="../media/image24945.png"/><Relationship Id="rId35" Type="http://schemas.openxmlformats.org/officeDocument/2006/relationships/customXml" Target="../ink/ink922.xml"/><Relationship Id="rId77" Type="http://schemas.openxmlformats.org/officeDocument/2006/relationships/customXml" Target="../ink/ink943.xml"/><Relationship Id="rId100" Type="http://schemas.openxmlformats.org/officeDocument/2006/relationships/image" Target="../media/image24759.png"/><Relationship Id="rId282" Type="http://schemas.openxmlformats.org/officeDocument/2006/relationships/customXml" Target="../ink/ink1046.xml"/><Relationship Id="rId338" Type="http://schemas.openxmlformats.org/officeDocument/2006/relationships/customXml" Target="../ink/ink1074.xml"/><Relationship Id="rId503" Type="http://schemas.openxmlformats.org/officeDocument/2006/relationships/customXml" Target="../ink/ink1158.xml"/><Relationship Id="rId8" Type="http://schemas.openxmlformats.org/officeDocument/2006/relationships/customXml" Target="../ink/ink908.xml"/><Relationship Id="rId142" Type="http://schemas.openxmlformats.org/officeDocument/2006/relationships/image" Target="../media/image24780.png"/><Relationship Id="rId184" Type="http://schemas.openxmlformats.org/officeDocument/2006/relationships/image" Target="../media/image24801.png"/><Relationship Id="rId391" Type="http://schemas.openxmlformats.org/officeDocument/2006/relationships/image" Target="../media/image24902.png"/><Relationship Id="rId405" Type="http://schemas.openxmlformats.org/officeDocument/2006/relationships/image" Target="../media/image24909.png"/><Relationship Id="rId447" Type="http://schemas.openxmlformats.org/officeDocument/2006/relationships/customXml" Target="../ink/ink1130.xml"/><Relationship Id="rId251" Type="http://schemas.openxmlformats.org/officeDocument/2006/relationships/image" Target="../media/image24834.png"/><Relationship Id="rId489" Type="http://schemas.openxmlformats.org/officeDocument/2006/relationships/customXml" Target="../ink/ink1151.xml"/><Relationship Id="rId46" Type="http://schemas.openxmlformats.org/officeDocument/2006/relationships/image" Target="../media/image24733.png"/><Relationship Id="rId293" Type="http://schemas.openxmlformats.org/officeDocument/2006/relationships/image" Target="../media/image24855.png"/><Relationship Id="rId307" Type="http://schemas.openxmlformats.org/officeDocument/2006/relationships/image" Target="../media/image24862.png"/><Relationship Id="rId349" Type="http://schemas.openxmlformats.org/officeDocument/2006/relationships/image" Target="../media/image24882.png"/><Relationship Id="rId514" Type="http://schemas.openxmlformats.org/officeDocument/2006/relationships/image" Target="../media/image24963.png"/><Relationship Id="rId88" Type="http://schemas.openxmlformats.org/officeDocument/2006/relationships/image" Target="../media/image24753.png"/><Relationship Id="rId111" Type="http://schemas.openxmlformats.org/officeDocument/2006/relationships/customXml" Target="../ink/ink960.xml"/><Relationship Id="rId153" Type="http://schemas.openxmlformats.org/officeDocument/2006/relationships/customXml" Target="../ink/ink981.xml"/><Relationship Id="rId195" Type="http://schemas.openxmlformats.org/officeDocument/2006/relationships/image" Target="../media/image24806.png"/><Relationship Id="rId209" Type="http://schemas.openxmlformats.org/officeDocument/2006/relationships/image" Target="../media/image24813.png"/><Relationship Id="rId360" Type="http://schemas.openxmlformats.org/officeDocument/2006/relationships/customXml" Target="../ink/ink1086.xml"/><Relationship Id="rId416" Type="http://schemas.openxmlformats.org/officeDocument/2006/relationships/customXml" Target="../ink/ink1114.xml"/><Relationship Id="rId220" Type="http://schemas.openxmlformats.org/officeDocument/2006/relationships/customXml" Target="../ink/ink1015.xml"/><Relationship Id="rId458" Type="http://schemas.openxmlformats.org/officeDocument/2006/relationships/image" Target="../media/image24935.png"/><Relationship Id="rId15" Type="http://schemas.openxmlformats.org/officeDocument/2006/relationships/customXml" Target="../ink/ink912.xml"/><Relationship Id="rId57" Type="http://schemas.openxmlformats.org/officeDocument/2006/relationships/customXml" Target="../ink/ink933.xml"/><Relationship Id="rId262" Type="http://schemas.openxmlformats.org/officeDocument/2006/relationships/customXml" Target="../ink/ink1036.xml"/><Relationship Id="rId318" Type="http://schemas.openxmlformats.org/officeDocument/2006/relationships/customXml" Target="../ink/ink1064.xml"/><Relationship Id="rId525" Type="http://schemas.openxmlformats.org/officeDocument/2006/relationships/customXml" Target="../ink/ink1169.xml"/><Relationship Id="rId99" Type="http://schemas.openxmlformats.org/officeDocument/2006/relationships/customXml" Target="../ink/ink954.xml"/><Relationship Id="rId122" Type="http://schemas.openxmlformats.org/officeDocument/2006/relationships/image" Target="../media/image24770.png"/><Relationship Id="rId164" Type="http://schemas.openxmlformats.org/officeDocument/2006/relationships/image" Target="../media/image24791.png"/><Relationship Id="rId371" Type="http://schemas.openxmlformats.org/officeDocument/2006/relationships/image" Target="../media/image24892.png"/><Relationship Id="rId427" Type="http://schemas.openxmlformats.org/officeDocument/2006/relationships/image" Target="../media/image24920.png"/><Relationship Id="rId469" Type="http://schemas.openxmlformats.org/officeDocument/2006/relationships/customXml" Target="../ink/ink1141.xml"/><Relationship Id="rId26" Type="http://schemas.openxmlformats.org/officeDocument/2006/relationships/image" Target="../media/image24723.png"/><Relationship Id="rId231" Type="http://schemas.openxmlformats.org/officeDocument/2006/relationships/image" Target="../media/image24824.png"/><Relationship Id="rId273" Type="http://schemas.openxmlformats.org/officeDocument/2006/relationships/image" Target="../media/image24845.png"/><Relationship Id="rId329" Type="http://schemas.openxmlformats.org/officeDocument/2006/relationships/image" Target="../media/image24873.png"/><Relationship Id="rId480" Type="http://schemas.openxmlformats.org/officeDocument/2006/relationships/image" Target="../media/image24946.png"/><Relationship Id="rId68" Type="http://schemas.openxmlformats.org/officeDocument/2006/relationships/image" Target="../media/image24743.png"/><Relationship Id="rId133" Type="http://schemas.openxmlformats.org/officeDocument/2006/relationships/customXml" Target="../ink/ink971.xml"/><Relationship Id="rId175" Type="http://schemas.openxmlformats.org/officeDocument/2006/relationships/customXml" Target="../ink/ink992.xml"/><Relationship Id="rId340" Type="http://schemas.openxmlformats.org/officeDocument/2006/relationships/customXml" Target="../ink/ink1075.xml"/><Relationship Id="rId200" Type="http://schemas.openxmlformats.org/officeDocument/2006/relationships/customXml" Target="../ink/ink1005.xml"/><Relationship Id="rId382" Type="http://schemas.openxmlformats.org/officeDocument/2006/relationships/customXml" Target="../ink/ink1097.xml"/><Relationship Id="rId438" Type="http://schemas.openxmlformats.org/officeDocument/2006/relationships/customXml" Target="../ink/ink1125.xml"/><Relationship Id="rId242" Type="http://schemas.openxmlformats.org/officeDocument/2006/relationships/customXml" Target="../ink/ink1026.xml"/><Relationship Id="rId284" Type="http://schemas.openxmlformats.org/officeDocument/2006/relationships/customXml" Target="../ink/ink1047.xml"/><Relationship Id="rId491" Type="http://schemas.openxmlformats.org/officeDocument/2006/relationships/customXml" Target="../ink/ink1152.xml"/><Relationship Id="rId505" Type="http://schemas.openxmlformats.org/officeDocument/2006/relationships/customXml" Target="../ink/ink1159.xml"/><Relationship Id="rId37" Type="http://schemas.openxmlformats.org/officeDocument/2006/relationships/customXml" Target="../ink/ink923.xml"/><Relationship Id="rId79" Type="http://schemas.openxmlformats.org/officeDocument/2006/relationships/customXml" Target="../ink/ink944.xml"/><Relationship Id="rId102" Type="http://schemas.openxmlformats.org/officeDocument/2006/relationships/image" Target="../media/image24760.png"/><Relationship Id="rId144" Type="http://schemas.openxmlformats.org/officeDocument/2006/relationships/image" Target="../media/image24781.png"/><Relationship Id="rId90" Type="http://schemas.openxmlformats.org/officeDocument/2006/relationships/image" Target="../media/image24754.png"/><Relationship Id="rId186" Type="http://schemas.openxmlformats.org/officeDocument/2006/relationships/image" Target="../media/image24802.png"/><Relationship Id="rId351" Type="http://schemas.openxmlformats.org/officeDocument/2006/relationships/image" Target="../media/image24883.png"/><Relationship Id="rId393" Type="http://schemas.openxmlformats.org/officeDocument/2006/relationships/image" Target="../media/image24903.png"/><Relationship Id="rId407" Type="http://schemas.openxmlformats.org/officeDocument/2006/relationships/image" Target="../media/image24910.png"/><Relationship Id="rId449" Type="http://schemas.openxmlformats.org/officeDocument/2006/relationships/customXml" Target="../ink/ink1131.xml"/><Relationship Id="rId211" Type="http://schemas.openxmlformats.org/officeDocument/2006/relationships/image" Target="../media/image24814.png"/><Relationship Id="rId253" Type="http://schemas.openxmlformats.org/officeDocument/2006/relationships/image" Target="../media/image24835.png"/><Relationship Id="rId295" Type="http://schemas.openxmlformats.org/officeDocument/2006/relationships/image" Target="../media/image24856.png"/><Relationship Id="rId309" Type="http://schemas.openxmlformats.org/officeDocument/2006/relationships/image" Target="../media/image24863.png"/><Relationship Id="rId460" Type="http://schemas.openxmlformats.org/officeDocument/2006/relationships/image" Target="../media/image24936.png"/><Relationship Id="rId516" Type="http://schemas.openxmlformats.org/officeDocument/2006/relationships/image" Target="../media/image24964.png"/><Relationship Id="rId48" Type="http://schemas.openxmlformats.org/officeDocument/2006/relationships/image" Target="../media/image24734.png"/><Relationship Id="rId113" Type="http://schemas.openxmlformats.org/officeDocument/2006/relationships/customXml" Target="../ink/ink961.xml"/><Relationship Id="rId320" Type="http://schemas.openxmlformats.org/officeDocument/2006/relationships/customXml" Target="../ink/ink1065.xml"/><Relationship Id="rId155" Type="http://schemas.openxmlformats.org/officeDocument/2006/relationships/customXml" Target="../ink/ink982.xml"/><Relationship Id="rId197" Type="http://schemas.openxmlformats.org/officeDocument/2006/relationships/image" Target="../media/image24807.png"/><Relationship Id="rId362" Type="http://schemas.openxmlformats.org/officeDocument/2006/relationships/customXml" Target="../ink/ink1087.xml"/><Relationship Id="rId418" Type="http://schemas.openxmlformats.org/officeDocument/2006/relationships/customXml" Target="../ink/ink1115.xml"/><Relationship Id="rId222" Type="http://schemas.openxmlformats.org/officeDocument/2006/relationships/customXml" Target="../ink/ink1016.xml"/><Relationship Id="rId264" Type="http://schemas.openxmlformats.org/officeDocument/2006/relationships/customXml" Target="../ink/ink1037.xml"/><Relationship Id="rId471" Type="http://schemas.openxmlformats.org/officeDocument/2006/relationships/customXml" Target="../ink/ink1142.xml"/><Relationship Id="rId17" Type="http://schemas.openxmlformats.org/officeDocument/2006/relationships/customXml" Target="../ink/ink913.xml"/><Relationship Id="rId59" Type="http://schemas.openxmlformats.org/officeDocument/2006/relationships/customXml" Target="../ink/ink934.xml"/><Relationship Id="rId124" Type="http://schemas.openxmlformats.org/officeDocument/2006/relationships/image" Target="../media/image24771.png"/><Relationship Id="rId527" Type="http://schemas.openxmlformats.org/officeDocument/2006/relationships/customXml" Target="../ink/ink1170.xml"/><Relationship Id="rId70" Type="http://schemas.openxmlformats.org/officeDocument/2006/relationships/image" Target="../media/image24744.png"/><Relationship Id="rId166" Type="http://schemas.openxmlformats.org/officeDocument/2006/relationships/image" Target="../media/image24792.png"/><Relationship Id="rId331" Type="http://schemas.openxmlformats.org/officeDocument/2006/relationships/image" Target="../media/image24874.png"/><Relationship Id="rId373" Type="http://schemas.openxmlformats.org/officeDocument/2006/relationships/image" Target="../media/image24893.png"/><Relationship Id="rId429" Type="http://schemas.openxmlformats.org/officeDocument/2006/relationships/image" Target="../media/image24921.png"/><Relationship Id="rId1" Type="http://schemas.openxmlformats.org/officeDocument/2006/relationships/slideLayout" Target="../slideLayouts/slideLayout2.xml"/><Relationship Id="rId233" Type="http://schemas.openxmlformats.org/officeDocument/2006/relationships/image" Target="../media/image24825.png"/><Relationship Id="rId440" Type="http://schemas.openxmlformats.org/officeDocument/2006/relationships/customXml" Target="../ink/ink1126.xml"/><Relationship Id="rId28" Type="http://schemas.openxmlformats.org/officeDocument/2006/relationships/image" Target="../media/image24724.png"/><Relationship Id="rId275" Type="http://schemas.openxmlformats.org/officeDocument/2006/relationships/image" Target="../media/image24846.png"/><Relationship Id="rId300" Type="http://schemas.openxmlformats.org/officeDocument/2006/relationships/customXml" Target="../ink/ink1055.xml"/><Relationship Id="rId482" Type="http://schemas.openxmlformats.org/officeDocument/2006/relationships/image" Target="../media/image24947.png"/><Relationship Id="rId81" Type="http://schemas.openxmlformats.org/officeDocument/2006/relationships/customXml" Target="../ink/ink945.xml"/><Relationship Id="rId135" Type="http://schemas.openxmlformats.org/officeDocument/2006/relationships/customXml" Target="../ink/ink972.xml"/><Relationship Id="rId177" Type="http://schemas.openxmlformats.org/officeDocument/2006/relationships/customXml" Target="../ink/ink993.xml"/><Relationship Id="rId342" Type="http://schemas.openxmlformats.org/officeDocument/2006/relationships/customXml" Target="../ink/ink1076.xml"/><Relationship Id="rId384" Type="http://schemas.openxmlformats.org/officeDocument/2006/relationships/customXml" Target="../ink/ink1098.xml"/><Relationship Id="rId202" Type="http://schemas.openxmlformats.org/officeDocument/2006/relationships/customXml" Target="../ink/ink1006.xml"/><Relationship Id="rId244" Type="http://schemas.openxmlformats.org/officeDocument/2006/relationships/customXml" Target="../ink/ink1027.xml"/><Relationship Id="rId39" Type="http://schemas.openxmlformats.org/officeDocument/2006/relationships/customXml" Target="../ink/ink924.xml"/><Relationship Id="rId286" Type="http://schemas.openxmlformats.org/officeDocument/2006/relationships/customXml" Target="../ink/ink1048.xml"/><Relationship Id="rId451" Type="http://schemas.openxmlformats.org/officeDocument/2006/relationships/customXml" Target="../ink/ink1132.xml"/><Relationship Id="rId493" Type="http://schemas.openxmlformats.org/officeDocument/2006/relationships/customXml" Target="../ink/ink1153.xml"/><Relationship Id="rId507" Type="http://schemas.openxmlformats.org/officeDocument/2006/relationships/customXml" Target="../ink/ink1160.xml"/><Relationship Id="rId50" Type="http://schemas.openxmlformats.org/officeDocument/2006/relationships/image" Target="../media/image24735.png"/><Relationship Id="rId104" Type="http://schemas.openxmlformats.org/officeDocument/2006/relationships/image" Target="../media/image24761.png"/><Relationship Id="rId146" Type="http://schemas.openxmlformats.org/officeDocument/2006/relationships/image" Target="../media/image24782.png"/><Relationship Id="rId188" Type="http://schemas.openxmlformats.org/officeDocument/2006/relationships/image" Target="../media/image24803.png"/><Relationship Id="rId311" Type="http://schemas.openxmlformats.org/officeDocument/2006/relationships/image" Target="../media/image24864.png"/><Relationship Id="rId353" Type="http://schemas.openxmlformats.org/officeDocument/2006/relationships/image" Target="../media/image24884.png"/><Relationship Id="rId395" Type="http://schemas.openxmlformats.org/officeDocument/2006/relationships/image" Target="../media/image24904.png"/><Relationship Id="rId409" Type="http://schemas.openxmlformats.org/officeDocument/2006/relationships/image" Target="../media/image24911.png"/><Relationship Id="rId92" Type="http://schemas.openxmlformats.org/officeDocument/2006/relationships/image" Target="../media/image24755.png"/><Relationship Id="rId213" Type="http://schemas.openxmlformats.org/officeDocument/2006/relationships/image" Target="../media/image24815.png"/><Relationship Id="rId420" Type="http://schemas.openxmlformats.org/officeDocument/2006/relationships/customXml" Target="../ink/ink1116.xml"/><Relationship Id="rId255" Type="http://schemas.openxmlformats.org/officeDocument/2006/relationships/image" Target="../media/image24836.png"/><Relationship Id="rId297" Type="http://schemas.openxmlformats.org/officeDocument/2006/relationships/image" Target="../media/image24857.png"/><Relationship Id="rId462" Type="http://schemas.openxmlformats.org/officeDocument/2006/relationships/image" Target="../media/image24937.png"/><Relationship Id="rId518" Type="http://schemas.openxmlformats.org/officeDocument/2006/relationships/image" Target="../media/image24965.png"/><Relationship Id="rId115" Type="http://schemas.openxmlformats.org/officeDocument/2006/relationships/customXml" Target="../ink/ink962.xml"/><Relationship Id="rId157" Type="http://schemas.openxmlformats.org/officeDocument/2006/relationships/customXml" Target="../ink/ink983.xml"/><Relationship Id="rId322" Type="http://schemas.openxmlformats.org/officeDocument/2006/relationships/customXml" Target="../ink/ink1066.xml"/><Relationship Id="rId364" Type="http://schemas.openxmlformats.org/officeDocument/2006/relationships/customXml" Target="../ink/ink1088.xml"/><Relationship Id="rId61" Type="http://schemas.openxmlformats.org/officeDocument/2006/relationships/customXml" Target="../ink/ink935.xml"/><Relationship Id="rId199" Type="http://schemas.openxmlformats.org/officeDocument/2006/relationships/image" Target="../media/image24808.png"/><Relationship Id="rId19" Type="http://schemas.openxmlformats.org/officeDocument/2006/relationships/customXml" Target="../ink/ink914.xml"/><Relationship Id="rId224" Type="http://schemas.openxmlformats.org/officeDocument/2006/relationships/customXml" Target="../ink/ink1017.xml"/><Relationship Id="rId266" Type="http://schemas.openxmlformats.org/officeDocument/2006/relationships/customXml" Target="../ink/ink1038.xml"/><Relationship Id="rId431" Type="http://schemas.openxmlformats.org/officeDocument/2006/relationships/image" Target="../media/image24922.png"/><Relationship Id="rId473" Type="http://schemas.openxmlformats.org/officeDocument/2006/relationships/customXml" Target="../ink/ink1143.xml"/><Relationship Id="rId529" Type="http://schemas.openxmlformats.org/officeDocument/2006/relationships/customXml" Target="../ink/ink1171.xml"/><Relationship Id="rId30" Type="http://schemas.openxmlformats.org/officeDocument/2006/relationships/image" Target="../media/image24725.png"/><Relationship Id="rId126" Type="http://schemas.openxmlformats.org/officeDocument/2006/relationships/image" Target="../media/image24772.png"/><Relationship Id="rId168" Type="http://schemas.openxmlformats.org/officeDocument/2006/relationships/image" Target="../media/image24793.png"/><Relationship Id="rId333" Type="http://schemas.openxmlformats.org/officeDocument/2006/relationships/image" Target="../media/image24875.png"/><Relationship Id="rId72" Type="http://schemas.openxmlformats.org/officeDocument/2006/relationships/image" Target="../media/image24745.png"/><Relationship Id="rId375" Type="http://schemas.openxmlformats.org/officeDocument/2006/relationships/image" Target="../media/image24894.png"/><Relationship Id="rId3" Type="http://schemas.openxmlformats.org/officeDocument/2006/relationships/image" Target="../media/image23952.png"/><Relationship Id="rId235" Type="http://schemas.openxmlformats.org/officeDocument/2006/relationships/image" Target="../media/image24826.png"/><Relationship Id="rId277" Type="http://schemas.openxmlformats.org/officeDocument/2006/relationships/image" Target="../media/image24847.png"/><Relationship Id="rId400" Type="http://schemas.openxmlformats.org/officeDocument/2006/relationships/customXml" Target="../ink/ink1106.xml"/><Relationship Id="rId442" Type="http://schemas.openxmlformats.org/officeDocument/2006/relationships/customXml" Target="../ink/ink1127.xml"/><Relationship Id="rId484" Type="http://schemas.openxmlformats.org/officeDocument/2006/relationships/image" Target="../media/image24948.png"/><Relationship Id="rId137" Type="http://schemas.openxmlformats.org/officeDocument/2006/relationships/customXml" Target="../ink/ink973.xml"/><Relationship Id="rId302" Type="http://schemas.openxmlformats.org/officeDocument/2006/relationships/customXml" Target="../ink/ink1056.xml"/><Relationship Id="rId344" Type="http://schemas.openxmlformats.org/officeDocument/2006/relationships/customXml" Target="../ink/ink1077.xml"/><Relationship Id="rId41" Type="http://schemas.openxmlformats.org/officeDocument/2006/relationships/customXml" Target="../ink/ink925.xml"/><Relationship Id="rId83" Type="http://schemas.openxmlformats.org/officeDocument/2006/relationships/customXml" Target="../ink/ink946.xml"/><Relationship Id="rId179" Type="http://schemas.openxmlformats.org/officeDocument/2006/relationships/customXml" Target="../ink/ink994.xml"/><Relationship Id="rId386" Type="http://schemas.openxmlformats.org/officeDocument/2006/relationships/customXml" Target="../ink/ink1099.xml"/><Relationship Id="rId190" Type="http://schemas.openxmlformats.org/officeDocument/2006/relationships/image" Target="../media/image24804.png"/><Relationship Id="rId204" Type="http://schemas.openxmlformats.org/officeDocument/2006/relationships/customXml" Target="../ink/ink1007.xml"/><Relationship Id="rId246" Type="http://schemas.openxmlformats.org/officeDocument/2006/relationships/customXml" Target="../ink/ink1028.xml"/><Relationship Id="rId288" Type="http://schemas.openxmlformats.org/officeDocument/2006/relationships/customXml" Target="../ink/ink1049.xml"/><Relationship Id="rId411" Type="http://schemas.openxmlformats.org/officeDocument/2006/relationships/image" Target="../media/image24912.png"/><Relationship Id="rId453" Type="http://schemas.openxmlformats.org/officeDocument/2006/relationships/customXml" Target="../ink/ink1133.xml"/><Relationship Id="rId509" Type="http://schemas.openxmlformats.org/officeDocument/2006/relationships/customXml" Target="../ink/ink1161.xml"/><Relationship Id="rId106" Type="http://schemas.openxmlformats.org/officeDocument/2006/relationships/image" Target="../media/image24762.png"/><Relationship Id="rId313" Type="http://schemas.openxmlformats.org/officeDocument/2006/relationships/image" Target="../media/image24865.png"/><Relationship Id="rId495" Type="http://schemas.openxmlformats.org/officeDocument/2006/relationships/customXml" Target="../ink/ink1154.xml"/><Relationship Id="rId10" Type="http://schemas.openxmlformats.org/officeDocument/2006/relationships/image" Target="../media/image24715.png"/><Relationship Id="rId52" Type="http://schemas.openxmlformats.org/officeDocument/2006/relationships/image" Target="../media/image24736.png"/><Relationship Id="rId94" Type="http://schemas.openxmlformats.org/officeDocument/2006/relationships/image" Target="../media/image24756.png"/><Relationship Id="rId148" Type="http://schemas.openxmlformats.org/officeDocument/2006/relationships/image" Target="../media/image24783.png"/><Relationship Id="rId355" Type="http://schemas.openxmlformats.org/officeDocument/2006/relationships/customXml" Target="../ink/ink1083.xml"/><Relationship Id="rId397" Type="http://schemas.openxmlformats.org/officeDocument/2006/relationships/image" Target="../media/image24905.png"/><Relationship Id="rId520" Type="http://schemas.openxmlformats.org/officeDocument/2006/relationships/image" Target="../media/image24966.png"/><Relationship Id="rId215" Type="http://schemas.openxmlformats.org/officeDocument/2006/relationships/image" Target="../media/image24816.png"/><Relationship Id="rId257" Type="http://schemas.openxmlformats.org/officeDocument/2006/relationships/image" Target="../media/image24837.png"/><Relationship Id="rId422" Type="http://schemas.openxmlformats.org/officeDocument/2006/relationships/customXml" Target="../ink/ink1117.xml"/><Relationship Id="rId464" Type="http://schemas.openxmlformats.org/officeDocument/2006/relationships/image" Target="../media/image24938.png"/><Relationship Id="rId299" Type="http://schemas.openxmlformats.org/officeDocument/2006/relationships/image" Target="../media/image24858.png"/><Relationship Id="rId63" Type="http://schemas.openxmlformats.org/officeDocument/2006/relationships/customXml" Target="../ink/ink936.xml"/><Relationship Id="rId159" Type="http://schemas.openxmlformats.org/officeDocument/2006/relationships/customXml" Target="../ink/ink984.xml"/><Relationship Id="rId366" Type="http://schemas.openxmlformats.org/officeDocument/2006/relationships/customXml" Target="../ink/ink1089.xml"/><Relationship Id="rId226" Type="http://schemas.openxmlformats.org/officeDocument/2006/relationships/customXml" Target="../ink/ink1018.xml"/><Relationship Id="rId433" Type="http://schemas.openxmlformats.org/officeDocument/2006/relationships/image" Target="../media/image24923.png"/><Relationship Id="rId74" Type="http://schemas.openxmlformats.org/officeDocument/2006/relationships/image" Target="../media/image24746.png"/><Relationship Id="rId377" Type="http://schemas.openxmlformats.org/officeDocument/2006/relationships/image" Target="../media/image24895.png"/><Relationship Id="rId500" Type="http://schemas.openxmlformats.org/officeDocument/2006/relationships/image" Target="../media/image24956.png"/><Relationship Id="rId5" Type="http://schemas.openxmlformats.org/officeDocument/2006/relationships/image" Target="../media/image24441.png"/><Relationship Id="rId237" Type="http://schemas.openxmlformats.org/officeDocument/2006/relationships/image" Target="../media/image24827.png"/></Relationships>
</file>

<file path=ppt/slides/_rels/slide7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1232.xml"/><Relationship Id="rId21" Type="http://schemas.openxmlformats.org/officeDocument/2006/relationships/customXml" Target="../ink/ink1184.xml"/><Relationship Id="rId42" Type="http://schemas.openxmlformats.org/officeDocument/2006/relationships/image" Target="../media/image24990.png"/><Relationship Id="rId63" Type="http://schemas.openxmlformats.org/officeDocument/2006/relationships/customXml" Target="../ink/ink1205.xml"/><Relationship Id="rId84" Type="http://schemas.openxmlformats.org/officeDocument/2006/relationships/image" Target="../media/image25011.png"/><Relationship Id="rId138" Type="http://schemas.openxmlformats.org/officeDocument/2006/relationships/image" Target="../media/image25038.png"/><Relationship Id="rId159" Type="http://schemas.openxmlformats.org/officeDocument/2006/relationships/customXml" Target="../ink/ink1253.xml"/><Relationship Id="rId170" Type="http://schemas.openxmlformats.org/officeDocument/2006/relationships/image" Target="../media/image25054.png"/><Relationship Id="rId107" Type="http://schemas.openxmlformats.org/officeDocument/2006/relationships/customXml" Target="../ink/ink1227.xml"/><Relationship Id="rId11" Type="http://schemas.openxmlformats.org/officeDocument/2006/relationships/customXml" Target="../ink/ink1179.xml"/><Relationship Id="rId32" Type="http://schemas.openxmlformats.org/officeDocument/2006/relationships/image" Target="../media/image24985.png"/><Relationship Id="rId53" Type="http://schemas.openxmlformats.org/officeDocument/2006/relationships/customXml" Target="../ink/ink1200.xml"/><Relationship Id="rId74" Type="http://schemas.openxmlformats.org/officeDocument/2006/relationships/image" Target="../media/image25006.png"/><Relationship Id="rId128" Type="http://schemas.openxmlformats.org/officeDocument/2006/relationships/image" Target="../media/image25033.png"/><Relationship Id="rId149" Type="http://schemas.openxmlformats.org/officeDocument/2006/relationships/customXml" Target="../ink/ink1248.xml"/><Relationship Id="rId5" Type="http://schemas.openxmlformats.org/officeDocument/2006/relationships/image" Target="../media/image24441.png"/><Relationship Id="rId95" Type="http://schemas.openxmlformats.org/officeDocument/2006/relationships/customXml" Target="../ink/ink1221.xml"/><Relationship Id="rId160" Type="http://schemas.openxmlformats.org/officeDocument/2006/relationships/image" Target="../media/image25049.png"/><Relationship Id="rId22" Type="http://schemas.openxmlformats.org/officeDocument/2006/relationships/image" Target="../media/image24980.png"/><Relationship Id="rId43" Type="http://schemas.openxmlformats.org/officeDocument/2006/relationships/customXml" Target="../ink/ink1195.xml"/><Relationship Id="rId64" Type="http://schemas.openxmlformats.org/officeDocument/2006/relationships/image" Target="../media/image25001.png"/><Relationship Id="rId118" Type="http://schemas.openxmlformats.org/officeDocument/2006/relationships/image" Target="../media/image25028.png"/><Relationship Id="rId139" Type="http://schemas.openxmlformats.org/officeDocument/2006/relationships/customXml" Target="../ink/ink1243.xml"/><Relationship Id="rId85" Type="http://schemas.openxmlformats.org/officeDocument/2006/relationships/customXml" Target="../ink/ink1216.xml"/><Relationship Id="rId150" Type="http://schemas.openxmlformats.org/officeDocument/2006/relationships/image" Target="../media/image25044.png"/><Relationship Id="rId171" Type="http://schemas.openxmlformats.org/officeDocument/2006/relationships/customXml" Target="../ink/ink1259.xml"/><Relationship Id="rId12" Type="http://schemas.openxmlformats.org/officeDocument/2006/relationships/image" Target="../media/image24975.png"/><Relationship Id="rId33" Type="http://schemas.openxmlformats.org/officeDocument/2006/relationships/customXml" Target="../ink/ink1190.xml"/><Relationship Id="rId108" Type="http://schemas.openxmlformats.org/officeDocument/2006/relationships/image" Target="../media/image25023.png"/><Relationship Id="rId129" Type="http://schemas.openxmlformats.org/officeDocument/2006/relationships/customXml" Target="../ink/ink1238.xml"/><Relationship Id="rId54" Type="http://schemas.openxmlformats.org/officeDocument/2006/relationships/image" Target="../media/image24996.png"/><Relationship Id="rId75" Type="http://schemas.openxmlformats.org/officeDocument/2006/relationships/customXml" Target="../ink/ink1211.xml"/><Relationship Id="rId96" Type="http://schemas.openxmlformats.org/officeDocument/2006/relationships/image" Target="../media/image25017.png"/><Relationship Id="rId140" Type="http://schemas.openxmlformats.org/officeDocument/2006/relationships/image" Target="../media/image25039.png"/><Relationship Id="rId161" Type="http://schemas.openxmlformats.org/officeDocument/2006/relationships/customXml" Target="../ink/ink1254.xml"/><Relationship Id="rId6" Type="http://schemas.openxmlformats.org/officeDocument/2006/relationships/customXml" Target="../ink/ink1176.xml"/><Relationship Id="rId23" Type="http://schemas.openxmlformats.org/officeDocument/2006/relationships/customXml" Target="../ink/ink1185.xml"/><Relationship Id="rId28" Type="http://schemas.openxmlformats.org/officeDocument/2006/relationships/image" Target="../media/image24983.png"/><Relationship Id="rId49" Type="http://schemas.openxmlformats.org/officeDocument/2006/relationships/customXml" Target="../ink/ink1198.xml"/><Relationship Id="rId114" Type="http://schemas.openxmlformats.org/officeDocument/2006/relationships/image" Target="../media/image25026.png"/><Relationship Id="rId119" Type="http://schemas.openxmlformats.org/officeDocument/2006/relationships/customXml" Target="../ink/ink1233.xml"/><Relationship Id="rId44" Type="http://schemas.openxmlformats.org/officeDocument/2006/relationships/image" Target="../media/image24991.png"/><Relationship Id="rId60" Type="http://schemas.openxmlformats.org/officeDocument/2006/relationships/image" Target="../media/image24999.png"/><Relationship Id="rId65" Type="http://schemas.openxmlformats.org/officeDocument/2006/relationships/customXml" Target="../ink/ink1206.xml"/><Relationship Id="rId81" Type="http://schemas.openxmlformats.org/officeDocument/2006/relationships/customXml" Target="../ink/ink1214.xml"/><Relationship Id="rId86" Type="http://schemas.openxmlformats.org/officeDocument/2006/relationships/image" Target="../media/image25012.png"/><Relationship Id="rId130" Type="http://schemas.openxmlformats.org/officeDocument/2006/relationships/image" Target="../media/image25034.png"/><Relationship Id="rId135" Type="http://schemas.openxmlformats.org/officeDocument/2006/relationships/customXml" Target="../ink/ink1241.xml"/><Relationship Id="rId151" Type="http://schemas.openxmlformats.org/officeDocument/2006/relationships/customXml" Target="../ink/ink1249.xml"/><Relationship Id="rId156" Type="http://schemas.openxmlformats.org/officeDocument/2006/relationships/image" Target="../media/image25047.png"/><Relationship Id="rId177" Type="http://schemas.openxmlformats.org/officeDocument/2006/relationships/customXml" Target="../ink/ink1262.xml"/><Relationship Id="rId172" Type="http://schemas.openxmlformats.org/officeDocument/2006/relationships/image" Target="../media/image25055.png"/><Relationship Id="rId13" Type="http://schemas.openxmlformats.org/officeDocument/2006/relationships/customXml" Target="../ink/ink1180.xml"/><Relationship Id="rId18" Type="http://schemas.openxmlformats.org/officeDocument/2006/relationships/image" Target="../media/image24978.png"/><Relationship Id="rId39" Type="http://schemas.openxmlformats.org/officeDocument/2006/relationships/customXml" Target="../ink/ink1193.xml"/><Relationship Id="rId109" Type="http://schemas.openxmlformats.org/officeDocument/2006/relationships/customXml" Target="../ink/ink1228.xml"/><Relationship Id="rId34" Type="http://schemas.openxmlformats.org/officeDocument/2006/relationships/image" Target="../media/image24986.png"/><Relationship Id="rId50" Type="http://schemas.openxmlformats.org/officeDocument/2006/relationships/image" Target="../media/image24994.png"/><Relationship Id="rId55" Type="http://schemas.openxmlformats.org/officeDocument/2006/relationships/customXml" Target="../ink/ink1201.xml"/><Relationship Id="rId76" Type="http://schemas.openxmlformats.org/officeDocument/2006/relationships/image" Target="../media/image25007.png"/><Relationship Id="rId97" Type="http://schemas.openxmlformats.org/officeDocument/2006/relationships/customXml" Target="../ink/ink1222.xml"/><Relationship Id="rId104" Type="http://schemas.openxmlformats.org/officeDocument/2006/relationships/image" Target="../media/image25021.png"/><Relationship Id="rId120" Type="http://schemas.openxmlformats.org/officeDocument/2006/relationships/image" Target="../media/image25029.png"/><Relationship Id="rId125" Type="http://schemas.openxmlformats.org/officeDocument/2006/relationships/customXml" Target="../ink/ink1236.xml"/><Relationship Id="rId141" Type="http://schemas.openxmlformats.org/officeDocument/2006/relationships/customXml" Target="../ink/ink1244.xml"/><Relationship Id="rId146" Type="http://schemas.openxmlformats.org/officeDocument/2006/relationships/image" Target="../media/image25042.png"/><Relationship Id="rId167" Type="http://schemas.openxmlformats.org/officeDocument/2006/relationships/customXml" Target="../ink/ink1257.xml"/><Relationship Id="rId7" Type="http://schemas.openxmlformats.org/officeDocument/2006/relationships/image" Target="../media/image24442.png"/><Relationship Id="rId71" Type="http://schemas.openxmlformats.org/officeDocument/2006/relationships/customXml" Target="../ink/ink1209.xml"/><Relationship Id="rId92" Type="http://schemas.openxmlformats.org/officeDocument/2006/relationships/image" Target="../media/image25015.png"/><Relationship Id="rId162" Type="http://schemas.openxmlformats.org/officeDocument/2006/relationships/image" Target="../media/image25050.png"/><Relationship Id="rId2" Type="http://schemas.openxmlformats.org/officeDocument/2006/relationships/customXml" Target="../ink/ink1174.xml"/><Relationship Id="rId29" Type="http://schemas.openxmlformats.org/officeDocument/2006/relationships/customXml" Target="../ink/ink1188.xml"/><Relationship Id="rId24" Type="http://schemas.openxmlformats.org/officeDocument/2006/relationships/image" Target="../media/image24981.png"/><Relationship Id="rId40" Type="http://schemas.openxmlformats.org/officeDocument/2006/relationships/image" Target="../media/image24989.png"/><Relationship Id="rId45" Type="http://schemas.openxmlformats.org/officeDocument/2006/relationships/customXml" Target="../ink/ink1196.xml"/><Relationship Id="rId66" Type="http://schemas.openxmlformats.org/officeDocument/2006/relationships/image" Target="../media/image25002.png"/><Relationship Id="rId87" Type="http://schemas.openxmlformats.org/officeDocument/2006/relationships/customXml" Target="../ink/ink1217.xml"/><Relationship Id="rId110" Type="http://schemas.openxmlformats.org/officeDocument/2006/relationships/image" Target="../media/image25024.png"/><Relationship Id="rId115" Type="http://schemas.openxmlformats.org/officeDocument/2006/relationships/customXml" Target="../ink/ink1231.xml"/><Relationship Id="rId131" Type="http://schemas.openxmlformats.org/officeDocument/2006/relationships/customXml" Target="../ink/ink1239.xml"/><Relationship Id="rId136" Type="http://schemas.openxmlformats.org/officeDocument/2006/relationships/image" Target="../media/image25037.png"/><Relationship Id="rId157" Type="http://schemas.openxmlformats.org/officeDocument/2006/relationships/customXml" Target="../ink/ink1252.xml"/><Relationship Id="rId178" Type="http://schemas.openxmlformats.org/officeDocument/2006/relationships/image" Target="../media/image25058.png"/><Relationship Id="rId61" Type="http://schemas.openxmlformats.org/officeDocument/2006/relationships/customXml" Target="../ink/ink1204.xml"/><Relationship Id="rId82" Type="http://schemas.openxmlformats.org/officeDocument/2006/relationships/image" Target="../media/image25010.png"/><Relationship Id="rId152" Type="http://schemas.openxmlformats.org/officeDocument/2006/relationships/image" Target="../media/image25045.png"/><Relationship Id="rId173" Type="http://schemas.openxmlformats.org/officeDocument/2006/relationships/customXml" Target="../ink/ink1260.xml"/><Relationship Id="rId19" Type="http://schemas.openxmlformats.org/officeDocument/2006/relationships/customXml" Target="../ink/ink1183.xml"/><Relationship Id="rId14" Type="http://schemas.openxmlformats.org/officeDocument/2006/relationships/image" Target="../media/image24976.png"/><Relationship Id="rId30" Type="http://schemas.openxmlformats.org/officeDocument/2006/relationships/image" Target="../media/image24984.png"/><Relationship Id="rId35" Type="http://schemas.openxmlformats.org/officeDocument/2006/relationships/customXml" Target="../ink/ink1191.xml"/><Relationship Id="rId56" Type="http://schemas.openxmlformats.org/officeDocument/2006/relationships/image" Target="../media/image24997.png"/><Relationship Id="rId77" Type="http://schemas.openxmlformats.org/officeDocument/2006/relationships/customXml" Target="../ink/ink1212.xml"/><Relationship Id="rId100" Type="http://schemas.openxmlformats.org/officeDocument/2006/relationships/image" Target="../media/image25019.png"/><Relationship Id="rId105" Type="http://schemas.openxmlformats.org/officeDocument/2006/relationships/customXml" Target="../ink/ink1226.xml"/><Relationship Id="rId126" Type="http://schemas.openxmlformats.org/officeDocument/2006/relationships/image" Target="../media/image25032.png"/><Relationship Id="rId147" Type="http://schemas.openxmlformats.org/officeDocument/2006/relationships/customXml" Target="../ink/ink1247.xml"/><Relationship Id="rId168" Type="http://schemas.openxmlformats.org/officeDocument/2006/relationships/image" Target="../media/image25053.png"/><Relationship Id="rId8" Type="http://schemas.openxmlformats.org/officeDocument/2006/relationships/customXml" Target="../ink/ink1177.xml"/><Relationship Id="rId51" Type="http://schemas.openxmlformats.org/officeDocument/2006/relationships/customXml" Target="../ink/ink1199.xml"/><Relationship Id="rId72" Type="http://schemas.openxmlformats.org/officeDocument/2006/relationships/image" Target="../media/image25005.png"/><Relationship Id="rId93" Type="http://schemas.openxmlformats.org/officeDocument/2006/relationships/customXml" Target="../ink/ink1220.xml"/><Relationship Id="rId98" Type="http://schemas.openxmlformats.org/officeDocument/2006/relationships/image" Target="../media/image25018.png"/><Relationship Id="rId121" Type="http://schemas.openxmlformats.org/officeDocument/2006/relationships/customXml" Target="../ink/ink1234.xml"/><Relationship Id="rId142" Type="http://schemas.openxmlformats.org/officeDocument/2006/relationships/image" Target="../media/image25040.png"/><Relationship Id="rId163" Type="http://schemas.openxmlformats.org/officeDocument/2006/relationships/customXml" Target="../ink/ink1255.xml"/><Relationship Id="rId3" Type="http://schemas.openxmlformats.org/officeDocument/2006/relationships/image" Target="../media/image23952.png"/><Relationship Id="rId25" Type="http://schemas.openxmlformats.org/officeDocument/2006/relationships/customXml" Target="../ink/ink1186.xml"/><Relationship Id="rId46" Type="http://schemas.openxmlformats.org/officeDocument/2006/relationships/image" Target="../media/image24992.png"/><Relationship Id="rId67" Type="http://schemas.openxmlformats.org/officeDocument/2006/relationships/customXml" Target="../ink/ink1207.xml"/><Relationship Id="rId116" Type="http://schemas.openxmlformats.org/officeDocument/2006/relationships/image" Target="../media/image25027.png"/><Relationship Id="rId137" Type="http://schemas.openxmlformats.org/officeDocument/2006/relationships/customXml" Target="../ink/ink1242.xml"/><Relationship Id="rId158" Type="http://schemas.openxmlformats.org/officeDocument/2006/relationships/image" Target="../media/image25048.png"/><Relationship Id="rId20" Type="http://schemas.openxmlformats.org/officeDocument/2006/relationships/image" Target="../media/image24979.png"/><Relationship Id="rId41" Type="http://schemas.openxmlformats.org/officeDocument/2006/relationships/customXml" Target="../ink/ink1194.xml"/><Relationship Id="rId62" Type="http://schemas.openxmlformats.org/officeDocument/2006/relationships/image" Target="../media/image25000.png"/><Relationship Id="rId83" Type="http://schemas.openxmlformats.org/officeDocument/2006/relationships/customXml" Target="../ink/ink1215.xml"/><Relationship Id="rId88" Type="http://schemas.openxmlformats.org/officeDocument/2006/relationships/image" Target="../media/image25013.png"/><Relationship Id="rId111" Type="http://schemas.openxmlformats.org/officeDocument/2006/relationships/customXml" Target="../ink/ink1229.xml"/><Relationship Id="rId132" Type="http://schemas.openxmlformats.org/officeDocument/2006/relationships/image" Target="../media/image25035.png"/><Relationship Id="rId153" Type="http://schemas.openxmlformats.org/officeDocument/2006/relationships/customXml" Target="../ink/ink1250.xml"/><Relationship Id="rId174" Type="http://schemas.openxmlformats.org/officeDocument/2006/relationships/image" Target="../media/image25056.png"/><Relationship Id="rId15" Type="http://schemas.openxmlformats.org/officeDocument/2006/relationships/customXml" Target="../ink/ink1181.xml"/><Relationship Id="rId36" Type="http://schemas.openxmlformats.org/officeDocument/2006/relationships/image" Target="../media/image24987.png"/><Relationship Id="rId57" Type="http://schemas.openxmlformats.org/officeDocument/2006/relationships/customXml" Target="../ink/ink1202.xml"/><Relationship Id="rId106" Type="http://schemas.openxmlformats.org/officeDocument/2006/relationships/image" Target="../media/image25022.png"/><Relationship Id="rId127" Type="http://schemas.openxmlformats.org/officeDocument/2006/relationships/customXml" Target="../ink/ink1237.xml"/><Relationship Id="rId10" Type="http://schemas.openxmlformats.org/officeDocument/2006/relationships/image" Target="../media/image24974.png"/><Relationship Id="rId31" Type="http://schemas.openxmlformats.org/officeDocument/2006/relationships/customXml" Target="../ink/ink1189.xml"/><Relationship Id="rId52" Type="http://schemas.openxmlformats.org/officeDocument/2006/relationships/image" Target="../media/image24995.png"/><Relationship Id="rId73" Type="http://schemas.openxmlformats.org/officeDocument/2006/relationships/customXml" Target="../ink/ink1210.xml"/><Relationship Id="rId78" Type="http://schemas.openxmlformats.org/officeDocument/2006/relationships/image" Target="../media/image25008.png"/><Relationship Id="rId94" Type="http://schemas.openxmlformats.org/officeDocument/2006/relationships/image" Target="../media/image25016.png"/><Relationship Id="rId99" Type="http://schemas.openxmlformats.org/officeDocument/2006/relationships/customXml" Target="../ink/ink1223.xml"/><Relationship Id="rId101" Type="http://schemas.openxmlformats.org/officeDocument/2006/relationships/customXml" Target="../ink/ink1224.xml"/><Relationship Id="rId122" Type="http://schemas.openxmlformats.org/officeDocument/2006/relationships/image" Target="../media/image25030.png"/><Relationship Id="rId143" Type="http://schemas.openxmlformats.org/officeDocument/2006/relationships/customXml" Target="../ink/ink1245.xml"/><Relationship Id="rId148" Type="http://schemas.openxmlformats.org/officeDocument/2006/relationships/image" Target="../media/image25043.png"/><Relationship Id="rId164" Type="http://schemas.openxmlformats.org/officeDocument/2006/relationships/image" Target="../media/image25051.png"/><Relationship Id="rId169" Type="http://schemas.openxmlformats.org/officeDocument/2006/relationships/customXml" Target="../ink/ink1258.xml"/><Relationship Id="rId4" Type="http://schemas.openxmlformats.org/officeDocument/2006/relationships/customXml" Target="../ink/ink1175.xml"/><Relationship Id="rId9" Type="http://schemas.openxmlformats.org/officeDocument/2006/relationships/customXml" Target="../ink/ink1178.xml"/><Relationship Id="rId26" Type="http://schemas.openxmlformats.org/officeDocument/2006/relationships/image" Target="../media/image24982.png"/><Relationship Id="rId47" Type="http://schemas.openxmlformats.org/officeDocument/2006/relationships/customXml" Target="../ink/ink1197.xml"/><Relationship Id="rId68" Type="http://schemas.openxmlformats.org/officeDocument/2006/relationships/image" Target="../media/image25003.png"/><Relationship Id="rId89" Type="http://schemas.openxmlformats.org/officeDocument/2006/relationships/customXml" Target="../ink/ink1218.xml"/><Relationship Id="rId112" Type="http://schemas.openxmlformats.org/officeDocument/2006/relationships/image" Target="../media/image25025.png"/><Relationship Id="rId133" Type="http://schemas.openxmlformats.org/officeDocument/2006/relationships/customXml" Target="../ink/ink1240.xml"/><Relationship Id="rId154" Type="http://schemas.openxmlformats.org/officeDocument/2006/relationships/image" Target="../media/image25046.png"/><Relationship Id="rId175" Type="http://schemas.openxmlformats.org/officeDocument/2006/relationships/customXml" Target="../ink/ink1261.xml"/><Relationship Id="rId16" Type="http://schemas.openxmlformats.org/officeDocument/2006/relationships/image" Target="../media/image24977.png"/><Relationship Id="rId37" Type="http://schemas.openxmlformats.org/officeDocument/2006/relationships/customXml" Target="../ink/ink1192.xml"/><Relationship Id="rId58" Type="http://schemas.openxmlformats.org/officeDocument/2006/relationships/image" Target="../media/image24998.png"/><Relationship Id="rId79" Type="http://schemas.openxmlformats.org/officeDocument/2006/relationships/customXml" Target="../ink/ink1213.xml"/><Relationship Id="rId102" Type="http://schemas.openxmlformats.org/officeDocument/2006/relationships/image" Target="../media/image25020.png"/><Relationship Id="rId123" Type="http://schemas.openxmlformats.org/officeDocument/2006/relationships/customXml" Target="../ink/ink1235.xml"/><Relationship Id="rId144" Type="http://schemas.openxmlformats.org/officeDocument/2006/relationships/image" Target="../media/image25041.png"/><Relationship Id="rId90" Type="http://schemas.openxmlformats.org/officeDocument/2006/relationships/image" Target="../media/image25014.png"/><Relationship Id="rId165" Type="http://schemas.openxmlformats.org/officeDocument/2006/relationships/customXml" Target="../ink/ink1256.xml"/><Relationship Id="rId27" Type="http://schemas.openxmlformats.org/officeDocument/2006/relationships/customXml" Target="../ink/ink1187.xml"/><Relationship Id="rId48" Type="http://schemas.openxmlformats.org/officeDocument/2006/relationships/image" Target="../media/image24993.png"/><Relationship Id="rId69" Type="http://schemas.openxmlformats.org/officeDocument/2006/relationships/customXml" Target="../ink/ink1208.xml"/><Relationship Id="rId113" Type="http://schemas.openxmlformats.org/officeDocument/2006/relationships/customXml" Target="../ink/ink1230.xml"/><Relationship Id="rId134" Type="http://schemas.openxmlformats.org/officeDocument/2006/relationships/image" Target="../media/image25036.png"/><Relationship Id="rId80" Type="http://schemas.openxmlformats.org/officeDocument/2006/relationships/image" Target="../media/image25009.png"/><Relationship Id="rId155" Type="http://schemas.openxmlformats.org/officeDocument/2006/relationships/customXml" Target="../ink/ink1251.xml"/><Relationship Id="rId176" Type="http://schemas.openxmlformats.org/officeDocument/2006/relationships/image" Target="../media/image25057.png"/><Relationship Id="rId17" Type="http://schemas.openxmlformats.org/officeDocument/2006/relationships/customXml" Target="../ink/ink1182.xml"/><Relationship Id="rId38" Type="http://schemas.openxmlformats.org/officeDocument/2006/relationships/image" Target="../media/image24988.png"/><Relationship Id="rId59" Type="http://schemas.openxmlformats.org/officeDocument/2006/relationships/customXml" Target="../ink/ink1203.xml"/><Relationship Id="rId103" Type="http://schemas.openxmlformats.org/officeDocument/2006/relationships/customXml" Target="../ink/ink1225.xml"/><Relationship Id="rId124" Type="http://schemas.openxmlformats.org/officeDocument/2006/relationships/image" Target="../media/image25031.png"/><Relationship Id="rId70" Type="http://schemas.openxmlformats.org/officeDocument/2006/relationships/image" Target="../media/image25004.png"/><Relationship Id="rId91" Type="http://schemas.openxmlformats.org/officeDocument/2006/relationships/customXml" Target="../ink/ink1219.xml"/><Relationship Id="rId145" Type="http://schemas.openxmlformats.org/officeDocument/2006/relationships/customXml" Target="../ink/ink1246.xml"/><Relationship Id="rId166" Type="http://schemas.openxmlformats.org/officeDocument/2006/relationships/image" Target="../media/image2505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1321.xml"/><Relationship Id="rId299" Type="http://schemas.openxmlformats.org/officeDocument/2006/relationships/customXml" Target="../ink/ink1412.xml"/><Relationship Id="rId21" Type="http://schemas.openxmlformats.org/officeDocument/2006/relationships/customXml" Target="../ink/ink1273.xml"/><Relationship Id="rId63" Type="http://schemas.openxmlformats.org/officeDocument/2006/relationships/customXml" Target="../ink/ink1294.xml"/><Relationship Id="rId159" Type="http://schemas.openxmlformats.org/officeDocument/2006/relationships/customXml" Target="../ink/ink1342.xml"/><Relationship Id="rId170" Type="http://schemas.openxmlformats.org/officeDocument/2006/relationships/image" Target="../media/image25137.png"/><Relationship Id="rId226" Type="http://schemas.openxmlformats.org/officeDocument/2006/relationships/image" Target="../media/image25165.png"/><Relationship Id="rId268" Type="http://schemas.openxmlformats.org/officeDocument/2006/relationships/image" Target="../media/image25186.png"/><Relationship Id="rId32" Type="http://schemas.openxmlformats.org/officeDocument/2006/relationships/image" Target="../media/image25070.png"/><Relationship Id="rId74" Type="http://schemas.openxmlformats.org/officeDocument/2006/relationships/image" Target="../media/image25090.png"/><Relationship Id="rId128" Type="http://schemas.openxmlformats.org/officeDocument/2006/relationships/image" Target="../media/image25117.png"/><Relationship Id="rId5" Type="http://schemas.openxmlformats.org/officeDocument/2006/relationships/image" Target="../media/image24441.png"/><Relationship Id="rId181" Type="http://schemas.openxmlformats.org/officeDocument/2006/relationships/customXml" Target="../ink/ink1353.xml"/><Relationship Id="rId237" Type="http://schemas.openxmlformats.org/officeDocument/2006/relationships/customXml" Target="../ink/ink1381.xml"/><Relationship Id="rId279" Type="http://schemas.openxmlformats.org/officeDocument/2006/relationships/customXml" Target="../ink/ink1402.xml"/><Relationship Id="rId43" Type="http://schemas.openxmlformats.org/officeDocument/2006/relationships/customXml" Target="../ink/ink1284.xml"/><Relationship Id="rId139" Type="http://schemas.openxmlformats.org/officeDocument/2006/relationships/customXml" Target="../ink/ink1332.xml"/><Relationship Id="rId290" Type="http://schemas.openxmlformats.org/officeDocument/2006/relationships/image" Target="../media/image25197.png"/><Relationship Id="rId304" Type="http://schemas.openxmlformats.org/officeDocument/2006/relationships/image" Target="../media/image25204.png"/><Relationship Id="rId85" Type="http://schemas.openxmlformats.org/officeDocument/2006/relationships/customXml" Target="../ink/ink1305.xml"/><Relationship Id="rId150" Type="http://schemas.openxmlformats.org/officeDocument/2006/relationships/image" Target="../media/image25127.png"/><Relationship Id="rId192" Type="http://schemas.openxmlformats.org/officeDocument/2006/relationships/image" Target="../media/image25148.png"/><Relationship Id="rId206" Type="http://schemas.openxmlformats.org/officeDocument/2006/relationships/image" Target="../media/image25155.png"/><Relationship Id="rId248" Type="http://schemas.openxmlformats.org/officeDocument/2006/relationships/image" Target="../media/image25176.png"/><Relationship Id="rId12" Type="http://schemas.openxmlformats.org/officeDocument/2006/relationships/image" Target="../media/image25060.png"/><Relationship Id="rId108" Type="http://schemas.openxmlformats.org/officeDocument/2006/relationships/image" Target="../media/image25107.png"/><Relationship Id="rId315" Type="http://schemas.openxmlformats.org/officeDocument/2006/relationships/customXml" Target="../ink/ink1420.xml"/><Relationship Id="rId54" Type="http://schemas.openxmlformats.org/officeDocument/2006/relationships/image" Target="../media/image25080.png"/><Relationship Id="rId96" Type="http://schemas.openxmlformats.org/officeDocument/2006/relationships/image" Target="../media/image25101.png"/><Relationship Id="rId161" Type="http://schemas.openxmlformats.org/officeDocument/2006/relationships/customXml" Target="../ink/ink1343.xml"/><Relationship Id="rId217" Type="http://schemas.openxmlformats.org/officeDocument/2006/relationships/customXml" Target="../ink/ink1371.xml"/><Relationship Id="rId259" Type="http://schemas.openxmlformats.org/officeDocument/2006/relationships/customXml" Target="../ink/ink1392.xml"/><Relationship Id="rId23" Type="http://schemas.openxmlformats.org/officeDocument/2006/relationships/customXml" Target="../ink/ink1274.xml"/><Relationship Id="rId119" Type="http://schemas.openxmlformats.org/officeDocument/2006/relationships/customXml" Target="../ink/ink1322.xml"/><Relationship Id="rId270" Type="http://schemas.openxmlformats.org/officeDocument/2006/relationships/image" Target="../media/image25187.png"/><Relationship Id="rId65" Type="http://schemas.openxmlformats.org/officeDocument/2006/relationships/customXml" Target="../ink/ink1295.xml"/><Relationship Id="rId130" Type="http://schemas.openxmlformats.org/officeDocument/2006/relationships/image" Target="../media/image25118.png"/><Relationship Id="rId172" Type="http://schemas.openxmlformats.org/officeDocument/2006/relationships/image" Target="../media/image25138.png"/><Relationship Id="rId193" Type="http://schemas.openxmlformats.org/officeDocument/2006/relationships/customXml" Target="../ink/ink1359.xml"/><Relationship Id="rId207" Type="http://schemas.openxmlformats.org/officeDocument/2006/relationships/customXml" Target="../ink/ink1366.xml"/><Relationship Id="rId228" Type="http://schemas.openxmlformats.org/officeDocument/2006/relationships/image" Target="../media/image25166.png"/><Relationship Id="rId249" Type="http://schemas.openxmlformats.org/officeDocument/2006/relationships/customXml" Target="../ink/ink1387.xml"/><Relationship Id="rId13" Type="http://schemas.openxmlformats.org/officeDocument/2006/relationships/customXml" Target="../ink/ink1269.xml"/><Relationship Id="rId109" Type="http://schemas.openxmlformats.org/officeDocument/2006/relationships/customXml" Target="../ink/ink1317.xml"/><Relationship Id="rId260" Type="http://schemas.openxmlformats.org/officeDocument/2006/relationships/image" Target="../media/image25182.png"/><Relationship Id="rId281" Type="http://schemas.openxmlformats.org/officeDocument/2006/relationships/customXml" Target="../ink/ink1403.xml"/><Relationship Id="rId316" Type="http://schemas.openxmlformats.org/officeDocument/2006/relationships/image" Target="../media/image25209.png"/><Relationship Id="rId34" Type="http://schemas.openxmlformats.org/officeDocument/2006/relationships/image" Target="../media/image25071.png"/><Relationship Id="rId55" Type="http://schemas.openxmlformats.org/officeDocument/2006/relationships/customXml" Target="../ink/ink1290.xml"/><Relationship Id="rId76" Type="http://schemas.openxmlformats.org/officeDocument/2006/relationships/image" Target="../media/image25091.png"/><Relationship Id="rId97" Type="http://schemas.openxmlformats.org/officeDocument/2006/relationships/customXml" Target="../ink/ink1311.xml"/><Relationship Id="rId120" Type="http://schemas.openxmlformats.org/officeDocument/2006/relationships/image" Target="../media/image25113.png"/><Relationship Id="rId141" Type="http://schemas.openxmlformats.org/officeDocument/2006/relationships/customXml" Target="../ink/ink1333.xml"/><Relationship Id="rId7" Type="http://schemas.openxmlformats.org/officeDocument/2006/relationships/image" Target="../media/image24442.png"/><Relationship Id="rId162" Type="http://schemas.openxmlformats.org/officeDocument/2006/relationships/image" Target="../media/image25133.png"/><Relationship Id="rId183" Type="http://schemas.openxmlformats.org/officeDocument/2006/relationships/customXml" Target="../ink/ink1354.xml"/><Relationship Id="rId218" Type="http://schemas.openxmlformats.org/officeDocument/2006/relationships/image" Target="../media/image25161.png"/><Relationship Id="rId239" Type="http://schemas.openxmlformats.org/officeDocument/2006/relationships/customXml" Target="../ink/ink1382.xml"/><Relationship Id="rId250" Type="http://schemas.openxmlformats.org/officeDocument/2006/relationships/image" Target="../media/image25177.png"/><Relationship Id="rId271" Type="http://schemas.openxmlformats.org/officeDocument/2006/relationships/customXml" Target="../ink/ink1398.xml"/><Relationship Id="rId292" Type="http://schemas.openxmlformats.org/officeDocument/2006/relationships/image" Target="../media/image25198.png"/><Relationship Id="rId306" Type="http://schemas.openxmlformats.org/officeDocument/2006/relationships/image" Target="../media/image25205.png"/><Relationship Id="rId24" Type="http://schemas.openxmlformats.org/officeDocument/2006/relationships/image" Target="../media/image25066.png"/><Relationship Id="rId45" Type="http://schemas.openxmlformats.org/officeDocument/2006/relationships/customXml" Target="../ink/ink1285.xml"/><Relationship Id="rId66" Type="http://schemas.openxmlformats.org/officeDocument/2006/relationships/image" Target="../media/image25086.png"/><Relationship Id="rId87" Type="http://schemas.openxmlformats.org/officeDocument/2006/relationships/customXml" Target="../ink/ink1306.xml"/><Relationship Id="rId110" Type="http://schemas.openxmlformats.org/officeDocument/2006/relationships/image" Target="../media/image25108.png"/><Relationship Id="rId131" Type="http://schemas.openxmlformats.org/officeDocument/2006/relationships/customXml" Target="../ink/ink1328.xml"/><Relationship Id="rId152" Type="http://schemas.openxmlformats.org/officeDocument/2006/relationships/image" Target="../media/image25128.png"/><Relationship Id="rId173" Type="http://schemas.openxmlformats.org/officeDocument/2006/relationships/customXml" Target="../ink/ink1349.xml"/><Relationship Id="rId194" Type="http://schemas.openxmlformats.org/officeDocument/2006/relationships/image" Target="../media/image25149.png"/><Relationship Id="rId208" Type="http://schemas.openxmlformats.org/officeDocument/2006/relationships/image" Target="../media/image25156.png"/><Relationship Id="rId229" Type="http://schemas.openxmlformats.org/officeDocument/2006/relationships/customXml" Target="../ink/ink1377.xml"/><Relationship Id="rId240" Type="http://schemas.openxmlformats.org/officeDocument/2006/relationships/image" Target="../media/image25172.png"/><Relationship Id="rId261" Type="http://schemas.openxmlformats.org/officeDocument/2006/relationships/customXml" Target="../ink/ink1393.xml"/><Relationship Id="rId14" Type="http://schemas.openxmlformats.org/officeDocument/2006/relationships/image" Target="../media/image25061.png"/><Relationship Id="rId35" Type="http://schemas.openxmlformats.org/officeDocument/2006/relationships/customXml" Target="../ink/ink1280.xml"/><Relationship Id="rId56" Type="http://schemas.openxmlformats.org/officeDocument/2006/relationships/image" Target="../media/image25081.png"/><Relationship Id="rId77" Type="http://schemas.openxmlformats.org/officeDocument/2006/relationships/customXml" Target="../ink/ink1301.xml"/><Relationship Id="rId100" Type="http://schemas.openxmlformats.org/officeDocument/2006/relationships/image" Target="../media/image25103.png"/><Relationship Id="rId282" Type="http://schemas.openxmlformats.org/officeDocument/2006/relationships/image" Target="../media/image25193.png"/><Relationship Id="rId8" Type="http://schemas.openxmlformats.org/officeDocument/2006/relationships/customXml" Target="../ink/ink1266.xml"/><Relationship Id="rId98" Type="http://schemas.openxmlformats.org/officeDocument/2006/relationships/image" Target="../media/image25102.png"/><Relationship Id="rId121" Type="http://schemas.openxmlformats.org/officeDocument/2006/relationships/customXml" Target="../ink/ink1323.xml"/><Relationship Id="rId142" Type="http://schemas.openxmlformats.org/officeDocument/2006/relationships/image" Target="../media/image25123.png"/><Relationship Id="rId163" Type="http://schemas.openxmlformats.org/officeDocument/2006/relationships/customXml" Target="../ink/ink1344.xml"/><Relationship Id="rId184" Type="http://schemas.openxmlformats.org/officeDocument/2006/relationships/image" Target="../media/image25144.png"/><Relationship Id="rId219" Type="http://schemas.openxmlformats.org/officeDocument/2006/relationships/customXml" Target="../ink/ink1372.xml"/><Relationship Id="rId230" Type="http://schemas.openxmlformats.org/officeDocument/2006/relationships/image" Target="../media/image25167.png"/><Relationship Id="rId251" Type="http://schemas.openxmlformats.org/officeDocument/2006/relationships/customXml" Target="../ink/ink1388.xml"/><Relationship Id="rId25" Type="http://schemas.openxmlformats.org/officeDocument/2006/relationships/customXml" Target="../ink/ink1275.xml"/><Relationship Id="rId46" Type="http://schemas.openxmlformats.org/officeDocument/2006/relationships/image" Target="../media/image25077.png"/><Relationship Id="rId67" Type="http://schemas.openxmlformats.org/officeDocument/2006/relationships/customXml" Target="../ink/ink1296.xml"/><Relationship Id="rId272" Type="http://schemas.openxmlformats.org/officeDocument/2006/relationships/image" Target="../media/image25188.png"/><Relationship Id="rId293" Type="http://schemas.openxmlformats.org/officeDocument/2006/relationships/customXml" Target="../ink/ink1409.xml"/><Relationship Id="rId307" Type="http://schemas.openxmlformats.org/officeDocument/2006/relationships/customXml" Target="../ink/ink1416.xml"/><Relationship Id="rId88" Type="http://schemas.openxmlformats.org/officeDocument/2006/relationships/image" Target="../media/image25097.png"/><Relationship Id="rId111" Type="http://schemas.openxmlformats.org/officeDocument/2006/relationships/customXml" Target="../ink/ink1318.xml"/><Relationship Id="rId132" Type="http://schemas.openxmlformats.org/officeDocument/2006/relationships/image" Target="../media/image25119.png"/><Relationship Id="rId153" Type="http://schemas.openxmlformats.org/officeDocument/2006/relationships/customXml" Target="../ink/ink1339.xml"/><Relationship Id="rId174" Type="http://schemas.openxmlformats.org/officeDocument/2006/relationships/image" Target="../media/image25139.png"/><Relationship Id="rId195" Type="http://schemas.openxmlformats.org/officeDocument/2006/relationships/customXml" Target="../ink/ink1360.xml"/><Relationship Id="rId209" Type="http://schemas.openxmlformats.org/officeDocument/2006/relationships/customXml" Target="../ink/ink1367.xml"/><Relationship Id="rId220" Type="http://schemas.openxmlformats.org/officeDocument/2006/relationships/image" Target="../media/image25162.png"/><Relationship Id="rId241" Type="http://schemas.openxmlformats.org/officeDocument/2006/relationships/customXml" Target="../ink/ink1383.xml"/><Relationship Id="rId15" Type="http://schemas.openxmlformats.org/officeDocument/2006/relationships/customXml" Target="../ink/ink1270.xml"/><Relationship Id="rId36" Type="http://schemas.openxmlformats.org/officeDocument/2006/relationships/image" Target="../media/image25072.png"/><Relationship Id="rId57" Type="http://schemas.openxmlformats.org/officeDocument/2006/relationships/customXml" Target="../ink/ink1291.xml"/><Relationship Id="rId262" Type="http://schemas.openxmlformats.org/officeDocument/2006/relationships/image" Target="../media/image25183.png"/><Relationship Id="rId283" Type="http://schemas.openxmlformats.org/officeDocument/2006/relationships/customXml" Target="../ink/ink1404.xml"/><Relationship Id="rId78" Type="http://schemas.openxmlformats.org/officeDocument/2006/relationships/image" Target="../media/image25092.png"/><Relationship Id="rId99" Type="http://schemas.openxmlformats.org/officeDocument/2006/relationships/customXml" Target="../ink/ink1312.xml"/><Relationship Id="rId101" Type="http://schemas.openxmlformats.org/officeDocument/2006/relationships/customXml" Target="../ink/ink1313.xml"/><Relationship Id="rId122" Type="http://schemas.openxmlformats.org/officeDocument/2006/relationships/image" Target="../media/image25114.png"/><Relationship Id="rId143" Type="http://schemas.openxmlformats.org/officeDocument/2006/relationships/customXml" Target="../ink/ink1334.xml"/><Relationship Id="rId164" Type="http://schemas.openxmlformats.org/officeDocument/2006/relationships/image" Target="../media/image25134.png"/><Relationship Id="rId185" Type="http://schemas.openxmlformats.org/officeDocument/2006/relationships/customXml" Target="../ink/ink1355.xml"/><Relationship Id="rId9" Type="http://schemas.openxmlformats.org/officeDocument/2006/relationships/customXml" Target="../ink/ink1267.xml"/><Relationship Id="rId210" Type="http://schemas.openxmlformats.org/officeDocument/2006/relationships/image" Target="../media/image25157.png"/><Relationship Id="rId26" Type="http://schemas.openxmlformats.org/officeDocument/2006/relationships/image" Target="../media/image25067.png"/><Relationship Id="rId231" Type="http://schemas.openxmlformats.org/officeDocument/2006/relationships/customXml" Target="../ink/ink1378.xml"/><Relationship Id="rId252" Type="http://schemas.openxmlformats.org/officeDocument/2006/relationships/image" Target="../media/image25178.png"/><Relationship Id="rId273" Type="http://schemas.openxmlformats.org/officeDocument/2006/relationships/customXml" Target="../ink/ink1399.xml"/><Relationship Id="rId294" Type="http://schemas.openxmlformats.org/officeDocument/2006/relationships/image" Target="../media/image25199.png"/><Relationship Id="rId308" Type="http://schemas.openxmlformats.org/officeDocument/2006/relationships/image" Target="../media/image25206.png"/><Relationship Id="rId47" Type="http://schemas.openxmlformats.org/officeDocument/2006/relationships/customXml" Target="../ink/ink1286.xml"/><Relationship Id="rId68" Type="http://schemas.openxmlformats.org/officeDocument/2006/relationships/image" Target="../media/image25087.png"/><Relationship Id="rId89" Type="http://schemas.openxmlformats.org/officeDocument/2006/relationships/customXml" Target="../ink/ink1307.xml"/><Relationship Id="rId112" Type="http://schemas.openxmlformats.org/officeDocument/2006/relationships/image" Target="../media/image25109.png"/><Relationship Id="rId133" Type="http://schemas.openxmlformats.org/officeDocument/2006/relationships/customXml" Target="../ink/ink1329.xml"/><Relationship Id="rId154" Type="http://schemas.openxmlformats.org/officeDocument/2006/relationships/image" Target="../media/image25129.png"/><Relationship Id="rId175" Type="http://schemas.openxmlformats.org/officeDocument/2006/relationships/customXml" Target="../ink/ink1350.xml"/><Relationship Id="rId196" Type="http://schemas.openxmlformats.org/officeDocument/2006/relationships/image" Target="../media/image25150.png"/><Relationship Id="rId200" Type="http://schemas.openxmlformats.org/officeDocument/2006/relationships/image" Target="../media/image25152.png"/><Relationship Id="rId16" Type="http://schemas.openxmlformats.org/officeDocument/2006/relationships/image" Target="../media/image25062.png"/><Relationship Id="rId221" Type="http://schemas.openxmlformats.org/officeDocument/2006/relationships/customXml" Target="../ink/ink1373.xml"/><Relationship Id="rId242" Type="http://schemas.openxmlformats.org/officeDocument/2006/relationships/image" Target="../media/image25173.png"/><Relationship Id="rId263" Type="http://schemas.openxmlformats.org/officeDocument/2006/relationships/customXml" Target="../ink/ink1394.xml"/><Relationship Id="rId284" Type="http://schemas.openxmlformats.org/officeDocument/2006/relationships/image" Target="../media/image25194.png"/><Relationship Id="rId37" Type="http://schemas.openxmlformats.org/officeDocument/2006/relationships/customXml" Target="../ink/ink1281.xml"/><Relationship Id="rId58" Type="http://schemas.openxmlformats.org/officeDocument/2006/relationships/image" Target="../media/image25082.png"/><Relationship Id="rId79" Type="http://schemas.openxmlformats.org/officeDocument/2006/relationships/customXml" Target="../ink/ink1302.xml"/><Relationship Id="rId102" Type="http://schemas.openxmlformats.org/officeDocument/2006/relationships/image" Target="../media/image25104.png"/><Relationship Id="rId123" Type="http://schemas.openxmlformats.org/officeDocument/2006/relationships/customXml" Target="../ink/ink1324.xml"/><Relationship Id="rId144" Type="http://schemas.openxmlformats.org/officeDocument/2006/relationships/image" Target="../media/image25124.png"/><Relationship Id="rId90" Type="http://schemas.openxmlformats.org/officeDocument/2006/relationships/image" Target="../media/image25098.png"/><Relationship Id="rId165" Type="http://schemas.openxmlformats.org/officeDocument/2006/relationships/customXml" Target="../ink/ink1345.xml"/><Relationship Id="rId186" Type="http://schemas.openxmlformats.org/officeDocument/2006/relationships/image" Target="../media/image25145.png"/><Relationship Id="rId211" Type="http://schemas.openxmlformats.org/officeDocument/2006/relationships/customXml" Target="../ink/ink1368.xml"/><Relationship Id="rId232" Type="http://schemas.openxmlformats.org/officeDocument/2006/relationships/image" Target="../media/image25168.png"/><Relationship Id="rId253" Type="http://schemas.openxmlformats.org/officeDocument/2006/relationships/customXml" Target="../ink/ink1389.xml"/><Relationship Id="rId274" Type="http://schemas.openxmlformats.org/officeDocument/2006/relationships/image" Target="../media/image25189.png"/><Relationship Id="rId295" Type="http://schemas.openxmlformats.org/officeDocument/2006/relationships/customXml" Target="../ink/ink1410.xml"/><Relationship Id="rId309" Type="http://schemas.openxmlformats.org/officeDocument/2006/relationships/customXml" Target="../ink/ink1417.xml"/><Relationship Id="rId27" Type="http://schemas.openxmlformats.org/officeDocument/2006/relationships/customXml" Target="../ink/ink1276.xml"/><Relationship Id="rId48" Type="http://schemas.openxmlformats.org/officeDocument/2006/relationships/image" Target="../media/image25078.png"/><Relationship Id="rId69" Type="http://schemas.openxmlformats.org/officeDocument/2006/relationships/customXml" Target="../ink/ink1297.xml"/><Relationship Id="rId113" Type="http://schemas.openxmlformats.org/officeDocument/2006/relationships/customXml" Target="../ink/ink1319.xml"/><Relationship Id="rId134" Type="http://schemas.openxmlformats.org/officeDocument/2006/relationships/image" Target="../media/image23904.png"/><Relationship Id="rId80" Type="http://schemas.openxmlformats.org/officeDocument/2006/relationships/image" Target="../media/image25093.png"/><Relationship Id="rId155" Type="http://schemas.openxmlformats.org/officeDocument/2006/relationships/customXml" Target="../ink/ink1340.xml"/><Relationship Id="rId176" Type="http://schemas.openxmlformats.org/officeDocument/2006/relationships/image" Target="../media/image25140.png"/><Relationship Id="rId197" Type="http://schemas.openxmlformats.org/officeDocument/2006/relationships/customXml" Target="../ink/ink1361.xml"/><Relationship Id="rId201" Type="http://schemas.openxmlformats.org/officeDocument/2006/relationships/customXml" Target="../ink/ink1363.xml"/><Relationship Id="rId222" Type="http://schemas.openxmlformats.org/officeDocument/2006/relationships/image" Target="../media/image25163.png"/><Relationship Id="rId243" Type="http://schemas.openxmlformats.org/officeDocument/2006/relationships/customXml" Target="../ink/ink1384.xml"/><Relationship Id="rId264" Type="http://schemas.openxmlformats.org/officeDocument/2006/relationships/image" Target="../media/image25184.png"/><Relationship Id="rId285" Type="http://schemas.openxmlformats.org/officeDocument/2006/relationships/customXml" Target="../ink/ink1405.xml"/><Relationship Id="rId17" Type="http://schemas.openxmlformats.org/officeDocument/2006/relationships/customXml" Target="../ink/ink1271.xml"/><Relationship Id="rId38" Type="http://schemas.openxmlformats.org/officeDocument/2006/relationships/image" Target="../media/image25073.png"/><Relationship Id="rId59" Type="http://schemas.openxmlformats.org/officeDocument/2006/relationships/customXml" Target="../ink/ink1292.xml"/><Relationship Id="rId103" Type="http://schemas.openxmlformats.org/officeDocument/2006/relationships/customXml" Target="../ink/ink1314.xml"/><Relationship Id="rId124" Type="http://schemas.openxmlformats.org/officeDocument/2006/relationships/image" Target="../media/image25115.png"/><Relationship Id="rId310" Type="http://schemas.openxmlformats.org/officeDocument/2006/relationships/image" Target="../media/image25207.png"/><Relationship Id="rId70" Type="http://schemas.openxmlformats.org/officeDocument/2006/relationships/image" Target="../media/image25088.png"/><Relationship Id="rId91" Type="http://schemas.openxmlformats.org/officeDocument/2006/relationships/customXml" Target="../ink/ink1308.xml"/><Relationship Id="rId145" Type="http://schemas.openxmlformats.org/officeDocument/2006/relationships/customXml" Target="../ink/ink1335.xml"/><Relationship Id="rId166" Type="http://schemas.openxmlformats.org/officeDocument/2006/relationships/image" Target="../media/image25135.png"/><Relationship Id="rId187" Type="http://schemas.openxmlformats.org/officeDocument/2006/relationships/customXml" Target="../ink/ink1356.xml"/><Relationship Id="rId1" Type="http://schemas.openxmlformats.org/officeDocument/2006/relationships/slideLayout" Target="../slideLayouts/slideLayout2.xml"/><Relationship Id="rId212" Type="http://schemas.openxmlformats.org/officeDocument/2006/relationships/image" Target="../media/image25158.png"/><Relationship Id="rId233" Type="http://schemas.openxmlformats.org/officeDocument/2006/relationships/customXml" Target="../ink/ink1379.xml"/><Relationship Id="rId254" Type="http://schemas.openxmlformats.org/officeDocument/2006/relationships/image" Target="../media/image25179.png"/><Relationship Id="rId28" Type="http://schemas.openxmlformats.org/officeDocument/2006/relationships/image" Target="../media/image25068.png"/><Relationship Id="rId49" Type="http://schemas.openxmlformats.org/officeDocument/2006/relationships/customXml" Target="../ink/ink1287.xml"/><Relationship Id="rId114" Type="http://schemas.openxmlformats.org/officeDocument/2006/relationships/image" Target="../media/image25110.png"/><Relationship Id="rId275" Type="http://schemas.openxmlformats.org/officeDocument/2006/relationships/customXml" Target="../ink/ink1400.xml"/><Relationship Id="rId296" Type="http://schemas.openxmlformats.org/officeDocument/2006/relationships/image" Target="../media/image25200.png"/><Relationship Id="rId300" Type="http://schemas.openxmlformats.org/officeDocument/2006/relationships/image" Target="../media/image25202.png"/><Relationship Id="rId60" Type="http://schemas.openxmlformats.org/officeDocument/2006/relationships/image" Target="../media/image25083.png"/><Relationship Id="rId81" Type="http://schemas.openxmlformats.org/officeDocument/2006/relationships/customXml" Target="../ink/ink1303.xml"/><Relationship Id="rId135" Type="http://schemas.openxmlformats.org/officeDocument/2006/relationships/customXml" Target="../ink/ink1330.xml"/><Relationship Id="rId156" Type="http://schemas.openxmlformats.org/officeDocument/2006/relationships/image" Target="../media/image25130.png"/><Relationship Id="rId177" Type="http://schemas.openxmlformats.org/officeDocument/2006/relationships/customXml" Target="../ink/ink1351.xml"/><Relationship Id="rId198" Type="http://schemas.openxmlformats.org/officeDocument/2006/relationships/image" Target="../media/image25151.png"/><Relationship Id="rId202" Type="http://schemas.openxmlformats.org/officeDocument/2006/relationships/image" Target="../media/image25153.png"/><Relationship Id="rId223" Type="http://schemas.openxmlformats.org/officeDocument/2006/relationships/customXml" Target="../ink/ink1374.xml"/><Relationship Id="rId244" Type="http://schemas.openxmlformats.org/officeDocument/2006/relationships/image" Target="../media/image25174.png"/><Relationship Id="rId18" Type="http://schemas.openxmlformats.org/officeDocument/2006/relationships/image" Target="../media/image25063.png"/><Relationship Id="rId39" Type="http://schemas.openxmlformats.org/officeDocument/2006/relationships/customXml" Target="../ink/ink1282.xml"/><Relationship Id="rId265" Type="http://schemas.openxmlformats.org/officeDocument/2006/relationships/customXml" Target="../ink/ink1395.xml"/><Relationship Id="rId286" Type="http://schemas.openxmlformats.org/officeDocument/2006/relationships/image" Target="../media/image25195.png"/><Relationship Id="rId50" Type="http://schemas.openxmlformats.org/officeDocument/2006/relationships/image" Target="../media/image24412.png"/><Relationship Id="rId104" Type="http://schemas.openxmlformats.org/officeDocument/2006/relationships/image" Target="../media/image25105.png"/><Relationship Id="rId125" Type="http://schemas.openxmlformats.org/officeDocument/2006/relationships/customXml" Target="../ink/ink1325.xml"/><Relationship Id="rId146" Type="http://schemas.openxmlformats.org/officeDocument/2006/relationships/image" Target="../media/image25125.png"/><Relationship Id="rId167" Type="http://schemas.openxmlformats.org/officeDocument/2006/relationships/customXml" Target="../ink/ink1346.xml"/><Relationship Id="rId188" Type="http://schemas.openxmlformats.org/officeDocument/2006/relationships/image" Target="../media/image25146.png"/><Relationship Id="rId311" Type="http://schemas.openxmlformats.org/officeDocument/2006/relationships/customXml" Target="../ink/ink1418.xml"/><Relationship Id="rId71" Type="http://schemas.openxmlformats.org/officeDocument/2006/relationships/customXml" Target="../ink/ink1298.xml"/><Relationship Id="rId92" Type="http://schemas.openxmlformats.org/officeDocument/2006/relationships/image" Target="../media/image25099.png"/><Relationship Id="rId213" Type="http://schemas.openxmlformats.org/officeDocument/2006/relationships/customXml" Target="../ink/ink1369.xml"/><Relationship Id="rId234" Type="http://schemas.openxmlformats.org/officeDocument/2006/relationships/image" Target="../media/image25169.png"/><Relationship Id="rId2" Type="http://schemas.openxmlformats.org/officeDocument/2006/relationships/customXml" Target="../ink/ink1263.xml"/><Relationship Id="rId29" Type="http://schemas.openxmlformats.org/officeDocument/2006/relationships/customXml" Target="../ink/ink1277.xml"/><Relationship Id="rId255" Type="http://schemas.openxmlformats.org/officeDocument/2006/relationships/customXml" Target="../ink/ink1390.xml"/><Relationship Id="rId276" Type="http://schemas.openxmlformats.org/officeDocument/2006/relationships/image" Target="../media/image25190.png"/><Relationship Id="rId297" Type="http://schemas.openxmlformats.org/officeDocument/2006/relationships/customXml" Target="../ink/ink1411.xml"/><Relationship Id="rId40" Type="http://schemas.openxmlformats.org/officeDocument/2006/relationships/image" Target="../media/image25074.png"/><Relationship Id="rId115" Type="http://schemas.openxmlformats.org/officeDocument/2006/relationships/customXml" Target="../ink/ink1320.xml"/><Relationship Id="rId136" Type="http://schemas.openxmlformats.org/officeDocument/2006/relationships/image" Target="../media/image25120.png"/><Relationship Id="rId157" Type="http://schemas.openxmlformats.org/officeDocument/2006/relationships/customXml" Target="../ink/ink1341.xml"/><Relationship Id="rId178" Type="http://schemas.openxmlformats.org/officeDocument/2006/relationships/image" Target="../media/image25141.png"/><Relationship Id="rId301" Type="http://schemas.openxmlformats.org/officeDocument/2006/relationships/customXml" Target="../ink/ink1413.xml"/><Relationship Id="rId61" Type="http://schemas.openxmlformats.org/officeDocument/2006/relationships/customXml" Target="../ink/ink1293.xml"/><Relationship Id="rId82" Type="http://schemas.openxmlformats.org/officeDocument/2006/relationships/image" Target="../media/image25094.png"/><Relationship Id="rId199" Type="http://schemas.openxmlformats.org/officeDocument/2006/relationships/customXml" Target="../ink/ink1362.xml"/><Relationship Id="rId203" Type="http://schemas.openxmlformats.org/officeDocument/2006/relationships/customXml" Target="../ink/ink1364.xml"/><Relationship Id="rId19" Type="http://schemas.openxmlformats.org/officeDocument/2006/relationships/customXml" Target="../ink/ink1272.xml"/><Relationship Id="rId224" Type="http://schemas.openxmlformats.org/officeDocument/2006/relationships/image" Target="../media/image25164.png"/><Relationship Id="rId245" Type="http://schemas.openxmlformats.org/officeDocument/2006/relationships/customXml" Target="../ink/ink1385.xml"/><Relationship Id="rId266" Type="http://schemas.openxmlformats.org/officeDocument/2006/relationships/image" Target="../media/image25185.png"/><Relationship Id="rId287" Type="http://schemas.openxmlformats.org/officeDocument/2006/relationships/customXml" Target="../ink/ink1406.xml"/><Relationship Id="rId30" Type="http://schemas.openxmlformats.org/officeDocument/2006/relationships/image" Target="../media/image25069.png"/><Relationship Id="rId105" Type="http://schemas.openxmlformats.org/officeDocument/2006/relationships/customXml" Target="../ink/ink1315.xml"/><Relationship Id="rId126" Type="http://schemas.openxmlformats.org/officeDocument/2006/relationships/image" Target="../media/image25116.png"/><Relationship Id="rId147" Type="http://schemas.openxmlformats.org/officeDocument/2006/relationships/customXml" Target="../ink/ink1336.xml"/><Relationship Id="rId168" Type="http://schemas.openxmlformats.org/officeDocument/2006/relationships/image" Target="../media/image25136.png"/><Relationship Id="rId312" Type="http://schemas.openxmlformats.org/officeDocument/2006/relationships/image" Target="../media/image24374.png"/><Relationship Id="rId51" Type="http://schemas.openxmlformats.org/officeDocument/2006/relationships/customXml" Target="../ink/ink1288.xml"/><Relationship Id="rId72" Type="http://schemas.openxmlformats.org/officeDocument/2006/relationships/image" Target="../media/image25089.png"/><Relationship Id="rId93" Type="http://schemas.openxmlformats.org/officeDocument/2006/relationships/customXml" Target="../ink/ink1309.xml"/><Relationship Id="rId189" Type="http://schemas.openxmlformats.org/officeDocument/2006/relationships/customXml" Target="../ink/ink1357.xml"/><Relationship Id="rId3" Type="http://schemas.openxmlformats.org/officeDocument/2006/relationships/image" Target="../media/image23952.png"/><Relationship Id="rId214" Type="http://schemas.openxmlformats.org/officeDocument/2006/relationships/image" Target="../media/image25159.png"/><Relationship Id="rId235" Type="http://schemas.openxmlformats.org/officeDocument/2006/relationships/customXml" Target="../ink/ink1380.xml"/><Relationship Id="rId256" Type="http://schemas.openxmlformats.org/officeDocument/2006/relationships/image" Target="../media/image25180.png"/><Relationship Id="rId277" Type="http://schemas.openxmlformats.org/officeDocument/2006/relationships/customXml" Target="../ink/ink1401.xml"/><Relationship Id="rId298" Type="http://schemas.openxmlformats.org/officeDocument/2006/relationships/image" Target="../media/image25201.png"/><Relationship Id="rId116" Type="http://schemas.openxmlformats.org/officeDocument/2006/relationships/image" Target="../media/image25111.png"/><Relationship Id="rId137" Type="http://schemas.openxmlformats.org/officeDocument/2006/relationships/customXml" Target="../ink/ink1331.xml"/><Relationship Id="rId158" Type="http://schemas.openxmlformats.org/officeDocument/2006/relationships/image" Target="../media/image25131.png"/><Relationship Id="rId302" Type="http://schemas.openxmlformats.org/officeDocument/2006/relationships/image" Target="../media/image25203.png"/><Relationship Id="rId20" Type="http://schemas.openxmlformats.org/officeDocument/2006/relationships/image" Target="../media/image25064.png"/><Relationship Id="rId41" Type="http://schemas.openxmlformats.org/officeDocument/2006/relationships/customXml" Target="../ink/ink1283.xml"/><Relationship Id="rId62" Type="http://schemas.openxmlformats.org/officeDocument/2006/relationships/image" Target="../media/image25084.png"/><Relationship Id="rId83" Type="http://schemas.openxmlformats.org/officeDocument/2006/relationships/customXml" Target="../ink/ink1304.xml"/><Relationship Id="rId179" Type="http://schemas.openxmlformats.org/officeDocument/2006/relationships/customXml" Target="../ink/ink1352.xml"/><Relationship Id="rId190" Type="http://schemas.openxmlformats.org/officeDocument/2006/relationships/image" Target="../media/image25147.png"/><Relationship Id="rId204" Type="http://schemas.openxmlformats.org/officeDocument/2006/relationships/image" Target="../media/image25154.png"/><Relationship Id="rId225" Type="http://schemas.openxmlformats.org/officeDocument/2006/relationships/customXml" Target="../ink/ink1375.xml"/><Relationship Id="rId246" Type="http://schemas.openxmlformats.org/officeDocument/2006/relationships/image" Target="../media/image25175.png"/><Relationship Id="rId267" Type="http://schemas.openxmlformats.org/officeDocument/2006/relationships/customXml" Target="../ink/ink1396.xml"/><Relationship Id="rId288" Type="http://schemas.openxmlformats.org/officeDocument/2006/relationships/image" Target="../media/image25196.png"/><Relationship Id="rId106" Type="http://schemas.openxmlformats.org/officeDocument/2006/relationships/image" Target="../media/image25106.png"/><Relationship Id="rId127" Type="http://schemas.openxmlformats.org/officeDocument/2006/relationships/customXml" Target="../ink/ink1326.xml"/><Relationship Id="rId313" Type="http://schemas.openxmlformats.org/officeDocument/2006/relationships/customXml" Target="../ink/ink1419.xml"/><Relationship Id="rId10" Type="http://schemas.openxmlformats.org/officeDocument/2006/relationships/image" Target="../media/image25059.png"/><Relationship Id="rId31" Type="http://schemas.openxmlformats.org/officeDocument/2006/relationships/customXml" Target="../ink/ink1278.xml"/><Relationship Id="rId52" Type="http://schemas.openxmlformats.org/officeDocument/2006/relationships/image" Target="../media/image25079.png"/><Relationship Id="rId73" Type="http://schemas.openxmlformats.org/officeDocument/2006/relationships/customXml" Target="../ink/ink1299.xml"/><Relationship Id="rId94" Type="http://schemas.openxmlformats.org/officeDocument/2006/relationships/image" Target="../media/image25100.png"/><Relationship Id="rId148" Type="http://schemas.openxmlformats.org/officeDocument/2006/relationships/image" Target="../media/image25126.png"/><Relationship Id="rId169" Type="http://schemas.openxmlformats.org/officeDocument/2006/relationships/customXml" Target="../ink/ink1347.xml"/><Relationship Id="rId4" Type="http://schemas.openxmlformats.org/officeDocument/2006/relationships/customXml" Target="../ink/ink1264.xml"/><Relationship Id="rId180" Type="http://schemas.openxmlformats.org/officeDocument/2006/relationships/image" Target="../media/image25142.png"/><Relationship Id="rId215" Type="http://schemas.openxmlformats.org/officeDocument/2006/relationships/customXml" Target="../ink/ink1370.xml"/><Relationship Id="rId236" Type="http://schemas.openxmlformats.org/officeDocument/2006/relationships/image" Target="../media/image25170.png"/><Relationship Id="rId257" Type="http://schemas.openxmlformats.org/officeDocument/2006/relationships/customXml" Target="../ink/ink1391.xml"/><Relationship Id="rId278" Type="http://schemas.openxmlformats.org/officeDocument/2006/relationships/image" Target="../media/image25191.png"/><Relationship Id="rId303" Type="http://schemas.openxmlformats.org/officeDocument/2006/relationships/customXml" Target="../ink/ink1414.xml"/><Relationship Id="rId42" Type="http://schemas.openxmlformats.org/officeDocument/2006/relationships/image" Target="../media/image25075.png"/><Relationship Id="rId84" Type="http://schemas.openxmlformats.org/officeDocument/2006/relationships/image" Target="../media/image25095.png"/><Relationship Id="rId138" Type="http://schemas.openxmlformats.org/officeDocument/2006/relationships/image" Target="../media/image25121.png"/><Relationship Id="rId191" Type="http://schemas.openxmlformats.org/officeDocument/2006/relationships/customXml" Target="../ink/ink1358.xml"/><Relationship Id="rId205" Type="http://schemas.openxmlformats.org/officeDocument/2006/relationships/customXml" Target="../ink/ink1365.xml"/><Relationship Id="rId247" Type="http://schemas.openxmlformats.org/officeDocument/2006/relationships/customXml" Target="../ink/ink1386.xml"/><Relationship Id="rId107" Type="http://schemas.openxmlformats.org/officeDocument/2006/relationships/customXml" Target="../ink/ink1316.xml"/><Relationship Id="rId289" Type="http://schemas.openxmlformats.org/officeDocument/2006/relationships/customXml" Target="../ink/ink1407.xml"/><Relationship Id="rId11" Type="http://schemas.openxmlformats.org/officeDocument/2006/relationships/customXml" Target="../ink/ink1268.xml"/><Relationship Id="rId53" Type="http://schemas.openxmlformats.org/officeDocument/2006/relationships/customXml" Target="../ink/ink1289.xml"/><Relationship Id="rId149" Type="http://schemas.openxmlformats.org/officeDocument/2006/relationships/customXml" Target="../ink/ink1337.xml"/><Relationship Id="rId314" Type="http://schemas.openxmlformats.org/officeDocument/2006/relationships/image" Target="../media/image25208.png"/><Relationship Id="rId95" Type="http://schemas.openxmlformats.org/officeDocument/2006/relationships/customXml" Target="../ink/ink1310.xml"/><Relationship Id="rId160" Type="http://schemas.openxmlformats.org/officeDocument/2006/relationships/image" Target="../media/image25132.png"/><Relationship Id="rId216" Type="http://schemas.openxmlformats.org/officeDocument/2006/relationships/image" Target="../media/image25160.png"/><Relationship Id="rId258" Type="http://schemas.openxmlformats.org/officeDocument/2006/relationships/image" Target="../media/image25181.png"/><Relationship Id="rId22" Type="http://schemas.openxmlformats.org/officeDocument/2006/relationships/image" Target="../media/image25065.png"/><Relationship Id="rId64" Type="http://schemas.openxmlformats.org/officeDocument/2006/relationships/image" Target="../media/image25085.png"/><Relationship Id="rId118" Type="http://schemas.openxmlformats.org/officeDocument/2006/relationships/image" Target="../media/image25112.png"/><Relationship Id="rId171" Type="http://schemas.openxmlformats.org/officeDocument/2006/relationships/customXml" Target="../ink/ink1348.xml"/><Relationship Id="rId227" Type="http://schemas.openxmlformats.org/officeDocument/2006/relationships/customXml" Target="../ink/ink1376.xml"/><Relationship Id="rId269" Type="http://schemas.openxmlformats.org/officeDocument/2006/relationships/customXml" Target="../ink/ink1397.xml"/><Relationship Id="rId33" Type="http://schemas.openxmlformats.org/officeDocument/2006/relationships/customXml" Target="../ink/ink1279.xml"/><Relationship Id="rId129" Type="http://schemas.openxmlformats.org/officeDocument/2006/relationships/customXml" Target="../ink/ink1327.xml"/><Relationship Id="rId280" Type="http://schemas.openxmlformats.org/officeDocument/2006/relationships/image" Target="../media/image25192.png"/><Relationship Id="rId75" Type="http://schemas.openxmlformats.org/officeDocument/2006/relationships/customXml" Target="../ink/ink1300.xml"/><Relationship Id="rId140" Type="http://schemas.openxmlformats.org/officeDocument/2006/relationships/image" Target="../media/image25122.png"/><Relationship Id="rId182" Type="http://schemas.openxmlformats.org/officeDocument/2006/relationships/image" Target="../media/image25143.png"/><Relationship Id="rId6" Type="http://schemas.openxmlformats.org/officeDocument/2006/relationships/customXml" Target="../ink/ink1265.xml"/><Relationship Id="rId238" Type="http://schemas.openxmlformats.org/officeDocument/2006/relationships/image" Target="../media/image25171.png"/><Relationship Id="rId291" Type="http://schemas.openxmlformats.org/officeDocument/2006/relationships/customXml" Target="../ink/ink1408.xml"/><Relationship Id="rId305" Type="http://schemas.openxmlformats.org/officeDocument/2006/relationships/customXml" Target="../ink/ink1415.xml"/><Relationship Id="rId44" Type="http://schemas.openxmlformats.org/officeDocument/2006/relationships/image" Target="../media/image25076.png"/><Relationship Id="rId86" Type="http://schemas.openxmlformats.org/officeDocument/2006/relationships/image" Target="../media/image25096.png"/><Relationship Id="rId151" Type="http://schemas.openxmlformats.org/officeDocument/2006/relationships/customXml" Target="../ink/ink1338.xml"/></Relationships>
</file>

<file path=ppt/slides/_rels/slide9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1479.xml"/><Relationship Id="rId21" Type="http://schemas.openxmlformats.org/officeDocument/2006/relationships/customXml" Target="../ink/ink1431.xml"/><Relationship Id="rId42" Type="http://schemas.openxmlformats.org/officeDocument/2006/relationships/image" Target="../media/image25224.png"/><Relationship Id="rId63" Type="http://schemas.openxmlformats.org/officeDocument/2006/relationships/customXml" Target="../ink/ink1452.xml"/><Relationship Id="rId84" Type="http://schemas.openxmlformats.org/officeDocument/2006/relationships/image" Target="../media/image25244.png"/><Relationship Id="rId138" Type="http://schemas.openxmlformats.org/officeDocument/2006/relationships/image" Target="../media/image25271.png"/><Relationship Id="rId159" Type="http://schemas.openxmlformats.org/officeDocument/2006/relationships/customXml" Target="../ink/ink1500.xml"/><Relationship Id="rId170" Type="http://schemas.openxmlformats.org/officeDocument/2006/relationships/image" Target="../media/image25287.png"/><Relationship Id="rId191" Type="http://schemas.openxmlformats.org/officeDocument/2006/relationships/customXml" Target="../ink/ink1516.xml"/><Relationship Id="rId205" Type="http://schemas.openxmlformats.org/officeDocument/2006/relationships/customXml" Target="../ink/ink1523.xml"/><Relationship Id="rId226" Type="http://schemas.openxmlformats.org/officeDocument/2006/relationships/image" Target="../media/image25315.png"/><Relationship Id="rId107" Type="http://schemas.openxmlformats.org/officeDocument/2006/relationships/customXml" Target="../ink/ink1474.xml"/><Relationship Id="rId11" Type="http://schemas.openxmlformats.org/officeDocument/2006/relationships/customXml" Target="../ink/ink1426.xml"/><Relationship Id="rId32" Type="http://schemas.openxmlformats.org/officeDocument/2006/relationships/image" Target="../media/image25220.png"/><Relationship Id="rId53" Type="http://schemas.openxmlformats.org/officeDocument/2006/relationships/customXml" Target="../ink/ink1447.xml"/><Relationship Id="rId74" Type="http://schemas.openxmlformats.org/officeDocument/2006/relationships/image" Target="../media/image25239.png"/><Relationship Id="rId128" Type="http://schemas.openxmlformats.org/officeDocument/2006/relationships/image" Target="../media/image25266.png"/><Relationship Id="rId149" Type="http://schemas.openxmlformats.org/officeDocument/2006/relationships/customXml" Target="../ink/ink1495.xml"/><Relationship Id="rId5" Type="http://schemas.openxmlformats.org/officeDocument/2006/relationships/image" Target="../media/image24441.png"/><Relationship Id="rId95" Type="http://schemas.openxmlformats.org/officeDocument/2006/relationships/customXml" Target="../ink/ink1468.xml"/><Relationship Id="rId160" Type="http://schemas.openxmlformats.org/officeDocument/2006/relationships/image" Target="../media/image25282.png"/><Relationship Id="rId181" Type="http://schemas.openxmlformats.org/officeDocument/2006/relationships/customXml" Target="../ink/ink1511.xml"/><Relationship Id="rId216" Type="http://schemas.openxmlformats.org/officeDocument/2006/relationships/image" Target="../media/image25310.png"/><Relationship Id="rId237" Type="http://schemas.openxmlformats.org/officeDocument/2006/relationships/customXml" Target="../ink/ink1539.xml"/><Relationship Id="rId22" Type="http://schemas.openxmlformats.org/officeDocument/2006/relationships/image" Target="../media/image25216.png"/><Relationship Id="rId43" Type="http://schemas.openxmlformats.org/officeDocument/2006/relationships/customXml" Target="../ink/ink1442.xml"/><Relationship Id="rId64" Type="http://schemas.openxmlformats.org/officeDocument/2006/relationships/image" Target="../media/image25234.png"/><Relationship Id="rId118" Type="http://schemas.openxmlformats.org/officeDocument/2006/relationships/image" Target="../media/image25261.png"/><Relationship Id="rId139" Type="http://schemas.openxmlformats.org/officeDocument/2006/relationships/customXml" Target="../ink/ink1490.xml"/><Relationship Id="rId85" Type="http://schemas.openxmlformats.org/officeDocument/2006/relationships/customXml" Target="../ink/ink1463.xml"/><Relationship Id="rId150" Type="http://schemas.openxmlformats.org/officeDocument/2006/relationships/image" Target="../media/image25277.png"/><Relationship Id="rId171" Type="http://schemas.openxmlformats.org/officeDocument/2006/relationships/customXml" Target="../ink/ink1506.xml"/><Relationship Id="rId192" Type="http://schemas.openxmlformats.org/officeDocument/2006/relationships/image" Target="../media/image25298.png"/><Relationship Id="rId206" Type="http://schemas.openxmlformats.org/officeDocument/2006/relationships/image" Target="../media/image25305.png"/><Relationship Id="rId227" Type="http://schemas.openxmlformats.org/officeDocument/2006/relationships/customXml" Target="../ink/ink1534.xml"/><Relationship Id="rId12" Type="http://schemas.openxmlformats.org/officeDocument/2006/relationships/image" Target="../media/image25211.png"/><Relationship Id="rId33" Type="http://schemas.openxmlformats.org/officeDocument/2006/relationships/customXml" Target="../ink/ink1437.xml"/><Relationship Id="rId108" Type="http://schemas.openxmlformats.org/officeDocument/2006/relationships/image" Target="../media/image25256.png"/><Relationship Id="rId129" Type="http://schemas.openxmlformats.org/officeDocument/2006/relationships/customXml" Target="../ink/ink1485.xml"/><Relationship Id="rId54" Type="http://schemas.openxmlformats.org/officeDocument/2006/relationships/image" Target="../media/image23904.png"/><Relationship Id="rId75" Type="http://schemas.openxmlformats.org/officeDocument/2006/relationships/customXml" Target="../ink/ink1458.xml"/><Relationship Id="rId96" Type="http://schemas.openxmlformats.org/officeDocument/2006/relationships/image" Target="../media/image25250.png"/><Relationship Id="rId140" Type="http://schemas.openxmlformats.org/officeDocument/2006/relationships/image" Target="../media/image25272.png"/><Relationship Id="rId161" Type="http://schemas.openxmlformats.org/officeDocument/2006/relationships/customXml" Target="../ink/ink1501.xml"/><Relationship Id="rId182" Type="http://schemas.openxmlformats.org/officeDocument/2006/relationships/image" Target="../media/image25293.png"/><Relationship Id="rId217" Type="http://schemas.openxmlformats.org/officeDocument/2006/relationships/customXml" Target="../ink/ink1529.xml"/><Relationship Id="rId6" Type="http://schemas.openxmlformats.org/officeDocument/2006/relationships/customXml" Target="../ink/ink1423.xml"/><Relationship Id="rId238" Type="http://schemas.openxmlformats.org/officeDocument/2006/relationships/image" Target="../media/image25321.png"/><Relationship Id="rId23" Type="http://schemas.openxmlformats.org/officeDocument/2006/relationships/customXml" Target="../ink/ink1432.xml"/><Relationship Id="rId119" Type="http://schemas.openxmlformats.org/officeDocument/2006/relationships/customXml" Target="../ink/ink1480.xml"/><Relationship Id="rId44" Type="http://schemas.openxmlformats.org/officeDocument/2006/relationships/image" Target="../media/image25225.png"/><Relationship Id="rId65" Type="http://schemas.openxmlformats.org/officeDocument/2006/relationships/customXml" Target="../ink/ink1453.xml"/><Relationship Id="rId86" Type="http://schemas.openxmlformats.org/officeDocument/2006/relationships/image" Target="../media/image25245.png"/><Relationship Id="rId130" Type="http://schemas.openxmlformats.org/officeDocument/2006/relationships/image" Target="../media/image25267.png"/><Relationship Id="rId151" Type="http://schemas.openxmlformats.org/officeDocument/2006/relationships/customXml" Target="../ink/ink1496.xml"/><Relationship Id="rId172" Type="http://schemas.openxmlformats.org/officeDocument/2006/relationships/image" Target="../media/image25288.png"/><Relationship Id="rId193" Type="http://schemas.openxmlformats.org/officeDocument/2006/relationships/customXml" Target="../ink/ink1517.xml"/><Relationship Id="rId207" Type="http://schemas.openxmlformats.org/officeDocument/2006/relationships/customXml" Target="../ink/ink1524.xml"/><Relationship Id="rId228" Type="http://schemas.openxmlformats.org/officeDocument/2006/relationships/image" Target="../media/image25316.png"/><Relationship Id="rId13" Type="http://schemas.openxmlformats.org/officeDocument/2006/relationships/customXml" Target="../ink/ink1427.xml"/><Relationship Id="rId109" Type="http://schemas.openxmlformats.org/officeDocument/2006/relationships/customXml" Target="../ink/ink1475.xml"/><Relationship Id="rId34" Type="http://schemas.openxmlformats.org/officeDocument/2006/relationships/image" Target="../media/image25221.png"/><Relationship Id="rId55" Type="http://schemas.openxmlformats.org/officeDocument/2006/relationships/customXml" Target="../ink/ink1448.xml"/><Relationship Id="rId76" Type="http://schemas.openxmlformats.org/officeDocument/2006/relationships/image" Target="../media/image25240.png"/><Relationship Id="rId97" Type="http://schemas.openxmlformats.org/officeDocument/2006/relationships/customXml" Target="../ink/ink1469.xml"/><Relationship Id="rId120" Type="http://schemas.openxmlformats.org/officeDocument/2006/relationships/image" Target="../media/image25262.png"/><Relationship Id="rId141" Type="http://schemas.openxmlformats.org/officeDocument/2006/relationships/customXml" Target="../ink/ink1491.xml"/><Relationship Id="rId7" Type="http://schemas.openxmlformats.org/officeDocument/2006/relationships/image" Target="../media/image24442.png"/><Relationship Id="rId162" Type="http://schemas.openxmlformats.org/officeDocument/2006/relationships/image" Target="../media/image25283.png"/><Relationship Id="rId183" Type="http://schemas.openxmlformats.org/officeDocument/2006/relationships/customXml" Target="../ink/ink1512.xml"/><Relationship Id="rId218" Type="http://schemas.openxmlformats.org/officeDocument/2006/relationships/image" Target="../media/image25311.png"/><Relationship Id="rId239" Type="http://schemas.openxmlformats.org/officeDocument/2006/relationships/customXml" Target="../ink/ink1540.xml"/><Relationship Id="rId24" Type="http://schemas.openxmlformats.org/officeDocument/2006/relationships/image" Target="../media/image25118.png"/><Relationship Id="rId45" Type="http://schemas.openxmlformats.org/officeDocument/2006/relationships/customXml" Target="../ink/ink1443.xml"/><Relationship Id="rId66" Type="http://schemas.openxmlformats.org/officeDocument/2006/relationships/image" Target="../media/image25235.png"/><Relationship Id="rId87" Type="http://schemas.openxmlformats.org/officeDocument/2006/relationships/customXml" Target="../ink/ink1464.xml"/><Relationship Id="rId110" Type="http://schemas.openxmlformats.org/officeDocument/2006/relationships/image" Target="../media/image25257.png"/><Relationship Id="rId131" Type="http://schemas.openxmlformats.org/officeDocument/2006/relationships/customXml" Target="../ink/ink1486.xml"/><Relationship Id="rId152" Type="http://schemas.openxmlformats.org/officeDocument/2006/relationships/image" Target="../media/image25278.png"/><Relationship Id="rId173" Type="http://schemas.openxmlformats.org/officeDocument/2006/relationships/customXml" Target="../ink/ink1507.xml"/><Relationship Id="rId194" Type="http://schemas.openxmlformats.org/officeDocument/2006/relationships/image" Target="../media/image25299.png"/><Relationship Id="rId208" Type="http://schemas.openxmlformats.org/officeDocument/2006/relationships/image" Target="../media/image25306.png"/><Relationship Id="rId229" Type="http://schemas.openxmlformats.org/officeDocument/2006/relationships/customXml" Target="../ink/ink1535.xml"/><Relationship Id="rId240" Type="http://schemas.openxmlformats.org/officeDocument/2006/relationships/image" Target="../media/image25322.png"/><Relationship Id="rId14" Type="http://schemas.openxmlformats.org/officeDocument/2006/relationships/image" Target="../media/image25212.png"/><Relationship Id="rId35" Type="http://schemas.openxmlformats.org/officeDocument/2006/relationships/customXml" Target="../ink/ink1438.xml"/><Relationship Id="rId56" Type="http://schemas.openxmlformats.org/officeDocument/2006/relationships/image" Target="../media/image25230.png"/><Relationship Id="rId77" Type="http://schemas.openxmlformats.org/officeDocument/2006/relationships/customXml" Target="../ink/ink1459.xml"/><Relationship Id="rId100" Type="http://schemas.openxmlformats.org/officeDocument/2006/relationships/image" Target="../media/image25252.png"/><Relationship Id="rId8" Type="http://schemas.openxmlformats.org/officeDocument/2006/relationships/customXml" Target="../ink/ink1424.xml"/><Relationship Id="rId98" Type="http://schemas.openxmlformats.org/officeDocument/2006/relationships/image" Target="../media/image25251.png"/><Relationship Id="rId121" Type="http://schemas.openxmlformats.org/officeDocument/2006/relationships/customXml" Target="../ink/ink1481.xml"/><Relationship Id="rId142" Type="http://schemas.openxmlformats.org/officeDocument/2006/relationships/image" Target="../media/image25273.png"/><Relationship Id="rId163" Type="http://schemas.openxmlformats.org/officeDocument/2006/relationships/customXml" Target="../ink/ink1502.xml"/><Relationship Id="rId184" Type="http://schemas.openxmlformats.org/officeDocument/2006/relationships/image" Target="../media/image25294.png"/><Relationship Id="rId219" Type="http://schemas.openxmlformats.org/officeDocument/2006/relationships/customXml" Target="../ink/ink1530.xml"/><Relationship Id="rId230" Type="http://schemas.openxmlformats.org/officeDocument/2006/relationships/image" Target="../media/image25317.png"/><Relationship Id="rId25" Type="http://schemas.openxmlformats.org/officeDocument/2006/relationships/customXml" Target="../ink/ink1433.xml"/><Relationship Id="rId46" Type="http://schemas.openxmlformats.org/officeDocument/2006/relationships/image" Target="../media/image25226.png"/><Relationship Id="rId67" Type="http://schemas.openxmlformats.org/officeDocument/2006/relationships/customXml" Target="../ink/ink1454.xml"/><Relationship Id="rId88" Type="http://schemas.openxmlformats.org/officeDocument/2006/relationships/image" Target="../media/image25246.png"/><Relationship Id="rId111" Type="http://schemas.openxmlformats.org/officeDocument/2006/relationships/customXml" Target="../ink/ink1476.xml"/><Relationship Id="rId132" Type="http://schemas.openxmlformats.org/officeDocument/2006/relationships/image" Target="../media/image25268.png"/><Relationship Id="rId153" Type="http://schemas.openxmlformats.org/officeDocument/2006/relationships/customXml" Target="../ink/ink1497.xml"/><Relationship Id="rId174" Type="http://schemas.openxmlformats.org/officeDocument/2006/relationships/image" Target="../media/image25289.png"/><Relationship Id="rId195" Type="http://schemas.openxmlformats.org/officeDocument/2006/relationships/customXml" Target="../ink/ink1518.xml"/><Relationship Id="rId209" Type="http://schemas.openxmlformats.org/officeDocument/2006/relationships/customXml" Target="../ink/ink1525.xml"/><Relationship Id="rId220" Type="http://schemas.openxmlformats.org/officeDocument/2006/relationships/image" Target="../media/image25312.png"/><Relationship Id="rId241" Type="http://schemas.openxmlformats.org/officeDocument/2006/relationships/customXml" Target="../ink/ink1541.xml"/><Relationship Id="rId15" Type="http://schemas.openxmlformats.org/officeDocument/2006/relationships/customXml" Target="../ink/ink1428.xml"/><Relationship Id="rId36" Type="http://schemas.openxmlformats.org/officeDocument/2006/relationships/image" Target="../media/image25222.png"/><Relationship Id="rId57" Type="http://schemas.openxmlformats.org/officeDocument/2006/relationships/customXml" Target="../ink/ink1449.xml"/><Relationship Id="rId106" Type="http://schemas.openxmlformats.org/officeDocument/2006/relationships/image" Target="../media/image25255.png"/><Relationship Id="rId127" Type="http://schemas.openxmlformats.org/officeDocument/2006/relationships/customXml" Target="../ink/ink1484.xml"/><Relationship Id="rId10" Type="http://schemas.openxmlformats.org/officeDocument/2006/relationships/image" Target="../media/image25210.png"/><Relationship Id="rId31" Type="http://schemas.openxmlformats.org/officeDocument/2006/relationships/customXml" Target="../ink/ink1436.xml"/><Relationship Id="rId52" Type="http://schemas.openxmlformats.org/officeDocument/2006/relationships/image" Target="../media/image25229.png"/><Relationship Id="rId73" Type="http://schemas.openxmlformats.org/officeDocument/2006/relationships/customXml" Target="../ink/ink1457.xml"/><Relationship Id="rId78" Type="http://schemas.openxmlformats.org/officeDocument/2006/relationships/image" Target="../media/image25241.png"/><Relationship Id="rId94" Type="http://schemas.openxmlformats.org/officeDocument/2006/relationships/image" Target="../media/image25249.png"/><Relationship Id="rId99" Type="http://schemas.openxmlformats.org/officeDocument/2006/relationships/customXml" Target="../ink/ink1470.xml"/><Relationship Id="rId101" Type="http://schemas.openxmlformats.org/officeDocument/2006/relationships/customXml" Target="../ink/ink1471.xml"/><Relationship Id="rId122" Type="http://schemas.openxmlformats.org/officeDocument/2006/relationships/image" Target="../media/image25263.png"/><Relationship Id="rId143" Type="http://schemas.openxmlformats.org/officeDocument/2006/relationships/customXml" Target="../ink/ink1492.xml"/><Relationship Id="rId148" Type="http://schemas.openxmlformats.org/officeDocument/2006/relationships/image" Target="../media/image25276.png"/><Relationship Id="rId164" Type="http://schemas.openxmlformats.org/officeDocument/2006/relationships/image" Target="../media/image25284.png"/><Relationship Id="rId169" Type="http://schemas.openxmlformats.org/officeDocument/2006/relationships/customXml" Target="../ink/ink1505.xml"/><Relationship Id="rId185" Type="http://schemas.openxmlformats.org/officeDocument/2006/relationships/customXml" Target="../ink/ink1513.xml"/><Relationship Id="rId4" Type="http://schemas.openxmlformats.org/officeDocument/2006/relationships/customXml" Target="../ink/ink1422.xml"/><Relationship Id="rId9" Type="http://schemas.openxmlformats.org/officeDocument/2006/relationships/customXml" Target="../ink/ink1425.xml"/><Relationship Id="rId180" Type="http://schemas.openxmlformats.org/officeDocument/2006/relationships/image" Target="../media/image25292.png"/><Relationship Id="rId210" Type="http://schemas.openxmlformats.org/officeDocument/2006/relationships/image" Target="../media/image25307.png"/><Relationship Id="rId215" Type="http://schemas.openxmlformats.org/officeDocument/2006/relationships/customXml" Target="../ink/ink1528.xml"/><Relationship Id="rId236" Type="http://schemas.openxmlformats.org/officeDocument/2006/relationships/image" Target="../media/image25320.png"/><Relationship Id="rId26" Type="http://schemas.openxmlformats.org/officeDocument/2006/relationships/image" Target="../media/image25217.png"/><Relationship Id="rId231" Type="http://schemas.openxmlformats.org/officeDocument/2006/relationships/customXml" Target="../ink/ink1536.xml"/><Relationship Id="rId47" Type="http://schemas.openxmlformats.org/officeDocument/2006/relationships/customXml" Target="../ink/ink1444.xml"/><Relationship Id="rId68" Type="http://schemas.openxmlformats.org/officeDocument/2006/relationships/image" Target="../media/image25236.png"/><Relationship Id="rId89" Type="http://schemas.openxmlformats.org/officeDocument/2006/relationships/customXml" Target="../ink/ink1465.xml"/><Relationship Id="rId112" Type="http://schemas.openxmlformats.org/officeDocument/2006/relationships/image" Target="../media/image25258.png"/><Relationship Id="rId133" Type="http://schemas.openxmlformats.org/officeDocument/2006/relationships/customXml" Target="../ink/ink1487.xml"/><Relationship Id="rId154" Type="http://schemas.openxmlformats.org/officeDocument/2006/relationships/image" Target="../media/image25279.png"/><Relationship Id="rId175" Type="http://schemas.openxmlformats.org/officeDocument/2006/relationships/customXml" Target="../ink/ink1508.xml"/><Relationship Id="rId196" Type="http://schemas.openxmlformats.org/officeDocument/2006/relationships/image" Target="../media/image25300.png"/><Relationship Id="rId200" Type="http://schemas.openxmlformats.org/officeDocument/2006/relationships/image" Target="../media/image25302.png"/><Relationship Id="rId16" Type="http://schemas.openxmlformats.org/officeDocument/2006/relationships/image" Target="../media/image25213.png"/><Relationship Id="rId221" Type="http://schemas.openxmlformats.org/officeDocument/2006/relationships/customXml" Target="../ink/ink1531.xml"/><Relationship Id="rId242" Type="http://schemas.openxmlformats.org/officeDocument/2006/relationships/image" Target="../media/image25323.png"/><Relationship Id="rId37" Type="http://schemas.openxmlformats.org/officeDocument/2006/relationships/customXml" Target="../ink/ink1439.xml"/><Relationship Id="rId58" Type="http://schemas.openxmlformats.org/officeDocument/2006/relationships/image" Target="../media/image25231.png"/><Relationship Id="rId79" Type="http://schemas.openxmlformats.org/officeDocument/2006/relationships/customXml" Target="../ink/ink1460.xml"/><Relationship Id="rId102" Type="http://schemas.openxmlformats.org/officeDocument/2006/relationships/image" Target="../media/image25253.png"/><Relationship Id="rId123" Type="http://schemas.openxmlformats.org/officeDocument/2006/relationships/customXml" Target="../ink/ink1482.xml"/><Relationship Id="rId144" Type="http://schemas.openxmlformats.org/officeDocument/2006/relationships/image" Target="../media/image25274.png"/><Relationship Id="rId90" Type="http://schemas.openxmlformats.org/officeDocument/2006/relationships/image" Target="../media/image25247.png"/><Relationship Id="rId165" Type="http://schemas.openxmlformats.org/officeDocument/2006/relationships/customXml" Target="../ink/ink1503.xml"/><Relationship Id="rId186" Type="http://schemas.openxmlformats.org/officeDocument/2006/relationships/image" Target="../media/image25295.png"/><Relationship Id="rId211" Type="http://schemas.openxmlformats.org/officeDocument/2006/relationships/customXml" Target="../ink/ink1526.xml"/><Relationship Id="rId232" Type="http://schemas.openxmlformats.org/officeDocument/2006/relationships/image" Target="../media/image25318.png"/><Relationship Id="rId27" Type="http://schemas.openxmlformats.org/officeDocument/2006/relationships/customXml" Target="../ink/ink1434.xml"/><Relationship Id="rId48" Type="http://schemas.openxmlformats.org/officeDocument/2006/relationships/image" Target="../media/image25227.png"/><Relationship Id="rId69" Type="http://schemas.openxmlformats.org/officeDocument/2006/relationships/customXml" Target="../ink/ink1455.xml"/><Relationship Id="rId113" Type="http://schemas.openxmlformats.org/officeDocument/2006/relationships/customXml" Target="../ink/ink1477.xml"/><Relationship Id="rId134" Type="http://schemas.openxmlformats.org/officeDocument/2006/relationships/image" Target="../media/image25269.png"/><Relationship Id="rId80" Type="http://schemas.openxmlformats.org/officeDocument/2006/relationships/image" Target="../media/image25242.png"/><Relationship Id="rId155" Type="http://schemas.openxmlformats.org/officeDocument/2006/relationships/customXml" Target="../ink/ink1498.xml"/><Relationship Id="rId176" Type="http://schemas.openxmlformats.org/officeDocument/2006/relationships/image" Target="../media/image25290.png"/><Relationship Id="rId197" Type="http://schemas.openxmlformats.org/officeDocument/2006/relationships/customXml" Target="../ink/ink1519.xml"/><Relationship Id="rId201" Type="http://schemas.openxmlformats.org/officeDocument/2006/relationships/customXml" Target="../ink/ink1521.xml"/><Relationship Id="rId222" Type="http://schemas.openxmlformats.org/officeDocument/2006/relationships/image" Target="../media/image25313.png"/><Relationship Id="rId243" Type="http://schemas.openxmlformats.org/officeDocument/2006/relationships/customXml" Target="../ink/ink1542.xml"/><Relationship Id="rId17" Type="http://schemas.openxmlformats.org/officeDocument/2006/relationships/customXml" Target="../ink/ink1429.xml"/><Relationship Id="rId38" Type="http://schemas.openxmlformats.org/officeDocument/2006/relationships/image" Target="../media/image24013.png"/><Relationship Id="rId59" Type="http://schemas.openxmlformats.org/officeDocument/2006/relationships/customXml" Target="../ink/ink1450.xml"/><Relationship Id="rId103" Type="http://schemas.openxmlformats.org/officeDocument/2006/relationships/customXml" Target="../ink/ink1472.xml"/><Relationship Id="rId124" Type="http://schemas.openxmlformats.org/officeDocument/2006/relationships/image" Target="../media/image25264.png"/><Relationship Id="rId70" Type="http://schemas.openxmlformats.org/officeDocument/2006/relationships/image" Target="../media/image25237.png"/><Relationship Id="rId91" Type="http://schemas.openxmlformats.org/officeDocument/2006/relationships/customXml" Target="../ink/ink1466.xml"/><Relationship Id="rId145" Type="http://schemas.openxmlformats.org/officeDocument/2006/relationships/customXml" Target="../ink/ink1493.xml"/><Relationship Id="rId166" Type="http://schemas.openxmlformats.org/officeDocument/2006/relationships/image" Target="../media/image25285.png"/><Relationship Id="rId187" Type="http://schemas.openxmlformats.org/officeDocument/2006/relationships/customXml" Target="../ink/ink1514.xml"/><Relationship Id="rId1" Type="http://schemas.openxmlformats.org/officeDocument/2006/relationships/slideLayout" Target="../slideLayouts/slideLayout2.xml"/><Relationship Id="rId212" Type="http://schemas.openxmlformats.org/officeDocument/2006/relationships/image" Target="../media/image25308.png"/><Relationship Id="rId233" Type="http://schemas.openxmlformats.org/officeDocument/2006/relationships/customXml" Target="../ink/ink1537.xml"/><Relationship Id="rId28" Type="http://schemas.openxmlformats.org/officeDocument/2006/relationships/image" Target="../media/image25218.png"/><Relationship Id="rId49" Type="http://schemas.openxmlformats.org/officeDocument/2006/relationships/customXml" Target="../ink/ink1445.xml"/><Relationship Id="rId114" Type="http://schemas.openxmlformats.org/officeDocument/2006/relationships/image" Target="../media/image25259.png"/><Relationship Id="rId60" Type="http://schemas.openxmlformats.org/officeDocument/2006/relationships/image" Target="../media/image25232.png"/><Relationship Id="rId81" Type="http://schemas.openxmlformats.org/officeDocument/2006/relationships/customXml" Target="../ink/ink1461.xml"/><Relationship Id="rId135" Type="http://schemas.openxmlformats.org/officeDocument/2006/relationships/customXml" Target="../ink/ink1488.xml"/><Relationship Id="rId156" Type="http://schemas.openxmlformats.org/officeDocument/2006/relationships/image" Target="../media/image25280.png"/><Relationship Id="rId177" Type="http://schemas.openxmlformats.org/officeDocument/2006/relationships/customXml" Target="../ink/ink1509.xml"/><Relationship Id="rId198" Type="http://schemas.openxmlformats.org/officeDocument/2006/relationships/image" Target="../media/image25301.png"/><Relationship Id="rId202" Type="http://schemas.openxmlformats.org/officeDocument/2006/relationships/image" Target="../media/image25303.png"/><Relationship Id="rId223" Type="http://schemas.openxmlformats.org/officeDocument/2006/relationships/customXml" Target="../ink/ink1532.xml"/><Relationship Id="rId244" Type="http://schemas.openxmlformats.org/officeDocument/2006/relationships/image" Target="../media/image25324.png"/><Relationship Id="rId18" Type="http://schemas.openxmlformats.org/officeDocument/2006/relationships/image" Target="../media/image25214.png"/><Relationship Id="rId39" Type="http://schemas.openxmlformats.org/officeDocument/2006/relationships/customXml" Target="../ink/ink1440.xml"/><Relationship Id="rId50" Type="http://schemas.openxmlformats.org/officeDocument/2006/relationships/image" Target="../media/image25228.png"/><Relationship Id="rId104" Type="http://schemas.openxmlformats.org/officeDocument/2006/relationships/image" Target="../media/image25254.png"/><Relationship Id="rId125" Type="http://schemas.openxmlformats.org/officeDocument/2006/relationships/customXml" Target="../ink/ink1483.xml"/><Relationship Id="rId146" Type="http://schemas.openxmlformats.org/officeDocument/2006/relationships/image" Target="../media/image25275.png"/><Relationship Id="rId167" Type="http://schemas.openxmlformats.org/officeDocument/2006/relationships/customXml" Target="../ink/ink1504.xml"/><Relationship Id="rId188" Type="http://schemas.openxmlformats.org/officeDocument/2006/relationships/image" Target="../media/image25296.png"/><Relationship Id="rId71" Type="http://schemas.openxmlformats.org/officeDocument/2006/relationships/customXml" Target="../ink/ink1456.xml"/><Relationship Id="rId92" Type="http://schemas.openxmlformats.org/officeDocument/2006/relationships/image" Target="../media/image25248.png"/><Relationship Id="rId213" Type="http://schemas.openxmlformats.org/officeDocument/2006/relationships/customXml" Target="../ink/ink1527.xml"/><Relationship Id="rId234" Type="http://schemas.openxmlformats.org/officeDocument/2006/relationships/image" Target="../media/image25319.png"/><Relationship Id="rId2" Type="http://schemas.openxmlformats.org/officeDocument/2006/relationships/customXml" Target="../ink/ink1421.xml"/><Relationship Id="rId29" Type="http://schemas.openxmlformats.org/officeDocument/2006/relationships/customXml" Target="../ink/ink1435.xml"/><Relationship Id="rId40" Type="http://schemas.openxmlformats.org/officeDocument/2006/relationships/image" Target="../media/image25223.png"/><Relationship Id="rId115" Type="http://schemas.openxmlformats.org/officeDocument/2006/relationships/customXml" Target="../ink/ink1478.xml"/><Relationship Id="rId136" Type="http://schemas.openxmlformats.org/officeDocument/2006/relationships/image" Target="../media/image25270.png"/><Relationship Id="rId157" Type="http://schemas.openxmlformats.org/officeDocument/2006/relationships/customXml" Target="../ink/ink1499.xml"/><Relationship Id="rId178" Type="http://schemas.openxmlformats.org/officeDocument/2006/relationships/image" Target="../media/image25291.png"/><Relationship Id="rId61" Type="http://schemas.openxmlformats.org/officeDocument/2006/relationships/customXml" Target="../ink/ink1451.xml"/><Relationship Id="rId82" Type="http://schemas.openxmlformats.org/officeDocument/2006/relationships/image" Target="../media/image25243.png"/><Relationship Id="rId199" Type="http://schemas.openxmlformats.org/officeDocument/2006/relationships/customXml" Target="../ink/ink1520.xml"/><Relationship Id="rId203" Type="http://schemas.openxmlformats.org/officeDocument/2006/relationships/customXml" Target="../ink/ink1522.xml"/><Relationship Id="rId19" Type="http://schemas.openxmlformats.org/officeDocument/2006/relationships/customXml" Target="../ink/ink1430.xml"/><Relationship Id="rId224" Type="http://schemas.openxmlformats.org/officeDocument/2006/relationships/image" Target="../media/image25314.png"/><Relationship Id="rId30" Type="http://schemas.openxmlformats.org/officeDocument/2006/relationships/image" Target="../media/image25219.png"/><Relationship Id="rId105" Type="http://schemas.openxmlformats.org/officeDocument/2006/relationships/customXml" Target="../ink/ink1473.xml"/><Relationship Id="rId126" Type="http://schemas.openxmlformats.org/officeDocument/2006/relationships/image" Target="../media/image25265.png"/><Relationship Id="rId147" Type="http://schemas.openxmlformats.org/officeDocument/2006/relationships/customXml" Target="../ink/ink1494.xml"/><Relationship Id="rId168" Type="http://schemas.openxmlformats.org/officeDocument/2006/relationships/image" Target="../media/image25286.png"/><Relationship Id="rId51" Type="http://schemas.openxmlformats.org/officeDocument/2006/relationships/customXml" Target="../ink/ink1446.xml"/><Relationship Id="rId72" Type="http://schemas.openxmlformats.org/officeDocument/2006/relationships/image" Target="../media/image25238.png"/><Relationship Id="rId93" Type="http://schemas.openxmlformats.org/officeDocument/2006/relationships/customXml" Target="../ink/ink1467.xml"/><Relationship Id="rId189" Type="http://schemas.openxmlformats.org/officeDocument/2006/relationships/customXml" Target="../ink/ink1515.xml"/><Relationship Id="rId3" Type="http://schemas.openxmlformats.org/officeDocument/2006/relationships/image" Target="../media/image23952.png"/><Relationship Id="rId214" Type="http://schemas.openxmlformats.org/officeDocument/2006/relationships/image" Target="../media/image25309.png"/><Relationship Id="rId235" Type="http://schemas.openxmlformats.org/officeDocument/2006/relationships/customXml" Target="../ink/ink1538.xml"/><Relationship Id="rId116" Type="http://schemas.openxmlformats.org/officeDocument/2006/relationships/image" Target="../media/image25260.png"/><Relationship Id="rId137" Type="http://schemas.openxmlformats.org/officeDocument/2006/relationships/customXml" Target="../ink/ink1489.xml"/><Relationship Id="rId158" Type="http://schemas.openxmlformats.org/officeDocument/2006/relationships/image" Target="../media/image25281.png"/><Relationship Id="rId20" Type="http://schemas.openxmlformats.org/officeDocument/2006/relationships/image" Target="../media/image25215.png"/><Relationship Id="rId41" Type="http://schemas.openxmlformats.org/officeDocument/2006/relationships/customXml" Target="../ink/ink1441.xml"/><Relationship Id="rId62" Type="http://schemas.openxmlformats.org/officeDocument/2006/relationships/image" Target="../media/image25233.png"/><Relationship Id="rId83" Type="http://schemas.openxmlformats.org/officeDocument/2006/relationships/customXml" Target="../ink/ink1462.xml"/><Relationship Id="rId179" Type="http://schemas.openxmlformats.org/officeDocument/2006/relationships/customXml" Target="../ink/ink1510.xml"/><Relationship Id="rId190" Type="http://schemas.openxmlformats.org/officeDocument/2006/relationships/image" Target="../media/image25297.png"/><Relationship Id="rId204" Type="http://schemas.openxmlformats.org/officeDocument/2006/relationships/image" Target="../media/image25304.png"/><Relationship Id="rId225" Type="http://schemas.openxmlformats.org/officeDocument/2006/relationships/customXml" Target="../ink/ink1533.xml"/></Relationships>
</file>

<file path=ppt/slides/_rels/slide10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25377.png"/><Relationship Id="rId21" Type="http://schemas.openxmlformats.org/officeDocument/2006/relationships/customXml" Target="../ink/ink1553.xml"/><Relationship Id="rId42" Type="http://schemas.openxmlformats.org/officeDocument/2006/relationships/image" Target="../media/image25340.png"/><Relationship Id="rId47" Type="http://schemas.openxmlformats.org/officeDocument/2006/relationships/customXml" Target="../ink/ink1566.xml"/><Relationship Id="rId63" Type="http://schemas.openxmlformats.org/officeDocument/2006/relationships/customXml" Target="../ink/ink1574.xml"/><Relationship Id="rId68" Type="http://schemas.openxmlformats.org/officeDocument/2006/relationships/image" Target="../media/image25353.png"/><Relationship Id="rId84" Type="http://schemas.openxmlformats.org/officeDocument/2006/relationships/image" Target="../media/image25361.png"/><Relationship Id="rId89" Type="http://schemas.openxmlformats.org/officeDocument/2006/relationships/customXml" Target="../ink/ink1587.xml"/><Relationship Id="rId112" Type="http://schemas.openxmlformats.org/officeDocument/2006/relationships/customXml" Target="../ink/ink1599.xml"/><Relationship Id="rId16" Type="http://schemas.openxmlformats.org/officeDocument/2006/relationships/image" Target="../media/image25328.png"/><Relationship Id="rId107" Type="http://schemas.openxmlformats.org/officeDocument/2006/relationships/image" Target="../media/image25372.png"/><Relationship Id="rId11" Type="http://schemas.openxmlformats.org/officeDocument/2006/relationships/customXml" Target="../ink/ink1548.xml"/><Relationship Id="rId32" Type="http://schemas.openxmlformats.org/officeDocument/2006/relationships/image" Target="../media/image24350.png"/><Relationship Id="rId37" Type="http://schemas.openxmlformats.org/officeDocument/2006/relationships/customXml" Target="../ink/ink1561.xml"/><Relationship Id="rId53" Type="http://schemas.openxmlformats.org/officeDocument/2006/relationships/customXml" Target="../ink/ink1569.xml"/><Relationship Id="rId58" Type="http://schemas.openxmlformats.org/officeDocument/2006/relationships/image" Target="../media/image25348.png"/><Relationship Id="rId74" Type="http://schemas.openxmlformats.org/officeDocument/2006/relationships/image" Target="../media/image25356.png"/><Relationship Id="rId79" Type="http://schemas.openxmlformats.org/officeDocument/2006/relationships/customXml" Target="../ink/ink1582.xml"/><Relationship Id="rId102" Type="http://schemas.openxmlformats.org/officeDocument/2006/relationships/customXml" Target="../ink/ink1594.xml"/><Relationship Id="rId123" Type="http://schemas.openxmlformats.org/officeDocument/2006/relationships/image" Target="../media/image25380.png"/><Relationship Id="rId128" Type="http://schemas.openxmlformats.org/officeDocument/2006/relationships/customXml" Target="../ink/ink1607.xml"/><Relationship Id="rId5" Type="http://schemas.openxmlformats.org/officeDocument/2006/relationships/image" Target="../media/image24441.png"/><Relationship Id="rId90" Type="http://schemas.openxmlformats.org/officeDocument/2006/relationships/customXml" Target="../ink/ink1588.xml"/><Relationship Id="rId95" Type="http://schemas.openxmlformats.org/officeDocument/2006/relationships/image" Target="../media/image25366.png"/><Relationship Id="rId22" Type="http://schemas.openxmlformats.org/officeDocument/2006/relationships/image" Target="../media/image25331.png"/><Relationship Id="rId27" Type="http://schemas.openxmlformats.org/officeDocument/2006/relationships/customXml" Target="../ink/ink1556.xml"/><Relationship Id="rId43" Type="http://schemas.openxmlformats.org/officeDocument/2006/relationships/customXml" Target="../ink/ink1564.xml"/><Relationship Id="rId48" Type="http://schemas.openxmlformats.org/officeDocument/2006/relationships/image" Target="../media/image25343.png"/><Relationship Id="rId64" Type="http://schemas.openxmlformats.org/officeDocument/2006/relationships/image" Target="../media/image25351.png"/><Relationship Id="rId69" Type="http://schemas.openxmlformats.org/officeDocument/2006/relationships/customXml" Target="../ink/ink1577.xml"/><Relationship Id="rId113" Type="http://schemas.openxmlformats.org/officeDocument/2006/relationships/image" Target="../media/image25375.png"/><Relationship Id="rId118" Type="http://schemas.openxmlformats.org/officeDocument/2006/relationships/customXml" Target="../ink/ink1602.xml"/><Relationship Id="rId80" Type="http://schemas.openxmlformats.org/officeDocument/2006/relationships/image" Target="../media/image25359.png"/><Relationship Id="rId85" Type="http://schemas.openxmlformats.org/officeDocument/2006/relationships/customXml" Target="../ink/ink1585.xml"/><Relationship Id="rId12" Type="http://schemas.openxmlformats.org/officeDocument/2006/relationships/image" Target="../media/image25326.png"/><Relationship Id="rId17" Type="http://schemas.openxmlformats.org/officeDocument/2006/relationships/customXml" Target="../ink/ink1551.xml"/><Relationship Id="rId33" Type="http://schemas.openxmlformats.org/officeDocument/2006/relationships/customXml" Target="../ink/ink1559.xml"/><Relationship Id="rId38" Type="http://schemas.openxmlformats.org/officeDocument/2006/relationships/image" Target="../media/image25338.png"/><Relationship Id="rId59" Type="http://schemas.openxmlformats.org/officeDocument/2006/relationships/customXml" Target="../ink/ink1572.xml"/><Relationship Id="rId103" Type="http://schemas.openxmlformats.org/officeDocument/2006/relationships/image" Target="../media/image25370.png"/><Relationship Id="rId108" Type="http://schemas.openxmlformats.org/officeDocument/2006/relationships/customXml" Target="../ink/ink1597.xml"/><Relationship Id="rId124" Type="http://schemas.openxmlformats.org/officeDocument/2006/relationships/customXml" Target="../ink/ink1605.xml"/><Relationship Id="rId129" Type="http://schemas.openxmlformats.org/officeDocument/2006/relationships/image" Target="../media/image25383.png"/><Relationship Id="rId54" Type="http://schemas.openxmlformats.org/officeDocument/2006/relationships/image" Target="../media/image25346.png"/><Relationship Id="rId70" Type="http://schemas.openxmlformats.org/officeDocument/2006/relationships/image" Target="../media/image25354.png"/><Relationship Id="rId75" Type="http://schemas.openxmlformats.org/officeDocument/2006/relationships/customXml" Target="../ink/ink1580.xml"/><Relationship Id="rId91" Type="http://schemas.openxmlformats.org/officeDocument/2006/relationships/image" Target="../media/image25364.png"/><Relationship Id="rId96" Type="http://schemas.openxmlformats.org/officeDocument/2006/relationships/customXml" Target="../ink/ink1591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545.xml"/><Relationship Id="rId23" Type="http://schemas.openxmlformats.org/officeDocument/2006/relationships/customXml" Target="../ink/ink1554.xml"/><Relationship Id="rId28" Type="http://schemas.openxmlformats.org/officeDocument/2006/relationships/image" Target="../media/image25334.png"/><Relationship Id="rId49" Type="http://schemas.openxmlformats.org/officeDocument/2006/relationships/customXml" Target="../ink/ink1567.xml"/><Relationship Id="rId114" Type="http://schemas.openxmlformats.org/officeDocument/2006/relationships/customXml" Target="../ink/ink1600.xml"/><Relationship Id="rId119" Type="http://schemas.openxmlformats.org/officeDocument/2006/relationships/image" Target="../media/image25378.png"/><Relationship Id="rId44" Type="http://schemas.openxmlformats.org/officeDocument/2006/relationships/image" Target="../media/image25341.png"/><Relationship Id="rId60" Type="http://schemas.openxmlformats.org/officeDocument/2006/relationships/image" Target="../media/image25349.png"/><Relationship Id="rId65" Type="http://schemas.openxmlformats.org/officeDocument/2006/relationships/customXml" Target="../ink/ink1575.xml"/><Relationship Id="rId81" Type="http://schemas.openxmlformats.org/officeDocument/2006/relationships/customXml" Target="../ink/ink1583.xml"/><Relationship Id="rId86" Type="http://schemas.openxmlformats.org/officeDocument/2006/relationships/image" Target="../media/image25362.png"/><Relationship Id="rId13" Type="http://schemas.openxmlformats.org/officeDocument/2006/relationships/customXml" Target="../ink/ink1549.xml"/><Relationship Id="rId18" Type="http://schemas.openxmlformats.org/officeDocument/2006/relationships/image" Target="../media/image25329.png"/><Relationship Id="rId39" Type="http://schemas.openxmlformats.org/officeDocument/2006/relationships/customXml" Target="../ink/ink1562.xml"/><Relationship Id="rId109" Type="http://schemas.openxmlformats.org/officeDocument/2006/relationships/image" Target="../media/image25373.png"/><Relationship Id="rId34" Type="http://schemas.openxmlformats.org/officeDocument/2006/relationships/image" Target="../media/image25336.png"/><Relationship Id="rId50" Type="http://schemas.openxmlformats.org/officeDocument/2006/relationships/image" Target="../media/image25344.png"/><Relationship Id="rId55" Type="http://schemas.openxmlformats.org/officeDocument/2006/relationships/customXml" Target="../ink/ink1570.xml"/><Relationship Id="rId76" Type="http://schemas.openxmlformats.org/officeDocument/2006/relationships/image" Target="../media/image25357.png"/><Relationship Id="rId97" Type="http://schemas.openxmlformats.org/officeDocument/2006/relationships/image" Target="../media/image25367.png"/><Relationship Id="rId104" Type="http://schemas.openxmlformats.org/officeDocument/2006/relationships/customXml" Target="../ink/ink1595.xml"/><Relationship Id="rId120" Type="http://schemas.openxmlformats.org/officeDocument/2006/relationships/customXml" Target="../ink/ink1603.xml"/><Relationship Id="rId125" Type="http://schemas.openxmlformats.org/officeDocument/2006/relationships/image" Target="../media/image25381.png"/><Relationship Id="rId7" Type="http://schemas.openxmlformats.org/officeDocument/2006/relationships/image" Target="../media/image24442.png"/><Relationship Id="rId71" Type="http://schemas.openxmlformats.org/officeDocument/2006/relationships/customXml" Target="../ink/ink1578.xml"/><Relationship Id="rId92" Type="http://schemas.openxmlformats.org/officeDocument/2006/relationships/customXml" Target="../ink/ink1589.xml"/><Relationship Id="rId2" Type="http://schemas.openxmlformats.org/officeDocument/2006/relationships/customXml" Target="../ink/ink1543.xml"/><Relationship Id="rId29" Type="http://schemas.openxmlformats.org/officeDocument/2006/relationships/customXml" Target="../ink/ink1557.xml"/><Relationship Id="rId24" Type="http://schemas.openxmlformats.org/officeDocument/2006/relationships/image" Target="../media/image25332.png"/><Relationship Id="rId40" Type="http://schemas.openxmlformats.org/officeDocument/2006/relationships/image" Target="../media/image25339.png"/><Relationship Id="rId45" Type="http://schemas.openxmlformats.org/officeDocument/2006/relationships/customXml" Target="../ink/ink1565.xml"/><Relationship Id="rId66" Type="http://schemas.openxmlformats.org/officeDocument/2006/relationships/image" Target="../media/image25352.png"/><Relationship Id="rId87" Type="http://schemas.openxmlformats.org/officeDocument/2006/relationships/customXml" Target="../ink/ink1586.xml"/><Relationship Id="rId110" Type="http://schemas.openxmlformats.org/officeDocument/2006/relationships/customXml" Target="../ink/ink1598.xml"/><Relationship Id="rId115" Type="http://schemas.openxmlformats.org/officeDocument/2006/relationships/image" Target="../media/image25376.png"/><Relationship Id="rId61" Type="http://schemas.openxmlformats.org/officeDocument/2006/relationships/customXml" Target="../ink/ink1573.xml"/><Relationship Id="rId82" Type="http://schemas.openxmlformats.org/officeDocument/2006/relationships/image" Target="../media/image25360.png"/><Relationship Id="rId19" Type="http://schemas.openxmlformats.org/officeDocument/2006/relationships/customXml" Target="../ink/ink1552.xml"/><Relationship Id="rId14" Type="http://schemas.openxmlformats.org/officeDocument/2006/relationships/image" Target="../media/image25327.png"/><Relationship Id="rId30" Type="http://schemas.openxmlformats.org/officeDocument/2006/relationships/image" Target="../media/image25335.png"/><Relationship Id="rId35" Type="http://schemas.openxmlformats.org/officeDocument/2006/relationships/customXml" Target="../ink/ink1560.xml"/><Relationship Id="rId56" Type="http://schemas.openxmlformats.org/officeDocument/2006/relationships/image" Target="../media/image25347.png"/><Relationship Id="rId77" Type="http://schemas.openxmlformats.org/officeDocument/2006/relationships/customXml" Target="../ink/ink1581.xml"/><Relationship Id="rId100" Type="http://schemas.openxmlformats.org/officeDocument/2006/relationships/customXml" Target="../ink/ink1593.xml"/><Relationship Id="rId105" Type="http://schemas.openxmlformats.org/officeDocument/2006/relationships/image" Target="../media/image25371.png"/><Relationship Id="rId126" Type="http://schemas.openxmlformats.org/officeDocument/2006/relationships/customXml" Target="../ink/ink1606.xml"/><Relationship Id="rId8" Type="http://schemas.openxmlformats.org/officeDocument/2006/relationships/customXml" Target="../ink/ink1546.xml"/><Relationship Id="rId51" Type="http://schemas.openxmlformats.org/officeDocument/2006/relationships/customXml" Target="../ink/ink1568.xml"/><Relationship Id="rId72" Type="http://schemas.openxmlformats.org/officeDocument/2006/relationships/image" Target="../media/image25355.png"/><Relationship Id="rId93" Type="http://schemas.openxmlformats.org/officeDocument/2006/relationships/image" Target="../media/image25365.png"/><Relationship Id="rId98" Type="http://schemas.openxmlformats.org/officeDocument/2006/relationships/customXml" Target="../ink/ink1592.xml"/><Relationship Id="rId121" Type="http://schemas.openxmlformats.org/officeDocument/2006/relationships/image" Target="../media/image25379.png"/><Relationship Id="rId3" Type="http://schemas.openxmlformats.org/officeDocument/2006/relationships/image" Target="../media/image23952.png"/><Relationship Id="rId25" Type="http://schemas.openxmlformats.org/officeDocument/2006/relationships/customXml" Target="../ink/ink1555.xml"/><Relationship Id="rId46" Type="http://schemas.openxmlformats.org/officeDocument/2006/relationships/image" Target="../media/image25342.png"/><Relationship Id="rId67" Type="http://schemas.openxmlformats.org/officeDocument/2006/relationships/customXml" Target="../ink/ink1576.xml"/><Relationship Id="rId116" Type="http://schemas.openxmlformats.org/officeDocument/2006/relationships/customXml" Target="../ink/ink1601.xml"/><Relationship Id="rId20" Type="http://schemas.openxmlformats.org/officeDocument/2006/relationships/image" Target="../media/image25330.png"/><Relationship Id="rId41" Type="http://schemas.openxmlformats.org/officeDocument/2006/relationships/customXml" Target="../ink/ink1563.xml"/><Relationship Id="rId62" Type="http://schemas.openxmlformats.org/officeDocument/2006/relationships/image" Target="../media/image25350.png"/><Relationship Id="rId83" Type="http://schemas.openxmlformats.org/officeDocument/2006/relationships/customXml" Target="../ink/ink1584.xml"/><Relationship Id="rId88" Type="http://schemas.openxmlformats.org/officeDocument/2006/relationships/image" Target="../media/image25363.png"/><Relationship Id="rId111" Type="http://schemas.openxmlformats.org/officeDocument/2006/relationships/image" Target="../media/image25374.png"/><Relationship Id="rId15" Type="http://schemas.openxmlformats.org/officeDocument/2006/relationships/customXml" Target="../ink/ink1550.xml"/><Relationship Id="rId36" Type="http://schemas.openxmlformats.org/officeDocument/2006/relationships/image" Target="../media/image25337.png"/><Relationship Id="rId57" Type="http://schemas.openxmlformats.org/officeDocument/2006/relationships/customXml" Target="../ink/ink1571.xml"/><Relationship Id="rId106" Type="http://schemas.openxmlformats.org/officeDocument/2006/relationships/customXml" Target="../ink/ink1596.xml"/><Relationship Id="rId127" Type="http://schemas.openxmlformats.org/officeDocument/2006/relationships/image" Target="../media/image25382.png"/><Relationship Id="rId10" Type="http://schemas.openxmlformats.org/officeDocument/2006/relationships/image" Target="../media/image25325.png"/><Relationship Id="rId31" Type="http://schemas.openxmlformats.org/officeDocument/2006/relationships/customXml" Target="../ink/ink1558.xml"/><Relationship Id="rId52" Type="http://schemas.openxmlformats.org/officeDocument/2006/relationships/image" Target="../media/image25345.png"/><Relationship Id="rId73" Type="http://schemas.openxmlformats.org/officeDocument/2006/relationships/customXml" Target="../ink/ink1579.xml"/><Relationship Id="rId78" Type="http://schemas.openxmlformats.org/officeDocument/2006/relationships/image" Target="../media/image25358.png"/><Relationship Id="rId94" Type="http://schemas.openxmlformats.org/officeDocument/2006/relationships/customXml" Target="../ink/ink1590.xml"/><Relationship Id="rId99" Type="http://schemas.openxmlformats.org/officeDocument/2006/relationships/image" Target="../media/image25368.png"/><Relationship Id="rId101" Type="http://schemas.openxmlformats.org/officeDocument/2006/relationships/image" Target="../media/image25369.png"/><Relationship Id="rId122" Type="http://schemas.openxmlformats.org/officeDocument/2006/relationships/customXml" Target="../ink/ink1604.xml"/><Relationship Id="rId4" Type="http://schemas.openxmlformats.org/officeDocument/2006/relationships/customXml" Target="../ink/ink1544.xml"/><Relationship Id="rId9" Type="http://schemas.openxmlformats.org/officeDocument/2006/relationships/customXml" Target="../ink/ink1547.xml"/><Relationship Id="rId26" Type="http://schemas.openxmlformats.org/officeDocument/2006/relationships/image" Target="../media/image25333.png"/></Relationships>
</file>

<file path=ppt/slides/_rels/slide11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1666.xml"/><Relationship Id="rId299" Type="http://schemas.openxmlformats.org/officeDocument/2006/relationships/customXml" Target="../ink/ink1757.xml"/><Relationship Id="rId21" Type="http://schemas.openxmlformats.org/officeDocument/2006/relationships/customXml" Target="../ink/ink1618.xml"/><Relationship Id="rId63" Type="http://schemas.openxmlformats.org/officeDocument/2006/relationships/customXml" Target="../ink/ink1639.xml"/><Relationship Id="rId159" Type="http://schemas.openxmlformats.org/officeDocument/2006/relationships/customXml" Target="../ink/ink1687.xml"/><Relationship Id="rId324" Type="http://schemas.openxmlformats.org/officeDocument/2006/relationships/image" Target="../media/image25537.png"/><Relationship Id="rId366" Type="http://schemas.openxmlformats.org/officeDocument/2006/relationships/image" Target="../media/image25556.png"/><Relationship Id="rId170" Type="http://schemas.openxmlformats.org/officeDocument/2006/relationships/image" Target="../media/image25462.png"/><Relationship Id="rId226" Type="http://schemas.openxmlformats.org/officeDocument/2006/relationships/image" Target="../media/image25490.png"/><Relationship Id="rId433" Type="http://schemas.openxmlformats.org/officeDocument/2006/relationships/customXml" Target="../ink/ink1824.xml"/><Relationship Id="rId268" Type="http://schemas.openxmlformats.org/officeDocument/2006/relationships/image" Target="../media/image25509.png"/><Relationship Id="rId475" Type="http://schemas.openxmlformats.org/officeDocument/2006/relationships/customXml" Target="../ink/ink1845.xml"/><Relationship Id="rId32" Type="http://schemas.openxmlformats.org/officeDocument/2006/relationships/image" Target="../media/image25395.png"/><Relationship Id="rId74" Type="http://schemas.openxmlformats.org/officeDocument/2006/relationships/image" Target="../media/image25415.png"/><Relationship Id="rId128" Type="http://schemas.openxmlformats.org/officeDocument/2006/relationships/image" Target="../media/image25441.png"/><Relationship Id="rId335" Type="http://schemas.openxmlformats.org/officeDocument/2006/relationships/customXml" Target="../ink/ink1775.xml"/><Relationship Id="rId377" Type="http://schemas.openxmlformats.org/officeDocument/2006/relationships/customXml" Target="../ink/ink1796.xml"/><Relationship Id="rId5" Type="http://schemas.openxmlformats.org/officeDocument/2006/relationships/image" Target="../media/image24441.png"/><Relationship Id="rId181" Type="http://schemas.openxmlformats.org/officeDocument/2006/relationships/customXml" Target="../ink/ink1698.xml"/><Relationship Id="rId237" Type="http://schemas.openxmlformats.org/officeDocument/2006/relationships/customXml" Target="../ink/ink1726.xml"/><Relationship Id="rId402" Type="http://schemas.openxmlformats.org/officeDocument/2006/relationships/image" Target="../media/image25574.png"/><Relationship Id="rId279" Type="http://schemas.openxmlformats.org/officeDocument/2006/relationships/customXml" Target="../ink/ink1747.xml"/><Relationship Id="rId444" Type="http://schemas.openxmlformats.org/officeDocument/2006/relationships/image" Target="../media/image25595.png"/><Relationship Id="rId43" Type="http://schemas.openxmlformats.org/officeDocument/2006/relationships/customXml" Target="../ink/ink1629.xml"/><Relationship Id="rId139" Type="http://schemas.openxmlformats.org/officeDocument/2006/relationships/customXml" Target="../ink/ink1677.xml"/><Relationship Id="rId290" Type="http://schemas.openxmlformats.org/officeDocument/2006/relationships/image" Target="../media/image25520.png"/><Relationship Id="rId304" Type="http://schemas.openxmlformats.org/officeDocument/2006/relationships/image" Target="../media/image25527.png"/><Relationship Id="rId346" Type="http://schemas.openxmlformats.org/officeDocument/2006/relationships/image" Target="../media/image25547.png"/><Relationship Id="rId388" Type="http://schemas.openxmlformats.org/officeDocument/2006/relationships/image" Target="../media/image25567.png"/><Relationship Id="rId85" Type="http://schemas.openxmlformats.org/officeDocument/2006/relationships/customXml" Target="../ink/ink1650.xml"/><Relationship Id="rId150" Type="http://schemas.openxmlformats.org/officeDocument/2006/relationships/image" Target="../media/image25452.png"/><Relationship Id="rId192" Type="http://schemas.openxmlformats.org/officeDocument/2006/relationships/image" Target="../media/image25473.png"/><Relationship Id="rId206" Type="http://schemas.openxmlformats.org/officeDocument/2006/relationships/image" Target="../media/image25480.png"/><Relationship Id="rId413" Type="http://schemas.openxmlformats.org/officeDocument/2006/relationships/customXml" Target="../ink/ink1814.xml"/><Relationship Id="rId248" Type="http://schemas.openxmlformats.org/officeDocument/2006/relationships/image" Target="../media/image25500.png"/><Relationship Id="rId455" Type="http://schemas.openxmlformats.org/officeDocument/2006/relationships/customXml" Target="../ink/ink1835.xml"/><Relationship Id="rId12" Type="http://schemas.openxmlformats.org/officeDocument/2006/relationships/image" Target="../media/image25385.png"/><Relationship Id="rId108" Type="http://schemas.openxmlformats.org/officeDocument/2006/relationships/image" Target="../media/image25431.png"/><Relationship Id="rId315" Type="http://schemas.openxmlformats.org/officeDocument/2006/relationships/customXml" Target="../ink/ink1765.xml"/><Relationship Id="rId357" Type="http://schemas.openxmlformats.org/officeDocument/2006/relationships/customXml" Target="../ink/ink1786.xml"/><Relationship Id="rId54" Type="http://schemas.openxmlformats.org/officeDocument/2006/relationships/image" Target="../media/image25405.png"/><Relationship Id="rId96" Type="http://schemas.openxmlformats.org/officeDocument/2006/relationships/image" Target="../media/image25229.png"/><Relationship Id="rId161" Type="http://schemas.openxmlformats.org/officeDocument/2006/relationships/customXml" Target="../ink/ink1688.xml"/><Relationship Id="rId217" Type="http://schemas.openxmlformats.org/officeDocument/2006/relationships/customXml" Target="../ink/ink1716.xml"/><Relationship Id="rId399" Type="http://schemas.openxmlformats.org/officeDocument/2006/relationships/customXml" Target="../ink/ink1807.xml"/><Relationship Id="rId259" Type="http://schemas.openxmlformats.org/officeDocument/2006/relationships/customXml" Target="../ink/ink1737.xml"/><Relationship Id="rId424" Type="http://schemas.openxmlformats.org/officeDocument/2006/relationships/image" Target="../media/image25585.png"/><Relationship Id="rId466" Type="http://schemas.openxmlformats.org/officeDocument/2006/relationships/image" Target="../media/image25606.png"/><Relationship Id="rId23" Type="http://schemas.openxmlformats.org/officeDocument/2006/relationships/customXml" Target="../ink/ink1619.xml"/><Relationship Id="rId119" Type="http://schemas.openxmlformats.org/officeDocument/2006/relationships/customXml" Target="../ink/ink1667.xml"/><Relationship Id="rId270" Type="http://schemas.openxmlformats.org/officeDocument/2006/relationships/image" Target="../media/image25510.png"/><Relationship Id="rId326" Type="http://schemas.openxmlformats.org/officeDocument/2006/relationships/image" Target="../media/image25538.png"/><Relationship Id="rId65" Type="http://schemas.openxmlformats.org/officeDocument/2006/relationships/customXml" Target="../ink/ink1640.xml"/><Relationship Id="rId130" Type="http://schemas.openxmlformats.org/officeDocument/2006/relationships/image" Target="../media/image25442.png"/><Relationship Id="rId368" Type="http://schemas.openxmlformats.org/officeDocument/2006/relationships/image" Target="../media/image25557.png"/><Relationship Id="rId172" Type="http://schemas.openxmlformats.org/officeDocument/2006/relationships/image" Target="../media/image25463.png"/><Relationship Id="rId228" Type="http://schemas.openxmlformats.org/officeDocument/2006/relationships/image" Target="../media/image25491.png"/><Relationship Id="rId435" Type="http://schemas.openxmlformats.org/officeDocument/2006/relationships/customXml" Target="../ink/ink1825.xml"/><Relationship Id="rId477" Type="http://schemas.openxmlformats.org/officeDocument/2006/relationships/customXml" Target="../ink/ink1846.xml"/><Relationship Id="rId281" Type="http://schemas.openxmlformats.org/officeDocument/2006/relationships/customXml" Target="../ink/ink1748.xml"/><Relationship Id="rId337" Type="http://schemas.openxmlformats.org/officeDocument/2006/relationships/customXml" Target="../ink/ink1776.xml"/><Relationship Id="rId34" Type="http://schemas.openxmlformats.org/officeDocument/2006/relationships/image" Target="../media/image25396.png"/><Relationship Id="rId76" Type="http://schemas.openxmlformats.org/officeDocument/2006/relationships/image" Target="../media/image25416.png"/><Relationship Id="rId141" Type="http://schemas.openxmlformats.org/officeDocument/2006/relationships/customXml" Target="../ink/ink1678.xml"/><Relationship Id="rId379" Type="http://schemas.openxmlformats.org/officeDocument/2006/relationships/customXml" Target="../ink/ink1797.xml"/><Relationship Id="rId7" Type="http://schemas.openxmlformats.org/officeDocument/2006/relationships/image" Target="../media/image24442.png"/><Relationship Id="rId183" Type="http://schemas.openxmlformats.org/officeDocument/2006/relationships/customXml" Target="../ink/ink1699.xml"/><Relationship Id="rId239" Type="http://schemas.openxmlformats.org/officeDocument/2006/relationships/customXml" Target="../ink/ink1727.xml"/><Relationship Id="rId390" Type="http://schemas.openxmlformats.org/officeDocument/2006/relationships/image" Target="../media/image25568.png"/><Relationship Id="rId404" Type="http://schemas.openxmlformats.org/officeDocument/2006/relationships/image" Target="../media/image25575.png"/><Relationship Id="rId446" Type="http://schemas.openxmlformats.org/officeDocument/2006/relationships/image" Target="../media/image25596.png"/><Relationship Id="rId250" Type="http://schemas.openxmlformats.org/officeDocument/2006/relationships/image" Target="../media/image23904.png"/><Relationship Id="rId292" Type="http://schemas.openxmlformats.org/officeDocument/2006/relationships/image" Target="../media/image25521.png"/><Relationship Id="rId306" Type="http://schemas.openxmlformats.org/officeDocument/2006/relationships/image" Target="../media/image25528.png"/><Relationship Id="rId45" Type="http://schemas.openxmlformats.org/officeDocument/2006/relationships/customXml" Target="../ink/ink1630.xml"/><Relationship Id="rId87" Type="http://schemas.openxmlformats.org/officeDocument/2006/relationships/customXml" Target="../ink/ink1651.xml"/><Relationship Id="rId110" Type="http://schemas.openxmlformats.org/officeDocument/2006/relationships/image" Target="../media/image25432.png"/><Relationship Id="rId348" Type="http://schemas.openxmlformats.org/officeDocument/2006/relationships/image" Target="../media/image25548.png"/><Relationship Id="rId152" Type="http://schemas.openxmlformats.org/officeDocument/2006/relationships/image" Target="../media/image25453.png"/><Relationship Id="rId194" Type="http://schemas.openxmlformats.org/officeDocument/2006/relationships/image" Target="../media/image25474.png"/><Relationship Id="rId208" Type="http://schemas.openxmlformats.org/officeDocument/2006/relationships/image" Target="../media/image25481.png"/><Relationship Id="rId415" Type="http://schemas.openxmlformats.org/officeDocument/2006/relationships/customXml" Target="../ink/ink1815.xml"/><Relationship Id="rId457" Type="http://schemas.openxmlformats.org/officeDocument/2006/relationships/customXml" Target="../ink/ink1836.xml"/><Relationship Id="rId261" Type="http://schemas.openxmlformats.org/officeDocument/2006/relationships/customXml" Target="../ink/ink1738.xml"/><Relationship Id="rId14" Type="http://schemas.openxmlformats.org/officeDocument/2006/relationships/image" Target="../media/image25386.png"/><Relationship Id="rId56" Type="http://schemas.openxmlformats.org/officeDocument/2006/relationships/image" Target="../media/image25406.png"/><Relationship Id="rId317" Type="http://schemas.openxmlformats.org/officeDocument/2006/relationships/customXml" Target="../ink/ink1766.xml"/><Relationship Id="rId359" Type="http://schemas.openxmlformats.org/officeDocument/2006/relationships/customXml" Target="../ink/ink1787.xml"/><Relationship Id="rId98" Type="http://schemas.openxmlformats.org/officeDocument/2006/relationships/image" Target="../media/image25426.png"/><Relationship Id="rId121" Type="http://schemas.openxmlformats.org/officeDocument/2006/relationships/customXml" Target="../ink/ink1668.xml"/><Relationship Id="rId163" Type="http://schemas.openxmlformats.org/officeDocument/2006/relationships/customXml" Target="../ink/ink1689.xml"/><Relationship Id="rId219" Type="http://schemas.openxmlformats.org/officeDocument/2006/relationships/customXml" Target="../ink/ink1717.xml"/><Relationship Id="rId370" Type="http://schemas.openxmlformats.org/officeDocument/2006/relationships/image" Target="../media/image25558.png"/><Relationship Id="rId426" Type="http://schemas.openxmlformats.org/officeDocument/2006/relationships/image" Target="../media/image25586.png"/><Relationship Id="rId230" Type="http://schemas.openxmlformats.org/officeDocument/2006/relationships/image" Target="../media/image25492.png"/><Relationship Id="rId468" Type="http://schemas.openxmlformats.org/officeDocument/2006/relationships/image" Target="../media/image25607.png"/><Relationship Id="rId25" Type="http://schemas.openxmlformats.org/officeDocument/2006/relationships/customXml" Target="../ink/ink1620.xml"/><Relationship Id="rId67" Type="http://schemas.openxmlformats.org/officeDocument/2006/relationships/customXml" Target="../ink/ink1641.xml"/><Relationship Id="rId272" Type="http://schemas.openxmlformats.org/officeDocument/2006/relationships/image" Target="../media/image25511.png"/><Relationship Id="rId328" Type="http://schemas.openxmlformats.org/officeDocument/2006/relationships/image" Target="../media/image25539.png"/><Relationship Id="rId132" Type="http://schemas.openxmlformats.org/officeDocument/2006/relationships/image" Target="../media/image25443.png"/><Relationship Id="rId174" Type="http://schemas.openxmlformats.org/officeDocument/2006/relationships/image" Target="../media/image25464.png"/><Relationship Id="rId381" Type="http://schemas.openxmlformats.org/officeDocument/2006/relationships/customXml" Target="../ink/ink1798.xml"/><Relationship Id="rId241" Type="http://schemas.openxmlformats.org/officeDocument/2006/relationships/customXml" Target="../ink/ink1728.xml"/><Relationship Id="rId437" Type="http://schemas.openxmlformats.org/officeDocument/2006/relationships/customXml" Target="../ink/ink1826.xml"/><Relationship Id="rId479" Type="http://schemas.openxmlformats.org/officeDocument/2006/relationships/customXml" Target="../ink/ink1847.xml"/><Relationship Id="rId36" Type="http://schemas.openxmlformats.org/officeDocument/2006/relationships/image" Target="../media/image25397.png"/><Relationship Id="rId283" Type="http://schemas.openxmlformats.org/officeDocument/2006/relationships/customXml" Target="../ink/ink1749.xml"/><Relationship Id="rId339" Type="http://schemas.openxmlformats.org/officeDocument/2006/relationships/customXml" Target="../ink/ink1777.xml"/><Relationship Id="rId78" Type="http://schemas.openxmlformats.org/officeDocument/2006/relationships/image" Target="../media/image25417.png"/><Relationship Id="rId101" Type="http://schemas.openxmlformats.org/officeDocument/2006/relationships/customXml" Target="../ink/ink1658.xml"/><Relationship Id="rId143" Type="http://schemas.openxmlformats.org/officeDocument/2006/relationships/customXml" Target="../ink/ink1679.xml"/><Relationship Id="rId185" Type="http://schemas.openxmlformats.org/officeDocument/2006/relationships/customXml" Target="../ink/ink1700.xml"/><Relationship Id="rId350" Type="http://schemas.openxmlformats.org/officeDocument/2006/relationships/image" Target="../media/image25549.png"/><Relationship Id="rId406" Type="http://schemas.openxmlformats.org/officeDocument/2006/relationships/image" Target="../media/image25576.png"/><Relationship Id="rId9" Type="http://schemas.openxmlformats.org/officeDocument/2006/relationships/customXml" Target="../ink/ink1612.xml"/><Relationship Id="rId210" Type="http://schemas.openxmlformats.org/officeDocument/2006/relationships/image" Target="../media/image25482.png"/><Relationship Id="rId392" Type="http://schemas.openxmlformats.org/officeDocument/2006/relationships/image" Target="../media/image25569.png"/><Relationship Id="rId448" Type="http://schemas.openxmlformats.org/officeDocument/2006/relationships/image" Target="../media/image25597.png"/><Relationship Id="rId252" Type="http://schemas.openxmlformats.org/officeDocument/2006/relationships/image" Target="../media/image25501.png"/><Relationship Id="rId294" Type="http://schemas.openxmlformats.org/officeDocument/2006/relationships/image" Target="../media/image25522.png"/><Relationship Id="rId308" Type="http://schemas.openxmlformats.org/officeDocument/2006/relationships/image" Target="../media/image25529.png"/><Relationship Id="rId47" Type="http://schemas.openxmlformats.org/officeDocument/2006/relationships/customXml" Target="../ink/ink1631.xml"/><Relationship Id="rId89" Type="http://schemas.openxmlformats.org/officeDocument/2006/relationships/customXml" Target="../ink/ink1652.xml"/><Relationship Id="rId112" Type="http://schemas.openxmlformats.org/officeDocument/2006/relationships/image" Target="../media/image25433.png"/><Relationship Id="rId154" Type="http://schemas.openxmlformats.org/officeDocument/2006/relationships/image" Target="../media/image25454.png"/><Relationship Id="rId361" Type="http://schemas.openxmlformats.org/officeDocument/2006/relationships/customXml" Target="../ink/ink1788.xml"/><Relationship Id="rId196" Type="http://schemas.openxmlformats.org/officeDocument/2006/relationships/image" Target="../media/image25475.png"/><Relationship Id="rId417" Type="http://schemas.openxmlformats.org/officeDocument/2006/relationships/customXml" Target="../ink/ink1816.xml"/><Relationship Id="rId459" Type="http://schemas.openxmlformats.org/officeDocument/2006/relationships/customXml" Target="../ink/ink1837.xml"/><Relationship Id="rId16" Type="http://schemas.openxmlformats.org/officeDocument/2006/relationships/image" Target="../media/image25387.png"/><Relationship Id="rId221" Type="http://schemas.openxmlformats.org/officeDocument/2006/relationships/customXml" Target="../ink/ink1718.xml"/><Relationship Id="rId263" Type="http://schemas.openxmlformats.org/officeDocument/2006/relationships/customXml" Target="../ink/ink1739.xml"/><Relationship Id="rId319" Type="http://schemas.openxmlformats.org/officeDocument/2006/relationships/customXml" Target="../ink/ink1767.xml"/><Relationship Id="rId470" Type="http://schemas.openxmlformats.org/officeDocument/2006/relationships/image" Target="../media/image25608.png"/><Relationship Id="rId58" Type="http://schemas.openxmlformats.org/officeDocument/2006/relationships/image" Target="../media/image25407.png"/><Relationship Id="rId123" Type="http://schemas.openxmlformats.org/officeDocument/2006/relationships/customXml" Target="../ink/ink1669.xml"/><Relationship Id="rId330" Type="http://schemas.openxmlformats.org/officeDocument/2006/relationships/image" Target="../media/image25540.png"/><Relationship Id="rId165" Type="http://schemas.openxmlformats.org/officeDocument/2006/relationships/customXml" Target="../ink/ink1690.xml"/><Relationship Id="rId372" Type="http://schemas.openxmlformats.org/officeDocument/2006/relationships/image" Target="../media/image25559.png"/><Relationship Id="rId428" Type="http://schemas.openxmlformats.org/officeDocument/2006/relationships/image" Target="../media/image25587.png"/><Relationship Id="rId232" Type="http://schemas.openxmlformats.org/officeDocument/2006/relationships/image" Target="../media/image25493.png"/><Relationship Id="rId274" Type="http://schemas.openxmlformats.org/officeDocument/2006/relationships/image" Target="../media/image25512.png"/><Relationship Id="rId481" Type="http://schemas.openxmlformats.org/officeDocument/2006/relationships/customXml" Target="../ink/ink1848.xml"/><Relationship Id="rId27" Type="http://schemas.openxmlformats.org/officeDocument/2006/relationships/customXml" Target="../ink/ink1621.xml"/><Relationship Id="rId69" Type="http://schemas.openxmlformats.org/officeDocument/2006/relationships/customXml" Target="../ink/ink1642.xml"/><Relationship Id="rId134" Type="http://schemas.openxmlformats.org/officeDocument/2006/relationships/image" Target="../media/image25444.png"/><Relationship Id="rId80" Type="http://schemas.openxmlformats.org/officeDocument/2006/relationships/image" Target="../media/image25418.png"/><Relationship Id="rId176" Type="http://schemas.openxmlformats.org/officeDocument/2006/relationships/image" Target="../media/image25465.png"/><Relationship Id="rId341" Type="http://schemas.openxmlformats.org/officeDocument/2006/relationships/customXml" Target="../ink/ink1778.xml"/><Relationship Id="rId383" Type="http://schemas.openxmlformats.org/officeDocument/2006/relationships/customXml" Target="../ink/ink1799.xml"/><Relationship Id="rId439" Type="http://schemas.openxmlformats.org/officeDocument/2006/relationships/customXml" Target="../ink/ink1827.xml"/><Relationship Id="rId201" Type="http://schemas.openxmlformats.org/officeDocument/2006/relationships/customXml" Target="../ink/ink1708.xml"/><Relationship Id="rId243" Type="http://schemas.openxmlformats.org/officeDocument/2006/relationships/customXml" Target="../ink/ink1729.xml"/><Relationship Id="rId285" Type="http://schemas.openxmlformats.org/officeDocument/2006/relationships/customXml" Target="../ink/ink1750.xml"/><Relationship Id="rId450" Type="http://schemas.openxmlformats.org/officeDocument/2006/relationships/image" Target="../media/image25598.png"/><Relationship Id="rId38" Type="http://schemas.openxmlformats.org/officeDocument/2006/relationships/image" Target="../media/image25398.png"/><Relationship Id="rId103" Type="http://schemas.openxmlformats.org/officeDocument/2006/relationships/customXml" Target="../ink/ink1659.xml"/><Relationship Id="rId310" Type="http://schemas.openxmlformats.org/officeDocument/2006/relationships/image" Target="../media/image25530.png"/><Relationship Id="rId91" Type="http://schemas.openxmlformats.org/officeDocument/2006/relationships/customXml" Target="../ink/ink1653.xml"/><Relationship Id="rId145" Type="http://schemas.openxmlformats.org/officeDocument/2006/relationships/customXml" Target="../ink/ink1680.xml"/><Relationship Id="rId187" Type="http://schemas.openxmlformats.org/officeDocument/2006/relationships/customXml" Target="../ink/ink1701.xml"/><Relationship Id="rId352" Type="http://schemas.openxmlformats.org/officeDocument/2006/relationships/image" Target="../media/image25550.png"/><Relationship Id="rId394" Type="http://schemas.openxmlformats.org/officeDocument/2006/relationships/image" Target="../media/image25570.png"/><Relationship Id="rId408" Type="http://schemas.openxmlformats.org/officeDocument/2006/relationships/image" Target="../media/image25577.png"/><Relationship Id="rId212" Type="http://schemas.openxmlformats.org/officeDocument/2006/relationships/image" Target="../media/image25483.png"/><Relationship Id="rId254" Type="http://schemas.openxmlformats.org/officeDocument/2006/relationships/image" Target="../media/image25502.png"/><Relationship Id="rId49" Type="http://schemas.openxmlformats.org/officeDocument/2006/relationships/customXml" Target="../ink/ink1632.xml"/><Relationship Id="rId114" Type="http://schemas.openxmlformats.org/officeDocument/2006/relationships/image" Target="../media/image25434.png"/><Relationship Id="rId296" Type="http://schemas.openxmlformats.org/officeDocument/2006/relationships/image" Target="../media/image25523.png"/><Relationship Id="rId461" Type="http://schemas.openxmlformats.org/officeDocument/2006/relationships/customXml" Target="../ink/ink1838.xml"/><Relationship Id="rId60" Type="http://schemas.openxmlformats.org/officeDocument/2006/relationships/image" Target="../media/image25408.png"/><Relationship Id="rId156" Type="http://schemas.openxmlformats.org/officeDocument/2006/relationships/image" Target="../media/image25455.png"/><Relationship Id="rId198" Type="http://schemas.openxmlformats.org/officeDocument/2006/relationships/image" Target="../media/image25476.png"/><Relationship Id="rId321" Type="http://schemas.openxmlformats.org/officeDocument/2006/relationships/customXml" Target="../ink/ink1768.xml"/><Relationship Id="rId363" Type="http://schemas.openxmlformats.org/officeDocument/2006/relationships/customXml" Target="../ink/ink1789.xml"/><Relationship Id="rId419" Type="http://schemas.openxmlformats.org/officeDocument/2006/relationships/customXml" Target="../ink/ink1817.xml"/><Relationship Id="rId223" Type="http://schemas.openxmlformats.org/officeDocument/2006/relationships/customXml" Target="../ink/ink1719.xml"/><Relationship Id="rId430" Type="http://schemas.openxmlformats.org/officeDocument/2006/relationships/image" Target="../media/image25588.png"/><Relationship Id="rId18" Type="http://schemas.openxmlformats.org/officeDocument/2006/relationships/image" Target="../media/image25388.png"/><Relationship Id="rId265" Type="http://schemas.openxmlformats.org/officeDocument/2006/relationships/customXml" Target="../ink/ink1740.xml"/><Relationship Id="rId472" Type="http://schemas.openxmlformats.org/officeDocument/2006/relationships/image" Target="../media/image25609.png"/><Relationship Id="rId125" Type="http://schemas.openxmlformats.org/officeDocument/2006/relationships/customXml" Target="../ink/ink1670.xml"/><Relationship Id="rId167" Type="http://schemas.openxmlformats.org/officeDocument/2006/relationships/customXml" Target="../ink/ink1691.xml"/><Relationship Id="rId332" Type="http://schemas.openxmlformats.org/officeDocument/2006/relationships/image" Target="../media/image25541.png"/><Relationship Id="rId374" Type="http://schemas.openxmlformats.org/officeDocument/2006/relationships/image" Target="../media/image25560.png"/><Relationship Id="rId71" Type="http://schemas.openxmlformats.org/officeDocument/2006/relationships/customXml" Target="../ink/ink1643.xml"/><Relationship Id="rId234" Type="http://schemas.openxmlformats.org/officeDocument/2006/relationships/image" Target="../media/image25494.png"/><Relationship Id="rId2" Type="http://schemas.openxmlformats.org/officeDocument/2006/relationships/customXml" Target="../ink/ink1608.xml"/><Relationship Id="rId29" Type="http://schemas.openxmlformats.org/officeDocument/2006/relationships/customXml" Target="../ink/ink1622.xml"/><Relationship Id="rId276" Type="http://schemas.openxmlformats.org/officeDocument/2006/relationships/image" Target="../media/image25513.png"/><Relationship Id="rId441" Type="http://schemas.openxmlformats.org/officeDocument/2006/relationships/customXml" Target="../ink/ink1828.xml"/><Relationship Id="rId40" Type="http://schemas.openxmlformats.org/officeDocument/2006/relationships/image" Target="../media/image25096.png"/><Relationship Id="rId136" Type="http://schemas.openxmlformats.org/officeDocument/2006/relationships/image" Target="../media/image25445.png"/><Relationship Id="rId178" Type="http://schemas.openxmlformats.org/officeDocument/2006/relationships/image" Target="../media/image25466.png"/><Relationship Id="rId301" Type="http://schemas.openxmlformats.org/officeDocument/2006/relationships/customXml" Target="../ink/ink1758.xml"/><Relationship Id="rId343" Type="http://schemas.openxmlformats.org/officeDocument/2006/relationships/customXml" Target="../ink/ink1779.xml"/><Relationship Id="rId82" Type="http://schemas.openxmlformats.org/officeDocument/2006/relationships/image" Target="../media/image25419.png"/><Relationship Id="rId203" Type="http://schemas.openxmlformats.org/officeDocument/2006/relationships/customXml" Target="../ink/ink1709.xml"/><Relationship Id="rId385" Type="http://schemas.openxmlformats.org/officeDocument/2006/relationships/customXml" Target="../ink/ink1800.xml"/><Relationship Id="rId245" Type="http://schemas.openxmlformats.org/officeDocument/2006/relationships/customXml" Target="../ink/ink1730.xml"/><Relationship Id="rId287" Type="http://schemas.openxmlformats.org/officeDocument/2006/relationships/customXml" Target="../ink/ink1751.xml"/><Relationship Id="rId410" Type="http://schemas.openxmlformats.org/officeDocument/2006/relationships/image" Target="../media/image25578.png"/><Relationship Id="rId452" Type="http://schemas.openxmlformats.org/officeDocument/2006/relationships/image" Target="../media/image25599.png"/><Relationship Id="rId105" Type="http://schemas.openxmlformats.org/officeDocument/2006/relationships/customXml" Target="../ink/ink1660.xml"/><Relationship Id="rId147" Type="http://schemas.openxmlformats.org/officeDocument/2006/relationships/customXml" Target="../ink/ink1681.xml"/><Relationship Id="rId312" Type="http://schemas.openxmlformats.org/officeDocument/2006/relationships/image" Target="../media/image25531.png"/><Relationship Id="rId354" Type="http://schemas.openxmlformats.org/officeDocument/2006/relationships/image" Target="../media/image25551.png"/><Relationship Id="rId51" Type="http://schemas.openxmlformats.org/officeDocument/2006/relationships/customXml" Target="../ink/ink1633.xml"/><Relationship Id="rId93" Type="http://schemas.openxmlformats.org/officeDocument/2006/relationships/customXml" Target="../ink/ink1654.xml"/><Relationship Id="rId189" Type="http://schemas.openxmlformats.org/officeDocument/2006/relationships/customXml" Target="../ink/ink1702.xml"/><Relationship Id="rId396" Type="http://schemas.openxmlformats.org/officeDocument/2006/relationships/image" Target="../media/image25571.png"/><Relationship Id="rId3" Type="http://schemas.openxmlformats.org/officeDocument/2006/relationships/image" Target="../media/image23952.png"/><Relationship Id="rId214" Type="http://schemas.openxmlformats.org/officeDocument/2006/relationships/image" Target="../media/image25484.png"/><Relationship Id="rId235" Type="http://schemas.openxmlformats.org/officeDocument/2006/relationships/customXml" Target="../ink/ink1725.xml"/><Relationship Id="rId256" Type="http://schemas.openxmlformats.org/officeDocument/2006/relationships/image" Target="../media/image25503.png"/><Relationship Id="rId277" Type="http://schemas.openxmlformats.org/officeDocument/2006/relationships/customXml" Target="../ink/ink1746.xml"/><Relationship Id="rId298" Type="http://schemas.openxmlformats.org/officeDocument/2006/relationships/image" Target="../media/image25524.png"/><Relationship Id="rId400" Type="http://schemas.openxmlformats.org/officeDocument/2006/relationships/image" Target="../media/image25573.png"/><Relationship Id="rId421" Type="http://schemas.openxmlformats.org/officeDocument/2006/relationships/customXml" Target="../ink/ink1818.xml"/><Relationship Id="rId442" Type="http://schemas.openxmlformats.org/officeDocument/2006/relationships/image" Target="../media/image25594.png"/><Relationship Id="rId463" Type="http://schemas.openxmlformats.org/officeDocument/2006/relationships/customXml" Target="../ink/ink1839.xml"/><Relationship Id="rId116" Type="http://schemas.openxmlformats.org/officeDocument/2006/relationships/image" Target="../media/image25435.png"/><Relationship Id="rId137" Type="http://schemas.openxmlformats.org/officeDocument/2006/relationships/customXml" Target="../ink/ink1676.xml"/><Relationship Id="rId158" Type="http://schemas.openxmlformats.org/officeDocument/2006/relationships/image" Target="../media/image25456.png"/><Relationship Id="rId302" Type="http://schemas.openxmlformats.org/officeDocument/2006/relationships/image" Target="../media/image25526.png"/><Relationship Id="rId323" Type="http://schemas.openxmlformats.org/officeDocument/2006/relationships/customXml" Target="../ink/ink1769.xml"/><Relationship Id="rId344" Type="http://schemas.openxmlformats.org/officeDocument/2006/relationships/image" Target="../media/image25546.png"/><Relationship Id="rId20" Type="http://schemas.openxmlformats.org/officeDocument/2006/relationships/image" Target="../media/image25389.png"/><Relationship Id="rId41" Type="http://schemas.openxmlformats.org/officeDocument/2006/relationships/customXml" Target="../ink/ink1628.xml"/><Relationship Id="rId62" Type="http://schemas.openxmlformats.org/officeDocument/2006/relationships/image" Target="../media/image25409.png"/><Relationship Id="rId83" Type="http://schemas.openxmlformats.org/officeDocument/2006/relationships/customXml" Target="../ink/ink1649.xml"/><Relationship Id="rId179" Type="http://schemas.openxmlformats.org/officeDocument/2006/relationships/customXml" Target="../ink/ink1697.xml"/><Relationship Id="rId365" Type="http://schemas.openxmlformats.org/officeDocument/2006/relationships/customXml" Target="../ink/ink1790.xml"/><Relationship Id="rId386" Type="http://schemas.openxmlformats.org/officeDocument/2006/relationships/image" Target="../media/image25566.png"/><Relationship Id="rId190" Type="http://schemas.openxmlformats.org/officeDocument/2006/relationships/image" Target="../media/image25472.png"/><Relationship Id="rId204" Type="http://schemas.openxmlformats.org/officeDocument/2006/relationships/image" Target="../media/image25479.png"/><Relationship Id="rId225" Type="http://schemas.openxmlformats.org/officeDocument/2006/relationships/customXml" Target="../ink/ink1720.xml"/><Relationship Id="rId246" Type="http://schemas.openxmlformats.org/officeDocument/2006/relationships/image" Target="../media/image25499.png"/><Relationship Id="rId267" Type="http://schemas.openxmlformats.org/officeDocument/2006/relationships/customXml" Target="../ink/ink1741.xml"/><Relationship Id="rId288" Type="http://schemas.openxmlformats.org/officeDocument/2006/relationships/image" Target="../media/image25519.png"/><Relationship Id="rId411" Type="http://schemas.openxmlformats.org/officeDocument/2006/relationships/customXml" Target="../ink/ink1813.xml"/><Relationship Id="rId432" Type="http://schemas.openxmlformats.org/officeDocument/2006/relationships/image" Target="../media/image25589.png"/><Relationship Id="rId453" Type="http://schemas.openxmlformats.org/officeDocument/2006/relationships/customXml" Target="../ink/ink1834.xml"/><Relationship Id="rId474" Type="http://schemas.openxmlformats.org/officeDocument/2006/relationships/image" Target="../media/image25610.png"/><Relationship Id="rId106" Type="http://schemas.openxmlformats.org/officeDocument/2006/relationships/image" Target="../media/image25430.png"/><Relationship Id="rId127" Type="http://schemas.openxmlformats.org/officeDocument/2006/relationships/customXml" Target="../ink/ink1671.xml"/><Relationship Id="rId313" Type="http://schemas.openxmlformats.org/officeDocument/2006/relationships/customXml" Target="../ink/ink1764.xml"/><Relationship Id="rId10" Type="http://schemas.openxmlformats.org/officeDocument/2006/relationships/image" Target="../media/image25384.png"/><Relationship Id="rId31" Type="http://schemas.openxmlformats.org/officeDocument/2006/relationships/customXml" Target="../ink/ink1623.xml"/><Relationship Id="rId52" Type="http://schemas.openxmlformats.org/officeDocument/2006/relationships/image" Target="../media/image25404.png"/><Relationship Id="rId73" Type="http://schemas.openxmlformats.org/officeDocument/2006/relationships/customXml" Target="../ink/ink1644.xml"/><Relationship Id="rId94" Type="http://schemas.openxmlformats.org/officeDocument/2006/relationships/image" Target="../media/image25425.png"/><Relationship Id="rId148" Type="http://schemas.openxmlformats.org/officeDocument/2006/relationships/image" Target="../media/image25451.png"/><Relationship Id="rId169" Type="http://schemas.openxmlformats.org/officeDocument/2006/relationships/customXml" Target="../ink/ink1692.xml"/><Relationship Id="rId334" Type="http://schemas.openxmlformats.org/officeDocument/2006/relationships/image" Target="../media/image25542.png"/><Relationship Id="rId355" Type="http://schemas.openxmlformats.org/officeDocument/2006/relationships/customXml" Target="../ink/ink1785.xml"/><Relationship Id="rId376" Type="http://schemas.openxmlformats.org/officeDocument/2006/relationships/image" Target="../media/image25561.png"/><Relationship Id="rId397" Type="http://schemas.openxmlformats.org/officeDocument/2006/relationships/customXml" Target="../ink/ink1806.xml"/><Relationship Id="rId4" Type="http://schemas.openxmlformats.org/officeDocument/2006/relationships/customXml" Target="../ink/ink1609.xml"/><Relationship Id="rId180" Type="http://schemas.openxmlformats.org/officeDocument/2006/relationships/image" Target="../media/image25467.png"/><Relationship Id="rId215" Type="http://schemas.openxmlformats.org/officeDocument/2006/relationships/customXml" Target="../ink/ink1715.xml"/><Relationship Id="rId236" Type="http://schemas.openxmlformats.org/officeDocument/2006/relationships/image" Target="../media/image25495.png"/><Relationship Id="rId257" Type="http://schemas.openxmlformats.org/officeDocument/2006/relationships/customXml" Target="../ink/ink1736.xml"/><Relationship Id="rId278" Type="http://schemas.openxmlformats.org/officeDocument/2006/relationships/image" Target="../media/image25514.png"/><Relationship Id="rId401" Type="http://schemas.openxmlformats.org/officeDocument/2006/relationships/customXml" Target="../ink/ink1808.xml"/><Relationship Id="rId422" Type="http://schemas.openxmlformats.org/officeDocument/2006/relationships/image" Target="../media/image25584.png"/><Relationship Id="rId443" Type="http://schemas.openxmlformats.org/officeDocument/2006/relationships/customXml" Target="../ink/ink1829.xml"/><Relationship Id="rId464" Type="http://schemas.openxmlformats.org/officeDocument/2006/relationships/image" Target="../media/image25605.png"/><Relationship Id="rId303" Type="http://schemas.openxmlformats.org/officeDocument/2006/relationships/customXml" Target="../ink/ink1759.xml"/><Relationship Id="rId42" Type="http://schemas.openxmlformats.org/officeDocument/2006/relationships/image" Target="../media/image25399.png"/><Relationship Id="rId84" Type="http://schemas.openxmlformats.org/officeDocument/2006/relationships/image" Target="../media/image25420.png"/><Relationship Id="rId138" Type="http://schemas.openxmlformats.org/officeDocument/2006/relationships/image" Target="../media/image25446.png"/><Relationship Id="rId345" Type="http://schemas.openxmlformats.org/officeDocument/2006/relationships/customXml" Target="../ink/ink1780.xml"/><Relationship Id="rId387" Type="http://schemas.openxmlformats.org/officeDocument/2006/relationships/customXml" Target="../ink/ink1801.xml"/><Relationship Id="rId191" Type="http://schemas.openxmlformats.org/officeDocument/2006/relationships/customXml" Target="../ink/ink1703.xml"/><Relationship Id="rId205" Type="http://schemas.openxmlformats.org/officeDocument/2006/relationships/customXml" Target="../ink/ink1710.xml"/><Relationship Id="rId247" Type="http://schemas.openxmlformats.org/officeDocument/2006/relationships/customXml" Target="../ink/ink1731.xml"/><Relationship Id="rId412" Type="http://schemas.openxmlformats.org/officeDocument/2006/relationships/image" Target="../media/image25579.png"/><Relationship Id="rId107" Type="http://schemas.openxmlformats.org/officeDocument/2006/relationships/customXml" Target="../ink/ink1661.xml"/><Relationship Id="rId289" Type="http://schemas.openxmlformats.org/officeDocument/2006/relationships/customXml" Target="../ink/ink1752.xml"/><Relationship Id="rId454" Type="http://schemas.openxmlformats.org/officeDocument/2006/relationships/image" Target="../media/image25600.png"/><Relationship Id="rId11" Type="http://schemas.openxmlformats.org/officeDocument/2006/relationships/customXml" Target="../ink/ink1613.xml"/><Relationship Id="rId53" Type="http://schemas.openxmlformats.org/officeDocument/2006/relationships/customXml" Target="../ink/ink1634.xml"/><Relationship Id="rId149" Type="http://schemas.openxmlformats.org/officeDocument/2006/relationships/customXml" Target="../ink/ink1682.xml"/><Relationship Id="rId314" Type="http://schemas.openxmlformats.org/officeDocument/2006/relationships/image" Target="../media/image25532.png"/><Relationship Id="rId356" Type="http://schemas.openxmlformats.org/officeDocument/2006/relationships/image" Target="../media/image25552.png"/><Relationship Id="rId398" Type="http://schemas.openxmlformats.org/officeDocument/2006/relationships/image" Target="../media/image25572.png"/><Relationship Id="rId95" Type="http://schemas.openxmlformats.org/officeDocument/2006/relationships/customXml" Target="../ink/ink1655.xml"/><Relationship Id="rId160" Type="http://schemas.openxmlformats.org/officeDocument/2006/relationships/image" Target="../media/image25457.png"/><Relationship Id="rId216" Type="http://schemas.openxmlformats.org/officeDocument/2006/relationships/image" Target="../media/image25485.png"/><Relationship Id="rId423" Type="http://schemas.openxmlformats.org/officeDocument/2006/relationships/customXml" Target="../ink/ink1819.xml"/><Relationship Id="rId258" Type="http://schemas.openxmlformats.org/officeDocument/2006/relationships/image" Target="../media/image25504.png"/><Relationship Id="rId465" Type="http://schemas.openxmlformats.org/officeDocument/2006/relationships/customXml" Target="../ink/ink1840.xml"/><Relationship Id="rId22" Type="http://schemas.openxmlformats.org/officeDocument/2006/relationships/image" Target="../media/image25390.png"/><Relationship Id="rId64" Type="http://schemas.openxmlformats.org/officeDocument/2006/relationships/image" Target="../media/image25410.png"/><Relationship Id="rId118" Type="http://schemas.openxmlformats.org/officeDocument/2006/relationships/image" Target="../media/image25436.png"/><Relationship Id="rId325" Type="http://schemas.openxmlformats.org/officeDocument/2006/relationships/customXml" Target="../ink/ink1770.xml"/><Relationship Id="rId367" Type="http://schemas.openxmlformats.org/officeDocument/2006/relationships/customXml" Target="../ink/ink1791.xml"/><Relationship Id="rId171" Type="http://schemas.openxmlformats.org/officeDocument/2006/relationships/customXml" Target="../ink/ink1693.xml"/><Relationship Id="rId227" Type="http://schemas.openxmlformats.org/officeDocument/2006/relationships/customXml" Target="../ink/ink1721.xml"/><Relationship Id="rId269" Type="http://schemas.openxmlformats.org/officeDocument/2006/relationships/customXml" Target="../ink/ink1742.xml"/><Relationship Id="rId434" Type="http://schemas.openxmlformats.org/officeDocument/2006/relationships/image" Target="../media/image25590.png"/><Relationship Id="rId476" Type="http://schemas.openxmlformats.org/officeDocument/2006/relationships/image" Target="../media/image25611.png"/><Relationship Id="rId33" Type="http://schemas.openxmlformats.org/officeDocument/2006/relationships/customXml" Target="../ink/ink1624.xml"/><Relationship Id="rId129" Type="http://schemas.openxmlformats.org/officeDocument/2006/relationships/customXml" Target="../ink/ink1672.xml"/><Relationship Id="rId280" Type="http://schemas.openxmlformats.org/officeDocument/2006/relationships/image" Target="../media/image25515.png"/><Relationship Id="rId336" Type="http://schemas.openxmlformats.org/officeDocument/2006/relationships/image" Target="../media/image25543.png"/><Relationship Id="rId75" Type="http://schemas.openxmlformats.org/officeDocument/2006/relationships/customXml" Target="../ink/ink1645.xml"/><Relationship Id="rId140" Type="http://schemas.openxmlformats.org/officeDocument/2006/relationships/image" Target="../media/image25447.png"/><Relationship Id="rId182" Type="http://schemas.openxmlformats.org/officeDocument/2006/relationships/image" Target="../media/image25468.png"/><Relationship Id="rId378" Type="http://schemas.openxmlformats.org/officeDocument/2006/relationships/image" Target="../media/image25562.png"/><Relationship Id="rId403" Type="http://schemas.openxmlformats.org/officeDocument/2006/relationships/customXml" Target="../ink/ink1809.xml"/><Relationship Id="rId6" Type="http://schemas.openxmlformats.org/officeDocument/2006/relationships/customXml" Target="../ink/ink1610.xml"/><Relationship Id="rId238" Type="http://schemas.openxmlformats.org/officeDocument/2006/relationships/image" Target="../media/image23892.png"/><Relationship Id="rId445" Type="http://schemas.openxmlformats.org/officeDocument/2006/relationships/customXml" Target="../ink/ink1830.xml"/><Relationship Id="rId291" Type="http://schemas.openxmlformats.org/officeDocument/2006/relationships/customXml" Target="../ink/ink1753.xml"/><Relationship Id="rId305" Type="http://schemas.openxmlformats.org/officeDocument/2006/relationships/customXml" Target="../ink/ink1760.xml"/><Relationship Id="rId347" Type="http://schemas.openxmlformats.org/officeDocument/2006/relationships/customXml" Target="../ink/ink1781.xml"/><Relationship Id="rId44" Type="http://schemas.openxmlformats.org/officeDocument/2006/relationships/image" Target="../media/image25400.png"/><Relationship Id="rId86" Type="http://schemas.openxmlformats.org/officeDocument/2006/relationships/image" Target="../media/image25421.png"/><Relationship Id="rId151" Type="http://schemas.openxmlformats.org/officeDocument/2006/relationships/customXml" Target="../ink/ink1683.xml"/><Relationship Id="rId389" Type="http://schemas.openxmlformats.org/officeDocument/2006/relationships/customXml" Target="../ink/ink1802.xml"/><Relationship Id="rId193" Type="http://schemas.openxmlformats.org/officeDocument/2006/relationships/customXml" Target="../ink/ink1704.xml"/><Relationship Id="rId207" Type="http://schemas.openxmlformats.org/officeDocument/2006/relationships/customXml" Target="../ink/ink1711.xml"/><Relationship Id="rId249" Type="http://schemas.openxmlformats.org/officeDocument/2006/relationships/customXml" Target="../ink/ink1732.xml"/><Relationship Id="rId414" Type="http://schemas.openxmlformats.org/officeDocument/2006/relationships/image" Target="../media/image25580.png"/><Relationship Id="rId456" Type="http://schemas.openxmlformats.org/officeDocument/2006/relationships/image" Target="../media/image25601.png"/><Relationship Id="rId13" Type="http://schemas.openxmlformats.org/officeDocument/2006/relationships/customXml" Target="../ink/ink1614.xml"/><Relationship Id="rId109" Type="http://schemas.openxmlformats.org/officeDocument/2006/relationships/customXml" Target="../ink/ink1662.xml"/><Relationship Id="rId260" Type="http://schemas.openxmlformats.org/officeDocument/2006/relationships/image" Target="../media/image25505.png"/><Relationship Id="rId316" Type="http://schemas.openxmlformats.org/officeDocument/2006/relationships/image" Target="../media/image25533.png"/><Relationship Id="rId55" Type="http://schemas.openxmlformats.org/officeDocument/2006/relationships/customXml" Target="../ink/ink1635.xml"/><Relationship Id="rId97" Type="http://schemas.openxmlformats.org/officeDocument/2006/relationships/customXml" Target="../ink/ink1656.xml"/><Relationship Id="rId120" Type="http://schemas.openxmlformats.org/officeDocument/2006/relationships/image" Target="../media/image25437.png"/><Relationship Id="rId358" Type="http://schemas.openxmlformats.org/officeDocument/2006/relationships/image" Target="../media/image25553.png"/><Relationship Id="rId162" Type="http://schemas.openxmlformats.org/officeDocument/2006/relationships/image" Target="../media/image25458.png"/><Relationship Id="rId218" Type="http://schemas.openxmlformats.org/officeDocument/2006/relationships/image" Target="../media/image25486.png"/><Relationship Id="rId425" Type="http://schemas.openxmlformats.org/officeDocument/2006/relationships/customXml" Target="../ink/ink1820.xml"/><Relationship Id="rId467" Type="http://schemas.openxmlformats.org/officeDocument/2006/relationships/customXml" Target="../ink/ink1841.xml"/><Relationship Id="rId271" Type="http://schemas.openxmlformats.org/officeDocument/2006/relationships/customXml" Target="../ink/ink1743.xml"/><Relationship Id="rId24" Type="http://schemas.openxmlformats.org/officeDocument/2006/relationships/image" Target="../media/image25391.png"/><Relationship Id="rId66" Type="http://schemas.openxmlformats.org/officeDocument/2006/relationships/image" Target="../media/image25411.png"/><Relationship Id="rId131" Type="http://schemas.openxmlformats.org/officeDocument/2006/relationships/customXml" Target="../ink/ink1673.xml"/><Relationship Id="rId327" Type="http://schemas.openxmlformats.org/officeDocument/2006/relationships/customXml" Target="../ink/ink1771.xml"/><Relationship Id="rId369" Type="http://schemas.openxmlformats.org/officeDocument/2006/relationships/customXml" Target="../ink/ink1792.xml"/><Relationship Id="rId173" Type="http://schemas.openxmlformats.org/officeDocument/2006/relationships/customXml" Target="../ink/ink1694.xml"/><Relationship Id="rId229" Type="http://schemas.openxmlformats.org/officeDocument/2006/relationships/customXml" Target="../ink/ink1722.xml"/><Relationship Id="rId380" Type="http://schemas.openxmlformats.org/officeDocument/2006/relationships/image" Target="../media/image25563.png"/><Relationship Id="rId436" Type="http://schemas.openxmlformats.org/officeDocument/2006/relationships/image" Target="../media/image25591.png"/><Relationship Id="rId240" Type="http://schemas.openxmlformats.org/officeDocument/2006/relationships/image" Target="../media/image25496.png"/><Relationship Id="rId478" Type="http://schemas.openxmlformats.org/officeDocument/2006/relationships/image" Target="../media/image25612.png"/><Relationship Id="rId35" Type="http://schemas.openxmlformats.org/officeDocument/2006/relationships/customXml" Target="../ink/ink1625.xml"/><Relationship Id="rId77" Type="http://schemas.openxmlformats.org/officeDocument/2006/relationships/customXml" Target="../ink/ink1646.xml"/><Relationship Id="rId100" Type="http://schemas.openxmlformats.org/officeDocument/2006/relationships/image" Target="../media/image25427.png"/><Relationship Id="rId282" Type="http://schemas.openxmlformats.org/officeDocument/2006/relationships/image" Target="../media/image25516.png"/><Relationship Id="rId338" Type="http://schemas.openxmlformats.org/officeDocument/2006/relationships/image" Target="../media/image25544.png"/><Relationship Id="rId8" Type="http://schemas.openxmlformats.org/officeDocument/2006/relationships/customXml" Target="../ink/ink1611.xml"/><Relationship Id="rId142" Type="http://schemas.openxmlformats.org/officeDocument/2006/relationships/image" Target="../media/image25448.png"/><Relationship Id="rId184" Type="http://schemas.openxmlformats.org/officeDocument/2006/relationships/image" Target="../media/image25469.png"/><Relationship Id="rId391" Type="http://schemas.openxmlformats.org/officeDocument/2006/relationships/customXml" Target="../ink/ink1803.xml"/><Relationship Id="rId405" Type="http://schemas.openxmlformats.org/officeDocument/2006/relationships/customXml" Target="../ink/ink1810.xml"/><Relationship Id="rId447" Type="http://schemas.openxmlformats.org/officeDocument/2006/relationships/customXml" Target="../ink/ink1831.xml"/><Relationship Id="rId251" Type="http://schemas.openxmlformats.org/officeDocument/2006/relationships/customXml" Target="../ink/ink1733.xml"/><Relationship Id="rId46" Type="http://schemas.openxmlformats.org/officeDocument/2006/relationships/image" Target="../media/image25401.png"/><Relationship Id="rId293" Type="http://schemas.openxmlformats.org/officeDocument/2006/relationships/customXml" Target="../ink/ink1754.xml"/><Relationship Id="rId307" Type="http://schemas.openxmlformats.org/officeDocument/2006/relationships/customXml" Target="../ink/ink1761.xml"/><Relationship Id="rId349" Type="http://schemas.openxmlformats.org/officeDocument/2006/relationships/customXml" Target="../ink/ink1782.xml"/><Relationship Id="rId88" Type="http://schemas.openxmlformats.org/officeDocument/2006/relationships/image" Target="../media/image25422.png"/><Relationship Id="rId111" Type="http://schemas.openxmlformats.org/officeDocument/2006/relationships/customXml" Target="../ink/ink1663.xml"/><Relationship Id="rId153" Type="http://schemas.openxmlformats.org/officeDocument/2006/relationships/customXml" Target="../ink/ink1684.xml"/><Relationship Id="rId195" Type="http://schemas.openxmlformats.org/officeDocument/2006/relationships/customXml" Target="../ink/ink1705.xml"/><Relationship Id="rId209" Type="http://schemas.openxmlformats.org/officeDocument/2006/relationships/customXml" Target="../ink/ink1712.xml"/><Relationship Id="rId360" Type="http://schemas.openxmlformats.org/officeDocument/2006/relationships/image" Target="../media/image25554.png"/><Relationship Id="rId416" Type="http://schemas.openxmlformats.org/officeDocument/2006/relationships/image" Target="../media/image25581.png"/><Relationship Id="rId220" Type="http://schemas.openxmlformats.org/officeDocument/2006/relationships/image" Target="../media/image25487.png"/><Relationship Id="rId458" Type="http://schemas.openxmlformats.org/officeDocument/2006/relationships/image" Target="../media/image25602.png"/><Relationship Id="rId15" Type="http://schemas.openxmlformats.org/officeDocument/2006/relationships/customXml" Target="../ink/ink1615.xml"/><Relationship Id="rId57" Type="http://schemas.openxmlformats.org/officeDocument/2006/relationships/customXml" Target="../ink/ink1636.xml"/><Relationship Id="rId262" Type="http://schemas.openxmlformats.org/officeDocument/2006/relationships/image" Target="../media/image25506.png"/><Relationship Id="rId318" Type="http://schemas.openxmlformats.org/officeDocument/2006/relationships/image" Target="../media/image25534.png"/><Relationship Id="rId99" Type="http://schemas.openxmlformats.org/officeDocument/2006/relationships/customXml" Target="../ink/ink1657.xml"/><Relationship Id="rId122" Type="http://schemas.openxmlformats.org/officeDocument/2006/relationships/image" Target="../media/image25438.png"/><Relationship Id="rId164" Type="http://schemas.openxmlformats.org/officeDocument/2006/relationships/image" Target="../media/image25459.png"/><Relationship Id="rId371" Type="http://schemas.openxmlformats.org/officeDocument/2006/relationships/customXml" Target="../ink/ink1793.xml"/><Relationship Id="rId427" Type="http://schemas.openxmlformats.org/officeDocument/2006/relationships/customXml" Target="../ink/ink1821.xml"/><Relationship Id="rId469" Type="http://schemas.openxmlformats.org/officeDocument/2006/relationships/customXml" Target="../ink/ink1842.xml"/><Relationship Id="rId26" Type="http://schemas.openxmlformats.org/officeDocument/2006/relationships/image" Target="../media/image25392.png"/><Relationship Id="rId231" Type="http://schemas.openxmlformats.org/officeDocument/2006/relationships/customXml" Target="../ink/ink1723.xml"/><Relationship Id="rId273" Type="http://schemas.openxmlformats.org/officeDocument/2006/relationships/customXml" Target="../ink/ink1744.xml"/><Relationship Id="rId329" Type="http://schemas.openxmlformats.org/officeDocument/2006/relationships/customXml" Target="../ink/ink1772.xml"/><Relationship Id="rId480" Type="http://schemas.openxmlformats.org/officeDocument/2006/relationships/image" Target="../media/image25613.png"/><Relationship Id="rId68" Type="http://schemas.openxmlformats.org/officeDocument/2006/relationships/image" Target="../media/image25412.png"/><Relationship Id="rId133" Type="http://schemas.openxmlformats.org/officeDocument/2006/relationships/customXml" Target="../ink/ink1674.xml"/><Relationship Id="rId175" Type="http://schemas.openxmlformats.org/officeDocument/2006/relationships/customXml" Target="../ink/ink1695.xml"/><Relationship Id="rId340" Type="http://schemas.openxmlformats.org/officeDocument/2006/relationships/image" Target="../media/image25545.png"/><Relationship Id="rId200" Type="http://schemas.openxmlformats.org/officeDocument/2006/relationships/image" Target="../media/image25477.png"/><Relationship Id="rId382" Type="http://schemas.openxmlformats.org/officeDocument/2006/relationships/image" Target="../media/image25564.png"/><Relationship Id="rId438" Type="http://schemas.openxmlformats.org/officeDocument/2006/relationships/image" Target="../media/image25592.png"/><Relationship Id="rId242" Type="http://schemas.openxmlformats.org/officeDocument/2006/relationships/image" Target="../media/image25497.png"/><Relationship Id="rId284" Type="http://schemas.openxmlformats.org/officeDocument/2006/relationships/image" Target="../media/image25517.png"/><Relationship Id="rId37" Type="http://schemas.openxmlformats.org/officeDocument/2006/relationships/customXml" Target="../ink/ink1626.xml"/><Relationship Id="rId79" Type="http://schemas.openxmlformats.org/officeDocument/2006/relationships/customXml" Target="../ink/ink1647.xml"/><Relationship Id="rId102" Type="http://schemas.openxmlformats.org/officeDocument/2006/relationships/image" Target="../media/image25428.png"/><Relationship Id="rId144" Type="http://schemas.openxmlformats.org/officeDocument/2006/relationships/image" Target="../media/image25449.png"/><Relationship Id="rId90" Type="http://schemas.openxmlformats.org/officeDocument/2006/relationships/image" Target="../media/image25423.png"/><Relationship Id="rId186" Type="http://schemas.openxmlformats.org/officeDocument/2006/relationships/image" Target="../media/image25470.png"/><Relationship Id="rId351" Type="http://schemas.openxmlformats.org/officeDocument/2006/relationships/customXml" Target="../ink/ink1783.xml"/><Relationship Id="rId393" Type="http://schemas.openxmlformats.org/officeDocument/2006/relationships/customXml" Target="../ink/ink1804.xml"/><Relationship Id="rId407" Type="http://schemas.openxmlformats.org/officeDocument/2006/relationships/customXml" Target="../ink/ink1811.xml"/><Relationship Id="rId449" Type="http://schemas.openxmlformats.org/officeDocument/2006/relationships/customXml" Target="../ink/ink1832.xml"/><Relationship Id="rId211" Type="http://schemas.openxmlformats.org/officeDocument/2006/relationships/customXml" Target="../ink/ink1713.xml"/><Relationship Id="rId253" Type="http://schemas.openxmlformats.org/officeDocument/2006/relationships/customXml" Target="../ink/ink1734.xml"/><Relationship Id="rId295" Type="http://schemas.openxmlformats.org/officeDocument/2006/relationships/customXml" Target="../ink/ink1755.xml"/><Relationship Id="rId309" Type="http://schemas.openxmlformats.org/officeDocument/2006/relationships/customXml" Target="../ink/ink1762.xml"/><Relationship Id="rId460" Type="http://schemas.openxmlformats.org/officeDocument/2006/relationships/image" Target="../media/image25603.png"/><Relationship Id="rId48" Type="http://schemas.openxmlformats.org/officeDocument/2006/relationships/image" Target="../media/image25402.png"/><Relationship Id="rId113" Type="http://schemas.openxmlformats.org/officeDocument/2006/relationships/customXml" Target="../ink/ink1664.xml"/><Relationship Id="rId320" Type="http://schemas.openxmlformats.org/officeDocument/2006/relationships/image" Target="../media/image25535.png"/><Relationship Id="rId155" Type="http://schemas.openxmlformats.org/officeDocument/2006/relationships/customXml" Target="../ink/ink1685.xml"/><Relationship Id="rId197" Type="http://schemas.openxmlformats.org/officeDocument/2006/relationships/customXml" Target="../ink/ink1706.xml"/><Relationship Id="rId362" Type="http://schemas.openxmlformats.org/officeDocument/2006/relationships/image" Target="../media/image25555.png"/><Relationship Id="rId418" Type="http://schemas.openxmlformats.org/officeDocument/2006/relationships/image" Target="../media/image25582.png"/><Relationship Id="rId222" Type="http://schemas.openxmlformats.org/officeDocument/2006/relationships/image" Target="../media/image25488.png"/><Relationship Id="rId264" Type="http://schemas.openxmlformats.org/officeDocument/2006/relationships/image" Target="../media/image25507.png"/><Relationship Id="rId471" Type="http://schemas.openxmlformats.org/officeDocument/2006/relationships/customXml" Target="../ink/ink1843.xml"/><Relationship Id="rId17" Type="http://schemas.openxmlformats.org/officeDocument/2006/relationships/customXml" Target="../ink/ink1616.xml"/><Relationship Id="rId59" Type="http://schemas.openxmlformats.org/officeDocument/2006/relationships/customXml" Target="../ink/ink1637.xml"/><Relationship Id="rId124" Type="http://schemas.openxmlformats.org/officeDocument/2006/relationships/image" Target="../media/image25439.png"/><Relationship Id="rId70" Type="http://schemas.openxmlformats.org/officeDocument/2006/relationships/image" Target="../media/image25413.png"/><Relationship Id="rId166" Type="http://schemas.openxmlformats.org/officeDocument/2006/relationships/image" Target="../media/image25460.png"/><Relationship Id="rId331" Type="http://schemas.openxmlformats.org/officeDocument/2006/relationships/customXml" Target="../ink/ink1773.xml"/><Relationship Id="rId373" Type="http://schemas.openxmlformats.org/officeDocument/2006/relationships/customXml" Target="../ink/ink1794.xml"/><Relationship Id="rId429" Type="http://schemas.openxmlformats.org/officeDocument/2006/relationships/customXml" Target="../ink/ink1822.xml"/><Relationship Id="rId1" Type="http://schemas.openxmlformats.org/officeDocument/2006/relationships/slideLayout" Target="../slideLayouts/slideLayout2.xml"/><Relationship Id="rId233" Type="http://schemas.openxmlformats.org/officeDocument/2006/relationships/customXml" Target="../ink/ink1724.xml"/><Relationship Id="rId440" Type="http://schemas.openxmlformats.org/officeDocument/2006/relationships/image" Target="../media/image25593.png"/><Relationship Id="rId28" Type="http://schemas.openxmlformats.org/officeDocument/2006/relationships/image" Target="../media/image25393.png"/><Relationship Id="rId275" Type="http://schemas.openxmlformats.org/officeDocument/2006/relationships/customXml" Target="../ink/ink1745.xml"/><Relationship Id="rId300" Type="http://schemas.openxmlformats.org/officeDocument/2006/relationships/image" Target="../media/image25525.png"/><Relationship Id="rId482" Type="http://schemas.openxmlformats.org/officeDocument/2006/relationships/image" Target="../media/image25614.png"/><Relationship Id="rId81" Type="http://schemas.openxmlformats.org/officeDocument/2006/relationships/customXml" Target="../ink/ink1648.xml"/><Relationship Id="rId135" Type="http://schemas.openxmlformats.org/officeDocument/2006/relationships/customXml" Target="../ink/ink1675.xml"/><Relationship Id="rId177" Type="http://schemas.openxmlformats.org/officeDocument/2006/relationships/customXml" Target="../ink/ink1696.xml"/><Relationship Id="rId342" Type="http://schemas.openxmlformats.org/officeDocument/2006/relationships/image" Target="../media/image24646.png"/><Relationship Id="rId384" Type="http://schemas.openxmlformats.org/officeDocument/2006/relationships/image" Target="../media/image25565.png"/><Relationship Id="rId202" Type="http://schemas.openxmlformats.org/officeDocument/2006/relationships/image" Target="../media/image25478.png"/><Relationship Id="rId244" Type="http://schemas.openxmlformats.org/officeDocument/2006/relationships/image" Target="../media/image25498.png"/><Relationship Id="rId39" Type="http://schemas.openxmlformats.org/officeDocument/2006/relationships/customXml" Target="../ink/ink1627.xml"/><Relationship Id="rId286" Type="http://schemas.openxmlformats.org/officeDocument/2006/relationships/image" Target="../media/image25518.png"/><Relationship Id="rId451" Type="http://schemas.openxmlformats.org/officeDocument/2006/relationships/customXml" Target="../ink/ink1833.xml"/><Relationship Id="rId50" Type="http://schemas.openxmlformats.org/officeDocument/2006/relationships/image" Target="../media/image25403.png"/><Relationship Id="rId104" Type="http://schemas.openxmlformats.org/officeDocument/2006/relationships/image" Target="../media/image25429.png"/><Relationship Id="rId146" Type="http://schemas.openxmlformats.org/officeDocument/2006/relationships/image" Target="../media/image25450.png"/><Relationship Id="rId188" Type="http://schemas.openxmlformats.org/officeDocument/2006/relationships/image" Target="../media/image25471.png"/><Relationship Id="rId311" Type="http://schemas.openxmlformats.org/officeDocument/2006/relationships/customXml" Target="../ink/ink1763.xml"/><Relationship Id="rId353" Type="http://schemas.openxmlformats.org/officeDocument/2006/relationships/customXml" Target="../ink/ink1784.xml"/><Relationship Id="rId395" Type="http://schemas.openxmlformats.org/officeDocument/2006/relationships/customXml" Target="../ink/ink1805.xml"/><Relationship Id="rId409" Type="http://schemas.openxmlformats.org/officeDocument/2006/relationships/customXml" Target="../ink/ink1812.xml"/><Relationship Id="rId92" Type="http://schemas.openxmlformats.org/officeDocument/2006/relationships/image" Target="../media/image25424.png"/><Relationship Id="rId213" Type="http://schemas.openxmlformats.org/officeDocument/2006/relationships/customXml" Target="../ink/ink1714.xml"/><Relationship Id="rId420" Type="http://schemas.openxmlformats.org/officeDocument/2006/relationships/image" Target="../media/image25583.png"/><Relationship Id="rId255" Type="http://schemas.openxmlformats.org/officeDocument/2006/relationships/customXml" Target="../ink/ink1735.xml"/><Relationship Id="rId297" Type="http://schemas.openxmlformats.org/officeDocument/2006/relationships/customXml" Target="../ink/ink1756.xml"/><Relationship Id="rId462" Type="http://schemas.openxmlformats.org/officeDocument/2006/relationships/image" Target="../media/image25604.png"/><Relationship Id="rId115" Type="http://schemas.openxmlformats.org/officeDocument/2006/relationships/customXml" Target="../ink/ink1665.xml"/><Relationship Id="rId157" Type="http://schemas.openxmlformats.org/officeDocument/2006/relationships/customXml" Target="../ink/ink1686.xml"/><Relationship Id="rId322" Type="http://schemas.openxmlformats.org/officeDocument/2006/relationships/image" Target="../media/image25536.png"/><Relationship Id="rId364" Type="http://schemas.openxmlformats.org/officeDocument/2006/relationships/image" Target="../media/image25118.png"/><Relationship Id="rId61" Type="http://schemas.openxmlformats.org/officeDocument/2006/relationships/customXml" Target="../ink/ink1638.xml"/><Relationship Id="rId199" Type="http://schemas.openxmlformats.org/officeDocument/2006/relationships/customXml" Target="../ink/ink1707.xml"/><Relationship Id="rId19" Type="http://schemas.openxmlformats.org/officeDocument/2006/relationships/customXml" Target="../ink/ink1617.xml"/><Relationship Id="rId224" Type="http://schemas.openxmlformats.org/officeDocument/2006/relationships/image" Target="../media/image25489.png"/><Relationship Id="rId266" Type="http://schemas.openxmlformats.org/officeDocument/2006/relationships/image" Target="../media/image25508.png"/><Relationship Id="rId431" Type="http://schemas.openxmlformats.org/officeDocument/2006/relationships/customXml" Target="../ink/ink1823.xml"/><Relationship Id="rId473" Type="http://schemas.openxmlformats.org/officeDocument/2006/relationships/customXml" Target="../ink/ink1844.xml"/><Relationship Id="rId30" Type="http://schemas.openxmlformats.org/officeDocument/2006/relationships/image" Target="../media/image25394.png"/><Relationship Id="rId126" Type="http://schemas.openxmlformats.org/officeDocument/2006/relationships/image" Target="../media/image25440.png"/><Relationship Id="rId168" Type="http://schemas.openxmlformats.org/officeDocument/2006/relationships/image" Target="../media/image25461.png"/><Relationship Id="rId333" Type="http://schemas.openxmlformats.org/officeDocument/2006/relationships/customXml" Target="../ink/ink1774.xml"/><Relationship Id="rId72" Type="http://schemas.openxmlformats.org/officeDocument/2006/relationships/image" Target="../media/image25414.png"/><Relationship Id="rId375" Type="http://schemas.openxmlformats.org/officeDocument/2006/relationships/customXml" Target="../ink/ink1795.xml"/></Relationships>
</file>

<file path=ppt/slides/_rels/slide12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1907.xml"/><Relationship Id="rId21" Type="http://schemas.openxmlformats.org/officeDocument/2006/relationships/customXml" Target="../ink/ink1859.xml"/><Relationship Id="rId42" Type="http://schemas.openxmlformats.org/officeDocument/2006/relationships/image" Target="../media/image25631.png"/><Relationship Id="rId63" Type="http://schemas.openxmlformats.org/officeDocument/2006/relationships/customXml" Target="../ink/ink1880.xml"/><Relationship Id="rId84" Type="http://schemas.openxmlformats.org/officeDocument/2006/relationships/image" Target="../media/image25652.png"/><Relationship Id="rId138" Type="http://schemas.openxmlformats.org/officeDocument/2006/relationships/customXml" Target="../ink/ink1918.xml"/><Relationship Id="rId107" Type="http://schemas.openxmlformats.org/officeDocument/2006/relationships/customXml" Target="../ink/ink1902.xml"/><Relationship Id="rId11" Type="http://schemas.openxmlformats.org/officeDocument/2006/relationships/customXml" Target="../ink/ink1854.xml"/><Relationship Id="rId32" Type="http://schemas.openxmlformats.org/officeDocument/2006/relationships/image" Target="../media/image25626.png"/><Relationship Id="rId53" Type="http://schemas.openxmlformats.org/officeDocument/2006/relationships/customXml" Target="../ink/ink1875.xml"/><Relationship Id="rId74" Type="http://schemas.openxmlformats.org/officeDocument/2006/relationships/image" Target="../media/image25647.png"/><Relationship Id="rId128" Type="http://schemas.openxmlformats.org/officeDocument/2006/relationships/customXml" Target="../ink/ink1913.xml"/><Relationship Id="rId149" Type="http://schemas.openxmlformats.org/officeDocument/2006/relationships/image" Target="../media/image25684.png"/><Relationship Id="rId5" Type="http://schemas.openxmlformats.org/officeDocument/2006/relationships/image" Target="../media/image24441.png"/><Relationship Id="rId95" Type="http://schemas.openxmlformats.org/officeDocument/2006/relationships/customXml" Target="../ink/ink1896.xml"/><Relationship Id="rId22" Type="http://schemas.openxmlformats.org/officeDocument/2006/relationships/image" Target="../media/image25621.png"/><Relationship Id="rId27" Type="http://schemas.openxmlformats.org/officeDocument/2006/relationships/customXml" Target="../ink/ink1862.xml"/><Relationship Id="rId43" Type="http://schemas.openxmlformats.org/officeDocument/2006/relationships/customXml" Target="../ink/ink1870.xml"/><Relationship Id="rId48" Type="http://schemas.openxmlformats.org/officeDocument/2006/relationships/image" Target="../media/image25634.png"/><Relationship Id="rId64" Type="http://schemas.openxmlformats.org/officeDocument/2006/relationships/image" Target="../media/image25642.png"/><Relationship Id="rId69" Type="http://schemas.openxmlformats.org/officeDocument/2006/relationships/customXml" Target="../ink/ink1883.xml"/><Relationship Id="rId113" Type="http://schemas.openxmlformats.org/officeDocument/2006/relationships/customXml" Target="../ink/ink1905.xml"/><Relationship Id="rId118" Type="http://schemas.openxmlformats.org/officeDocument/2006/relationships/image" Target="../media/image25669.png"/><Relationship Id="rId134" Type="http://schemas.openxmlformats.org/officeDocument/2006/relationships/customXml" Target="../ink/ink1916.xml"/><Relationship Id="rId139" Type="http://schemas.openxmlformats.org/officeDocument/2006/relationships/image" Target="../media/image25679.png"/><Relationship Id="rId80" Type="http://schemas.openxmlformats.org/officeDocument/2006/relationships/image" Target="../media/image25650.png"/><Relationship Id="rId85" Type="http://schemas.openxmlformats.org/officeDocument/2006/relationships/customXml" Target="../ink/ink1891.xml"/><Relationship Id="rId12" Type="http://schemas.openxmlformats.org/officeDocument/2006/relationships/image" Target="../media/image25616.png"/><Relationship Id="rId17" Type="http://schemas.openxmlformats.org/officeDocument/2006/relationships/customXml" Target="../ink/ink1857.xml"/><Relationship Id="rId33" Type="http://schemas.openxmlformats.org/officeDocument/2006/relationships/customXml" Target="../ink/ink1865.xml"/><Relationship Id="rId38" Type="http://schemas.openxmlformats.org/officeDocument/2006/relationships/image" Target="../media/image25629.png"/><Relationship Id="rId59" Type="http://schemas.openxmlformats.org/officeDocument/2006/relationships/customXml" Target="../ink/ink1878.xml"/><Relationship Id="rId103" Type="http://schemas.openxmlformats.org/officeDocument/2006/relationships/customXml" Target="../ink/ink1900.xml"/><Relationship Id="rId108" Type="http://schemas.openxmlformats.org/officeDocument/2006/relationships/image" Target="../media/image25664.png"/><Relationship Id="rId124" Type="http://schemas.openxmlformats.org/officeDocument/2006/relationships/customXml" Target="../ink/ink1911.xml"/><Relationship Id="rId129" Type="http://schemas.openxmlformats.org/officeDocument/2006/relationships/image" Target="../media/image25674.png"/><Relationship Id="rId54" Type="http://schemas.openxmlformats.org/officeDocument/2006/relationships/image" Target="../media/image25637.png"/><Relationship Id="rId70" Type="http://schemas.openxmlformats.org/officeDocument/2006/relationships/image" Target="../media/image25645.png"/><Relationship Id="rId75" Type="http://schemas.openxmlformats.org/officeDocument/2006/relationships/customXml" Target="../ink/ink1886.xml"/><Relationship Id="rId91" Type="http://schemas.openxmlformats.org/officeDocument/2006/relationships/customXml" Target="../ink/ink1894.xml"/><Relationship Id="rId96" Type="http://schemas.openxmlformats.org/officeDocument/2006/relationships/image" Target="../media/image25658.png"/><Relationship Id="rId140" Type="http://schemas.openxmlformats.org/officeDocument/2006/relationships/customXml" Target="../ink/ink1919.xml"/><Relationship Id="rId145" Type="http://schemas.openxmlformats.org/officeDocument/2006/relationships/image" Target="../media/image25682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851.xml"/><Relationship Id="rId23" Type="http://schemas.openxmlformats.org/officeDocument/2006/relationships/customXml" Target="../ink/ink1860.xml"/><Relationship Id="rId28" Type="http://schemas.openxmlformats.org/officeDocument/2006/relationships/image" Target="../media/image25624.png"/><Relationship Id="rId49" Type="http://schemas.openxmlformats.org/officeDocument/2006/relationships/customXml" Target="../ink/ink1873.xml"/><Relationship Id="rId114" Type="http://schemas.openxmlformats.org/officeDocument/2006/relationships/image" Target="../media/image25667.png"/><Relationship Id="rId119" Type="http://schemas.openxmlformats.org/officeDocument/2006/relationships/customXml" Target="../ink/ink1908.xml"/><Relationship Id="rId44" Type="http://schemas.openxmlformats.org/officeDocument/2006/relationships/image" Target="../media/image25632.png"/><Relationship Id="rId60" Type="http://schemas.openxmlformats.org/officeDocument/2006/relationships/image" Target="../media/image25640.png"/><Relationship Id="rId65" Type="http://schemas.openxmlformats.org/officeDocument/2006/relationships/customXml" Target="../ink/ink1881.xml"/><Relationship Id="rId81" Type="http://schemas.openxmlformats.org/officeDocument/2006/relationships/customXml" Target="../ink/ink1889.xml"/><Relationship Id="rId86" Type="http://schemas.openxmlformats.org/officeDocument/2006/relationships/image" Target="../media/image25653.png"/><Relationship Id="rId130" Type="http://schemas.openxmlformats.org/officeDocument/2006/relationships/customXml" Target="../ink/ink1914.xml"/><Relationship Id="rId135" Type="http://schemas.openxmlformats.org/officeDocument/2006/relationships/image" Target="../media/image25677.png"/><Relationship Id="rId13" Type="http://schemas.openxmlformats.org/officeDocument/2006/relationships/customXml" Target="../ink/ink1855.xml"/><Relationship Id="rId18" Type="http://schemas.openxmlformats.org/officeDocument/2006/relationships/image" Target="../media/image25619.png"/><Relationship Id="rId39" Type="http://schemas.openxmlformats.org/officeDocument/2006/relationships/customXml" Target="../ink/ink1868.xml"/><Relationship Id="rId109" Type="http://schemas.openxmlformats.org/officeDocument/2006/relationships/customXml" Target="../ink/ink1903.xml"/><Relationship Id="rId34" Type="http://schemas.openxmlformats.org/officeDocument/2006/relationships/image" Target="../media/image25627.png"/><Relationship Id="rId50" Type="http://schemas.openxmlformats.org/officeDocument/2006/relationships/image" Target="../media/image25635.png"/><Relationship Id="rId55" Type="http://schemas.openxmlformats.org/officeDocument/2006/relationships/customXml" Target="../ink/ink1876.xml"/><Relationship Id="rId76" Type="http://schemas.openxmlformats.org/officeDocument/2006/relationships/image" Target="../media/image25648.png"/><Relationship Id="rId97" Type="http://schemas.openxmlformats.org/officeDocument/2006/relationships/customXml" Target="../ink/ink1897.xml"/><Relationship Id="rId104" Type="http://schemas.openxmlformats.org/officeDocument/2006/relationships/image" Target="../media/image25662.png"/><Relationship Id="rId120" Type="http://schemas.openxmlformats.org/officeDocument/2006/relationships/image" Target="../media/image25670.png"/><Relationship Id="rId125" Type="http://schemas.openxmlformats.org/officeDocument/2006/relationships/image" Target="../media/image25672.png"/><Relationship Id="rId141" Type="http://schemas.openxmlformats.org/officeDocument/2006/relationships/image" Target="../media/image25680.png"/><Relationship Id="rId146" Type="http://schemas.openxmlformats.org/officeDocument/2006/relationships/customXml" Target="../ink/ink1922.xml"/><Relationship Id="rId7" Type="http://schemas.openxmlformats.org/officeDocument/2006/relationships/image" Target="../media/image24442.png"/><Relationship Id="rId71" Type="http://schemas.openxmlformats.org/officeDocument/2006/relationships/customXml" Target="../ink/ink1884.xml"/><Relationship Id="rId92" Type="http://schemas.openxmlformats.org/officeDocument/2006/relationships/image" Target="../media/image25656.png"/><Relationship Id="rId2" Type="http://schemas.openxmlformats.org/officeDocument/2006/relationships/customXml" Target="../ink/ink1849.xml"/><Relationship Id="rId29" Type="http://schemas.openxmlformats.org/officeDocument/2006/relationships/customXml" Target="../ink/ink1863.xml"/><Relationship Id="rId24" Type="http://schemas.openxmlformats.org/officeDocument/2006/relationships/image" Target="../media/image25622.png"/><Relationship Id="rId40" Type="http://schemas.openxmlformats.org/officeDocument/2006/relationships/image" Target="../media/image25630.png"/><Relationship Id="rId45" Type="http://schemas.openxmlformats.org/officeDocument/2006/relationships/customXml" Target="../ink/ink1871.xml"/><Relationship Id="rId66" Type="http://schemas.openxmlformats.org/officeDocument/2006/relationships/image" Target="../media/image25643.png"/><Relationship Id="rId87" Type="http://schemas.openxmlformats.org/officeDocument/2006/relationships/customXml" Target="../ink/ink1892.xml"/><Relationship Id="rId110" Type="http://schemas.openxmlformats.org/officeDocument/2006/relationships/image" Target="../media/image25665.png"/><Relationship Id="rId115" Type="http://schemas.openxmlformats.org/officeDocument/2006/relationships/customXml" Target="../ink/ink1906.xml"/><Relationship Id="rId131" Type="http://schemas.openxmlformats.org/officeDocument/2006/relationships/image" Target="../media/image25675.png"/><Relationship Id="rId136" Type="http://schemas.openxmlformats.org/officeDocument/2006/relationships/customXml" Target="../ink/ink1917.xml"/><Relationship Id="rId61" Type="http://schemas.openxmlformats.org/officeDocument/2006/relationships/customXml" Target="../ink/ink1879.xml"/><Relationship Id="rId82" Type="http://schemas.openxmlformats.org/officeDocument/2006/relationships/image" Target="../media/image25651.png"/><Relationship Id="rId19" Type="http://schemas.openxmlformats.org/officeDocument/2006/relationships/customXml" Target="../ink/ink1858.xml"/><Relationship Id="rId14" Type="http://schemas.openxmlformats.org/officeDocument/2006/relationships/image" Target="../media/image25617.png"/><Relationship Id="rId30" Type="http://schemas.openxmlformats.org/officeDocument/2006/relationships/image" Target="../media/image25625.png"/><Relationship Id="rId35" Type="http://schemas.openxmlformats.org/officeDocument/2006/relationships/customXml" Target="../ink/ink1866.xml"/><Relationship Id="rId56" Type="http://schemas.openxmlformats.org/officeDocument/2006/relationships/image" Target="../media/image25638.png"/><Relationship Id="rId77" Type="http://schemas.openxmlformats.org/officeDocument/2006/relationships/customXml" Target="../ink/ink1887.xml"/><Relationship Id="rId100" Type="http://schemas.openxmlformats.org/officeDocument/2006/relationships/image" Target="../media/image25660.png"/><Relationship Id="rId105" Type="http://schemas.openxmlformats.org/officeDocument/2006/relationships/customXml" Target="../ink/ink1901.xml"/><Relationship Id="rId126" Type="http://schemas.openxmlformats.org/officeDocument/2006/relationships/customXml" Target="../ink/ink1912.xml"/><Relationship Id="rId147" Type="http://schemas.openxmlformats.org/officeDocument/2006/relationships/image" Target="../media/image25683.png"/><Relationship Id="rId8" Type="http://schemas.openxmlformats.org/officeDocument/2006/relationships/customXml" Target="../ink/ink1852.xml"/><Relationship Id="rId51" Type="http://schemas.openxmlformats.org/officeDocument/2006/relationships/customXml" Target="../ink/ink1874.xml"/><Relationship Id="rId72" Type="http://schemas.openxmlformats.org/officeDocument/2006/relationships/image" Target="../media/image25646.png"/><Relationship Id="rId93" Type="http://schemas.openxmlformats.org/officeDocument/2006/relationships/customXml" Target="../ink/ink1895.xml"/><Relationship Id="rId98" Type="http://schemas.openxmlformats.org/officeDocument/2006/relationships/image" Target="../media/image25659.png"/><Relationship Id="rId121" Type="http://schemas.openxmlformats.org/officeDocument/2006/relationships/customXml" Target="../ink/ink1909.xml"/><Relationship Id="rId142" Type="http://schemas.openxmlformats.org/officeDocument/2006/relationships/customXml" Target="../ink/ink1920.xml"/><Relationship Id="rId3" Type="http://schemas.openxmlformats.org/officeDocument/2006/relationships/image" Target="../media/image23952.png"/><Relationship Id="rId25" Type="http://schemas.openxmlformats.org/officeDocument/2006/relationships/customXml" Target="../ink/ink1861.xml"/><Relationship Id="rId46" Type="http://schemas.openxmlformats.org/officeDocument/2006/relationships/image" Target="../media/image25633.png"/><Relationship Id="rId67" Type="http://schemas.openxmlformats.org/officeDocument/2006/relationships/customXml" Target="../ink/ink1882.xml"/><Relationship Id="rId116" Type="http://schemas.openxmlformats.org/officeDocument/2006/relationships/image" Target="../media/image25668.png"/><Relationship Id="rId137" Type="http://schemas.openxmlformats.org/officeDocument/2006/relationships/image" Target="../media/image25678.png"/><Relationship Id="rId20" Type="http://schemas.openxmlformats.org/officeDocument/2006/relationships/image" Target="../media/image25620.png"/><Relationship Id="rId41" Type="http://schemas.openxmlformats.org/officeDocument/2006/relationships/customXml" Target="../ink/ink1869.xml"/><Relationship Id="rId62" Type="http://schemas.openxmlformats.org/officeDocument/2006/relationships/image" Target="../media/image25641.png"/><Relationship Id="rId83" Type="http://schemas.openxmlformats.org/officeDocument/2006/relationships/customXml" Target="../ink/ink1890.xml"/><Relationship Id="rId88" Type="http://schemas.openxmlformats.org/officeDocument/2006/relationships/image" Target="../media/image25654.png"/><Relationship Id="rId111" Type="http://schemas.openxmlformats.org/officeDocument/2006/relationships/customXml" Target="../ink/ink1904.xml"/><Relationship Id="rId132" Type="http://schemas.openxmlformats.org/officeDocument/2006/relationships/customXml" Target="../ink/ink1915.xml"/><Relationship Id="rId15" Type="http://schemas.openxmlformats.org/officeDocument/2006/relationships/customXml" Target="../ink/ink1856.xml"/><Relationship Id="rId36" Type="http://schemas.openxmlformats.org/officeDocument/2006/relationships/image" Target="../media/image25628.png"/><Relationship Id="rId57" Type="http://schemas.openxmlformats.org/officeDocument/2006/relationships/customXml" Target="../ink/ink1877.xml"/><Relationship Id="rId106" Type="http://schemas.openxmlformats.org/officeDocument/2006/relationships/image" Target="../media/image25663.png"/><Relationship Id="rId127" Type="http://schemas.openxmlformats.org/officeDocument/2006/relationships/image" Target="../media/image25673.png"/><Relationship Id="rId10" Type="http://schemas.openxmlformats.org/officeDocument/2006/relationships/image" Target="../media/image25615.png"/><Relationship Id="rId31" Type="http://schemas.openxmlformats.org/officeDocument/2006/relationships/customXml" Target="../ink/ink1864.xml"/><Relationship Id="rId52" Type="http://schemas.openxmlformats.org/officeDocument/2006/relationships/image" Target="../media/image25636.png"/><Relationship Id="rId73" Type="http://schemas.openxmlformats.org/officeDocument/2006/relationships/customXml" Target="../ink/ink1885.xml"/><Relationship Id="rId78" Type="http://schemas.openxmlformats.org/officeDocument/2006/relationships/image" Target="../media/image25649.png"/><Relationship Id="rId94" Type="http://schemas.openxmlformats.org/officeDocument/2006/relationships/image" Target="../media/image25657.png"/><Relationship Id="rId99" Type="http://schemas.openxmlformats.org/officeDocument/2006/relationships/customXml" Target="../ink/ink1898.xml"/><Relationship Id="rId101" Type="http://schemas.openxmlformats.org/officeDocument/2006/relationships/customXml" Target="../ink/ink1899.xml"/><Relationship Id="rId122" Type="http://schemas.openxmlformats.org/officeDocument/2006/relationships/image" Target="../media/image25671.png"/><Relationship Id="rId143" Type="http://schemas.openxmlformats.org/officeDocument/2006/relationships/image" Target="../media/image25681.png"/><Relationship Id="rId148" Type="http://schemas.openxmlformats.org/officeDocument/2006/relationships/customXml" Target="../ink/ink1923.xml"/><Relationship Id="rId4" Type="http://schemas.openxmlformats.org/officeDocument/2006/relationships/customXml" Target="../ink/ink1850.xml"/><Relationship Id="rId9" Type="http://schemas.openxmlformats.org/officeDocument/2006/relationships/customXml" Target="../ink/ink1853.xml"/><Relationship Id="rId26" Type="http://schemas.openxmlformats.org/officeDocument/2006/relationships/image" Target="../media/image25623.png"/><Relationship Id="rId47" Type="http://schemas.openxmlformats.org/officeDocument/2006/relationships/customXml" Target="../ink/ink1872.xml"/><Relationship Id="rId68" Type="http://schemas.openxmlformats.org/officeDocument/2006/relationships/image" Target="../media/image25644.png"/><Relationship Id="rId89" Type="http://schemas.openxmlformats.org/officeDocument/2006/relationships/customXml" Target="../ink/ink1893.xml"/><Relationship Id="rId112" Type="http://schemas.openxmlformats.org/officeDocument/2006/relationships/image" Target="../media/image25666.png"/><Relationship Id="rId133" Type="http://schemas.openxmlformats.org/officeDocument/2006/relationships/image" Target="../media/image25676.png"/><Relationship Id="rId16" Type="http://schemas.openxmlformats.org/officeDocument/2006/relationships/image" Target="../media/image25618.png"/><Relationship Id="rId37" Type="http://schemas.openxmlformats.org/officeDocument/2006/relationships/customXml" Target="../ink/ink1867.xml"/><Relationship Id="rId58" Type="http://schemas.openxmlformats.org/officeDocument/2006/relationships/image" Target="../media/image25639.png"/><Relationship Id="rId79" Type="http://schemas.openxmlformats.org/officeDocument/2006/relationships/customXml" Target="../ink/ink1888.xml"/><Relationship Id="rId102" Type="http://schemas.openxmlformats.org/officeDocument/2006/relationships/image" Target="../media/image25661.png"/><Relationship Id="rId123" Type="http://schemas.openxmlformats.org/officeDocument/2006/relationships/customXml" Target="../ink/ink1910.xml"/><Relationship Id="rId144" Type="http://schemas.openxmlformats.org/officeDocument/2006/relationships/customXml" Target="../ink/ink1921.xml"/><Relationship Id="rId90" Type="http://schemas.openxmlformats.org/officeDocument/2006/relationships/image" Target="../media/image25655.png"/></Relationships>
</file>

<file path=ppt/slides/_rels/slide13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1982.xml"/><Relationship Id="rId21" Type="http://schemas.openxmlformats.org/officeDocument/2006/relationships/customXml" Target="../ink/ink1934.xml"/><Relationship Id="rId324" Type="http://schemas.openxmlformats.org/officeDocument/2006/relationships/customXml" Target="../ink/ink2086.xml"/><Relationship Id="rId170" Type="http://schemas.openxmlformats.org/officeDocument/2006/relationships/image" Target="../media/image25765.png"/><Relationship Id="rId226" Type="http://schemas.openxmlformats.org/officeDocument/2006/relationships/image" Target="../media/image25793.png"/><Relationship Id="rId433" Type="http://schemas.openxmlformats.org/officeDocument/2006/relationships/customXml" Target="../ink/ink2141.xml"/><Relationship Id="rId268" Type="http://schemas.openxmlformats.org/officeDocument/2006/relationships/image" Target="../media/image25814.png"/><Relationship Id="rId475" Type="http://schemas.openxmlformats.org/officeDocument/2006/relationships/customXml" Target="../ink/ink2162.xml"/><Relationship Id="rId32" Type="http://schemas.openxmlformats.org/officeDocument/2006/relationships/image" Target="../media/image25696.png"/><Relationship Id="rId74" Type="http://schemas.openxmlformats.org/officeDocument/2006/relationships/image" Target="../media/image25717.png"/><Relationship Id="rId128" Type="http://schemas.openxmlformats.org/officeDocument/2006/relationships/image" Target="../media/image25744.png"/><Relationship Id="rId335" Type="http://schemas.openxmlformats.org/officeDocument/2006/relationships/image" Target="../media/image25847.png"/><Relationship Id="rId377" Type="http://schemas.openxmlformats.org/officeDocument/2006/relationships/image" Target="../media/image25868.png"/><Relationship Id="rId500" Type="http://schemas.openxmlformats.org/officeDocument/2006/relationships/image" Target="../media/image25929.png"/><Relationship Id="rId5" Type="http://schemas.openxmlformats.org/officeDocument/2006/relationships/image" Target="../media/image24441.png"/><Relationship Id="rId181" Type="http://schemas.openxmlformats.org/officeDocument/2006/relationships/customXml" Target="../ink/ink2014.xml"/><Relationship Id="rId237" Type="http://schemas.openxmlformats.org/officeDocument/2006/relationships/customXml" Target="../ink/ink2042.xml"/><Relationship Id="rId402" Type="http://schemas.openxmlformats.org/officeDocument/2006/relationships/image" Target="../media/image25880.png"/><Relationship Id="rId279" Type="http://schemas.openxmlformats.org/officeDocument/2006/relationships/customXml" Target="../ink/ink2063.xml"/><Relationship Id="rId444" Type="http://schemas.openxmlformats.org/officeDocument/2006/relationships/image" Target="../media/image25901.png"/><Relationship Id="rId486" Type="http://schemas.openxmlformats.org/officeDocument/2006/relationships/image" Target="../media/image25922.png"/><Relationship Id="rId43" Type="http://schemas.openxmlformats.org/officeDocument/2006/relationships/customXml" Target="../ink/ink1945.xml"/><Relationship Id="rId139" Type="http://schemas.openxmlformats.org/officeDocument/2006/relationships/customXml" Target="../ink/ink1993.xml"/><Relationship Id="rId290" Type="http://schemas.openxmlformats.org/officeDocument/2006/relationships/image" Target="../media/image25825.png"/><Relationship Id="rId304" Type="http://schemas.openxmlformats.org/officeDocument/2006/relationships/image" Target="../media/image25832.png"/><Relationship Id="rId346" Type="http://schemas.openxmlformats.org/officeDocument/2006/relationships/customXml" Target="../ink/ink2097.xml"/><Relationship Id="rId388" Type="http://schemas.openxmlformats.org/officeDocument/2006/relationships/image" Target="../media/image25873.png"/><Relationship Id="rId511" Type="http://schemas.openxmlformats.org/officeDocument/2006/relationships/customXml" Target="../ink/ink2180.xml"/><Relationship Id="rId85" Type="http://schemas.openxmlformats.org/officeDocument/2006/relationships/customXml" Target="../ink/ink1966.xml"/><Relationship Id="rId150" Type="http://schemas.openxmlformats.org/officeDocument/2006/relationships/image" Target="../media/image25755.png"/><Relationship Id="rId192" Type="http://schemas.openxmlformats.org/officeDocument/2006/relationships/image" Target="../media/image25776.png"/><Relationship Id="rId206" Type="http://schemas.openxmlformats.org/officeDocument/2006/relationships/image" Target="../media/image25783.png"/><Relationship Id="rId413" Type="http://schemas.openxmlformats.org/officeDocument/2006/relationships/customXml" Target="../ink/ink2131.xml"/><Relationship Id="rId248" Type="http://schemas.openxmlformats.org/officeDocument/2006/relationships/image" Target="../media/image25804.png"/><Relationship Id="rId455" Type="http://schemas.openxmlformats.org/officeDocument/2006/relationships/customXml" Target="../ink/ink2152.xml"/><Relationship Id="rId497" Type="http://schemas.openxmlformats.org/officeDocument/2006/relationships/customXml" Target="../ink/ink2173.xml"/><Relationship Id="rId12" Type="http://schemas.openxmlformats.org/officeDocument/2006/relationships/image" Target="../media/image25686.png"/><Relationship Id="rId108" Type="http://schemas.openxmlformats.org/officeDocument/2006/relationships/image" Target="../media/image25734.png"/><Relationship Id="rId315" Type="http://schemas.openxmlformats.org/officeDocument/2006/relationships/customXml" Target="../ink/ink2081.xml"/><Relationship Id="rId357" Type="http://schemas.openxmlformats.org/officeDocument/2006/relationships/image" Target="../media/image25858.png"/><Relationship Id="rId54" Type="http://schemas.openxmlformats.org/officeDocument/2006/relationships/image" Target="../media/image25707.png"/><Relationship Id="rId96" Type="http://schemas.openxmlformats.org/officeDocument/2006/relationships/image" Target="../media/image25728.png"/><Relationship Id="rId161" Type="http://schemas.openxmlformats.org/officeDocument/2006/relationships/customXml" Target="../ink/ink2004.xml"/><Relationship Id="rId217" Type="http://schemas.openxmlformats.org/officeDocument/2006/relationships/customXml" Target="../ink/ink2032.xml"/><Relationship Id="rId399" Type="http://schemas.openxmlformats.org/officeDocument/2006/relationships/customXml" Target="../ink/ink2124.xml"/><Relationship Id="rId259" Type="http://schemas.openxmlformats.org/officeDocument/2006/relationships/customXml" Target="../ink/ink2053.xml"/><Relationship Id="rId424" Type="http://schemas.openxmlformats.org/officeDocument/2006/relationships/image" Target="../media/image25891.png"/><Relationship Id="rId466" Type="http://schemas.openxmlformats.org/officeDocument/2006/relationships/image" Target="../media/image25912.png"/><Relationship Id="rId23" Type="http://schemas.openxmlformats.org/officeDocument/2006/relationships/customXml" Target="../ink/ink1935.xml"/><Relationship Id="rId119" Type="http://schemas.openxmlformats.org/officeDocument/2006/relationships/customXml" Target="../ink/ink1983.xml"/><Relationship Id="rId270" Type="http://schemas.openxmlformats.org/officeDocument/2006/relationships/image" Target="../media/image25815.png"/><Relationship Id="rId326" Type="http://schemas.openxmlformats.org/officeDocument/2006/relationships/customXml" Target="../ink/ink2087.xml"/><Relationship Id="rId65" Type="http://schemas.openxmlformats.org/officeDocument/2006/relationships/customXml" Target="../ink/ink1956.xml"/><Relationship Id="rId130" Type="http://schemas.openxmlformats.org/officeDocument/2006/relationships/image" Target="../media/image25745.png"/><Relationship Id="rId368" Type="http://schemas.openxmlformats.org/officeDocument/2006/relationships/customXml" Target="../ink/ink2108.xml"/><Relationship Id="rId172" Type="http://schemas.openxmlformats.org/officeDocument/2006/relationships/image" Target="../media/image25766.png"/><Relationship Id="rId228" Type="http://schemas.openxmlformats.org/officeDocument/2006/relationships/image" Target="../media/image25794.png"/><Relationship Id="rId435" Type="http://schemas.openxmlformats.org/officeDocument/2006/relationships/customXml" Target="../ink/ink2142.xml"/><Relationship Id="rId477" Type="http://schemas.openxmlformats.org/officeDocument/2006/relationships/customXml" Target="../ink/ink2163.xml"/><Relationship Id="rId281" Type="http://schemas.openxmlformats.org/officeDocument/2006/relationships/customXml" Target="../ink/ink2064.xml"/><Relationship Id="rId337" Type="http://schemas.openxmlformats.org/officeDocument/2006/relationships/image" Target="../media/image25848.png"/><Relationship Id="rId502" Type="http://schemas.openxmlformats.org/officeDocument/2006/relationships/image" Target="../media/image25930.png"/><Relationship Id="rId34" Type="http://schemas.openxmlformats.org/officeDocument/2006/relationships/image" Target="../media/image25697.png"/><Relationship Id="rId76" Type="http://schemas.openxmlformats.org/officeDocument/2006/relationships/image" Target="../media/image25718.png"/><Relationship Id="rId141" Type="http://schemas.openxmlformats.org/officeDocument/2006/relationships/customXml" Target="../ink/ink1994.xml"/><Relationship Id="rId379" Type="http://schemas.openxmlformats.org/officeDocument/2006/relationships/image" Target="../media/image25869.png"/><Relationship Id="rId7" Type="http://schemas.openxmlformats.org/officeDocument/2006/relationships/image" Target="../media/image24442.png"/><Relationship Id="rId183" Type="http://schemas.openxmlformats.org/officeDocument/2006/relationships/customXml" Target="../ink/ink2015.xml"/><Relationship Id="rId239" Type="http://schemas.openxmlformats.org/officeDocument/2006/relationships/customXml" Target="../ink/ink2043.xml"/><Relationship Id="rId390" Type="http://schemas.openxmlformats.org/officeDocument/2006/relationships/image" Target="../media/image25874.png"/><Relationship Id="rId404" Type="http://schemas.openxmlformats.org/officeDocument/2006/relationships/image" Target="../media/image25881.png"/><Relationship Id="rId446" Type="http://schemas.openxmlformats.org/officeDocument/2006/relationships/image" Target="../media/image25902.png"/><Relationship Id="rId250" Type="http://schemas.openxmlformats.org/officeDocument/2006/relationships/image" Target="../media/image25805.png"/><Relationship Id="rId292" Type="http://schemas.openxmlformats.org/officeDocument/2006/relationships/image" Target="../media/image25826.png"/><Relationship Id="rId306" Type="http://schemas.openxmlformats.org/officeDocument/2006/relationships/image" Target="../media/image25833.png"/><Relationship Id="rId488" Type="http://schemas.openxmlformats.org/officeDocument/2006/relationships/image" Target="../media/image25923.png"/><Relationship Id="rId45" Type="http://schemas.openxmlformats.org/officeDocument/2006/relationships/customXml" Target="../ink/ink1946.xml"/><Relationship Id="rId87" Type="http://schemas.openxmlformats.org/officeDocument/2006/relationships/customXml" Target="../ink/ink1967.xml"/><Relationship Id="rId110" Type="http://schemas.openxmlformats.org/officeDocument/2006/relationships/image" Target="../media/image25735.png"/><Relationship Id="rId348" Type="http://schemas.openxmlformats.org/officeDocument/2006/relationships/customXml" Target="../ink/ink2098.xml"/><Relationship Id="rId513" Type="http://schemas.openxmlformats.org/officeDocument/2006/relationships/customXml" Target="../ink/ink2181.xml"/><Relationship Id="rId152" Type="http://schemas.openxmlformats.org/officeDocument/2006/relationships/image" Target="../media/image25756.png"/><Relationship Id="rId194" Type="http://schemas.openxmlformats.org/officeDocument/2006/relationships/image" Target="../media/image25777.png"/><Relationship Id="rId208" Type="http://schemas.openxmlformats.org/officeDocument/2006/relationships/image" Target="../media/image25784.png"/><Relationship Id="rId415" Type="http://schemas.openxmlformats.org/officeDocument/2006/relationships/customXml" Target="../ink/ink2132.xml"/><Relationship Id="rId457" Type="http://schemas.openxmlformats.org/officeDocument/2006/relationships/customXml" Target="../ink/ink2153.xml"/><Relationship Id="rId261" Type="http://schemas.openxmlformats.org/officeDocument/2006/relationships/customXml" Target="../ink/ink2054.xml"/><Relationship Id="rId499" Type="http://schemas.openxmlformats.org/officeDocument/2006/relationships/customXml" Target="../ink/ink2174.xml"/><Relationship Id="rId14" Type="http://schemas.openxmlformats.org/officeDocument/2006/relationships/image" Target="../media/image25687.png"/><Relationship Id="rId56" Type="http://schemas.openxmlformats.org/officeDocument/2006/relationships/image" Target="../media/image25708.png"/><Relationship Id="rId317" Type="http://schemas.openxmlformats.org/officeDocument/2006/relationships/customXml" Target="../ink/ink2082.xml"/><Relationship Id="rId359" Type="http://schemas.openxmlformats.org/officeDocument/2006/relationships/image" Target="../media/image25859.png"/><Relationship Id="rId98" Type="http://schemas.openxmlformats.org/officeDocument/2006/relationships/image" Target="../media/image25729.png"/><Relationship Id="rId121" Type="http://schemas.openxmlformats.org/officeDocument/2006/relationships/customXml" Target="../ink/ink1984.xml"/><Relationship Id="rId163" Type="http://schemas.openxmlformats.org/officeDocument/2006/relationships/customXml" Target="../ink/ink2005.xml"/><Relationship Id="rId219" Type="http://schemas.openxmlformats.org/officeDocument/2006/relationships/customXml" Target="../ink/ink2033.xml"/><Relationship Id="rId370" Type="http://schemas.openxmlformats.org/officeDocument/2006/relationships/customXml" Target="../ink/ink2109.xml"/><Relationship Id="rId426" Type="http://schemas.openxmlformats.org/officeDocument/2006/relationships/image" Target="../media/image25892.png"/><Relationship Id="rId230" Type="http://schemas.openxmlformats.org/officeDocument/2006/relationships/image" Target="../media/image25795.png"/><Relationship Id="rId468" Type="http://schemas.openxmlformats.org/officeDocument/2006/relationships/image" Target="../media/image25913.png"/><Relationship Id="rId25" Type="http://schemas.openxmlformats.org/officeDocument/2006/relationships/customXml" Target="../ink/ink1936.xml"/><Relationship Id="rId67" Type="http://schemas.openxmlformats.org/officeDocument/2006/relationships/customXml" Target="../ink/ink1957.xml"/><Relationship Id="rId272" Type="http://schemas.openxmlformats.org/officeDocument/2006/relationships/image" Target="../media/image25816.png"/><Relationship Id="rId328" Type="http://schemas.openxmlformats.org/officeDocument/2006/relationships/customXml" Target="../ink/ink2088.xml"/><Relationship Id="rId132" Type="http://schemas.openxmlformats.org/officeDocument/2006/relationships/image" Target="../media/image25746.png"/><Relationship Id="rId174" Type="http://schemas.openxmlformats.org/officeDocument/2006/relationships/image" Target="../media/image25767.png"/><Relationship Id="rId381" Type="http://schemas.openxmlformats.org/officeDocument/2006/relationships/image" Target="../media/image25870.png"/><Relationship Id="rId241" Type="http://schemas.openxmlformats.org/officeDocument/2006/relationships/customXml" Target="../ink/ink2044.xml"/><Relationship Id="rId437" Type="http://schemas.openxmlformats.org/officeDocument/2006/relationships/customXml" Target="../ink/ink2143.xml"/><Relationship Id="rId479" Type="http://schemas.openxmlformats.org/officeDocument/2006/relationships/customXml" Target="../ink/ink2164.xml"/><Relationship Id="rId36" Type="http://schemas.openxmlformats.org/officeDocument/2006/relationships/image" Target="../media/image25698.png"/><Relationship Id="rId283" Type="http://schemas.openxmlformats.org/officeDocument/2006/relationships/customXml" Target="../ink/ink2065.xml"/><Relationship Id="rId339" Type="http://schemas.openxmlformats.org/officeDocument/2006/relationships/image" Target="../media/image25849.png"/><Relationship Id="rId490" Type="http://schemas.openxmlformats.org/officeDocument/2006/relationships/image" Target="../media/image25924.png"/><Relationship Id="rId504" Type="http://schemas.openxmlformats.org/officeDocument/2006/relationships/image" Target="../media/image25931.png"/><Relationship Id="rId78" Type="http://schemas.openxmlformats.org/officeDocument/2006/relationships/image" Target="../media/image25719.png"/><Relationship Id="rId101" Type="http://schemas.openxmlformats.org/officeDocument/2006/relationships/customXml" Target="../ink/ink1974.xml"/><Relationship Id="rId143" Type="http://schemas.openxmlformats.org/officeDocument/2006/relationships/customXml" Target="../ink/ink1995.xml"/><Relationship Id="rId185" Type="http://schemas.openxmlformats.org/officeDocument/2006/relationships/customXml" Target="../ink/ink2016.xml"/><Relationship Id="rId350" Type="http://schemas.openxmlformats.org/officeDocument/2006/relationships/customXml" Target="../ink/ink2099.xml"/><Relationship Id="rId406" Type="http://schemas.openxmlformats.org/officeDocument/2006/relationships/image" Target="../media/image25882.png"/><Relationship Id="rId9" Type="http://schemas.openxmlformats.org/officeDocument/2006/relationships/customXml" Target="../ink/ink1928.xml"/><Relationship Id="rId210" Type="http://schemas.openxmlformats.org/officeDocument/2006/relationships/image" Target="../media/image25785.png"/><Relationship Id="rId392" Type="http://schemas.openxmlformats.org/officeDocument/2006/relationships/image" Target="../media/image25875.png"/><Relationship Id="rId448" Type="http://schemas.openxmlformats.org/officeDocument/2006/relationships/image" Target="../media/image25903.png"/><Relationship Id="rId252" Type="http://schemas.openxmlformats.org/officeDocument/2006/relationships/image" Target="../media/image25806.png"/><Relationship Id="rId294" Type="http://schemas.openxmlformats.org/officeDocument/2006/relationships/image" Target="../media/image25827.png"/><Relationship Id="rId308" Type="http://schemas.openxmlformats.org/officeDocument/2006/relationships/image" Target="../media/image25834.png"/><Relationship Id="rId515" Type="http://schemas.openxmlformats.org/officeDocument/2006/relationships/customXml" Target="../ink/ink2182.xml"/><Relationship Id="rId47" Type="http://schemas.openxmlformats.org/officeDocument/2006/relationships/customXml" Target="../ink/ink1947.xml"/><Relationship Id="rId89" Type="http://schemas.openxmlformats.org/officeDocument/2006/relationships/customXml" Target="../ink/ink1968.xml"/><Relationship Id="rId112" Type="http://schemas.openxmlformats.org/officeDocument/2006/relationships/image" Target="../media/image25736.png"/><Relationship Id="rId154" Type="http://schemas.openxmlformats.org/officeDocument/2006/relationships/image" Target="../media/image25757.png"/><Relationship Id="rId361" Type="http://schemas.openxmlformats.org/officeDocument/2006/relationships/image" Target="../media/image25860.png"/><Relationship Id="rId196" Type="http://schemas.openxmlformats.org/officeDocument/2006/relationships/image" Target="../media/image25778.png"/><Relationship Id="rId417" Type="http://schemas.openxmlformats.org/officeDocument/2006/relationships/customXml" Target="../ink/ink2133.xml"/><Relationship Id="rId459" Type="http://schemas.openxmlformats.org/officeDocument/2006/relationships/customXml" Target="../ink/ink2154.xml"/><Relationship Id="rId16" Type="http://schemas.openxmlformats.org/officeDocument/2006/relationships/image" Target="../media/image25688.png"/><Relationship Id="rId221" Type="http://schemas.openxmlformats.org/officeDocument/2006/relationships/customXml" Target="../ink/ink2034.xml"/><Relationship Id="rId263" Type="http://schemas.openxmlformats.org/officeDocument/2006/relationships/customXml" Target="../ink/ink2055.xml"/><Relationship Id="rId319" Type="http://schemas.openxmlformats.org/officeDocument/2006/relationships/customXml" Target="../ink/ink2083.xml"/><Relationship Id="rId470" Type="http://schemas.openxmlformats.org/officeDocument/2006/relationships/image" Target="../media/image25914.png"/><Relationship Id="rId58" Type="http://schemas.openxmlformats.org/officeDocument/2006/relationships/image" Target="../media/image25709.png"/><Relationship Id="rId123" Type="http://schemas.openxmlformats.org/officeDocument/2006/relationships/customXml" Target="../ink/ink1985.xml"/><Relationship Id="rId330" Type="http://schemas.openxmlformats.org/officeDocument/2006/relationships/customXml" Target="../ink/ink2089.xml"/><Relationship Id="rId165" Type="http://schemas.openxmlformats.org/officeDocument/2006/relationships/customXml" Target="../ink/ink2006.xml"/><Relationship Id="rId372" Type="http://schemas.openxmlformats.org/officeDocument/2006/relationships/customXml" Target="../ink/ink2110.xml"/><Relationship Id="rId428" Type="http://schemas.openxmlformats.org/officeDocument/2006/relationships/image" Target="../media/image25893.png"/><Relationship Id="rId232" Type="http://schemas.openxmlformats.org/officeDocument/2006/relationships/image" Target="../media/image25796.png"/><Relationship Id="rId274" Type="http://schemas.openxmlformats.org/officeDocument/2006/relationships/image" Target="../media/image25817.png"/><Relationship Id="rId481" Type="http://schemas.openxmlformats.org/officeDocument/2006/relationships/customXml" Target="../ink/ink2165.xml"/><Relationship Id="rId27" Type="http://schemas.openxmlformats.org/officeDocument/2006/relationships/customXml" Target="../ink/ink1937.xml"/><Relationship Id="rId69" Type="http://schemas.openxmlformats.org/officeDocument/2006/relationships/customXml" Target="../ink/ink1958.xml"/><Relationship Id="rId134" Type="http://schemas.openxmlformats.org/officeDocument/2006/relationships/image" Target="../media/image25747.png"/><Relationship Id="rId80" Type="http://schemas.openxmlformats.org/officeDocument/2006/relationships/image" Target="../media/image25720.png"/><Relationship Id="rId176" Type="http://schemas.openxmlformats.org/officeDocument/2006/relationships/image" Target="../media/image25768.png"/><Relationship Id="rId341" Type="http://schemas.openxmlformats.org/officeDocument/2006/relationships/image" Target="../media/image25850.png"/><Relationship Id="rId383" Type="http://schemas.openxmlformats.org/officeDocument/2006/relationships/image" Target="../media/image25871.png"/><Relationship Id="rId439" Type="http://schemas.openxmlformats.org/officeDocument/2006/relationships/customXml" Target="../ink/ink2144.xml"/><Relationship Id="rId201" Type="http://schemas.openxmlformats.org/officeDocument/2006/relationships/customXml" Target="../ink/ink2024.xml"/><Relationship Id="rId243" Type="http://schemas.openxmlformats.org/officeDocument/2006/relationships/customXml" Target="../ink/ink2045.xml"/><Relationship Id="rId285" Type="http://schemas.openxmlformats.org/officeDocument/2006/relationships/customXml" Target="../ink/ink2066.xml"/><Relationship Id="rId450" Type="http://schemas.openxmlformats.org/officeDocument/2006/relationships/image" Target="../media/image25904.png"/><Relationship Id="rId506" Type="http://schemas.openxmlformats.org/officeDocument/2006/relationships/image" Target="../media/image25932.png"/><Relationship Id="rId38" Type="http://schemas.openxmlformats.org/officeDocument/2006/relationships/image" Target="../media/image25699.png"/><Relationship Id="rId103" Type="http://schemas.openxmlformats.org/officeDocument/2006/relationships/customXml" Target="../ink/ink1975.xml"/><Relationship Id="rId310" Type="http://schemas.openxmlformats.org/officeDocument/2006/relationships/image" Target="../media/image25835.png"/><Relationship Id="rId492" Type="http://schemas.openxmlformats.org/officeDocument/2006/relationships/image" Target="../media/image25925.png"/><Relationship Id="rId91" Type="http://schemas.openxmlformats.org/officeDocument/2006/relationships/customXml" Target="../ink/ink1969.xml"/><Relationship Id="rId145" Type="http://schemas.openxmlformats.org/officeDocument/2006/relationships/customXml" Target="../ink/ink1996.xml"/><Relationship Id="rId187" Type="http://schemas.openxmlformats.org/officeDocument/2006/relationships/customXml" Target="../ink/ink2017.xml"/><Relationship Id="rId352" Type="http://schemas.openxmlformats.org/officeDocument/2006/relationships/customXml" Target="../ink/ink2100.xml"/><Relationship Id="rId394" Type="http://schemas.openxmlformats.org/officeDocument/2006/relationships/image" Target="../media/image25876.png"/><Relationship Id="rId408" Type="http://schemas.openxmlformats.org/officeDocument/2006/relationships/image" Target="../media/image25883.png"/><Relationship Id="rId212" Type="http://schemas.openxmlformats.org/officeDocument/2006/relationships/image" Target="../media/image25786.png"/><Relationship Id="rId254" Type="http://schemas.openxmlformats.org/officeDocument/2006/relationships/image" Target="../media/image25807.png"/><Relationship Id="rId49" Type="http://schemas.openxmlformats.org/officeDocument/2006/relationships/customXml" Target="../ink/ink1948.xml"/><Relationship Id="rId114" Type="http://schemas.openxmlformats.org/officeDocument/2006/relationships/image" Target="../media/image25737.png"/><Relationship Id="rId296" Type="http://schemas.openxmlformats.org/officeDocument/2006/relationships/image" Target="../media/image25828.png"/><Relationship Id="rId461" Type="http://schemas.openxmlformats.org/officeDocument/2006/relationships/customXml" Target="../ink/ink2155.xml"/><Relationship Id="rId517" Type="http://schemas.openxmlformats.org/officeDocument/2006/relationships/customXml" Target="../ink/ink2183.xml"/><Relationship Id="rId60" Type="http://schemas.openxmlformats.org/officeDocument/2006/relationships/image" Target="../media/image25710.png"/><Relationship Id="rId156" Type="http://schemas.openxmlformats.org/officeDocument/2006/relationships/image" Target="../media/image25758.png"/><Relationship Id="rId198" Type="http://schemas.openxmlformats.org/officeDocument/2006/relationships/image" Target="../media/image25779.png"/><Relationship Id="rId321" Type="http://schemas.openxmlformats.org/officeDocument/2006/relationships/image" Target="../media/image25840.png"/><Relationship Id="rId363" Type="http://schemas.openxmlformats.org/officeDocument/2006/relationships/image" Target="../media/image25861.png"/><Relationship Id="rId419" Type="http://schemas.openxmlformats.org/officeDocument/2006/relationships/customXml" Target="../ink/ink2134.xml"/><Relationship Id="rId223" Type="http://schemas.openxmlformats.org/officeDocument/2006/relationships/customXml" Target="../ink/ink2035.xml"/><Relationship Id="rId430" Type="http://schemas.openxmlformats.org/officeDocument/2006/relationships/image" Target="../media/image25894.png"/><Relationship Id="rId18" Type="http://schemas.openxmlformats.org/officeDocument/2006/relationships/image" Target="../media/image25689.png"/><Relationship Id="rId265" Type="http://schemas.openxmlformats.org/officeDocument/2006/relationships/customXml" Target="../ink/ink2056.xml"/><Relationship Id="rId472" Type="http://schemas.openxmlformats.org/officeDocument/2006/relationships/image" Target="../media/image25915.png"/><Relationship Id="rId125" Type="http://schemas.openxmlformats.org/officeDocument/2006/relationships/customXml" Target="../ink/ink1986.xml"/><Relationship Id="rId167" Type="http://schemas.openxmlformats.org/officeDocument/2006/relationships/customXml" Target="../ink/ink2007.xml"/><Relationship Id="rId332" Type="http://schemas.openxmlformats.org/officeDocument/2006/relationships/customXml" Target="../ink/ink2090.xml"/><Relationship Id="rId374" Type="http://schemas.openxmlformats.org/officeDocument/2006/relationships/customXml" Target="../ink/ink2111.xml"/><Relationship Id="rId71" Type="http://schemas.openxmlformats.org/officeDocument/2006/relationships/customXml" Target="../ink/ink1959.xml"/><Relationship Id="rId234" Type="http://schemas.openxmlformats.org/officeDocument/2006/relationships/image" Target="../media/image25797.png"/><Relationship Id="rId2" Type="http://schemas.openxmlformats.org/officeDocument/2006/relationships/customXml" Target="../ink/ink1924.xml"/><Relationship Id="rId29" Type="http://schemas.openxmlformats.org/officeDocument/2006/relationships/customXml" Target="../ink/ink1938.xml"/><Relationship Id="rId276" Type="http://schemas.openxmlformats.org/officeDocument/2006/relationships/image" Target="../media/image25818.png"/><Relationship Id="rId441" Type="http://schemas.openxmlformats.org/officeDocument/2006/relationships/customXml" Target="../ink/ink2145.xml"/><Relationship Id="rId483" Type="http://schemas.openxmlformats.org/officeDocument/2006/relationships/customXml" Target="../ink/ink2166.xml"/><Relationship Id="rId40" Type="http://schemas.openxmlformats.org/officeDocument/2006/relationships/image" Target="../media/image25700.png"/><Relationship Id="rId136" Type="http://schemas.openxmlformats.org/officeDocument/2006/relationships/image" Target="../media/image25748.png"/><Relationship Id="rId178" Type="http://schemas.openxmlformats.org/officeDocument/2006/relationships/image" Target="../media/image25769.png"/><Relationship Id="rId301" Type="http://schemas.openxmlformats.org/officeDocument/2006/relationships/customXml" Target="../ink/ink2074.xml"/><Relationship Id="rId343" Type="http://schemas.openxmlformats.org/officeDocument/2006/relationships/image" Target="../media/image25851.png"/><Relationship Id="rId82" Type="http://schemas.openxmlformats.org/officeDocument/2006/relationships/image" Target="../media/image25721.png"/><Relationship Id="rId203" Type="http://schemas.openxmlformats.org/officeDocument/2006/relationships/customXml" Target="../ink/ink2025.xml"/><Relationship Id="rId385" Type="http://schemas.openxmlformats.org/officeDocument/2006/relationships/customXml" Target="../ink/ink2117.xml"/><Relationship Id="rId245" Type="http://schemas.openxmlformats.org/officeDocument/2006/relationships/customXml" Target="../ink/ink2046.xml"/><Relationship Id="rId287" Type="http://schemas.openxmlformats.org/officeDocument/2006/relationships/customXml" Target="../ink/ink2067.xml"/><Relationship Id="rId410" Type="http://schemas.openxmlformats.org/officeDocument/2006/relationships/image" Target="../media/image25884.png"/><Relationship Id="rId452" Type="http://schemas.openxmlformats.org/officeDocument/2006/relationships/image" Target="../media/image25905.png"/><Relationship Id="rId494" Type="http://schemas.openxmlformats.org/officeDocument/2006/relationships/image" Target="../media/image25926.png"/><Relationship Id="rId508" Type="http://schemas.openxmlformats.org/officeDocument/2006/relationships/image" Target="../media/image25933.png"/><Relationship Id="rId105" Type="http://schemas.openxmlformats.org/officeDocument/2006/relationships/customXml" Target="../ink/ink1976.xml"/><Relationship Id="rId147" Type="http://schemas.openxmlformats.org/officeDocument/2006/relationships/customXml" Target="../ink/ink1997.xml"/><Relationship Id="rId312" Type="http://schemas.openxmlformats.org/officeDocument/2006/relationships/image" Target="../media/image25836.png"/><Relationship Id="rId354" Type="http://schemas.openxmlformats.org/officeDocument/2006/relationships/customXml" Target="../ink/ink2101.xml"/><Relationship Id="rId51" Type="http://schemas.openxmlformats.org/officeDocument/2006/relationships/customXml" Target="../ink/ink1949.xml"/><Relationship Id="rId93" Type="http://schemas.openxmlformats.org/officeDocument/2006/relationships/customXml" Target="../ink/ink1970.xml"/><Relationship Id="rId189" Type="http://schemas.openxmlformats.org/officeDocument/2006/relationships/customXml" Target="../ink/ink2018.xml"/><Relationship Id="rId396" Type="http://schemas.openxmlformats.org/officeDocument/2006/relationships/image" Target="../media/image25877.png"/><Relationship Id="rId214" Type="http://schemas.openxmlformats.org/officeDocument/2006/relationships/image" Target="../media/image25787.png"/><Relationship Id="rId256" Type="http://schemas.openxmlformats.org/officeDocument/2006/relationships/image" Target="../media/image25808.png"/><Relationship Id="rId298" Type="http://schemas.openxmlformats.org/officeDocument/2006/relationships/image" Target="../media/image25829.png"/><Relationship Id="rId421" Type="http://schemas.openxmlformats.org/officeDocument/2006/relationships/customXml" Target="../ink/ink2135.xml"/><Relationship Id="rId463" Type="http://schemas.openxmlformats.org/officeDocument/2006/relationships/customXml" Target="../ink/ink2156.xml"/><Relationship Id="rId519" Type="http://schemas.openxmlformats.org/officeDocument/2006/relationships/customXml" Target="../ink/ink2184.xml"/><Relationship Id="rId116" Type="http://schemas.openxmlformats.org/officeDocument/2006/relationships/image" Target="../media/image25738.png"/><Relationship Id="rId158" Type="http://schemas.openxmlformats.org/officeDocument/2006/relationships/image" Target="../media/image25759.png"/><Relationship Id="rId323" Type="http://schemas.openxmlformats.org/officeDocument/2006/relationships/image" Target="../media/image25841.png"/><Relationship Id="rId20" Type="http://schemas.openxmlformats.org/officeDocument/2006/relationships/image" Target="../media/image25690.png"/><Relationship Id="rId62" Type="http://schemas.openxmlformats.org/officeDocument/2006/relationships/image" Target="../media/image25711.png"/><Relationship Id="rId365" Type="http://schemas.openxmlformats.org/officeDocument/2006/relationships/image" Target="../media/image25862.png"/><Relationship Id="rId225" Type="http://schemas.openxmlformats.org/officeDocument/2006/relationships/customXml" Target="../ink/ink2036.xml"/><Relationship Id="rId267" Type="http://schemas.openxmlformats.org/officeDocument/2006/relationships/customXml" Target="../ink/ink2057.xml"/><Relationship Id="rId432" Type="http://schemas.openxmlformats.org/officeDocument/2006/relationships/image" Target="../media/image25895.png"/><Relationship Id="rId474" Type="http://schemas.openxmlformats.org/officeDocument/2006/relationships/image" Target="../media/image25916.png"/><Relationship Id="rId127" Type="http://schemas.openxmlformats.org/officeDocument/2006/relationships/customXml" Target="../ink/ink1987.xml"/><Relationship Id="rId31" Type="http://schemas.openxmlformats.org/officeDocument/2006/relationships/customXml" Target="../ink/ink1939.xml"/><Relationship Id="rId73" Type="http://schemas.openxmlformats.org/officeDocument/2006/relationships/customXml" Target="../ink/ink1960.xml"/><Relationship Id="rId169" Type="http://schemas.openxmlformats.org/officeDocument/2006/relationships/customXml" Target="../ink/ink2008.xml"/><Relationship Id="rId334" Type="http://schemas.openxmlformats.org/officeDocument/2006/relationships/customXml" Target="../ink/ink2091.xml"/><Relationship Id="rId376" Type="http://schemas.openxmlformats.org/officeDocument/2006/relationships/customXml" Target="../ink/ink2112.xml"/><Relationship Id="rId4" Type="http://schemas.openxmlformats.org/officeDocument/2006/relationships/customXml" Target="../ink/ink1925.xml"/><Relationship Id="rId180" Type="http://schemas.openxmlformats.org/officeDocument/2006/relationships/image" Target="../media/image25770.png"/><Relationship Id="rId236" Type="http://schemas.openxmlformats.org/officeDocument/2006/relationships/image" Target="../media/image25798.png"/><Relationship Id="rId278" Type="http://schemas.openxmlformats.org/officeDocument/2006/relationships/image" Target="../media/image25819.png"/><Relationship Id="rId401" Type="http://schemas.openxmlformats.org/officeDocument/2006/relationships/customXml" Target="../ink/ink2125.xml"/><Relationship Id="rId443" Type="http://schemas.openxmlformats.org/officeDocument/2006/relationships/customXml" Target="../ink/ink2146.xml"/><Relationship Id="rId303" Type="http://schemas.openxmlformats.org/officeDocument/2006/relationships/customXml" Target="../ink/ink2075.xml"/><Relationship Id="rId485" Type="http://schemas.openxmlformats.org/officeDocument/2006/relationships/customXml" Target="../ink/ink2167.xml"/><Relationship Id="rId42" Type="http://schemas.openxmlformats.org/officeDocument/2006/relationships/image" Target="../media/image25701.png"/><Relationship Id="rId84" Type="http://schemas.openxmlformats.org/officeDocument/2006/relationships/image" Target="../media/image25722.png"/><Relationship Id="rId138" Type="http://schemas.openxmlformats.org/officeDocument/2006/relationships/image" Target="../media/image25749.png"/><Relationship Id="rId345" Type="http://schemas.openxmlformats.org/officeDocument/2006/relationships/image" Target="../media/image25852.png"/><Relationship Id="rId387" Type="http://schemas.openxmlformats.org/officeDocument/2006/relationships/customXml" Target="../ink/ink2118.xml"/><Relationship Id="rId510" Type="http://schemas.openxmlformats.org/officeDocument/2006/relationships/image" Target="../media/image25934.png"/><Relationship Id="rId191" Type="http://schemas.openxmlformats.org/officeDocument/2006/relationships/customXml" Target="../ink/ink2019.xml"/><Relationship Id="rId205" Type="http://schemas.openxmlformats.org/officeDocument/2006/relationships/customXml" Target="../ink/ink2026.xml"/><Relationship Id="rId247" Type="http://schemas.openxmlformats.org/officeDocument/2006/relationships/customXml" Target="../ink/ink2047.xml"/><Relationship Id="rId412" Type="http://schemas.openxmlformats.org/officeDocument/2006/relationships/image" Target="../media/image25885.png"/><Relationship Id="rId107" Type="http://schemas.openxmlformats.org/officeDocument/2006/relationships/customXml" Target="../ink/ink1977.xml"/><Relationship Id="rId289" Type="http://schemas.openxmlformats.org/officeDocument/2006/relationships/customXml" Target="../ink/ink2068.xml"/><Relationship Id="rId454" Type="http://schemas.openxmlformats.org/officeDocument/2006/relationships/image" Target="../media/image25906.png"/><Relationship Id="rId496" Type="http://schemas.openxmlformats.org/officeDocument/2006/relationships/image" Target="../media/image25927.png"/><Relationship Id="rId11" Type="http://schemas.openxmlformats.org/officeDocument/2006/relationships/customXml" Target="../ink/ink1929.xml"/><Relationship Id="rId53" Type="http://schemas.openxmlformats.org/officeDocument/2006/relationships/customXml" Target="../ink/ink1950.xml"/><Relationship Id="rId149" Type="http://schemas.openxmlformats.org/officeDocument/2006/relationships/customXml" Target="../ink/ink1998.xml"/><Relationship Id="rId314" Type="http://schemas.openxmlformats.org/officeDocument/2006/relationships/image" Target="../media/image25837.png"/><Relationship Id="rId356" Type="http://schemas.openxmlformats.org/officeDocument/2006/relationships/customXml" Target="../ink/ink2102.xml"/><Relationship Id="rId398" Type="http://schemas.openxmlformats.org/officeDocument/2006/relationships/image" Target="../media/image25878.png"/><Relationship Id="rId95" Type="http://schemas.openxmlformats.org/officeDocument/2006/relationships/customXml" Target="../ink/ink1971.xml"/><Relationship Id="rId160" Type="http://schemas.openxmlformats.org/officeDocument/2006/relationships/image" Target="../media/image25760.png"/><Relationship Id="rId216" Type="http://schemas.openxmlformats.org/officeDocument/2006/relationships/image" Target="../media/image25788.png"/><Relationship Id="rId423" Type="http://schemas.openxmlformats.org/officeDocument/2006/relationships/customXml" Target="../ink/ink2136.xml"/><Relationship Id="rId258" Type="http://schemas.openxmlformats.org/officeDocument/2006/relationships/image" Target="../media/image25809.png"/><Relationship Id="rId465" Type="http://schemas.openxmlformats.org/officeDocument/2006/relationships/customXml" Target="../ink/ink2157.xml"/><Relationship Id="rId22" Type="http://schemas.openxmlformats.org/officeDocument/2006/relationships/image" Target="../media/image25691.png"/><Relationship Id="rId64" Type="http://schemas.openxmlformats.org/officeDocument/2006/relationships/image" Target="../media/image25712.png"/><Relationship Id="rId118" Type="http://schemas.openxmlformats.org/officeDocument/2006/relationships/image" Target="../media/image25739.png"/><Relationship Id="rId325" Type="http://schemas.openxmlformats.org/officeDocument/2006/relationships/image" Target="../media/image25842.png"/><Relationship Id="rId367" Type="http://schemas.openxmlformats.org/officeDocument/2006/relationships/image" Target="../media/image25863.png"/><Relationship Id="rId171" Type="http://schemas.openxmlformats.org/officeDocument/2006/relationships/customXml" Target="../ink/ink2009.xml"/><Relationship Id="rId227" Type="http://schemas.openxmlformats.org/officeDocument/2006/relationships/customXml" Target="../ink/ink2037.xml"/><Relationship Id="rId269" Type="http://schemas.openxmlformats.org/officeDocument/2006/relationships/customXml" Target="../ink/ink2058.xml"/><Relationship Id="rId434" Type="http://schemas.openxmlformats.org/officeDocument/2006/relationships/image" Target="../media/image25896.png"/><Relationship Id="rId476" Type="http://schemas.openxmlformats.org/officeDocument/2006/relationships/image" Target="../media/image25917.png"/><Relationship Id="rId33" Type="http://schemas.openxmlformats.org/officeDocument/2006/relationships/customXml" Target="../ink/ink1940.xml"/><Relationship Id="rId129" Type="http://schemas.openxmlformats.org/officeDocument/2006/relationships/customXml" Target="../ink/ink1988.xml"/><Relationship Id="rId280" Type="http://schemas.openxmlformats.org/officeDocument/2006/relationships/image" Target="../media/image25820.png"/><Relationship Id="rId336" Type="http://schemas.openxmlformats.org/officeDocument/2006/relationships/customXml" Target="../ink/ink2092.xml"/><Relationship Id="rId501" Type="http://schemas.openxmlformats.org/officeDocument/2006/relationships/customXml" Target="../ink/ink2175.xml"/><Relationship Id="rId75" Type="http://schemas.openxmlformats.org/officeDocument/2006/relationships/customXml" Target="../ink/ink1961.xml"/><Relationship Id="rId140" Type="http://schemas.openxmlformats.org/officeDocument/2006/relationships/image" Target="../media/image25750.png"/><Relationship Id="rId182" Type="http://schemas.openxmlformats.org/officeDocument/2006/relationships/image" Target="../media/image25771.png"/><Relationship Id="rId378" Type="http://schemas.openxmlformats.org/officeDocument/2006/relationships/customXml" Target="../ink/ink2113.xml"/><Relationship Id="rId403" Type="http://schemas.openxmlformats.org/officeDocument/2006/relationships/customXml" Target="../ink/ink2126.xml"/><Relationship Id="rId6" Type="http://schemas.openxmlformats.org/officeDocument/2006/relationships/customXml" Target="../ink/ink1926.xml"/><Relationship Id="rId238" Type="http://schemas.openxmlformats.org/officeDocument/2006/relationships/image" Target="../media/image25799.png"/><Relationship Id="rId445" Type="http://schemas.openxmlformats.org/officeDocument/2006/relationships/customXml" Target="../ink/ink2147.xml"/><Relationship Id="rId487" Type="http://schemas.openxmlformats.org/officeDocument/2006/relationships/customXml" Target="../ink/ink2168.xml"/><Relationship Id="rId291" Type="http://schemas.openxmlformats.org/officeDocument/2006/relationships/customXml" Target="../ink/ink2069.xml"/><Relationship Id="rId305" Type="http://schemas.openxmlformats.org/officeDocument/2006/relationships/customXml" Target="../ink/ink2076.xml"/><Relationship Id="rId347" Type="http://schemas.openxmlformats.org/officeDocument/2006/relationships/image" Target="../media/image25853.png"/><Relationship Id="rId512" Type="http://schemas.openxmlformats.org/officeDocument/2006/relationships/image" Target="../media/image25935.png"/><Relationship Id="rId44" Type="http://schemas.openxmlformats.org/officeDocument/2006/relationships/image" Target="../media/image25702.png"/><Relationship Id="rId86" Type="http://schemas.openxmlformats.org/officeDocument/2006/relationships/image" Target="../media/image25723.png"/><Relationship Id="rId151" Type="http://schemas.openxmlformats.org/officeDocument/2006/relationships/customXml" Target="../ink/ink1999.xml"/><Relationship Id="rId389" Type="http://schemas.openxmlformats.org/officeDocument/2006/relationships/customXml" Target="../ink/ink2119.xml"/><Relationship Id="rId193" Type="http://schemas.openxmlformats.org/officeDocument/2006/relationships/customXml" Target="../ink/ink2020.xml"/><Relationship Id="rId207" Type="http://schemas.openxmlformats.org/officeDocument/2006/relationships/customXml" Target="../ink/ink2027.xml"/><Relationship Id="rId249" Type="http://schemas.openxmlformats.org/officeDocument/2006/relationships/customXml" Target="../ink/ink2048.xml"/><Relationship Id="rId414" Type="http://schemas.openxmlformats.org/officeDocument/2006/relationships/image" Target="../media/image25886.png"/><Relationship Id="rId456" Type="http://schemas.openxmlformats.org/officeDocument/2006/relationships/image" Target="../media/image25907.png"/><Relationship Id="rId498" Type="http://schemas.openxmlformats.org/officeDocument/2006/relationships/image" Target="../media/image25928.png"/><Relationship Id="rId13" Type="http://schemas.openxmlformats.org/officeDocument/2006/relationships/customXml" Target="../ink/ink1930.xml"/><Relationship Id="rId109" Type="http://schemas.openxmlformats.org/officeDocument/2006/relationships/customXml" Target="../ink/ink1978.xml"/><Relationship Id="rId260" Type="http://schemas.openxmlformats.org/officeDocument/2006/relationships/image" Target="../media/image25810.png"/><Relationship Id="rId316" Type="http://schemas.openxmlformats.org/officeDocument/2006/relationships/image" Target="../media/image25838.png"/><Relationship Id="rId55" Type="http://schemas.openxmlformats.org/officeDocument/2006/relationships/customXml" Target="../ink/ink1951.xml"/><Relationship Id="rId97" Type="http://schemas.openxmlformats.org/officeDocument/2006/relationships/customXml" Target="../ink/ink1972.xml"/><Relationship Id="rId120" Type="http://schemas.openxmlformats.org/officeDocument/2006/relationships/image" Target="../media/image25740.png"/><Relationship Id="rId358" Type="http://schemas.openxmlformats.org/officeDocument/2006/relationships/customXml" Target="../ink/ink2103.xml"/><Relationship Id="rId162" Type="http://schemas.openxmlformats.org/officeDocument/2006/relationships/image" Target="../media/image25761.png"/><Relationship Id="rId218" Type="http://schemas.openxmlformats.org/officeDocument/2006/relationships/image" Target="../media/image25789.png"/><Relationship Id="rId425" Type="http://schemas.openxmlformats.org/officeDocument/2006/relationships/customXml" Target="../ink/ink2137.xml"/><Relationship Id="rId467" Type="http://schemas.openxmlformats.org/officeDocument/2006/relationships/customXml" Target="../ink/ink2158.xml"/><Relationship Id="rId271" Type="http://schemas.openxmlformats.org/officeDocument/2006/relationships/customXml" Target="../ink/ink2059.xml"/><Relationship Id="rId24" Type="http://schemas.openxmlformats.org/officeDocument/2006/relationships/image" Target="../media/image25692.png"/><Relationship Id="rId66" Type="http://schemas.openxmlformats.org/officeDocument/2006/relationships/image" Target="../media/image25713.png"/><Relationship Id="rId131" Type="http://schemas.openxmlformats.org/officeDocument/2006/relationships/customXml" Target="../ink/ink1989.xml"/><Relationship Id="rId327" Type="http://schemas.openxmlformats.org/officeDocument/2006/relationships/image" Target="../media/image25843.png"/><Relationship Id="rId369" Type="http://schemas.openxmlformats.org/officeDocument/2006/relationships/image" Target="../media/image25864.png"/><Relationship Id="rId173" Type="http://schemas.openxmlformats.org/officeDocument/2006/relationships/customXml" Target="../ink/ink2010.xml"/><Relationship Id="rId229" Type="http://schemas.openxmlformats.org/officeDocument/2006/relationships/customXml" Target="../ink/ink2038.xml"/><Relationship Id="rId380" Type="http://schemas.openxmlformats.org/officeDocument/2006/relationships/customXml" Target="../ink/ink2114.xml"/><Relationship Id="rId436" Type="http://schemas.openxmlformats.org/officeDocument/2006/relationships/image" Target="../media/image25897.png"/><Relationship Id="rId240" Type="http://schemas.openxmlformats.org/officeDocument/2006/relationships/image" Target="../media/image25800.png"/><Relationship Id="rId478" Type="http://schemas.openxmlformats.org/officeDocument/2006/relationships/image" Target="../media/image25918.png"/><Relationship Id="rId35" Type="http://schemas.openxmlformats.org/officeDocument/2006/relationships/customXml" Target="../ink/ink1941.xml"/><Relationship Id="rId77" Type="http://schemas.openxmlformats.org/officeDocument/2006/relationships/customXml" Target="../ink/ink1962.xml"/><Relationship Id="rId100" Type="http://schemas.openxmlformats.org/officeDocument/2006/relationships/image" Target="../media/image25730.png"/><Relationship Id="rId282" Type="http://schemas.openxmlformats.org/officeDocument/2006/relationships/image" Target="../media/image25821.png"/><Relationship Id="rId338" Type="http://schemas.openxmlformats.org/officeDocument/2006/relationships/customXml" Target="../ink/ink2093.xml"/><Relationship Id="rId503" Type="http://schemas.openxmlformats.org/officeDocument/2006/relationships/customXml" Target="../ink/ink2176.xml"/><Relationship Id="rId8" Type="http://schemas.openxmlformats.org/officeDocument/2006/relationships/customXml" Target="../ink/ink1927.xml"/><Relationship Id="rId142" Type="http://schemas.openxmlformats.org/officeDocument/2006/relationships/image" Target="../media/image25751.png"/><Relationship Id="rId184" Type="http://schemas.openxmlformats.org/officeDocument/2006/relationships/image" Target="../media/image25772.png"/><Relationship Id="rId391" Type="http://schemas.openxmlformats.org/officeDocument/2006/relationships/customXml" Target="../ink/ink2120.xml"/><Relationship Id="rId405" Type="http://schemas.openxmlformats.org/officeDocument/2006/relationships/customXml" Target="../ink/ink2127.xml"/><Relationship Id="rId447" Type="http://schemas.openxmlformats.org/officeDocument/2006/relationships/customXml" Target="../ink/ink2148.xml"/><Relationship Id="rId251" Type="http://schemas.openxmlformats.org/officeDocument/2006/relationships/customXml" Target="../ink/ink2049.xml"/><Relationship Id="rId489" Type="http://schemas.openxmlformats.org/officeDocument/2006/relationships/customXml" Target="../ink/ink2169.xml"/><Relationship Id="rId46" Type="http://schemas.openxmlformats.org/officeDocument/2006/relationships/image" Target="../media/image25703.png"/><Relationship Id="rId293" Type="http://schemas.openxmlformats.org/officeDocument/2006/relationships/customXml" Target="../ink/ink2070.xml"/><Relationship Id="rId307" Type="http://schemas.openxmlformats.org/officeDocument/2006/relationships/customXml" Target="../ink/ink2077.xml"/><Relationship Id="rId349" Type="http://schemas.openxmlformats.org/officeDocument/2006/relationships/image" Target="../media/image25854.png"/><Relationship Id="rId514" Type="http://schemas.openxmlformats.org/officeDocument/2006/relationships/image" Target="../media/image25936.png"/><Relationship Id="rId88" Type="http://schemas.openxmlformats.org/officeDocument/2006/relationships/image" Target="../media/image25724.png"/><Relationship Id="rId111" Type="http://schemas.openxmlformats.org/officeDocument/2006/relationships/customXml" Target="../ink/ink1979.xml"/><Relationship Id="rId153" Type="http://schemas.openxmlformats.org/officeDocument/2006/relationships/customXml" Target="../ink/ink2000.xml"/><Relationship Id="rId195" Type="http://schemas.openxmlformats.org/officeDocument/2006/relationships/customXml" Target="../ink/ink2021.xml"/><Relationship Id="rId209" Type="http://schemas.openxmlformats.org/officeDocument/2006/relationships/customXml" Target="../ink/ink2028.xml"/><Relationship Id="rId360" Type="http://schemas.openxmlformats.org/officeDocument/2006/relationships/customXml" Target="../ink/ink2104.xml"/><Relationship Id="rId416" Type="http://schemas.openxmlformats.org/officeDocument/2006/relationships/image" Target="../media/image25887.png"/><Relationship Id="rId220" Type="http://schemas.openxmlformats.org/officeDocument/2006/relationships/image" Target="../media/image25790.png"/><Relationship Id="rId458" Type="http://schemas.openxmlformats.org/officeDocument/2006/relationships/image" Target="../media/image25908.png"/><Relationship Id="rId15" Type="http://schemas.openxmlformats.org/officeDocument/2006/relationships/customXml" Target="../ink/ink1931.xml"/><Relationship Id="rId57" Type="http://schemas.openxmlformats.org/officeDocument/2006/relationships/customXml" Target="../ink/ink1952.xml"/><Relationship Id="rId262" Type="http://schemas.openxmlformats.org/officeDocument/2006/relationships/image" Target="../media/image25811.png"/><Relationship Id="rId318" Type="http://schemas.openxmlformats.org/officeDocument/2006/relationships/image" Target="../media/image25839.png"/><Relationship Id="rId99" Type="http://schemas.openxmlformats.org/officeDocument/2006/relationships/customXml" Target="../ink/ink1973.xml"/><Relationship Id="rId122" Type="http://schemas.openxmlformats.org/officeDocument/2006/relationships/image" Target="../media/image25741.png"/><Relationship Id="rId164" Type="http://schemas.openxmlformats.org/officeDocument/2006/relationships/image" Target="../media/image25762.png"/><Relationship Id="rId371" Type="http://schemas.openxmlformats.org/officeDocument/2006/relationships/image" Target="../media/image25865.png"/><Relationship Id="rId427" Type="http://schemas.openxmlformats.org/officeDocument/2006/relationships/customXml" Target="../ink/ink2138.xml"/><Relationship Id="rId469" Type="http://schemas.openxmlformats.org/officeDocument/2006/relationships/customXml" Target="../ink/ink2159.xml"/><Relationship Id="rId26" Type="http://schemas.openxmlformats.org/officeDocument/2006/relationships/image" Target="../media/image25693.png"/><Relationship Id="rId231" Type="http://schemas.openxmlformats.org/officeDocument/2006/relationships/customXml" Target="../ink/ink2039.xml"/><Relationship Id="rId273" Type="http://schemas.openxmlformats.org/officeDocument/2006/relationships/customXml" Target="../ink/ink2060.xml"/><Relationship Id="rId329" Type="http://schemas.openxmlformats.org/officeDocument/2006/relationships/image" Target="../media/image25844.png"/><Relationship Id="rId480" Type="http://schemas.openxmlformats.org/officeDocument/2006/relationships/image" Target="../media/image25919.png"/><Relationship Id="rId68" Type="http://schemas.openxmlformats.org/officeDocument/2006/relationships/image" Target="../media/image25714.png"/><Relationship Id="rId133" Type="http://schemas.openxmlformats.org/officeDocument/2006/relationships/customXml" Target="../ink/ink1990.xml"/><Relationship Id="rId175" Type="http://schemas.openxmlformats.org/officeDocument/2006/relationships/customXml" Target="../ink/ink2011.xml"/><Relationship Id="rId340" Type="http://schemas.openxmlformats.org/officeDocument/2006/relationships/customXml" Target="../ink/ink2094.xml"/><Relationship Id="rId200" Type="http://schemas.openxmlformats.org/officeDocument/2006/relationships/image" Target="../media/image25780.png"/><Relationship Id="rId382" Type="http://schemas.openxmlformats.org/officeDocument/2006/relationships/customXml" Target="../ink/ink2115.xml"/><Relationship Id="rId438" Type="http://schemas.openxmlformats.org/officeDocument/2006/relationships/image" Target="../media/image25898.png"/><Relationship Id="rId242" Type="http://schemas.openxmlformats.org/officeDocument/2006/relationships/image" Target="../media/image25801.png"/><Relationship Id="rId284" Type="http://schemas.openxmlformats.org/officeDocument/2006/relationships/image" Target="../media/image25822.png"/><Relationship Id="rId491" Type="http://schemas.openxmlformats.org/officeDocument/2006/relationships/customXml" Target="../ink/ink2170.xml"/><Relationship Id="rId505" Type="http://schemas.openxmlformats.org/officeDocument/2006/relationships/customXml" Target="../ink/ink2177.xml"/><Relationship Id="rId37" Type="http://schemas.openxmlformats.org/officeDocument/2006/relationships/customXml" Target="../ink/ink1942.xml"/><Relationship Id="rId79" Type="http://schemas.openxmlformats.org/officeDocument/2006/relationships/customXml" Target="../ink/ink1963.xml"/><Relationship Id="rId102" Type="http://schemas.openxmlformats.org/officeDocument/2006/relationships/image" Target="../media/image25731.png"/><Relationship Id="rId144" Type="http://schemas.openxmlformats.org/officeDocument/2006/relationships/image" Target="../media/image25752.png"/><Relationship Id="rId90" Type="http://schemas.openxmlformats.org/officeDocument/2006/relationships/image" Target="../media/image25725.png"/><Relationship Id="rId186" Type="http://schemas.openxmlformats.org/officeDocument/2006/relationships/image" Target="../media/image25773.png"/><Relationship Id="rId351" Type="http://schemas.openxmlformats.org/officeDocument/2006/relationships/image" Target="../media/image25855.png"/><Relationship Id="rId393" Type="http://schemas.openxmlformats.org/officeDocument/2006/relationships/customXml" Target="../ink/ink2121.xml"/><Relationship Id="rId407" Type="http://schemas.openxmlformats.org/officeDocument/2006/relationships/customXml" Target="../ink/ink2128.xml"/><Relationship Id="rId449" Type="http://schemas.openxmlformats.org/officeDocument/2006/relationships/customXml" Target="../ink/ink2149.xml"/><Relationship Id="rId211" Type="http://schemas.openxmlformats.org/officeDocument/2006/relationships/customXml" Target="../ink/ink2029.xml"/><Relationship Id="rId253" Type="http://schemas.openxmlformats.org/officeDocument/2006/relationships/customXml" Target="../ink/ink2050.xml"/><Relationship Id="rId295" Type="http://schemas.openxmlformats.org/officeDocument/2006/relationships/customXml" Target="../ink/ink2071.xml"/><Relationship Id="rId309" Type="http://schemas.openxmlformats.org/officeDocument/2006/relationships/customXml" Target="../ink/ink2078.xml"/><Relationship Id="rId460" Type="http://schemas.openxmlformats.org/officeDocument/2006/relationships/image" Target="../media/image25909.png"/><Relationship Id="rId516" Type="http://schemas.openxmlformats.org/officeDocument/2006/relationships/image" Target="../media/image25937.png"/><Relationship Id="rId48" Type="http://schemas.openxmlformats.org/officeDocument/2006/relationships/image" Target="../media/image25704.png"/><Relationship Id="rId113" Type="http://schemas.openxmlformats.org/officeDocument/2006/relationships/customXml" Target="../ink/ink1980.xml"/><Relationship Id="rId320" Type="http://schemas.openxmlformats.org/officeDocument/2006/relationships/customXml" Target="../ink/ink2084.xml"/><Relationship Id="rId155" Type="http://schemas.openxmlformats.org/officeDocument/2006/relationships/customXml" Target="../ink/ink2001.xml"/><Relationship Id="rId197" Type="http://schemas.openxmlformats.org/officeDocument/2006/relationships/customXml" Target="../ink/ink2022.xml"/><Relationship Id="rId362" Type="http://schemas.openxmlformats.org/officeDocument/2006/relationships/customXml" Target="../ink/ink2105.xml"/><Relationship Id="rId418" Type="http://schemas.openxmlformats.org/officeDocument/2006/relationships/image" Target="../media/image25888.png"/><Relationship Id="rId222" Type="http://schemas.openxmlformats.org/officeDocument/2006/relationships/image" Target="../media/image25791.png"/><Relationship Id="rId264" Type="http://schemas.openxmlformats.org/officeDocument/2006/relationships/image" Target="../media/image25812.png"/><Relationship Id="rId471" Type="http://schemas.openxmlformats.org/officeDocument/2006/relationships/customXml" Target="../ink/ink2160.xml"/><Relationship Id="rId17" Type="http://schemas.openxmlformats.org/officeDocument/2006/relationships/customXml" Target="../ink/ink1932.xml"/><Relationship Id="rId59" Type="http://schemas.openxmlformats.org/officeDocument/2006/relationships/customXml" Target="../ink/ink1953.xml"/><Relationship Id="rId124" Type="http://schemas.openxmlformats.org/officeDocument/2006/relationships/image" Target="../media/image25742.png"/><Relationship Id="rId70" Type="http://schemas.openxmlformats.org/officeDocument/2006/relationships/image" Target="../media/image25715.png"/><Relationship Id="rId166" Type="http://schemas.openxmlformats.org/officeDocument/2006/relationships/image" Target="../media/image25763.png"/><Relationship Id="rId331" Type="http://schemas.openxmlformats.org/officeDocument/2006/relationships/image" Target="../media/image25845.png"/><Relationship Id="rId373" Type="http://schemas.openxmlformats.org/officeDocument/2006/relationships/image" Target="../media/image25866.png"/><Relationship Id="rId429" Type="http://schemas.openxmlformats.org/officeDocument/2006/relationships/customXml" Target="../ink/ink2139.xml"/><Relationship Id="rId1" Type="http://schemas.openxmlformats.org/officeDocument/2006/relationships/slideLayout" Target="../slideLayouts/slideLayout2.xml"/><Relationship Id="rId233" Type="http://schemas.openxmlformats.org/officeDocument/2006/relationships/customXml" Target="../ink/ink2040.xml"/><Relationship Id="rId440" Type="http://schemas.openxmlformats.org/officeDocument/2006/relationships/image" Target="../media/image25899.png"/><Relationship Id="rId28" Type="http://schemas.openxmlformats.org/officeDocument/2006/relationships/image" Target="../media/image25694.png"/><Relationship Id="rId275" Type="http://schemas.openxmlformats.org/officeDocument/2006/relationships/customXml" Target="../ink/ink2061.xml"/><Relationship Id="rId300" Type="http://schemas.openxmlformats.org/officeDocument/2006/relationships/image" Target="../media/image25830.png"/><Relationship Id="rId482" Type="http://schemas.openxmlformats.org/officeDocument/2006/relationships/image" Target="../media/image25920.png"/><Relationship Id="rId81" Type="http://schemas.openxmlformats.org/officeDocument/2006/relationships/customXml" Target="../ink/ink1964.xml"/><Relationship Id="rId135" Type="http://schemas.openxmlformats.org/officeDocument/2006/relationships/customXml" Target="../ink/ink1991.xml"/><Relationship Id="rId177" Type="http://schemas.openxmlformats.org/officeDocument/2006/relationships/customXml" Target="../ink/ink2012.xml"/><Relationship Id="rId342" Type="http://schemas.openxmlformats.org/officeDocument/2006/relationships/customXml" Target="../ink/ink2095.xml"/><Relationship Id="rId384" Type="http://schemas.openxmlformats.org/officeDocument/2006/relationships/customXml" Target="../ink/ink2116.xml"/><Relationship Id="rId202" Type="http://schemas.openxmlformats.org/officeDocument/2006/relationships/image" Target="../media/image25781.png"/><Relationship Id="rId244" Type="http://schemas.openxmlformats.org/officeDocument/2006/relationships/image" Target="../media/image25802.png"/><Relationship Id="rId39" Type="http://schemas.openxmlformats.org/officeDocument/2006/relationships/customXml" Target="../ink/ink1943.xml"/><Relationship Id="rId286" Type="http://schemas.openxmlformats.org/officeDocument/2006/relationships/image" Target="../media/image25823.png"/><Relationship Id="rId451" Type="http://schemas.openxmlformats.org/officeDocument/2006/relationships/customXml" Target="../ink/ink2150.xml"/><Relationship Id="rId493" Type="http://schemas.openxmlformats.org/officeDocument/2006/relationships/customXml" Target="../ink/ink2171.xml"/><Relationship Id="rId507" Type="http://schemas.openxmlformats.org/officeDocument/2006/relationships/customXml" Target="../ink/ink2178.xml"/><Relationship Id="rId50" Type="http://schemas.openxmlformats.org/officeDocument/2006/relationships/image" Target="../media/image25705.png"/><Relationship Id="rId104" Type="http://schemas.openxmlformats.org/officeDocument/2006/relationships/image" Target="../media/image25732.png"/><Relationship Id="rId146" Type="http://schemas.openxmlformats.org/officeDocument/2006/relationships/image" Target="../media/image25753.png"/><Relationship Id="rId188" Type="http://schemas.openxmlformats.org/officeDocument/2006/relationships/image" Target="../media/image25774.png"/><Relationship Id="rId311" Type="http://schemas.openxmlformats.org/officeDocument/2006/relationships/customXml" Target="../ink/ink2079.xml"/><Relationship Id="rId353" Type="http://schemas.openxmlformats.org/officeDocument/2006/relationships/image" Target="../media/image25856.png"/><Relationship Id="rId395" Type="http://schemas.openxmlformats.org/officeDocument/2006/relationships/customXml" Target="../ink/ink2122.xml"/><Relationship Id="rId409" Type="http://schemas.openxmlformats.org/officeDocument/2006/relationships/customXml" Target="../ink/ink2129.xml"/><Relationship Id="rId92" Type="http://schemas.openxmlformats.org/officeDocument/2006/relationships/image" Target="../media/image25726.png"/><Relationship Id="rId213" Type="http://schemas.openxmlformats.org/officeDocument/2006/relationships/customXml" Target="../ink/ink2030.xml"/><Relationship Id="rId420" Type="http://schemas.openxmlformats.org/officeDocument/2006/relationships/image" Target="../media/image25889.png"/><Relationship Id="rId255" Type="http://schemas.openxmlformats.org/officeDocument/2006/relationships/customXml" Target="../ink/ink2051.xml"/><Relationship Id="rId297" Type="http://schemas.openxmlformats.org/officeDocument/2006/relationships/customXml" Target="../ink/ink2072.xml"/><Relationship Id="rId462" Type="http://schemas.openxmlformats.org/officeDocument/2006/relationships/image" Target="../media/image25910.png"/><Relationship Id="rId518" Type="http://schemas.openxmlformats.org/officeDocument/2006/relationships/image" Target="../media/image25938.png"/><Relationship Id="rId115" Type="http://schemas.openxmlformats.org/officeDocument/2006/relationships/customXml" Target="../ink/ink1981.xml"/><Relationship Id="rId157" Type="http://schemas.openxmlformats.org/officeDocument/2006/relationships/customXml" Target="../ink/ink2002.xml"/><Relationship Id="rId322" Type="http://schemas.openxmlformats.org/officeDocument/2006/relationships/customXml" Target="../ink/ink2085.xml"/><Relationship Id="rId364" Type="http://schemas.openxmlformats.org/officeDocument/2006/relationships/customXml" Target="../ink/ink2106.xml"/><Relationship Id="rId61" Type="http://schemas.openxmlformats.org/officeDocument/2006/relationships/customXml" Target="../ink/ink1954.xml"/><Relationship Id="rId199" Type="http://schemas.openxmlformats.org/officeDocument/2006/relationships/customXml" Target="../ink/ink2023.xml"/><Relationship Id="rId19" Type="http://schemas.openxmlformats.org/officeDocument/2006/relationships/customXml" Target="../ink/ink1933.xml"/><Relationship Id="rId224" Type="http://schemas.openxmlformats.org/officeDocument/2006/relationships/image" Target="../media/image25792.png"/><Relationship Id="rId266" Type="http://schemas.openxmlformats.org/officeDocument/2006/relationships/image" Target="../media/image25813.png"/><Relationship Id="rId431" Type="http://schemas.openxmlformats.org/officeDocument/2006/relationships/customXml" Target="../ink/ink2140.xml"/><Relationship Id="rId473" Type="http://schemas.openxmlformats.org/officeDocument/2006/relationships/customXml" Target="../ink/ink2161.xml"/><Relationship Id="rId30" Type="http://schemas.openxmlformats.org/officeDocument/2006/relationships/image" Target="../media/image25695.png"/><Relationship Id="rId126" Type="http://schemas.openxmlformats.org/officeDocument/2006/relationships/image" Target="../media/image25743.png"/><Relationship Id="rId168" Type="http://schemas.openxmlformats.org/officeDocument/2006/relationships/image" Target="../media/image25764.png"/><Relationship Id="rId333" Type="http://schemas.openxmlformats.org/officeDocument/2006/relationships/image" Target="../media/image25846.png"/><Relationship Id="rId72" Type="http://schemas.openxmlformats.org/officeDocument/2006/relationships/image" Target="../media/image25716.png"/><Relationship Id="rId375" Type="http://schemas.openxmlformats.org/officeDocument/2006/relationships/image" Target="../media/image25867.png"/><Relationship Id="rId3" Type="http://schemas.openxmlformats.org/officeDocument/2006/relationships/image" Target="../media/image23952.png"/><Relationship Id="rId235" Type="http://schemas.openxmlformats.org/officeDocument/2006/relationships/customXml" Target="../ink/ink2041.xml"/><Relationship Id="rId277" Type="http://schemas.openxmlformats.org/officeDocument/2006/relationships/customXml" Target="../ink/ink2062.xml"/><Relationship Id="rId400" Type="http://schemas.openxmlformats.org/officeDocument/2006/relationships/image" Target="../media/image25879.png"/><Relationship Id="rId442" Type="http://schemas.openxmlformats.org/officeDocument/2006/relationships/image" Target="../media/image25900.png"/><Relationship Id="rId484" Type="http://schemas.openxmlformats.org/officeDocument/2006/relationships/image" Target="../media/image25921.png"/><Relationship Id="rId137" Type="http://schemas.openxmlformats.org/officeDocument/2006/relationships/customXml" Target="../ink/ink1992.xml"/><Relationship Id="rId302" Type="http://schemas.openxmlformats.org/officeDocument/2006/relationships/image" Target="../media/image25831.png"/><Relationship Id="rId344" Type="http://schemas.openxmlformats.org/officeDocument/2006/relationships/customXml" Target="../ink/ink2096.xml"/><Relationship Id="rId41" Type="http://schemas.openxmlformats.org/officeDocument/2006/relationships/customXml" Target="../ink/ink1944.xml"/><Relationship Id="rId83" Type="http://schemas.openxmlformats.org/officeDocument/2006/relationships/customXml" Target="../ink/ink1965.xml"/><Relationship Id="rId179" Type="http://schemas.openxmlformats.org/officeDocument/2006/relationships/customXml" Target="../ink/ink2013.xml"/><Relationship Id="rId386" Type="http://schemas.openxmlformats.org/officeDocument/2006/relationships/image" Target="../media/image25872.png"/><Relationship Id="rId190" Type="http://schemas.openxmlformats.org/officeDocument/2006/relationships/image" Target="../media/image25775.png"/><Relationship Id="rId204" Type="http://schemas.openxmlformats.org/officeDocument/2006/relationships/image" Target="../media/image25782.png"/><Relationship Id="rId246" Type="http://schemas.openxmlformats.org/officeDocument/2006/relationships/image" Target="../media/image25803.png"/><Relationship Id="rId288" Type="http://schemas.openxmlformats.org/officeDocument/2006/relationships/image" Target="../media/image25824.png"/><Relationship Id="rId411" Type="http://schemas.openxmlformats.org/officeDocument/2006/relationships/customXml" Target="../ink/ink2130.xml"/><Relationship Id="rId453" Type="http://schemas.openxmlformats.org/officeDocument/2006/relationships/customXml" Target="../ink/ink2151.xml"/><Relationship Id="rId509" Type="http://schemas.openxmlformats.org/officeDocument/2006/relationships/customXml" Target="../ink/ink2179.xml"/><Relationship Id="rId106" Type="http://schemas.openxmlformats.org/officeDocument/2006/relationships/image" Target="../media/image25733.png"/><Relationship Id="rId313" Type="http://schemas.openxmlformats.org/officeDocument/2006/relationships/customXml" Target="../ink/ink2080.xml"/><Relationship Id="rId495" Type="http://schemas.openxmlformats.org/officeDocument/2006/relationships/customXml" Target="../ink/ink2172.xml"/><Relationship Id="rId10" Type="http://schemas.openxmlformats.org/officeDocument/2006/relationships/image" Target="../media/image25685.png"/><Relationship Id="rId52" Type="http://schemas.openxmlformats.org/officeDocument/2006/relationships/image" Target="../media/image25706.png"/><Relationship Id="rId94" Type="http://schemas.openxmlformats.org/officeDocument/2006/relationships/image" Target="../media/image25727.png"/><Relationship Id="rId148" Type="http://schemas.openxmlformats.org/officeDocument/2006/relationships/image" Target="../media/image25754.png"/><Relationship Id="rId355" Type="http://schemas.openxmlformats.org/officeDocument/2006/relationships/image" Target="../media/image25857.png"/><Relationship Id="rId397" Type="http://schemas.openxmlformats.org/officeDocument/2006/relationships/customXml" Target="../ink/ink2123.xml"/><Relationship Id="rId520" Type="http://schemas.openxmlformats.org/officeDocument/2006/relationships/image" Target="../media/image25939.png"/><Relationship Id="rId215" Type="http://schemas.openxmlformats.org/officeDocument/2006/relationships/customXml" Target="../ink/ink2031.xml"/><Relationship Id="rId257" Type="http://schemas.openxmlformats.org/officeDocument/2006/relationships/customXml" Target="../ink/ink2052.xml"/><Relationship Id="rId422" Type="http://schemas.openxmlformats.org/officeDocument/2006/relationships/image" Target="../media/image25890.png"/><Relationship Id="rId464" Type="http://schemas.openxmlformats.org/officeDocument/2006/relationships/image" Target="../media/image25911.png"/><Relationship Id="rId299" Type="http://schemas.openxmlformats.org/officeDocument/2006/relationships/customXml" Target="../ink/ink2073.xml"/><Relationship Id="rId63" Type="http://schemas.openxmlformats.org/officeDocument/2006/relationships/customXml" Target="../ink/ink1955.xml"/><Relationship Id="rId159" Type="http://schemas.openxmlformats.org/officeDocument/2006/relationships/customXml" Target="../ink/ink2003.xml"/><Relationship Id="rId366" Type="http://schemas.openxmlformats.org/officeDocument/2006/relationships/customXml" Target="../ink/ink2107.xml"/></Relationships>
</file>

<file path=ppt/slides/_rels/slide14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2243.xml"/><Relationship Id="rId21" Type="http://schemas.openxmlformats.org/officeDocument/2006/relationships/customXml" Target="../ink/ink2195.xml"/><Relationship Id="rId42" Type="http://schemas.openxmlformats.org/officeDocument/2006/relationships/image" Target="../media/image25958.png"/><Relationship Id="rId63" Type="http://schemas.openxmlformats.org/officeDocument/2006/relationships/customXml" Target="../ink/ink2216.xml"/><Relationship Id="rId84" Type="http://schemas.openxmlformats.org/officeDocument/2006/relationships/image" Target="../media/image25979.png"/><Relationship Id="rId138" Type="http://schemas.openxmlformats.org/officeDocument/2006/relationships/image" Target="../media/image26005.png"/><Relationship Id="rId159" Type="http://schemas.openxmlformats.org/officeDocument/2006/relationships/image" Target="../media/image26015.png"/><Relationship Id="rId107" Type="http://schemas.openxmlformats.org/officeDocument/2006/relationships/customXml" Target="../ink/ink2238.xml"/><Relationship Id="rId11" Type="http://schemas.openxmlformats.org/officeDocument/2006/relationships/customXml" Target="../ink/ink2190.xml"/><Relationship Id="rId32" Type="http://schemas.openxmlformats.org/officeDocument/2006/relationships/image" Target="../media/image25953.png"/><Relationship Id="rId53" Type="http://schemas.openxmlformats.org/officeDocument/2006/relationships/customXml" Target="../ink/ink2211.xml"/><Relationship Id="rId74" Type="http://schemas.openxmlformats.org/officeDocument/2006/relationships/image" Target="../media/image25974.png"/><Relationship Id="rId128" Type="http://schemas.openxmlformats.org/officeDocument/2006/relationships/image" Target="../media/image26000.png"/><Relationship Id="rId149" Type="http://schemas.openxmlformats.org/officeDocument/2006/relationships/customXml" Target="../ink/ink2259.xml"/><Relationship Id="rId5" Type="http://schemas.openxmlformats.org/officeDocument/2006/relationships/image" Target="../media/image25940.png"/><Relationship Id="rId95" Type="http://schemas.openxmlformats.org/officeDocument/2006/relationships/customXml" Target="../ink/ink2232.xml"/><Relationship Id="rId160" Type="http://schemas.openxmlformats.org/officeDocument/2006/relationships/customXml" Target="../ink/ink2265.xml"/><Relationship Id="rId22" Type="http://schemas.openxmlformats.org/officeDocument/2006/relationships/image" Target="../media/image25948.png"/><Relationship Id="rId43" Type="http://schemas.openxmlformats.org/officeDocument/2006/relationships/customXml" Target="../ink/ink2206.xml"/><Relationship Id="rId64" Type="http://schemas.openxmlformats.org/officeDocument/2006/relationships/image" Target="../media/image25969.png"/><Relationship Id="rId118" Type="http://schemas.openxmlformats.org/officeDocument/2006/relationships/image" Target="../media/image25995.png"/><Relationship Id="rId139" Type="http://schemas.openxmlformats.org/officeDocument/2006/relationships/customXml" Target="../ink/ink2254.xml"/><Relationship Id="rId85" Type="http://schemas.openxmlformats.org/officeDocument/2006/relationships/customXml" Target="../ink/ink2227.xml"/><Relationship Id="rId150" Type="http://schemas.openxmlformats.org/officeDocument/2006/relationships/image" Target="../media/image26011.png"/><Relationship Id="rId12" Type="http://schemas.openxmlformats.org/officeDocument/2006/relationships/image" Target="../media/image25943.png"/><Relationship Id="rId17" Type="http://schemas.openxmlformats.org/officeDocument/2006/relationships/customXml" Target="../ink/ink2193.xml"/><Relationship Id="rId33" Type="http://schemas.openxmlformats.org/officeDocument/2006/relationships/customXml" Target="../ink/ink2201.xml"/><Relationship Id="rId38" Type="http://schemas.openxmlformats.org/officeDocument/2006/relationships/image" Target="../media/image25956.png"/><Relationship Id="rId59" Type="http://schemas.openxmlformats.org/officeDocument/2006/relationships/customXml" Target="../ink/ink2214.xml"/><Relationship Id="rId103" Type="http://schemas.openxmlformats.org/officeDocument/2006/relationships/customXml" Target="../ink/ink2236.xml"/><Relationship Id="rId108" Type="http://schemas.openxmlformats.org/officeDocument/2006/relationships/image" Target="../media/image25991.png"/><Relationship Id="rId124" Type="http://schemas.openxmlformats.org/officeDocument/2006/relationships/image" Target="../media/image25998.png"/><Relationship Id="rId129" Type="http://schemas.openxmlformats.org/officeDocument/2006/relationships/customXml" Target="../ink/ink2249.xml"/><Relationship Id="rId54" Type="http://schemas.openxmlformats.org/officeDocument/2006/relationships/image" Target="../media/image25964.png"/><Relationship Id="rId70" Type="http://schemas.openxmlformats.org/officeDocument/2006/relationships/image" Target="../media/image25972.png"/><Relationship Id="rId75" Type="http://schemas.openxmlformats.org/officeDocument/2006/relationships/customXml" Target="../ink/ink2222.xml"/><Relationship Id="rId91" Type="http://schemas.openxmlformats.org/officeDocument/2006/relationships/customXml" Target="../ink/ink2230.xml"/><Relationship Id="rId96" Type="http://schemas.openxmlformats.org/officeDocument/2006/relationships/image" Target="../media/image25985.png"/><Relationship Id="rId140" Type="http://schemas.openxmlformats.org/officeDocument/2006/relationships/image" Target="../media/image26006.png"/><Relationship Id="rId145" Type="http://schemas.openxmlformats.org/officeDocument/2006/relationships/customXml" Target="../ink/ink2257.xml"/><Relationship Id="rId161" Type="http://schemas.openxmlformats.org/officeDocument/2006/relationships/image" Target="../media/image26016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2187.xml"/><Relationship Id="rId23" Type="http://schemas.openxmlformats.org/officeDocument/2006/relationships/customXml" Target="../ink/ink2196.xml"/><Relationship Id="rId28" Type="http://schemas.openxmlformats.org/officeDocument/2006/relationships/image" Target="../media/image25951.png"/><Relationship Id="rId49" Type="http://schemas.openxmlformats.org/officeDocument/2006/relationships/customXml" Target="../ink/ink2209.xml"/><Relationship Id="rId114" Type="http://schemas.openxmlformats.org/officeDocument/2006/relationships/image" Target="../media/image25993.png"/><Relationship Id="rId119" Type="http://schemas.openxmlformats.org/officeDocument/2006/relationships/customXml" Target="../ink/ink2244.xml"/><Relationship Id="rId44" Type="http://schemas.openxmlformats.org/officeDocument/2006/relationships/image" Target="../media/image25959.png"/><Relationship Id="rId60" Type="http://schemas.openxmlformats.org/officeDocument/2006/relationships/image" Target="../media/image25967.png"/><Relationship Id="rId65" Type="http://schemas.openxmlformats.org/officeDocument/2006/relationships/customXml" Target="../ink/ink2217.xml"/><Relationship Id="rId81" Type="http://schemas.openxmlformats.org/officeDocument/2006/relationships/customXml" Target="../ink/ink2225.xml"/><Relationship Id="rId86" Type="http://schemas.openxmlformats.org/officeDocument/2006/relationships/image" Target="../media/image25980.png"/><Relationship Id="rId130" Type="http://schemas.openxmlformats.org/officeDocument/2006/relationships/image" Target="../media/image26001.png"/><Relationship Id="rId135" Type="http://schemas.openxmlformats.org/officeDocument/2006/relationships/customXml" Target="../ink/ink2252.xml"/><Relationship Id="rId151" Type="http://schemas.openxmlformats.org/officeDocument/2006/relationships/customXml" Target="../ink/ink2260.xml"/><Relationship Id="rId156" Type="http://schemas.openxmlformats.org/officeDocument/2006/relationships/customXml" Target="../ink/ink2263.xml"/><Relationship Id="rId13" Type="http://schemas.openxmlformats.org/officeDocument/2006/relationships/customXml" Target="../ink/ink2191.xml"/><Relationship Id="rId18" Type="http://schemas.openxmlformats.org/officeDocument/2006/relationships/image" Target="../media/image25946.png"/><Relationship Id="rId39" Type="http://schemas.openxmlformats.org/officeDocument/2006/relationships/customXml" Target="../ink/ink2204.xml"/><Relationship Id="rId109" Type="http://schemas.openxmlformats.org/officeDocument/2006/relationships/customXml" Target="../ink/ink2239.xml"/><Relationship Id="rId34" Type="http://schemas.openxmlformats.org/officeDocument/2006/relationships/image" Target="../media/image25954.png"/><Relationship Id="rId50" Type="http://schemas.openxmlformats.org/officeDocument/2006/relationships/image" Target="../media/image25962.png"/><Relationship Id="rId55" Type="http://schemas.openxmlformats.org/officeDocument/2006/relationships/customXml" Target="../ink/ink2212.xml"/><Relationship Id="rId76" Type="http://schemas.openxmlformats.org/officeDocument/2006/relationships/image" Target="../media/image25975.png"/><Relationship Id="rId97" Type="http://schemas.openxmlformats.org/officeDocument/2006/relationships/customXml" Target="../ink/ink2233.xml"/><Relationship Id="rId104" Type="http://schemas.openxmlformats.org/officeDocument/2006/relationships/image" Target="../media/image25989.png"/><Relationship Id="rId120" Type="http://schemas.openxmlformats.org/officeDocument/2006/relationships/image" Target="../media/image25996.png"/><Relationship Id="rId125" Type="http://schemas.openxmlformats.org/officeDocument/2006/relationships/customXml" Target="../ink/ink2247.xml"/><Relationship Id="rId141" Type="http://schemas.openxmlformats.org/officeDocument/2006/relationships/customXml" Target="../ink/ink2255.xml"/><Relationship Id="rId146" Type="http://schemas.openxmlformats.org/officeDocument/2006/relationships/image" Target="../media/image26009.png"/><Relationship Id="rId7" Type="http://schemas.openxmlformats.org/officeDocument/2006/relationships/image" Target="../media/image25941.png"/><Relationship Id="rId71" Type="http://schemas.openxmlformats.org/officeDocument/2006/relationships/customXml" Target="../ink/ink2220.xml"/><Relationship Id="rId92" Type="http://schemas.openxmlformats.org/officeDocument/2006/relationships/image" Target="../media/image25983.png"/><Relationship Id="rId2" Type="http://schemas.openxmlformats.org/officeDocument/2006/relationships/customXml" Target="../ink/ink2185.xml"/><Relationship Id="rId29" Type="http://schemas.openxmlformats.org/officeDocument/2006/relationships/customXml" Target="../ink/ink2199.xml"/><Relationship Id="rId24" Type="http://schemas.openxmlformats.org/officeDocument/2006/relationships/image" Target="../media/image25949.png"/><Relationship Id="rId40" Type="http://schemas.openxmlformats.org/officeDocument/2006/relationships/image" Target="../media/image25957.png"/><Relationship Id="rId45" Type="http://schemas.openxmlformats.org/officeDocument/2006/relationships/customXml" Target="../ink/ink2207.xml"/><Relationship Id="rId66" Type="http://schemas.openxmlformats.org/officeDocument/2006/relationships/image" Target="../media/image25970.png"/><Relationship Id="rId87" Type="http://schemas.openxmlformats.org/officeDocument/2006/relationships/customXml" Target="../ink/ink2228.xml"/><Relationship Id="rId110" Type="http://schemas.openxmlformats.org/officeDocument/2006/relationships/image" Target="../media/image25922.png"/><Relationship Id="rId115" Type="http://schemas.openxmlformats.org/officeDocument/2006/relationships/customXml" Target="../ink/ink2242.xml"/><Relationship Id="rId131" Type="http://schemas.openxmlformats.org/officeDocument/2006/relationships/customXml" Target="../ink/ink2250.xml"/><Relationship Id="rId136" Type="http://schemas.openxmlformats.org/officeDocument/2006/relationships/image" Target="../media/image26004.png"/><Relationship Id="rId157" Type="http://schemas.openxmlformats.org/officeDocument/2006/relationships/image" Target="../media/image26014.png"/><Relationship Id="rId61" Type="http://schemas.openxmlformats.org/officeDocument/2006/relationships/customXml" Target="../ink/ink2215.xml"/><Relationship Id="rId82" Type="http://schemas.openxmlformats.org/officeDocument/2006/relationships/image" Target="../media/image25978.png"/><Relationship Id="rId152" Type="http://schemas.openxmlformats.org/officeDocument/2006/relationships/image" Target="../media/image26012.png"/><Relationship Id="rId19" Type="http://schemas.openxmlformats.org/officeDocument/2006/relationships/customXml" Target="../ink/ink2194.xml"/><Relationship Id="rId14" Type="http://schemas.openxmlformats.org/officeDocument/2006/relationships/image" Target="../media/image25944.png"/><Relationship Id="rId30" Type="http://schemas.openxmlformats.org/officeDocument/2006/relationships/image" Target="../media/image25952.png"/><Relationship Id="rId35" Type="http://schemas.openxmlformats.org/officeDocument/2006/relationships/customXml" Target="../ink/ink2202.xml"/><Relationship Id="rId56" Type="http://schemas.openxmlformats.org/officeDocument/2006/relationships/image" Target="../media/image25965.png"/><Relationship Id="rId77" Type="http://schemas.openxmlformats.org/officeDocument/2006/relationships/customXml" Target="../ink/ink2223.xml"/><Relationship Id="rId100" Type="http://schemas.openxmlformats.org/officeDocument/2006/relationships/image" Target="../media/image25987.png"/><Relationship Id="rId105" Type="http://schemas.openxmlformats.org/officeDocument/2006/relationships/customXml" Target="../ink/ink2237.xml"/><Relationship Id="rId126" Type="http://schemas.openxmlformats.org/officeDocument/2006/relationships/image" Target="../media/image25999.png"/><Relationship Id="rId147" Type="http://schemas.openxmlformats.org/officeDocument/2006/relationships/customXml" Target="../ink/ink2258.xml"/><Relationship Id="rId8" Type="http://schemas.openxmlformats.org/officeDocument/2006/relationships/customXml" Target="../ink/ink2188.xml"/><Relationship Id="rId51" Type="http://schemas.openxmlformats.org/officeDocument/2006/relationships/customXml" Target="../ink/ink2210.xml"/><Relationship Id="rId72" Type="http://schemas.openxmlformats.org/officeDocument/2006/relationships/image" Target="../media/image25973.png"/><Relationship Id="rId93" Type="http://schemas.openxmlformats.org/officeDocument/2006/relationships/customXml" Target="../ink/ink2231.xml"/><Relationship Id="rId98" Type="http://schemas.openxmlformats.org/officeDocument/2006/relationships/image" Target="../media/image25986.png"/><Relationship Id="rId121" Type="http://schemas.openxmlformats.org/officeDocument/2006/relationships/customXml" Target="../ink/ink2245.xml"/><Relationship Id="rId142" Type="http://schemas.openxmlformats.org/officeDocument/2006/relationships/image" Target="../media/image26007.png"/><Relationship Id="rId3" Type="http://schemas.openxmlformats.org/officeDocument/2006/relationships/image" Target="../media/image25686.png"/><Relationship Id="rId25" Type="http://schemas.openxmlformats.org/officeDocument/2006/relationships/customXml" Target="../ink/ink2197.xml"/><Relationship Id="rId46" Type="http://schemas.openxmlformats.org/officeDocument/2006/relationships/image" Target="../media/image25960.png"/><Relationship Id="rId67" Type="http://schemas.openxmlformats.org/officeDocument/2006/relationships/customXml" Target="../ink/ink2218.xml"/><Relationship Id="rId116" Type="http://schemas.openxmlformats.org/officeDocument/2006/relationships/image" Target="../media/image25994.png"/><Relationship Id="rId137" Type="http://schemas.openxmlformats.org/officeDocument/2006/relationships/customXml" Target="../ink/ink2253.xml"/><Relationship Id="rId158" Type="http://schemas.openxmlformats.org/officeDocument/2006/relationships/customXml" Target="../ink/ink2264.xml"/><Relationship Id="rId20" Type="http://schemas.openxmlformats.org/officeDocument/2006/relationships/image" Target="../media/image25947.png"/><Relationship Id="rId41" Type="http://schemas.openxmlformats.org/officeDocument/2006/relationships/customXml" Target="../ink/ink2205.xml"/><Relationship Id="rId62" Type="http://schemas.openxmlformats.org/officeDocument/2006/relationships/image" Target="../media/image25968.png"/><Relationship Id="rId83" Type="http://schemas.openxmlformats.org/officeDocument/2006/relationships/customXml" Target="../ink/ink2226.xml"/><Relationship Id="rId88" Type="http://schemas.openxmlformats.org/officeDocument/2006/relationships/image" Target="../media/image25981.png"/><Relationship Id="rId111" Type="http://schemas.openxmlformats.org/officeDocument/2006/relationships/customXml" Target="../ink/ink2240.xml"/><Relationship Id="rId132" Type="http://schemas.openxmlformats.org/officeDocument/2006/relationships/image" Target="../media/image26002.png"/><Relationship Id="rId153" Type="http://schemas.openxmlformats.org/officeDocument/2006/relationships/customXml" Target="../ink/ink2261.xml"/><Relationship Id="rId15" Type="http://schemas.openxmlformats.org/officeDocument/2006/relationships/customXml" Target="../ink/ink2192.xml"/><Relationship Id="rId36" Type="http://schemas.openxmlformats.org/officeDocument/2006/relationships/image" Target="../media/image25955.png"/><Relationship Id="rId57" Type="http://schemas.openxmlformats.org/officeDocument/2006/relationships/customXml" Target="../ink/ink2213.xml"/><Relationship Id="rId106" Type="http://schemas.openxmlformats.org/officeDocument/2006/relationships/image" Target="../media/image25990.png"/><Relationship Id="rId127" Type="http://schemas.openxmlformats.org/officeDocument/2006/relationships/customXml" Target="../ink/ink2248.xml"/><Relationship Id="rId10" Type="http://schemas.openxmlformats.org/officeDocument/2006/relationships/image" Target="../media/image25942.png"/><Relationship Id="rId31" Type="http://schemas.openxmlformats.org/officeDocument/2006/relationships/customXml" Target="../ink/ink2200.xml"/><Relationship Id="rId52" Type="http://schemas.openxmlformats.org/officeDocument/2006/relationships/image" Target="../media/image25963.png"/><Relationship Id="rId73" Type="http://schemas.openxmlformats.org/officeDocument/2006/relationships/customXml" Target="../ink/ink2221.xml"/><Relationship Id="rId78" Type="http://schemas.openxmlformats.org/officeDocument/2006/relationships/image" Target="../media/image25976.png"/><Relationship Id="rId94" Type="http://schemas.openxmlformats.org/officeDocument/2006/relationships/image" Target="../media/image25984.png"/><Relationship Id="rId99" Type="http://schemas.openxmlformats.org/officeDocument/2006/relationships/customXml" Target="../ink/ink2234.xml"/><Relationship Id="rId101" Type="http://schemas.openxmlformats.org/officeDocument/2006/relationships/customXml" Target="../ink/ink2235.xml"/><Relationship Id="rId122" Type="http://schemas.openxmlformats.org/officeDocument/2006/relationships/image" Target="../media/image25997.png"/><Relationship Id="rId143" Type="http://schemas.openxmlformats.org/officeDocument/2006/relationships/customXml" Target="../ink/ink2256.xml"/><Relationship Id="rId148" Type="http://schemas.openxmlformats.org/officeDocument/2006/relationships/image" Target="../media/image26010.png"/><Relationship Id="rId4" Type="http://schemas.openxmlformats.org/officeDocument/2006/relationships/customXml" Target="../ink/ink2186.xml"/><Relationship Id="rId9" Type="http://schemas.openxmlformats.org/officeDocument/2006/relationships/customXml" Target="../ink/ink2189.xml"/><Relationship Id="rId26" Type="http://schemas.openxmlformats.org/officeDocument/2006/relationships/image" Target="../media/image25950.png"/><Relationship Id="rId47" Type="http://schemas.openxmlformats.org/officeDocument/2006/relationships/customXml" Target="../ink/ink2208.xml"/><Relationship Id="rId68" Type="http://schemas.openxmlformats.org/officeDocument/2006/relationships/image" Target="../media/image25971.png"/><Relationship Id="rId89" Type="http://schemas.openxmlformats.org/officeDocument/2006/relationships/customXml" Target="../ink/ink2229.xml"/><Relationship Id="rId112" Type="http://schemas.openxmlformats.org/officeDocument/2006/relationships/image" Target="../media/image25992.png"/><Relationship Id="rId133" Type="http://schemas.openxmlformats.org/officeDocument/2006/relationships/customXml" Target="../ink/ink2251.xml"/><Relationship Id="rId154" Type="http://schemas.openxmlformats.org/officeDocument/2006/relationships/customXml" Target="../ink/ink2262.xml"/><Relationship Id="rId16" Type="http://schemas.openxmlformats.org/officeDocument/2006/relationships/image" Target="../media/image25945.png"/><Relationship Id="rId37" Type="http://schemas.openxmlformats.org/officeDocument/2006/relationships/customXml" Target="../ink/ink2203.xml"/><Relationship Id="rId58" Type="http://schemas.openxmlformats.org/officeDocument/2006/relationships/image" Target="../media/image25966.png"/><Relationship Id="rId79" Type="http://schemas.openxmlformats.org/officeDocument/2006/relationships/customXml" Target="../ink/ink2224.xml"/><Relationship Id="rId102" Type="http://schemas.openxmlformats.org/officeDocument/2006/relationships/image" Target="../media/image25988.png"/><Relationship Id="rId123" Type="http://schemas.openxmlformats.org/officeDocument/2006/relationships/customXml" Target="../ink/ink2246.xml"/><Relationship Id="rId144" Type="http://schemas.openxmlformats.org/officeDocument/2006/relationships/image" Target="../media/image26008.png"/><Relationship Id="rId90" Type="http://schemas.openxmlformats.org/officeDocument/2006/relationships/image" Target="../media/image25982.png"/><Relationship Id="rId27" Type="http://schemas.openxmlformats.org/officeDocument/2006/relationships/customXml" Target="../ink/ink2198.xml"/><Relationship Id="rId48" Type="http://schemas.openxmlformats.org/officeDocument/2006/relationships/image" Target="../media/image25961.png"/><Relationship Id="rId69" Type="http://schemas.openxmlformats.org/officeDocument/2006/relationships/customXml" Target="../ink/ink2219.xml"/><Relationship Id="rId113" Type="http://schemas.openxmlformats.org/officeDocument/2006/relationships/customXml" Target="../ink/ink2241.xml"/><Relationship Id="rId134" Type="http://schemas.openxmlformats.org/officeDocument/2006/relationships/image" Target="../media/image26003.png"/><Relationship Id="rId80" Type="http://schemas.openxmlformats.org/officeDocument/2006/relationships/image" Target="../media/image25977.png"/><Relationship Id="rId155" Type="http://schemas.openxmlformats.org/officeDocument/2006/relationships/image" Target="../media/image260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F6078E-F8EC-8694-DE9C-165583D76C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Module-5:</a:t>
            </a:r>
          </a:p>
          <a:p>
            <a:pPr marL="0" indent="0">
              <a:buNone/>
            </a:pPr>
            <a:endParaRPr lang="en-IN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59" name="Ink 58">
                <a:extLst>
                  <a:ext uri="{FF2B5EF4-FFF2-40B4-BE49-F238E27FC236}">
                    <a16:creationId xmlns:a16="http://schemas.microsoft.com/office/drawing/2014/main" id="{578DC995-41AF-F0EC-A28F-7FD70C7AD763}"/>
                  </a:ext>
                </a:extLst>
              </p14:cNvPr>
              <p14:cNvContentPartPr/>
              <p14:nvPr/>
            </p14:nvContentPartPr>
            <p14:xfrm>
              <a:off x="9997848" y="1633824"/>
              <a:ext cx="3600" cy="1080"/>
            </p14:xfrm>
          </p:contentPart>
        </mc:Choice>
        <mc:Fallback xmlns="">
          <p:pic>
            <p:nvPicPr>
              <p:cNvPr id="59" name="Ink 58">
                <a:extLst>
                  <a:ext uri="{FF2B5EF4-FFF2-40B4-BE49-F238E27FC236}">
                    <a16:creationId xmlns:a16="http://schemas.microsoft.com/office/drawing/2014/main" id="{578DC995-41AF-F0EC-A28F-7FD70C7AD763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987848" y="1620324"/>
                <a:ext cx="23200" cy="275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08" name="Ink 107">
                <a:extLst>
                  <a:ext uri="{FF2B5EF4-FFF2-40B4-BE49-F238E27FC236}">
                    <a16:creationId xmlns:a16="http://schemas.microsoft.com/office/drawing/2014/main" id="{A29EFE7E-8466-F00F-17AA-72EE82C73811}"/>
                  </a:ext>
                </a:extLst>
              </p14:cNvPr>
              <p14:cNvContentPartPr/>
              <p14:nvPr/>
            </p14:nvContentPartPr>
            <p14:xfrm>
              <a:off x="10428408" y="2647584"/>
              <a:ext cx="28080" cy="3240"/>
            </p14:xfrm>
          </p:contentPart>
        </mc:Choice>
        <mc:Fallback xmlns="">
          <p:pic>
            <p:nvPicPr>
              <p:cNvPr id="108" name="Ink 107">
                <a:extLst>
                  <a:ext uri="{FF2B5EF4-FFF2-40B4-BE49-F238E27FC236}">
                    <a16:creationId xmlns:a16="http://schemas.microsoft.com/office/drawing/2014/main" id="{A29EFE7E-8466-F00F-17AA-72EE82C73811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0419408" y="2638584"/>
                <a:ext cx="45720" cy="20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09" name="Ink 108">
                <a:extLst>
                  <a:ext uri="{FF2B5EF4-FFF2-40B4-BE49-F238E27FC236}">
                    <a16:creationId xmlns:a16="http://schemas.microsoft.com/office/drawing/2014/main" id="{312A2B19-84BF-38C9-EA80-A0F6B613F63A}"/>
                  </a:ext>
                </a:extLst>
              </p14:cNvPr>
              <p14:cNvContentPartPr/>
              <p14:nvPr/>
            </p14:nvContentPartPr>
            <p14:xfrm>
              <a:off x="10763568" y="2771064"/>
              <a:ext cx="1800" cy="3600"/>
            </p14:xfrm>
          </p:contentPart>
        </mc:Choice>
        <mc:Fallback xmlns="">
          <p:pic>
            <p:nvPicPr>
              <p:cNvPr id="109" name="Ink 108">
                <a:extLst>
                  <a:ext uri="{FF2B5EF4-FFF2-40B4-BE49-F238E27FC236}">
                    <a16:creationId xmlns:a16="http://schemas.microsoft.com/office/drawing/2014/main" id="{312A2B19-84BF-38C9-EA80-A0F6B613F63A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0754568" y="2762064"/>
                <a:ext cx="19440" cy="21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92" name="Ink 191">
                <a:extLst>
                  <a:ext uri="{FF2B5EF4-FFF2-40B4-BE49-F238E27FC236}">
                    <a16:creationId xmlns:a16="http://schemas.microsoft.com/office/drawing/2014/main" id="{5D519595-49FE-D41B-C0B6-CD6868ECB314}"/>
                  </a:ext>
                </a:extLst>
              </p14:cNvPr>
              <p14:cNvContentPartPr/>
              <p14:nvPr/>
            </p14:nvContentPartPr>
            <p14:xfrm>
              <a:off x="3774888" y="6755904"/>
              <a:ext cx="360" cy="4680"/>
            </p14:xfrm>
          </p:contentPart>
        </mc:Choice>
        <mc:Fallback xmlns="">
          <p:pic>
            <p:nvPicPr>
              <p:cNvPr id="192" name="Ink 191">
                <a:extLst>
                  <a:ext uri="{FF2B5EF4-FFF2-40B4-BE49-F238E27FC236}">
                    <a16:creationId xmlns:a16="http://schemas.microsoft.com/office/drawing/2014/main" id="{5D519595-49FE-D41B-C0B6-CD6868ECB314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765888" y="6746904"/>
                <a:ext cx="18000" cy="22320"/>
              </a:xfrm>
              <a:prstGeom prst="rect">
                <a:avLst/>
              </a:prstGeom>
            </p:spPr>
          </p:pic>
        </mc:Fallback>
      </mc:AlternateContent>
      <p:grpSp>
        <p:nvGrpSpPr>
          <p:cNvPr id="37" name="Group 36">
            <a:extLst>
              <a:ext uri="{FF2B5EF4-FFF2-40B4-BE49-F238E27FC236}">
                <a16:creationId xmlns:a16="http://schemas.microsoft.com/office/drawing/2014/main" id="{F5CA99DC-9975-65EF-1FC3-C75BBA21E191}"/>
              </a:ext>
            </a:extLst>
          </p:cNvPr>
          <p:cNvGrpSpPr/>
          <p:nvPr/>
        </p:nvGrpSpPr>
        <p:grpSpPr>
          <a:xfrm>
            <a:off x="637848" y="553464"/>
            <a:ext cx="5558400" cy="1298520"/>
            <a:chOff x="637848" y="553464"/>
            <a:chExt cx="5558400" cy="1298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89EA9D97-9EAB-5067-8710-9DC6EA22EF58}"/>
                    </a:ext>
                  </a:extLst>
                </p14:cNvPr>
                <p14:cNvContentPartPr/>
                <p14:nvPr/>
              </p14:nvContentPartPr>
              <p14:xfrm>
                <a:off x="637848" y="558144"/>
                <a:ext cx="310320" cy="340920"/>
              </p14:xfrm>
            </p:contentPart>
          </mc:Choice>
          <mc:Fallback xmlns=""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89EA9D97-9EAB-5067-8710-9DC6EA22EF58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628848" y="549144"/>
                  <a:ext cx="327960" cy="35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856AFF7B-492E-6DB7-9C4F-F8FD61E84FCC}"/>
                    </a:ext>
                  </a:extLst>
                </p14:cNvPr>
                <p14:cNvContentPartPr/>
                <p14:nvPr/>
              </p14:nvContentPartPr>
              <p14:xfrm>
                <a:off x="992808" y="783144"/>
                <a:ext cx="122400" cy="47196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856AFF7B-492E-6DB7-9C4F-F8FD61E84FCC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984168" y="774144"/>
                  <a:ext cx="140040" cy="48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547508BE-F750-A0C3-14B4-1481103E916C}"/>
                    </a:ext>
                  </a:extLst>
                </p14:cNvPr>
                <p14:cNvContentPartPr/>
                <p14:nvPr/>
              </p14:nvContentPartPr>
              <p14:xfrm>
                <a:off x="1159848" y="778104"/>
                <a:ext cx="173160" cy="11664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547508BE-F750-A0C3-14B4-1481103E916C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1151208" y="769464"/>
                  <a:ext cx="190800" cy="13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E73219B6-CAF4-9B17-F38B-31B81B4C2D60}"/>
                    </a:ext>
                  </a:extLst>
                </p14:cNvPr>
                <p14:cNvContentPartPr/>
                <p14:nvPr/>
              </p14:nvContentPartPr>
              <p14:xfrm>
                <a:off x="1486728" y="687744"/>
                <a:ext cx="48600" cy="24336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E73219B6-CAF4-9B17-F38B-31B81B4C2D60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1478088" y="679104"/>
                  <a:ext cx="66240" cy="26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79B1AB4D-08F2-31BA-D803-B5060E092C24}"/>
                    </a:ext>
                  </a:extLst>
                </p14:cNvPr>
                <p14:cNvContentPartPr/>
                <p14:nvPr/>
              </p14:nvContentPartPr>
              <p14:xfrm>
                <a:off x="1470168" y="820224"/>
                <a:ext cx="109440" cy="2520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79B1AB4D-08F2-31BA-D803-B5060E092C24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1461528" y="811584"/>
                  <a:ext cx="127080" cy="4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E3105099-4132-7A3E-C1D8-97F04C9DE7B5}"/>
                    </a:ext>
                  </a:extLst>
                </p14:cNvPr>
                <p14:cNvContentPartPr/>
                <p14:nvPr/>
              </p14:nvContentPartPr>
              <p14:xfrm>
                <a:off x="1619568" y="774504"/>
                <a:ext cx="123840" cy="10116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E3105099-4132-7A3E-C1D8-97F04C9DE7B5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1610928" y="765864"/>
                  <a:ext cx="141480" cy="11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15A7A4FA-3F70-AA30-F230-8A3327B7C898}"/>
                    </a:ext>
                  </a:extLst>
                </p14:cNvPr>
                <p14:cNvContentPartPr/>
                <p14:nvPr/>
              </p14:nvContentPartPr>
              <p14:xfrm>
                <a:off x="1819728" y="581544"/>
                <a:ext cx="253800" cy="31644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15A7A4FA-3F70-AA30-F230-8A3327B7C898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1811088" y="572544"/>
                  <a:ext cx="271440" cy="33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700C594B-20A0-BB79-8845-8C61DEA08454}"/>
                    </a:ext>
                  </a:extLst>
                </p14:cNvPr>
                <p14:cNvContentPartPr/>
                <p14:nvPr/>
              </p14:nvContentPartPr>
              <p14:xfrm>
                <a:off x="2070288" y="778104"/>
                <a:ext cx="9360" cy="1656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700C594B-20A0-BB79-8845-8C61DEA08454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2061288" y="769104"/>
                  <a:ext cx="27000" cy="3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957E7D71-4E40-86A8-0F3A-999259FD6FBC}"/>
                    </a:ext>
                  </a:extLst>
                </p14:cNvPr>
                <p14:cNvContentPartPr/>
                <p14:nvPr/>
              </p14:nvContentPartPr>
              <p14:xfrm>
                <a:off x="2161728" y="785304"/>
                <a:ext cx="105120" cy="8172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957E7D71-4E40-86A8-0F3A-999259FD6FBC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2152728" y="776304"/>
                  <a:ext cx="122760" cy="9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26D06121-C422-1DDA-7D9D-1934B67FA22C}"/>
                    </a:ext>
                  </a:extLst>
                </p14:cNvPr>
                <p14:cNvContentPartPr/>
                <p14:nvPr/>
              </p14:nvContentPartPr>
              <p14:xfrm>
                <a:off x="2182968" y="615744"/>
                <a:ext cx="65160" cy="2340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26D06121-C422-1DDA-7D9D-1934B67FA22C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2173968" y="606744"/>
                  <a:ext cx="82800" cy="4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50910E2A-5666-461C-7629-7CDC31EA3B8E}"/>
                    </a:ext>
                  </a:extLst>
                </p14:cNvPr>
                <p14:cNvContentPartPr/>
                <p14:nvPr/>
              </p14:nvContentPartPr>
              <p14:xfrm>
                <a:off x="2814768" y="553464"/>
                <a:ext cx="527400" cy="35244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50910E2A-5666-461C-7629-7CDC31EA3B8E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2806128" y="544824"/>
                  <a:ext cx="545040" cy="37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C353A6A9-05EA-C4D7-2C16-C4E19D17C724}"/>
                    </a:ext>
                  </a:extLst>
                </p14:cNvPr>
                <p14:cNvContentPartPr/>
                <p14:nvPr/>
              </p14:nvContentPartPr>
              <p14:xfrm>
                <a:off x="3110328" y="577584"/>
                <a:ext cx="1208160" cy="62424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C353A6A9-05EA-C4D7-2C16-C4E19D17C724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3101688" y="568584"/>
                  <a:ext cx="1225800" cy="64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BC4C9468-5F15-BCDE-6D98-4ED307926DAD}"/>
                    </a:ext>
                  </a:extLst>
                </p14:cNvPr>
                <p14:cNvContentPartPr/>
                <p14:nvPr/>
              </p14:nvContentPartPr>
              <p14:xfrm>
                <a:off x="4324248" y="743904"/>
                <a:ext cx="11520" cy="2412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BC4C9468-5F15-BCDE-6D98-4ED307926DAD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4315248" y="734904"/>
                  <a:ext cx="29160" cy="4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E54C57F8-A143-928D-7F1A-6D5133448109}"/>
                    </a:ext>
                  </a:extLst>
                </p14:cNvPr>
                <p14:cNvContentPartPr/>
                <p14:nvPr/>
              </p14:nvContentPartPr>
              <p14:xfrm>
                <a:off x="4390488" y="823464"/>
                <a:ext cx="216720" cy="9144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E54C57F8-A143-928D-7F1A-6D5133448109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4381488" y="814464"/>
                  <a:ext cx="234360" cy="10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2AA8346E-83AC-8FEB-12DB-71D59144BE26}"/>
                    </a:ext>
                  </a:extLst>
                </p14:cNvPr>
                <p14:cNvContentPartPr/>
                <p14:nvPr/>
              </p14:nvContentPartPr>
              <p14:xfrm>
                <a:off x="1336968" y="1100304"/>
                <a:ext cx="3498120" cy="13968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2AA8346E-83AC-8FEB-12DB-71D59144BE26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1327968" y="1091664"/>
                  <a:ext cx="3515760" cy="15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28B6B6FB-7562-8CDE-C4CB-C2A63AA0BEAF}"/>
                    </a:ext>
                  </a:extLst>
                </p14:cNvPr>
                <p14:cNvContentPartPr/>
                <p14:nvPr/>
              </p14:nvContentPartPr>
              <p14:xfrm>
                <a:off x="2402928" y="1434384"/>
                <a:ext cx="173880" cy="20736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28B6B6FB-7562-8CDE-C4CB-C2A63AA0BEAF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2394288" y="1425744"/>
                  <a:ext cx="191520" cy="22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E3DBB5A7-5191-3B27-305E-4F548FC09F87}"/>
                    </a:ext>
                  </a:extLst>
                </p14:cNvPr>
                <p14:cNvContentPartPr/>
                <p14:nvPr/>
              </p14:nvContentPartPr>
              <p14:xfrm>
                <a:off x="2664648" y="1561824"/>
                <a:ext cx="397800" cy="27468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E3DBB5A7-5191-3B27-305E-4F548FC09F87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2655648" y="1553184"/>
                  <a:ext cx="415440" cy="29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3AB3CB15-2E9D-4295-4307-47D7BDFC25F6}"/>
                    </a:ext>
                  </a:extLst>
                </p14:cNvPr>
                <p14:cNvContentPartPr/>
                <p14:nvPr/>
              </p14:nvContentPartPr>
              <p14:xfrm>
                <a:off x="3173328" y="1487304"/>
                <a:ext cx="32760" cy="19116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3AB3CB15-2E9D-4295-4307-47D7BDFC25F6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3164688" y="1478664"/>
                  <a:ext cx="50400" cy="20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4B0D2AC4-D891-D585-0B3B-57F9FCF8429C}"/>
                    </a:ext>
                  </a:extLst>
                </p14:cNvPr>
                <p14:cNvContentPartPr/>
                <p14:nvPr/>
              </p14:nvContentPartPr>
              <p14:xfrm>
                <a:off x="3204288" y="1586304"/>
                <a:ext cx="405000" cy="12996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4B0D2AC4-D891-D585-0B3B-57F9FCF8429C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3195648" y="1577664"/>
                  <a:ext cx="422640" cy="14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D4448B3C-1405-E70C-D933-52417A29D4B0}"/>
                    </a:ext>
                  </a:extLst>
                </p14:cNvPr>
                <p14:cNvContentPartPr/>
                <p14:nvPr/>
              </p14:nvContentPartPr>
              <p14:xfrm>
                <a:off x="3897648" y="1382544"/>
                <a:ext cx="1008360" cy="46944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D4448B3C-1405-E70C-D933-52417A29D4B0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3888648" y="1373904"/>
                  <a:ext cx="1026000" cy="48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C89D34E3-7DFC-17F2-E923-999FCFB9F0D2}"/>
                    </a:ext>
                  </a:extLst>
                </p14:cNvPr>
                <p14:cNvContentPartPr/>
                <p14:nvPr/>
              </p14:nvContentPartPr>
              <p14:xfrm>
                <a:off x="5248728" y="1426104"/>
                <a:ext cx="6840" cy="20664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C89D34E3-7DFC-17F2-E923-999FCFB9F0D2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5240088" y="1417104"/>
                  <a:ext cx="24480" cy="22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8B135FF4-CFFC-209C-A2DD-9995892E7FC5}"/>
                    </a:ext>
                  </a:extLst>
                </p14:cNvPr>
                <p14:cNvContentPartPr/>
                <p14:nvPr/>
              </p14:nvContentPartPr>
              <p14:xfrm>
                <a:off x="5180328" y="1517184"/>
                <a:ext cx="326520" cy="6876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8B135FF4-CFFC-209C-A2DD-9995892E7FC5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5171688" y="1508184"/>
                  <a:ext cx="344160" cy="8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2BD9D6A9-4870-248A-AEB3-ABC44091D7BC}"/>
                    </a:ext>
                  </a:extLst>
                </p14:cNvPr>
                <p14:cNvContentPartPr/>
                <p14:nvPr/>
              </p14:nvContentPartPr>
              <p14:xfrm>
                <a:off x="5806368" y="1381464"/>
                <a:ext cx="42120" cy="19944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2BD9D6A9-4870-248A-AEB3-ABC44091D7BC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5797368" y="1372824"/>
                  <a:ext cx="59760" cy="21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A54FDBC0-67CE-82A8-182A-8ED58364F308}"/>
                    </a:ext>
                  </a:extLst>
                </p14:cNvPr>
                <p14:cNvContentPartPr/>
                <p14:nvPr/>
              </p14:nvContentPartPr>
              <p14:xfrm>
                <a:off x="5832288" y="1303704"/>
                <a:ext cx="363960" cy="27900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A54FDBC0-67CE-82A8-182A-8ED58364F308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5823288" y="1295064"/>
                  <a:ext cx="381600" cy="296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448E2F22-E29F-0365-1312-FE5FFA43E16F}"/>
              </a:ext>
            </a:extLst>
          </p:cNvPr>
          <p:cNvGrpSpPr/>
          <p:nvPr/>
        </p:nvGrpSpPr>
        <p:grpSpPr>
          <a:xfrm>
            <a:off x="2697048" y="1896624"/>
            <a:ext cx="818640" cy="244080"/>
            <a:chOff x="2697048" y="1896624"/>
            <a:chExt cx="818640" cy="244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7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C2C9B504-CC63-F7CE-0403-331A37576846}"/>
                    </a:ext>
                  </a:extLst>
                </p14:cNvPr>
                <p14:cNvContentPartPr/>
                <p14:nvPr/>
              </p14:nvContentPartPr>
              <p14:xfrm>
                <a:off x="2697048" y="1953864"/>
                <a:ext cx="361440" cy="18684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C2C9B504-CC63-F7CE-0403-331A37576846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2688048" y="1944864"/>
                  <a:ext cx="379080" cy="20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DD162359-B190-9F09-A8DE-DB2E813B1E73}"/>
                    </a:ext>
                  </a:extLst>
                </p14:cNvPr>
                <p14:cNvContentPartPr/>
                <p14:nvPr/>
              </p14:nvContentPartPr>
              <p14:xfrm>
                <a:off x="3115368" y="2040624"/>
                <a:ext cx="115200" cy="7272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DD162359-B190-9F09-A8DE-DB2E813B1E73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3106368" y="2031984"/>
                  <a:ext cx="132840" cy="9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A84B863B-7691-F976-1EB7-97AD91900570}"/>
                    </a:ext>
                  </a:extLst>
                </p14:cNvPr>
                <p14:cNvContentPartPr/>
                <p14:nvPr/>
              </p14:nvContentPartPr>
              <p14:xfrm>
                <a:off x="3333528" y="1896624"/>
                <a:ext cx="182160" cy="22716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A84B863B-7691-F976-1EB7-97AD91900570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3324528" y="1887624"/>
                  <a:ext cx="199800" cy="244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4" name="Group 63">
            <a:extLst>
              <a:ext uri="{FF2B5EF4-FFF2-40B4-BE49-F238E27FC236}">
                <a16:creationId xmlns:a16="http://schemas.microsoft.com/office/drawing/2014/main" id="{4213B75B-9D80-0300-59D4-73203444D1F6}"/>
              </a:ext>
            </a:extLst>
          </p:cNvPr>
          <p:cNvGrpSpPr/>
          <p:nvPr/>
        </p:nvGrpSpPr>
        <p:grpSpPr>
          <a:xfrm>
            <a:off x="3885408" y="1937304"/>
            <a:ext cx="318960" cy="186840"/>
            <a:chOff x="3885408" y="1937304"/>
            <a:chExt cx="318960" cy="186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3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605562A0-5988-D4C3-A6CC-A4972AF3E7FA}"/>
                    </a:ext>
                  </a:extLst>
                </p14:cNvPr>
                <p14:cNvContentPartPr/>
                <p14:nvPr/>
              </p14:nvContentPartPr>
              <p14:xfrm>
                <a:off x="3885408" y="2018304"/>
                <a:ext cx="318960" cy="10584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605562A0-5988-D4C3-A6CC-A4972AF3E7FA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3876768" y="2009664"/>
                  <a:ext cx="336600" cy="12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A74A395C-419A-8DE7-0F90-663EC856625D}"/>
                    </a:ext>
                  </a:extLst>
                </p14:cNvPr>
                <p14:cNvContentPartPr/>
                <p14:nvPr/>
              </p14:nvContentPartPr>
              <p14:xfrm>
                <a:off x="3935808" y="1937304"/>
                <a:ext cx="70200" cy="3096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A74A395C-419A-8DE7-0F90-663EC856625D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3926808" y="1928304"/>
                  <a:ext cx="87840" cy="48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3" name="Group 62">
            <a:extLst>
              <a:ext uri="{FF2B5EF4-FFF2-40B4-BE49-F238E27FC236}">
                <a16:creationId xmlns:a16="http://schemas.microsoft.com/office/drawing/2014/main" id="{0567AE22-FC4D-5BA7-54EF-62A8C42DAE5D}"/>
              </a:ext>
            </a:extLst>
          </p:cNvPr>
          <p:cNvGrpSpPr/>
          <p:nvPr/>
        </p:nvGrpSpPr>
        <p:grpSpPr>
          <a:xfrm>
            <a:off x="4690008" y="1821024"/>
            <a:ext cx="1481760" cy="273600"/>
            <a:chOff x="4690008" y="1821024"/>
            <a:chExt cx="1481760" cy="273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7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D55DCBA1-221D-907F-0C5B-63A58E80F384}"/>
                    </a:ext>
                  </a:extLst>
                </p14:cNvPr>
                <p14:cNvContentPartPr/>
                <p14:nvPr/>
              </p14:nvContentPartPr>
              <p14:xfrm>
                <a:off x="4690008" y="2048904"/>
                <a:ext cx="128520" cy="3672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D55DCBA1-221D-907F-0C5B-63A58E80F384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4681008" y="2040264"/>
                  <a:ext cx="146160" cy="5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9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01052242-EE46-1B7A-CD10-A1E2238895B8}"/>
                    </a:ext>
                  </a:extLst>
                </p14:cNvPr>
                <p14:cNvContentPartPr/>
                <p14:nvPr/>
              </p14:nvContentPartPr>
              <p14:xfrm>
                <a:off x="5132088" y="1864224"/>
                <a:ext cx="151560" cy="23040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01052242-EE46-1B7A-CD10-A1E2238895B8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5123088" y="1855224"/>
                  <a:ext cx="169200" cy="24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1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7F1004C8-C98D-2D44-6849-F4F820EE3034}"/>
                    </a:ext>
                  </a:extLst>
                </p14:cNvPr>
                <p14:cNvContentPartPr/>
                <p14:nvPr/>
              </p14:nvContentPartPr>
              <p14:xfrm>
                <a:off x="5347008" y="1821024"/>
                <a:ext cx="626760" cy="26748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7F1004C8-C98D-2D44-6849-F4F820EE3034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5338008" y="1812024"/>
                  <a:ext cx="644400" cy="28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3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C3BDD275-0958-BF8A-B3FD-6454DF54AFAF}"/>
                    </a:ext>
                  </a:extLst>
                </p14:cNvPr>
                <p14:cNvContentPartPr/>
                <p14:nvPr/>
              </p14:nvContentPartPr>
              <p14:xfrm>
                <a:off x="6020208" y="1973304"/>
                <a:ext cx="151560" cy="6948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C3BDD275-0958-BF8A-B3FD-6454DF54AFAF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6011568" y="1964664"/>
                  <a:ext cx="169200" cy="8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5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AA7A7D5B-4EDD-E0FD-FBB7-A7C14D9690C0}"/>
                    </a:ext>
                  </a:extLst>
                </p14:cNvPr>
                <p14:cNvContentPartPr/>
                <p14:nvPr/>
              </p14:nvContentPartPr>
              <p14:xfrm>
                <a:off x="6029568" y="1879704"/>
                <a:ext cx="24840" cy="1332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AA7A7D5B-4EDD-E0FD-FBB7-A7C14D9690C0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6020928" y="1871064"/>
                  <a:ext cx="42480" cy="30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7" name="Group 86">
            <a:extLst>
              <a:ext uri="{FF2B5EF4-FFF2-40B4-BE49-F238E27FC236}">
                <a16:creationId xmlns:a16="http://schemas.microsoft.com/office/drawing/2014/main" id="{85778741-36CA-28D3-2DE7-5A64AFF5029B}"/>
              </a:ext>
            </a:extLst>
          </p:cNvPr>
          <p:cNvGrpSpPr/>
          <p:nvPr/>
        </p:nvGrpSpPr>
        <p:grpSpPr>
          <a:xfrm>
            <a:off x="6601248" y="1270224"/>
            <a:ext cx="5529960" cy="920880"/>
            <a:chOff x="6601248" y="1270224"/>
            <a:chExt cx="5529960" cy="920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7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0A99E12B-8C03-CF02-AD38-1DB8B7A2143F}"/>
                    </a:ext>
                  </a:extLst>
                </p14:cNvPr>
                <p14:cNvContentPartPr/>
                <p14:nvPr/>
              </p14:nvContentPartPr>
              <p14:xfrm>
                <a:off x="6706728" y="1422504"/>
                <a:ext cx="333720" cy="31428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0A99E12B-8C03-CF02-AD38-1DB8B7A2143F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6698088" y="1413864"/>
                  <a:ext cx="351360" cy="33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9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01E1286B-9439-4CC2-7041-F14B23E9BB1A}"/>
                    </a:ext>
                  </a:extLst>
                </p14:cNvPr>
                <p14:cNvContentPartPr/>
                <p14:nvPr/>
              </p14:nvContentPartPr>
              <p14:xfrm>
                <a:off x="7091568" y="1459944"/>
                <a:ext cx="101880" cy="5796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01E1286B-9439-4CC2-7041-F14B23E9BB1A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7082568" y="1451304"/>
                  <a:ext cx="119520" cy="7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1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181C99DF-AC28-539F-A12E-5A4DB730E038}"/>
                    </a:ext>
                  </a:extLst>
                </p14:cNvPr>
                <p14:cNvContentPartPr/>
                <p14:nvPr/>
              </p14:nvContentPartPr>
              <p14:xfrm>
                <a:off x="7269048" y="1471104"/>
                <a:ext cx="169920" cy="8784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181C99DF-AC28-539F-A12E-5A4DB730E038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7260408" y="1462464"/>
                  <a:ext cx="187560" cy="10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3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6DFC8AC2-5FC9-1FA8-9150-5803174AE845}"/>
                    </a:ext>
                  </a:extLst>
                </p14:cNvPr>
                <p14:cNvContentPartPr/>
                <p14:nvPr/>
              </p14:nvContentPartPr>
              <p14:xfrm>
                <a:off x="7492608" y="1493424"/>
                <a:ext cx="185040" cy="5760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6DFC8AC2-5FC9-1FA8-9150-5803174AE845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7483608" y="1484424"/>
                  <a:ext cx="202680" cy="7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5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959495E6-D60D-82B8-604D-99F9EA9A197E}"/>
                    </a:ext>
                  </a:extLst>
                </p14:cNvPr>
                <p14:cNvContentPartPr/>
                <p14:nvPr/>
              </p14:nvContentPartPr>
              <p14:xfrm>
                <a:off x="7737768" y="1473264"/>
                <a:ext cx="120600" cy="7128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959495E6-D60D-82B8-604D-99F9EA9A197E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7728768" y="1464624"/>
                  <a:ext cx="138240" cy="8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7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0FD93EDC-D464-A70C-A2AF-8629728E9C1A}"/>
                    </a:ext>
                  </a:extLst>
                </p14:cNvPr>
                <p14:cNvContentPartPr/>
                <p14:nvPr/>
              </p14:nvContentPartPr>
              <p14:xfrm>
                <a:off x="7966368" y="1302264"/>
                <a:ext cx="197640" cy="26640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0FD93EDC-D464-A70C-A2AF-8629728E9C1A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7957368" y="1293624"/>
                  <a:ext cx="215280" cy="28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9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AC4ABE65-0A5C-6F79-72CE-B35CFEB9C6D9}"/>
                    </a:ext>
                  </a:extLst>
                </p14:cNvPr>
                <p14:cNvContentPartPr/>
                <p14:nvPr/>
              </p14:nvContentPartPr>
              <p14:xfrm>
                <a:off x="8193888" y="1500984"/>
                <a:ext cx="3960" cy="792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AC4ABE65-0A5C-6F79-72CE-B35CFEB9C6D9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8185248" y="1491984"/>
                  <a:ext cx="21600" cy="2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1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3D69DF55-6F06-1FF3-DFA5-80E2E78A3213}"/>
                    </a:ext>
                  </a:extLst>
                </p14:cNvPr>
                <p14:cNvContentPartPr/>
                <p14:nvPr/>
              </p14:nvContentPartPr>
              <p14:xfrm>
                <a:off x="8264088" y="1345464"/>
                <a:ext cx="366840" cy="22428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3D69DF55-6F06-1FF3-DFA5-80E2E78A3213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8255088" y="1336464"/>
                  <a:ext cx="384480" cy="24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3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45E126B3-DABF-22DC-E694-9201AD4DE93B}"/>
                    </a:ext>
                  </a:extLst>
                </p14:cNvPr>
                <p14:cNvContentPartPr/>
                <p14:nvPr/>
              </p14:nvContentPartPr>
              <p14:xfrm>
                <a:off x="8247168" y="1414224"/>
                <a:ext cx="91440" cy="2844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45E126B3-DABF-22DC-E694-9201AD4DE93B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8238528" y="1405584"/>
                  <a:ext cx="109080" cy="4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5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4D536904-3310-3144-4752-679ED454B78F}"/>
                    </a:ext>
                  </a:extLst>
                </p14:cNvPr>
                <p14:cNvContentPartPr/>
                <p14:nvPr/>
              </p14:nvContentPartPr>
              <p14:xfrm>
                <a:off x="9099648" y="1416744"/>
                <a:ext cx="501480" cy="12888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4D536904-3310-3144-4752-679ED454B78F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9090648" y="1407744"/>
                  <a:ext cx="519120" cy="14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7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61AC43F0-E0F3-0978-875F-1B68C5E98A40}"/>
                    </a:ext>
                  </a:extLst>
                </p14:cNvPr>
                <p14:cNvContentPartPr/>
                <p14:nvPr/>
              </p14:nvContentPartPr>
              <p14:xfrm>
                <a:off x="9667728" y="1447704"/>
                <a:ext cx="605520" cy="33804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61AC43F0-E0F3-0978-875F-1B68C5E98A40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9659088" y="1438704"/>
                  <a:ext cx="623160" cy="35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9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2AE5E524-DE6D-8DC5-991A-D014AF4010CC}"/>
                    </a:ext>
                  </a:extLst>
                </p14:cNvPr>
                <p14:cNvContentPartPr/>
                <p14:nvPr/>
              </p14:nvContentPartPr>
              <p14:xfrm>
                <a:off x="10356768" y="1341504"/>
                <a:ext cx="552240" cy="20196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2AE5E524-DE6D-8DC5-991A-D014AF4010CC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10347768" y="1332864"/>
                  <a:ext cx="569880" cy="21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1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61691432-06DC-F3D5-2CAB-3AB9008722FC}"/>
                    </a:ext>
                  </a:extLst>
                </p14:cNvPr>
                <p14:cNvContentPartPr/>
                <p14:nvPr/>
              </p14:nvContentPartPr>
              <p14:xfrm>
                <a:off x="10882008" y="1445544"/>
                <a:ext cx="101880" cy="1836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61691432-06DC-F3D5-2CAB-3AB9008722FC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10873008" y="1436544"/>
                  <a:ext cx="11952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3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E09999C1-E893-D248-B0EC-455E21554467}"/>
                    </a:ext>
                  </a:extLst>
                </p14:cNvPr>
                <p14:cNvContentPartPr/>
                <p14:nvPr/>
              </p14:nvContentPartPr>
              <p14:xfrm>
                <a:off x="11227608" y="1270224"/>
                <a:ext cx="445320" cy="46548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E09999C1-E893-D248-B0EC-455E21554467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11218608" y="1261224"/>
                  <a:ext cx="462960" cy="48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5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90CFF906-7C08-A065-F04B-CBF2232B5B4D}"/>
                    </a:ext>
                  </a:extLst>
                </p14:cNvPr>
                <p14:cNvContentPartPr/>
                <p14:nvPr/>
              </p14:nvContentPartPr>
              <p14:xfrm>
                <a:off x="6601248" y="1934784"/>
                <a:ext cx="263520" cy="23796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90CFF906-7C08-A065-F04B-CBF2232B5B4D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6592248" y="1926144"/>
                  <a:ext cx="281160" cy="25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7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D33231C2-260F-8699-AFB3-AF9A0A4D7901}"/>
                    </a:ext>
                  </a:extLst>
                </p14:cNvPr>
                <p14:cNvContentPartPr/>
                <p14:nvPr/>
              </p14:nvContentPartPr>
              <p14:xfrm>
                <a:off x="7175808" y="1846944"/>
                <a:ext cx="33120" cy="29880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D33231C2-260F-8699-AFB3-AF9A0A4D7901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7166808" y="1838304"/>
                  <a:ext cx="50760" cy="31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9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2BEB462C-CE34-6F19-54A6-938B5C77E7AC}"/>
                    </a:ext>
                  </a:extLst>
                </p14:cNvPr>
                <p14:cNvContentPartPr/>
                <p14:nvPr/>
              </p14:nvContentPartPr>
              <p14:xfrm>
                <a:off x="7145568" y="1848744"/>
                <a:ext cx="780120" cy="28836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2BEB462C-CE34-6F19-54A6-938B5C77E7AC}"/>
                    </a:ext>
                  </a:extLst>
                </p:cNvPr>
                <p:cNvPicPr/>
                <p:nvPr/>
              </p:nvPicPr>
              <p:blipFill>
                <a:blip r:embed="rId110"/>
                <a:stretch>
                  <a:fillRect/>
                </a:stretch>
              </p:blipFill>
              <p:spPr>
                <a:xfrm>
                  <a:off x="7136568" y="1839744"/>
                  <a:ext cx="797760" cy="30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1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BC7CD665-E3F0-CEAA-0771-5D742F32EE92}"/>
                    </a:ext>
                  </a:extLst>
                </p14:cNvPr>
                <p14:cNvContentPartPr/>
                <p14:nvPr/>
              </p14:nvContentPartPr>
              <p14:xfrm>
                <a:off x="7634448" y="1937664"/>
                <a:ext cx="42120" cy="3888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BC7CD665-E3F0-CEAA-0771-5D742F32EE92}"/>
                    </a:ext>
                  </a:extLst>
                </p:cNvPr>
                <p:cNvPicPr/>
                <p:nvPr/>
              </p:nvPicPr>
              <p:blipFill>
                <a:blip r:embed="rId112"/>
                <a:stretch>
                  <a:fillRect/>
                </a:stretch>
              </p:blipFill>
              <p:spPr>
                <a:xfrm>
                  <a:off x="7625448" y="1928664"/>
                  <a:ext cx="59760" cy="5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3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BF00E777-AE53-8366-2A93-AF93B5DC6F81}"/>
                    </a:ext>
                  </a:extLst>
                </p14:cNvPr>
                <p14:cNvContentPartPr/>
                <p14:nvPr/>
              </p14:nvContentPartPr>
              <p14:xfrm>
                <a:off x="8240328" y="1733904"/>
                <a:ext cx="598320" cy="42804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BF00E777-AE53-8366-2A93-AF93B5DC6F81}"/>
                    </a:ext>
                  </a:extLst>
                </p:cNvPr>
                <p:cNvPicPr/>
                <p:nvPr/>
              </p:nvPicPr>
              <p:blipFill>
                <a:blip r:embed="rId114"/>
                <a:stretch>
                  <a:fillRect/>
                </a:stretch>
              </p:blipFill>
              <p:spPr>
                <a:xfrm>
                  <a:off x="8231328" y="1724904"/>
                  <a:ext cx="615960" cy="44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5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59BF83B2-442B-D349-33E0-ED016845BCE0}"/>
                    </a:ext>
                  </a:extLst>
                </p14:cNvPr>
                <p14:cNvContentPartPr/>
                <p14:nvPr/>
              </p14:nvContentPartPr>
              <p14:xfrm>
                <a:off x="8833248" y="1871064"/>
                <a:ext cx="245160" cy="22752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59BF83B2-442B-D349-33E0-ED016845BCE0}"/>
                    </a:ext>
                  </a:extLst>
                </p:cNvPr>
                <p:cNvPicPr/>
                <p:nvPr/>
              </p:nvPicPr>
              <p:blipFill>
                <a:blip r:embed="rId116"/>
                <a:stretch>
                  <a:fillRect/>
                </a:stretch>
              </p:blipFill>
              <p:spPr>
                <a:xfrm>
                  <a:off x="8824248" y="1862064"/>
                  <a:ext cx="262800" cy="24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7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07A13EB6-CFB5-2162-A0D6-C95ED61D6AF5}"/>
                    </a:ext>
                  </a:extLst>
                </p14:cNvPr>
                <p14:cNvContentPartPr/>
                <p14:nvPr/>
              </p14:nvContentPartPr>
              <p14:xfrm>
                <a:off x="9120168" y="2005344"/>
                <a:ext cx="1080" cy="3096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07A13EB6-CFB5-2162-A0D6-C95ED61D6AF5}"/>
                    </a:ext>
                  </a:extLst>
                </p:cNvPr>
                <p:cNvPicPr/>
                <p:nvPr/>
              </p:nvPicPr>
              <p:blipFill>
                <a:blip r:embed="rId118"/>
                <a:stretch>
                  <a:fillRect/>
                </a:stretch>
              </p:blipFill>
              <p:spPr>
                <a:xfrm>
                  <a:off x="9111168" y="1996344"/>
                  <a:ext cx="18720" cy="4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9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D08B383B-6454-5AC0-0916-55942901CEA8}"/>
                    </a:ext>
                  </a:extLst>
                </p14:cNvPr>
                <p14:cNvContentPartPr/>
                <p14:nvPr/>
              </p14:nvContentPartPr>
              <p14:xfrm>
                <a:off x="9127008" y="2034864"/>
                <a:ext cx="54720" cy="4752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D08B383B-6454-5AC0-0916-55942901CEA8}"/>
                    </a:ext>
                  </a:extLst>
                </p:cNvPr>
                <p:cNvPicPr/>
                <p:nvPr/>
              </p:nvPicPr>
              <p:blipFill>
                <a:blip r:embed="rId120"/>
                <a:stretch>
                  <a:fillRect/>
                </a:stretch>
              </p:blipFill>
              <p:spPr>
                <a:xfrm>
                  <a:off x="9118368" y="2025864"/>
                  <a:ext cx="72360" cy="6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1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09C5A913-4FFA-BC9B-83B7-D0FD06424C98}"/>
                    </a:ext>
                  </a:extLst>
                </p14:cNvPr>
                <p14:cNvContentPartPr/>
                <p14:nvPr/>
              </p14:nvContentPartPr>
              <p14:xfrm>
                <a:off x="9232848" y="2031624"/>
                <a:ext cx="109440" cy="1872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09C5A913-4FFA-BC9B-83B7-D0FD06424C98}"/>
                    </a:ext>
                  </a:extLst>
                </p:cNvPr>
                <p:cNvPicPr/>
                <p:nvPr/>
              </p:nvPicPr>
              <p:blipFill>
                <a:blip r:embed="rId122"/>
                <a:stretch>
                  <a:fillRect/>
                </a:stretch>
              </p:blipFill>
              <p:spPr>
                <a:xfrm>
                  <a:off x="9223848" y="2022984"/>
                  <a:ext cx="127080" cy="3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3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9A09BDDE-6424-18EB-90FA-EBD5CE11B867}"/>
                    </a:ext>
                  </a:extLst>
                </p14:cNvPr>
                <p14:cNvContentPartPr/>
                <p14:nvPr/>
              </p14:nvContentPartPr>
              <p14:xfrm>
                <a:off x="9170208" y="1891944"/>
                <a:ext cx="123840" cy="4716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9A09BDDE-6424-18EB-90FA-EBD5CE11B867}"/>
                    </a:ext>
                  </a:extLst>
                </p:cNvPr>
                <p:cNvPicPr/>
                <p:nvPr/>
              </p:nvPicPr>
              <p:blipFill>
                <a:blip r:embed="rId124"/>
                <a:stretch>
                  <a:fillRect/>
                </a:stretch>
              </p:blipFill>
              <p:spPr>
                <a:xfrm>
                  <a:off x="9161208" y="1882944"/>
                  <a:ext cx="141480" cy="6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5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BF2FEDB3-3C72-A956-434A-BFBC5D8FC29B}"/>
                    </a:ext>
                  </a:extLst>
                </p14:cNvPr>
                <p14:cNvContentPartPr/>
                <p14:nvPr/>
              </p14:nvContentPartPr>
              <p14:xfrm>
                <a:off x="9449568" y="1824264"/>
                <a:ext cx="272160" cy="23040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BF2FEDB3-3C72-A956-434A-BFBC5D8FC29B}"/>
                    </a:ext>
                  </a:extLst>
                </p:cNvPr>
                <p:cNvPicPr/>
                <p:nvPr/>
              </p:nvPicPr>
              <p:blipFill>
                <a:blip r:embed="rId126"/>
                <a:stretch>
                  <a:fillRect/>
                </a:stretch>
              </p:blipFill>
              <p:spPr>
                <a:xfrm>
                  <a:off x="9440928" y="1815624"/>
                  <a:ext cx="289800" cy="24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7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3DCD11E5-322D-9460-EF90-A153FA8B5D91}"/>
                    </a:ext>
                  </a:extLst>
                </p14:cNvPr>
                <p14:cNvContentPartPr/>
                <p14:nvPr/>
              </p14:nvContentPartPr>
              <p14:xfrm>
                <a:off x="9749808" y="1971144"/>
                <a:ext cx="16200" cy="3528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3DCD11E5-322D-9460-EF90-A153FA8B5D91}"/>
                    </a:ext>
                  </a:extLst>
                </p:cNvPr>
                <p:cNvPicPr/>
                <p:nvPr/>
              </p:nvPicPr>
              <p:blipFill>
                <a:blip r:embed="rId128"/>
                <a:stretch>
                  <a:fillRect/>
                </a:stretch>
              </p:blipFill>
              <p:spPr>
                <a:xfrm>
                  <a:off x="9740808" y="1962144"/>
                  <a:ext cx="33840" cy="5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9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469DFEB8-DA1F-08CF-BABF-DBB484911A70}"/>
                    </a:ext>
                  </a:extLst>
                </p14:cNvPr>
                <p14:cNvContentPartPr/>
                <p14:nvPr/>
              </p14:nvContentPartPr>
              <p14:xfrm>
                <a:off x="9815328" y="1919664"/>
                <a:ext cx="163800" cy="27144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469DFEB8-DA1F-08CF-BABF-DBB484911A70}"/>
                    </a:ext>
                  </a:extLst>
                </p:cNvPr>
                <p:cNvPicPr/>
                <p:nvPr/>
              </p:nvPicPr>
              <p:blipFill>
                <a:blip r:embed="rId130"/>
                <a:stretch>
                  <a:fillRect/>
                </a:stretch>
              </p:blipFill>
              <p:spPr>
                <a:xfrm>
                  <a:off x="9806688" y="1910664"/>
                  <a:ext cx="181440" cy="28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1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6F6F491C-D79D-759A-A41F-650A6493994E}"/>
                    </a:ext>
                  </a:extLst>
                </p14:cNvPr>
                <p14:cNvContentPartPr/>
                <p14:nvPr/>
              </p14:nvContentPartPr>
              <p14:xfrm>
                <a:off x="10244808" y="1912464"/>
                <a:ext cx="243000" cy="12636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6F6F491C-D79D-759A-A41F-650A6493994E}"/>
                    </a:ext>
                  </a:extLst>
                </p:cNvPr>
                <p:cNvPicPr/>
                <p:nvPr/>
              </p:nvPicPr>
              <p:blipFill>
                <a:blip r:embed="rId132"/>
                <a:stretch>
                  <a:fillRect/>
                </a:stretch>
              </p:blipFill>
              <p:spPr>
                <a:xfrm>
                  <a:off x="10235808" y="1903824"/>
                  <a:ext cx="260640" cy="14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3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88E33D99-3EF1-4D45-71B0-660DFD13288B}"/>
                    </a:ext>
                  </a:extLst>
                </p14:cNvPr>
                <p14:cNvContentPartPr/>
                <p14:nvPr/>
              </p14:nvContentPartPr>
              <p14:xfrm>
                <a:off x="10574208" y="1723104"/>
                <a:ext cx="202320" cy="311400"/>
              </p14:xfrm>
            </p:contentPart>
          </mc:Choice>
          <mc:Fallback xmlns=""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88E33D99-3EF1-4D45-71B0-660DFD13288B}"/>
                    </a:ext>
                  </a:extLst>
                </p:cNvPr>
                <p:cNvPicPr/>
                <p:nvPr/>
              </p:nvPicPr>
              <p:blipFill>
                <a:blip r:embed="rId134"/>
                <a:stretch>
                  <a:fillRect/>
                </a:stretch>
              </p:blipFill>
              <p:spPr>
                <a:xfrm>
                  <a:off x="10565568" y="1714104"/>
                  <a:ext cx="219960" cy="32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5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9992D5FC-E979-8522-CDE1-80057BE98454}"/>
                    </a:ext>
                  </a:extLst>
                </p14:cNvPr>
                <p14:cNvContentPartPr/>
                <p14:nvPr/>
              </p14:nvContentPartPr>
              <p14:xfrm>
                <a:off x="11038248" y="1818504"/>
                <a:ext cx="511920" cy="22212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9992D5FC-E979-8522-CDE1-80057BE98454}"/>
                    </a:ext>
                  </a:extLst>
                </p:cNvPr>
                <p:cNvPicPr/>
                <p:nvPr/>
              </p:nvPicPr>
              <p:blipFill>
                <a:blip r:embed="rId136"/>
                <a:stretch>
                  <a:fillRect/>
                </a:stretch>
              </p:blipFill>
              <p:spPr>
                <a:xfrm>
                  <a:off x="11029248" y="1809504"/>
                  <a:ext cx="529560" cy="23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7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3F40DB2D-15C8-909F-9A91-011E16A24514}"/>
                    </a:ext>
                  </a:extLst>
                </p14:cNvPr>
                <p14:cNvContentPartPr/>
                <p14:nvPr/>
              </p14:nvContentPartPr>
              <p14:xfrm>
                <a:off x="11712888" y="1791504"/>
                <a:ext cx="131760" cy="24912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3F40DB2D-15C8-909F-9A91-011E16A24514}"/>
                    </a:ext>
                  </a:extLst>
                </p:cNvPr>
                <p:cNvPicPr/>
                <p:nvPr/>
              </p:nvPicPr>
              <p:blipFill>
                <a:blip r:embed="rId138"/>
                <a:stretch>
                  <a:fillRect/>
                </a:stretch>
              </p:blipFill>
              <p:spPr>
                <a:xfrm>
                  <a:off x="11703888" y="1782864"/>
                  <a:ext cx="149400" cy="26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9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6F5BE83A-71CD-DE47-C695-ABFCFBA13D66}"/>
                    </a:ext>
                  </a:extLst>
                </p14:cNvPr>
                <p14:cNvContentPartPr/>
                <p14:nvPr/>
              </p14:nvContentPartPr>
              <p14:xfrm>
                <a:off x="11878128" y="1741464"/>
                <a:ext cx="193680" cy="26316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6F5BE83A-71CD-DE47-C695-ABFCFBA13D66}"/>
                    </a:ext>
                  </a:extLst>
                </p:cNvPr>
                <p:cNvPicPr/>
                <p:nvPr/>
              </p:nvPicPr>
              <p:blipFill>
                <a:blip r:embed="rId140"/>
                <a:stretch>
                  <a:fillRect/>
                </a:stretch>
              </p:blipFill>
              <p:spPr>
                <a:xfrm>
                  <a:off x="11869128" y="1732824"/>
                  <a:ext cx="211320" cy="28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1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4CBE1C6B-F3E3-7193-77B7-C197EAC2D271}"/>
                    </a:ext>
                  </a:extLst>
                </p14:cNvPr>
                <p14:cNvContentPartPr/>
                <p14:nvPr/>
              </p14:nvContentPartPr>
              <p14:xfrm>
                <a:off x="12126168" y="2011104"/>
                <a:ext cx="5040" cy="13320"/>
              </p14:xfrm>
            </p:contentPart>
          </mc:Choice>
          <mc:Fallback xmlns=""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4CBE1C6B-F3E3-7193-77B7-C197EAC2D271}"/>
                    </a:ext>
                  </a:extLst>
                </p:cNvPr>
                <p:cNvPicPr/>
                <p:nvPr/>
              </p:nvPicPr>
              <p:blipFill>
                <a:blip r:embed="rId142"/>
                <a:stretch>
                  <a:fillRect/>
                </a:stretch>
              </p:blipFill>
              <p:spPr>
                <a:xfrm>
                  <a:off x="12117168" y="2002104"/>
                  <a:ext cx="22680" cy="30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7" name="Group 106">
            <a:extLst>
              <a:ext uri="{FF2B5EF4-FFF2-40B4-BE49-F238E27FC236}">
                <a16:creationId xmlns:a16="http://schemas.microsoft.com/office/drawing/2014/main" id="{BBD46EB1-6CB7-02F1-52CE-ECA1693729FD}"/>
              </a:ext>
            </a:extLst>
          </p:cNvPr>
          <p:cNvGrpSpPr/>
          <p:nvPr/>
        </p:nvGrpSpPr>
        <p:grpSpPr>
          <a:xfrm>
            <a:off x="2608848" y="2311344"/>
            <a:ext cx="2570760" cy="536040"/>
            <a:chOff x="2608848" y="2311344"/>
            <a:chExt cx="2570760" cy="536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3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EB1F0A9E-F2AA-79DB-7E78-8F6144ECF129}"/>
                    </a:ext>
                  </a:extLst>
                </p14:cNvPr>
                <p14:cNvContentPartPr/>
                <p14:nvPr/>
              </p14:nvContentPartPr>
              <p14:xfrm>
                <a:off x="2608848" y="2403504"/>
                <a:ext cx="317880" cy="28512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EB1F0A9E-F2AA-79DB-7E78-8F6144ECF129}"/>
                    </a:ext>
                  </a:extLst>
                </p:cNvPr>
                <p:cNvPicPr/>
                <p:nvPr/>
              </p:nvPicPr>
              <p:blipFill>
                <a:blip r:embed="rId144"/>
                <a:stretch>
                  <a:fillRect/>
                </a:stretch>
              </p:blipFill>
              <p:spPr>
                <a:xfrm>
                  <a:off x="2599848" y="2394864"/>
                  <a:ext cx="335520" cy="30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5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52D69817-9C41-5E5F-C4F6-0D719595D0A2}"/>
                    </a:ext>
                  </a:extLst>
                </p14:cNvPr>
                <p14:cNvContentPartPr/>
                <p14:nvPr/>
              </p14:nvContentPartPr>
              <p14:xfrm>
                <a:off x="2918808" y="2611224"/>
                <a:ext cx="145440" cy="23616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52D69817-9C41-5E5F-C4F6-0D719595D0A2}"/>
                    </a:ext>
                  </a:extLst>
                </p:cNvPr>
                <p:cNvPicPr/>
                <p:nvPr/>
              </p:nvPicPr>
              <p:blipFill>
                <a:blip r:embed="rId146"/>
                <a:stretch>
                  <a:fillRect/>
                </a:stretch>
              </p:blipFill>
              <p:spPr>
                <a:xfrm>
                  <a:off x="2909808" y="2602224"/>
                  <a:ext cx="163080" cy="25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7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BFCD4B2C-1B5D-1403-25E0-3F0F1440135A}"/>
                    </a:ext>
                  </a:extLst>
                </p14:cNvPr>
                <p14:cNvContentPartPr/>
                <p14:nvPr/>
              </p14:nvContentPartPr>
              <p14:xfrm>
                <a:off x="2957328" y="2445624"/>
                <a:ext cx="23760" cy="32040"/>
              </p14:xfrm>
            </p:contentPart>
          </mc:Choice>
          <mc:Fallback xmlns=""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BFCD4B2C-1B5D-1403-25E0-3F0F1440135A}"/>
                    </a:ext>
                  </a:extLst>
                </p:cNvPr>
                <p:cNvPicPr/>
                <p:nvPr/>
              </p:nvPicPr>
              <p:blipFill>
                <a:blip r:embed="rId148"/>
                <a:stretch>
                  <a:fillRect/>
                </a:stretch>
              </p:blipFill>
              <p:spPr>
                <a:xfrm>
                  <a:off x="2948328" y="2436984"/>
                  <a:ext cx="41400" cy="4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9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42B1C3A0-58E3-A0A8-3C13-C798E42E3956}"/>
                    </a:ext>
                  </a:extLst>
                </p14:cNvPr>
                <p14:cNvContentPartPr/>
                <p14:nvPr/>
              </p14:nvContentPartPr>
              <p14:xfrm>
                <a:off x="3076488" y="2619144"/>
                <a:ext cx="98640" cy="5760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42B1C3A0-58E3-A0A8-3C13-C798E42E3956}"/>
                    </a:ext>
                  </a:extLst>
                </p:cNvPr>
                <p:cNvPicPr/>
                <p:nvPr/>
              </p:nvPicPr>
              <p:blipFill>
                <a:blip r:embed="rId150"/>
                <a:stretch>
                  <a:fillRect/>
                </a:stretch>
              </p:blipFill>
              <p:spPr>
                <a:xfrm>
                  <a:off x="3067848" y="2610504"/>
                  <a:ext cx="116280" cy="7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1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9FA80437-70E7-0C42-7580-8EE2AEB93E6E}"/>
                    </a:ext>
                  </a:extLst>
                </p14:cNvPr>
                <p14:cNvContentPartPr/>
                <p14:nvPr/>
              </p14:nvContentPartPr>
              <p14:xfrm>
                <a:off x="3248568" y="2404584"/>
                <a:ext cx="207720" cy="23724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9FA80437-70E7-0C42-7580-8EE2AEB93E6E}"/>
                    </a:ext>
                  </a:extLst>
                </p:cNvPr>
                <p:cNvPicPr/>
                <p:nvPr/>
              </p:nvPicPr>
              <p:blipFill>
                <a:blip r:embed="rId152"/>
                <a:stretch>
                  <a:fillRect/>
                </a:stretch>
              </p:blipFill>
              <p:spPr>
                <a:xfrm>
                  <a:off x="3239568" y="2395944"/>
                  <a:ext cx="225360" cy="25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3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837C9A09-5996-2D0E-0F95-E54D25FD32F9}"/>
                    </a:ext>
                  </a:extLst>
                </p14:cNvPr>
                <p14:cNvContentPartPr/>
                <p14:nvPr/>
              </p14:nvContentPartPr>
              <p14:xfrm>
                <a:off x="3459528" y="2560104"/>
                <a:ext cx="2880" cy="3816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837C9A09-5996-2D0E-0F95-E54D25FD32F9}"/>
                    </a:ext>
                  </a:extLst>
                </p:cNvPr>
                <p:cNvPicPr/>
                <p:nvPr/>
              </p:nvPicPr>
              <p:blipFill>
                <a:blip r:embed="rId154"/>
                <a:stretch>
                  <a:fillRect/>
                </a:stretch>
              </p:blipFill>
              <p:spPr>
                <a:xfrm>
                  <a:off x="3450528" y="2551464"/>
                  <a:ext cx="20520" cy="5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5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B6197314-DF7D-0703-E8F1-DA6355C70012}"/>
                    </a:ext>
                  </a:extLst>
                </p14:cNvPr>
                <p14:cNvContentPartPr/>
                <p14:nvPr/>
              </p14:nvContentPartPr>
              <p14:xfrm>
                <a:off x="3509928" y="2602584"/>
                <a:ext cx="133200" cy="41040"/>
              </p14:xfrm>
            </p:contentPart>
          </mc:Choice>
          <mc:Fallback xmlns=""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B6197314-DF7D-0703-E8F1-DA6355C70012}"/>
                    </a:ext>
                  </a:extLst>
                </p:cNvPr>
                <p:cNvPicPr/>
                <p:nvPr/>
              </p:nvPicPr>
              <p:blipFill>
                <a:blip r:embed="rId156"/>
                <a:stretch>
                  <a:fillRect/>
                </a:stretch>
              </p:blipFill>
              <p:spPr>
                <a:xfrm>
                  <a:off x="3500928" y="2593584"/>
                  <a:ext cx="150840" cy="5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7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06FB3A89-CB99-D896-DC91-5B04EFE450C8}"/>
                    </a:ext>
                  </a:extLst>
                </p14:cNvPr>
                <p14:cNvContentPartPr/>
                <p14:nvPr/>
              </p14:nvContentPartPr>
              <p14:xfrm>
                <a:off x="3424248" y="2472264"/>
                <a:ext cx="63000" cy="35280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06FB3A89-CB99-D896-DC91-5B04EFE450C8}"/>
                    </a:ext>
                  </a:extLst>
                </p:cNvPr>
                <p:cNvPicPr/>
                <p:nvPr/>
              </p:nvPicPr>
              <p:blipFill>
                <a:blip r:embed="rId158"/>
                <a:stretch>
                  <a:fillRect/>
                </a:stretch>
              </p:blipFill>
              <p:spPr>
                <a:xfrm>
                  <a:off x="3415608" y="2463624"/>
                  <a:ext cx="80640" cy="5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9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1174675E-17B1-FF5C-ACEC-08B6366F1EF6}"/>
                    </a:ext>
                  </a:extLst>
                </p14:cNvPr>
                <p14:cNvContentPartPr/>
                <p14:nvPr/>
              </p14:nvContentPartPr>
              <p14:xfrm>
                <a:off x="3858048" y="2311344"/>
                <a:ext cx="478800" cy="372240"/>
              </p14:xfrm>
            </p:contentPart>
          </mc:Choice>
          <mc:Fallback xmlns=""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1174675E-17B1-FF5C-ACEC-08B6366F1EF6}"/>
                    </a:ext>
                  </a:extLst>
                </p:cNvPr>
                <p:cNvPicPr/>
                <p:nvPr/>
              </p:nvPicPr>
              <p:blipFill>
                <a:blip r:embed="rId160"/>
                <a:stretch>
                  <a:fillRect/>
                </a:stretch>
              </p:blipFill>
              <p:spPr>
                <a:xfrm>
                  <a:off x="3849408" y="2302344"/>
                  <a:ext cx="496440" cy="38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1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CD8D97E8-BA3E-E845-D8C8-B5651C075520}"/>
                    </a:ext>
                  </a:extLst>
                </p14:cNvPr>
                <p14:cNvContentPartPr/>
                <p14:nvPr/>
              </p14:nvContentPartPr>
              <p14:xfrm>
                <a:off x="4524768" y="2623104"/>
                <a:ext cx="115920" cy="28800"/>
              </p14:xfrm>
            </p:contentPart>
          </mc:Choice>
          <mc:Fallback xmlns=""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CD8D97E8-BA3E-E845-D8C8-B5651C075520}"/>
                    </a:ext>
                  </a:extLst>
                </p:cNvPr>
                <p:cNvPicPr/>
                <p:nvPr/>
              </p:nvPicPr>
              <p:blipFill>
                <a:blip r:embed="rId162"/>
                <a:stretch>
                  <a:fillRect/>
                </a:stretch>
              </p:blipFill>
              <p:spPr>
                <a:xfrm>
                  <a:off x="4516128" y="2614464"/>
                  <a:ext cx="133560" cy="4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3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A70202C8-308D-8F9D-FC61-55B5400EE8D1}"/>
                    </a:ext>
                  </a:extLst>
                </p14:cNvPr>
                <p14:cNvContentPartPr/>
                <p14:nvPr/>
              </p14:nvContentPartPr>
              <p14:xfrm>
                <a:off x="4558968" y="2490984"/>
                <a:ext cx="30240" cy="24480"/>
              </p14:xfrm>
            </p:contentPart>
          </mc:Choice>
          <mc:Fallback xmlns=""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A70202C8-308D-8F9D-FC61-55B5400EE8D1}"/>
                    </a:ext>
                  </a:extLst>
                </p:cNvPr>
                <p:cNvPicPr/>
                <p:nvPr/>
              </p:nvPicPr>
              <p:blipFill>
                <a:blip r:embed="rId164"/>
                <a:stretch>
                  <a:fillRect/>
                </a:stretch>
              </p:blipFill>
              <p:spPr>
                <a:xfrm>
                  <a:off x="4550328" y="2482344"/>
                  <a:ext cx="47880" cy="4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5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7E126501-AB25-9882-3DE0-1F13D58283D0}"/>
                    </a:ext>
                  </a:extLst>
                </p14:cNvPr>
                <p14:cNvContentPartPr/>
                <p14:nvPr/>
              </p14:nvContentPartPr>
              <p14:xfrm>
                <a:off x="4975128" y="2398104"/>
                <a:ext cx="36360" cy="276120"/>
              </p14:xfrm>
            </p:contentPart>
          </mc:Choice>
          <mc:Fallback xmlns=""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7E126501-AB25-9882-3DE0-1F13D58283D0}"/>
                    </a:ext>
                  </a:extLst>
                </p:cNvPr>
                <p:cNvPicPr/>
                <p:nvPr/>
              </p:nvPicPr>
              <p:blipFill>
                <a:blip r:embed="rId166"/>
                <a:stretch>
                  <a:fillRect/>
                </a:stretch>
              </p:blipFill>
              <p:spPr>
                <a:xfrm>
                  <a:off x="4966488" y="2389104"/>
                  <a:ext cx="54000" cy="29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7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080A3C2C-1E40-EB9F-41B4-9AF35A4FD910}"/>
                    </a:ext>
                  </a:extLst>
                </p14:cNvPr>
                <p14:cNvContentPartPr/>
                <p14:nvPr/>
              </p14:nvContentPartPr>
              <p14:xfrm>
                <a:off x="4854168" y="2568024"/>
                <a:ext cx="325440" cy="66600"/>
              </p14:xfrm>
            </p:contentPart>
          </mc:Choice>
          <mc:Fallback xmlns=""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080A3C2C-1E40-EB9F-41B4-9AF35A4FD910}"/>
                    </a:ext>
                  </a:extLst>
                </p:cNvPr>
                <p:cNvPicPr/>
                <p:nvPr/>
              </p:nvPicPr>
              <p:blipFill>
                <a:blip r:embed="rId168"/>
                <a:stretch>
                  <a:fillRect/>
                </a:stretch>
              </p:blipFill>
              <p:spPr>
                <a:xfrm>
                  <a:off x="4845528" y="2559024"/>
                  <a:ext cx="343080" cy="84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6" name="Group 105">
            <a:extLst>
              <a:ext uri="{FF2B5EF4-FFF2-40B4-BE49-F238E27FC236}">
                <a16:creationId xmlns:a16="http://schemas.microsoft.com/office/drawing/2014/main" id="{0C25F151-7554-0E6B-4833-DDA4612BF225}"/>
              </a:ext>
            </a:extLst>
          </p:cNvPr>
          <p:cNvGrpSpPr/>
          <p:nvPr/>
        </p:nvGrpSpPr>
        <p:grpSpPr>
          <a:xfrm>
            <a:off x="5507208" y="2267424"/>
            <a:ext cx="511560" cy="591480"/>
            <a:chOff x="5507208" y="2267424"/>
            <a:chExt cx="511560" cy="591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9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E537A8C0-1834-1F10-F6C4-D4EB1B5F88F3}"/>
                    </a:ext>
                  </a:extLst>
                </p14:cNvPr>
                <p14:cNvContentPartPr/>
                <p14:nvPr/>
              </p14:nvContentPartPr>
              <p14:xfrm>
                <a:off x="5507208" y="2267424"/>
                <a:ext cx="204120" cy="591480"/>
              </p14:xfrm>
            </p:contentPart>
          </mc:Choice>
          <mc:Fallback xmlns=""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E537A8C0-1834-1F10-F6C4-D4EB1B5F88F3}"/>
                    </a:ext>
                  </a:extLst>
                </p:cNvPr>
                <p:cNvPicPr/>
                <p:nvPr/>
              </p:nvPicPr>
              <p:blipFill>
                <a:blip r:embed="rId170"/>
                <a:stretch>
                  <a:fillRect/>
                </a:stretch>
              </p:blipFill>
              <p:spPr>
                <a:xfrm>
                  <a:off x="5498568" y="2258424"/>
                  <a:ext cx="221760" cy="60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1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EB5D5826-83F1-5477-9F3C-6AA51FC59D9B}"/>
                    </a:ext>
                  </a:extLst>
                </p14:cNvPr>
                <p14:cNvContentPartPr/>
                <p14:nvPr/>
              </p14:nvContentPartPr>
              <p14:xfrm>
                <a:off x="5708448" y="2546064"/>
                <a:ext cx="34920" cy="55440"/>
              </p14:xfrm>
            </p:contentPart>
          </mc:Choice>
          <mc:Fallback xmlns=""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EB5D5826-83F1-5477-9F3C-6AA51FC59D9B}"/>
                    </a:ext>
                  </a:extLst>
                </p:cNvPr>
                <p:cNvPicPr/>
                <p:nvPr/>
              </p:nvPicPr>
              <p:blipFill>
                <a:blip r:embed="rId172"/>
                <a:stretch>
                  <a:fillRect/>
                </a:stretch>
              </p:blipFill>
              <p:spPr>
                <a:xfrm>
                  <a:off x="5699808" y="2537424"/>
                  <a:ext cx="52560" cy="7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3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727047E0-F2B5-C720-D5D3-EBDAC01C6DED}"/>
                    </a:ext>
                  </a:extLst>
                </p14:cNvPr>
                <p14:cNvContentPartPr/>
                <p14:nvPr/>
              </p14:nvContentPartPr>
              <p14:xfrm>
                <a:off x="5810688" y="2634264"/>
                <a:ext cx="120600" cy="36360"/>
              </p14:xfrm>
            </p:contentPart>
          </mc:Choice>
          <mc:Fallback xmlns=""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727047E0-F2B5-C720-D5D3-EBDAC01C6DED}"/>
                    </a:ext>
                  </a:extLst>
                </p:cNvPr>
                <p:cNvPicPr/>
                <p:nvPr/>
              </p:nvPicPr>
              <p:blipFill>
                <a:blip r:embed="rId174"/>
                <a:stretch>
                  <a:fillRect/>
                </a:stretch>
              </p:blipFill>
              <p:spPr>
                <a:xfrm>
                  <a:off x="5802048" y="2625264"/>
                  <a:ext cx="138240" cy="5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5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77775BB1-7479-056E-3B1D-4BA322ED30A1}"/>
                    </a:ext>
                  </a:extLst>
                </p14:cNvPr>
                <p14:cNvContentPartPr/>
                <p14:nvPr/>
              </p14:nvContentPartPr>
              <p14:xfrm>
                <a:off x="5994288" y="2487744"/>
                <a:ext cx="24480" cy="206640"/>
              </p14:xfrm>
            </p:contentPart>
          </mc:Choice>
          <mc:Fallback xmlns=""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77775BB1-7479-056E-3B1D-4BA322ED30A1}"/>
                    </a:ext>
                  </a:extLst>
                </p:cNvPr>
                <p:cNvPicPr/>
                <p:nvPr/>
              </p:nvPicPr>
              <p:blipFill>
                <a:blip r:embed="rId176"/>
                <a:stretch>
                  <a:fillRect/>
                </a:stretch>
              </p:blipFill>
              <p:spPr>
                <a:xfrm>
                  <a:off x="5985648" y="2479104"/>
                  <a:ext cx="42120" cy="224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5" name="Group 114">
            <a:extLst>
              <a:ext uri="{FF2B5EF4-FFF2-40B4-BE49-F238E27FC236}">
                <a16:creationId xmlns:a16="http://schemas.microsoft.com/office/drawing/2014/main" id="{9E9AEC75-38A6-484F-5F43-EE0E01947813}"/>
              </a:ext>
            </a:extLst>
          </p:cNvPr>
          <p:cNvGrpSpPr/>
          <p:nvPr/>
        </p:nvGrpSpPr>
        <p:grpSpPr>
          <a:xfrm>
            <a:off x="6614568" y="2400264"/>
            <a:ext cx="415080" cy="302400"/>
            <a:chOff x="6614568" y="2400264"/>
            <a:chExt cx="415080" cy="302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77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95E9F47A-17F2-59C8-5096-B22E3F860687}"/>
                    </a:ext>
                  </a:extLst>
                </p14:cNvPr>
                <p14:cNvContentPartPr/>
                <p14:nvPr/>
              </p14:nvContentPartPr>
              <p14:xfrm>
                <a:off x="6633288" y="2456784"/>
                <a:ext cx="13680" cy="245880"/>
              </p14:xfrm>
            </p:contentPart>
          </mc:Choice>
          <mc:Fallback xmlns=""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95E9F47A-17F2-59C8-5096-B22E3F860687}"/>
                    </a:ext>
                  </a:extLst>
                </p:cNvPr>
                <p:cNvPicPr/>
                <p:nvPr/>
              </p:nvPicPr>
              <p:blipFill>
                <a:blip r:embed="rId178"/>
                <a:stretch>
                  <a:fillRect/>
                </a:stretch>
              </p:blipFill>
              <p:spPr>
                <a:xfrm>
                  <a:off x="6624288" y="2448144"/>
                  <a:ext cx="31320" cy="26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9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325C4C68-46E1-C6B0-9408-6449D31A12C2}"/>
                    </a:ext>
                  </a:extLst>
                </p14:cNvPr>
                <p14:cNvContentPartPr/>
                <p14:nvPr/>
              </p14:nvContentPartPr>
              <p14:xfrm>
                <a:off x="6614568" y="2400264"/>
                <a:ext cx="415080" cy="268560"/>
              </p14:xfrm>
            </p:contentPart>
          </mc:Choice>
          <mc:Fallback xmlns=""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325C4C68-46E1-C6B0-9408-6449D31A12C2}"/>
                    </a:ext>
                  </a:extLst>
                </p:cNvPr>
                <p:cNvPicPr/>
                <p:nvPr/>
              </p:nvPicPr>
              <p:blipFill>
                <a:blip r:embed="rId180"/>
                <a:stretch>
                  <a:fillRect/>
                </a:stretch>
              </p:blipFill>
              <p:spPr>
                <a:xfrm>
                  <a:off x="6605928" y="2391624"/>
                  <a:ext cx="432720" cy="286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4" name="Group 113">
            <a:extLst>
              <a:ext uri="{FF2B5EF4-FFF2-40B4-BE49-F238E27FC236}">
                <a16:creationId xmlns:a16="http://schemas.microsoft.com/office/drawing/2014/main" id="{24848B5A-51AA-62FE-5B29-949E22D2AB25}"/>
              </a:ext>
            </a:extLst>
          </p:cNvPr>
          <p:cNvGrpSpPr/>
          <p:nvPr/>
        </p:nvGrpSpPr>
        <p:grpSpPr>
          <a:xfrm>
            <a:off x="7296768" y="2546064"/>
            <a:ext cx="610560" cy="307800"/>
            <a:chOff x="7296768" y="2546064"/>
            <a:chExt cx="610560" cy="307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1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47EF7AE1-50D6-05EF-3F3E-20578BD0C126}"/>
                    </a:ext>
                  </a:extLst>
                </p14:cNvPr>
                <p14:cNvContentPartPr/>
                <p14:nvPr/>
              </p14:nvContentPartPr>
              <p14:xfrm>
                <a:off x="7296768" y="2546064"/>
                <a:ext cx="219960" cy="109080"/>
              </p14:xfrm>
            </p:contentPart>
          </mc:Choice>
          <mc:Fallback xmlns=""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47EF7AE1-50D6-05EF-3F3E-20578BD0C126}"/>
                    </a:ext>
                  </a:extLst>
                </p:cNvPr>
                <p:cNvPicPr/>
                <p:nvPr/>
              </p:nvPicPr>
              <p:blipFill>
                <a:blip r:embed="rId182"/>
                <a:stretch>
                  <a:fillRect/>
                </a:stretch>
              </p:blipFill>
              <p:spPr>
                <a:xfrm>
                  <a:off x="7288128" y="2537424"/>
                  <a:ext cx="237600" cy="12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3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760D8597-80D9-261D-292F-FB8062173B8C}"/>
                    </a:ext>
                  </a:extLst>
                </p14:cNvPr>
                <p14:cNvContentPartPr/>
                <p14:nvPr/>
              </p14:nvContentPartPr>
              <p14:xfrm>
                <a:off x="7597008" y="2585304"/>
                <a:ext cx="310320" cy="268560"/>
              </p14:xfrm>
            </p:contentPart>
          </mc:Choice>
          <mc:Fallback xmlns=""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760D8597-80D9-261D-292F-FB8062173B8C}"/>
                    </a:ext>
                  </a:extLst>
                </p:cNvPr>
                <p:cNvPicPr/>
                <p:nvPr/>
              </p:nvPicPr>
              <p:blipFill>
                <a:blip r:embed="rId184"/>
                <a:stretch>
                  <a:fillRect/>
                </a:stretch>
              </p:blipFill>
              <p:spPr>
                <a:xfrm>
                  <a:off x="7588368" y="2576304"/>
                  <a:ext cx="327960" cy="286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1" name="Group 120">
            <a:extLst>
              <a:ext uri="{FF2B5EF4-FFF2-40B4-BE49-F238E27FC236}">
                <a16:creationId xmlns:a16="http://schemas.microsoft.com/office/drawing/2014/main" id="{2FC1F7E2-D7BE-99A9-8E49-07002B6EB16B}"/>
              </a:ext>
            </a:extLst>
          </p:cNvPr>
          <p:cNvGrpSpPr/>
          <p:nvPr/>
        </p:nvGrpSpPr>
        <p:grpSpPr>
          <a:xfrm>
            <a:off x="7928568" y="2396664"/>
            <a:ext cx="636480" cy="269280"/>
            <a:chOff x="7928568" y="2396664"/>
            <a:chExt cx="636480" cy="269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5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0BFCE7DF-3CF5-2730-82AA-4D56D684B085}"/>
                    </a:ext>
                  </a:extLst>
                </p14:cNvPr>
                <p14:cNvContentPartPr/>
                <p14:nvPr/>
              </p14:nvContentPartPr>
              <p14:xfrm>
                <a:off x="7981128" y="2460024"/>
                <a:ext cx="48600" cy="205920"/>
              </p14:xfrm>
            </p:contentPart>
          </mc:Choice>
          <mc:Fallback xmlns=""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0BFCE7DF-3CF5-2730-82AA-4D56D684B085}"/>
                    </a:ext>
                  </a:extLst>
                </p:cNvPr>
                <p:cNvPicPr/>
                <p:nvPr/>
              </p:nvPicPr>
              <p:blipFill>
                <a:blip r:embed="rId186"/>
                <a:stretch>
                  <a:fillRect/>
                </a:stretch>
              </p:blipFill>
              <p:spPr>
                <a:xfrm>
                  <a:off x="7972128" y="2451024"/>
                  <a:ext cx="66240" cy="22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7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18A16229-FB08-457D-2366-2FE0E98FA51F}"/>
                    </a:ext>
                  </a:extLst>
                </p14:cNvPr>
                <p14:cNvContentPartPr/>
                <p14:nvPr/>
              </p14:nvContentPartPr>
              <p14:xfrm>
                <a:off x="7928568" y="2575584"/>
                <a:ext cx="267120" cy="61920"/>
              </p14:xfrm>
            </p:contentPart>
          </mc:Choice>
          <mc:Fallback xmlns=""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18A16229-FB08-457D-2366-2FE0E98FA51F}"/>
                    </a:ext>
                  </a:extLst>
                </p:cNvPr>
                <p:cNvPicPr/>
                <p:nvPr/>
              </p:nvPicPr>
              <p:blipFill>
                <a:blip r:embed="rId188"/>
                <a:stretch>
                  <a:fillRect/>
                </a:stretch>
              </p:blipFill>
              <p:spPr>
                <a:xfrm>
                  <a:off x="7919568" y="2566944"/>
                  <a:ext cx="284760" cy="7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9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F2F84E3F-A043-A711-4D1E-5D8A4E076502}"/>
                    </a:ext>
                  </a:extLst>
                </p14:cNvPr>
                <p14:cNvContentPartPr/>
                <p14:nvPr/>
              </p14:nvContentPartPr>
              <p14:xfrm>
                <a:off x="8242128" y="2396664"/>
                <a:ext cx="147240" cy="235080"/>
              </p14:xfrm>
            </p:contentPart>
          </mc:Choice>
          <mc:Fallback xmlns=""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F2F84E3F-A043-A711-4D1E-5D8A4E076502}"/>
                    </a:ext>
                  </a:extLst>
                </p:cNvPr>
                <p:cNvPicPr/>
                <p:nvPr/>
              </p:nvPicPr>
              <p:blipFill>
                <a:blip r:embed="rId190"/>
                <a:stretch>
                  <a:fillRect/>
                </a:stretch>
              </p:blipFill>
              <p:spPr>
                <a:xfrm>
                  <a:off x="8233488" y="2387664"/>
                  <a:ext cx="164880" cy="25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1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628C6866-5607-E16F-8B7C-CCC4092EF9A6}"/>
                    </a:ext>
                  </a:extLst>
                </p14:cNvPr>
                <p14:cNvContentPartPr/>
                <p14:nvPr/>
              </p14:nvContentPartPr>
              <p14:xfrm>
                <a:off x="8463528" y="2569824"/>
                <a:ext cx="101520" cy="40680"/>
              </p14:xfrm>
            </p:contentPart>
          </mc:Choice>
          <mc:Fallback xmlns=""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628C6866-5607-E16F-8B7C-CCC4092EF9A6}"/>
                    </a:ext>
                  </a:extLst>
                </p:cNvPr>
                <p:cNvPicPr/>
                <p:nvPr/>
              </p:nvPicPr>
              <p:blipFill>
                <a:blip r:embed="rId192"/>
                <a:stretch>
                  <a:fillRect/>
                </a:stretch>
              </p:blipFill>
              <p:spPr>
                <a:xfrm>
                  <a:off x="8454528" y="2560824"/>
                  <a:ext cx="119160" cy="5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3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C02069D3-6E0A-1DE4-F6D7-068A6115A594}"/>
                    </a:ext>
                  </a:extLst>
                </p14:cNvPr>
                <p14:cNvContentPartPr/>
                <p14:nvPr/>
              </p14:nvContentPartPr>
              <p14:xfrm>
                <a:off x="8533368" y="2456784"/>
                <a:ext cx="19800" cy="10440"/>
              </p14:xfrm>
            </p:contentPart>
          </mc:Choice>
          <mc:Fallback xmlns=""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C02069D3-6E0A-1DE4-F6D7-068A6115A594}"/>
                    </a:ext>
                  </a:extLst>
                </p:cNvPr>
                <p:cNvPicPr/>
                <p:nvPr/>
              </p:nvPicPr>
              <p:blipFill>
                <a:blip r:embed="rId194"/>
                <a:stretch>
                  <a:fillRect/>
                </a:stretch>
              </p:blipFill>
              <p:spPr>
                <a:xfrm>
                  <a:off x="8524368" y="2447784"/>
                  <a:ext cx="37440" cy="280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95">
            <p14:nvContentPartPr>
              <p14:cNvPr id="122" name="Ink 121">
                <a:extLst>
                  <a:ext uri="{FF2B5EF4-FFF2-40B4-BE49-F238E27FC236}">
                    <a16:creationId xmlns:a16="http://schemas.microsoft.com/office/drawing/2014/main" id="{620E59D5-2101-2532-3380-35C2D2F76E78}"/>
                  </a:ext>
                </a:extLst>
              </p14:cNvPr>
              <p14:cNvContentPartPr/>
              <p14:nvPr/>
            </p14:nvContentPartPr>
            <p14:xfrm>
              <a:off x="8829648" y="2427984"/>
              <a:ext cx="234720" cy="287640"/>
            </p14:xfrm>
          </p:contentPart>
        </mc:Choice>
        <mc:Fallback xmlns="">
          <p:pic>
            <p:nvPicPr>
              <p:cNvPr id="122" name="Ink 121">
                <a:extLst>
                  <a:ext uri="{FF2B5EF4-FFF2-40B4-BE49-F238E27FC236}">
                    <a16:creationId xmlns:a16="http://schemas.microsoft.com/office/drawing/2014/main" id="{620E59D5-2101-2532-3380-35C2D2F76E78}"/>
                  </a:ext>
                </a:extLst>
              </p:cNvPr>
              <p:cNvPicPr/>
              <p:nvPr/>
            </p:nvPicPr>
            <p:blipFill>
              <a:blip r:embed="rId196"/>
              <a:stretch>
                <a:fillRect/>
              </a:stretch>
            </p:blipFill>
            <p:spPr>
              <a:xfrm>
                <a:off x="8821008" y="2418984"/>
                <a:ext cx="252360" cy="305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7">
            <p14:nvContentPartPr>
              <p14:cNvPr id="123" name="Ink 122">
                <a:extLst>
                  <a:ext uri="{FF2B5EF4-FFF2-40B4-BE49-F238E27FC236}">
                    <a16:creationId xmlns:a16="http://schemas.microsoft.com/office/drawing/2014/main" id="{B3561F9B-39C7-4B4E-5133-73170CD5DC1F}"/>
                  </a:ext>
                </a:extLst>
              </p14:cNvPr>
              <p14:cNvContentPartPr/>
              <p14:nvPr/>
            </p14:nvContentPartPr>
            <p14:xfrm>
              <a:off x="9136728" y="2406384"/>
              <a:ext cx="55800" cy="265680"/>
            </p14:xfrm>
          </p:contentPart>
        </mc:Choice>
        <mc:Fallback xmlns="">
          <p:pic>
            <p:nvPicPr>
              <p:cNvPr id="123" name="Ink 122">
                <a:extLst>
                  <a:ext uri="{FF2B5EF4-FFF2-40B4-BE49-F238E27FC236}">
                    <a16:creationId xmlns:a16="http://schemas.microsoft.com/office/drawing/2014/main" id="{B3561F9B-39C7-4B4E-5133-73170CD5DC1F}"/>
                  </a:ext>
                </a:extLst>
              </p:cNvPr>
              <p:cNvPicPr/>
              <p:nvPr/>
            </p:nvPicPr>
            <p:blipFill>
              <a:blip r:embed="rId198"/>
              <a:stretch>
                <a:fillRect/>
              </a:stretch>
            </p:blipFill>
            <p:spPr>
              <a:xfrm>
                <a:off x="9127728" y="2397744"/>
                <a:ext cx="73440" cy="283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9">
            <p14:nvContentPartPr>
              <p14:cNvPr id="124" name="Ink 123">
                <a:extLst>
                  <a:ext uri="{FF2B5EF4-FFF2-40B4-BE49-F238E27FC236}">
                    <a16:creationId xmlns:a16="http://schemas.microsoft.com/office/drawing/2014/main" id="{44D5C480-C434-B931-D7B0-4CA79D6F2FCD}"/>
                  </a:ext>
                </a:extLst>
              </p14:cNvPr>
              <p14:cNvContentPartPr/>
              <p14:nvPr/>
            </p14:nvContentPartPr>
            <p14:xfrm>
              <a:off x="9146448" y="2577744"/>
              <a:ext cx="108720" cy="20880"/>
            </p14:xfrm>
          </p:contentPart>
        </mc:Choice>
        <mc:Fallback xmlns="">
          <p:pic>
            <p:nvPicPr>
              <p:cNvPr id="124" name="Ink 123">
                <a:extLst>
                  <a:ext uri="{FF2B5EF4-FFF2-40B4-BE49-F238E27FC236}">
                    <a16:creationId xmlns:a16="http://schemas.microsoft.com/office/drawing/2014/main" id="{44D5C480-C434-B931-D7B0-4CA79D6F2FCD}"/>
                  </a:ext>
                </a:extLst>
              </p:cNvPr>
              <p:cNvPicPr/>
              <p:nvPr/>
            </p:nvPicPr>
            <p:blipFill>
              <a:blip r:embed="rId200"/>
              <a:stretch>
                <a:fillRect/>
              </a:stretch>
            </p:blipFill>
            <p:spPr>
              <a:xfrm>
                <a:off x="9137448" y="2568744"/>
                <a:ext cx="126360" cy="38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1">
            <p14:nvContentPartPr>
              <p14:cNvPr id="125" name="Ink 124">
                <a:extLst>
                  <a:ext uri="{FF2B5EF4-FFF2-40B4-BE49-F238E27FC236}">
                    <a16:creationId xmlns:a16="http://schemas.microsoft.com/office/drawing/2014/main" id="{FDC66B4F-166A-536F-E6A9-6C470834976D}"/>
                  </a:ext>
                </a:extLst>
              </p14:cNvPr>
              <p14:cNvContentPartPr/>
              <p14:nvPr/>
            </p14:nvContentPartPr>
            <p14:xfrm>
              <a:off x="9285768" y="2588544"/>
              <a:ext cx="198720" cy="88560"/>
            </p14:xfrm>
          </p:contentPart>
        </mc:Choice>
        <mc:Fallback xmlns="">
          <p:pic>
            <p:nvPicPr>
              <p:cNvPr id="125" name="Ink 124">
                <a:extLst>
                  <a:ext uri="{FF2B5EF4-FFF2-40B4-BE49-F238E27FC236}">
                    <a16:creationId xmlns:a16="http://schemas.microsoft.com/office/drawing/2014/main" id="{FDC66B4F-166A-536F-E6A9-6C470834976D}"/>
                  </a:ext>
                </a:extLst>
              </p:cNvPr>
              <p:cNvPicPr/>
              <p:nvPr/>
            </p:nvPicPr>
            <p:blipFill>
              <a:blip r:embed="rId202"/>
              <a:stretch>
                <a:fillRect/>
              </a:stretch>
            </p:blipFill>
            <p:spPr>
              <a:xfrm>
                <a:off x="9277128" y="2579544"/>
                <a:ext cx="216360" cy="106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3">
            <p14:nvContentPartPr>
              <p14:cNvPr id="126" name="Ink 125">
                <a:extLst>
                  <a:ext uri="{FF2B5EF4-FFF2-40B4-BE49-F238E27FC236}">
                    <a16:creationId xmlns:a16="http://schemas.microsoft.com/office/drawing/2014/main" id="{BEF775F4-16B6-17D7-0AE7-526ACECFC0CE}"/>
                  </a:ext>
                </a:extLst>
              </p14:cNvPr>
              <p14:cNvContentPartPr/>
              <p14:nvPr/>
            </p14:nvContentPartPr>
            <p14:xfrm>
              <a:off x="9542448" y="2404224"/>
              <a:ext cx="433440" cy="251640"/>
            </p14:xfrm>
          </p:contentPart>
        </mc:Choice>
        <mc:Fallback xmlns="">
          <p:pic>
            <p:nvPicPr>
              <p:cNvPr id="126" name="Ink 125">
                <a:extLst>
                  <a:ext uri="{FF2B5EF4-FFF2-40B4-BE49-F238E27FC236}">
                    <a16:creationId xmlns:a16="http://schemas.microsoft.com/office/drawing/2014/main" id="{BEF775F4-16B6-17D7-0AE7-526ACECFC0CE}"/>
                  </a:ext>
                </a:extLst>
              </p:cNvPr>
              <p:cNvPicPr/>
              <p:nvPr/>
            </p:nvPicPr>
            <p:blipFill>
              <a:blip r:embed="rId204"/>
              <a:stretch>
                <a:fillRect/>
              </a:stretch>
            </p:blipFill>
            <p:spPr>
              <a:xfrm>
                <a:off x="9533448" y="2395224"/>
                <a:ext cx="451080" cy="269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5">
            <p14:nvContentPartPr>
              <p14:cNvPr id="127" name="Ink 126">
                <a:extLst>
                  <a:ext uri="{FF2B5EF4-FFF2-40B4-BE49-F238E27FC236}">
                    <a16:creationId xmlns:a16="http://schemas.microsoft.com/office/drawing/2014/main" id="{85A8F605-F620-D860-34F8-06A7E36A5F65}"/>
                  </a:ext>
                </a:extLst>
              </p14:cNvPr>
              <p14:cNvContentPartPr/>
              <p14:nvPr/>
            </p14:nvContentPartPr>
            <p14:xfrm>
              <a:off x="9785808" y="2458944"/>
              <a:ext cx="144720" cy="35280"/>
            </p14:xfrm>
          </p:contentPart>
        </mc:Choice>
        <mc:Fallback xmlns="">
          <p:pic>
            <p:nvPicPr>
              <p:cNvPr id="127" name="Ink 126">
                <a:extLst>
                  <a:ext uri="{FF2B5EF4-FFF2-40B4-BE49-F238E27FC236}">
                    <a16:creationId xmlns:a16="http://schemas.microsoft.com/office/drawing/2014/main" id="{85A8F605-F620-D860-34F8-06A7E36A5F65}"/>
                  </a:ext>
                </a:extLst>
              </p:cNvPr>
              <p:cNvPicPr/>
              <p:nvPr/>
            </p:nvPicPr>
            <p:blipFill>
              <a:blip r:embed="rId206"/>
              <a:stretch>
                <a:fillRect/>
              </a:stretch>
            </p:blipFill>
            <p:spPr>
              <a:xfrm>
                <a:off x="9777168" y="2449944"/>
                <a:ext cx="162360" cy="52920"/>
              </a:xfrm>
              <a:prstGeom prst="rect">
                <a:avLst/>
              </a:prstGeom>
            </p:spPr>
          </p:pic>
        </mc:Fallback>
      </mc:AlternateContent>
      <p:grpSp>
        <p:nvGrpSpPr>
          <p:cNvPr id="204" name="Group 203">
            <a:extLst>
              <a:ext uri="{FF2B5EF4-FFF2-40B4-BE49-F238E27FC236}">
                <a16:creationId xmlns:a16="http://schemas.microsoft.com/office/drawing/2014/main" id="{30AB4BA1-11F6-F9D1-FE8A-80DB79345C18}"/>
              </a:ext>
            </a:extLst>
          </p:cNvPr>
          <p:cNvGrpSpPr/>
          <p:nvPr/>
        </p:nvGrpSpPr>
        <p:grpSpPr>
          <a:xfrm>
            <a:off x="10212408" y="2372184"/>
            <a:ext cx="751320" cy="459720"/>
            <a:chOff x="10212408" y="2372184"/>
            <a:chExt cx="751320" cy="459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07">
              <p14:nvContentPartPr>
                <p14:cNvPr id="193" name="Ink 192">
                  <a:extLst>
                    <a:ext uri="{FF2B5EF4-FFF2-40B4-BE49-F238E27FC236}">
                      <a16:creationId xmlns:a16="http://schemas.microsoft.com/office/drawing/2014/main" id="{67A2E348-7D92-FA02-AEB5-B55B4B6F3616}"/>
                    </a:ext>
                  </a:extLst>
                </p14:cNvPr>
                <p14:cNvContentPartPr/>
                <p14:nvPr/>
              </p14:nvContentPartPr>
              <p14:xfrm>
                <a:off x="10212408" y="2432664"/>
                <a:ext cx="235800" cy="399240"/>
              </p14:xfrm>
            </p:contentPart>
          </mc:Choice>
          <mc:Fallback xmlns="">
            <p:pic>
              <p:nvPicPr>
                <p:cNvPr id="193" name="Ink 192">
                  <a:extLst>
                    <a:ext uri="{FF2B5EF4-FFF2-40B4-BE49-F238E27FC236}">
                      <a16:creationId xmlns:a16="http://schemas.microsoft.com/office/drawing/2014/main" id="{67A2E348-7D92-FA02-AEB5-B55B4B6F3616}"/>
                    </a:ext>
                  </a:extLst>
                </p:cNvPr>
                <p:cNvPicPr/>
                <p:nvPr/>
              </p:nvPicPr>
              <p:blipFill>
                <a:blip r:embed="rId208"/>
                <a:stretch>
                  <a:fillRect/>
                </a:stretch>
              </p:blipFill>
              <p:spPr>
                <a:xfrm>
                  <a:off x="10203408" y="2424024"/>
                  <a:ext cx="253440" cy="41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9">
              <p14:nvContentPartPr>
                <p14:cNvPr id="194" name="Ink 193">
                  <a:extLst>
                    <a:ext uri="{FF2B5EF4-FFF2-40B4-BE49-F238E27FC236}">
                      <a16:creationId xmlns:a16="http://schemas.microsoft.com/office/drawing/2014/main" id="{7950B377-1E8A-C29C-1526-0566E05E1F69}"/>
                    </a:ext>
                  </a:extLst>
                </p14:cNvPr>
                <p14:cNvContentPartPr/>
                <p14:nvPr/>
              </p14:nvContentPartPr>
              <p14:xfrm>
                <a:off x="10667088" y="2392344"/>
                <a:ext cx="28800" cy="274680"/>
              </p14:xfrm>
            </p:contentPart>
          </mc:Choice>
          <mc:Fallback xmlns="">
            <p:pic>
              <p:nvPicPr>
                <p:cNvPr id="194" name="Ink 193">
                  <a:extLst>
                    <a:ext uri="{FF2B5EF4-FFF2-40B4-BE49-F238E27FC236}">
                      <a16:creationId xmlns:a16="http://schemas.microsoft.com/office/drawing/2014/main" id="{7950B377-1E8A-C29C-1526-0566E05E1F69}"/>
                    </a:ext>
                  </a:extLst>
                </p:cNvPr>
                <p:cNvPicPr/>
                <p:nvPr/>
              </p:nvPicPr>
              <p:blipFill>
                <a:blip r:embed="rId210"/>
                <a:stretch>
                  <a:fillRect/>
                </a:stretch>
              </p:blipFill>
              <p:spPr>
                <a:xfrm>
                  <a:off x="10658088" y="2383704"/>
                  <a:ext cx="46440" cy="29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1">
              <p14:nvContentPartPr>
                <p14:cNvPr id="195" name="Ink 194">
                  <a:extLst>
                    <a:ext uri="{FF2B5EF4-FFF2-40B4-BE49-F238E27FC236}">
                      <a16:creationId xmlns:a16="http://schemas.microsoft.com/office/drawing/2014/main" id="{89452762-3896-C0C9-CCEE-991C4C1CDAE6}"/>
                    </a:ext>
                  </a:extLst>
                </p14:cNvPr>
                <p14:cNvContentPartPr/>
                <p14:nvPr/>
              </p14:nvContentPartPr>
              <p14:xfrm>
                <a:off x="10749888" y="2372184"/>
                <a:ext cx="213840" cy="277560"/>
              </p14:xfrm>
            </p:contentPart>
          </mc:Choice>
          <mc:Fallback xmlns="">
            <p:pic>
              <p:nvPicPr>
                <p:cNvPr id="195" name="Ink 194">
                  <a:extLst>
                    <a:ext uri="{FF2B5EF4-FFF2-40B4-BE49-F238E27FC236}">
                      <a16:creationId xmlns:a16="http://schemas.microsoft.com/office/drawing/2014/main" id="{89452762-3896-C0C9-CCEE-991C4C1CDAE6}"/>
                    </a:ext>
                  </a:extLst>
                </p:cNvPr>
                <p:cNvPicPr/>
                <p:nvPr/>
              </p:nvPicPr>
              <p:blipFill>
                <a:blip r:embed="rId212"/>
                <a:stretch>
                  <a:fillRect/>
                </a:stretch>
              </p:blipFill>
              <p:spPr>
                <a:xfrm>
                  <a:off x="10741248" y="2363184"/>
                  <a:ext cx="231480" cy="295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9" name="Group 208">
            <a:extLst>
              <a:ext uri="{FF2B5EF4-FFF2-40B4-BE49-F238E27FC236}">
                <a16:creationId xmlns:a16="http://schemas.microsoft.com/office/drawing/2014/main" id="{3E76819A-D461-CA0B-841C-A05EDE2024F7}"/>
              </a:ext>
            </a:extLst>
          </p:cNvPr>
          <p:cNvGrpSpPr/>
          <p:nvPr/>
        </p:nvGrpSpPr>
        <p:grpSpPr>
          <a:xfrm>
            <a:off x="11101608" y="2434104"/>
            <a:ext cx="1077480" cy="299160"/>
            <a:chOff x="11101608" y="2434104"/>
            <a:chExt cx="1077480" cy="299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13">
              <p14:nvContentPartPr>
                <p14:cNvPr id="205" name="Ink 204">
                  <a:extLst>
                    <a:ext uri="{FF2B5EF4-FFF2-40B4-BE49-F238E27FC236}">
                      <a16:creationId xmlns:a16="http://schemas.microsoft.com/office/drawing/2014/main" id="{7DD2021E-46F5-ACBB-54C8-7DAC6AD58A2F}"/>
                    </a:ext>
                  </a:extLst>
                </p14:cNvPr>
                <p14:cNvContentPartPr/>
                <p14:nvPr/>
              </p14:nvContentPartPr>
              <p14:xfrm>
                <a:off x="11101608" y="2434104"/>
                <a:ext cx="781560" cy="299160"/>
              </p14:xfrm>
            </p:contentPart>
          </mc:Choice>
          <mc:Fallback xmlns="">
            <p:pic>
              <p:nvPicPr>
                <p:cNvPr id="205" name="Ink 204">
                  <a:extLst>
                    <a:ext uri="{FF2B5EF4-FFF2-40B4-BE49-F238E27FC236}">
                      <a16:creationId xmlns:a16="http://schemas.microsoft.com/office/drawing/2014/main" id="{7DD2021E-46F5-ACBB-54C8-7DAC6AD58A2F}"/>
                    </a:ext>
                  </a:extLst>
                </p:cNvPr>
                <p:cNvPicPr/>
                <p:nvPr/>
              </p:nvPicPr>
              <p:blipFill>
                <a:blip r:embed="rId214"/>
                <a:stretch>
                  <a:fillRect/>
                </a:stretch>
              </p:blipFill>
              <p:spPr>
                <a:xfrm>
                  <a:off x="11092968" y="2425464"/>
                  <a:ext cx="799200" cy="31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5">
              <p14:nvContentPartPr>
                <p14:cNvPr id="206" name="Ink 205">
                  <a:extLst>
                    <a:ext uri="{FF2B5EF4-FFF2-40B4-BE49-F238E27FC236}">
                      <a16:creationId xmlns:a16="http://schemas.microsoft.com/office/drawing/2014/main" id="{3C22D8F1-3A70-5D96-9467-1266C03C3D0A}"/>
                    </a:ext>
                  </a:extLst>
                </p14:cNvPr>
                <p14:cNvContentPartPr/>
                <p14:nvPr/>
              </p14:nvContentPartPr>
              <p14:xfrm>
                <a:off x="11797128" y="2518704"/>
                <a:ext cx="78480" cy="17640"/>
              </p14:xfrm>
            </p:contentPart>
          </mc:Choice>
          <mc:Fallback xmlns="">
            <p:pic>
              <p:nvPicPr>
                <p:cNvPr id="206" name="Ink 205">
                  <a:extLst>
                    <a:ext uri="{FF2B5EF4-FFF2-40B4-BE49-F238E27FC236}">
                      <a16:creationId xmlns:a16="http://schemas.microsoft.com/office/drawing/2014/main" id="{3C22D8F1-3A70-5D96-9467-1266C03C3D0A}"/>
                    </a:ext>
                  </a:extLst>
                </p:cNvPr>
                <p:cNvPicPr/>
                <p:nvPr/>
              </p:nvPicPr>
              <p:blipFill>
                <a:blip r:embed="rId216"/>
                <a:stretch>
                  <a:fillRect/>
                </a:stretch>
              </p:blipFill>
              <p:spPr>
                <a:xfrm>
                  <a:off x="11788128" y="2509704"/>
                  <a:ext cx="96120" cy="3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7">
              <p14:nvContentPartPr>
                <p14:cNvPr id="207" name="Ink 206">
                  <a:extLst>
                    <a:ext uri="{FF2B5EF4-FFF2-40B4-BE49-F238E27FC236}">
                      <a16:creationId xmlns:a16="http://schemas.microsoft.com/office/drawing/2014/main" id="{5DF7D768-76B4-5406-65BA-40E28534DCD9}"/>
                    </a:ext>
                  </a:extLst>
                </p14:cNvPr>
                <p14:cNvContentPartPr/>
                <p14:nvPr/>
              </p14:nvContentPartPr>
              <p14:xfrm>
                <a:off x="11928168" y="2636064"/>
                <a:ext cx="115920" cy="57240"/>
              </p14:xfrm>
            </p:contentPart>
          </mc:Choice>
          <mc:Fallback xmlns="">
            <p:pic>
              <p:nvPicPr>
                <p:cNvPr id="207" name="Ink 206">
                  <a:extLst>
                    <a:ext uri="{FF2B5EF4-FFF2-40B4-BE49-F238E27FC236}">
                      <a16:creationId xmlns:a16="http://schemas.microsoft.com/office/drawing/2014/main" id="{5DF7D768-76B4-5406-65BA-40E28534DCD9}"/>
                    </a:ext>
                  </a:extLst>
                </p:cNvPr>
                <p:cNvPicPr/>
                <p:nvPr/>
              </p:nvPicPr>
              <p:blipFill>
                <a:blip r:embed="rId218"/>
                <a:stretch>
                  <a:fillRect/>
                </a:stretch>
              </p:blipFill>
              <p:spPr>
                <a:xfrm>
                  <a:off x="11919168" y="2627424"/>
                  <a:ext cx="133560" cy="7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9">
              <p14:nvContentPartPr>
                <p14:cNvPr id="208" name="Ink 207">
                  <a:extLst>
                    <a:ext uri="{FF2B5EF4-FFF2-40B4-BE49-F238E27FC236}">
                      <a16:creationId xmlns:a16="http://schemas.microsoft.com/office/drawing/2014/main" id="{FF6CB356-71D3-67A1-9168-56176990E89A}"/>
                    </a:ext>
                  </a:extLst>
                </p14:cNvPr>
                <p14:cNvContentPartPr/>
                <p14:nvPr/>
              </p14:nvContentPartPr>
              <p14:xfrm>
                <a:off x="12155688" y="2690064"/>
                <a:ext cx="23400" cy="38520"/>
              </p14:xfrm>
            </p:contentPart>
          </mc:Choice>
          <mc:Fallback xmlns="">
            <p:pic>
              <p:nvPicPr>
                <p:cNvPr id="208" name="Ink 207">
                  <a:extLst>
                    <a:ext uri="{FF2B5EF4-FFF2-40B4-BE49-F238E27FC236}">
                      <a16:creationId xmlns:a16="http://schemas.microsoft.com/office/drawing/2014/main" id="{FF6CB356-71D3-67A1-9168-56176990E89A}"/>
                    </a:ext>
                  </a:extLst>
                </p:cNvPr>
                <p:cNvPicPr/>
                <p:nvPr/>
              </p:nvPicPr>
              <p:blipFill>
                <a:blip r:embed="rId220"/>
                <a:stretch>
                  <a:fillRect/>
                </a:stretch>
              </p:blipFill>
              <p:spPr>
                <a:xfrm>
                  <a:off x="12147048" y="2681064"/>
                  <a:ext cx="41040" cy="56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8" name="Group 217">
            <a:extLst>
              <a:ext uri="{FF2B5EF4-FFF2-40B4-BE49-F238E27FC236}">
                <a16:creationId xmlns:a16="http://schemas.microsoft.com/office/drawing/2014/main" id="{9185485C-94CE-24D1-D37A-FD6A50749A33}"/>
              </a:ext>
            </a:extLst>
          </p:cNvPr>
          <p:cNvGrpSpPr/>
          <p:nvPr/>
        </p:nvGrpSpPr>
        <p:grpSpPr>
          <a:xfrm>
            <a:off x="7787808" y="2836224"/>
            <a:ext cx="2352960" cy="527400"/>
            <a:chOff x="7787808" y="2836224"/>
            <a:chExt cx="2352960" cy="527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21">
              <p14:nvContentPartPr>
                <p14:cNvPr id="210" name="Ink 209">
                  <a:extLst>
                    <a:ext uri="{FF2B5EF4-FFF2-40B4-BE49-F238E27FC236}">
                      <a16:creationId xmlns:a16="http://schemas.microsoft.com/office/drawing/2014/main" id="{05B63215-59A4-6B32-0C68-0BEEE9515E35}"/>
                    </a:ext>
                  </a:extLst>
                </p14:cNvPr>
                <p14:cNvContentPartPr/>
                <p14:nvPr/>
              </p14:nvContentPartPr>
              <p14:xfrm>
                <a:off x="7787808" y="2836224"/>
                <a:ext cx="2057040" cy="118800"/>
              </p14:xfrm>
            </p:contentPart>
          </mc:Choice>
          <mc:Fallback xmlns="">
            <p:pic>
              <p:nvPicPr>
                <p:cNvPr id="210" name="Ink 209">
                  <a:extLst>
                    <a:ext uri="{FF2B5EF4-FFF2-40B4-BE49-F238E27FC236}">
                      <a16:creationId xmlns:a16="http://schemas.microsoft.com/office/drawing/2014/main" id="{05B63215-59A4-6B32-0C68-0BEEE9515E35}"/>
                    </a:ext>
                  </a:extLst>
                </p:cNvPr>
                <p:cNvPicPr/>
                <p:nvPr/>
              </p:nvPicPr>
              <p:blipFill>
                <a:blip r:embed="rId222"/>
                <a:stretch>
                  <a:fillRect/>
                </a:stretch>
              </p:blipFill>
              <p:spPr>
                <a:xfrm>
                  <a:off x="7779168" y="2827584"/>
                  <a:ext cx="2074680" cy="13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3">
              <p14:nvContentPartPr>
                <p14:cNvPr id="211" name="Ink 210">
                  <a:extLst>
                    <a:ext uri="{FF2B5EF4-FFF2-40B4-BE49-F238E27FC236}">
                      <a16:creationId xmlns:a16="http://schemas.microsoft.com/office/drawing/2014/main" id="{850E83E8-7D02-D97D-B3D7-2647B69F6B08}"/>
                    </a:ext>
                  </a:extLst>
                </p14:cNvPr>
                <p14:cNvContentPartPr/>
                <p14:nvPr/>
              </p14:nvContentPartPr>
              <p14:xfrm>
                <a:off x="8480808" y="2917224"/>
                <a:ext cx="1316880" cy="60120"/>
              </p14:xfrm>
            </p:contentPart>
          </mc:Choice>
          <mc:Fallback xmlns="">
            <p:pic>
              <p:nvPicPr>
                <p:cNvPr id="211" name="Ink 210">
                  <a:extLst>
                    <a:ext uri="{FF2B5EF4-FFF2-40B4-BE49-F238E27FC236}">
                      <a16:creationId xmlns:a16="http://schemas.microsoft.com/office/drawing/2014/main" id="{850E83E8-7D02-D97D-B3D7-2647B69F6B08}"/>
                    </a:ext>
                  </a:extLst>
                </p:cNvPr>
                <p:cNvPicPr/>
                <p:nvPr/>
              </p:nvPicPr>
              <p:blipFill>
                <a:blip r:embed="rId224"/>
                <a:stretch>
                  <a:fillRect/>
                </a:stretch>
              </p:blipFill>
              <p:spPr>
                <a:xfrm>
                  <a:off x="8471808" y="2908584"/>
                  <a:ext cx="1334520" cy="7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5">
              <p14:nvContentPartPr>
                <p14:cNvPr id="212" name="Ink 211">
                  <a:extLst>
                    <a:ext uri="{FF2B5EF4-FFF2-40B4-BE49-F238E27FC236}">
                      <a16:creationId xmlns:a16="http://schemas.microsoft.com/office/drawing/2014/main" id="{BA91CF5D-E057-DC7E-F1F7-9FCEA970D223}"/>
                    </a:ext>
                  </a:extLst>
                </p14:cNvPr>
                <p14:cNvContentPartPr/>
                <p14:nvPr/>
              </p14:nvContentPartPr>
              <p14:xfrm>
                <a:off x="9561888" y="2938104"/>
                <a:ext cx="23040" cy="12240"/>
              </p14:xfrm>
            </p:contentPart>
          </mc:Choice>
          <mc:Fallback xmlns="">
            <p:pic>
              <p:nvPicPr>
                <p:cNvPr id="212" name="Ink 211">
                  <a:extLst>
                    <a:ext uri="{FF2B5EF4-FFF2-40B4-BE49-F238E27FC236}">
                      <a16:creationId xmlns:a16="http://schemas.microsoft.com/office/drawing/2014/main" id="{BA91CF5D-E057-DC7E-F1F7-9FCEA970D223}"/>
                    </a:ext>
                  </a:extLst>
                </p:cNvPr>
                <p:cNvPicPr/>
                <p:nvPr/>
              </p:nvPicPr>
              <p:blipFill>
                <a:blip r:embed="rId226"/>
                <a:stretch>
                  <a:fillRect/>
                </a:stretch>
              </p:blipFill>
              <p:spPr>
                <a:xfrm>
                  <a:off x="9552888" y="2929104"/>
                  <a:ext cx="40680" cy="2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7">
              <p14:nvContentPartPr>
                <p14:cNvPr id="213" name="Ink 212">
                  <a:extLst>
                    <a:ext uri="{FF2B5EF4-FFF2-40B4-BE49-F238E27FC236}">
                      <a16:creationId xmlns:a16="http://schemas.microsoft.com/office/drawing/2014/main" id="{0E768553-D276-7ECD-490D-78619FE158CD}"/>
                    </a:ext>
                  </a:extLst>
                </p14:cNvPr>
                <p14:cNvContentPartPr/>
                <p14:nvPr/>
              </p14:nvContentPartPr>
              <p14:xfrm>
                <a:off x="8652888" y="3067704"/>
                <a:ext cx="69840" cy="183600"/>
              </p14:xfrm>
            </p:contentPart>
          </mc:Choice>
          <mc:Fallback xmlns="">
            <p:pic>
              <p:nvPicPr>
                <p:cNvPr id="213" name="Ink 212">
                  <a:extLst>
                    <a:ext uri="{FF2B5EF4-FFF2-40B4-BE49-F238E27FC236}">
                      <a16:creationId xmlns:a16="http://schemas.microsoft.com/office/drawing/2014/main" id="{0E768553-D276-7ECD-490D-78619FE158CD}"/>
                    </a:ext>
                  </a:extLst>
                </p:cNvPr>
                <p:cNvPicPr/>
                <p:nvPr/>
              </p:nvPicPr>
              <p:blipFill>
                <a:blip r:embed="rId228"/>
                <a:stretch>
                  <a:fillRect/>
                </a:stretch>
              </p:blipFill>
              <p:spPr>
                <a:xfrm>
                  <a:off x="8643888" y="3058704"/>
                  <a:ext cx="87480" cy="20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9">
              <p14:nvContentPartPr>
                <p14:cNvPr id="214" name="Ink 213">
                  <a:extLst>
                    <a:ext uri="{FF2B5EF4-FFF2-40B4-BE49-F238E27FC236}">
                      <a16:creationId xmlns:a16="http://schemas.microsoft.com/office/drawing/2014/main" id="{B7F3F2BD-7A1F-DCE7-13FF-DD9C3A508C34}"/>
                    </a:ext>
                  </a:extLst>
                </p14:cNvPr>
                <p14:cNvContentPartPr/>
                <p14:nvPr/>
              </p14:nvContentPartPr>
              <p14:xfrm>
                <a:off x="8571168" y="3149424"/>
                <a:ext cx="359640" cy="80640"/>
              </p14:xfrm>
            </p:contentPart>
          </mc:Choice>
          <mc:Fallback xmlns="">
            <p:pic>
              <p:nvPicPr>
                <p:cNvPr id="214" name="Ink 213">
                  <a:extLst>
                    <a:ext uri="{FF2B5EF4-FFF2-40B4-BE49-F238E27FC236}">
                      <a16:creationId xmlns:a16="http://schemas.microsoft.com/office/drawing/2014/main" id="{B7F3F2BD-7A1F-DCE7-13FF-DD9C3A508C34}"/>
                    </a:ext>
                  </a:extLst>
                </p:cNvPr>
                <p:cNvPicPr/>
                <p:nvPr/>
              </p:nvPicPr>
              <p:blipFill>
                <a:blip r:embed="rId230"/>
                <a:stretch>
                  <a:fillRect/>
                </a:stretch>
              </p:blipFill>
              <p:spPr>
                <a:xfrm>
                  <a:off x="8562528" y="3140784"/>
                  <a:ext cx="377280" cy="9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1">
              <p14:nvContentPartPr>
                <p14:cNvPr id="215" name="Ink 214">
                  <a:extLst>
                    <a:ext uri="{FF2B5EF4-FFF2-40B4-BE49-F238E27FC236}">
                      <a16:creationId xmlns:a16="http://schemas.microsoft.com/office/drawing/2014/main" id="{F4D6AB20-EEB0-B578-0A2A-76E0515B2DE8}"/>
                    </a:ext>
                  </a:extLst>
                </p14:cNvPr>
                <p14:cNvContentPartPr/>
                <p14:nvPr/>
              </p14:nvContentPartPr>
              <p14:xfrm>
                <a:off x="8985888" y="3168864"/>
                <a:ext cx="227160" cy="87480"/>
              </p14:xfrm>
            </p:contentPart>
          </mc:Choice>
          <mc:Fallback xmlns="">
            <p:pic>
              <p:nvPicPr>
                <p:cNvPr id="215" name="Ink 214">
                  <a:extLst>
                    <a:ext uri="{FF2B5EF4-FFF2-40B4-BE49-F238E27FC236}">
                      <a16:creationId xmlns:a16="http://schemas.microsoft.com/office/drawing/2014/main" id="{F4D6AB20-EEB0-B578-0A2A-76E0515B2DE8}"/>
                    </a:ext>
                  </a:extLst>
                </p:cNvPr>
                <p:cNvPicPr/>
                <p:nvPr/>
              </p:nvPicPr>
              <p:blipFill>
                <a:blip r:embed="rId232"/>
                <a:stretch>
                  <a:fillRect/>
                </a:stretch>
              </p:blipFill>
              <p:spPr>
                <a:xfrm>
                  <a:off x="8977248" y="3159864"/>
                  <a:ext cx="244800" cy="10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3">
              <p14:nvContentPartPr>
                <p14:cNvPr id="216" name="Ink 215">
                  <a:extLst>
                    <a:ext uri="{FF2B5EF4-FFF2-40B4-BE49-F238E27FC236}">
                      <a16:creationId xmlns:a16="http://schemas.microsoft.com/office/drawing/2014/main" id="{4DB2FC28-DBF8-7BD1-D9C6-96196E24AD67}"/>
                    </a:ext>
                  </a:extLst>
                </p14:cNvPr>
                <p14:cNvContentPartPr/>
                <p14:nvPr/>
              </p14:nvContentPartPr>
              <p14:xfrm>
                <a:off x="9328248" y="3128184"/>
                <a:ext cx="645120" cy="235440"/>
              </p14:xfrm>
            </p:contentPart>
          </mc:Choice>
          <mc:Fallback xmlns="">
            <p:pic>
              <p:nvPicPr>
                <p:cNvPr id="216" name="Ink 215">
                  <a:extLst>
                    <a:ext uri="{FF2B5EF4-FFF2-40B4-BE49-F238E27FC236}">
                      <a16:creationId xmlns:a16="http://schemas.microsoft.com/office/drawing/2014/main" id="{4DB2FC28-DBF8-7BD1-D9C6-96196E24AD67}"/>
                    </a:ext>
                  </a:extLst>
                </p:cNvPr>
                <p:cNvPicPr/>
                <p:nvPr/>
              </p:nvPicPr>
              <p:blipFill>
                <a:blip r:embed="rId234"/>
                <a:stretch>
                  <a:fillRect/>
                </a:stretch>
              </p:blipFill>
              <p:spPr>
                <a:xfrm>
                  <a:off x="9319248" y="3119544"/>
                  <a:ext cx="662760" cy="25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5">
              <p14:nvContentPartPr>
                <p14:cNvPr id="217" name="Ink 216">
                  <a:extLst>
                    <a:ext uri="{FF2B5EF4-FFF2-40B4-BE49-F238E27FC236}">
                      <a16:creationId xmlns:a16="http://schemas.microsoft.com/office/drawing/2014/main" id="{3C8BB3A3-A583-6C5C-2A6C-BA550F8C42AE}"/>
                    </a:ext>
                  </a:extLst>
                </p14:cNvPr>
                <p14:cNvContentPartPr/>
                <p14:nvPr/>
              </p14:nvContentPartPr>
              <p14:xfrm>
                <a:off x="10102248" y="3301344"/>
                <a:ext cx="38520" cy="10440"/>
              </p14:xfrm>
            </p:contentPart>
          </mc:Choice>
          <mc:Fallback xmlns="">
            <p:pic>
              <p:nvPicPr>
                <p:cNvPr id="217" name="Ink 216">
                  <a:extLst>
                    <a:ext uri="{FF2B5EF4-FFF2-40B4-BE49-F238E27FC236}">
                      <a16:creationId xmlns:a16="http://schemas.microsoft.com/office/drawing/2014/main" id="{3C8BB3A3-A583-6C5C-2A6C-BA550F8C42AE}"/>
                    </a:ext>
                  </a:extLst>
                </p:cNvPr>
                <p:cNvPicPr/>
                <p:nvPr/>
              </p:nvPicPr>
              <p:blipFill>
                <a:blip r:embed="rId236"/>
                <a:stretch>
                  <a:fillRect/>
                </a:stretch>
              </p:blipFill>
              <p:spPr>
                <a:xfrm>
                  <a:off x="10093608" y="3292344"/>
                  <a:ext cx="56160" cy="28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0" name="Group 229">
            <a:extLst>
              <a:ext uri="{FF2B5EF4-FFF2-40B4-BE49-F238E27FC236}">
                <a16:creationId xmlns:a16="http://schemas.microsoft.com/office/drawing/2014/main" id="{3D3FE7EC-8AE5-01F9-8B8C-A954A0D000DE}"/>
              </a:ext>
            </a:extLst>
          </p:cNvPr>
          <p:cNvGrpSpPr/>
          <p:nvPr/>
        </p:nvGrpSpPr>
        <p:grpSpPr>
          <a:xfrm>
            <a:off x="3762648" y="3285864"/>
            <a:ext cx="2968920" cy="439200"/>
            <a:chOff x="3762648" y="3285864"/>
            <a:chExt cx="2968920" cy="439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37">
              <p14:nvContentPartPr>
                <p14:cNvPr id="219" name="Ink 218">
                  <a:extLst>
                    <a:ext uri="{FF2B5EF4-FFF2-40B4-BE49-F238E27FC236}">
                      <a16:creationId xmlns:a16="http://schemas.microsoft.com/office/drawing/2014/main" id="{CFA85D33-453C-5E35-4403-7723A924FE49}"/>
                    </a:ext>
                  </a:extLst>
                </p14:cNvPr>
                <p14:cNvContentPartPr/>
                <p14:nvPr/>
              </p14:nvContentPartPr>
              <p14:xfrm>
                <a:off x="3793968" y="3514104"/>
                <a:ext cx="2520" cy="6480"/>
              </p14:xfrm>
            </p:contentPart>
          </mc:Choice>
          <mc:Fallback xmlns="">
            <p:pic>
              <p:nvPicPr>
                <p:cNvPr id="219" name="Ink 218">
                  <a:extLst>
                    <a:ext uri="{FF2B5EF4-FFF2-40B4-BE49-F238E27FC236}">
                      <a16:creationId xmlns:a16="http://schemas.microsoft.com/office/drawing/2014/main" id="{CFA85D33-453C-5E35-4403-7723A924FE49}"/>
                    </a:ext>
                  </a:extLst>
                </p:cNvPr>
                <p:cNvPicPr/>
                <p:nvPr/>
              </p:nvPicPr>
              <p:blipFill>
                <a:blip r:embed="rId238"/>
                <a:stretch>
                  <a:fillRect/>
                </a:stretch>
              </p:blipFill>
              <p:spPr>
                <a:xfrm>
                  <a:off x="3784968" y="3505104"/>
                  <a:ext cx="20160" cy="2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9">
              <p14:nvContentPartPr>
                <p14:cNvPr id="220" name="Ink 219">
                  <a:extLst>
                    <a:ext uri="{FF2B5EF4-FFF2-40B4-BE49-F238E27FC236}">
                      <a16:creationId xmlns:a16="http://schemas.microsoft.com/office/drawing/2014/main" id="{268DFB91-9C37-A00F-E8F1-7CB13D0E0F78}"/>
                    </a:ext>
                  </a:extLst>
                </p14:cNvPr>
                <p14:cNvContentPartPr/>
                <p14:nvPr/>
              </p14:nvContentPartPr>
              <p14:xfrm>
                <a:off x="3762648" y="3466944"/>
                <a:ext cx="9360" cy="218880"/>
              </p14:xfrm>
            </p:contentPart>
          </mc:Choice>
          <mc:Fallback xmlns="">
            <p:pic>
              <p:nvPicPr>
                <p:cNvPr id="220" name="Ink 219">
                  <a:extLst>
                    <a:ext uri="{FF2B5EF4-FFF2-40B4-BE49-F238E27FC236}">
                      <a16:creationId xmlns:a16="http://schemas.microsoft.com/office/drawing/2014/main" id="{268DFB91-9C37-A00F-E8F1-7CB13D0E0F78}"/>
                    </a:ext>
                  </a:extLst>
                </p:cNvPr>
                <p:cNvPicPr/>
                <p:nvPr/>
              </p:nvPicPr>
              <p:blipFill>
                <a:blip r:embed="rId240"/>
                <a:stretch>
                  <a:fillRect/>
                </a:stretch>
              </p:blipFill>
              <p:spPr>
                <a:xfrm>
                  <a:off x="3754008" y="3458304"/>
                  <a:ext cx="27000" cy="23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1">
              <p14:nvContentPartPr>
                <p14:cNvPr id="221" name="Ink 220">
                  <a:extLst>
                    <a:ext uri="{FF2B5EF4-FFF2-40B4-BE49-F238E27FC236}">
                      <a16:creationId xmlns:a16="http://schemas.microsoft.com/office/drawing/2014/main" id="{7C26151F-D143-9227-A98D-1C685F206B4D}"/>
                    </a:ext>
                  </a:extLst>
                </p14:cNvPr>
                <p14:cNvContentPartPr/>
                <p14:nvPr/>
              </p14:nvContentPartPr>
              <p14:xfrm>
                <a:off x="3774528" y="3428784"/>
                <a:ext cx="190440" cy="187560"/>
              </p14:xfrm>
            </p:contentPart>
          </mc:Choice>
          <mc:Fallback xmlns="">
            <p:pic>
              <p:nvPicPr>
                <p:cNvPr id="221" name="Ink 220">
                  <a:extLst>
                    <a:ext uri="{FF2B5EF4-FFF2-40B4-BE49-F238E27FC236}">
                      <a16:creationId xmlns:a16="http://schemas.microsoft.com/office/drawing/2014/main" id="{7C26151F-D143-9227-A98D-1C685F206B4D}"/>
                    </a:ext>
                  </a:extLst>
                </p:cNvPr>
                <p:cNvPicPr/>
                <p:nvPr/>
              </p:nvPicPr>
              <p:blipFill>
                <a:blip r:embed="rId242"/>
                <a:stretch>
                  <a:fillRect/>
                </a:stretch>
              </p:blipFill>
              <p:spPr>
                <a:xfrm>
                  <a:off x="3765888" y="3419784"/>
                  <a:ext cx="208080" cy="20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3">
              <p14:nvContentPartPr>
                <p14:cNvPr id="222" name="Ink 221">
                  <a:extLst>
                    <a:ext uri="{FF2B5EF4-FFF2-40B4-BE49-F238E27FC236}">
                      <a16:creationId xmlns:a16="http://schemas.microsoft.com/office/drawing/2014/main" id="{815EA68F-C649-A680-34C3-8484BC33F9BD}"/>
                    </a:ext>
                  </a:extLst>
                </p14:cNvPr>
                <p14:cNvContentPartPr/>
                <p14:nvPr/>
              </p14:nvContentPartPr>
              <p14:xfrm>
                <a:off x="3956688" y="3448944"/>
                <a:ext cx="75600" cy="179640"/>
              </p14:xfrm>
            </p:contentPart>
          </mc:Choice>
          <mc:Fallback xmlns="">
            <p:pic>
              <p:nvPicPr>
                <p:cNvPr id="222" name="Ink 221">
                  <a:extLst>
                    <a:ext uri="{FF2B5EF4-FFF2-40B4-BE49-F238E27FC236}">
                      <a16:creationId xmlns:a16="http://schemas.microsoft.com/office/drawing/2014/main" id="{815EA68F-C649-A680-34C3-8484BC33F9BD}"/>
                    </a:ext>
                  </a:extLst>
                </p:cNvPr>
                <p:cNvPicPr/>
                <p:nvPr/>
              </p:nvPicPr>
              <p:blipFill>
                <a:blip r:embed="rId244"/>
                <a:stretch>
                  <a:fillRect/>
                </a:stretch>
              </p:blipFill>
              <p:spPr>
                <a:xfrm>
                  <a:off x="3947688" y="3440304"/>
                  <a:ext cx="93240" cy="19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5">
              <p14:nvContentPartPr>
                <p14:cNvPr id="223" name="Ink 222">
                  <a:extLst>
                    <a:ext uri="{FF2B5EF4-FFF2-40B4-BE49-F238E27FC236}">
                      <a16:creationId xmlns:a16="http://schemas.microsoft.com/office/drawing/2014/main" id="{C986FD76-326B-3409-9F0D-8463196011E9}"/>
                    </a:ext>
                  </a:extLst>
                </p14:cNvPr>
                <p14:cNvContentPartPr/>
                <p14:nvPr/>
              </p14:nvContentPartPr>
              <p14:xfrm>
                <a:off x="4058208" y="3483864"/>
                <a:ext cx="123840" cy="106560"/>
              </p14:xfrm>
            </p:contentPart>
          </mc:Choice>
          <mc:Fallback xmlns="">
            <p:pic>
              <p:nvPicPr>
                <p:cNvPr id="223" name="Ink 222">
                  <a:extLst>
                    <a:ext uri="{FF2B5EF4-FFF2-40B4-BE49-F238E27FC236}">
                      <a16:creationId xmlns:a16="http://schemas.microsoft.com/office/drawing/2014/main" id="{C986FD76-326B-3409-9F0D-8463196011E9}"/>
                    </a:ext>
                  </a:extLst>
                </p:cNvPr>
                <p:cNvPicPr/>
                <p:nvPr/>
              </p:nvPicPr>
              <p:blipFill>
                <a:blip r:embed="rId246"/>
                <a:stretch>
                  <a:fillRect/>
                </a:stretch>
              </p:blipFill>
              <p:spPr>
                <a:xfrm>
                  <a:off x="4049208" y="3474864"/>
                  <a:ext cx="141480" cy="12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7">
              <p14:nvContentPartPr>
                <p14:cNvPr id="224" name="Ink 223">
                  <a:extLst>
                    <a:ext uri="{FF2B5EF4-FFF2-40B4-BE49-F238E27FC236}">
                      <a16:creationId xmlns:a16="http://schemas.microsoft.com/office/drawing/2014/main" id="{D2B455DE-411C-4124-BDE5-EEDFE74DB4EA}"/>
                    </a:ext>
                  </a:extLst>
                </p14:cNvPr>
                <p14:cNvContentPartPr/>
                <p14:nvPr/>
              </p14:nvContentPartPr>
              <p14:xfrm>
                <a:off x="4321368" y="3374064"/>
                <a:ext cx="298800" cy="242640"/>
              </p14:xfrm>
            </p:contentPart>
          </mc:Choice>
          <mc:Fallback xmlns="">
            <p:pic>
              <p:nvPicPr>
                <p:cNvPr id="224" name="Ink 223">
                  <a:extLst>
                    <a:ext uri="{FF2B5EF4-FFF2-40B4-BE49-F238E27FC236}">
                      <a16:creationId xmlns:a16="http://schemas.microsoft.com/office/drawing/2014/main" id="{D2B455DE-411C-4124-BDE5-EEDFE74DB4EA}"/>
                    </a:ext>
                  </a:extLst>
                </p:cNvPr>
                <p:cNvPicPr/>
                <p:nvPr/>
              </p:nvPicPr>
              <p:blipFill>
                <a:blip r:embed="rId248"/>
                <a:stretch>
                  <a:fillRect/>
                </a:stretch>
              </p:blipFill>
              <p:spPr>
                <a:xfrm>
                  <a:off x="4312368" y="3365064"/>
                  <a:ext cx="316440" cy="26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9">
              <p14:nvContentPartPr>
                <p14:cNvPr id="225" name="Ink 224">
                  <a:extLst>
                    <a:ext uri="{FF2B5EF4-FFF2-40B4-BE49-F238E27FC236}">
                      <a16:creationId xmlns:a16="http://schemas.microsoft.com/office/drawing/2014/main" id="{F72A83A1-0F1C-8920-036E-B23C1ACA5697}"/>
                    </a:ext>
                  </a:extLst>
                </p14:cNvPr>
                <p14:cNvContentPartPr/>
                <p14:nvPr/>
              </p14:nvContentPartPr>
              <p14:xfrm>
                <a:off x="4809168" y="3568464"/>
                <a:ext cx="520200" cy="85320"/>
              </p14:xfrm>
            </p:contentPart>
          </mc:Choice>
          <mc:Fallback xmlns="">
            <p:pic>
              <p:nvPicPr>
                <p:cNvPr id="225" name="Ink 224">
                  <a:extLst>
                    <a:ext uri="{FF2B5EF4-FFF2-40B4-BE49-F238E27FC236}">
                      <a16:creationId xmlns:a16="http://schemas.microsoft.com/office/drawing/2014/main" id="{F72A83A1-0F1C-8920-036E-B23C1ACA5697}"/>
                    </a:ext>
                  </a:extLst>
                </p:cNvPr>
                <p:cNvPicPr/>
                <p:nvPr/>
              </p:nvPicPr>
              <p:blipFill>
                <a:blip r:embed="rId250"/>
                <a:stretch>
                  <a:fillRect/>
                </a:stretch>
              </p:blipFill>
              <p:spPr>
                <a:xfrm>
                  <a:off x="4800528" y="3559464"/>
                  <a:ext cx="537840" cy="10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1">
              <p14:nvContentPartPr>
                <p14:cNvPr id="226" name="Ink 225">
                  <a:extLst>
                    <a:ext uri="{FF2B5EF4-FFF2-40B4-BE49-F238E27FC236}">
                      <a16:creationId xmlns:a16="http://schemas.microsoft.com/office/drawing/2014/main" id="{5A7431EF-DF0C-F364-17D8-9550ABFD698C}"/>
                    </a:ext>
                  </a:extLst>
                </p14:cNvPr>
                <p14:cNvContentPartPr/>
                <p14:nvPr/>
              </p14:nvContentPartPr>
              <p14:xfrm>
                <a:off x="5535648" y="3285864"/>
                <a:ext cx="435240" cy="439200"/>
              </p14:xfrm>
            </p:contentPart>
          </mc:Choice>
          <mc:Fallback xmlns="">
            <p:pic>
              <p:nvPicPr>
                <p:cNvPr id="226" name="Ink 225">
                  <a:extLst>
                    <a:ext uri="{FF2B5EF4-FFF2-40B4-BE49-F238E27FC236}">
                      <a16:creationId xmlns:a16="http://schemas.microsoft.com/office/drawing/2014/main" id="{5A7431EF-DF0C-F364-17D8-9550ABFD698C}"/>
                    </a:ext>
                  </a:extLst>
                </p:cNvPr>
                <p:cNvPicPr/>
                <p:nvPr/>
              </p:nvPicPr>
              <p:blipFill>
                <a:blip r:embed="rId252"/>
                <a:stretch>
                  <a:fillRect/>
                </a:stretch>
              </p:blipFill>
              <p:spPr>
                <a:xfrm>
                  <a:off x="5527008" y="3277224"/>
                  <a:ext cx="452880" cy="45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3">
              <p14:nvContentPartPr>
                <p14:cNvPr id="227" name="Ink 226">
                  <a:extLst>
                    <a:ext uri="{FF2B5EF4-FFF2-40B4-BE49-F238E27FC236}">
                      <a16:creationId xmlns:a16="http://schemas.microsoft.com/office/drawing/2014/main" id="{17409EC1-D1C6-15BE-AB6A-5E07B1828439}"/>
                    </a:ext>
                  </a:extLst>
                </p14:cNvPr>
                <p14:cNvContentPartPr/>
                <p14:nvPr/>
              </p14:nvContentPartPr>
              <p14:xfrm>
                <a:off x="6037488" y="3503304"/>
                <a:ext cx="144720" cy="52920"/>
              </p14:xfrm>
            </p:contentPart>
          </mc:Choice>
          <mc:Fallback xmlns="">
            <p:pic>
              <p:nvPicPr>
                <p:cNvPr id="227" name="Ink 226">
                  <a:extLst>
                    <a:ext uri="{FF2B5EF4-FFF2-40B4-BE49-F238E27FC236}">
                      <a16:creationId xmlns:a16="http://schemas.microsoft.com/office/drawing/2014/main" id="{17409EC1-D1C6-15BE-AB6A-5E07B1828439}"/>
                    </a:ext>
                  </a:extLst>
                </p:cNvPr>
                <p:cNvPicPr/>
                <p:nvPr/>
              </p:nvPicPr>
              <p:blipFill>
                <a:blip r:embed="rId254"/>
                <a:stretch>
                  <a:fillRect/>
                </a:stretch>
              </p:blipFill>
              <p:spPr>
                <a:xfrm>
                  <a:off x="6028848" y="3494664"/>
                  <a:ext cx="162360" cy="7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5">
              <p14:nvContentPartPr>
                <p14:cNvPr id="228" name="Ink 227">
                  <a:extLst>
                    <a:ext uri="{FF2B5EF4-FFF2-40B4-BE49-F238E27FC236}">
                      <a16:creationId xmlns:a16="http://schemas.microsoft.com/office/drawing/2014/main" id="{31F1ED14-92AF-E204-143D-BE50A40F823D}"/>
                    </a:ext>
                  </a:extLst>
                </p14:cNvPr>
                <p14:cNvContentPartPr/>
                <p14:nvPr/>
              </p14:nvContentPartPr>
              <p14:xfrm>
                <a:off x="6226128" y="3490344"/>
                <a:ext cx="300960" cy="109800"/>
              </p14:xfrm>
            </p:contentPart>
          </mc:Choice>
          <mc:Fallback xmlns="">
            <p:pic>
              <p:nvPicPr>
                <p:cNvPr id="228" name="Ink 227">
                  <a:extLst>
                    <a:ext uri="{FF2B5EF4-FFF2-40B4-BE49-F238E27FC236}">
                      <a16:creationId xmlns:a16="http://schemas.microsoft.com/office/drawing/2014/main" id="{31F1ED14-92AF-E204-143D-BE50A40F823D}"/>
                    </a:ext>
                  </a:extLst>
                </p:cNvPr>
                <p:cNvPicPr/>
                <p:nvPr/>
              </p:nvPicPr>
              <p:blipFill>
                <a:blip r:embed="rId256"/>
                <a:stretch>
                  <a:fillRect/>
                </a:stretch>
              </p:blipFill>
              <p:spPr>
                <a:xfrm>
                  <a:off x="6217488" y="3481704"/>
                  <a:ext cx="318600" cy="12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7">
              <p14:nvContentPartPr>
                <p14:cNvPr id="229" name="Ink 228">
                  <a:extLst>
                    <a:ext uri="{FF2B5EF4-FFF2-40B4-BE49-F238E27FC236}">
                      <a16:creationId xmlns:a16="http://schemas.microsoft.com/office/drawing/2014/main" id="{C04E605D-FB8F-54DE-C1DB-69105A3076D5}"/>
                    </a:ext>
                  </a:extLst>
                </p14:cNvPr>
                <p14:cNvContentPartPr/>
                <p14:nvPr/>
              </p14:nvContentPartPr>
              <p14:xfrm>
                <a:off x="6718248" y="3631464"/>
                <a:ext cx="13320" cy="10440"/>
              </p14:xfrm>
            </p:contentPart>
          </mc:Choice>
          <mc:Fallback xmlns="">
            <p:pic>
              <p:nvPicPr>
                <p:cNvPr id="229" name="Ink 228">
                  <a:extLst>
                    <a:ext uri="{FF2B5EF4-FFF2-40B4-BE49-F238E27FC236}">
                      <a16:creationId xmlns:a16="http://schemas.microsoft.com/office/drawing/2014/main" id="{C04E605D-FB8F-54DE-C1DB-69105A3076D5}"/>
                    </a:ext>
                  </a:extLst>
                </p:cNvPr>
                <p:cNvPicPr/>
                <p:nvPr/>
              </p:nvPicPr>
              <p:blipFill>
                <a:blip r:embed="rId258"/>
                <a:stretch>
                  <a:fillRect/>
                </a:stretch>
              </p:blipFill>
              <p:spPr>
                <a:xfrm>
                  <a:off x="6709608" y="3622824"/>
                  <a:ext cx="30960" cy="280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59">
            <p14:nvContentPartPr>
              <p14:cNvPr id="231" name="Ink 230">
                <a:extLst>
                  <a:ext uri="{FF2B5EF4-FFF2-40B4-BE49-F238E27FC236}">
                    <a16:creationId xmlns:a16="http://schemas.microsoft.com/office/drawing/2014/main" id="{63E4B11E-6CA0-8D93-1D49-A45F08A05D3F}"/>
                  </a:ext>
                </a:extLst>
              </p14:cNvPr>
              <p14:cNvContentPartPr/>
              <p14:nvPr/>
            </p14:nvContentPartPr>
            <p14:xfrm>
              <a:off x="3786048" y="3741624"/>
              <a:ext cx="328320" cy="379800"/>
            </p14:xfrm>
          </p:contentPart>
        </mc:Choice>
        <mc:Fallback xmlns="">
          <p:pic>
            <p:nvPicPr>
              <p:cNvPr id="231" name="Ink 230">
                <a:extLst>
                  <a:ext uri="{FF2B5EF4-FFF2-40B4-BE49-F238E27FC236}">
                    <a16:creationId xmlns:a16="http://schemas.microsoft.com/office/drawing/2014/main" id="{63E4B11E-6CA0-8D93-1D49-A45F08A05D3F}"/>
                  </a:ext>
                </a:extLst>
              </p:cNvPr>
              <p:cNvPicPr/>
              <p:nvPr/>
            </p:nvPicPr>
            <p:blipFill>
              <a:blip r:embed="rId260"/>
              <a:stretch>
                <a:fillRect/>
              </a:stretch>
            </p:blipFill>
            <p:spPr>
              <a:xfrm>
                <a:off x="3777408" y="3732624"/>
                <a:ext cx="345960" cy="397440"/>
              </a:xfrm>
              <a:prstGeom prst="rect">
                <a:avLst/>
              </a:prstGeom>
            </p:spPr>
          </p:pic>
        </mc:Fallback>
      </mc:AlternateContent>
      <p:grpSp>
        <p:nvGrpSpPr>
          <p:cNvPr id="237" name="Group 236">
            <a:extLst>
              <a:ext uri="{FF2B5EF4-FFF2-40B4-BE49-F238E27FC236}">
                <a16:creationId xmlns:a16="http://schemas.microsoft.com/office/drawing/2014/main" id="{643013D3-0B0D-2FD7-8931-352A9BE0B899}"/>
              </a:ext>
            </a:extLst>
          </p:cNvPr>
          <p:cNvGrpSpPr/>
          <p:nvPr/>
        </p:nvGrpSpPr>
        <p:grpSpPr>
          <a:xfrm>
            <a:off x="4088808" y="3926664"/>
            <a:ext cx="457920" cy="97920"/>
            <a:chOff x="4088808" y="3926664"/>
            <a:chExt cx="457920" cy="97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61">
              <p14:nvContentPartPr>
                <p14:cNvPr id="232" name="Ink 231">
                  <a:extLst>
                    <a:ext uri="{FF2B5EF4-FFF2-40B4-BE49-F238E27FC236}">
                      <a16:creationId xmlns:a16="http://schemas.microsoft.com/office/drawing/2014/main" id="{D984A1AA-1A36-E284-54E8-5A67A68704BE}"/>
                    </a:ext>
                  </a:extLst>
                </p14:cNvPr>
                <p14:cNvContentPartPr/>
                <p14:nvPr/>
              </p14:nvContentPartPr>
              <p14:xfrm>
                <a:off x="4088808" y="3926664"/>
                <a:ext cx="239040" cy="97920"/>
              </p14:xfrm>
            </p:contentPart>
          </mc:Choice>
          <mc:Fallback xmlns="">
            <p:pic>
              <p:nvPicPr>
                <p:cNvPr id="232" name="Ink 231">
                  <a:extLst>
                    <a:ext uri="{FF2B5EF4-FFF2-40B4-BE49-F238E27FC236}">
                      <a16:creationId xmlns:a16="http://schemas.microsoft.com/office/drawing/2014/main" id="{D984A1AA-1A36-E284-54E8-5A67A68704BE}"/>
                    </a:ext>
                  </a:extLst>
                </p:cNvPr>
                <p:cNvPicPr/>
                <p:nvPr/>
              </p:nvPicPr>
              <p:blipFill>
                <a:blip r:embed="rId262"/>
                <a:stretch>
                  <a:fillRect/>
                </a:stretch>
              </p:blipFill>
              <p:spPr>
                <a:xfrm>
                  <a:off x="4079808" y="3918024"/>
                  <a:ext cx="256680" cy="11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3">
              <p14:nvContentPartPr>
                <p14:cNvPr id="233" name="Ink 232">
                  <a:extLst>
                    <a:ext uri="{FF2B5EF4-FFF2-40B4-BE49-F238E27FC236}">
                      <a16:creationId xmlns:a16="http://schemas.microsoft.com/office/drawing/2014/main" id="{82F20F2C-CB77-6C44-B604-155ADEF2ADA3}"/>
                    </a:ext>
                  </a:extLst>
                </p14:cNvPr>
                <p14:cNvContentPartPr/>
                <p14:nvPr/>
              </p14:nvContentPartPr>
              <p14:xfrm>
                <a:off x="4362768" y="3928104"/>
                <a:ext cx="183960" cy="79560"/>
              </p14:xfrm>
            </p:contentPart>
          </mc:Choice>
          <mc:Fallback xmlns="">
            <p:pic>
              <p:nvPicPr>
                <p:cNvPr id="233" name="Ink 232">
                  <a:extLst>
                    <a:ext uri="{FF2B5EF4-FFF2-40B4-BE49-F238E27FC236}">
                      <a16:creationId xmlns:a16="http://schemas.microsoft.com/office/drawing/2014/main" id="{82F20F2C-CB77-6C44-B604-155ADEF2ADA3}"/>
                    </a:ext>
                  </a:extLst>
                </p:cNvPr>
                <p:cNvPicPr/>
                <p:nvPr/>
              </p:nvPicPr>
              <p:blipFill>
                <a:blip r:embed="rId264"/>
                <a:stretch>
                  <a:fillRect/>
                </a:stretch>
              </p:blipFill>
              <p:spPr>
                <a:xfrm>
                  <a:off x="4354128" y="3919104"/>
                  <a:ext cx="201600" cy="97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43" name="Group 242">
            <a:extLst>
              <a:ext uri="{FF2B5EF4-FFF2-40B4-BE49-F238E27FC236}">
                <a16:creationId xmlns:a16="http://schemas.microsoft.com/office/drawing/2014/main" id="{C47EB4B2-71E6-ADA3-44E5-8239E28C3EFF}"/>
              </a:ext>
            </a:extLst>
          </p:cNvPr>
          <p:cNvGrpSpPr/>
          <p:nvPr/>
        </p:nvGrpSpPr>
        <p:grpSpPr>
          <a:xfrm>
            <a:off x="4888728" y="3819744"/>
            <a:ext cx="1603800" cy="219600"/>
            <a:chOff x="4888728" y="3819744"/>
            <a:chExt cx="1603800" cy="219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65">
              <p14:nvContentPartPr>
                <p14:cNvPr id="234" name="Ink 233">
                  <a:extLst>
                    <a:ext uri="{FF2B5EF4-FFF2-40B4-BE49-F238E27FC236}">
                      <a16:creationId xmlns:a16="http://schemas.microsoft.com/office/drawing/2014/main" id="{A7717D56-B63C-A999-8869-262BC2ECE701}"/>
                    </a:ext>
                  </a:extLst>
                </p14:cNvPr>
                <p14:cNvContentPartPr/>
                <p14:nvPr/>
              </p14:nvContentPartPr>
              <p14:xfrm>
                <a:off x="4888728" y="3933144"/>
                <a:ext cx="375840" cy="41760"/>
              </p14:xfrm>
            </p:contentPart>
          </mc:Choice>
          <mc:Fallback xmlns="">
            <p:pic>
              <p:nvPicPr>
                <p:cNvPr id="234" name="Ink 233">
                  <a:extLst>
                    <a:ext uri="{FF2B5EF4-FFF2-40B4-BE49-F238E27FC236}">
                      <a16:creationId xmlns:a16="http://schemas.microsoft.com/office/drawing/2014/main" id="{A7717D56-B63C-A999-8869-262BC2ECE701}"/>
                    </a:ext>
                  </a:extLst>
                </p:cNvPr>
                <p:cNvPicPr/>
                <p:nvPr/>
              </p:nvPicPr>
              <p:blipFill>
                <a:blip r:embed="rId266"/>
                <a:stretch>
                  <a:fillRect/>
                </a:stretch>
              </p:blipFill>
              <p:spPr>
                <a:xfrm>
                  <a:off x="4879728" y="3924144"/>
                  <a:ext cx="393480" cy="5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7">
              <p14:nvContentPartPr>
                <p14:cNvPr id="235" name="Ink 234">
                  <a:extLst>
                    <a:ext uri="{FF2B5EF4-FFF2-40B4-BE49-F238E27FC236}">
                      <a16:creationId xmlns:a16="http://schemas.microsoft.com/office/drawing/2014/main" id="{8C32A925-BE63-3261-6F1D-1A6D7C893FAC}"/>
                    </a:ext>
                  </a:extLst>
                </p14:cNvPr>
                <p14:cNvContentPartPr/>
                <p14:nvPr/>
              </p14:nvContentPartPr>
              <p14:xfrm>
                <a:off x="5150808" y="3888864"/>
                <a:ext cx="163800" cy="150480"/>
              </p14:xfrm>
            </p:contentPart>
          </mc:Choice>
          <mc:Fallback xmlns="">
            <p:pic>
              <p:nvPicPr>
                <p:cNvPr id="235" name="Ink 234">
                  <a:extLst>
                    <a:ext uri="{FF2B5EF4-FFF2-40B4-BE49-F238E27FC236}">
                      <a16:creationId xmlns:a16="http://schemas.microsoft.com/office/drawing/2014/main" id="{8C32A925-BE63-3261-6F1D-1A6D7C893FAC}"/>
                    </a:ext>
                  </a:extLst>
                </p:cNvPr>
                <p:cNvPicPr/>
                <p:nvPr/>
              </p:nvPicPr>
              <p:blipFill>
                <a:blip r:embed="rId268"/>
                <a:stretch>
                  <a:fillRect/>
                </a:stretch>
              </p:blipFill>
              <p:spPr>
                <a:xfrm>
                  <a:off x="5141808" y="3879864"/>
                  <a:ext cx="181440" cy="16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9">
              <p14:nvContentPartPr>
                <p14:cNvPr id="238" name="Ink 237">
                  <a:extLst>
                    <a:ext uri="{FF2B5EF4-FFF2-40B4-BE49-F238E27FC236}">
                      <a16:creationId xmlns:a16="http://schemas.microsoft.com/office/drawing/2014/main" id="{E5D98A90-1952-817E-41A2-371544B0B229}"/>
                    </a:ext>
                  </a:extLst>
                </p14:cNvPr>
                <p14:cNvContentPartPr/>
                <p14:nvPr/>
              </p14:nvContentPartPr>
              <p14:xfrm>
                <a:off x="5585328" y="3849984"/>
                <a:ext cx="369360" cy="137520"/>
              </p14:xfrm>
            </p:contentPart>
          </mc:Choice>
          <mc:Fallback xmlns="">
            <p:pic>
              <p:nvPicPr>
                <p:cNvPr id="238" name="Ink 237">
                  <a:extLst>
                    <a:ext uri="{FF2B5EF4-FFF2-40B4-BE49-F238E27FC236}">
                      <a16:creationId xmlns:a16="http://schemas.microsoft.com/office/drawing/2014/main" id="{E5D98A90-1952-817E-41A2-371544B0B229}"/>
                    </a:ext>
                  </a:extLst>
                </p:cNvPr>
                <p:cNvPicPr/>
                <p:nvPr/>
              </p:nvPicPr>
              <p:blipFill>
                <a:blip r:embed="rId270"/>
                <a:stretch>
                  <a:fillRect/>
                </a:stretch>
              </p:blipFill>
              <p:spPr>
                <a:xfrm>
                  <a:off x="5576688" y="3840984"/>
                  <a:ext cx="387000" cy="15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1">
              <p14:nvContentPartPr>
                <p14:cNvPr id="239" name="Ink 238">
                  <a:extLst>
                    <a:ext uri="{FF2B5EF4-FFF2-40B4-BE49-F238E27FC236}">
                      <a16:creationId xmlns:a16="http://schemas.microsoft.com/office/drawing/2014/main" id="{B4E3641F-DA7E-C014-5CCC-E8DA22743CA3}"/>
                    </a:ext>
                  </a:extLst>
                </p14:cNvPr>
                <p14:cNvContentPartPr/>
                <p14:nvPr/>
              </p14:nvContentPartPr>
              <p14:xfrm>
                <a:off x="6002208" y="3919104"/>
                <a:ext cx="165600" cy="65880"/>
              </p14:xfrm>
            </p:contentPart>
          </mc:Choice>
          <mc:Fallback xmlns="">
            <p:pic>
              <p:nvPicPr>
                <p:cNvPr id="239" name="Ink 238">
                  <a:extLst>
                    <a:ext uri="{FF2B5EF4-FFF2-40B4-BE49-F238E27FC236}">
                      <a16:creationId xmlns:a16="http://schemas.microsoft.com/office/drawing/2014/main" id="{B4E3641F-DA7E-C014-5CCC-E8DA22743CA3}"/>
                    </a:ext>
                  </a:extLst>
                </p:cNvPr>
                <p:cNvPicPr/>
                <p:nvPr/>
              </p:nvPicPr>
              <p:blipFill>
                <a:blip r:embed="rId272"/>
                <a:stretch>
                  <a:fillRect/>
                </a:stretch>
              </p:blipFill>
              <p:spPr>
                <a:xfrm>
                  <a:off x="5993568" y="3910104"/>
                  <a:ext cx="183240" cy="8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3">
              <p14:nvContentPartPr>
                <p14:cNvPr id="240" name="Ink 239">
                  <a:extLst>
                    <a:ext uri="{FF2B5EF4-FFF2-40B4-BE49-F238E27FC236}">
                      <a16:creationId xmlns:a16="http://schemas.microsoft.com/office/drawing/2014/main" id="{52BE4D5C-6494-EDCB-59DD-F6BAA1A49803}"/>
                    </a:ext>
                  </a:extLst>
                </p14:cNvPr>
                <p14:cNvContentPartPr/>
                <p14:nvPr/>
              </p14:nvContentPartPr>
              <p14:xfrm>
                <a:off x="6216048" y="3819744"/>
                <a:ext cx="85320" cy="179280"/>
              </p14:xfrm>
            </p:contentPart>
          </mc:Choice>
          <mc:Fallback xmlns="">
            <p:pic>
              <p:nvPicPr>
                <p:cNvPr id="240" name="Ink 239">
                  <a:extLst>
                    <a:ext uri="{FF2B5EF4-FFF2-40B4-BE49-F238E27FC236}">
                      <a16:creationId xmlns:a16="http://schemas.microsoft.com/office/drawing/2014/main" id="{52BE4D5C-6494-EDCB-59DD-F6BAA1A49803}"/>
                    </a:ext>
                  </a:extLst>
                </p:cNvPr>
                <p:cNvPicPr/>
                <p:nvPr/>
              </p:nvPicPr>
              <p:blipFill>
                <a:blip r:embed="rId274"/>
                <a:stretch>
                  <a:fillRect/>
                </a:stretch>
              </p:blipFill>
              <p:spPr>
                <a:xfrm>
                  <a:off x="6207048" y="3811104"/>
                  <a:ext cx="102960" cy="19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5">
              <p14:nvContentPartPr>
                <p14:cNvPr id="242" name="Ink 241">
                  <a:extLst>
                    <a:ext uri="{FF2B5EF4-FFF2-40B4-BE49-F238E27FC236}">
                      <a16:creationId xmlns:a16="http://schemas.microsoft.com/office/drawing/2014/main" id="{63165F8B-6BB4-8633-5E4C-BB3788B5C33D}"/>
                    </a:ext>
                  </a:extLst>
                </p14:cNvPr>
                <p14:cNvContentPartPr/>
                <p14:nvPr/>
              </p14:nvContentPartPr>
              <p14:xfrm>
                <a:off x="6429168" y="3891024"/>
                <a:ext cx="63360" cy="81360"/>
              </p14:xfrm>
            </p:contentPart>
          </mc:Choice>
          <mc:Fallback xmlns="">
            <p:pic>
              <p:nvPicPr>
                <p:cNvPr id="242" name="Ink 241">
                  <a:extLst>
                    <a:ext uri="{FF2B5EF4-FFF2-40B4-BE49-F238E27FC236}">
                      <a16:creationId xmlns:a16="http://schemas.microsoft.com/office/drawing/2014/main" id="{63165F8B-6BB4-8633-5E4C-BB3788B5C33D}"/>
                    </a:ext>
                  </a:extLst>
                </p:cNvPr>
                <p:cNvPicPr/>
                <p:nvPr/>
              </p:nvPicPr>
              <p:blipFill>
                <a:blip r:embed="rId276"/>
                <a:stretch>
                  <a:fillRect/>
                </a:stretch>
              </p:blipFill>
              <p:spPr>
                <a:xfrm>
                  <a:off x="6420168" y="3882024"/>
                  <a:ext cx="81000" cy="99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53" name="Group 252">
            <a:extLst>
              <a:ext uri="{FF2B5EF4-FFF2-40B4-BE49-F238E27FC236}">
                <a16:creationId xmlns:a16="http://schemas.microsoft.com/office/drawing/2014/main" id="{6E5D8ACC-9E3C-374E-2416-879FFAABC86F}"/>
              </a:ext>
            </a:extLst>
          </p:cNvPr>
          <p:cNvGrpSpPr/>
          <p:nvPr/>
        </p:nvGrpSpPr>
        <p:grpSpPr>
          <a:xfrm>
            <a:off x="3743568" y="2882304"/>
            <a:ext cx="3071880" cy="387360"/>
            <a:chOff x="3743568" y="2882304"/>
            <a:chExt cx="3071880" cy="387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77">
              <p14:nvContentPartPr>
                <p14:cNvPr id="244" name="Ink 243">
                  <a:extLst>
                    <a:ext uri="{FF2B5EF4-FFF2-40B4-BE49-F238E27FC236}">
                      <a16:creationId xmlns:a16="http://schemas.microsoft.com/office/drawing/2014/main" id="{6FAA1A40-C80C-597B-979F-96BE34ACC3D0}"/>
                    </a:ext>
                  </a:extLst>
                </p14:cNvPr>
                <p14:cNvContentPartPr/>
                <p14:nvPr/>
              </p14:nvContentPartPr>
              <p14:xfrm>
                <a:off x="3743568" y="3147264"/>
                <a:ext cx="133920" cy="122400"/>
              </p14:xfrm>
            </p:contentPart>
          </mc:Choice>
          <mc:Fallback xmlns="">
            <p:pic>
              <p:nvPicPr>
                <p:cNvPr id="244" name="Ink 243">
                  <a:extLst>
                    <a:ext uri="{FF2B5EF4-FFF2-40B4-BE49-F238E27FC236}">
                      <a16:creationId xmlns:a16="http://schemas.microsoft.com/office/drawing/2014/main" id="{6FAA1A40-C80C-597B-979F-96BE34ACC3D0}"/>
                    </a:ext>
                  </a:extLst>
                </p:cNvPr>
                <p:cNvPicPr/>
                <p:nvPr/>
              </p:nvPicPr>
              <p:blipFill>
                <a:blip r:embed="rId278"/>
                <a:stretch>
                  <a:fillRect/>
                </a:stretch>
              </p:blipFill>
              <p:spPr>
                <a:xfrm>
                  <a:off x="3734568" y="3138624"/>
                  <a:ext cx="151560" cy="14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9">
              <p14:nvContentPartPr>
                <p14:cNvPr id="245" name="Ink 244">
                  <a:extLst>
                    <a:ext uri="{FF2B5EF4-FFF2-40B4-BE49-F238E27FC236}">
                      <a16:creationId xmlns:a16="http://schemas.microsoft.com/office/drawing/2014/main" id="{234791A6-328D-1E41-3BB0-945348498699}"/>
                    </a:ext>
                  </a:extLst>
                </p14:cNvPr>
                <p14:cNvContentPartPr/>
                <p14:nvPr/>
              </p14:nvContentPartPr>
              <p14:xfrm>
                <a:off x="3917808" y="3023424"/>
                <a:ext cx="372960" cy="243720"/>
              </p14:xfrm>
            </p:contentPart>
          </mc:Choice>
          <mc:Fallback xmlns="">
            <p:pic>
              <p:nvPicPr>
                <p:cNvPr id="245" name="Ink 244">
                  <a:extLst>
                    <a:ext uri="{FF2B5EF4-FFF2-40B4-BE49-F238E27FC236}">
                      <a16:creationId xmlns:a16="http://schemas.microsoft.com/office/drawing/2014/main" id="{234791A6-328D-1E41-3BB0-945348498699}"/>
                    </a:ext>
                  </a:extLst>
                </p:cNvPr>
                <p:cNvPicPr/>
                <p:nvPr/>
              </p:nvPicPr>
              <p:blipFill>
                <a:blip r:embed="rId280"/>
                <a:stretch>
                  <a:fillRect/>
                </a:stretch>
              </p:blipFill>
              <p:spPr>
                <a:xfrm>
                  <a:off x="3909168" y="3014424"/>
                  <a:ext cx="390600" cy="26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1">
              <p14:nvContentPartPr>
                <p14:cNvPr id="246" name="Ink 245">
                  <a:extLst>
                    <a:ext uri="{FF2B5EF4-FFF2-40B4-BE49-F238E27FC236}">
                      <a16:creationId xmlns:a16="http://schemas.microsoft.com/office/drawing/2014/main" id="{62F03338-8AD8-7089-6CB8-34CAA73E7F61}"/>
                    </a:ext>
                  </a:extLst>
                </p14:cNvPr>
                <p14:cNvContentPartPr/>
                <p14:nvPr/>
              </p14:nvContentPartPr>
              <p14:xfrm>
                <a:off x="4268088" y="3198024"/>
                <a:ext cx="82080" cy="14760"/>
              </p14:xfrm>
            </p:contentPart>
          </mc:Choice>
          <mc:Fallback xmlns="">
            <p:pic>
              <p:nvPicPr>
                <p:cNvPr id="246" name="Ink 245">
                  <a:extLst>
                    <a:ext uri="{FF2B5EF4-FFF2-40B4-BE49-F238E27FC236}">
                      <a16:creationId xmlns:a16="http://schemas.microsoft.com/office/drawing/2014/main" id="{62F03338-8AD8-7089-6CB8-34CAA73E7F61}"/>
                    </a:ext>
                  </a:extLst>
                </p:cNvPr>
                <p:cNvPicPr/>
                <p:nvPr/>
              </p:nvPicPr>
              <p:blipFill>
                <a:blip r:embed="rId282"/>
                <a:stretch>
                  <a:fillRect/>
                </a:stretch>
              </p:blipFill>
              <p:spPr>
                <a:xfrm>
                  <a:off x="4259088" y="3189024"/>
                  <a:ext cx="99720" cy="3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3">
              <p14:nvContentPartPr>
                <p14:cNvPr id="247" name="Ink 246">
                  <a:extLst>
                    <a:ext uri="{FF2B5EF4-FFF2-40B4-BE49-F238E27FC236}">
                      <a16:creationId xmlns:a16="http://schemas.microsoft.com/office/drawing/2014/main" id="{4076A9AB-D3A1-A013-0831-51E0E24798BC}"/>
                    </a:ext>
                  </a:extLst>
                </p14:cNvPr>
                <p14:cNvContentPartPr/>
                <p14:nvPr/>
              </p14:nvContentPartPr>
              <p14:xfrm>
                <a:off x="4531248" y="3167424"/>
                <a:ext cx="289800" cy="65520"/>
              </p14:xfrm>
            </p:contentPart>
          </mc:Choice>
          <mc:Fallback xmlns="">
            <p:pic>
              <p:nvPicPr>
                <p:cNvPr id="247" name="Ink 246">
                  <a:extLst>
                    <a:ext uri="{FF2B5EF4-FFF2-40B4-BE49-F238E27FC236}">
                      <a16:creationId xmlns:a16="http://schemas.microsoft.com/office/drawing/2014/main" id="{4076A9AB-D3A1-A013-0831-51E0E24798BC}"/>
                    </a:ext>
                  </a:extLst>
                </p:cNvPr>
                <p:cNvPicPr/>
                <p:nvPr/>
              </p:nvPicPr>
              <p:blipFill>
                <a:blip r:embed="rId284"/>
                <a:stretch>
                  <a:fillRect/>
                </a:stretch>
              </p:blipFill>
              <p:spPr>
                <a:xfrm>
                  <a:off x="4522608" y="3158784"/>
                  <a:ext cx="307440" cy="8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5">
              <p14:nvContentPartPr>
                <p14:cNvPr id="248" name="Ink 247">
                  <a:extLst>
                    <a:ext uri="{FF2B5EF4-FFF2-40B4-BE49-F238E27FC236}">
                      <a16:creationId xmlns:a16="http://schemas.microsoft.com/office/drawing/2014/main" id="{E7F185E8-E3CF-42A0-D0D8-302441DE27B3}"/>
                    </a:ext>
                  </a:extLst>
                </p14:cNvPr>
                <p14:cNvContentPartPr/>
                <p14:nvPr/>
              </p14:nvContentPartPr>
              <p14:xfrm>
                <a:off x="5061168" y="2882304"/>
                <a:ext cx="731880" cy="328320"/>
              </p14:xfrm>
            </p:contentPart>
          </mc:Choice>
          <mc:Fallback xmlns="">
            <p:pic>
              <p:nvPicPr>
                <p:cNvPr id="248" name="Ink 247">
                  <a:extLst>
                    <a:ext uri="{FF2B5EF4-FFF2-40B4-BE49-F238E27FC236}">
                      <a16:creationId xmlns:a16="http://schemas.microsoft.com/office/drawing/2014/main" id="{E7F185E8-E3CF-42A0-D0D8-302441DE27B3}"/>
                    </a:ext>
                  </a:extLst>
                </p:cNvPr>
                <p:cNvPicPr/>
                <p:nvPr/>
              </p:nvPicPr>
              <p:blipFill>
                <a:blip r:embed="rId286"/>
                <a:stretch>
                  <a:fillRect/>
                </a:stretch>
              </p:blipFill>
              <p:spPr>
                <a:xfrm>
                  <a:off x="5052168" y="2873304"/>
                  <a:ext cx="749520" cy="34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7">
              <p14:nvContentPartPr>
                <p14:cNvPr id="249" name="Ink 248">
                  <a:extLst>
                    <a:ext uri="{FF2B5EF4-FFF2-40B4-BE49-F238E27FC236}">
                      <a16:creationId xmlns:a16="http://schemas.microsoft.com/office/drawing/2014/main" id="{0930E22E-65CA-D0D5-A1B7-E6462E32BD9E}"/>
                    </a:ext>
                  </a:extLst>
                </p14:cNvPr>
                <p14:cNvContentPartPr/>
                <p14:nvPr/>
              </p14:nvContentPartPr>
              <p14:xfrm>
                <a:off x="5972688" y="3003984"/>
                <a:ext cx="437760" cy="182880"/>
              </p14:xfrm>
            </p:contentPart>
          </mc:Choice>
          <mc:Fallback xmlns="">
            <p:pic>
              <p:nvPicPr>
                <p:cNvPr id="249" name="Ink 248">
                  <a:extLst>
                    <a:ext uri="{FF2B5EF4-FFF2-40B4-BE49-F238E27FC236}">
                      <a16:creationId xmlns:a16="http://schemas.microsoft.com/office/drawing/2014/main" id="{0930E22E-65CA-D0D5-A1B7-E6462E32BD9E}"/>
                    </a:ext>
                  </a:extLst>
                </p:cNvPr>
                <p:cNvPicPr/>
                <p:nvPr/>
              </p:nvPicPr>
              <p:blipFill>
                <a:blip r:embed="rId288"/>
                <a:stretch>
                  <a:fillRect/>
                </a:stretch>
              </p:blipFill>
              <p:spPr>
                <a:xfrm>
                  <a:off x="5963688" y="2994984"/>
                  <a:ext cx="455400" cy="20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9">
              <p14:nvContentPartPr>
                <p14:cNvPr id="250" name="Ink 249">
                  <a:extLst>
                    <a:ext uri="{FF2B5EF4-FFF2-40B4-BE49-F238E27FC236}">
                      <a16:creationId xmlns:a16="http://schemas.microsoft.com/office/drawing/2014/main" id="{0DC30022-EE43-E8EF-0766-CD5A16CB6927}"/>
                    </a:ext>
                  </a:extLst>
                </p14:cNvPr>
                <p14:cNvContentPartPr/>
                <p14:nvPr/>
              </p14:nvContentPartPr>
              <p14:xfrm>
                <a:off x="6442848" y="2959704"/>
                <a:ext cx="237240" cy="194760"/>
              </p14:xfrm>
            </p:contentPart>
          </mc:Choice>
          <mc:Fallback xmlns="">
            <p:pic>
              <p:nvPicPr>
                <p:cNvPr id="250" name="Ink 249">
                  <a:extLst>
                    <a:ext uri="{FF2B5EF4-FFF2-40B4-BE49-F238E27FC236}">
                      <a16:creationId xmlns:a16="http://schemas.microsoft.com/office/drawing/2014/main" id="{0DC30022-EE43-E8EF-0766-CD5A16CB6927}"/>
                    </a:ext>
                  </a:extLst>
                </p:cNvPr>
                <p:cNvPicPr/>
                <p:nvPr/>
              </p:nvPicPr>
              <p:blipFill>
                <a:blip r:embed="rId290"/>
                <a:stretch>
                  <a:fillRect/>
                </a:stretch>
              </p:blipFill>
              <p:spPr>
                <a:xfrm>
                  <a:off x="6433848" y="2950704"/>
                  <a:ext cx="254880" cy="21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1">
              <p14:nvContentPartPr>
                <p14:cNvPr id="251" name="Ink 250">
                  <a:extLst>
                    <a:ext uri="{FF2B5EF4-FFF2-40B4-BE49-F238E27FC236}">
                      <a16:creationId xmlns:a16="http://schemas.microsoft.com/office/drawing/2014/main" id="{360036F1-AF6A-3482-AC3E-4D52E1B0C6AE}"/>
                    </a:ext>
                  </a:extLst>
                </p14:cNvPr>
                <p14:cNvContentPartPr/>
                <p14:nvPr/>
              </p14:nvContentPartPr>
              <p14:xfrm>
                <a:off x="6711408" y="3113424"/>
                <a:ext cx="104040" cy="46080"/>
              </p14:xfrm>
            </p:contentPart>
          </mc:Choice>
          <mc:Fallback xmlns="">
            <p:pic>
              <p:nvPicPr>
                <p:cNvPr id="251" name="Ink 250">
                  <a:extLst>
                    <a:ext uri="{FF2B5EF4-FFF2-40B4-BE49-F238E27FC236}">
                      <a16:creationId xmlns:a16="http://schemas.microsoft.com/office/drawing/2014/main" id="{360036F1-AF6A-3482-AC3E-4D52E1B0C6AE}"/>
                    </a:ext>
                  </a:extLst>
                </p:cNvPr>
                <p:cNvPicPr/>
                <p:nvPr/>
              </p:nvPicPr>
              <p:blipFill>
                <a:blip r:embed="rId292"/>
                <a:stretch>
                  <a:fillRect/>
                </a:stretch>
              </p:blipFill>
              <p:spPr>
                <a:xfrm>
                  <a:off x="6702408" y="3104784"/>
                  <a:ext cx="121680" cy="6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3">
              <p14:nvContentPartPr>
                <p14:cNvPr id="252" name="Ink 251">
                  <a:extLst>
                    <a:ext uri="{FF2B5EF4-FFF2-40B4-BE49-F238E27FC236}">
                      <a16:creationId xmlns:a16="http://schemas.microsoft.com/office/drawing/2014/main" id="{02BE4D03-7AB3-DBDB-28F6-E83560662ED0}"/>
                    </a:ext>
                  </a:extLst>
                </p14:cNvPr>
                <p14:cNvContentPartPr/>
                <p14:nvPr/>
              </p14:nvContentPartPr>
              <p14:xfrm>
                <a:off x="6669288" y="3027024"/>
                <a:ext cx="28080" cy="9720"/>
              </p14:xfrm>
            </p:contentPart>
          </mc:Choice>
          <mc:Fallback xmlns="">
            <p:pic>
              <p:nvPicPr>
                <p:cNvPr id="252" name="Ink 251">
                  <a:extLst>
                    <a:ext uri="{FF2B5EF4-FFF2-40B4-BE49-F238E27FC236}">
                      <a16:creationId xmlns:a16="http://schemas.microsoft.com/office/drawing/2014/main" id="{02BE4D03-7AB3-DBDB-28F6-E83560662ED0}"/>
                    </a:ext>
                  </a:extLst>
                </p:cNvPr>
                <p:cNvPicPr/>
                <p:nvPr/>
              </p:nvPicPr>
              <p:blipFill>
                <a:blip r:embed="rId294"/>
                <a:stretch>
                  <a:fillRect/>
                </a:stretch>
              </p:blipFill>
              <p:spPr>
                <a:xfrm>
                  <a:off x="6660288" y="3018024"/>
                  <a:ext cx="45720" cy="27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96" name="Group 395">
            <a:extLst>
              <a:ext uri="{FF2B5EF4-FFF2-40B4-BE49-F238E27FC236}">
                <a16:creationId xmlns:a16="http://schemas.microsoft.com/office/drawing/2014/main" id="{1CCF21E6-9E82-0E0F-596D-9D7EA3DCEFA1}"/>
              </a:ext>
            </a:extLst>
          </p:cNvPr>
          <p:cNvGrpSpPr/>
          <p:nvPr/>
        </p:nvGrpSpPr>
        <p:grpSpPr>
          <a:xfrm>
            <a:off x="1145088" y="4202424"/>
            <a:ext cx="10517040" cy="2149560"/>
            <a:chOff x="1145088" y="4202424"/>
            <a:chExt cx="10517040" cy="2149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95">
              <p14:nvContentPartPr>
                <p14:cNvPr id="254" name="Ink 253">
                  <a:extLst>
                    <a:ext uri="{FF2B5EF4-FFF2-40B4-BE49-F238E27FC236}">
                      <a16:creationId xmlns:a16="http://schemas.microsoft.com/office/drawing/2014/main" id="{FC21AC87-0C23-46DE-CDE1-99492F992855}"/>
                    </a:ext>
                  </a:extLst>
                </p14:cNvPr>
                <p14:cNvContentPartPr/>
                <p14:nvPr/>
              </p14:nvContentPartPr>
              <p14:xfrm>
                <a:off x="1392768" y="4346784"/>
                <a:ext cx="115200" cy="283320"/>
              </p14:xfrm>
            </p:contentPart>
          </mc:Choice>
          <mc:Fallback xmlns="">
            <p:pic>
              <p:nvPicPr>
                <p:cNvPr id="254" name="Ink 253">
                  <a:extLst>
                    <a:ext uri="{FF2B5EF4-FFF2-40B4-BE49-F238E27FC236}">
                      <a16:creationId xmlns:a16="http://schemas.microsoft.com/office/drawing/2014/main" id="{FC21AC87-0C23-46DE-CDE1-99492F992855}"/>
                    </a:ext>
                  </a:extLst>
                </p:cNvPr>
                <p:cNvPicPr/>
                <p:nvPr/>
              </p:nvPicPr>
              <p:blipFill>
                <a:blip r:embed="rId296"/>
                <a:stretch>
                  <a:fillRect/>
                </a:stretch>
              </p:blipFill>
              <p:spPr>
                <a:xfrm>
                  <a:off x="1384128" y="4338144"/>
                  <a:ext cx="132840" cy="30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7">
              <p14:nvContentPartPr>
                <p14:cNvPr id="255" name="Ink 254">
                  <a:extLst>
                    <a:ext uri="{FF2B5EF4-FFF2-40B4-BE49-F238E27FC236}">
                      <a16:creationId xmlns:a16="http://schemas.microsoft.com/office/drawing/2014/main" id="{D80ED713-1085-C561-780B-369DA0F0D94F}"/>
                    </a:ext>
                  </a:extLst>
                </p14:cNvPr>
                <p14:cNvContentPartPr/>
                <p14:nvPr/>
              </p14:nvContentPartPr>
              <p14:xfrm>
                <a:off x="1279368" y="4252104"/>
                <a:ext cx="531720" cy="93240"/>
              </p14:xfrm>
            </p:contentPart>
          </mc:Choice>
          <mc:Fallback xmlns="">
            <p:pic>
              <p:nvPicPr>
                <p:cNvPr id="255" name="Ink 254">
                  <a:extLst>
                    <a:ext uri="{FF2B5EF4-FFF2-40B4-BE49-F238E27FC236}">
                      <a16:creationId xmlns:a16="http://schemas.microsoft.com/office/drawing/2014/main" id="{D80ED713-1085-C561-780B-369DA0F0D94F}"/>
                    </a:ext>
                  </a:extLst>
                </p:cNvPr>
                <p:cNvPicPr/>
                <p:nvPr/>
              </p:nvPicPr>
              <p:blipFill>
                <a:blip r:embed="rId298"/>
                <a:stretch>
                  <a:fillRect/>
                </a:stretch>
              </p:blipFill>
              <p:spPr>
                <a:xfrm>
                  <a:off x="1270728" y="4243104"/>
                  <a:ext cx="549360" cy="11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9">
              <p14:nvContentPartPr>
                <p14:cNvPr id="256" name="Ink 255">
                  <a:extLst>
                    <a:ext uri="{FF2B5EF4-FFF2-40B4-BE49-F238E27FC236}">
                      <a16:creationId xmlns:a16="http://schemas.microsoft.com/office/drawing/2014/main" id="{67DDA015-D8DD-D7C6-24A5-E705DA1B72BF}"/>
                    </a:ext>
                  </a:extLst>
                </p14:cNvPr>
                <p14:cNvContentPartPr/>
                <p14:nvPr/>
              </p14:nvContentPartPr>
              <p14:xfrm>
                <a:off x="1145088" y="4636584"/>
                <a:ext cx="421560" cy="104400"/>
              </p14:xfrm>
            </p:contentPart>
          </mc:Choice>
          <mc:Fallback xmlns="">
            <p:pic>
              <p:nvPicPr>
                <p:cNvPr id="256" name="Ink 255">
                  <a:extLst>
                    <a:ext uri="{FF2B5EF4-FFF2-40B4-BE49-F238E27FC236}">
                      <a16:creationId xmlns:a16="http://schemas.microsoft.com/office/drawing/2014/main" id="{67DDA015-D8DD-D7C6-24A5-E705DA1B72BF}"/>
                    </a:ext>
                  </a:extLst>
                </p:cNvPr>
                <p:cNvPicPr/>
                <p:nvPr/>
              </p:nvPicPr>
              <p:blipFill>
                <a:blip r:embed="rId300"/>
                <a:stretch>
                  <a:fillRect/>
                </a:stretch>
              </p:blipFill>
              <p:spPr>
                <a:xfrm>
                  <a:off x="1136088" y="4627584"/>
                  <a:ext cx="439200" cy="12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1">
              <p14:nvContentPartPr>
                <p14:cNvPr id="257" name="Ink 256">
                  <a:extLst>
                    <a:ext uri="{FF2B5EF4-FFF2-40B4-BE49-F238E27FC236}">
                      <a16:creationId xmlns:a16="http://schemas.microsoft.com/office/drawing/2014/main" id="{FF357244-0F26-A3E4-86A6-14FB66FE843C}"/>
                    </a:ext>
                  </a:extLst>
                </p14:cNvPr>
                <p14:cNvContentPartPr/>
                <p14:nvPr/>
              </p14:nvContentPartPr>
              <p14:xfrm>
                <a:off x="1708848" y="4364424"/>
                <a:ext cx="122400" cy="312840"/>
              </p14:xfrm>
            </p:contentPart>
          </mc:Choice>
          <mc:Fallback xmlns="">
            <p:pic>
              <p:nvPicPr>
                <p:cNvPr id="257" name="Ink 256">
                  <a:extLst>
                    <a:ext uri="{FF2B5EF4-FFF2-40B4-BE49-F238E27FC236}">
                      <a16:creationId xmlns:a16="http://schemas.microsoft.com/office/drawing/2014/main" id="{FF357244-0F26-A3E4-86A6-14FB66FE843C}"/>
                    </a:ext>
                  </a:extLst>
                </p:cNvPr>
                <p:cNvPicPr/>
                <p:nvPr/>
              </p:nvPicPr>
              <p:blipFill>
                <a:blip r:embed="rId302"/>
                <a:stretch>
                  <a:fillRect/>
                </a:stretch>
              </p:blipFill>
              <p:spPr>
                <a:xfrm>
                  <a:off x="1699848" y="4355784"/>
                  <a:ext cx="140040" cy="33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3">
              <p14:nvContentPartPr>
                <p14:cNvPr id="258" name="Ink 257">
                  <a:extLst>
                    <a:ext uri="{FF2B5EF4-FFF2-40B4-BE49-F238E27FC236}">
                      <a16:creationId xmlns:a16="http://schemas.microsoft.com/office/drawing/2014/main" id="{CC5C573E-4B08-1B1A-6931-C58327A8D944}"/>
                    </a:ext>
                  </a:extLst>
                </p14:cNvPr>
                <p14:cNvContentPartPr/>
                <p14:nvPr/>
              </p14:nvContentPartPr>
              <p14:xfrm>
                <a:off x="1939608" y="4275504"/>
                <a:ext cx="618120" cy="315000"/>
              </p14:xfrm>
            </p:contentPart>
          </mc:Choice>
          <mc:Fallback xmlns="">
            <p:pic>
              <p:nvPicPr>
                <p:cNvPr id="258" name="Ink 257">
                  <a:extLst>
                    <a:ext uri="{FF2B5EF4-FFF2-40B4-BE49-F238E27FC236}">
                      <a16:creationId xmlns:a16="http://schemas.microsoft.com/office/drawing/2014/main" id="{CC5C573E-4B08-1B1A-6931-C58327A8D944}"/>
                    </a:ext>
                  </a:extLst>
                </p:cNvPr>
                <p:cNvPicPr/>
                <p:nvPr/>
              </p:nvPicPr>
              <p:blipFill>
                <a:blip r:embed="rId304"/>
                <a:stretch>
                  <a:fillRect/>
                </a:stretch>
              </p:blipFill>
              <p:spPr>
                <a:xfrm>
                  <a:off x="1930608" y="4266864"/>
                  <a:ext cx="635760" cy="33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5">
              <p14:nvContentPartPr>
                <p14:cNvPr id="259" name="Ink 258">
                  <a:extLst>
                    <a:ext uri="{FF2B5EF4-FFF2-40B4-BE49-F238E27FC236}">
                      <a16:creationId xmlns:a16="http://schemas.microsoft.com/office/drawing/2014/main" id="{10577BE0-82C5-8A9A-70B2-B54B80353F67}"/>
                    </a:ext>
                  </a:extLst>
                </p14:cNvPr>
                <p14:cNvContentPartPr/>
                <p14:nvPr/>
              </p14:nvContentPartPr>
              <p14:xfrm>
                <a:off x="2570688" y="4415904"/>
                <a:ext cx="17640" cy="20160"/>
              </p14:xfrm>
            </p:contentPart>
          </mc:Choice>
          <mc:Fallback xmlns="">
            <p:pic>
              <p:nvPicPr>
                <p:cNvPr id="259" name="Ink 258">
                  <a:extLst>
                    <a:ext uri="{FF2B5EF4-FFF2-40B4-BE49-F238E27FC236}">
                      <a16:creationId xmlns:a16="http://schemas.microsoft.com/office/drawing/2014/main" id="{10577BE0-82C5-8A9A-70B2-B54B80353F67}"/>
                    </a:ext>
                  </a:extLst>
                </p:cNvPr>
                <p:cNvPicPr/>
                <p:nvPr/>
              </p:nvPicPr>
              <p:blipFill>
                <a:blip r:embed="rId306"/>
                <a:stretch>
                  <a:fillRect/>
                </a:stretch>
              </p:blipFill>
              <p:spPr>
                <a:xfrm>
                  <a:off x="2561688" y="4407264"/>
                  <a:ext cx="35280" cy="3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7">
              <p14:nvContentPartPr>
                <p14:cNvPr id="260" name="Ink 259">
                  <a:extLst>
                    <a:ext uri="{FF2B5EF4-FFF2-40B4-BE49-F238E27FC236}">
                      <a16:creationId xmlns:a16="http://schemas.microsoft.com/office/drawing/2014/main" id="{93BDB2E0-A125-7505-D78F-063B2584594B}"/>
                    </a:ext>
                  </a:extLst>
                </p14:cNvPr>
                <p14:cNvContentPartPr/>
                <p14:nvPr/>
              </p14:nvContentPartPr>
              <p14:xfrm>
                <a:off x="2383128" y="4218984"/>
                <a:ext cx="145080" cy="78120"/>
              </p14:xfrm>
            </p:contentPart>
          </mc:Choice>
          <mc:Fallback xmlns="">
            <p:pic>
              <p:nvPicPr>
                <p:cNvPr id="260" name="Ink 259">
                  <a:extLst>
                    <a:ext uri="{FF2B5EF4-FFF2-40B4-BE49-F238E27FC236}">
                      <a16:creationId xmlns:a16="http://schemas.microsoft.com/office/drawing/2014/main" id="{93BDB2E0-A125-7505-D78F-063B2584594B}"/>
                    </a:ext>
                  </a:extLst>
                </p:cNvPr>
                <p:cNvPicPr/>
                <p:nvPr/>
              </p:nvPicPr>
              <p:blipFill>
                <a:blip r:embed="rId308"/>
                <a:stretch>
                  <a:fillRect/>
                </a:stretch>
              </p:blipFill>
              <p:spPr>
                <a:xfrm>
                  <a:off x="2374128" y="4209984"/>
                  <a:ext cx="162720" cy="9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9">
              <p14:nvContentPartPr>
                <p14:cNvPr id="261" name="Ink 260">
                  <a:extLst>
                    <a:ext uri="{FF2B5EF4-FFF2-40B4-BE49-F238E27FC236}">
                      <a16:creationId xmlns:a16="http://schemas.microsoft.com/office/drawing/2014/main" id="{DB9D572F-94E9-BF95-CC3B-E25DFE843798}"/>
                    </a:ext>
                  </a:extLst>
                </p14:cNvPr>
                <p14:cNvContentPartPr/>
                <p14:nvPr/>
              </p14:nvContentPartPr>
              <p14:xfrm>
                <a:off x="2661768" y="4202424"/>
                <a:ext cx="189000" cy="549000"/>
              </p14:xfrm>
            </p:contentPart>
          </mc:Choice>
          <mc:Fallback xmlns="">
            <p:pic>
              <p:nvPicPr>
                <p:cNvPr id="261" name="Ink 260">
                  <a:extLst>
                    <a:ext uri="{FF2B5EF4-FFF2-40B4-BE49-F238E27FC236}">
                      <a16:creationId xmlns:a16="http://schemas.microsoft.com/office/drawing/2014/main" id="{DB9D572F-94E9-BF95-CC3B-E25DFE843798}"/>
                    </a:ext>
                  </a:extLst>
                </p:cNvPr>
                <p:cNvPicPr/>
                <p:nvPr/>
              </p:nvPicPr>
              <p:blipFill>
                <a:blip r:embed="rId310"/>
                <a:stretch>
                  <a:fillRect/>
                </a:stretch>
              </p:blipFill>
              <p:spPr>
                <a:xfrm>
                  <a:off x="2653128" y="4193784"/>
                  <a:ext cx="206640" cy="56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1">
              <p14:nvContentPartPr>
                <p14:cNvPr id="262" name="Ink 261">
                  <a:extLst>
                    <a:ext uri="{FF2B5EF4-FFF2-40B4-BE49-F238E27FC236}">
                      <a16:creationId xmlns:a16="http://schemas.microsoft.com/office/drawing/2014/main" id="{CF993EF0-0835-650B-565E-75EA250F6E0B}"/>
                    </a:ext>
                  </a:extLst>
                </p14:cNvPr>
                <p14:cNvContentPartPr/>
                <p14:nvPr/>
              </p14:nvContentPartPr>
              <p14:xfrm>
                <a:off x="2760048" y="4497264"/>
                <a:ext cx="140760" cy="15120"/>
              </p14:xfrm>
            </p:contentPart>
          </mc:Choice>
          <mc:Fallback xmlns="">
            <p:pic>
              <p:nvPicPr>
                <p:cNvPr id="262" name="Ink 261">
                  <a:extLst>
                    <a:ext uri="{FF2B5EF4-FFF2-40B4-BE49-F238E27FC236}">
                      <a16:creationId xmlns:a16="http://schemas.microsoft.com/office/drawing/2014/main" id="{CF993EF0-0835-650B-565E-75EA250F6E0B}"/>
                    </a:ext>
                  </a:extLst>
                </p:cNvPr>
                <p:cNvPicPr/>
                <p:nvPr/>
              </p:nvPicPr>
              <p:blipFill>
                <a:blip r:embed="rId312"/>
                <a:stretch>
                  <a:fillRect/>
                </a:stretch>
              </p:blipFill>
              <p:spPr>
                <a:xfrm>
                  <a:off x="2751048" y="4488624"/>
                  <a:ext cx="158400" cy="3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3">
              <p14:nvContentPartPr>
                <p14:cNvPr id="263" name="Ink 262">
                  <a:extLst>
                    <a:ext uri="{FF2B5EF4-FFF2-40B4-BE49-F238E27FC236}">
                      <a16:creationId xmlns:a16="http://schemas.microsoft.com/office/drawing/2014/main" id="{17C77E51-4C69-9747-0941-7A3B31CB5107}"/>
                    </a:ext>
                  </a:extLst>
                </p14:cNvPr>
                <p14:cNvContentPartPr/>
                <p14:nvPr/>
              </p14:nvContentPartPr>
              <p14:xfrm>
                <a:off x="2902968" y="4435704"/>
                <a:ext cx="291240" cy="250560"/>
              </p14:xfrm>
            </p:contentPart>
          </mc:Choice>
          <mc:Fallback xmlns="">
            <p:pic>
              <p:nvPicPr>
                <p:cNvPr id="263" name="Ink 262">
                  <a:extLst>
                    <a:ext uri="{FF2B5EF4-FFF2-40B4-BE49-F238E27FC236}">
                      <a16:creationId xmlns:a16="http://schemas.microsoft.com/office/drawing/2014/main" id="{17C77E51-4C69-9747-0941-7A3B31CB5107}"/>
                    </a:ext>
                  </a:extLst>
                </p:cNvPr>
                <p:cNvPicPr/>
                <p:nvPr/>
              </p:nvPicPr>
              <p:blipFill>
                <a:blip r:embed="rId314"/>
                <a:stretch>
                  <a:fillRect/>
                </a:stretch>
              </p:blipFill>
              <p:spPr>
                <a:xfrm>
                  <a:off x="2894328" y="4427064"/>
                  <a:ext cx="308880" cy="26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5">
              <p14:nvContentPartPr>
                <p14:cNvPr id="264" name="Ink 263">
                  <a:extLst>
                    <a:ext uri="{FF2B5EF4-FFF2-40B4-BE49-F238E27FC236}">
                      <a16:creationId xmlns:a16="http://schemas.microsoft.com/office/drawing/2014/main" id="{EC43629B-42FF-167D-F5EC-9AB6B08DB7DC}"/>
                    </a:ext>
                  </a:extLst>
                </p14:cNvPr>
                <p14:cNvContentPartPr/>
                <p14:nvPr/>
              </p14:nvContentPartPr>
              <p14:xfrm>
                <a:off x="3216888" y="4414824"/>
                <a:ext cx="8640" cy="12960"/>
              </p14:xfrm>
            </p:contentPart>
          </mc:Choice>
          <mc:Fallback xmlns="">
            <p:pic>
              <p:nvPicPr>
                <p:cNvPr id="264" name="Ink 263">
                  <a:extLst>
                    <a:ext uri="{FF2B5EF4-FFF2-40B4-BE49-F238E27FC236}">
                      <a16:creationId xmlns:a16="http://schemas.microsoft.com/office/drawing/2014/main" id="{EC43629B-42FF-167D-F5EC-9AB6B08DB7DC}"/>
                    </a:ext>
                  </a:extLst>
                </p:cNvPr>
                <p:cNvPicPr/>
                <p:nvPr/>
              </p:nvPicPr>
              <p:blipFill>
                <a:blip r:embed="rId316"/>
                <a:stretch>
                  <a:fillRect/>
                </a:stretch>
              </p:blipFill>
              <p:spPr>
                <a:xfrm>
                  <a:off x="3207888" y="4405824"/>
                  <a:ext cx="26280" cy="3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7">
              <p14:nvContentPartPr>
                <p14:cNvPr id="265" name="Ink 264">
                  <a:extLst>
                    <a:ext uri="{FF2B5EF4-FFF2-40B4-BE49-F238E27FC236}">
                      <a16:creationId xmlns:a16="http://schemas.microsoft.com/office/drawing/2014/main" id="{24058CF6-9B7E-0467-BA6A-2C6B6527603E}"/>
                    </a:ext>
                  </a:extLst>
                </p14:cNvPr>
                <p14:cNvContentPartPr/>
                <p14:nvPr/>
              </p14:nvContentPartPr>
              <p14:xfrm>
                <a:off x="3286008" y="4517064"/>
                <a:ext cx="143640" cy="313560"/>
              </p14:xfrm>
            </p:contentPart>
          </mc:Choice>
          <mc:Fallback xmlns="">
            <p:pic>
              <p:nvPicPr>
                <p:cNvPr id="265" name="Ink 264">
                  <a:extLst>
                    <a:ext uri="{FF2B5EF4-FFF2-40B4-BE49-F238E27FC236}">
                      <a16:creationId xmlns:a16="http://schemas.microsoft.com/office/drawing/2014/main" id="{24058CF6-9B7E-0467-BA6A-2C6B6527603E}"/>
                    </a:ext>
                  </a:extLst>
                </p:cNvPr>
                <p:cNvPicPr/>
                <p:nvPr/>
              </p:nvPicPr>
              <p:blipFill>
                <a:blip r:embed="rId318"/>
                <a:stretch>
                  <a:fillRect/>
                </a:stretch>
              </p:blipFill>
              <p:spPr>
                <a:xfrm>
                  <a:off x="3277008" y="4508064"/>
                  <a:ext cx="161280" cy="33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9">
              <p14:nvContentPartPr>
                <p14:cNvPr id="267" name="Ink 266">
                  <a:extLst>
                    <a:ext uri="{FF2B5EF4-FFF2-40B4-BE49-F238E27FC236}">
                      <a16:creationId xmlns:a16="http://schemas.microsoft.com/office/drawing/2014/main" id="{66611DBD-1AA3-6BF8-3666-D91764DD5618}"/>
                    </a:ext>
                  </a:extLst>
                </p14:cNvPr>
                <p14:cNvContentPartPr/>
                <p14:nvPr/>
              </p14:nvContentPartPr>
              <p14:xfrm>
                <a:off x="3832128" y="4358304"/>
                <a:ext cx="519120" cy="261360"/>
              </p14:xfrm>
            </p:contentPart>
          </mc:Choice>
          <mc:Fallback xmlns="">
            <p:pic>
              <p:nvPicPr>
                <p:cNvPr id="267" name="Ink 266">
                  <a:extLst>
                    <a:ext uri="{FF2B5EF4-FFF2-40B4-BE49-F238E27FC236}">
                      <a16:creationId xmlns:a16="http://schemas.microsoft.com/office/drawing/2014/main" id="{66611DBD-1AA3-6BF8-3666-D91764DD5618}"/>
                    </a:ext>
                  </a:extLst>
                </p:cNvPr>
                <p:cNvPicPr/>
                <p:nvPr/>
              </p:nvPicPr>
              <p:blipFill>
                <a:blip r:embed="rId320"/>
                <a:stretch>
                  <a:fillRect/>
                </a:stretch>
              </p:blipFill>
              <p:spPr>
                <a:xfrm>
                  <a:off x="3823488" y="4349664"/>
                  <a:ext cx="536760" cy="27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1">
              <p14:nvContentPartPr>
                <p14:cNvPr id="268" name="Ink 267">
                  <a:extLst>
                    <a:ext uri="{FF2B5EF4-FFF2-40B4-BE49-F238E27FC236}">
                      <a16:creationId xmlns:a16="http://schemas.microsoft.com/office/drawing/2014/main" id="{98483633-373A-3B45-07E9-8D7C4CB50B5D}"/>
                    </a:ext>
                  </a:extLst>
                </p14:cNvPr>
                <p14:cNvContentPartPr/>
                <p14:nvPr/>
              </p14:nvContentPartPr>
              <p14:xfrm>
                <a:off x="3981888" y="4451904"/>
                <a:ext cx="135720" cy="11520"/>
              </p14:xfrm>
            </p:contentPart>
          </mc:Choice>
          <mc:Fallback xmlns="">
            <p:pic>
              <p:nvPicPr>
                <p:cNvPr id="268" name="Ink 267">
                  <a:extLst>
                    <a:ext uri="{FF2B5EF4-FFF2-40B4-BE49-F238E27FC236}">
                      <a16:creationId xmlns:a16="http://schemas.microsoft.com/office/drawing/2014/main" id="{98483633-373A-3B45-07E9-8D7C4CB50B5D}"/>
                    </a:ext>
                  </a:extLst>
                </p:cNvPr>
                <p:cNvPicPr/>
                <p:nvPr/>
              </p:nvPicPr>
              <p:blipFill>
                <a:blip r:embed="rId322"/>
                <a:stretch>
                  <a:fillRect/>
                </a:stretch>
              </p:blipFill>
              <p:spPr>
                <a:xfrm>
                  <a:off x="3973248" y="4443264"/>
                  <a:ext cx="153360" cy="2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3">
              <p14:nvContentPartPr>
                <p14:cNvPr id="269" name="Ink 268">
                  <a:extLst>
                    <a:ext uri="{FF2B5EF4-FFF2-40B4-BE49-F238E27FC236}">
                      <a16:creationId xmlns:a16="http://schemas.microsoft.com/office/drawing/2014/main" id="{717A24A1-1E07-829A-F822-DAEE216D58E0}"/>
                    </a:ext>
                  </a:extLst>
                </p14:cNvPr>
                <p14:cNvContentPartPr/>
                <p14:nvPr/>
              </p14:nvContentPartPr>
              <p14:xfrm>
                <a:off x="4678488" y="4396464"/>
                <a:ext cx="169920" cy="213840"/>
              </p14:xfrm>
            </p:contentPart>
          </mc:Choice>
          <mc:Fallback xmlns="">
            <p:pic>
              <p:nvPicPr>
                <p:cNvPr id="269" name="Ink 268">
                  <a:extLst>
                    <a:ext uri="{FF2B5EF4-FFF2-40B4-BE49-F238E27FC236}">
                      <a16:creationId xmlns:a16="http://schemas.microsoft.com/office/drawing/2014/main" id="{717A24A1-1E07-829A-F822-DAEE216D58E0}"/>
                    </a:ext>
                  </a:extLst>
                </p:cNvPr>
                <p:cNvPicPr/>
                <p:nvPr/>
              </p:nvPicPr>
              <p:blipFill>
                <a:blip r:embed="rId324"/>
                <a:stretch>
                  <a:fillRect/>
                </a:stretch>
              </p:blipFill>
              <p:spPr>
                <a:xfrm>
                  <a:off x="4669848" y="4387464"/>
                  <a:ext cx="187560" cy="23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5">
              <p14:nvContentPartPr>
                <p14:cNvPr id="270" name="Ink 269">
                  <a:extLst>
                    <a:ext uri="{FF2B5EF4-FFF2-40B4-BE49-F238E27FC236}">
                      <a16:creationId xmlns:a16="http://schemas.microsoft.com/office/drawing/2014/main" id="{C683F084-38F0-D05B-42E6-3BF5DD1A515D}"/>
                    </a:ext>
                  </a:extLst>
                </p14:cNvPr>
                <p14:cNvContentPartPr/>
                <p14:nvPr/>
              </p14:nvContentPartPr>
              <p14:xfrm>
                <a:off x="4907448" y="4500864"/>
                <a:ext cx="412920" cy="361800"/>
              </p14:xfrm>
            </p:contentPart>
          </mc:Choice>
          <mc:Fallback xmlns="">
            <p:pic>
              <p:nvPicPr>
                <p:cNvPr id="270" name="Ink 269">
                  <a:extLst>
                    <a:ext uri="{FF2B5EF4-FFF2-40B4-BE49-F238E27FC236}">
                      <a16:creationId xmlns:a16="http://schemas.microsoft.com/office/drawing/2014/main" id="{C683F084-38F0-D05B-42E6-3BF5DD1A515D}"/>
                    </a:ext>
                  </a:extLst>
                </p:cNvPr>
                <p:cNvPicPr/>
                <p:nvPr/>
              </p:nvPicPr>
              <p:blipFill>
                <a:blip r:embed="rId326"/>
                <a:stretch>
                  <a:fillRect/>
                </a:stretch>
              </p:blipFill>
              <p:spPr>
                <a:xfrm>
                  <a:off x="4898448" y="4491864"/>
                  <a:ext cx="430560" cy="37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7">
              <p14:nvContentPartPr>
                <p14:cNvPr id="304" name="Ink 303">
                  <a:extLst>
                    <a:ext uri="{FF2B5EF4-FFF2-40B4-BE49-F238E27FC236}">
                      <a16:creationId xmlns:a16="http://schemas.microsoft.com/office/drawing/2014/main" id="{08DE7E9B-77BE-730C-7B24-03095DC475CE}"/>
                    </a:ext>
                  </a:extLst>
                </p14:cNvPr>
                <p14:cNvContentPartPr/>
                <p14:nvPr/>
              </p14:nvContentPartPr>
              <p14:xfrm>
                <a:off x="1802808" y="4838544"/>
                <a:ext cx="146160" cy="244440"/>
              </p14:xfrm>
            </p:contentPart>
          </mc:Choice>
          <mc:Fallback xmlns="">
            <p:pic>
              <p:nvPicPr>
                <p:cNvPr id="304" name="Ink 303">
                  <a:extLst>
                    <a:ext uri="{FF2B5EF4-FFF2-40B4-BE49-F238E27FC236}">
                      <a16:creationId xmlns:a16="http://schemas.microsoft.com/office/drawing/2014/main" id="{08DE7E9B-77BE-730C-7B24-03095DC475CE}"/>
                    </a:ext>
                  </a:extLst>
                </p:cNvPr>
                <p:cNvPicPr/>
                <p:nvPr/>
              </p:nvPicPr>
              <p:blipFill>
                <a:blip r:embed="rId328"/>
                <a:stretch>
                  <a:fillRect/>
                </a:stretch>
              </p:blipFill>
              <p:spPr>
                <a:xfrm>
                  <a:off x="1793808" y="4829904"/>
                  <a:ext cx="163800" cy="26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9">
              <p14:nvContentPartPr>
                <p14:cNvPr id="305" name="Ink 304">
                  <a:extLst>
                    <a:ext uri="{FF2B5EF4-FFF2-40B4-BE49-F238E27FC236}">
                      <a16:creationId xmlns:a16="http://schemas.microsoft.com/office/drawing/2014/main" id="{FC1E5CF2-1B58-9D2C-0405-F1A488724E04}"/>
                    </a:ext>
                  </a:extLst>
                </p14:cNvPr>
                <p14:cNvContentPartPr/>
                <p14:nvPr/>
              </p14:nvContentPartPr>
              <p14:xfrm>
                <a:off x="1708128" y="4770864"/>
                <a:ext cx="579600" cy="309600"/>
              </p14:xfrm>
            </p:contentPart>
          </mc:Choice>
          <mc:Fallback xmlns="">
            <p:pic>
              <p:nvPicPr>
                <p:cNvPr id="305" name="Ink 304">
                  <a:extLst>
                    <a:ext uri="{FF2B5EF4-FFF2-40B4-BE49-F238E27FC236}">
                      <a16:creationId xmlns:a16="http://schemas.microsoft.com/office/drawing/2014/main" id="{FC1E5CF2-1B58-9D2C-0405-F1A488724E04}"/>
                    </a:ext>
                  </a:extLst>
                </p:cNvPr>
                <p:cNvPicPr/>
                <p:nvPr/>
              </p:nvPicPr>
              <p:blipFill>
                <a:blip r:embed="rId330"/>
                <a:stretch>
                  <a:fillRect/>
                </a:stretch>
              </p:blipFill>
              <p:spPr>
                <a:xfrm>
                  <a:off x="1699128" y="4762224"/>
                  <a:ext cx="597240" cy="32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1">
              <p14:nvContentPartPr>
                <p14:cNvPr id="306" name="Ink 305">
                  <a:extLst>
                    <a:ext uri="{FF2B5EF4-FFF2-40B4-BE49-F238E27FC236}">
                      <a16:creationId xmlns:a16="http://schemas.microsoft.com/office/drawing/2014/main" id="{3DF5C9A0-935A-CD81-161C-722F4AE8BF0F}"/>
                    </a:ext>
                  </a:extLst>
                </p14:cNvPr>
                <p14:cNvContentPartPr/>
                <p14:nvPr/>
              </p14:nvContentPartPr>
              <p14:xfrm>
                <a:off x="2784888" y="4893264"/>
                <a:ext cx="987480" cy="149760"/>
              </p14:xfrm>
            </p:contentPart>
          </mc:Choice>
          <mc:Fallback xmlns="">
            <p:pic>
              <p:nvPicPr>
                <p:cNvPr id="306" name="Ink 305">
                  <a:extLst>
                    <a:ext uri="{FF2B5EF4-FFF2-40B4-BE49-F238E27FC236}">
                      <a16:creationId xmlns:a16="http://schemas.microsoft.com/office/drawing/2014/main" id="{3DF5C9A0-935A-CD81-161C-722F4AE8BF0F}"/>
                    </a:ext>
                  </a:extLst>
                </p:cNvPr>
                <p:cNvPicPr/>
                <p:nvPr/>
              </p:nvPicPr>
              <p:blipFill>
                <a:blip r:embed="rId332"/>
                <a:stretch>
                  <a:fillRect/>
                </a:stretch>
              </p:blipFill>
              <p:spPr>
                <a:xfrm>
                  <a:off x="2775888" y="4884264"/>
                  <a:ext cx="1005120" cy="16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3">
              <p14:nvContentPartPr>
                <p14:cNvPr id="307" name="Ink 306">
                  <a:extLst>
                    <a:ext uri="{FF2B5EF4-FFF2-40B4-BE49-F238E27FC236}">
                      <a16:creationId xmlns:a16="http://schemas.microsoft.com/office/drawing/2014/main" id="{87D1D8E5-19A1-348F-6FAE-0056D5687F9B}"/>
                    </a:ext>
                  </a:extLst>
                </p14:cNvPr>
                <p14:cNvContentPartPr/>
                <p14:nvPr/>
              </p14:nvContentPartPr>
              <p14:xfrm>
                <a:off x="3801528" y="4826304"/>
                <a:ext cx="15120" cy="40320"/>
              </p14:xfrm>
            </p:contentPart>
          </mc:Choice>
          <mc:Fallback xmlns="">
            <p:pic>
              <p:nvPicPr>
                <p:cNvPr id="307" name="Ink 306">
                  <a:extLst>
                    <a:ext uri="{FF2B5EF4-FFF2-40B4-BE49-F238E27FC236}">
                      <a16:creationId xmlns:a16="http://schemas.microsoft.com/office/drawing/2014/main" id="{87D1D8E5-19A1-348F-6FAE-0056D5687F9B}"/>
                    </a:ext>
                  </a:extLst>
                </p:cNvPr>
                <p:cNvPicPr/>
                <p:nvPr/>
              </p:nvPicPr>
              <p:blipFill>
                <a:blip r:embed="rId334"/>
                <a:stretch>
                  <a:fillRect/>
                </a:stretch>
              </p:blipFill>
              <p:spPr>
                <a:xfrm>
                  <a:off x="3792888" y="4817304"/>
                  <a:ext cx="32760" cy="5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5">
              <p14:nvContentPartPr>
                <p14:cNvPr id="308" name="Ink 307">
                  <a:extLst>
                    <a:ext uri="{FF2B5EF4-FFF2-40B4-BE49-F238E27FC236}">
                      <a16:creationId xmlns:a16="http://schemas.microsoft.com/office/drawing/2014/main" id="{3E5E6E46-1858-D94C-AF09-0CF41CA9EED5}"/>
                    </a:ext>
                  </a:extLst>
                </p14:cNvPr>
                <p14:cNvContentPartPr/>
                <p14:nvPr/>
              </p14:nvContentPartPr>
              <p14:xfrm>
                <a:off x="3770568" y="4908744"/>
                <a:ext cx="192240" cy="380160"/>
              </p14:xfrm>
            </p:contentPart>
          </mc:Choice>
          <mc:Fallback xmlns="">
            <p:pic>
              <p:nvPicPr>
                <p:cNvPr id="308" name="Ink 307">
                  <a:extLst>
                    <a:ext uri="{FF2B5EF4-FFF2-40B4-BE49-F238E27FC236}">
                      <a16:creationId xmlns:a16="http://schemas.microsoft.com/office/drawing/2014/main" id="{3E5E6E46-1858-D94C-AF09-0CF41CA9EED5}"/>
                    </a:ext>
                  </a:extLst>
                </p:cNvPr>
                <p:cNvPicPr/>
                <p:nvPr/>
              </p:nvPicPr>
              <p:blipFill>
                <a:blip r:embed="rId336"/>
                <a:stretch>
                  <a:fillRect/>
                </a:stretch>
              </p:blipFill>
              <p:spPr>
                <a:xfrm>
                  <a:off x="3761568" y="4900104"/>
                  <a:ext cx="209880" cy="39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7">
              <p14:nvContentPartPr>
                <p14:cNvPr id="309" name="Ink 308">
                  <a:extLst>
                    <a:ext uri="{FF2B5EF4-FFF2-40B4-BE49-F238E27FC236}">
                      <a16:creationId xmlns:a16="http://schemas.microsoft.com/office/drawing/2014/main" id="{EFB5405F-1718-3216-487E-654B79D17330}"/>
                    </a:ext>
                  </a:extLst>
                </p14:cNvPr>
                <p14:cNvContentPartPr/>
                <p14:nvPr/>
              </p14:nvContentPartPr>
              <p14:xfrm>
                <a:off x="4147848" y="4792824"/>
                <a:ext cx="587880" cy="483120"/>
              </p14:xfrm>
            </p:contentPart>
          </mc:Choice>
          <mc:Fallback xmlns="">
            <p:pic>
              <p:nvPicPr>
                <p:cNvPr id="309" name="Ink 308">
                  <a:extLst>
                    <a:ext uri="{FF2B5EF4-FFF2-40B4-BE49-F238E27FC236}">
                      <a16:creationId xmlns:a16="http://schemas.microsoft.com/office/drawing/2014/main" id="{EFB5405F-1718-3216-487E-654B79D17330}"/>
                    </a:ext>
                  </a:extLst>
                </p:cNvPr>
                <p:cNvPicPr/>
                <p:nvPr/>
              </p:nvPicPr>
              <p:blipFill>
                <a:blip r:embed="rId338"/>
                <a:stretch>
                  <a:fillRect/>
                </a:stretch>
              </p:blipFill>
              <p:spPr>
                <a:xfrm>
                  <a:off x="4139208" y="4784184"/>
                  <a:ext cx="605520" cy="50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9">
              <p14:nvContentPartPr>
                <p14:cNvPr id="310" name="Ink 309">
                  <a:extLst>
                    <a:ext uri="{FF2B5EF4-FFF2-40B4-BE49-F238E27FC236}">
                      <a16:creationId xmlns:a16="http://schemas.microsoft.com/office/drawing/2014/main" id="{FE260F6D-DA95-F5EF-3818-079938B8270D}"/>
                    </a:ext>
                  </a:extLst>
                </p14:cNvPr>
                <p14:cNvContentPartPr/>
                <p14:nvPr/>
              </p14:nvContentPartPr>
              <p14:xfrm>
                <a:off x="4686768" y="4760064"/>
                <a:ext cx="172440" cy="279720"/>
              </p14:xfrm>
            </p:contentPart>
          </mc:Choice>
          <mc:Fallback xmlns="">
            <p:pic>
              <p:nvPicPr>
                <p:cNvPr id="310" name="Ink 309">
                  <a:extLst>
                    <a:ext uri="{FF2B5EF4-FFF2-40B4-BE49-F238E27FC236}">
                      <a16:creationId xmlns:a16="http://schemas.microsoft.com/office/drawing/2014/main" id="{FE260F6D-DA95-F5EF-3818-079938B8270D}"/>
                    </a:ext>
                  </a:extLst>
                </p:cNvPr>
                <p:cNvPicPr/>
                <p:nvPr/>
              </p:nvPicPr>
              <p:blipFill>
                <a:blip r:embed="rId340"/>
                <a:stretch>
                  <a:fillRect/>
                </a:stretch>
              </p:blipFill>
              <p:spPr>
                <a:xfrm>
                  <a:off x="4678128" y="4751064"/>
                  <a:ext cx="190080" cy="29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1">
              <p14:nvContentPartPr>
                <p14:cNvPr id="290" name="Ink 289">
                  <a:extLst>
                    <a:ext uri="{FF2B5EF4-FFF2-40B4-BE49-F238E27FC236}">
                      <a16:creationId xmlns:a16="http://schemas.microsoft.com/office/drawing/2014/main" id="{E25E1370-8AE8-A280-A0D1-20C292BD847E}"/>
                    </a:ext>
                  </a:extLst>
                </p14:cNvPr>
                <p14:cNvContentPartPr/>
                <p14:nvPr/>
              </p14:nvContentPartPr>
              <p14:xfrm>
                <a:off x="9859968" y="4483584"/>
                <a:ext cx="59040" cy="74880"/>
              </p14:xfrm>
            </p:contentPart>
          </mc:Choice>
          <mc:Fallback xmlns="">
            <p:pic>
              <p:nvPicPr>
                <p:cNvPr id="290" name="Ink 289">
                  <a:extLst>
                    <a:ext uri="{FF2B5EF4-FFF2-40B4-BE49-F238E27FC236}">
                      <a16:creationId xmlns:a16="http://schemas.microsoft.com/office/drawing/2014/main" id="{E25E1370-8AE8-A280-A0D1-20C292BD847E}"/>
                    </a:ext>
                  </a:extLst>
                </p:cNvPr>
                <p:cNvPicPr/>
                <p:nvPr/>
              </p:nvPicPr>
              <p:blipFill>
                <a:blip r:embed="rId342"/>
                <a:stretch>
                  <a:fillRect/>
                </a:stretch>
              </p:blipFill>
              <p:spPr>
                <a:xfrm>
                  <a:off x="9850968" y="4474584"/>
                  <a:ext cx="76680" cy="9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3">
              <p14:nvContentPartPr>
                <p14:cNvPr id="291" name="Ink 290">
                  <a:extLst>
                    <a:ext uri="{FF2B5EF4-FFF2-40B4-BE49-F238E27FC236}">
                      <a16:creationId xmlns:a16="http://schemas.microsoft.com/office/drawing/2014/main" id="{6AC4D5A5-C466-AE96-CCEA-EE009068CDA6}"/>
                    </a:ext>
                  </a:extLst>
                </p14:cNvPr>
                <p14:cNvContentPartPr/>
                <p14:nvPr/>
              </p14:nvContentPartPr>
              <p14:xfrm>
                <a:off x="9899208" y="4419504"/>
                <a:ext cx="19080" cy="20160"/>
              </p14:xfrm>
            </p:contentPart>
          </mc:Choice>
          <mc:Fallback xmlns="">
            <p:pic>
              <p:nvPicPr>
                <p:cNvPr id="291" name="Ink 290">
                  <a:extLst>
                    <a:ext uri="{FF2B5EF4-FFF2-40B4-BE49-F238E27FC236}">
                      <a16:creationId xmlns:a16="http://schemas.microsoft.com/office/drawing/2014/main" id="{6AC4D5A5-C466-AE96-CCEA-EE009068CDA6}"/>
                    </a:ext>
                  </a:extLst>
                </p:cNvPr>
                <p:cNvPicPr/>
                <p:nvPr/>
              </p:nvPicPr>
              <p:blipFill>
                <a:blip r:embed="rId344"/>
                <a:stretch>
                  <a:fillRect/>
                </a:stretch>
              </p:blipFill>
              <p:spPr>
                <a:xfrm>
                  <a:off x="9890208" y="4410864"/>
                  <a:ext cx="36720" cy="3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5">
              <p14:nvContentPartPr>
                <p14:cNvPr id="292" name="Ink 291">
                  <a:extLst>
                    <a:ext uri="{FF2B5EF4-FFF2-40B4-BE49-F238E27FC236}">
                      <a16:creationId xmlns:a16="http://schemas.microsoft.com/office/drawing/2014/main" id="{94F7C9E5-5AF6-715F-EBA7-999D9E526306}"/>
                    </a:ext>
                  </a:extLst>
                </p14:cNvPr>
                <p14:cNvContentPartPr/>
                <p14:nvPr/>
              </p14:nvContentPartPr>
              <p14:xfrm>
                <a:off x="9998928" y="4510584"/>
                <a:ext cx="75240" cy="35280"/>
              </p14:xfrm>
            </p:contentPart>
          </mc:Choice>
          <mc:Fallback xmlns="">
            <p:pic>
              <p:nvPicPr>
                <p:cNvPr id="292" name="Ink 291">
                  <a:extLst>
                    <a:ext uri="{FF2B5EF4-FFF2-40B4-BE49-F238E27FC236}">
                      <a16:creationId xmlns:a16="http://schemas.microsoft.com/office/drawing/2014/main" id="{94F7C9E5-5AF6-715F-EBA7-999D9E526306}"/>
                    </a:ext>
                  </a:extLst>
                </p:cNvPr>
                <p:cNvPicPr/>
                <p:nvPr/>
              </p:nvPicPr>
              <p:blipFill>
                <a:blip r:embed="rId346"/>
                <a:stretch>
                  <a:fillRect/>
                </a:stretch>
              </p:blipFill>
              <p:spPr>
                <a:xfrm>
                  <a:off x="9989928" y="4501584"/>
                  <a:ext cx="92880" cy="5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7">
              <p14:nvContentPartPr>
                <p14:cNvPr id="293" name="Ink 292">
                  <a:extLst>
                    <a:ext uri="{FF2B5EF4-FFF2-40B4-BE49-F238E27FC236}">
                      <a16:creationId xmlns:a16="http://schemas.microsoft.com/office/drawing/2014/main" id="{BACA7749-247F-70CF-8BF1-FCB7E651BCDE}"/>
                    </a:ext>
                  </a:extLst>
                </p14:cNvPr>
                <p14:cNvContentPartPr/>
                <p14:nvPr/>
              </p14:nvContentPartPr>
              <p14:xfrm>
                <a:off x="10380168" y="4321944"/>
                <a:ext cx="116640" cy="246240"/>
              </p14:xfrm>
            </p:contentPart>
          </mc:Choice>
          <mc:Fallback xmlns="">
            <p:pic>
              <p:nvPicPr>
                <p:cNvPr id="293" name="Ink 292">
                  <a:extLst>
                    <a:ext uri="{FF2B5EF4-FFF2-40B4-BE49-F238E27FC236}">
                      <a16:creationId xmlns:a16="http://schemas.microsoft.com/office/drawing/2014/main" id="{BACA7749-247F-70CF-8BF1-FCB7E651BCDE}"/>
                    </a:ext>
                  </a:extLst>
                </p:cNvPr>
                <p:cNvPicPr/>
                <p:nvPr/>
              </p:nvPicPr>
              <p:blipFill>
                <a:blip r:embed="rId348"/>
                <a:stretch>
                  <a:fillRect/>
                </a:stretch>
              </p:blipFill>
              <p:spPr>
                <a:xfrm>
                  <a:off x="10371168" y="4312944"/>
                  <a:ext cx="134280" cy="26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9">
              <p14:nvContentPartPr>
                <p14:cNvPr id="294" name="Ink 293">
                  <a:extLst>
                    <a:ext uri="{FF2B5EF4-FFF2-40B4-BE49-F238E27FC236}">
                      <a16:creationId xmlns:a16="http://schemas.microsoft.com/office/drawing/2014/main" id="{A96184C3-D137-E64F-EF83-27CEF80711A0}"/>
                    </a:ext>
                  </a:extLst>
                </p14:cNvPr>
                <p14:cNvContentPartPr/>
                <p14:nvPr/>
              </p14:nvContentPartPr>
              <p14:xfrm>
                <a:off x="10525248" y="4295304"/>
                <a:ext cx="419040" cy="272520"/>
              </p14:xfrm>
            </p:contentPart>
          </mc:Choice>
          <mc:Fallback xmlns="">
            <p:pic>
              <p:nvPicPr>
                <p:cNvPr id="294" name="Ink 293">
                  <a:extLst>
                    <a:ext uri="{FF2B5EF4-FFF2-40B4-BE49-F238E27FC236}">
                      <a16:creationId xmlns:a16="http://schemas.microsoft.com/office/drawing/2014/main" id="{A96184C3-D137-E64F-EF83-27CEF80711A0}"/>
                    </a:ext>
                  </a:extLst>
                </p:cNvPr>
                <p:cNvPicPr/>
                <p:nvPr/>
              </p:nvPicPr>
              <p:blipFill>
                <a:blip r:embed="rId350"/>
                <a:stretch>
                  <a:fillRect/>
                </a:stretch>
              </p:blipFill>
              <p:spPr>
                <a:xfrm>
                  <a:off x="10516608" y="4286304"/>
                  <a:ext cx="436680" cy="29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1">
              <p14:nvContentPartPr>
                <p14:cNvPr id="295" name="Ink 294">
                  <a:extLst>
                    <a:ext uri="{FF2B5EF4-FFF2-40B4-BE49-F238E27FC236}">
                      <a16:creationId xmlns:a16="http://schemas.microsoft.com/office/drawing/2014/main" id="{C4A4177F-D805-5A5D-F9C7-7869DD163931}"/>
                    </a:ext>
                  </a:extLst>
                </p14:cNvPr>
                <p14:cNvContentPartPr/>
                <p14:nvPr/>
              </p14:nvContentPartPr>
              <p14:xfrm>
                <a:off x="10892808" y="4362984"/>
                <a:ext cx="91080" cy="12960"/>
              </p14:xfrm>
            </p:contentPart>
          </mc:Choice>
          <mc:Fallback xmlns="">
            <p:pic>
              <p:nvPicPr>
                <p:cNvPr id="295" name="Ink 294">
                  <a:extLst>
                    <a:ext uri="{FF2B5EF4-FFF2-40B4-BE49-F238E27FC236}">
                      <a16:creationId xmlns:a16="http://schemas.microsoft.com/office/drawing/2014/main" id="{C4A4177F-D805-5A5D-F9C7-7869DD163931}"/>
                    </a:ext>
                  </a:extLst>
                </p:cNvPr>
                <p:cNvPicPr/>
                <p:nvPr/>
              </p:nvPicPr>
              <p:blipFill>
                <a:blip r:embed="rId352"/>
                <a:stretch>
                  <a:fillRect/>
                </a:stretch>
              </p:blipFill>
              <p:spPr>
                <a:xfrm>
                  <a:off x="10884168" y="4354344"/>
                  <a:ext cx="108720" cy="3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3">
              <p14:nvContentPartPr>
                <p14:cNvPr id="296" name="Ink 295">
                  <a:extLst>
                    <a:ext uri="{FF2B5EF4-FFF2-40B4-BE49-F238E27FC236}">
                      <a16:creationId xmlns:a16="http://schemas.microsoft.com/office/drawing/2014/main" id="{3FFA4EFE-9C44-9BC1-89BE-DBEBBD216896}"/>
                    </a:ext>
                  </a:extLst>
                </p14:cNvPr>
                <p14:cNvContentPartPr/>
                <p14:nvPr/>
              </p14:nvContentPartPr>
              <p14:xfrm>
                <a:off x="10966968" y="4479984"/>
                <a:ext cx="288000" cy="41040"/>
              </p14:xfrm>
            </p:contentPart>
          </mc:Choice>
          <mc:Fallback xmlns="">
            <p:pic>
              <p:nvPicPr>
                <p:cNvPr id="296" name="Ink 295">
                  <a:extLst>
                    <a:ext uri="{FF2B5EF4-FFF2-40B4-BE49-F238E27FC236}">
                      <a16:creationId xmlns:a16="http://schemas.microsoft.com/office/drawing/2014/main" id="{3FFA4EFE-9C44-9BC1-89BE-DBEBBD216896}"/>
                    </a:ext>
                  </a:extLst>
                </p:cNvPr>
                <p:cNvPicPr/>
                <p:nvPr/>
              </p:nvPicPr>
              <p:blipFill>
                <a:blip r:embed="rId354"/>
                <a:stretch>
                  <a:fillRect/>
                </a:stretch>
              </p:blipFill>
              <p:spPr>
                <a:xfrm>
                  <a:off x="10957968" y="4470984"/>
                  <a:ext cx="305640" cy="5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5">
              <p14:nvContentPartPr>
                <p14:cNvPr id="297" name="Ink 296">
                  <a:extLst>
                    <a:ext uri="{FF2B5EF4-FFF2-40B4-BE49-F238E27FC236}">
                      <a16:creationId xmlns:a16="http://schemas.microsoft.com/office/drawing/2014/main" id="{73AE0C02-3C19-34E3-B6AA-06C6387A5A5D}"/>
                    </a:ext>
                  </a:extLst>
                </p14:cNvPr>
                <p14:cNvContentPartPr/>
                <p14:nvPr/>
              </p14:nvContentPartPr>
              <p14:xfrm>
                <a:off x="11275848" y="4417344"/>
                <a:ext cx="21960" cy="30240"/>
              </p14:xfrm>
            </p:contentPart>
          </mc:Choice>
          <mc:Fallback xmlns="">
            <p:pic>
              <p:nvPicPr>
                <p:cNvPr id="297" name="Ink 296">
                  <a:extLst>
                    <a:ext uri="{FF2B5EF4-FFF2-40B4-BE49-F238E27FC236}">
                      <a16:creationId xmlns:a16="http://schemas.microsoft.com/office/drawing/2014/main" id="{73AE0C02-3C19-34E3-B6AA-06C6387A5A5D}"/>
                    </a:ext>
                  </a:extLst>
                </p:cNvPr>
                <p:cNvPicPr/>
                <p:nvPr/>
              </p:nvPicPr>
              <p:blipFill>
                <a:blip r:embed="rId356"/>
                <a:stretch>
                  <a:fillRect/>
                </a:stretch>
              </p:blipFill>
              <p:spPr>
                <a:xfrm>
                  <a:off x="11267208" y="4408344"/>
                  <a:ext cx="39600" cy="4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7">
              <p14:nvContentPartPr>
                <p14:cNvPr id="298" name="Ink 297">
                  <a:extLst>
                    <a:ext uri="{FF2B5EF4-FFF2-40B4-BE49-F238E27FC236}">
                      <a16:creationId xmlns:a16="http://schemas.microsoft.com/office/drawing/2014/main" id="{142C71D8-043A-E092-102F-B3F9984A9573}"/>
                    </a:ext>
                  </a:extLst>
                </p14:cNvPr>
                <p14:cNvContentPartPr/>
                <p14:nvPr/>
              </p14:nvContentPartPr>
              <p14:xfrm>
                <a:off x="11320848" y="4488984"/>
                <a:ext cx="201960" cy="67680"/>
              </p14:xfrm>
            </p:contentPart>
          </mc:Choice>
          <mc:Fallback xmlns="">
            <p:pic>
              <p:nvPicPr>
                <p:cNvPr id="298" name="Ink 297">
                  <a:extLst>
                    <a:ext uri="{FF2B5EF4-FFF2-40B4-BE49-F238E27FC236}">
                      <a16:creationId xmlns:a16="http://schemas.microsoft.com/office/drawing/2014/main" id="{142C71D8-043A-E092-102F-B3F9984A9573}"/>
                    </a:ext>
                  </a:extLst>
                </p:cNvPr>
                <p:cNvPicPr/>
                <p:nvPr/>
              </p:nvPicPr>
              <p:blipFill>
                <a:blip r:embed="rId358"/>
                <a:stretch>
                  <a:fillRect/>
                </a:stretch>
              </p:blipFill>
              <p:spPr>
                <a:xfrm>
                  <a:off x="11311848" y="4480344"/>
                  <a:ext cx="219600" cy="8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9">
              <p14:nvContentPartPr>
                <p14:cNvPr id="299" name="Ink 298">
                  <a:extLst>
                    <a:ext uri="{FF2B5EF4-FFF2-40B4-BE49-F238E27FC236}">
                      <a16:creationId xmlns:a16="http://schemas.microsoft.com/office/drawing/2014/main" id="{DE4E3C31-CC6B-65DA-48F0-BEC97D3F663C}"/>
                    </a:ext>
                  </a:extLst>
                </p14:cNvPr>
                <p14:cNvContentPartPr/>
                <p14:nvPr/>
              </p14:nvContentPartPr>
              <p14:xfrm>
                <a:off x="11533608" y="4410864"/>
                <a:ext cx="10080" cy="9720"/>
              </p14:xfrm>
            </p:contentPart>
          </mc:Choice>
          <mc:Fallback xmlns="">
            <p:pic>
              <p:nvPicPr>
                <p:cNvPr id="299" name="Ink 298">
                  <a:extLst>
                    <a:ext uri="{FF2B5EF4-FFF2-40B4-BE49-F238E27FC236}">
                      <a16:creationId xmlns:a16="http://schemas.microsoft.com/office/drawing/2014/main" id="{DE4E3C31-CC6B-65DA-48F0-BEC97D3F663C}"/>
                    </a:ext>
                  </a:extLst>
                </p:cNvPr>
                <p:cNvPicPr/>
                <p:nvPr/>
              </p:nvPicPr>
              <p:blipFill>
                <a:blip r:embed="rId360"/>
                <a:stretch>
                  <a:fillRect/>
                </a:stretch>
              </p:blipFill>
              <p:spPr>
                <a:xfrm>
                  <a:off x="11524968" y="4402224"/>
                  <a:ext cx="27720" cy="2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1">
              <p14:nvContentPartPr>
                <p14:cNvPr id="300" name="Ink 299">
                  <a:extLst>
                    <a:ext uri="{FF2B5EF4-FFF2-40B4-BE49-F238E27FC236}">
                      <a16:creationId xmlns:a16="http://schemas.microsoft.com/office/drawing/2014/main" id="{EB22CEC4-9740-0DCB-0035-7CFBD0D2016F}"/>
                    </a:ext>
                  </a:extLst>
                </p14:cNvPr>
                <p14:cNvContentPartPr/>
                <p14:nvPr/>
              </p14:nvContentPartPr>
              <p14:xfrm>
                <a:off x="11376648" y="4508784"/>
                <a:ext cx="252000" cy="303840"/>
              </p14:xfrm>
            </p:contentPart>
          </mc:Choice>
          <mc:Fallback xmlns="">
            <p:pic>
              <p:nvPicPr>
                <p:cNvPr id="300" name="Ink 299">
                  <a:extLst>
                    <a:ext uri="{FF2B5EF4-FFF2-40B4-BE49-F238E27FC236}">
                      <a16:creationId xmlns:a16="http://schemas.microsoft.com/office/drawing/2014/main" id="{EB22CEC4-9740-0DCB-0035-7CFBD0D2016F}"/>
                    </a:ext>
                  </a:extLst>
                </p:cNvPr>
                <p:cNvPicPr/>
                <p:nvPr/>
              </p:nvPicPr>
              <p:blipFill>
                <a:blip r:embed="rId362"/>
                <a:stretch>
                  <a:fillRect/>
                </a:stretch>
              </p:blipFill>
              <p:spPr>
                <a:xfrm>
                  <a:off x="11368008" y="4500144"/>
                  <a:ext cx="269640" cy="32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3">
              <p14:nvContentPartPr>
                <p14:cNvPr id="301" name="Ink 300">
                  <a:extLst>
                    <a:ext uri="{FF2B5EF4-FFF2-40B4-BE49-F238E27FC236}">
                      <a16:creationId xmlns:a16="http://schemas.microsoft.com/office/drawing/2014/main" id="{C56C546E-4563-FF39-82F6-C0272B786754}"/>
                    </a:ext>
                  </a:extLst>
                </p14:cNvPr>
                <p14:cNvContentPartPr/>
                <p14:nvPr/>
              </p14:nvContentPartPr>
              <p14:xfrm>
                <a:off x="11602728" y="4740624"/>
                <a:ext cx="14040" cy="7200"/>
              </p14:xfrm>
            </p:contentPart>
          </mc:Choice>
          <mc:Fallback xmlns="">
            <p:pic>
              <p:nvPicPr>
                <p:cNvPr id="301" name="Ink 300">
                  <a:extLst>
                    <a:ext uri="{FF2B5EF4-FFF2-40B4-BE49-F238E27FC236}">
                      <a16:creationId xmlns:a16="http://schemas.microsoft.com/office/drawing/2014/main" id="{C56C546E-4563-FF39-82F6-C0272B786754}"/>
                    </a:ext>
                  </a:extLst>
                </p:cNvPr>
                <p:cNvPicPr/>
                <p:nvPr/>
              </p:nvPicPr>
              <p:blipFill>
                <a:blip r:embed="rId364"/>
                <a:stretch>
                  <a:fillRect/>
                </a:stretch>
              </p:blipFill>
              <p:spPr>
                <a:xfrm>
                  <a:off x="11594088" y="4731984"/>
                  <a:ext cx="31680" cy="2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5">
              <p14:nvContentPartPr>
                <p14:cNvPr id="285" name="Ink 284">
                  <a:extLst>
                    <a:ext uri="{FF2B5EF4-FFF2-40B4-BE49-F238E27FC236}">
                      <a16:creationId xmlns:a16="http://schemas.microsoft.com/office/drawing/2014/main" id="{633980E3-4801-577D-7394-56EE14FE8DCC}"/>
                    </a:ext>
                  </a:extLst>
                </p14:cNvPr>
                <p14:cNvContentPartPr/>
                <p14:nvPr/>
              </p14:nvContentPartPr>
              <p14:xfrm>
                <a:off x="8289288" y="4524624"/>
                <a:ext cx="200520" cy="120960"/>
              </p14:xfrm>
            </p:contentPart>
          </mc:Choice>
          <mc:Fallback xmlns="">
            <p:pic>
              <p:nvPicPr>
                <p:cNvPr id="285" name="Ink 284">
                  <a:extLst>
                    <a:ext uri="{FF2B5EF4-FFF2-40B4-BE49-F238E27FC236}">
                      <a16:creationId xmlns:a16="http://schemas.microsoft.com/office/drawing/2014/main" id="{633980E3-4801-577D-7394-56EE14FE8DCC}"/>
                    </a:ext>
                  </a:extLst>
                </p:cNvPr>
                <p:cNvPicPr/>
                <p:nvPr/>
              </p:nvPicPr>
              <p:blipFill>
                <a:blip r:embed="rId366"/>
                <a:stretch>
                  <a:fillRect/>
                </a:stretch>
              </p:blipFill>
              <p:spPr>
                <a:xfrm>
                  <a:off x="8280648" y="4515984"/>
                  <a:ext cx="218160" cy="13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7">
              <p14:nvContentPartPr>
                <p14:cNvPr id="286" name="Ink 285">
                  <a:extLst>
                    <a:ext uri="{FF2B5EF4-FFF2-40B4-BE49-F238E27FC236}">
                      <a16:creationId xmlns:a16="http://schemas.microsoft.com/office/drawing/2014/main" id="{3D179A64-9D74-0E12-AF09-0F94F4E0BD99}"/>
                    </a:ext>
                  </a:extLst>
                </p14:cNvPr>
                <p14:cNvContentPartPr/>
                <p14:nvPr/>
              </p14:nvContentPartPr>
              <p14:xfrm>
                <a:off x="8356248" y="4382424"/>
                <a:ext cx="43920" cy="26640"/>
              </p14:xfrm>
            </p:contentPart>
          </mc:Choice>
          <mc:Fallback xmlns="">
            <p:pic>
              <p:nvPicPr>
                <p:cNvPr id="286" name="Ink 285">
                  <a:extLst>
                    <a:ext uri="{FF2B5EF4-FFF2-40B4-BE49-F238E27FC236}">
                      <a16:creationId xmlns:a16="http://schemas.microsoft.com/office/drawing/2014/main" id="{3D179A64-9D74-0E12-AF09-0F94F4E0BD99}"/>
                    </a:ext>
                  </a:extLst>
                </p:cNvPr>
                <p:cNvPicPr/>
                <p:nvPr/>
              </p:nvPicPr>
              <p:blipFill>
                <a:blip r:embed="rId368"/>
                <a:stretch>
                  <a:fillRect/>
                </a:stretch>
              </p:blipFill>
              <p:spPr>
                <a:xfrm>
                  <a:off x="8347608" y="4373424"/>
                  <a:ext cx="61560" cy="4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9">
              <p14:nvContentPartPr>
                <p14:cNvPr id="287" name="Ink 286">
                  <a:extLst>
                    <a:ext uri="{FF2B5EF4-FFF2-40B4-BE49-F238E27FC236}">
                      <a16:creationId xmlns:a16="http://schemas.microsoft.com/office/drawing/2014/main" id="{2FEA2C7B-8F08-5151-BFF4-E343C9795F4F}"/>
                    </a:ext>
                  </a:extLst>
                </p14:cNvPr>
                <p14:cNvContentPartPr/>
                <p14:nvPr/>
              </p14:nvContentPartPr>
              <p14:xfrm>
                <a:off x="8768088" y="4507344"/>
                <a:ext cx="359280" cy="69120"/>
              </p14:xfrm>
            </p:contentPart>
          </mc:Choice>
          <mc:Fallback xmlns="">
            <p:pic>
              <p:nvPicPr>
                <p:cNvPr id="287" name="Ink 286">
                  <a:extLst>
                    <a:ext uri="{FF2B5EF4-FFF2-40B4-BE49-F238E27FC236}">
                      <a16:creationId xmlns:a16="http://schemas.microsoft.com/office/drawing/2014/main" id="{2FEA2C7B-8F08-5151-BFF4-E343C9795F4F}"/>
                    </a:ext>
                  </a:extLst>
                </p:cNvPr>
                <p:cNvPicPr/>
                <p:nvPr/>
              </p:nvPicPr>
              <p:blipFill>
                <a:blip r:embed="rId370"/>
                <a:stretch>
                  <a:fillRect/>
                </a:stretch>
              </p:blipFill>
              <p:spPr>
                <a:xfrm>
                  <a:off x="8759448" y="4498704"/>
                  <a:ext cx="376920" cy="8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1">
              <p14:nvContentPartPr>
                <p14:cNvPr id="288" name="Ink 287">
                  <a:extLst>
                    <a:ext uri="{FF2B5EF4-FFF2-40B4-BE49-F238E27FC236}">
                      <a16:creationId xmlns:a16="http://schemas.microsoft.com/office/drawing/2014/main" id="{3161AB45-49B4-25E3-C4A2-83AEA771604B}"/>
                    </a:ext>
                  </a:extLst>
                </p14:cNvPr>
                <p14:cNvContentPartPr/>
                <p14:nvPr/>
              </p14:nvContentPartPr>
              <p14:xfrm>
                <a:off x="9060048" y="4350744"/>
                <a:ext cx="470520" cy="417240"/>
              </p14:xfrm>
            </p:contentPart>
          </mc:Choice>
          <mc:Fallback xmlns="">
            <p:pic>
              <p:nvPicPr>
                <p:cNvPr id="288" name="Ink 287">
                  <a:extLst>
                    <a:ext uri="{FF2B5EF4-FFF2-40B4-BE49-F238E27FC236}">
                      <a16:creationId xmlns:a16="http://schemas.microsoft.com/office/drawing/2014/main" id="{3161AB45-49B4-25E3-C4A2-83AEA771604B}"/>
                    </a:ext>
                  </a:extLst>
                </p:cNvPr>
                <p:cNvPicPr/>
                <p:nvPr/>
              </p:nvPicPr>
              <p:blipFill>
                <a:blip r:embed="rId372"/>
                <a:stretch>
                  <a:fillRect/>
                </a:stretch>
              </p:blipFill>
              <p:spPr>
                <a:xfrm>
                  <a:off x="9051408" y="4341744"/>
                  <a:ext cx="488160" cy="43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3">
              <p14:nvContentPartPr>
                <p14:cNvPr id="273" name="Ink 272">
                  <a:extLst>
                    <a:ext uri="{FF2B5EF4-FFF2-40B4-BE49-F238E27FC236}">
                      <a16:creationId xmlns:a16="http://schemas.microsoft.com/office/drawing/2014/main" id="{99ED88C7-AA21-694A-CAE1-07FA9D3FE15B}"/>
                    </a:ext>
                  </a:extLst>
                </p14:cNvPr>
                <p14:cNvContentPartPr/>
                <p14:nvPr/>
              </p14:nvContentPartPr>
              <p14:xfrm>
                <a:off x="5413968" y="4305744"/>
                <a:ext cx="117000" cy="279720"/>
              </p14:xfrm>
            </p:contentPart>
          </mc:Choice>
          <mc:Fallback xmlns="">
            <p:pic>
              <p:nvPicPr>
                <p:cNvPr id="273" name="Ink 272">
                  <a:extLst>
                    <a:ext uri="{FF2B5EF4-FFF2-40B4-BE49-F238E27FC236}">
                      <a16:creationId xmlns:a16="http://schemas.microsoft.com/office/drawing/2014/main" id="{99ED88C7-AA21-694A-CAE1-07FA9D3FE15B}"/>
                    </a:ext>
                  </a:extLst>
                </p:cNvPr>
                <p:cNvPicPr/>
                <p:nvPr/>
              </p:nvPicPr>
              <p:blipFill>
                <a:blip r:embed="rId374"/>
                <a:stretch>
                  <a:fillRect/>
                </a:stretch>
              </p:blipFill>
              <p:spPr>
                <a:xfrm>
                  <a:off x="5405328" y="4297104"/>
                  <a:ext cx="134640" cy="29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5">
              <p14:nvContentPartPr>
                <p14:cNvPr id="274" name="Ink 273">
                  <a:extLst>
                    <a:ext uri="{FF2B5EF4-FFF2-40B4-BE49-F238E27FC236}">
                      <a16:creationId xmlns:a16="http://schemas.microsoft.com/office/drawing/2014/main" id="{0C12089B-0918-C55E-0184-CA2C9A502509}"/>
                    </a:ext>
                  </a:extLst>
                </p14:cNvPr>
                <p14:cNvContentPartPr/>
                <p14:nvPr/>
              </p14:nvContentPartPr>
              <p14:xfrm>
                <a:off x="5440248" y="4495104"/>
                <a:ext cx="95760" cy="4680"/>
              </p14:xfrm>
            </p:contentPart>
          </mc:Choice>
          <mc:Fallback xmlns="">
            <p:pic>
              <p:nvPicPr>
                <p:cNvPr id="274" name="Ink 273">
                  <a:extLst>
                    <a:ext uri="{FF2B5EF4-FFF2-40B4-BE49-F238E27FC236}">
                      <a16:creationId xmlns:a16="http://schemas.microsoft.com/office/drawing/2014/main" id="{0C12089B-0918-C55E-0184-CA2C9A502509}"/>
                    </a:ext>
                  </a:extLst>
                </p:cNvPr>
                <p:cNvPicPr/>
                <p:nvPr/>
              </p:nvPicPr>
              <p:blipFill>
                <a:blip r:embed="rId376"/>
                <a:stretch>
                  <a:fillRect/>
                </a:stretch>
              </p:blipFill>
              <p:spPr>
                <a:xfrm>
                  <a:off x="5431608" y="4486104"/>
                  <a:ext cx="113400" cy="2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7">
              <p14:nvContentPartPr>
                <p14:cNvPr id="275" name="Ink 274">
                  <a:extLst>
                    <a:ext uri="{FF2B5EF4-FFF2-40B4-BE49-F238E27FC236}">
                      <a16:creationId xmlns:a16="http://schemas.microsoft.com/office/drawing/2014/main" id="{02FA9E4B-6523-917F-5D56-AB5A180E0348}"/>
                    </a:ext>
                  </a:extLst>
                </p14:cNvPr>
                <p14:cNvContentPartPr/>
                <p14:nvPr/>
              </p14:nvContentPartPr>
              <p14:xfrm>
                <a:off x="5538168" y="4473144"/>
                <a:ext cx="88200" cy="94680"/>
              </p14:xfrm>
            </p:contentPart>
          </mc:Choice>
          <mc:Fallback xmlns="">
            <p:pic>
              <p:nvPicPr>
                <p:cNvPr id="275" name="Ink 274">
                  <a:extLst>
                    <a:ext uri="{FF2B5EF4-FFF2-40B4-BE49-F238E27FC236}">
                      <a16:creationId xmlns:a16="http://schemas.microsoft.com/office/drawing/2014/main" id="{02FA9E4B-6523-917F-5D56-AB5A180E0348}"/>
                    </a:ext>
                  </a:extLst>
                </p:cNvPr>
                <p:cNvPicPr/>
                <p:nvPr/>
              </p:nvPicPr>
              <p:blipFill>
                <a:blip r:embed="rId378"/>
                <a:stretch>
                  <a:fillRect/>
                </a:stretch>
              </p:blipFill>
              <p:spPr>
                <a:xfrm>
                  <a:off x="5529528" y="4464504"/>
                  <a:ext cx="105840" cy="11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9">
              <p14:nvContentPartPr>
                <p14:cNvPr id="276" name="Ink 275">
                  <a:extLst>
                    <a:ext uri="{FF2B5EF4-FFF2-40B4-BE49-F238E27FC236}">
                      <a16:creationId xmlns:a16="http://schemas.microsoft.com/office/drawing/2014/main" id="{54E184BE-C2A1-B118-D016-F13755C43FAE}"/>
                    </a:ext>
                  </a:extLst>
                </p14:cNvPr>
                <p14:cNvContentPartPr/>
                <p14:nvPr/>
              </p14:nvContentPartPr>
              <p14:xfrm>
                <a:off x="5686488" y="4298544"/>
                <a:ext cx="247320" cy="284760"/>
              </p14:xfrm>
            </p:contentPart>
          </mc:Choice>
          <mc:Fallback xmlns="">
            <p:pic>
              <p:nvPicPr>
                <p:cNvPr id="276" name="Ink 275">
                  <a:extLst>
                    <a:ext uri="{FF2B5EF4-FFF2-40B4-BE49-F238E27FC236}">
                      <a16:creationId xmlns:a16="http://schemas.microsoft.com/office/drawing/2014/main" id="{54E184BE-C2A1-B118-D016-F13755C43FAE}"/>
                    </a:ext>
                  </a:extLst>
                </p:cNvPr>
                <p:cNvPicPr/>
                <p:nvPr/>
              </p:nvPicPr>
              <p:blipFill>
                <a:blip r:embed="rId380"/>
                <a:stretch>
                  <a:fillRect/>
                </a:stretch>
              </p:blipFill>
              <p:spPr>
                <a:xfrm>
                  <a:off x="5677488" y="4289544"/>
                  <a:ext cx="264960" cy="30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1">
              <p14:nvContentPartPr>
                <p14:cNvPr id="277" name="Ink 276">
                  <a:extLst>
                    <a:ext uri="{FF2B5EF4-FFF2-40B4-BE49-F238E27FC236}">
                      <a16:creationId xmlns:a16="http://schemas.microsoft.com/office/drawing/2014/main" id="{05A778C8-1B2D-0E96-8078-5F5535072B09}"/>
                    </a:ext>
                  </a:extLst>
                </p14:cNvPr>
                <p14:cNvContentPartPr/>
                <p14:nvPr/>
              </p14:nvContentPartPr>
              <p14:xfrm>
                <a:off x="5982768" y="4472424"/>
                <a:ext cx="36360" cy="34560"/>
              </p14:xfrm>
            </p:contentPart>
          </mc:Choice>
          <mc:Fallback xmlns="">
            <p:pic>
              <p:nvPicPr>
                <p:cNvPr id="277" name="Ink 276">
                  <a:extLst>
                    <a:ext uri="{FF2B5EF4-FFF2-40B4-BE49-F238E27FC236}">
                      <a16:creationId xmlns:a16="http://schemas.microsoft.com/office/drawing/2014/main" id="{05A778C8-1B2D-0E96-8078-5F5535072B09}"/>
                    </a:ext>
                  </a:extLst>
                </p:cNvPr>
                <p:cNvPicPr/>
                <p:nvPr/>
              </p:nvPicPr>
              <p:blipFill>
                <a:blip r:embed="rId382"/>
                <a:stretch>
                  <a:fillRect/>
                </a:stretch>
              </p:blipFill>
              <p:spPr>
                <a:xfrm>
                  <a:off x="5974128" y="4463784"/>
                  <a:ext cx="54000" cy="5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3">
              <p14:nvContentPartPr>
                <p14:cNvPr id="278" name="Ink 277">
                  <a:extLst>
                    <a:ext uri="{FF2B5EF4-FFF2-40B4-BE49-F238E27FC236}">
                      <a16:creationId xmlns:a16="http://schemas.microsoft.com/office/drawing/2014/main" id="{29A51DA7-2A27-A284-1910-2FECBACB2477}"/>
                    </a:ext>
                  </a:extLst>
                </p14:cNvPr>
                <p14:cNvContentPartPr/>
                <p14:nvPr/>
              </p14:nvContentPartPr>
              <p14:xfrm>
                <a:off x="6040008" y="4364424"/>
                <a:ext cx="182520" cy="197280"/>
              </p14:xfrm>
            </p:contentPart>
          </mc:Choice>
          <mc:Fallback xmlns="">
            <p:pic>
              <p:nvPicPr>
                <p:cNvPr id="278" name="Ink 277">
                  <a:extLst>
                    <a:ext uri="{FF2B5EF4-FFF2-40B4-BE49-F238E27FC236}">
                      <a16:creationId xmlns:a16="http://schemas.microsoft.com/office/drawing/2014/main" id="{29A51DA7-2A27-A284-1910-2FECBACB2477}"/>
                    </a:ext>
                  </a:extLst>
                </p:cNvPr>
                <p:cNvPicPr/>
                <p:nvPr/>
              </p:nvPicPr>
              <p:blipFill>
                <a:blip r:embed="rId384"/>
                <a:stretch>
                  <a:fillRect/>
                </a:stretch>
              </p:blipFill>
              <p:spPr>
                <a:xfrm>
                  <a:off x="6031008" y="4355424"/>
                  <a:ext cx="200160" cy="21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5">
              <p14:nvContentPartPr>
                <p14:cNvPr id="279" name="Ink 278">
                  <a:extLst>
                    <a:ext uri="{FF2B5EF4-FFF2-40B4-BE49-F238E27FC236}">
                      <a16:creationId xmlns:a16="http://schemas.microsoft.com/office/drawing/2014/main" id="{E7A29F37-2688-FE3F-E3FA-D9A546075678}"/>
                    </a:ext>
                  </a:extLst>
                </p14:cNvPr>
                <p14:cNvContentPartPr/>
                <p14:nvPr/>
              </p14:nvContentPartPr>
              <p14:xfrm>
                <a:off x="6211728" y="4341024"/>
                <a:ext cx="439560" cy="389160"/>
              </p14:xfrm>
            </p:contentPart>
          </mc:Choice>
          <mc:Fallback xmlns="">
            <p:pic>
              <p:nvPicPr>
                <p:cNvPr id="279" name="Ink 278">
                  <a:extLst>
                    <a:ext uri="{FF2B5EF4-FFF2-40B4-BE49-F238E27FC236}">
                      <a16:creationId xmlns:a16="http://schemas.microsoft.com/office/drawing/2014/main" id="{E7A29F37-2688-FE3F-E3FA-D9A546075678}"/>
                    </a:ext>
                  </a:extLst>
                </p:cNvPr>
                <p:cNvPicPr/>
                <p:nvPr/>
              </p:nvPicPr>
              <p:blipFill>
                <a:blip r:embed="rId386"/>
                <a:stretch>
                  <a:fillRect/>
                </a:stretch>
              </p:blipFill>
              <p:spPr>
                <a:xfrm>
                  <a:off x="6202728" y="4332384"/>
                  <a:ext cx="457200" cy="40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7">
              <p14:nvContentPartPr>
                <p14:cNvPr id="280" name="Ink 279">
                  <a:extLst>
                    <a:ext uri="{FF2B5EF4-FFF2-40B4-BE49-F238E27FC236}">
                      <a16:creationId xmlns:a16="http://schemas.microsoft.com/office/drawing/2014/main" id="{8B2255DC-E4C2-7DD5-501A-C7BA7ED01DE6}"/>
                    </a:ext>
                  </a:extLst>
                </p14:cNvPr>
                <p14:cNvContentPartPr/>
                <p14:nvPr/>
              </p14:nvContentPartPr>
              <p14:xfrm>
                <a:off x="6752088" y="4244904"/>
                <a:ext cx="508320" cy="356040"/>
              </p14:xfrm>
            </p:contentPart>
          </mc:Choice>
          <mc:Fallback xmlns="">
            <p:pic>
              <p:nvPicPr>
                <p:cNvPr id="280" name="Ink 279">
                  <a:extLst>
                    <a:ext uri="{FF2B5EF4-FFF2-40B4-BE49-F238E27FC236}">
                      <a16:creationId xmlns:a16="http://schemas.microsoft.com/office/drawing/2014/main" id="{8B2255DC-E4C2-7DD5-501A-C7BA7ED01DE6}"/>
                    </a:ext>
                  </a:extLst>
                </p:cNvPr>
                <p:cNvPicPr/>
                <p:nvPr/>
              </p:nvPicPr>
              <p:blipFill>
                <a:blip r:embed="rId388"/>
                <a:stretch>
                  <a:fillRect/>
                </a:stretch>
              </p:blipFill>
              <p:spPr>
                <a:xfrm>
                  <a:off x="6743448" y="4235904"/>
                  <a:ext cx="525960" cy="37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9">
              <p14:nvContentPartPr>
                <p14:cNvPr id="281" name="Ink 280">
                  <a:extLst>
                    <a:ext uri="{FF2B5EF4-FFF2-40B4-BE49-F238E27FC236}">
                      <a16:creationId xmlns:a16="http://schemas.microsoft.com/office/drawing/2014/main" id="{A37C0F40-A5D6-E15B-A26E-3B1494ED0DF4}"/>
                    </a:ext>
                  </a:extLst>
                </p14:cNvPr>
                <p14:cNvContentPartPr/>
                <p14:nvPr/>
              </p14:nvContentPartPr>
              <p14:xfrm>
                <a:off x="7325928" y="4287024"/>
                <a:ext cx="464760" cy="268200"/>
              </p14:xfrm>
            </p:contentPart>
          </mc:Choice>
          <mc:Fallback xmlns="">
            <p:pic>
              <p:nvPicPr>
                <p:cNvPr id="281" name="Ink 280">
                  <a:extLst>
                    <a:ext uri="{FF2B5EF4-FFF2-40B4-BE49-F238E27FC236}">
                      <a16:creationId xmlns:a16="http://schemas.microsoft.com/office/drawing/2014/main" id="{A37C0F40-A5D6-E15B-A26E-3B1494ED0DF4}"/>
                    </a:ext>
                  </a:extLst>
                </p:cNvPr>
                <p:cNvPicPr/>
                <p:nvPr/>
              </p:nvPicPr>
              <p:blipFill>
                <a:blip r:embed="rId390"/>
                <a:stretch>
                  <a:fillRect/>
                </a:stretch>
              </p:blipFill>
              <p:spPr>
                <a:xfrm>
                  <a:off x="7316928" y="4278024"/>
                  <a:ext cx="482400" cy="28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1">
              <p14:nvContentPartPr>
                <p14:cNvPr id="282" name="Ink 281">
                  <a:extLst>
                    <a:ext uri="{FF2B5EF4-FFF2-40B4-BE49-F238E27FC236}">
                      <a16:creationId xmlns:a16="http://schemas.microsoft.com/office/drawing/2014/main" id="{3EFD9E45-DE19-1F0D-360D-A90CEFB7B88E}"/>
                    </a:ext>
                  </a:extLst>
                </p14:cNvPr>
                <p14:cNvContentPartPr/>
                <p14:nvPr/>
              </p14:nvContentPartPr>
              <p14:xfrm>
                <a:off x="7815888" y="4384224"/>
                <a:ext cx="87840" cy="23760"/>
              </p14:xfrm>
            </p:contentPart>
          </mc:Choice>
          <mc:Fallback xmlns="">
            <p:pic>
              <p:nvPicPr>
                <p:cNvPr id="282" name="Ink 281">
                  <a:extLst>
                    <a:ext uri="{FF2B5EF4-FFF2-40B4-BE49-F238E27FC236}">
                      <a16:creationId xmlns:a16="http://schemas.microsoft.com/office/drawing/2014/main" id="{3EFD9E45-DE19-1F0D-360D-A90CEFB7B88E}"/>
                    </a:ext>
                  </a:extLst>
                </p:cNvPr>
                <p:cNvPicPr/>
                <p:nvPr/>
              </p:nvPicPr>
              <p:blipFill>
                <a:blip r:embed="rId392"/>
                <a:stretch>
                  <a:fillRect/>
                </a:stretch>
              </p:blipFill>
              <p:spPr>
                <a:xfrm>
                  <a:off x="7806888" y="4375584"/>
                  <a:ext cx="105480" cy="4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3">
              <p14:nvContentPartPr>
                <p14:cNvPr id="283" name="Ink 282">
                  <a:extLst>
                    <a:ext uri="{FF2B5EF4-FFF2-40B4-BE49-F238E27FC236}">
                      <a16:creationId xmlns:a16="http://schemas.microsoft.com/office/drawing/2014/main" id="{28A6E644-3AA4-C3BF-D7A9-484B91E64268}"/>
                    </a:ext>
                  </a:extLst>
                </p14:cNvPr>
                <p14:cNvContentPartPr/>
                <p14:nvPr/>
              </p14:nvContentPartPr>
              <p14:xfrm>
                <a:off x="7130088" y="4422744"/>
                <a:ext cx="55800" cy="9720"/>
              </p14:xfrm>
            </p:contentPart>
          </mc:Choice>
          <mc:Fallback xmlns="">
            <p:pic>
              <p:nvPicPr>
                <p:cNvPr id="283" name="Ink 282">
                  <a:extLst>
                    <a:ext uri="{FF2B5EF4-FFF2-40B4-BE49-F238E27FC236}">
                      <a16:creationId xmlns:a16="http://schemas.microsoft.com/office/drawing/2014/main" id="{28A6E644-3AA4-C3BF-D7A9-484B91E64268}"/>
                    </a:ext>
                  </a:extLst>
                </p:cNvPr>
                <p:cNvPicPr/>
                <p:nvPr/>
              </p:nvPicPr>
              <p:blipFill>
                <a:blip r:embed="rId394"/>
                <a:stretch>
                  <a:fillRect/>
                </a:stretch>
              </p:blipFill>
              <p:spPr>
                <a:xfrm>
                  <a:off x="7121448" y="4414104"/>
                  <a:ext cx="73440" cy="2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5">
              <p14:nvContentPartPr>
                <p14:cNvPr id="312" name="Ink 311">
                  <a:extLst>
                    <a:ext uri="{FF2B5EF4-FFF2-40B4-BE49-F238E27FC236}">
                      <a16:creationId xmlns:a16="http://schemas.microsoft.com/office/drawing/2014/main" id="{DF30CB78-5873-245C-3E8E-FEB2F63824EC}"/>
                    </a:ext>
                  </a:extLst>
                </p14:cNvPr>
                <p14:cNvContentPartPr/>
                <p14:nvPr/>
              </p14:nvContentPartPr>
              <p14:xfrm>
                <a:off x="5196528" y="4762584"/>
                <a:ext cx="1004760" cy="319320"/>
              </p14:xfrm>
            </p:contentPart>
          </mc:Choice>
          <mc:Fallback xmlns="">
            <p:pic>
              <p:nvPicPr>
                <p:cNvPr id="312" name="Ink 311">
                  <a:extLst>
                    <a:ext uri="{FF2B5EF4-FFF2-40B4-BE49-F238E27FC236}">
                      <a16:creationId xmlns:a16="http://schemas.microsoft.com/office/drawing/2014/main" id="{DF30CB78-5873-245C-3E8E-FEB2F63824EC}"/>
                    </a:ext>
                  </a:extLst>
                </p:cNvPr>
                <p:cNvPicPr/>
                <p:nvPr/>
              </p:nvPicPr>
              <p:blipFill>
                <a:blip r:embed="rId396"/>
                <a:stretch>
                  <a:fillRect/>
                </a:stretch>
              </p:blipFill>
              <p:spPr>
                <a:xfrm>
                  <a:off x="5187528" y="4753944"/>
                  <a:ext cx="1022400" cy="33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7">
              <p14:nvContentPartPr>
                <p14:cNvPr id="313" name="Ink 312">
                  <a:extLst>
                    <a:ext uri="{FF2B5EF4-FFF2-40B4-BE49-F238E27FC236}">
                      <a16:creationId xmlns:a16="http://schemas.microsoft.com/office/drawing/2014/main" id="{221141E2-7885-767D-C38C-293DB2AA6928}"/>
                    </a:ext>
                  </a:extLst>
                </p14:cNvPr>
                <p14:cNvContentPartPr/>
                <p14:nvPr/>
              </p14:nvContentPartPr>
              <p14:xfrm>
                <a:off x="6265728" y="4860144"/>
                <a:ext cx="135720" cy="46440"/>
              </p14:xfrm>
            </p:contentPart>
          </mc:Choice>
          <mc:Fallback xmlns="">
            <p:pic>
              <p:nvPicPr>
                <p:cNvPr id="313" name="Ink 312">
                  <a:extLst>
                    <a:ext uri="{FF2B5EF4-FFF2-40B4-BE49-F238E27FC236}">
                      <a16:creationId xmlns:a16="http://schemas.microsoft.com/office/drawing/2014/main" id="{221141E2-7885-767D-C38C-293DB2AA6928}"/>
                    </a:ext>
                  </a:extLst>
                </p:cNvPr>
                <p:cNvPicPr/>
                <p:nvPr/>
              </p:nvPicPr>
              <p:blipFill>
                <a:blip r:embed="rId398"/>
                <a:stretch>
                  <a:fillRect/>
                </a:stretch>
              </p:blipFill>
              <p:spPr>
                <a:xfrm>
                  <a:off x="6257088" y="4851144"/>
                  <a:ext cx="153360" cy="6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9">
              <p14:nvContentPartPr>
                <p14:cNvPr id="314" name="Ink 313">
                  <a:extLst>
                    <a:ext uri="{FF2B5EF4-FFF2-40B4-BE49-F238E27FC236}">
                      <a16:creationId xmlns:a16="http://schemas.microsoft.com/office/drawing/2014/main" id="{FE0DCBA4-7614-0654-F224-DE92011D4C91}"/>
                    </a:ext>
                  </a:extLst>
                </p14:cNvPr>
                <p14:cNvContentPartPr/>
                <p14:nvPr/>
              </p14:nvContentPartPr>
              <p14:xfrm>
                <a:off x="6253128" y="4781664"/>
                <a:ext cx="31320" cy="20880"/>
              </p14:xfrm>
            </p:contentPart>
          </mc:Choice>
          <mc:Fallback xmlns="">
            <p:pic>
              <p:nvPicPr>
                <p:cNvPr id="314" name="Ink 313">
                  <a:extLst>
                    <a:ext uri="{FF2B5EF4-FFF2-40B4-BE49-F238E27FC236}">
                      <a16:creationId xmlns:a16="http://schemas.microsoft.com/office/drawing/2014/main" id="{FE0DCBA4-7614-0654-F224-DE92011D4C91}"/>
                    </a:ext>
                  </a:extLst>
                </p:cNvPr>
                <p:cNvPicPr/>
                <p:nvPr/>
              </p:nvPicPr>
              <p:blipFill>
                <a:blip r:embed="rId400"/>
                <a:stretch>
                  <a:fillRect/>
                </a:stretch>
              </p:blipFill>
              <p:spPr>
                <a:xfrm>
                  <a:off x="6244488" y="4773024"/>
                  <a:ext cx="48960" cy="3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1">
              <p14:nvContentPartPr>
                <p14:cNvPr id="316" name="Ink 315">
                  <a:extLst>
                    <a:ext uri="{FF2B5EF4-FFF2-40B4-BE49-F238E27FC236}">
                      <a16:creationId xmlns:a16="http://schemas.microsoft.com/office/drawing/2014/main" id="{7934CF1F-88B0-A677-A1FE-6C2CBCB192F7}"/>
                    </a:ext>
                  </a:extLst>
                </p14:cNvPr>
                <p14:cNvContentPartPr/>
                <p14:nvPr/>
              </p14:nvContentPartPr>
              <p14:xfrm>
                <a:off x="6603768" y="4902984"/>
                <a:ext cx="51480" cy="83160"/>
              </p14:xfrm>
            </p:contentPart>
          </mc:Choice>
          <mc:Fallback xmlns="">
            <p:pic>
              <p:nvPicPr>
                <p:cNvPr id="316" name="Ink 315">
                  <a:extLst>
                    <a:ext uri="{FF2B5EF4-FFF2-40B4-BE49-F238E27FC236}">
                      <a16:creationId xmlns:a16="http://schemas.microsoft.com/office/drawing/2014/main" id="{7934CF1F-88B0-A677-A1FE-6C2CBCB192F7}"/>
                    </a:ext>
                  </a:extLst>
                </p:cNvPr>
                <p:cNvPicPr/>
                <p:nvPr/>
              </p:nvPicPr>
              <p:blipFill>
                <a:blip r:embed="rId402"/>
                <a:stretch>
                  <a:fillRect/>
                </a:stretch>
              </p:blipFill>
              <p:spPr>
                <a:xfrm>
                  <a:off x="6595128" y="4893984"/>
                  <a:ext cx="69120" cy="10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3">
              <p14:nvContentPartPr>
                <p14:cNvPr id="317" name="Ink 316">
                  <a:extLst>
                    <a:ext uri="{FF2B5EF4-FFF2-40B4-BE49-F238E27FC236}">
                      <a16:creationId xmlns:a16="http://schemas.microsoft.com/office/drawing/2014/main" id="{21AFF12F-9392-C588-DAE4-4BDD9650E728}"/>
                    </a:ext>
                  </a:extLst>
                </p14:cNvPr>
                <p14:cNvContentPartPr/>
                <p14:nvPr/>
              </p14:nvContentPartPr>
              <p14:xfrm>
                <a:off x="7099848" y="4779144"/>
                <a:ext cx="82080" cy="221040"/>
              </p14:xfrm>
            </p:contentPart>
          </mc:Choice>
          <mc:Fallback xmlns="">
            <p:pic>
              <p:nvPicPr>
                <p:cNvPr id="317" name="Ink 316">
                  <a:extLst>
                    <a:ext uri="{FF2B5EF4-FFF2-40B4-BE49-F238E27FC236}">
                      <a16:creationId xmlns:a16="http://schemas.microsoft.com/office/drawing/2014/main" id="{21AFF12F-9392-C588-DAE4-4BDD9650E728}"/>
                    </a:ext>
                  </a:extLst>
                </p:cNvPr>
                <p:cNvPicPr/>
                <p:nvPr/>
              </p:nvPicPr>
              <p:blipFill>
                <a:blip r:embed="rId404"/>
                <a:stretch>
                  <a:fillRect/>
                </a:stretch>
              </p:blipFill>
              <p:spPr>
                <a:xfrm>
                  <a:off x="7090848" y="4770504"/>
                  <a:ext cx="99720" cy="23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5">
              <p14:nvContentPartPr>
                <p14:cNvPr id="318" name="Ink 317">
                  <a:extLst>
                    <a:ext uri="{FF2B5EF4-FFF2-40B4-BE49-F238E27FC236}">
                      <a16:creationId xmlns:a16="http://schemas.microsoft.com/office/drawing/2014/main" id="{A06C485E-78AE-E6FD-F833-D1CFEBFCBADA}"/>
                    </a:ext>
                  </a:extLst>
                </p14:cNvPr>
                <p14:cNvContentPartPr/>
                <p14:nvPr/>
              </p14:nvContentPartPr>
              <p14:xfrm>
                <a:off x="6969168" y="4687704"/>
                <a:ext cx="548640" cy="365400"/>
              </p14:xfrm>
            </p:contentPart>
          </mc:Choice>
          <mc:Fallback xmlns="">
            <p:pic>
              <p:nvPicPr>
                <p:cNvPr id="318" name="Ink 317">
                  <a:extLst>
                    <a:ext uri="{FF2B5EF4-FFF2-40B4-BE49-F238E27FC236}">
                      <a16:creationId xmlns:a16="http://schemas.microsoft.com/office/drawing/2014/main" id="{A06C485E-78AE-E6FD-F833-D1CFEBFCBADA}"/>
                    </a:ext>
                  </a:extLst>
                </p:cNvPr>
                <p:cNvPicPr/>
                <p:nvPr/>
              </p:nvPicPr>
              <p:blipFill>
                <a:blip r:embed="rId406"/>
                <a:stretch>
                  <a:fillRect/>
                </a:stretch>
              </p:blipFill>
              <p:spPr>
                <a:xfrm>
                  <a:off x="6960528" y="4679064"/>
                  <a:ext cx="566280" cy="38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7">
              <p14:nvContentPartPr>
                <p14:cNvPr id="319" name="Ink 318">
                  <a:extLst>
                    <a:ext uri="{FF2B5EF4-FFF2-40B4-BE49-F238E27FC236}">
                      <a16:creationId xmlns:a16="http://schemas.microsoft.com/office/drawing/2014/main" id="{98DDD40A-CBD0-C1F2-5F05-D199D3EE34FD}"/>
                    </a:ext>
                  </a:extLst>
                </p14:cNvPr>
                <p14:cNvContentPartPr/>
                <p14:nvPr/>
              </p14:nvContentPartPr>
              <p14:xfrm>
                <a:off x="7762968" y="4837104"/>
                <a:ext cx="101160" cy="212040"/>
              </p14:xfrm>
            </p:contentPart>
          </mc:Choice>
          <mc:Fallback xmlns="">
            <p:pic>
              <p:nvPicPr>
                <p:cNvPr id="319" name="Ink 318">
                  <a:extLst>
                    <a:ext uri="{FF2B5EF4-FFF2-40B4-BE49-F238E27FC236}">
                      <a16:creationId xmlns:a16="http://schemas.microsoft.com/office/drawing/2014/main" id="{98DDD40A-CBD0-C1F2-5F05-D199D3EE34FD}"/>
                    </a:ext>
                  </a:extLst>
                </p:cNvPr>
                <p:cNvPicPr/>
                <p:nvPr/>
              </p:nvPicPr>
              <p:blipFill>
                <a:blip r:embed="rId408"/>
                <a:stretch>
                  <a:fillRect/>
                </a:stretch>
              </p:blipFill>
              <p:spPr>
                <a:xfrm>
                  <a:off x="7753968" y="4828464"/>
                  <a:ext cx="118800" cy="22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9">
              <p14:nvContentPartPr>
                <p14:cNvPr id="320" name="Ink 319">
                  <a:extLst>
                    <a:ext uri="{FF2B5EF4-FFF2-40B4-BE49-F238E27FC236}">
                      <a16:creationId xmlns:a16="http://schemas.microsoft.com/office/drawing/2014/main" id="{FBEA2E7A-15AC-BEB5-7335-46D4B129B632}"/>
                    </a:ext>
                  </a:extLst>
                </p14:cNvPr>
                <p14:cNvContentPartPr/>
                <p14:nvPr/>
              </p14:nvContentPartPr>
              <p14:xfrm>
                <a:off x="7712568" y="4986144"/>
                <a:ext cx="15120" cy="87480"/>
              </p14:xfrm>
            </p:contentPart>
          </mc:Choice>
          <mc:Fallback xmlns="">
            <p:pic>
              <p:nvPicPr>
                <p:cNvPr id="320" name="Ink 319">
                  <a:extLst>
                    <a:ext uri="{FF2B5EF4-FFF2-40B4-BE49-F238E27FC236}">
                      <a16:creationId xmlns:a16="http://schemas.microsoft.com/office/drawing/2014/main" id="{FBEA2E7A-15AC-BEB5-7335-46D4B129B632}"/>
                    </a:ext>
                  </a:extLst>
                </p:cNvPr>
                <p:cNvPicPr/>
                <p:nvPr/>
              </p:nvPicPr>
              <p:blipFill>
                <a:blip r:embed="rId410"/>
                <a:stretch>
                  <a:fillRect/>
                </a:stretch>
              </p:blipFill>
              <p:spPr>
                <a:xfrm>
                  <a:off x="7703928" y="4977504"/>
                  <a:ext cx="32760" cy="10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1">
              <p14:nvContentPartPr>
                <p14:cNvPr id="321" name="Ink 320">
                  <a:extLst>
                    <a:ext uri="{FF2B5EF4-FFF2-40B4-BE49-F238E27FC236}">
                      <a16:creationId xmlns:a16="http://schemas.microsoft.com/office/drawing/2014/main" id="{72FC870F-CF71-0980-9D95-5AB7CD25B41B}"/>
                    </a:ext>
                  </a:extLst>
                </p14:cNvPr>
                <p14:cNvContentPartPr/>
                <p14:nvPr/>
              </p14:nvContentPartPr>
              <p14:xfrm>
                <a:off x="7748928" y="4869864"/>
                <a:ext cx="22320" cy="17640"/>
              </p14:xfrm>
            </p:contentPart>
          </mc:Choice>
          <mc:Fallback xmlns="">
            <p:pic>
              <p:nvPicPr>
                <p:cNvPr id="321" name="Ink 320">
                  <a:extLst>
                    <a:ext uri="{FF2B5EF4-FFF2-40B4-BE49-F238E27FC236}">
                      <a16:creationId xmlns:a16="http://schemas.microsoft.com/office/drawing/2014/main" id="{72FC870F-CF71-0980-9D95-5AB7CD25B41B}"/>
                    </a:ext>
                  </a:extLst>
                </p:cNvPr>
                <p:cNvPicPr/>
                <p:nvPr/>
              </p:nvPicPr>
              <p:blipFill>
                <a:blip r:embed="rId412"/>
                <a:stretch>
                  <a:fillRect/>
                </a:stretch>
              </p:blipFill>
              <p:spPr>
                <a:xfrm>
                  <a:off x="7739928" y="4861224"/>
                  <a:ext cx="39960" cy="3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3">
              <p14:nvContentPartPr>
                <p14:cNvPr id="322" name="Ink 321">
                  <a:extLst>
                    <a:ext uri="{FF2B5EF4-FFF2-40B4-BE49-F238E27FC236}">
                      <a16:creationId xmlns:a16="http://schemas.microsoft.com/office/drawing/2014/main" id="{B3ED1ABC-4BA6-8A23-9410-CEE63FC53AC2}"/>
                    </a:ext>
                  </a:extLst>
                </p14:cNvPr>
                <p14:cNvContentPartPr/>
                <p14:nvPr/>
              </p14:nvContentPartPr>
              <p14:xfrm>
                <a:off x="7914168" y="4795704"/>
                <a:ext cx="417240" cy="267480"/>
              </p14:xfrm>
            </p:contentPart>
          </mc:Choice>
          <mc:Fallback xmlns="">
            <p:pic>
              <p:nvPicPr>
                <p:cNvPr id="322" name="Ink 321">
                  <a:extLst>
                    <a:ext uri="{FF2B5EF4-FFF2-40B4-BE49-F238E27FC236}">
                      <a16:creationId xmlns:a16="http://schemas.microsoft.com/office/drawing/2014/main" id="{B3ED1ABC-4BA6-8A23-9410-CEE63FC53AC2}"/>
                    </a:ext>
                  </a:extLst>
                </p:cNvPr>
                <p:cNvPicPr/>
                <p:nvPr/>
              </p:nvPicPr>
              <p:blipFill>
                <a:blip r:embed="rId414"/>
                <a:stretch>
                  <a:fillRect/>
                </a:stretch>
              </p:blipFill>
              <p:spPr>
                <a:xfrm>
                  <a:off x="7905168" y="4786704"/>
                  <a:ext cx="434880" cy="28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5">
              <p14:nvContentPartPr>
                <p14:cNvPr id="323" name="Ink 322">
                  <a:extLst>
                    <a:ext uri="{FF2B5EF4-FFF2-40B4-BE49-F238E27FC236}">
                      <a16:creationId xmlns:a16="http://schemas.microsoft.com/office/drawing/2014/main" id="{17C44E2D-D973-A1BC-DC10-CB97B289FC40}"/>
                    </a:ext>
                  </a:extLst>
                </p14:cNvPr>
                <p14:cNvContentPartPr/>
                <p14:nvPr/>
              </p14:nvContentPartPr>
              <p14:xfrm>
                <a:off x="8335728" y="4943304"/>
                <a:ext cx="12960" cy="32760"/>
              </p14:xfrm>
            </p:contentPart>
          </mc:Choice>
          <mc:Fallback xmlns="">
            <p:pic>
              <p:nvPicPr>
                <p:cNvPr id="323" name="Ink 322">
                  <a:extLst>
                    <a:ext uri="{FF2B5EF4-FFF2-40B4-BE49-F238E27FC236}">
                      <a16:creationId xmlns:a16="http://schemas.microsoft.com/office/drawing/2014/main" id="{17C44E2D-D973-A1BC-DC10-CB97B289FC40}"/>
                    </a:ext>
                  </a:extLst>
                </p:cNvPr>
                <p:cNvPicPr/>
                <p:nvPr/>
              </p:nvPicPr>
              <p:blipFill>
                <a:blip r:embed="rId416"/>
                <a:stretch>
                  <a:fillRect/>
                </a:stretch>
              </p:blipFill>
              <p:spPr>
                <a:xfrm>
                  <a:off x="8326728" y="4934664"/>
                  <a:ext cx="30600" cy="5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7">
              <p14:nvContentPartPr>
                <p14:cNvPr id="324" name="Ink 323">
                  <a:extLst>
                    <a:ext uri="{FF2B5EF4-FFF2-40B4-BE49-F238E27FC236}">
                      <a16:creationId xmlns:a16="http://schemas.microsoft.com/office/drawing/2014/main" id="{56C92DD4-2950-3605-9174-72B07E57D693}"/>
                    </a:ext>
                  </a:extLst>
                </p14:cNvPr>
                <p14:cNvContentPartPr/>
                <p14:nvPr/>
              </p14:nvContentPartPr>
              <p14:xfrm>
                <a:off x="8226288" y="4812624"/>
                <a:ext cx="187560" cy="46800"/>
              </p14:xfrm>
            </p:contentPart>
          </mc:Choice>
          <mc:Fallback xmlns="">
            <p:pic>
              <p:nvPicPr>
                <p:cNvPr id="324" name="Ink 323">
                  <a:extLst>
                    <a:ext uri="{FF2B5EF4-FFF2-40B4-BE49-F238E27FC236}">
                      <a16:creationId xmlns:a16="http://schemas.microsoft.com/office/drawing/2014/main" id="{56C92DD4-2950-3605-9174-72B07E57D693}"/>
                    </a:ext>
                  </a:extLst>
                </p:cNvPr>
                <p:cNvPicPr/>
                <p:nvPr/>
              </p:nvPicPr>
              <p:blipFill>
                <a:blip r:embed="rId418"/>
                <a:stretch>
                  <a:fillRect/>
                </a:stretch>
              </p:blipFill>
              <p:spPr>
                <a:xfrm>
                  <a:off x="8217648" y="4803624"/>
                  <a:ext cx="205200" cy="6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9">
              <p14:nvContentPartPr>
                <p14:cNvPr id="325" name="Ink 324">
                  <a:extLst>
                    <a:ext uri="{FF2B5EF4-FFF2-40B4-BE49-F238E27FC236}">
                      <a16:creationId xmlns:a16="http://schemas.microsoft.com/office/drawing/2014/main" id="{662B5990-B93D-FC89-C27F-BC020BA444E3}"/>
                    </a:ext>
                  </a:extLst>
                </p14:cNvPr>
                <p14:cNvContentPartPr/>
                <p14:nvPr/>
              </p14:nvContentPartPr>
              <p14:xfrm>
                <a:off x="8413128" y="4747104"/>
                <a:ext cx="142200" cy="341640"/>
              </p14:xfrm>
            </p:contentPart>
          </mc:Choice>
          <mc:Fallback xmlns="">
            <p:pic>
              <p:nvPicPr>
                <p:cNvPr id="325" name="Ink 324">
                  <a:extLst>
                    <a:ext uri="{FF2B5EF4-FFF2-40B4-BE49-F238E27FC236}">
                      <a16:creationId xmlns:a16="http://schemas.microsoft.com/office/drawing/2014/main" id="{662B5990-B93D-FC89-C27F-BC020BA444E3}"/>
                    </a:ext>
                  </a:extLst>
                </p:cNvPr>
                <p:cNvPicPr/>
                <p:nvPr/>
              </p:nvPicPr>
              <p:blipFill>
                <a:blip r:embed="rId420"/>
                <a:stretch>
                  <a:fillRect/>
                </a:stretch>
              </p:blipFill>
              <p:spPr>
                <a:xfrm>
                  <a:off x="8404128" y="4738464"/>
                  <a:ext cx="159840" cy="35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1">
              <p14:nvContentPartPr>
                <p14:cNvPr id="326" name="Ink 325">
                  <a:extLst>
                    <a:ext uri="{FF2B5EF4-FFF2-40B4-BE49-F238E27FC236}">
                      <a16:creationId xmlns:a16="http://schemas.microsoft.com/office/drawing/2014/main" id="{41594A92-BBAF-5624-DF34-B1CF48F9545D}"/>
                    </a:ext>
                  </a:extLst>
                </p14:cNvPr>
                <p14:cNvContentPartPr/>
                <p14:nvPr/>
              </p14:nvContentPartPr>
              <p14:xfrm>
                <a:off x="8599248" y="4744584"/>
                <a:ext cx="401760" cy="288720"/>
              </p14:xfrm>
            </p:contentPart>
          </mc:Choice>
          <mc:Fallback xmlns="">
            <p:pic>
              <p:nvPicPr>
                <p:cNvPr id="326" name="Ink 325">
                  <a:extLst>
                    <a:ext uri="{FF2B5EF4-FFF2-40B4-BE49-F238E27FC236}">
                      <a16:creationId xmlns:a16="http://schemas.microsoft.com/office/drawing/2014/main" id="{41594A92-BBAF-5624-DF34-B1CF48F9545D}"/>
                    </a:ext>
                  </a:extLst>
                </p:cNvPr>
                <p:cNvPicPr/>
                <p:nvPr/>
              </p:nvPicPr>
              <p:blipFill>
                <a:blip r:embed="rId422"/>
                <a:stretch>
                  <a:fillRect/>
                </a:stretch>
              </p:blipFill>
              <p:spPr>
                <a:xfrm>
                  <a:off x="8590608" y="4735584"/>
                  <a:ext cx="419400" cy="30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3">
              <p14:nvContentPartPr>
                <p14:cNvPr id="327" name="Ink 326">
                  <a:extLst>
                    <a:ext uri="{FF2B5EF4-FFF2-40B4-BE49-F238E27FC236}">
                      <a16:creationId xmlns:a16="http://schemas.microsoft.com/office/drawing/2014/main" id="{E5F765C7-F9D0-8688-8017-FDE5D59B9D15}"/>
                    </a:ext>
                  </a:extLst>
                </p14:cNvPr>
                <p14:cNvContentPartPr/>
                <p14:nvPr/>
              </p14:nvContentPartPr>
              <p14:xfrm>
                <a:off x="8962488" y="4932144"/>
                <a:ext cx="12960" cy="27720"/>
              </p14:xfrm>
            </p:contentPart>
          </mc:Choice>
          <mc:Fallback xmlns="">
            <p:pic>
              <p:nvPicPr>
                <p:cNvPr id="327" name="Ink 326">
                  <a:extLst>
                    <a:ext uri="{FF2B5EF4-FFF2-40B4-BE49-F238E27FC236}">
                      <a16:creationId xmlns:a16="http://schemas.microsoft.com/office/drawing/2014/main" id="{E5F765C7-F9D0-8688-8017-FDE5D59B9D15}"/>
                    </a:ext>
                  </a:extLst>
                </p:cNvPr>
                <p:cNvPicPr/>
                <p:nvPr/>
              </p:nvPicPr>
              <p:blipFill>
                <a:blip r:embed="rId424"/>
                <a:stretch>
                  <a:fillRect/>
                </a:stretch>
              </p:blipFill>
              <p:spPr>
                <a:xfrm>
                  <a:off x="8953848" y="4923504"/>
                  <a:ext cx="30600" cy="4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5">
              <p14:nvContentPartPr>
                <p14:cNvPr id="328" name="Ink 327">
                  <a:extLst>
                    <a:ext uri="{FF2B5EF4-FFF2-40B4-BE49-F238E27FC236}">
                      <a16:creationId xmlns:a16="http://schemas.microsoft.com/office/drawing/2014/main" id="{5B7583BB-4EAC-EC05-F078-5D2F9DE07BC8}"/>
                    </a:ext>
                  </a:extLst>
                </p14:cNvPr>
                <p14:cNvContentPartPr/>
                <p14:nvPr/>
              </p14:nvContentPartPr>
              <p14:xfrm>
                <a:off x="8996328" y="4937904"/>
                <a:ext cx="177840" cy="72360"/>
              </p14:xfrm>
            </p:contentPart>
          </mc:Choice>
          <mc:Fallback xmlns="">
            <p:pic>
              <p:nvPicPr>
                <p:cNvPr id="328" name="Ink 327">
                  <a:extLst>
                    <a:ext uri="{FF2B5EF4-FFF2-40B4-BE49-F238E27FC236}">
                      <a16:creationId xmlns:a16="http://schemas.microsoft.com/office/drawing/2014/main" id="{5B7583BB-4EAC-EC05-F078-5D2F9DE07BC8}"/>
                    </a:ext>
                  </a:extLst>
                </p:cNvPr>
                <p:cNvPicPr/>
                <p:nvPr/>
              </p:nvPicPr>
              <p:blipFill>
                <a:blip r:embed="rId426"/>
                <a:stretch>
                  <a:fillRect/>
                </a:stretch>
              </p:blipFill>
              <p:spPr>
                <a:xfrm>
                  <a:off x="8987688" y="4928904"/>
                  <a:ext cx="195480" cy="9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7">
              <p14:nvContentPartPr>
                <p14:cNvPr id="329" name="Ink 328">
                  <a:extLst>
                    <a:ext uri="{FF2B5EF4-FFF2-40B4-BE49-F238E27FC236}">
                      <a16:creationId xmlns:a16="http://schemas.microsoft.com/office/drawing/2014/main" id="{308EB648-EC63-A2B3-876C-15241B01EE81}"/>
                    </a:ext>
                  </a:extLst>
                </p14:cNvPr>
                <p14:cNvContentPartPr/>
                <p14:nvPr/>
              </p14:nvContentPartPr>
              <p14:xfrm>
                <a:off x="9192528" y="4898664"/>
                <a:ext cx="32040" cy="9720"/>
              </p14:xfrm>
            </p:contentPart>
          </mc:Choice>
          <mc:Fallback xmlns="">
            <p:pic>
              <p:nvPicPr>
                <p:cNvPr id="329" name="Ink 328">
                  <a:extLst>
                    <a:ext uri="{FF2B5EF4-FFF2-40B4-BE49-F238E27FC236}">
                      <a16:creationId xmlns:a16="http://schemas.microsoft.com/office/drawing/2014/main" id="{308EB648-EC63-A2B3-876C-15241B01EE81}"/>
                    </a:ext>
                  </a:extLst>
                </p:cNvPr>
                <p:cNvPicPr/>
                <p:nvPr/>
              </p:nvPicPr>
              <p:blipFill>
                <a:blip r:embed="rId428"/>
                <a:stretch>
                  <a:fillRect/>
                </a:stretch>
              </p:blipFill>
              <p:spPr>
                <a:xfrm>
                  <a:off x="9183888" y="4889664"/>
                  <a:ext cx="49680" cy="2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9">
              <p14:nvContentPartPr>
                <p14:cNvPr id="331" name="Ink 330">
                  <a:extLst>
                    <a:ext uri="{FF2B5EF4-FFF2-40B4-BE49-F238E27FC236}">
                      <a16:creationId xmlns:a16="http://schemas.microsoft.com/office/drawing/2014/main" id="{C09BE5EA-2145-A265-9641-1142DF118616}"/>
                    </a:ext>
                  </a:extLst>
                </p14:cNvPr>
                <p14:cNvContentPartPr/>
                <p14:nvPr/>
              </p14:nvContentPartPr>
              <p14:xfrm>
                <a:off x="9458208" y="4925664"/>
                <a:ext cx="342000" cy="113400"/>
              </p14:xfrm>
            </p:contentPart>
          </mc:Choice>
          <mc:Fallback xmlns="">
            <p:pic>
              <p:nvPicPr>
                <p:cNvPr id="331" name="Ink 330">
                  <a:extLst>
                    <a:ext uri="{FF2B5EF4-FFF2-40B4-BE49-F238E27FC236}">
                      <a16:creationId xmlns:a16="http://schemas.microsoft.com/office/drawing/2014/main" id="{C09BE5EA-2145-A265-9641-1142DF118616}"/>
                    </a:ext>
                  </a:extLst>
                </p:cNvPr>
                <p:cNvPicPr/>
                <p:nvPr/>
              </p:nvPicPr>
              <p:blipFill>
                <a:blip r:embed="rId430"/>
                <a:stretch>
                  <a:fillRect/>
                </a:stretch>
              </p:blipFill>
              <p:spPr>
                <a:xfrm>
                  <a:off x="9449208" y="4917024"/>
                  <a:ext cx="359640" cy="13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1">
              <p14:nvContentPartPr>
                <p14:cNvPr id="332" name="Ink 331">
                  <a:extLst>
                    <a:ext uri="{FF2B5EF4-FFF2-40B4-BE49-F238E27FC236}">
                      <a16:creationId xmlns:a16="http://schemas.microsoft.com/office/drawing/2014/main" id="{52A867D4-61B1-2952-3144-D1A7AB2BB4C5}"/>
                    </a:ext>
                  </a:extLst>
                </p14:cNvPr>
                <p14:cNvContentPartPr/>
                <p14:nvPr/>
              </p14:nvContentPartPr>
              <p14:xfrm>
                <a:off x="9656568" y="4791744"/>
                <a:ext cx="44640" cy="27000"/>
              </p14:xfrm>
            </p:contentPart>
          </mc:Choice>
          <mc:Fallback xmlns="">
            <p:pic>
              <p:nvPicPr>
                <p:cNvPr id="332" name="Ink 331">
                  <a:extLst>
                    <a:ext uri="{FF2B5EF4-FFF2-40B4-BE49-F238E27FC236}">
                      <a16:creationId xmlns:a16="http://schemas.microsoft.com/office/drawing/2014/main" id="{52A867D4-61B1-2952-3144-D1A7AB2BB4C5}"/>
                    </a:ext>
                  </a:extLst>
                </p:cNvPr>
                <p:cNvPicPr/>
                <p:nvPr/>
              </p:nvPicPr>
              <p:blipFill>
                <a:blip r:embed="rId432"/>
                <a:stretch>
                  <a:fillRect/>
                </a:stretch>
              </p:blipFill>
              <p:spPr>
                <a:xfrm>
                  <a:off x="9647568" y="4782744"/>
                  <a:ext cx="62280" cy="4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3">
              <p14:nvContentPartPr>
                <p14:cNvPr id="333" name="Ink 332">
                  <a:extLst>
                    <a:ext uri="{FF2B5EF4-FFF2-40B4-BE49-F238E27FC236}">
                      <a16:creationId xmlns:a16="http://schemas.microsoft.com/office/drawing/2014/main" id="{DD8EA0A4-A517-15F7-DC8D-CE9D5B56D829}"/>
                    </a:ext>
                  </a:extLst>
                </p14:cNvPr>
                <p14:cNvContentPartPr/>
                <p14:nvPr/>
              </p14:nvContentPartPr>
              <p14:xfrm>
                <a:off x="10215288" y="4788144"/>
                <a:ext cx="270360" cy="234000"/>
              </p14:xfrm>
            </p:contentPart>
          </mc:Choice>
          <mc:Fallback xmlns="">
            <p:pic>
              <p:nvPicPr>
                <p:cNvPr id="333" name="Ink 332">
                  <a:extLst>
                    <a:ext uri="{FF2B5EF4-FFF2-40B4-BE49-F238E27FC236}">
                      <a16:creationId xmlns:a16="http://schemas.microsoft.com/office/drawing/2014/main" id="{DD8EA0A4-A517-15F7-DC8D-CE9D5B56D829}"/>
                    </a:ext>
                  </a:extLst>
                </p:cNvPr>
                <p:cNvPicPr/>
                <p:nvPr/>
              </p:nvPicPr>
              <p:blipFill>
                <a:blip r:embed="rId434"/>
                <a:stretch>
                  <a:fillRect/>
                </a:stretch>
              </p:blipFill>
              <p:spPr>
                <a:xfrm>
                  <a:off x="10206648" y="4779144"/>
                  <a:ext cx="288000" cy="25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5">
              <p14:nvContentPartPr>
                <p14:cNvPr id="334" name="Ink 333">
                  <a:extLst>
                    <a:ext uri="{FF2B5EF4-FFF2-40B4-BE49-F238E27FC236}">
                      <a16:creationId xmlns:a16="http://schemas.microsoft.com/office/drawing/2014/main" id="{87D44852-D871-1F14-8566-F2F4B5422FCB}"/>
                    </a:ext>
                  </a:extLst>
                </p14:cNvPr>
                <p14:cNvContentPartPr/>
                <p14:nvPr/>
              </p14:nvContentPartPr>
              <p14:xfrm>
                <a:off x="10581408" y="4919544"/>
                <a:ext cx="264960" cy="84240"/>
              </p14:xfrm>
            </p:contentPart>
          </mc:Choice>
          <mc:Fallback xmlns="">
            <p:pic>
              <p:nvPicPr>
                <p:cNvPr id="334" name="Ink 333">
                  <a:extLst>
                    <a:ext uri="{FF2B5EF4-FFF2-40B4-BE49-F238E27FC236}">
                      <a16:creationId xmlns:a16="http://schemas.microsoft.com/office/drawing/2014/main" id="{87D44852-D871-1F14-8566-F2F4B5422FCB}"/>
                    </a:ext>
                  </a:extLst>
                </p:cNvPr>
                <p:cNvPicPr/>
                <p:nvPr/>
              </p:nvPicPr>
              <p:blipFill>
                <a:blip r:embed="rId436"/>
                <a:stretch>
                  <a:fillRect/>
                </a:stretch>
              </p:blipFill>
              <p:spPr>
                <a:xfrm>
                  <a:off x="10572408" y="4910904"/>
                  <a:ext cx="282600" cy="10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7">
              <p14:nvContentPartPr>
                <p14:cNvPr id="337" name="Ink 336">
                  <a:extLst>
                    <a:ext uri="{FF2B5EF4-FFF2-40B4-BE49-F238E27FC236}">
                      <a16:creationId xmlns:a16="http://schemas.microsoft.com/office/drawing/2014/main" id="{9C75DE24-C2DB-9260-26AD-51AF629145EE}"/>
                    </a:ext>
                  </a:extLst>
                </p14:cNvPr>
                <p14:cNvContentPartPr/>
                <p14:nvPr/>
              </p14:nvContentPartPr>
              <p14:xfrm>
                <a:off x="11069208" y="4877784"/>
                <a:ext cx="335160" cy="118800"/>
              </p14:xfrm>
            </p:contentPart>
          </mc:Choice>
          <mc:Fallback xmlns="">
            <p:pic>
              <p:nvPicPr>
                <p:cNvPr id="337" name="Ink 336">
                  <a:extLst>
                    <a:ext uri="{FF2B5EF4-FFF2-40B4-BE49-F238E27FC236}">
                      <a16:creationId xmlns:a16="http://schemas.microsoft.com/office/drawing/2014/main" id="{9C75DE24-C2DB-9260-26AD-51AF629145EE}"/>
                    </a:ext>
                  </a:extLst>
                </p:cNvPr>
                <p:cNvPicPr/>
                <p:nvPr/>
              </p:nvPicPr>
              <p:blipFill>
                <a:blip r:embed="rId438"/>
                <a:stretch>
                  <a:fillRect/>
                </a:stretch>
              </p:blipFill>
              <p:spPr>
                <a:xfrm>
                  <a:off x="11060568" y="4869144"/>
                  <a:ext cx="352800" cy="13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9">
              <p14:nvContentPartPr>
                <p14:cNvPr id="338" name="Ink 337">
                  <a:extLst>
                    <a:ext uri="{FF2B5EF4-FFF2-40B4-BE49-F238E27FC236}">
                      <a16:creationId xmlns:a16="http://schemas.microsoft.com/office/drawing/2014/main" id="{82B99F02-4DC0-7724-2FB5-DA36DD5ACF8B}"/>
                    </a:ext>
                  </a:extLst>
                </p14:cNvPr>
                <p14:cNvContentPartPr/>
                <p14:nvPr/>
              </p14:nvContentPartPr>
              <p14:xfrm>
                <a:off x="11427408" y="4833504"/>
                <a:ext cx="17640" cy="30960"/>
              </p14:xfrm>
            </p:contentPart>
          </mc:Choice>
          <mc:Fallback xmlns="">
            <p:pic>
              <p:nvPicPr>
                <p:cNvPr id="338" name="Ink 337">
                  <a:extLst>
                    <a:ext uri="{FF2B5EF4-FFF2-40B4-BE49-F238E27FC236}">
                      <a16:creationId xmlns:a16="http://schemas.microsoft.com/office/drawing/2014/main" id="{82B99F02-4DC0-7724-2FB5-DA36DD5ACF8B}"/>
                    </a:ext>
                  </a:extLst>
                </p:cNvPr>
                <p:cNvPicPr/>
                <p:nvPr/>
              </p:nvPicPr>
              <p:blipFill>
                <a:blip r:embed="rId440"/>
                <a:stretch>
                  <a:fillRect/>
                </a:stretch>
              </p:blipFill>
              <p:spPr>
                <a:xfrm>
                  <a:off x="11418408" y="4824504"/>
                  <a:ext cx="35280" cy="4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1">
              <p14:nvContentPartPr>
                <p14:cNvPr id="339" name="Ink 338">
                  <a:extLst>
                    <a:ext uri="{FF2B5EF4-FFF2-40B4-BE49-F238E27FC236}">
                      <a16:creationId xmlns:a16="http://schemas.microsoft.com/office/drawing/2014/main" id="{16ED18C2-629A-D82B-503E-805C0D9F33A0}"/>
                    </a:ext>
                  </a:extLst>
                </p14:cNvPr>
                <p14:cNvContentPartPr/>
                <p14:nvPr/>
              </p14:nvContentPartPr>
              <p14:xfrm>
                <a:off x="11321568" y="4903704"/>
                <a:ext cx="340560" cy="293400"/>
              </p14:xfrm>
            </p:contentPart>
          </mc:Choice>
          <mc:Fallback xmlns="">
            <p:pic>
              <p:nvPicPr>
                <p:cNvPr id="339" name="Ink 338">
                  <a:extLst>
                    <a:ext uri="{FF2B5EF4-FFF2-40B4-BE49-F238E27FC236}">
                      <a16:creationId xmlns:a16="http://schemas.microsoft.com/office/drawing/2014/main" id="{16ED18C2-629A-D82B-503E-805C0D9F33A0}"/>
                    </a:ext>
                  </a:extLst>
                </p:cNvPr>
                <p:cNvPicPr/>
                <p:nvPr/>
              </p:nvPicPr>
              <p:blipFill>
                <a:blip r:embed="rId442"/>
                <a:stretch>
                  <a:fillRect/>
                </a:stretch>
              </p:blipFill>
              <p:spPr>
                <a:xfrm>
                  <a:off x="11312568" y="4894704"/>
                  <a:ext cx="358200" cy="31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3">
              <p14:nvContentPartPr>
                <p14:cNvPr id="341" name="Ink 340">
                  <a:extLst>
                    <a:ext uri="{FF2B5EF4-FFF2-40B4-BE49-F238E27FC236}">
                      <a16:creationId xmlns:a16="http://schemas.microsoft.com/office/drawing/2014/main" id="{DF8B772F-50D1-575D-2642-38F26AD2E44D}"/>
                    </a:ext>
                  </a:extLst>
                </p14:cNvPr>
                <p14:cNvContentPartPr/>
                <p14:nvPr/>
              </p14:nvContentPartPr>
              <p14:xfrm>
                <a:off x="2090088" y="5291424"/>
                <a:ext cx="145080" cy="94320"/>
              </p14:xfrm>
            </p:contentPart>
          </mc:Choice>
          <mc:Fallback xmlns="">
            <p:pic>
              <p:nvPicPr>
                <p:cNvPr id="341" name="Ink 340">
                  <a:extLst>
                    <a:ext uri="{FF2B5EF4-FFF2-40B4-BE49-F238E27FC236}">
                      <a16:creationId xmlns:a16="http://schemas.microsoft.com/office/drawing/2014/main" id="{DF8B772F-50D1-575D-2642-38F26AD2E44D}"/>
                    </a:ext>
                  </a:extLst>
                </p:cNvPr>
                <p:cNvPicPr/>
                <p:nvPr/>
              </p:nvPicPr>
              <p:blipFill>
                <a:blip r:embed="rId444"/>
                <a:stretch>
                  <a:fillRect/>
                </a:stretch>
              </p:blipFill>
              <p:spPr>
                <a:xfrm>
                  <a:off x="2081088" y="5282424"/>
                  <a:ext cx="162720" cy="11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5">
              <p14:nvContentPartPr>
                <p14:cNvPr id="342" name="Ink 341">
                  <a:extLst>
                    <a:ext uri="{FF2B5EF4-FFF2-40B4-BE49-F238E27FC236}">
                      <a16:creationId xmlns:a16="http://schemas.microsoft.com/office/drawing/2014/main" id="{B97BFEA2-EA3C-3024-9141-144411FF7FDD}"/>
                    </a:ext>
                  </a:extLst>
                </p14:cNvPr>
                <p14:cNvContentPartPr/>
                <p14:nvPr/>
              </p14:nvContentPartPr>
              <p14:xfrm>
                <a:off x="2499408" y="5256144"/>
                <a:ext cx="141120" cy="361440"/>
              </p14:xfrm>
            </p:contentPart>
          </mc:Choice>
          <mc:Fallback xmlns="">
            <p:pic>
              <p:nvPicPr>
                <p:cNvPr id="342" name="Ink 341">
                  <a:extLst>
                    <a:ext uri="{FF2B5EF4-FFF2-40B4-BE49-F238E27FC236}">
                      <a16:creationId xmlns:a16="http://schemas.microsoft.com/office/drawing/2014/main" id="{B97BFEA2-EA3C-3024-9141-144411FF7FDD}"/>
                    </a:ext>
                  </a:extLst>
                </p:cNvPr>
                <p:cNvPicPr/>
                <p:nvPr/>
              </p:nvPicPr>
              <p:blipFill>
                <a:blip r:embed="rId446"/>
                <a:stretch>
                  <a:fillRect/>
                </a:stretch>
              </p:blipFill>
              <p:spPr>
                <a:xfrm>
                  <a:off x="2490408" y="5247504"/>
                  <a:ext cx="158760" cy="37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7">
              <p14:nvContentPartPr>
                <p14:cNvPr id="343" name="Ink 342">
                  <a:extLst>
                    <a:ext uri="{FF2B5EF4-FFF2-40B4-BE49-F238E27FC236}">
                      <a16:creationId xmlns:a16="http://schemas.microsoft.com/office/drawing/2014/main" id="{3608355E-BD7D-B969-C8D6-803B912C6B81}"/>
                    </a:ext>
                  </a:extLst>
                </p14:cNvPr>
                <p14:cNvContentPartPr/>
                <p14:nvPr/>
              </p14:nvContentPartPr>
              <p14:xfrm>
                <a:off x="2728728" y="5328504"/>
                <a:ext cx="146880" cy="90000"/>
              </p14:xfrm>
            </p:contentPart>
          </mc:Choice>
          <mc:Fallback xmlns="">
            <p:pic>
              <p:nvPicPr>
                <p:cNvPr id="343" name="Ink 342">
                  <a:extLst>
                    <a:ext uri="{FF2B5EF4-FFF2-40B4-BE49-F238E27FC236}">
                      <a16:creationId xmlns:a16="http://schemas.microsoft.com/office/drawing/2014/main" id="{3608355E-BD7D-B969-C8D6-803B912C6B81}"/>
                    </a:ext>
                  </a:extLst>
                </p:cNvPr>
                <p:cNvPicPr/>
                <p:nvPr/>
              </p:nvPicPr>
              <p:blipFill>
                <a:blip r:embed="rId448"/>
                <a:stretch>
                  <a:fillRect/>
                </a:stretch>
              </p:blipFill>
              <p:spPr>
                <a:xfrm>
                  <a:off x="2720088" y="5319864"/>
                  <a:ext cx="164520" cy="10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9">
              <p14:nvContentPartPr>
                <p14:cNvPr id="344" name="Ink 343">
                  <a:extLst>
                    <a:ext uri="{FF2B5EF4-FFF2-40B4-BE49-F238E27FC236}">
                      <a16:creationId xmlns:a16="http://schemas.microsoft.com/office/drawing/2014/main" id="{D653F5D7-C14A-6EA9-54DB-06FF13A4EECD}"/>
                    </a:ext>
                  </a:extLst>
                </p14:cNvPr>
                <p14:cNvContentPartPr/>
                <p14:nvPr/>
              </p14:nvContentPartPr>
              <p14:xfrm>
                <a:off x="2946168" y="5320584"/>
                <a:ext cx="433080" cy="110880"/>
              </p14:xfrm>
            </p:contentPart>
          </mc:Choice>
          <mc:Fallback xmlns="">
            <p:pic>
              <p:nvPicPr>
                <p:cNvPr id="344" name="Ink 343">
                  <a:extLst>
                    <a:ext uri="{FF2B5EF4-FFF2-40B4-BE49-F238E27FC236}">
                      <a16:creationId xmlns:a16="http://schemas.microsoft.com/office/drawing/2014/main" id="{D653F5D7-C14A-6EA9-54DB-06FF13A4EECD}"/>
                    </a:ext>
                  </a:extLst>
                </p:cNvPr>
                <p:cNvPicPr/>
                <p:nvPr/>
              </p:nvPicPr>
              <p:blipFill>
                <a:blip r:embed="rId450"/>
                <a:stretch>
                  <a:fillRect/>
                </a:stretch>
              </p:blipFill>
              <p:spPr>
                <a:xfrm>
                  <a:off x="2937168" y="5311584"/>
                  <a:ext cx="450720" cy="12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1">
              <p14:nvContentPartPr>
                <p14:cNvPr id="346" name="Ink 345">
                  <a:extLst>
                    <a:ext uri="{FF2B5EF4-FFF2-40B4-BE49-F238E27FC236}">
                      <a16:creationId xmlns:a16="http://schemas.microsoft.com/office/drawing/2014/main" id="{336BD82B-1D0C-13D9-92A9-AD636FB9517F}"/>
                    </a:ext>
                  </a:extLst>
                </p14:cNvPr>
                <p14:cNvContentPartPr/>
                <p14:nvPr/>
              </p14:nvContentPartPr>
              <p14:xfrm>
                <a:off x="3873888" y="5264424"/>
                <a:ext cx="205920" cy="176040"/>
              </p14:xfrm>
            </p:contentPart>
          </mc:Choice>
          <mc:Fallback xmlns="">
            <p:pic>
              <p:nvPicPr>
                <p:cNvPr id="346" name="Ink 345">
                  <a:extLst>
                    <a:ext uri="{FF2B5EF4-FFF2-40B4-BE49-F238E27FC236}">
                      <a16:creationId xmlns:a16="http://schemas.microsoft.com/office/drawing/2014/main" id="{336BD82B-1D0C-13D9-92A9-AD636FB9517F}"/>
                    </a:ext>
                  </a:extLst>
                </p:cNvPr>
                <p:cNvPicPr/>
                <p:nvPr/>
              </p:nvPicPr>
              <p:blipFill>
                <a:blip r:embed="rId452"/>
                <a:stretch>
                  <a:fillRect/>
                </a:stretch>
              </p:blipFill>
              <p:spPr>
                <a:xfrm>
                  <a:off x="3865248" y="5255424"/>
                  <a:ext cx="223560" cy="19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3">
              <p14:nvContentPartPr>
                <p14:cNvPr id="347" name="Ink 346">
                  <a:extLst>
                    <a:ext uri="{FF2B5EF4-FFF2-40B4-BE49-F238E27FC236}">
                      <a16:creationId xmlns:a16="http://schemas.microsoft.com/office/drawing/2014/main" id="{86699B9C-A35C-D2A4-F491-EABFC2834205}"/>
                    </a:ext>
                  </a:extLst>
                </p14:cNvPr>
                <p14:cNvContentPartPr/>
                <p14:nvPr/>
              </p14:nvContentPartPr>
              <p14:xfrm>
                <a:off x="4123008" y="5340744"/>
                <a:ext cx="265680" cy="84240"/>
              </p14:xfrm>
            </p:contentPart>
          </mc:Choice>
          <mc:Fallback xmlns="">
            <p:pic>
              <p:nvPicPr>
                <p:cNvPr id="347" name="Ink 346">
                  <a:extLst>
                    <a:ext uri="{FF2B5EF4-FFF2-40B4-BE49-F238E27FC236}">
                      <a16:creationId xmlns:a16="http://schemas.microsoft.com/office/drawing/2014/main" id="{86699B9C-A35C-D2A4-F491-EABFC2834205}"/>
                    </a:ext>
                  </a:extLst>
                </p:cNvPr>
                <p:cNvPicPr/>
                <p:nvPr/>
              </p:nvPicPr>
              <p:blipFill>
                <a:blip r:embed="rId454"/>
                <a:stretch>
                  <a:fillRect/>
                </a:stretch>
              </p:blipFill>
              <p:spPr>
                <a:xfrm>
                  <a:off x="4114008" y="5332104"/>
                  <a:ext cx="283320" cy="10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5">
              <p14:nvContentPartPr>
                <p14:cNvPr id="348" name="Ink 347">
                  <a:extLst>
                    <a:ext uri="{FF2B5EF4-FFF2-40B4-BE49-F238E27FC236}">
                      <a16:creationId xmlns:a16="http://schemas.microsoft.com/office/drawing/2014/main" id="{76BE1DCA-5724-F929-EDAA-B97CBEB1BB46}"/>
                    </a:ext>
                  </a:extLst>
                </p14:cNvPr>
                <p14:cNvContentPartPr/>
                <p14:nvPr/>
              </p14:nvContentPartPr>
              <p14:xfrm>
                <a:off x="4461048" y="5324184"/>
                <a:ext cx="107640" cy="61560"/>
              </p14:xfrm>
            </p:contentPart>
          </mc:Choice>
          <mc:Fallback xmlns="">
            <p:pic>
              <p:nvPicPr>
                <p:cNvPr id="348" name="Ink 347">
                  <a:extLst>
                    <a:ext uri="{FF2B5EF4-FFF2-40B4-BE49-F238E27FC236}">
                      <a16:creationId xmlns:a16="http://schemas.microsoft.com/office/drawing/2014/main" id="{76BE1DCA-5724-F929-EDAA-B97CBEB1BB46}"/>
                    </a:ext>
                  </a:extLst>
                </p:cNvPr>
                <p:cNvPicPr/>
                <p:nvPr/>
              </p:nvPicPr>
              <p:blipFill>
                <a:blip r:embed="rId456"/>
                <a:stretch>
                  <a:fillRect/>
                </a:stretch>
              </p:blipFill>
              <p:spPr>
                <a:xfrm>
                  <a:off x="4452048" y="5315544"/>
                  <a:ext cx="125280" cy="7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7">
              <p14:nvContentPartPr>
                <p14:cNvPr id="349" name="Ink 348">
                  <a:extLst>
                    <a:ext uri="{FF2B5EF4-FFF2-40B4-BE49-F238E27FC236}">
                      <a16:creationId xmlns:a16="http://schemas.microsoft.com/office/drawing/2014/main" id="{82B6D61F-CA3A-DE71-F26C-B476E2D81B8E}"/>
                    </a:ext>
                  </a:extLst>
                </p14:cNvPr>
                <p14:cNvContentPartPr/>
                <p14:nvPr/>
              </p14:nvContentPartPr>
              <p14:xfrm>
                <a:off x="4628088" y="5330664"/>
                <a:ext cx="128880" cy="42840"/>
              </p14:xfrm>
            </p:contentPart>
          </mc:Choice>
          <mc:Fallback xmlns="">
            <p:pic>
              <p:nvPicPr>
                <p:cNvPr id="349" name="Ink 348">
                  <a:extLst>
                    <a:ext uri="{FF2B5EF4-FFF2-40B4-BE49-F238E27FC236}">
                      <a16:creationId xmlns:a16="http://schemas.microsoft.com/office/drawing/2014/main" id="{82B6D61F-CA3A-DE71-F26C-B476E2D81B8E}"/>
                    </a:ext>
                  </a:extLst>
                </p:cNvPr>
                <p:cNvPicPr/>
                <p:nvPr/>
              </p:nvPicPr>
              <p:blipFill>
                <a:blip r:embed="rId458"/>
                <a:stretch>
                  <a:fillRect/>
                </a:stretch>
              </p:blipFill>
              <p:spPr>
                <a:xfrm>
                  <a:off x="4619448" y="5322024"/>
                  <a:ext cx="146520" cy="6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9">
              <p14:nvContentPartPr>
                <p14:cNvPr id="350" name="Ink 349">
                  <a:extLst>
                    <a:ext uri="{FF2B5EF4-FFF2-40B4-BE49-F238E27FC236}">
                      <a16:creationId xmlns:a16="http://schemas.microsoft.com/office/drawing/2014/main" id="{1F37175B-F77D-5AAC-2A1E-FAE8F987594B}"/>
                    </a:ext>
                  </a:extLst>
                </p14:cNvPr>
                <p14:cNvContentPartPr/>
                <p14:nvPr/>
              </p14:nvContentPartPr>
              <p14:xfrm>
                <a:off x="5131008" y="5270544"/>
                <a:ext cx="260640" cy="147240"/>
              </p14:xfrm>
            </p:contentPart>
          </mc:Choice>
          <mc:Fallback xmlns="">
            <p:pic>
              <p:nvPicPr>
                <p:cNvPr id="350" name="Ink 349">
                  <a:extLst>
                    <a:ext uri="{FF2B5EF4-FFF2-40B4-BE49-F238E27FC236}">
                      <a16:creationId xmlns:a16="http://schemas.microsoft.com/office/drawing/2014/main" id="{1F37175B-F77D-5AAC-2A1E-FAE8F987594B}"/>
                    </a:ext>
                  </a:extLst>
                </p:cNvPr>
                <p:cNvPicPr/>
                <p:nvPr/>
              </p:nvPicPr>
              <p:blipFill>
                <a:blip r:embed="rId460"/>
                <a:stretch>
                  <a:fillRect/>
                </a:stretch>
              </p:blipFill>
              <p:spPr>
                <a:xfrm>
                  <a:off x="5122368" y="5261904"/>
                  <a:ext cx="278280" cy="16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1">
              <p14:nvContentPartPr>
                <p14:cNvPr id="351" name="Ink 350">
                  <a:extLst>
                    <a:ext uri="{FF2B5EF4-FFF2-40B4-BE49-F238E27FC236}">
                      <a16:creationId xmlns:a16="http://schemas.microsoft.com/office/drawing/2014/main" id="{486C39AD-A5CC-FC89-0013-555FEA78EC6B}"/>
                    </a:ext>
                  </a:extLst>
                </p14:cNvPr>
                <p14:cNvContentPartPr/>
                <p14:nvPr/>
              </p14:nvContentPartPr>
              <p14:xfrm>
                <a:off x="5924808" y="5163624"/>
                <a:ext cx="307440" cy="408960"/>
              </p14:xfrm>
            </p:contentPart>
          </mc:Choice>
          <mc:Fallback xmlns="">
            <p:pic>
              <p:nvPicPr>
                <p:cNvPr id="351" name="Ink 350">
                  <a:extLst>
                    <a:ext uri="{FF2B5EF4-FFF2-40B4-BE49-F238E27FC236}">
                      <a16:creationId xmlns:a16="http://schemas.microsoft.com/office/drawing/2014/main" id="{486C39AD-A5CC-FC89-0013-555FEA78EC6B}"/>
                    </a:ext>
                  </a:extLst>
                </p:cNvPr>
                <p:cNvPicPr/>
                <p:nvPr/>
              </p:nvPicPr>
              <p:blipFill>
                <a:blip r:embed="rId462"/>
                <a:stretch>
                  <a:fillRect/>
                </a:stretch>
              </p:blipFill>
              <p:spPr>
                <a:xfrm>
                  <a:off x="5916168" y="5154984"/>
                  <a:ext cx="325080" cy="42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3">
              <p14:nvContentPartPr>
                <p14:cNvPr id="352" name="Ink 351">
                  <a:extLst>
                    <a:ext uri="{FF2B5EF4-FFF2-40B4-BE49-F238E27FC236}">
                      <a16:creationId xmlns:a16="http://schemas.microsoft.com/office/drawing/2014/main" id="{79FD1ABD-B527-D6BD-45CC-016EE913577E}"/>
                    </a:ext>
                  </a:extLst>
                </p14:cNvPr>
                <p14:cNvContentPartPr/>
                <p14:nvPr/>
              </p14:nvContentPartPr>
              <p14:xfrm>
                <a:off x="6404688" y="5228064"/>
                <a:ext cx="327600" cy="123120"/>
              </p14:xfrm>
            </p:contentPart>
          </mc:Choice>
          <mc:Fallback xmlns="">
            <p:pic>
              <p:nvPicPr>
                <p:cNvPr id="352" name="Ink 351">
                  <a:extLst>
                    <a:ext uri="{FF2B5EF4-FFF2-40B4-BE49-F238E27FC236}">
                      <a16:creationId xmlns:a16="http://schemas.microsoft.com/office/drawing/2014/main" id="{79FD1ABD-B527-D6BD-45CC-016EE913577E}"/>
                    </a:ext>
                  </a:extLst>
                </p:cNvPr>
                <p:cNvPicPr/>
                <p:nvPr/>
              </p:nvPicPr>
              <p:blipFill>
                <a:blip r:embed="rId464"/>
                <a:stretch>
                  <a:fillRect/>
                </a:stretch>
              </p:blipFill>
              <p:spPr>
                <a:xfrm>
                  <a:off x="6396048" y="5219064"/>
                  <a:ext cx="345240" cy="14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5">
              <p14:nvContentPartPr>
                <p14:cNvPr id="353" name="Ink 352">
                  <a:extLst>
                    <a:ext uri="{FF2B5EF4-FFF2-40B4-BE49-F238E27FC236}">
                      <a16:creationId xmlns:a16="http://schemas.microsoft.com/office/drawing/2014/main" id="{FAF74DFB-31E4-4CA4-A5E8-6F459C456D5E}"/>
                    </a:ext>
                  </a:extLst>
                </p14:cNvPr>
                <p14:cNvContentPartPr/>
                <p14:nvPr/>
              </p14:nvContentPartPr>
              <p14:xfrm>
                <a:off x="6789528" y="5212944"/>
                <a:ext cx="392040" cy="156600"/>
              </p14:xfrm>
            </p:contentPart>
          </mc:Choice>
          <mc:Fallback xmlns="">
            <p:pic>
              <p:nvPicPr>
                <p:cNvPr id="353" name="Ink 352">
                  <a:extLst>
                    <a:ext uri="{FF2B5EF4-FFF2-40B4-BE49-F238E27FC236}">
                      <a16:creationId xmlns:a16="http://schemas.microsoft.com/office/drawing/2014/main" id="{FAF74DFB-31E4-4CA4-A5E8-6F459C456D5E}"/>
                    </a:ext>
                  </a:extLst>
                </p:cNvPr>
                <p:cNvPicPr/>
                <p:nvPr/>
              </p:nvPicPr>
              <p:blipFill>
                <a:blip r:embed="rId466"/>
                <a:stretch>
                  <a:fillRect/>
                </a:stretch>
              </p:blipFill>
              <p:spPr>
                <a:xfrm>
                  <a:off x="6780888" y="5204304"/>
                  <a:ext cx="409680" cy="17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7">
              <p14:nvContentPartPr>
                <p14:cNvPr id="356" name="Ink 355">
                  <a:extLst>
                    <a:ext uri="{FF2B5EF4-FFF2-40B4-BE49-F238E27FC236}">
                      <a16:creationId xmlns:a16="http://schemas.microsoft.com/office/drawing/2014/main" id="{8B0D3C55-B0E0-ED73-58C3-2A7A0428D4FB}"/>
                    </a:ext>
                  </a:extLst>
                </p14:cNvPr>
                <p14:cNvContentPartPr/>
                <p14:nvPr/>
              </p14:nvContentPartPr>
              <p14:xfrm>
                <a:off x="6994728" y="5132664"/>
                <a:ext cx="18360" cy="21240"/>
              </p14:xfrm>
            </p:contentPart>
          </mc:Choice>
          <mc:Fallback xmlns="">
            <p:pic>
              <p:nvPicPr>
                <p:cNvPr id="356" name="Ink 355">
                  <a:extLst>
                    <a:ext uri="{FF2B5EF4-FFF2-40B4-BE49-F238E27FC236}">
                      <a16:creationId xmlns:a16="http://schemas.microsoft.com/office/drawing/2014/main" id="{8B0D3C55-B0E0-ED73-58C3-2A7A0428D4FB}"/>
                    </a:ext>
                  </a:extLst>
                </p:cNvPr>
                <p:cNvPicPr/>
                <p:nvPr/>
              </p:nvPicPr>
              <p:blipFill>
                <a:blip r:embed="rId468"/>
                <a:stretch>
                  <a:fillRect/>
                </a:stretch>
              </p:blipFill>
              <p:spPr>
                <a:xfrm>
                  <a:off x="6986088" y="5124024"/>
                  <a:ext cx="36000" cy="3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9">
              <p14:nvContentPartPr>
                <p14:cNvPr id="357" name="Ink 356">
                  <a:extLst>
                    <a:ext uri="{FF2B5EF4-FFF2-40B4-BE49-F238E27FC236}">
                      <a16:creationId xmlns:a16="http://schemas.microsoft.com/office/drawing/2014/main" id="{1157197D-C966-CFBC-662C-03B735389166}"/>
                    </a:ext>
                  </a:extLst>
                </p14:cNvPr>
                <p14:cNvContentPartPr/>
                <p14:nvPr/>
              </p14:nvContentPartPr>
              <p14:xfrm>
                <a:off x="7084728" y="5274144"/>
                <a:ext cx="170280" cy="78120"/>
              </p14:xfrm>
            </p:contentPart>
          </mc:Choice>
          <mc:Fallback xmlns="">
            <p:pic>
              <p:nvPicPr>
                <p:cNvPr id="357" name="Ink 356">
                  <a:extLst>
                    <a:ext uri="{FF2B5EF4-FFF2-40B4-BE49-F238E27FC236}">
                      <a16:creationId xmlns:a16="http://schemas.microsoft.com/office/drawing/2014/main" id="{1157197D-C966-CFBC-662C-03B735389166}"/>
                    </a:ext>
                  </a:extLst>
                </p:cNvPr>
                <p:cNvPicPr/>
                <p:nvPr/>
              </p:nvPicPr>
              <p:blipFill>
                <a:blip r:embed="rId470"/>
                <a:stretch>
                  <a:fillRect/>
                </a:stretch>
              </p:blipFill>
              <p:spPr>
                <a:xfrm>
                  <a:off x="7075728" y="5265504"/>
                  <a:ext cx="187920" cy="9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1">
              <p14:nvContentPartPr>
                <p14:cNvPr id="358" name="Ink 357">
                  <a:extLst>
                    <a:ext uri="{FF2B5EF4-FFF2-40B4-BE49-F238E27FC236}">
                      <a16:creationId xmlns:a16="http://schemas.microsoft.com/office/drawing/2014/main" id="{9FC222EE-0BE1-F81E-F367-9EEB6376A238}"/>
                    </a:ext>
                  </a:extLst>
                </p14:cNvPr>
                <p14:cNvContentPartPr/>
                <p14:nvPr/>
              </p14:nvContentPartPr>
              <p14:xfrm>
                <a:off x="7296048" y="5269104"/>
                <a:ext cx="99000" cy="312480"/>
              </p14:xfrm>
            </p:contentPart>
          </mc:Choice>
          <mc:Fallback xmlns="">
            <p:pic>
              <p:nvPicPr>
                <p:cNvPr id="358" name="Ink 357">
                  <a:extLst>
                    <a:ext uri="{FF2B5EF4-FFF2-40B4-BE49-F238E27FC236}">
                      <a16:creationId xmlns:a16="http://schemas.microsoft.com/office/drawing/2014/main" id="{9FC222EE-0BE1-F81E-F367-9EEB6376A238}"/>
                    </a:ext>
                  </a:extLst>
                </p:cNvPr>
                <p:cNvPicPr/>
                <p:nvPr/>
              </p:nvPicPr>
              <p:blipFill>
                <a:blip r:embed="rId472"/>
                <a:stretch>
                  <a:fillRect/>
                </a:stretch>
              </p:blipFill>
              <p:spPr>
                <a:xfrm>
                  <a:off x="7287048" y="5260464"/>
                  <a:ext cx="116640" cy="33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3">
              <p14:nvContentPartPr>
                <p14:cNvPr id="361" name="Ink 360">
                  <a:extLst>
                    <a:ext uri="{FF2B5EF4-FFF2-40B4-BE49-F238E27FC236}">
                      <a16:creationId xmlns:a16="http://schemas.microsoft.com/office/drawing/2014/main" id="{B983D34C-D786-09D9-28E2-95B2DDABFD50}"/>
                    </a:ext>
                  </a:extLst>
                </p14:cNvPr>
                <p14:cNvContentPartPr/>
                <p14:nvPr/>
              </p14:nvContentPartPr>
              <p14:xfrm>
                <a:off x="5820408" y="5556384"/>
                <a:ext cx="1714680" cy="19800"/>
              </p14:xfrm>
            </p:contentPart>
          </mc:Choice>
          <mc:Fallback xmlns="">
            <p:pic>
              <p:nvPicPr>
                <p:cNvPr id="361" name="Ink 360">
                  <a:extLst>
                    <a:ext uri="{FF2B5EF4-FFF2-40B4-BE49-F238E27FC236}">
                      <a16:creationId xmlns:a16="http://schemas.microsoft.com/office/drawing/2014/main" id="{B983D34C-D786-09D9-28E2-95B2DDABFD50}"/>
                    </a:ext>
                  </a:extLst>
                </p:cNvPr>
                <p:cNvPicPr/>
                <p:nvPr/>
              </p:nvPicPr>
              <p:blipFill>
                <a:blip r:embed="rId474"/>
                <a:stretch>
                  <a:fillRect/>
                </a:stretch>
              </p:blipFill>
              <p:spPr>
                <a:xfrm>
                  <a:off x="5811408" y="5547744"/>
                  <a:ext cx="1732320" cy="3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5">
              <p14:nvContentPartPr>
                <p14:cNvPr id="362" name="Ink 361">
                  <a:extLst>
                    <a:ext uri="{FF2B5EF4-FFF2-40B4-BE49-F238E27FC236}">
                      <a16:creationId xmlns:a16="http://schemas.microsoft.com/office/drawing/2014/main" id="{62FCB12D-317A-517A-AA66-7E2C9863380A}"/>
                    </a:ext>
                  </a:extLst>
                </p14:cNvPr>
                <p14:cNvContentPartPr/>
                <p14:nvPr/>
              </p14:nvContentPartPr>
              <p14:xfrm>
                <a:off x="5739768" y="5595984"/>
                <a:ext cx="1642320" cy="58680"/>
              </p14:xfrm>
            </p:contentPart>
          </mc:Choice>
          <mc:Fallback xmlns="">
            <p:pic>
              <p:nvPicPr>
                <p:cNvPr id="362" name="Ink 361">
                  <a:extLst>
                    <a:ext uri="{FF2B5EF4-FFF2-40B4-BE49-F238E27FC236}">
                      <a16:creationId xmlns:a16="http://schemas.microsoft.com/office/drawing/2014/main" id="{62FCB12D-317A-517A-AA66-7E2C9863380A}"/>
                    </a:ext>
                  </a:extLst>
                </p:cNvPr>
                <p:cNvPicPr/>
                <p:nvPr/>
              </p:nvPicPr>
              <p:blipFill>
                <a:blip r:embed="rId476"/>
                <a:stretch>
                  <a:fillRect/>
                </a:stretch>
              </p:blipFill>
              <p:spPr>
                <a:xfrm>
                  <a:off x="5731128" y="5586984"/>
                  <a:ext cx="1659960" cy="7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7">
              <p14:nvContentPartPr>
                <p14:cNvPr id="363" name="Ink 362">
                  <a:extLst>
                    <a:ext uri="{FF2B5EF4-FFF2-40B4-BE49-F238E27FC236}">
                      <a16:creationId xmlns:a16="http://schemas.microsoft.com/office/drawing/2014/main" id="{EAE07ED9-B952-4704-DB36-DE428A20C9BB}"/>
                    </a:ext>
                  </a:extLst>
                </p14:cNvPr>
                <p14:cNvContentPartPr/>
                <p14:nvPr/>
              </p14:nvContentPartPr>
              <p14:xfrm>
                <a:off x="7405848" y="5617224"/>
                <a:ext cx="36360" cy="12960"/>
              </p14:xfrm>
            </p:contentPart>
          </mc:Choice>
          <mc:Fallback xmlns="">
            <p:pic>
              <p:nvPicPr>
                <p:cNvPr id="363" name="Ink 362">
                  <a:extLst>
                    <a:ext uri="{FF2B5EF4-FFF2-40B4-BE49-F238E27FC236}">
                      <a16:creationId xmlns:a16="http://schemas.microsoft.com/office/drawing/2014/main" id="{EAE07ED9-B952-4704-DB36-DE428A20C9BB}"/>
                    </a:ext>
                  </a:extLst>
                </p:cNvPr>
                <p:cNvPicPr/>
                <p:nvPr/>
              </p:nvPicPr>
              <p:blipFill>
                <a:blip r:embed="rId478"/>
                <a:stretch>
                  <a:fillRect/>
                </a:stretch>
              </p:blipFill>
              <p:spPr>
                <a:xfrm>
                  <a:off x="7397208" y="5608224"/>
                  <a:ext cx="54000" cy="3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9">
              <p14:nvContentPartPr>
                <p14:cNvPr id="365" name="Ink 364">
                  <a:extLst>
                    <a:ext uri="{FF2B5EF4-FFF2-40B4-BE49-F238E27FC236}">
                      <a16:creationId xmlns:a16="http://schemas.microsoft.com/office/drawing/2014/main" id="{5BDE971F-6E85-8A32-4073-545305107DC5}"/>
                    </a:ext>
                  </a:extLst>
                </p14:cNvPr>
                <p14:cNvContentPartPr/>
                <p14:nvPr/>
              </p14:nvContentPartPr>
              <p14:xfrm>
                <a:off x="2582928" y="5837184"/>
                <a:ext cx="15480" cy="169200"/>
              </p14:xfrm>
            </p:contentPart>
          </mc:Choice>
          <mc:Fallback xmlns="">
            <p:pic>
              <p:nvPicPr>
                <p:cNvPr id="365" name="Ink 364">
                  <a:extLst>
                    <a:ext uri="{FF2B5EF4-FFF2-40B4-BE49-F238E27FC236}">
                      <a16:creationId xmlns:a16="http://schemas.microsoft.com/office/drawing/2014/main" id="{5BDE971F-6E85-8A32-4073-545305107DC5}"/>
                    </a:ext>
                  </a:extLst>
                </p:cNvPr>
                <p:cNvPicPr/>
                <p:nvPr/>
              </p:nvPicPr>
              <p:blipFill>
                <a:blip r:embed="rId480"/>
                <a:stretch>
                  <a:fillRect/>
                </a:stretch>
              </p:blipFill>
              <p:spPr>
                <a:xfrm>
                  <a:off x="2574288" y="5828544"/>
                  <a:ext cx="33120" cy="18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1">
              <p14:nvContentPartPr>
                <p14:cNvPr id="366" name="Ink 365">
                  <a:extLst>
                    <a:ext uri="{FF2B5EF4-FFF2-40B4-BE49-F238E27FC236}">
                      <a16:creationId xmlns:a16="http://schemas.microsoft.com/office/drawing/2014/main" id="{F7DC6F4D-C219-6778-B407-E02F877F5722}"/>
                    </a:ext>
                  </a:extLst>
                </p14:cNvPr>
                <p14:cNvContentPartPr/>
                <p14:nvPr/>
              </p14:nvContentPartPr>
              <p14:xfrm>
                <a:off x="2380608" y="5782824"/>
                <a:ext cx="294120" cy="40680"/>
              </p14:xfrm>
            </p:contentPart>
          </mc:Choice>
          <mc:Fallback xmlns="">
            <p:pic>
              <p:nvPicPr>
                <p:cNvPr id="366" name="Ink 365">
                  <a:extLst>
                    <a:ext uri="{FF2B5EF4-FFF2-40B4-BE49-F238E27FC236}">
                      <a16:creationId xmlns:a16="http://schemas.microsoft.com/office/drawing/2014/main" id="{F7DC6F4D-C219-6778-B407-E02F877F5722}"/>
                    </a:ext>
                  </a:extLst>
                </p:cNvPr>
                <p:cNvPicPr/>
                <p:nvPr/>
              </p:nvPicPr>
              <p:blipFill>
                <a:blip r:embed="rId482"/>
                <a:stretch>
                  <a:fillRect/>
                </a:stretch>
              </p:blipFill>
              <p:spPr>
                <a:xfrm>
                  <a:off x="2371608" y="5773824"/>
                  <a:ext cx="311760" cy="5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3">
              <p14:nvContentPartPr>
                <p14:cNvPr id="367" name="Ink 366">
                  <a:extLst>
                    <a:ext uri="{FF2B5EF4-FFF2-40B4-BE49-F238E27FC236}">
                      <a16:creationId xmlns:a16="http://schemas.microsoft.com/office/drawing/2014/main" id="{0E0C25F8-283E-9FDA-8762-E9C253D34329}"/>
                    </a:ext>
                  </a:extLst>
                </p14:cNvPr>
                <p14:cNvContentPartPr/>
                <p14:nvPr/>
              </p14:nvContentPartPr>
              <p14:xfrm>
                <a:off x="2711088" y="5855184"/>
                <a:ext cx="316440" cy="96840"/>
              </p14:xfrm>
            </p:contentPart>
          </mc:Choice>
          <mc:Fallback xmlns="">
            <p:pic>
              <p:nvPicPr>
                <p:cNvPr id="367" name="Ink 366">
                  <a:extLst>
                    <a:ext uri="{FF2B5EF4-FFF2-40B4-BE49-F238E27FC236}">
                      <a16:creationId xmlns:a16="http://schemas.microsoft.com/office/drawing/2014/main" id="{0E0C25F8-283E-9FDA-8762-E9C253D34329}"/>
                    </a:ext>
                  </a:extLst>
                </p:cNvPr>
                <p:cNvPicPr/>
                <p:nvPr/>
              </p:nvPicPr>
              <p:blipFill>
                <a:blip r:embed="rId484"/>
                <a:stretch>
                  <a:fillRect/>
                </a:stretch>
              </p:blipFill>
              <p:spPr>
                <a:xfrm>
                  <a:off x="2702448" y="5846544"/>
                  <a:ext cx="334080" cy="11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5">
              <p14:nvContentPartPr>
                <p14:cNvPr id="368" name="Ink 367">
                  <a:extLst>
                    <a:ext uri="{FF2B5EF4-FFF2-40B4-BE49-F238E27FC236}">
                      <a16:creationId xmlns:a16="http://schemas.microsoft.com/office/drawing/2014/main" id="{27F24BBA-FBCE-9F84-AA70-3748F843AF3B}"/>
                    </a:ext>
                  </a:extLst>
                </p14:cNvPr>
                <p14:cNvContentPartPr/>
                <p14:nvPr/>
              </p14:nvContentPartPr>
              <p14:xfrm>
                <a:off x="3258288" y="5856984"/>
                <a:ext cx="313560" cy="113040"/>
              </p14:xfrm>
            </p:contentPart>
          </mc:Choice>
          <mc:Fallback xmlns="">
            <p:pic>
              <p:nvPicPr>
                <p:cNvPr id="368" name="Ink 367">
                  <a:extLst>
                    <a:ext uri="{FF2B5EF4-FFF2-40B4-BE49-F238E27FC236}">
                      <a16:creationId xmlns:a16="http://schemas.microsoft.com/office/drawing/2014/main" id="{27F24BBA-FBCE-9F84-AA70-3748F843AF3B}"/>
                    </a:ext>
                  </a:extLst>
                </p:cNvPr>
                <p:cNvPicPr/>
                <p:nvPr/>
              </p:nvPicPr>
              <p:blipFill>
                <a:blip r:embed="rId486"/>
                <a:stretch>
                  <a:fillRect/>
                </a:stretch>
              </p:blipFill>
              <p:spPr>
                <a:xfrm>
                  <a:off x="3249288" y="5847984"/>
                  <a:ext cx="331200" cy="13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7">
              <p14:nvContentPartPr>
                <p14:cNvPr id="369" name="Ink 368">
                  <a:extLst>
                    <a:ext uri="{FF2B5EF4-FFF2-40B4-BE49-F238E27FC236}">
                      <a16:creationId xmlns:a16="http://schemas.microsoft.com/office/drawing/2014/main" id="{437BD59A-6C5F-DDD3-9042-98C47D3C4E5C}"/>
                    </a:ext>
                  </a:extLst>
                </p14:cNvPr>
                <p14:cNvContentPartPr/>
                <p14:nvPr/>
              </p14:nvContentPartPr>
              <p14:xfrm>
                <a:off x="3650688" y="5857344"/>
                <a:ext cx="297000" cy="81000"/>
              </p14:xfrm>
            </p:contentPart>
          </mc:Choice>
          <mc:Fallback xmlns="">
            <p:pic>
              <p:nvPicPr>
                <p:cNvPr id="369" name="Ink 368">
                  <a:extLst>
                    <a:ext uri="{FF2B5EF4-FFF2-40B4-BE49-F238E27FC236}">
                      <a16:creationId xmlns:a16="http://schemas.microsoft.com/office/drawing/2014/main" id="{437BD59A-6C5F-DDD3-9042-98C47D3C4E5C}"/>
                    </a:ext>
                  </a:extLst>
                </p:cNvPr>
                <p:cNvPicPr/>
                <p:nvPr/>
              </p:nvPicPr>
              <p:blipFill>
                <a:blip r:embed="rId488"/>
                <a:stretch>
                  <a:fillRect/>
                </a:stretch>
              </p:blipFill>
              <p:spPr>
                <a:xfrm>
                  <a:off x="3641688" y="5848704"/>
                  <a:ext cx="314640" cy="9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9">
              <p14:nvContentPartPr>
                <p14:cNvPr id="370" name="Ink 369">
                  <a:extLst>
                    <a:ext uri="{FF2B5EF4-FFF2-40B4-BE49-F238E27FC236}">
                      <a16:creationId xmlns:a16="http://schemas.microsoft.com/office/drawing/2014/main" id="{7E724523-AE3D-F360-0D9B-AB65E4A9FD67}"/>
                    </a:ext>
                  </a:extLst>
                </p14:cNvPr>
                <p14:cNvContentPartPr/>
                <p14:nvPr/>
              </p14:nvContentPartPr>
              <p14:xfrm>
                <a:off x="3864528" y="5720184"/>
                <a:ext cx="7920" cy="109080"/>
              </p14:xfrm>
            </p:contentPart>
          </mc:Choice>
          <mc:Fallback xmlns="">
            <p:pic>
              <p:nvPicPr>
                <p:cNvPr id="370" name="Ink 369">
                  <a:extLst>
                    <a:ext uri="{FF2B5EF4-FFF2-40B4-BE49-F238E27FC236}">
                      <a16:creationId xmlns:a16="http://schemas.microsoft.com/office/drawing/2014/main" id="{7E724523-AE3D-F360-0D9B-AB65E4A9FD67}"/>
                    </a:ext>
                  </a:extLst>
                </p:cNvPr>
                <p:cNvPicPr/>
                <p:nvPr/>
              </p:nvPicPr>
              <p:blipFill>
                <a:blip r:embed="rId490"/>
                <a:stretch>
                  <a:fillRect/>
                </a:stretch>
              </p:blipFill>
              <p:spPr>
                <a:xfrm>
                  <a:off x="3855528" y="5711544"/>
                  <a:ext cx="25560" cy="12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1">
              <p14:nvContentPartPr>
                <p14:cNvPr id="371" name="Ink 370">
                  <a:extLst>
                    <a:ext uri="{FF2B5EF4-FFF2-40B4-BE49-F238E27FC236}">
                      <a16:creationId xmlns:a16="http://schemas.microsoft.com/office/drawing/2014/main" id="{7C4C53CC-AAD7-C4BA-31E8-AF2138E5C5E8}"/>
                    </a:ext>
                  </a:extLst>
                </p14:cNvPr>
                <p14:cNvContentPartPr/>
                <p14:nvPr/>
              </p14:nvContentPartPr>
              <p14:xfrm>
                <a:off x="4238208" y="5801904"/>
                <a:ext cx="49680" cy="52560"/>
              </p14:xfrm>
            </p:contentPart>
          </mc:Choice>
          <mc:Fallback xmlns="">
            <p:pic>
              <p:nvPicPr>
                <p:cNvPr id="371" name="Ink 370">
                  <a:extLst>
                    <a:ext uri="{FF2B5EF4-FFF2-40B4-BE49-F238E27FC236}">
                      <a16:creationId xmlns:a16="http://schemas.microsoft.com/office/drawing/2014/main" id="{7C4C53CC-AAD7-C4BA-31E8-AF2138E5C5E8}"/>
                    </a:ext>
                  </a:extLst>
                </p:cNvPr>
                <p:cNvPicPr/>
                <p:nvPr/>
              </p:nvPicPr>
              <p:blipFill>
                <a:blip r:embed="rId492"/>
                <a:stretch>
                  <a:fillRect/>
                </a:stretch>
              </p:blipFill>
              <p:spPr>
                <a:xfrm>
                  <a:off x="4229208" y="5793264"/>
                  <a:ext cx="67320" cy="7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3">
              <p14:nvContentPartPr>
                <p14:cNvPr id="372" name="Ink 371">
                  <a:extLst>
                    <a:ext uri="{FF2B5EF4-FFF2-40B4-BE49-F238E27FC236}">
                      <a16:creationId xmlns:a16="http://schemas.microsoft.com/office/drawing/2014/main" id="{CE00E99F-311A-A550-A305-FD910CCED6C3}"/>
                    </a:ext>
                  </a:extLst>
                </p14:cNvPr>
                <p14:cNvContentPartPr/>
                <p14:nvPr/>
              </p14:nvContentPartPr>
              <p14:xfrm>
                <a:off x="4322088" y="5695344"/>
                <a:ext cx="9360" cy="42480"/>
              </p14:xfrm>
            </p:contentPart>
          </mc:Choice>
          <mc:Fallback xmlns="">
            <p:pic>
              <p:nvPicPr>
                <p:cNvPr id="372" name="Ink 371">
                  <a:extLst>
                    <a:ext uri="{FF2B5EF4-FFF2-40B4-BE49-F238E27FC236}">
                      <a16:creationId xmlns:a16="http://schemas.microsoft.com/office/drawing/2014/main" id="{CE00E99F-311A-A550-A305-FD910CCED6C3}"/>
                    </a:ext>
                  </a:extLst>
                </p:cNvPr>
                <p:cNvPicPr/>
                <p:nvPr/>
              </p:nvPicPr>
              <p:blipFill>
                <a:blip r:embed="rId494"/>
                <a:stretch>
                  <a:fillRect/>
                </a:stretch>
              </p:blipFill>
              <p:spPr>
                <a:xfrm>
                  <a:off x="4313448" y="5686704"/>
                  <a:ext cx="27000" cy="6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5">
              <p14:nvContentPartPr>
                <p14:cNvPr id="373" name="Ink 372">
                  <a:extLst>
                    <a:ext uri="{FF2B5EF4-FFF2-40B4-BE49-F238E27FC236}">
                      <a16:creationId xmlns:a16="http://schemas.microsoft.com/office/drawing/2014/main" id="{3023130B-AA6F-E098-B5E6-C2E4F5C6660C}"/>
                    </a:ext>
                  </a:extLst>
                </p14:cNvPr>
                <p14:cNvContentPartPr/>
                <p14:nvPr/>
              </p14:nvContentPartPr>
              <p14:xfrm>
                <a:off x="4433328" y="5731704"/>
                <a:ext cx="56160" cy="126720"/>
              </p14:xfrm>
            </p:contentPart>
          </mc:Choice>
          <mc:Fallback xmlns="">
            <p:pic>
              <p:nvPicPr>
                <p:cNvPr id="373" name="Ink 372">
                  <a:extLst>
                    <a:ext uri="{FF2B5EF4-FFF2-40B4-BE49-F238E27FC236}">
                      <a16:creationId xmlns:a16="http://schemas.microsoft.com/office/drawing/2014/main" id="{3023130B-AA6F-E098-B5E6-C2E4F5C6660C}"/>
                    </a:ext>
                  </a:extLst>
                </p:cNvPr>
                <p:cNvPicPr/>
                <p:nvPr/>
              </p:nvPicPr>
              <p:blipFill>
                <a:blip r:embed="rId496"/>
                <a:stretch>
                  <a:fillRect/>
                </a:stretch>
              </p:blipFill>
              <p:spPr>
                <a:xfrm>
                  <a:off x="4424328" y="5722704"/>
                  <a:ext cx="73800" cy="14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7">
              <p14:nvContentPartPr>
                <p14:cNvPr id="374" name="Ink 373">
                  <a:extLst>
                    <a:ext uri="{FF2B5EF4-FFF2-40B4-BE49-F238E27FC236}">
                      <a16:creationId xmlns:a16="http://schemas.microsoft.com/office/drawing/2014/main" id="{D8D7CCD6-3D45-A6A7-C7AB-A52FACF0837E}"/>
                    </a:ext>
                  </a:extLst>
                </p14:cNvPr>
                <p14:cNvContentPartPr/>
                <p14:nvPr/>
              </p14:nvContentPartPr>
              <p14:xfrm>
                <a:off x="4563288" y="5738184"/>
                <a:ext cx="229680" cy="130680"/>
              </p14:xfrm>
            </p:contentPart>
          </mc:Choice>
          <mc:Fallback xmlns="">
            <p:pic>
              <p:nvPicPr>
                <p:cNvPr id="374" name="Ink 373">
                  <a:extLst>
                    <a:ext uri="{FF2B5EF4-FFF2-40B4-BE49-F238E27FC236}">
                      <a16:creationId xmlns:a16="http://schemas.microsoft.com/office/drawing/2014/main" id="{D8D7CCD6-3D45-A6A7-C7AB-A52FACF0837E}"/>
                    </a:ext>
                  </a:extLst>
                </p:cNvPr>
                <p:cNvPicPr/>
                <p:nvPr/>
              </p:nvPicPr>
              <p:blipFill>
                <a:blip r:embed="rId498"/>
                <a:stretch>
                  <a:fillRect/>
                </a:stretch>
              </p:blipFill>
              <p:spPr>
                <a:xfrm>
                  <a:off x="4554288" y="5729544"/>
                  <a:ext cx="247320" cy="14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9">
              <p14:nvContentPartPr>
                <p14:cNvPr id="375" name="Ink 374">
                  <a:extLst>
                    <a:ext uri="{FF2B5EF4-FFF2-40B4-BE49-F238E27FC236}">
                      <a16:creationId xmlns:a16="http://schemas.microsoft.com/office/drawing/2014/main" id="{4C01B7B6-E5AE-B604-5713-5B155A3DBB31}"/>
                    </a:ext>
                  </a:extLst>
                </p14:cNvPr>
                <p14:cNvContentPartPr/>
                <p14:nvPr/>
              </p14:nvContentPartPr>
              <p14:xfrm>
                <a:off x="4749048" y="5714784"/>
                <a:ext cx="234000" cy="165240"/>
              </p14:xfrm>
            </p:contentPart>
          </mc:Choice>
          <mc:Fallback xmlns="">
            <p:pic>
              <p:nvPicPr>
                <p:cNvPr id="375" name="Ink 374">
                  <a:extLst>
                    <a:ext uri="{FF2B5EF4-FFF2-40B4-BE49-F238E27FC236}">
                      <a16:creationId xmlns:a16="http://schemas.microsoft.com/office/drawing/2014/main" id="{4C01B7B6-E5AE-B604-5713-5B155A3DBB31}"/>
                    </a:ext>
                  </a:extLst>
                </p:cNvPr>
                <p:cNvPicPr/>
                <p:nvPr/>
              </p:nvPicPr>
              <p:blipFill>
                <a:blip r:embed="rId500"/>
                <a:stretch>
                  <a:fillRect/>
                </a:stretch>
              </p:blipFill>
              <p:spPr>
                <a:xfrm>
                  <a:off x="4740408" y="5705784"/>
                  <a:ext cx="251640" cy="18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1">
              <p14:nvContentPartPr>
                <p14:cNvPr id="376" name="Ink 375">
                  <a:extLst>
                    <a:ext uri="{FF2B5EF4-FFF2-40B4-BE49-F238E27FC236}">
                      <a16:creationId xmlns:a16="http://schemas.microsoft.com/office/drawing/2014/main" id="{0AA5DEF1-2A01-A4E3-FBDC-6F77ABD9930D}"/>
                    </a:ext>
                  </a:extLst>
                </p14:cNvPr>
                <p14:cNvContentPartPr/>
                <p14:nvPr/>
              </p14:nvContentPartPr>
              <p14:xfrm>
                <a:off x="4551408" y="5726664"/>
                <a:ext cx="141480" cy="125280"/>
              </p14:xfrm>
            </p:contentPart>
          </mc:Choice>
          <mc:Fallback xmlns="">
            <p:pic>
              <p:nvPicPr>
                <p:cNvPr id="376" name="Ink 375">
                  <a:extLst>
                    <a:ext uri="{FF2B5EF4-FFF2-40B4-BE49-F238E27FC236}">
                      <a16:creationId xmlns:a16="http://schemas.microsoft.com/office/drawing/2014/main" id="{0AA5DEF1-2A01-A4E3-FBDC-6F77ABD9930D}"/>
                    </a:ext>
                  </a:extLst>
                </p:cNvPr>
                <p:cNvPicPr/>
                <p:nvPr/>
              </p:nvPicPr>
              <p:blipFill>
                <a:blip r:embed="rId502"/>
                <a:stretch>
                  <a:fillRect/>
                </a:stretch>
              </p:blipFill>
              <p:spPr>
                <a:xfrm>
                  <a:off x="4542408" y="5717664"/>
                  <a:ext cx="159120" cy="14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3">
              <p14:nvContentPartPr>
                <p14:cNvPr id="379" name="Ink 378">
                  <a:extLst>
                    <a:ext uri="{FF2B5EF4-FFF2-40B4-BE49-F238E27FC236}">
                      <a16:creationId xmlns:a16="http://schemas.microsoft.com/office/drawing/2014/main" id="{94575722-CC5F-30E2-1522-5C57FC48FBF1}"/>
                    </a:ext>
                  </a:extLst>
                </p14:cNvPr>
                <p14:cNvContentPartPr/>
                <p14:nvPr/>
              </p14:nvContentPartPr>
              <p14:xfrm>
                <a:off x="5204088" y="5763744"/>
                <a:ext cx="700200" cy="78840"/>
              </p14:xfrm>
            </p:contentPart>
          </mc:Choice>
          <mc:Fallback xmlns="">
            <p:pic>
              <p:nvPicPr>
                <p:cNvPr id="379" name="Ink 378">
                  <a:extLst>
                    <a:ext uri="{FF2B5EF4-FFF2-40B4-BE49-F238E27FC236}">
                      <a16:creationId xmlns:a16="http://schemas.microsoft.com/office/drawing/2014/main" id="{94575722-CC5F-30E2-1522-5C57FC48FBF1}"/>
                    </a:ext>
                  </a:extLst>
                </p:cNvPr>
                <p:cNvPicPr/>
                <p:nvPr/>
              </p:nvPicPr>
              <p:blipFill>
                <a:blip r:embed="rId504"/>
                <a:stretch>
                  <a:fillRect/>
                </a:stretch>
              </p:blipFill>
              <p:spPr>
                <a:xfrm>
                  <a:off x="5195088" y="5755104"/>
                  <a:ext cx="717840" cy="9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5">
              <p14:nvContentPartPr>
                <p14:cNvPr id="380" name="Ink 379">
                  <a:extLst>
                    <a:ext uri="{FF2B5EF4-FFF2-40B4-BE49-F238E27FC236}">
                      <a16:creationId xmlns:a16="http://schemas.microsoft.com/office/drawing/2014/main" id="{8C7EA96A-0E13-5441-1CED-B44A63FFE964}"/>
                    </a:ext>
                  </a:extLst>
                </p14:cNvPr>
                <p14:cNvContentPartPr/>
                <p14:nvPr/>
              </p14:nvContentPartPr>
              <p14:xfrm>
                <a:off x="5238648" y="5826024"/>
                <a:ext cx="549000" cy="525960"/>
              </p14:xfrm>
            </p:contentPart>
          </mc:Choice>
          <mc:Fallback xmlns="">
            <p:pic>
              <p:nvPicPr>
                <p:cNvPr id="380" name="Ink 379">
                  <a:extLst>
                    <a:ext uri="{FF2B5EF4-FFF2-40B4-BE49-F238E27FC236}">
                      <a16:creationId xmlns:a16="http://schemas.microsoft.com/office/drawing/2014/main" id="{8C7EA96A-0E13-5441-1CED-B44A63FFE964}"/>
                    </a:ext>
                  </a:extLst>
                </p:cNvPr>
                <p:cNvPicPr/>
                <p:nvPr/>
              </p:nvPicPr>
              <p:blipFill>
                <a:blip r:embed="rId506"/>
                <a:stretch>
                  <a:fillRect/>
                </a:stretch>
              </p:blipFill>
              <p:spPr>
                <a:xfrm>
                  <a:off x="5230008" y="5817384"/>
                  <a:ext cx="566640" cy="54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7">
              <p14:nvContentPartPr>
                <p14:cNvPr id="382" name="Ink 381">
                  <a:extLst>
                    <a:ext uri="{FF2B5EF4-FFF2-40B4-BE49-F238E27FC236}">
                      <a16:creationId xmlns:a16="http://schemas.microsoft.com/office/drawing/2014/main" id="{8F175453-10A8-77AA-E3DE-8B747BA5477B}"/>
                    </a:ext>
                  </a:extLst>
                </p14:cNvPr>
                <p14:cNvContentPartPr/>
                <p14:nvPr/>
              </p14:nvContentPartPr>
              <p14:xfrm>
                <a:off x="6059808" y="5713704"/>
                <a:ext cx="332280" cy="168480"/>
              </p14:xfrm>
            </p:contentPart>
          </mc:Choice>
          <mc:Fallback xmlns="">
            <p:pic>
              <p:nvPicPr>
                <p:cNvPr id="382" name="Ink 381">
                  <a:extLst>
                    <a:ext uri="{FF2B5EF4-FFF2-40B4-BE49-F238E27FC236}">
                      <a16:creationId xmlns:a16="http://schemas.microsoft.com/office/drawing/2014/main" id="{8F175453-10A8-77AA-E3DE-8B747BA5477B}"/>
                    </a:ext>
                  </a:extLst>
                </p:cNvPr>
                <p:cNvPicPr/>
                <p:nvPr/>
              </p:nvPicPr>
              <p:blipFill>
                <a:blip r:embed="rId508"/>
                <a:stretch>
                  <a:fillRect/>
                </a:stretch>
              </p:blipFill>
              <p:spPr>
                <a:xfrm>
                  <a:off x="6051168" y="5704704"/>
                  <a:ext cx="349920" cy="18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9">
              <p14:nvContentPartPr>
                <p14:cNvPr id="383" name="Ink 382">
                  <a:extLst>
                    <a:ext uri="{FF2B5EF4-FFF2-40B4-BE49-F238E27FC236}">
                      <a16:creationId xmlns:a16="http://schemas.microsoft.com/office/drawing/2014/main" id="{45B6ED9C-8914-2B40-E95F-1D68AE2F151B}"/>
                    </a:ext>
                  </a:extLst>
                </p14:cNvPr>
                <p14:cNvContentPartPr/>
                <p14:nvPr/>
              </p14:nvContentPartPr>
              <p14:xfrm>
                <a:off x="6487488" y="5676264"/>
                <a:ext cx="419040" cy="217800"/>
              </p14:xfrm>
            </p:contentPart>
          </mc:Choice>
          <mc:Fallback xmlns="">
            <p:pic>
              <p:nvPicPr>
                <p:cNvPr id="383" name="Ink 382">
                  <a:extLst>
                    <a:ext uri="{FF2B5EF4-FFF2-40B4-BE49-F238E27FC236}">
                      <a16:creationId xmlns:a16="http://schemas.microsoft.com/office/drawing/2014/main" id="{45B6ED9C-8914-2B40-E95F-1D68AE2F151B}"/>
                    </a:ext>
                  </a:extLst>
                </p:cNvPr>
                <p:cNvPicPr/>
                <p:nvPr/>
              </p:nvPicPr>
              <p:blipFill>
                <a:blip r:embed="rId510"/>
                <a:stretch>
                  <a:fillRect/>
                </a:stretch>
              </p:blipFill>
              <p:spPr>
                <a:xfrm>
                  <a:off x="6478488" y="5667264"/>
                  <a:ext cx="436680" cy="23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1">
              <p14:nvContentPartPr>
                <p14:cNvPr id="384" name="Ink 383">
                  <a:extLst>
                    <a:ext uri="{FF2B5EF4-FFF2-40B4-BE49-F238E27FC236}">
                      <a16:creationId xmlns:a16="http://schemas.microsoft.com/office/drawing/2014/main" id="{F368478D-880E-AD1D-68F2-C8D2252FD561}"/>
                    </a:ext>
                  </a:extLst>
                </p14:cNvPr>
                <p14:cNvContentPartPr/>
                <p14:nvPr/>
              </p14:nvContentPartPr>
              <p14:xfrm>
                <a:off x="6931008" y="5776344"/>
                <a:ext cx="7920" cy="20160"/>
              </p14:xfrm>
            </p:contentPart>
          </mc:Choice>
          <mc:Fallback xmlns="">
            <p:pic>
              <p:nvPicPr>
                <p:cNvPr id="384" name="Ink 383">
                  <a:extLst>
                    <a:ext uri="{FF2B5EF4-FFF2-40B4-BE49-F238E27FC236}">
                      <a16:creationId xmlns:a16="http://schemas.microsoft.com/office/drawing/2014/main" id="{F368478D-880E-AD1D-68F2-C8D2252FD561}"/>
                    </a:ext>
                  </a:extLst>
                </p:cNvPr>
                <p:cNvPicPr/>
                <p:nvPr/>
              </p:nvPicPr>
              <p:blipFill>
                <a:blip r:embed="rId512"/>
                <a:stretch>
                  <a:fillRect/>
                </a:stretch>
              </p:blipFill>
              <p:spPr>
                <a:xfrm>
                  <a:off x="6922368" y="5767344"/>
                  <a:ext cx="25560" cy="3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3">
              <p14:nvContentPartPr>
                <p14:cNvPr id="385" name="Ink 384">
                  <a:extLst>
                    <a:ext uri="{FF2B5EF4-FFF2-40B4-BE49-F238E27FC236}">
                      <a16:creationId xmlns:a16="http://schemas.microsoft.com/office/drawing/2014/main" id="{9BBCA4E6-5798-3537-9E4E-BE477710EC62}"/>
                    </a:ext>
                  </a:extLst>
                </p14:cNvPr>
                <p14:cNvContentPartPr/>
                <p14:nvPr/>
              </p14:nvContentPartPr>
              <p14:xfrm>
                <a:off x="6758208" y="5686344"/>
                <a:ext cx="124200" cy="19440"/>
              </p14:xfrm>
            </p:contentPart>
          </mc:Choice>
          <mc:Fallback xmlns="">
            <p:pic>
              <p:nvPicPr>
                <p:cNvPr id="385" name="Ink 384">
                  <a:extLst>
                    <a:ext uri="{FF2B5EF4-FFF2-40B4-BE49-F238E27FC236}">
                      <a16:creationId xmlns:a16="http://schemas.microsoft.com/office/drawing/2014/main" id="{9BBCA4E6-5798-3537-9E4E-BE477710EC62}"/>
                    </a:ext>
                  </a:extLst>
                </p:cNvPr>
                <p:cNvPicPr/>
                <p:nvPr/>
              </p:nvPicPr>
              <p:blipFill>
                <a:blip r:embed="rId514"/>
                <a:stretch>
                  <a:fillRect/>
                </a:stretch>
              </p:blipFill>
              <p:spPr>
                <a:xfrm>
                  <a:off x="6749568" y="5677344"/>
                  <a:ext cx="141840" cy="3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5">
              <p14:nvContentPartPr>
                <p14:cNvPr id="387" name="Ink 386">
                  <a:extLst>
                    <a:ext uri="{FF2B5EF4-FFF2-40B4-BE49-F238E27FC236}">
                      <a16:creationId xmlns:a16="http://schemas.microsoft.com/office/drawing/2014/main" id="{376B68B7-80F2-7A76-0AA4-6B4F818CEBBE}"/>
                    </a:ext>
                  </a:extLst>
                </p14:cNvPr>
                <p14:cNvContentPartPr/>
                <p14:nvPr/>
              </p14:nvContentPartPr>
              <p14:xfrm>
                <a:off x="7017048" y="5718384"/>
                <a:ext cx="44640" cy="188280"/>
              </p14:xfrm>
            </p:contentPart>
          </mc:Choice>
          <mc:Fallback xmlns="">
            <p:pic>
              <p:nvPicPr>
                <p:cNvPr id="387" name="Ink 386">
                  <a:extLst>
                    <a:ext uri="{FF2B5EF4-FFF2-40B4-BE49-F238E27FC236}">
                      <a16:creationId xmlns:a16="http://schemas.microsoft.com/office/drawing/2014/main" id="{376B68B7-80F2-7A76-0AA4-6B4F818CEBBE}"/>
                    </a:ext>
                  </a:extLst>
                </p:cNvPr>
                <p:cNvPicPr/>
                <p:nvPr/>
              </p:nvPicPr>
              <p:blipFill>
                <a:blip r:embed="rId516"/>
                <a:stretch>
                  <a:fillRect/>
                </a:stretch>
              </p:blipFill>
              <p:spPr>
                <a:xfrm>
                  <a:off x="7008048" y="5709384"/>
                  <a:ext cx="62280" cy="20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7">
              <p14:nvContentPartPr>
                <p14:cNvPr id="388" name="Ink 387">
                  <a:extLst>
                    <a:ext uri="{FF2B5EF4-FFF2-40B4-BE49-F238E27FC236}">
                      <a16:creationId xmlns:a16="http://schemas.microsoft.com/office/drawing/2014/main" id="{D2FDE02A-7A78-1B4E-5D30-6E9D5188E764}"/>
                    </a:ext>
                  </a:extLst>
                </p14:cNvPr>
                <p14:cNvContentPartPr/>
                <p14:nvPr/>
              </p14:nvContentPartPr>
              <p14:xfrm>
                <a:off x="7030728" y="5826024"/>
                <a:ext cx="87480" cy="5400"/>
              </p14:xfrm>
            </p:contentPart>
          </mc:Choice>
          <mc:Fallback xmlns="">
            <p:pic>
              <p:nvPicPr>
                <p:cNvPr id="388" name="Ink 387">
                  <a:extLst>
                    <a:ext uri="{FF2B5EF4-FFF2-40B4-BE49-F238E27FC236}">
                      <a16:creationId xmlns:a16="http://schemas.microsoft.com/office/drawing/2014/main" id="{D2FDE02A-7A78-1B4E-5D30-6E9D5188E764}"/>
                    </a:ext>
                  </a:extLst>
                </p:cNvPr>
                <p:cNvPicPr/>
                <p:nvPr/>
              </p:nvPicPr>
              <p:blipFill>
                <a:blip r:embed="rId518"/>
                <a:stretch>
                  <a:fillRect/>
                </a:stretch>
              </p:blipFill>
              <p:spPr>
                <a:xfrm>
                  <a:off x="7021728" y="5817024"/>
                  <a:ext cx="105120" cy="2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9">
              <p14:nvContentPartPr>
                <p14:cNvPr id="389" name="Ink 388">
                  <a:extLst>
                    <a:ext uri="{FF2B5EF4-FFF2-40B4-BE49-F238E27FC236}">
                      <a16:creationId xmlns:a16="http://schemas.microsoft.com/office/drawing/2014/main" id="{7A4E47CC-307B-0955-400E-81642D00A2B0}"/>
                    </a:ext>
                  </a:extLst>
                </p14:cNvPr>
                <p14:cNvContentPartPr/>
                <p14:nvPr/>
              </p14:nvContentPartPr>
              <p14:xfrm>
                <a:off x="7145928" y="5830344"/>
                <a:ext cx="96480" cy="52200"/>
              </p14:xfrm>
            </p:contentPart>
          </mc:Choice>
          <mc:Fallback xmlns="">
            <p:pic>
              <p:nvPicPr>
                <p:cNvPr id="389" name="Ink 388">
                  <a:extLst>
                    <a:ext uri="{FF2B5EF4-FFF2-40B4-BE49-F238E27FC236}">
                      <a16:creationId xmlns:a16="http://schemas.microsoft.com/office/drawing/2014/main" id="{7A4E47CC-307B-0955-400E-81642D00A2B0}"/>
                    </a:ext>
                  </a:extLst>
                </p:cNvPr>
                <p:cNvPicPr/>
                <p:nvPr/>
              </p:nvPicPr>
              <p:blipFill>
                <a:blip r:embed="rId520"/>
                <a:stretch>
                  <a:fillRect/>
                </a:stretch>
              </p:blipFill>
              <p:spPr>
                <a:xfrm>
                  <a:off x="7137288" y="5821704"/>
                  <a:ext cx="114120" cy="6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1">
              <p14:nvContentPartPr>
                <p14:cNvPr id="394" name="Ink 393">
                  <a:extLst>
                    <a:ext uri="{FF2B5EF4-FFF2-40B4-BE49-F238E27FC236}">
                      <a16:creationId xmlns:a16="http://schemas.microsoft.com/office/drawing/2014/main" id="{A42D278A-DEA2-89AA-3246-CE57AA706B3B}"/>
                    </a:ext>
                  </a:extLst>
                </p14:cNvPr>
                <p14:cNvContentPartPr/>
                <p14:nvPr/>
              </p14:nvContentPartPr>
              <p14:xfrm>
                <a:off x="7345368" y="5831064"/>
                <a:ext cx="266760" cy="104400"/>
              </p14:xfrm>
            </p:contentPart>
          </mc:Choice>
          <mc:Fallback xmlns="">
            <p:pic>
              <p:nvPicPr>
                <p:cNvPr id="394" name="Ink 393">
                  <a:extLst>
                    <a:ext uri="{FF2B5EF4-FFF2-40B4-BE49-F238E27FC236}">
                      <a16:creationId xmlns:a16="http://schemas.microsoft.com/office/drawing/2014/main" id="{A42D278A-DEA2-89AA-3246-CE57AA706B3B}"/>
                    </a:ext>
                  </a:extLst>
                </p:cNvPr>
                <p:cNvPicPr/>
                <p:nvPr/>
              </p:nvPicPr>
              <p:blipFill>
                <a:blip r:embed="rId522"/>
                <a:stretch>
                  <a:fillRect/>
                </a:stretch>
              </p:blipFill>
              <p:spPr>
                <a:xfrm>
                  <a:off x="7336728" y="5822064"/>
                  <a:ext cx="284400" cy="12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3">
              <p14:nvContentPartPr>
                <p14:cNvPr id="395" name="Ink 394">
                  <a:extLst>
                    <a:ext uri="{FF2B5EF4-FFF2-40B4-BE49-F238E27FC236}">
                      <a16:creationId xmlns:a16="http://schemas.microsoft.com/office/drawing/2014/main" id="{E3C18F08-19E7-FAB1-6110-7B0B2C96AEDD}"/>
                    </a:ext>
                  </a:extLst>
                </p14:cNvPr>
                <p14:cNvContentPartPr/>
                <p14:nvPr/>
              </p14:nvContentPartPr>
              <p14:xfrm>
                <a:off x="7652088" y="5874984"/>
                <a:ext cx="271080" cy="227160"/>
              </p14:xfrm>
            </p:contentPart>
          </mc:Choice>
          <mc:Fallback xmlns="">
            <p:pic>
              <p:nvPicPr>
                <p:cNvPr id="395" name="Ink 394">
                  <a:extLst>
                    <a:ext uri="{FF2B5EF4-FFF2-40B4-BE49-F238E27FC236}">
                      <a16:creationId xmlns:a16="http://schemas.microsoft.com/office/drawing/2014/main" id="{E3C18F08-19E7-FAB1-6110-7B0B2C96AEDD}"/>
                    </a:ext>
                  </a:extLst>
                </p:cNvPr>
                <p:cNvPicPr/>
                <p:nvPr/>
              </p:nvPicPr>
              <p:blipFill>
                <a:blip r:embed="rId524"/>
                <a:stretch>
                  <a:fillRect/>
                </a:stretch>
              </p:blipFill>
              <p:spPr>
                <a:xfrm>
                  <a:off x="7643448" y="5865984"/>
                  <a:ext cx="288720" cy="244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05" name="Group 404">
            <a:extLst>
              <a:ext uri="{FF2B5EF4-FFF2-40B4-BE49-F238E27FC236}">
                <a16:creationId xmlns:a16="http://schemas.microsoft.com/office/drawing/2014/main" id="{47970DAA-BD81-26AA-91FE-38BC6E82FE01}"/>
              </a:ext>
            </a:extLst>
          </p:cNvPr>
          <p:cNvGrpSpPr/>
          <p:nvPr/>
        </p:nvGrpSpPr>
        <p:grpSpPr>
          <a:xfrm>
            <a:off x="5908248" y="6154344"/>
            <a:ext cx="1491840" cy="307440"/>
            <a:chOff x="5908248" y="6154344"/>
            <a:chExt cx="1491840" cy="307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25">
              <p14:nvContentPartPr>
                <p14:cNvPr id="397" name="Ink 396">
                  <a:extLst>
                    <a:ext uri="{FF2B5EF4-FFF2-40B4-BE49-F238E27FC236}">
                      <a16:creationId xmlns:a16="http://schemas.microsoft.com/office/drawing/2014/main" id="{591C903E-6E0E-D597-8557-11DC61844C85}"/>
                    </a:ext>
                  </a:extLst>
                </p14:cNvPr>
                <p14:cNvContentPartPr/>
                <p14:nvPr/>
              </p14:nvContentPartPr>
              <p14:xfrm>
                <a:off x="5908248" y="6154344"/>
                <a:ext cx="159480" cy="213840"/>
              </p14:xfrm>
            </p:contentPart>
          </mc:Choice>
          <mc:Fallback xmlns="">
            <p:pic>
              <p:nvPicPr>
                <p:cNvPr id="397" name="Ink 396">
                  <a:extLst>
                    <a:ext uri="{FF2B5EF4-FFF2-40B4-BE49-F238E27FC236}">
                      <a16:creationId xmlns:a16="http://schemas.microsoft.com/office/drawing/2014/main" id="{591C903E-6E0E-D597-8557-11DC61844C85}"/>
                    </a:ext>
                  </a:extLst>
                </p:cNvPr>
                <p:cNvPicPr/>
                <p:nvPr/>
              </p:nvPicPr>
              <p:blipFill>
                <a:blip r:embed="rId526"/>
                <a:stretch>
                  <a:fillRect/>
                </a:stretch>
              </p:blipFill>
              <p:spPr>
                <a:xfrm>
                  <a:off x="5899608" y="6145704"/>
                  <a:ext cx="177120" cy="23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7">
              <p14:nvContentPartPr>
                <p14:cNvPr id="398" name="Ink 397">
                  <a:extLst>
                    <a:ext uri="{FF2B5EF4-FFF2-40B4-BE49-F238E27FC236}">
                      <a16:creationId xmlns:a16="http://schemas.microsoft.com/office/drawing/2014/main" id="{667A1804-AE29-99BE-E180-B547568BE0AA}"/>
                    </a:ext>
                  </a:extLst>
                </p14:cNvPr>
                <p14:cNvContentPartPr/>
                <p14:nvPr/>
              </p14:nvContentPartPr>
              <p14:xfrm>
                <a:off x="6166728" y="6273504"/>
                <a:ext cx="60120" cy="89640"/>
              </p14:xfrm>
            </p:contentPart>
          </mc:Choice>
          <mc:Fallback xmlns="">
            <p:pic>
              <p:nvPicPr>
                <p:cNvPr id="398" name="Ink 397">
                  <a:extLst>
                    <a:ext uri="{FF2B5EF4-FFF2-40B4-BE49-F238E27FC236}">
                      <a16:creationId xmlns:a16="http://schemas.microsoft.com/office/drawing/2014/main" id="{667A1804-AE29-99BE-E180-B547568BE0AA}"/>
                    </a:ext>
                  </a:extLst>
                </p:cNvPr>
                <p:cNvPicPr/>
                <p:nvPr/>
              </p:nvPicPr>
              <p:blipFill>
                <a:blip r:embed="rId528"/>
                <a:stretch>
                  <a:fillRect/>
                </a:stretch>
              </p:blipFill>
              <p:spPr>
                <a:xfrm>
                  <a:off x="6158088" y="6264504"/>
                  <a:ext cx="77760" cy="10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9">
              <p14:nvContentPartPr>
                <p14:cNvPr id="399" name="Ink 398">
                  <a:extLst>
                    <a:ext uri="{FF2B5EF4-FFF2-40B4-BE49-F238E27FC236}">
                      <a16:creationId xmlns:a16="http://schemas.microsoft.com/office/drawing/2014/main" id="{CC69AF00-A95D-044F-2C20-9321264BFAD2}"/>
                    </a:ext>
                  </a:extLst>
                </p14:cNvPr>
                <p14:cNvContentPartPr/>
                <p14:nvPr/>
              </p14:nvContentPartPr>
              <p14:xfrm>
                <a:off x="6291288" y="6312024"/>
                <a:ext cx="100440" cy="74160"/>
              </p14:xfrm>
            </p:contentPart>
          </mc:Choice>
          <mc:Fallback xmlns="">
            <p:pic>
              <p:nvPicPr>
                <p:cNvPr id="399" name="Ink 398">
                  <a:extLst>
                    <a:ext uri="{FF2B5EF4-FFF2-40B4-BE49-F238E27FC236}">
                      <a16:creationId xmlns:a16="http://schemas.microsoft.com/office/drawing/2014/main" id="{CC69AF00-A95D-044F-2C20-9321264BFAD2}"/>
                    </a:ext>
                  </a:extLst>
                </p:cNvPr>
                <p:cNvPicPr/>
                <p:nvPr/>
              </p:nvPicPr>
              <p:blipFill>
                <a:blip r:embed="rId530"/>
                <a:stretch>
                  <a:fillRect/>
                </a:stretch>
              </p:blipFill>
              <p:spPr>
                <a:xfrm>
                  <a:off x="6282288" y="6303024"/>
                  <a:ext cx="118080" cy="9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1">
              <p14:nvContentPartPr>
                <p14:cNvPr id="400" name="Ink 399">
                  <a:extLst>
                    <a:ext uri="{FF2B5EF4-FFF2-40B4-BE49-F238E27FC236}">
                      <a16:creationId xmlns:a16="http://schemas.microsoft.com/office/drawing/2014/main" id="{4F4307F2-73E1-FC0E-1729-5D9829251D4C}"/>
                    </a:ext>
                  </a:extLst>
                </p14:cNvPr>
                <p14:cNvContentPartPr/>
                <p14:nvPr/>
              </p14:nvContentPartPr>
              <p14:xfrm>
                <a:off x="6439608" y="6211944"/>
                <a:ext cx="105480" cy="218880"/>
              </p14:xfrm>
            </p:contentPart>
          </mc:Choice>
          <mc:Fallback xmlns="">
            <p:pic>
              <p:nvPicPr>
                <p:cNvPr id="400" name="Ink 399">
                  <a:extLst>
                    <a:ext uri="{FF2B5EF4-FFF2-40B4-BE49-F238E27FC236}">
                      <a16:creationId xmlns:a16="http://schemas.microsoft.com/office/drawing/2014/main" id="{4F4307F2-73E1-FC0E-1729-5D9829251D4C}"/>
                    </a:ext>
                  </a:extLst>
                </p:cNvPr>
                <p:cNvPicPr/>
                <p:nvPr/>
              </p:nvPicPr>
              <p:blipFill>
                <a:blip r:embed="rId532"/>
                <a:stretch>
                  <a:fillRect/>
                </a:stretch>
              </p:blipFill>
              <p:spPr>
                <a:xfrm>
                  <a:off x="6430608" y="6203304"/>
                  <a:ext cx="123120" cy="23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3">
              <p14:nvContentPartPr>
                <p14:cNvPr id="401" name="Ink 400">
                  <a:extLst>
                    <a:ext uri="{FF2B5EF4-FFF2-40B4-BE49-F238E27FC236}">
                      <a16:creationId xmlns:a16="http://schemas.microsoft.com/office/drawing/2014/main" id="{879524FE-7023-270B-DF38-C537932E5E68}"/>
                    </a:ext>
                  </a:extLst>
                </p14:cNvPr>
                <p14:cNvContentPartPr/>
                <p14:nvPr/>
              </p14:nvContentPartPr>
              <p14:xfrm>
                <a:off x="6788448" y="6300864"/>
                <a:ext cx="75960" cy="108360"/>
              </p14:xfrm>
            </p:contentPart>
          </mc:Choice>
          <mc:Fallback xmlns="">
            <p:pic>
              <p:nvPicPr>
                <p:cNvPr id="401" name="Ink 400">
                  <a:extLst>
                    <a:ext uri="{FF2B5EF4-FFF2-40B4-BE49-F238E27FC236}">
                      <a16:creationId xmlns:a16="http://schemas.microsoft.com/office/drawing/2014/main" id="{879524FE-7023-270B-DF38-C537932E5E68}"/>
                    </a:ext>
                  </a:extLst>
                </p:cNvPr>
                <p:cNvPicPr/>
                <p:nvPr/>
              </p:nvPicPr>
              <p:blipFill>
                <a:blip r:embed="rId534"/>
                <a:stretch>
                  <a:fillRect/>
                </a:stretch>
              </p:blipFill>
              <p:spPr>
                <a:xfrm>
                  <a:off x="6779448" y="6291864"/>
                  <a:ext cx="9360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5">
              <p14:nvContentPartPr>
                <p14:cNvPr id="402" name="Ink 401">
                  <a:extLst>
                    <a:ext uri="{FF2B5EF4-FFF2-40B4-BE49-F238E27FC236}">
                      <a16:creationId xmlns:a16="http://schemas.microsoft.com/office/drawing/2014/main" id="{8F4E62C4-5762-6396-60DA-3BA8985ABA45}"/>
                    </a:ext>
                  </a:extLst>
                </p14:cNvPr>
                <p14:cNvContentPartPr/>
                <p14:nvPr/>
              </p14:nvContentPartPr>
              <p14:xfrm>
                <a:off x="6956208" y="6369624"/>
                <a:ext cx="92160" cy="76320"/>
              </p14:xfrm>
            </p:contentPart>
          </mc:Choice>
          <mc:Fallback xmlns="">
            <p:pic>
              <p:nvPicPr>
                <p:cNvPr id="402" name="Ink 401">
                  <a:extLst>
                    <a:ext uri="{FF2B5EF4-FFF2-40B4-BE49-F238E27FC236}">
                      <a16:creationId xmlns:a16="http://schemas.microsoft.com/office/drawing/2014/main" id="{8F4E62C4-5762-6396-60DA-3BA8985ABA45}"/>
                    </a:ext>
                  </a:extLst>
                </p:cNvPr>
                <p:cNvPicPr/>
                <p:nvPr/>
              </p:nvPicPr>
              <p:blipFill>
                <a:blip r:embed="rId536"/>
                <a:stretch>
                  <a:fillRect/>
                </a:stretch>
              </p:blipFill>
              <p:spPr>
                <a:xfrm>
                  <a:off x="6947208" y="6360984"/>
                  <a:ext cx="109800" cy="9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7">
              <p14:nvContentPartPr>
                <p14:cNvPr id="403" name="Ink 402">
                  <a:extLst>
                    <a:ext uri="{FF2B5EF4-FFF2-40B4-BE49-F238E27FC236}">
                      <a16:creationId xmlns:a16="http://schemas.microsoft.com/office/drawing/2014/main" id="{89FBC21D-C5C9-B586-E6B7-5FC8E2B177D7}"/>
                    </a:ext>
                  </a:extLst>
                </p14:cNvPr>
                <p14:cNvContentPartPr/>
                <p14:nvPr/>
              </p14:nvContentPartPr>
              <p14:xfrm>
                <a:off x="7066008" y="6287544"/>
                <a:ext cx="74880" cy="162000"/>
              </p14:xfrm>
            </p:contentPart>
          </mc:Choice>
          <mc:Fallback xmlns="">
            <p:pic>
              <p:nvPicPr>
                <p:cNvPr id="403" name="Ink 402">
                  <a:extLst>
                    <a:ext uri="{FF2B5EF4-FFF2-40B4-BE49-F238E27FC236}">
                      <a16:creationId xmlns:a16="http://schemas.microsoft.com/office/drawing/2014/main" id="{89FBC21D-C5C9-B586-E6B7-5FC8E2B177D7}"/>
                    </a:ext>
                  </a:extLst>
                </p:cNvPr>
                <p:cNvPicPr/>
                <p:nvPr/>
              </p:nvPicPr>
              <p:blipFill>
                <a:blip r:embed="rId538"/>
                <a:stretch>
                  <a:fillRect/>
                </a:stretch>
              </p:blipFill>
              <p:spPr>
                <a:xfrm>
                  <a:off x="7057008" y="6278544"/>
                  <a:ext cx="92520" cy="17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9">
              <p14:nvContentPartPr>
                <p14:cNvPr id="404" name="Ink 403">
                  <a:extLst>
                    <a:ext uri="{FF2B5EF4-FFF2-40B4-BE49-F238E27FC236}">
                      <a16:creationId xmlns:a16="http://schemas.microsoft.com/office/drawing/2014/main" id="{8ADE1CE2-7FA4-24F1-CD9B-F4AC64546357}"/>
                    </a:ext>
                  </a:extLst>
                </p14:cNvPr>
                <p14:cNvContentPartPr/>
                <p14:nvPr/>
              </p14:nvContentPartPr>
              <p14:xfrm>
                <a:off x="7196688" y="6391224"/>
                <a:ext cx="203400" cy="70560"/>
              </p14:xfrm>
            </p:contentPart>
          </mc:Choice>
          <mc:Fallback xmlns="">
            <p:pic>
              <p:nvPicPr>
                <p:cNvPr id="404" name="Ink 403">
                  <a:extLst>
                    <a:ext uri="{FF2B5EF4-FFF2-40B4-BE49-F238E27FC236}">
                      <a16:creationId xmlns:a16="http://schemas.microsoft.com/office/drawing/2014/main" id="{8ADE1CE2-7FA4-24F1-CD9B-F4AC64546357}"/>
                    </a:ext>
                  </a:extLst>
                </p:cNvPr>
                <p:cNvPicPr/>
                <p:nvPr/>
              </p:nvPicPr>
              <p:blipFill>
                <a:blip r:embed="rId540"/>
                <a:stretch>
                  <a:fillRect/>
                </a:stretch>
              </p:blipFill>
              <p:spPr>
                <a:xfrm>
                  <a:off x="7187688" y="6382224"/>
                  <a:ext cx="221040" cy="88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12" name="Group 411">
            <a:extLst>
              <a:ext uri="{FF2B5EF4-FFF2-40B4-BE49-F238E27FC236}">
                <a16:creationId xmlns:a16="http://schemas.microsoft.com/office/drawing/2014/main" id="{3F9C2A59-71B3-CC67-B470-3D9127A4AC53}"/>
              </a:ext>
            </a:extLst>
          </p:cNvPr>
          <p:cNvGrpSpPr/>
          <p:nvPr/>
        </p:nvGrpSpPr>
        <p:grpSpPr>
          <a:xfrm>
            <a:off x="8056008" y="5629824"/>
            <a:ext cx="1590480" cy="346680"/>
            <a:chOff x="8056008" y="5629824"/>
            <a:chExt cx="1590480" cy="346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41">
              <p14:nvContentPartPr>
                <p14:cNvPr id="406" name="Ink 405">
                  <a:extLst>
                    <a:ext uri="{FF2B5EF4-FFF2-40B4-BE49-F238E27FC236}">
                      <a16:creationId xmlns:a16="http://schemas.microsoft.com/office/drawing/2014/main" id="{F30BC77D-9CF6-AD80-EE38-1A0934B51C42}"/>
                    </a:ext>
                  </a:extLst>
                </p14:cNvPr>
                <p14:cNvContentPartPr/>
                <p14:nvPr/>
              </p14:nvContentPartPr>
              <p14:xfrm>
                <a:off x="8056008" y="5714424"/>
                <a:ext cx="115200" cy="262080"/>
              </p14:xfrm>
            </p:contentPart>
          </mc:Choice>
          <mc:Fallback xmlns="">
            <p:pic>
              <p:nvPicPr>
                <p:cNvPr id="406" name="Ink 405">
                  <a:extLst>
                    <a:ext uri="{FF2B5EF4-FFF2-40B4-BE49-F238E27FC236}">
                      <a16:creationId xmlns:a16="http://schemas.microsoft.com/office/drawing/2014/main" id="{F30BC77D-9CF6-AD80-EE38-1A0934B51C42}"/>
                    </a:ext>
                  </a:extLst>
                </p:cNvPr>
                <p:cNvPicPr/>
                <p:nvPr/>
              </p:nvPicPr>
              <p:blipFill>
                <a:blip r:embed="rId542"/>
                <a:stretch>
                  <a:fillRect/>
                </a:stretch>
              </p:blipFill>
              <p:spPr>
                <a:xfrm>
                  <a:off x="8047008" y="5705424"/>
                  <a:ext cx="132840" cy="27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3">
              <p14:nvContentPartPr>
                <p14:cNvPr id="407" name="Ink 406">
                  <a:extLst>
                    <a:ext uri="{FF2B5EF4-FFF2-40B4-BE49-F238E27FC236}">
                      <a16:creationId xmlns:a16="http://schemas.microsoft.com/office/drawing/2014/main" id="{D30018A5-FE02-5694-3C63-A3EC30756F13}"/>
                    </a:ext>
                  </a:extLst>
                </p14:cNvPr>
                <p14:cNvContentPartPr/>
                <p14:nvPr/>
              </p14:nvContentPartPr>
              <p14:xfrm>
                <a:off x="8347968" y="5629824"/>
                <a:ext cx="359280" cy="341280"/>
              </p14:xfrm>
            </p:contentPart>
          </mc:Choice>
          <mc:Fallback xmlns="">
            <p:pic>
              <p:nvPicPr>
                <p:cNvPr id="407" name="Ink 406">
                  <a:extLst>
                    <a:ext uri="{FF2B5EF4-FFF2-40B4-BE49-F238E27FC236}">
                      <a16:creationId xmlns:a16="http://schemas.microsoft.com/office/drawing/2014/main" id="{D30018A5-FE02-5694-3C63-A3EC30756F13}"/>
                    </a:ext>
                  </a:extLst>
                </p:cNvPr>
                <p:cNvPicPr/>
                <p:nvPr/>
              </p:nvPicPr>
              <p:blipFill>
                <a:blip r:embed="rId544"/>
                <a:stretch>
                  <a:fillRect/>
                </a:stretch>
              </p:blipFill>
              <p:spPr>
                <a:xfrm>
                  <a:off x="8339328" y="5621184"/>
                  <a:ext cx="376920" cy="35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5">
              <p14:nvContentPartPr>
                <p14:cNvPr id="408" name="Ink 407">
                  <a:extLst>
                    <a:ext uri="{FF2B5EF4-FFF2-40B4-BE49-F238E27FC236}">
                      <a16:creationId xmlns:a16="http://schemas.microsoft.com/office/drawing/2014/main" id="{57808D63-DB94-BFCE-2300-D875A0BEE1FF}"/>
                    </a:ext>
                  </a:extLst>
                </p14:cNvPr>
                <p14:cNvContentPartPr/>
                <p14:nvPr/>
              </p14:nvContentPartPr>
              <p14:xfrm>
                <a:off x="8762688" y="5896944"/>
                <a:ext cx="115200" cy="37800"/>
              </p14:xfrm>
            </p:contentPart>
          </mc:Choice>
          <mc:Fallback xmlns="">
            <p:pic>
              <p:nvPicPr>
                <p:cNvPr id="408" name="Ink 407">
                  <a:extLst>
                    <a:ext uri="{FF2B5EF4-FFF2-40B4-BE49-F238E27FC236}">
                      <a16:creationId xmlns:a16="http://schemas.microsoft.com/office/drawing/2014/main" id="{57808D63-DB94-BFCE-2300-D875A0BEE1FF}"/>
                    </a:ext>
                  </a:extLst>
                </p:cNvPr>
                <p:cNvPicPr/>
                <p:nvPr/>
              </p:nvPicPr>
              <p:blipFill>
                <a:blip r:embed="rId546"/>
                <a:stretch>
                  <a:fillRect/>
                </a:stretch>
              </p:blipFill>
              <p:spPr>
                <a:xfrm>
                  <a:off x="8754048" y="5888304"/>
                  <a:ext cx="132840" cy="5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7">
              <p14:nvContentPartPr>
                <p14:cNvPr id="409" name="Ink 408">
                  <a:extLst>
                    <a:ext uri="{FF2B5EF4-FFF2-40B4-BE49-F238E27FC236}">
                      <a16:creationId xmlns:a16="http://schemas.microsoft.com/office/drawing/2014/main" id="{2E2BE234-D89D-B86D-5117-18F0EF5E29BD}"/>
                    </a:ext>
                  </a:extLst>
                </p14:cNvPr>
                <p14:cNvContentPartPr/>
                <p14:nvPr/>
              </p14:nvContentPartPr>
              <p14:xfrm>
                <a:off x="9097128" y="5841504"/>
                <a:ext cx="270720" cy="114480"/>
              </p14:xfrm>
            </p:contentPart>
          </mc:Choice>
          <mc:Fallback xmlns="">
            <p:pic>
              <p:nvPicPr>
                <p:cNvPr id="409" name="Ink 408">
                  <a:extLst>
                    <a:ext uri="{FF2B5EF4-FFF2-40B4-BE49-F238E27FC236}">
                      <a16:creationId xmlns:a16="http://schemas.microsoft.com/office/drawing/2014/main" id="{2E2BE234-D89D-B86D-5117-18F0EF5E29BD}"/>
                    </a:ext>
                  </a:extLst>
                </p:cNvPr>
                <p:cNvPicPr/>
                <p:nvPr/>
              </p:nvPicPr>
              <p:blipFill>
                <a:blip r:embed="rId548"/>
                <a:stretch>
                  <a:fillRect/>
                </a:stretch>
              </p:blipFill>
              <p:spPr>
                <a:xfrm>
                  <a:off x="9088488" y="5832864"/>
                  <a:ext cx="288360" cy="13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9">
              <p14:nvContentPartPr>
                <p14:cNvPr id="410" name="Ink 409">
                  <a:extLst>
                    <a:ext uri="{FF2B5EF4-FFF2-40B4-BE49-F238E27FC236}">
                      <a16:creationId xmlns:a16="http://schemas.microsoft.com/office/drawing/2014/main" id="{BDC059CF-7953-193B-9627-8A508086251F}"/>
                    </a:ext>
                  </a:extLst>
                </p14:cNvPr>
                <p14:cNvContentPartPr/>
                <p14:nvPr/>
              </p14:nvContentPartPr>
              <p14:xfrm>
                <a:off x="9446328" y="5890824"/>
                <a:ext cx="88920" cy="46440"/>
              </p14:xfrm>
            </p:contentPart>
          </mc:Choice>
          <mc:Fallback xmlns="">
            <p:pic>
              <p:nvPicPr>
                <p:cNvPr id="410" name="Ink 409">
                  <a:extLst>
                    <a:ext uri="{FF2B5EF4-FFF2-40B4-BE49-F238E27FC236}">
                      <a16:creationId xmlns:a16="http://schemas.microsoft.com/office/drawing/2014/main" id="{BDC059CF-7953-193B-9627-8A508086251F}"/>
                    </a:ext>
                  </a:extLst>
                </p:cNvPr>
                <p:cNvPicPr/>
                <p:nvPr/>
              </p:nvPicPr>
              <p:blipFill>
                <a:blip r:embed="rId550"/>
                <a:stretch>
                  <a:fillRect/>
                </a:stretch>
              </p:blipFill>
              <p:spPr>
                <a:xfrm>
                  <a:off x="9437688" y="5881824"/>
                  <a:ext cx="106560" cy="6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1">
              <p14:nvContentPartPr>
                <p14:cNvPr id="411" name="Ink 410">
                  <a:extLst>
                    <a:ext uri="{FF2B5EF4-FFF2-40B4-BE49-F238E27FC236}">
                      <a16:creationId xmlns:a16="http://schemas.microsoft.com/office/drawing/2014/main" id="{0C0C7A2B-5960-31C4-9A28-AEA9C7970CB7}"/>
                    </a:ext>
                  </a:extLst>
                </p14:cNvPr>
                <p14:cNvContentPartPr/>
                <p14:nvPr/>
              </p14:nvContentPartPr>
              <p14:xfrm>
                <a:off x="9565488" y="5822424"/>
                <a:ext cx="81000" cy="151920"/>
              </p14:xfrm>
            </p:contentPart>
          </mc:Choice>
          <mc:Fallback xmlns="">
            <p:pic>
              <p:nvPicPr>
                <p:cNvPr id="411" name="Ink 410">
                  <a:extLst>
                    <a:ext uri="{FF2B5EF4-FFF2-40B4-BE49-F238E27FC236}">
                      <a16:creationId xmlns:a16="http://schemas.microsoft.com/office/drawing/2014/main" id="{0C0C7A2B-5960-31C4-9A28-AEA9C7970CB7}"/>
                    </a:ext>
                  </a:extLst>
                </p:cNvPr>
                <p:cNvPicPr/>
                <p:nvPr/>
              </p:nvPicPr>
              <p:blipFill>
                <a:blip r:embed="rId552"/>
                <a:stretch>
                  <a:fillRect/>
                </a:stretch>
              </p:blipFill>
              <p:spPr>
                <a:xfrm>
                  <a:off x="9556488" y="5813784"/>
                  <a:ext cx="98640" cy="1695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553">
            <p14:nvContentPartPr>
              <p14:cNvPr id="413" name="Ink 412">
                <a:extLst>
                  <a:ext uri="{FF2B5EF4-FFF2-40B4-BE49-F238E27FC236}">
                    <a16:creationId xmlns:a16="http://schemas.microsoft.com/office/drawing/2014/main" id="{B8429E32-1BBE-2449-2E2B-5E8B3D826883}"/>
                  </a:ext>
                </a:extLst>
              </p14:cNvPr>
              <p14:cNvContentPartPr/>
              <p14:nvPr/>
            </p14:nvContentPartPr>
            <p14:xfrm>
              <a:off x="9920448" y="5845104"/>
              <a:ext cx="349920" cy="78120"/>
            </p14:xfrm>
          </p:contentPart>
        </mc:Choice>
        <mc:Fallback xmlns="">
          <p:pic>
            <p:nvPicPr>
              <p:cNvPr id="413" name="Ink 412">
                <a:extLst>
                  <a:ext uri="{FF2B5EF4-FFF2-40B4-BE49-F238E27FC236}">
                    <a16:creationId xmlns:a16="http://schemas.microsoft.com/office/drawing/2014/main" id="{B8429E32-1BBE-2449-2E2B-5E8B3D826883}"/>
                  </a:ext>
                </a:extLst>
              </p:cNvPr>
              <p:cNvPicPr/>
              <p:nvPr/>
            </p:nvPicPr>
            <p:blipFill>
              <a:blip r:embed="rId554"/>
              <a:stretch>
                <a:fillRect/>
              </a:stretch>
            </p:blipFill>
            <p:spPr>
              <a:xfrm>
                <a:off x="9911808" y="5836104"/>
                <a:ext cx="367560" cy="95760"/>
              </a:xfrm>
              <a:prstGeom prst="rect">
                <a:avLst/>
              </a:prstGeom>
            </p:spPr>
          </p:pic>
        </mc:Fallback>
      </mc:AlternateContent>
      <p:grpSp>
        <p:nvGrpSpPr>
          <p:cNvPr id="424" name="Group 423">
            <a:extLst>
              <a:ext uri="{FF2B5EF4-FFF2-40B4-BE49-F238E27FC236}">
                <a16:creationId xmlns:a16="http://schemas.microsoft.com/office/drawing/2014/main" id="{432C30CB-4D11-1412-2687-434E8E4E0246}"/>
              </a:ext>
            </a:extLst>
          </p:cNvPr>
          <p:cNvGrpSpPr/>
          <p:nvPr/>
        </p:nvGrpSpPr>
        <p:grpSpPr>
          <a:xfrm>
            <a:off x="10529208" y="5738904"/>
            <a:ext cx="1681920" cy="436680"/>
            <a:chOff x="10529208" y="5738904"/>
            <a:chExt cx="1681920" cy="436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55">
              <p14:nvContentPartPr>
                <p14:cNvPr id="414" name="Ink 413">
                  <a:extLst>
                    <a:ext uri="{FF2B5EF4-FFF2-40B4-BE49-F238E27FC236}">
                      <a16:creationId xmlns:a16="http://schemas.microsoft.com/office/drawing/2014/main" id="{F430BDA4-5378-A81C-52E7-7ECB3DBC0E18}"/>
                    </a:ext>
                  </a:extLst>
                </p14:cNvPr>
                <p14:cNvContentPartPr/>
                <p14:nvPr/>
              </p14:nvContentPartPr>
              <p14:xfrm>
                <a:off x="10529208" y="5847624"/>
                <a:ext cx="326160" cy="251280"/>
              </p14:xfrm>
            </p:contentPart>
          </mc:Choice>
          <mc:Fallback xmlns="">
            <p:pic>
              <p:nvPicPr>
                <p:cNvPr id="414" name="Ink 413">
                  <a:extLst>
                    <a:ext uri="{FF2B5EF4-FFF2-40B4-BE49-F238E27FC236}">
                      <a16:creationId xmlns:a16="http://schemas.microsoft.com/office/drawing/2014/main" id="{F430BDA4-5378-A81C-52E7-7ECB3DBC0E18}"/>
                    </a:ext>
                  </a:extLst>
                </p:cNvPr>
                <p:cNvPicPr/>
                <p:nvPr/>
              </p:nvPicPr>
              <p:blipFill>
                <a:blip r:embed="rId556"/>
                <a:stretch>
                  <a:fillRect/>
                </a:stretch>
              </p:blipFill>
              <p:spPr>
                <a:xfrm>
                  <a:off x="10520208" y="5838624"/>
                  <a:ext cx="343800" cy="26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7">
              <p14:nvContentPartPr>
                <p14:cNvPr id="415" name="Ink 414">
                  <a:extLst>
                    <a:ext uri="{FF2B5EF4-FFF2-40B4-BE49-F238E27FC236}">
                      <a16:creationId xmlns:a16="http://schemas.microsoft.com/office/drawing/2014/main" id="{9C0C84BA-B350-2EF7-85B3-CB1C83CC3F78}"/>
                    </a:ext>
                  </a:extLst>
                </p14:cNvPr>
                <p14:cNvContentPartPr/>
                <p14:nvPr/>
              </p14:nvContentPartPr>
              <p14:xfrm>
                <a:off x="10942128" y="5864904"/>
                <a:ext cx="361800" cy="185040"/>
              </p14:xfrm>
            </p:contentPart>
          </mc:Choice>
          <mc:Fallback xmlns="">
            <p:pic>
              <p:nvPicPr>
                <p:cNvPr id="415" name="Ink 414">
                  <a:extLst>
                    <a:ext uri="{FF2B5EF4-FFF2-40B4-BE49-F238E27FC236}">
                      <a16:creationId xmlns:a16="http://schemas.microsoft.com/office/drawing/2014/main" id="{9C0C84BA-B350-2EF7-85B3-CB1C83CC3F78}"/>
                    </a:ext>
                  </a:extLst>
                </p:cNvPr>
                <p:cNvPicPr/>
                <p:nvPr/>
              </p:nvPicPr>
              <p:blipFill>
                <a:blip r:embed="rId558"/>
                <a:stretch>
                  <a:fillRect/>
                </a:stretch>
              </p:blipFill>
              <p:spPr>
                <a:xfrm>
                  <a:off x="10933128" y="5855904"/>
                  <a:ext cx="379440" cy="20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9">
              <p14:nvContentPartPr>
                <p14:cNvPr id="416" name="Ink 415">
                  <a:extLst>
                    <a:ext uri="{FF2B5EF4-FFF2-40B4-BE49-F238E27FC236}">
                      <a16:creationId xmlns:a16="http://schemas.microsoft.com/office/drawing/2014/main" id="{7C2DD350-1E5D-CFA2-710B-05A03A2EBF52}"/>
                    </a:ext>
                  </a:extLst>
                </p14:cNvPr>
                <p14:cNvContentPartPr/>
                <p14:nvPr/>
              </p14:nvContentPartPr>
              <p14:xfrm>
                <a:off x="11378808" y="5850864"/>
                <a:ext cx="70920" cy="141120"/>
              </p14:xfrm>
            </p:contentPart>
          </mc:Choice>
          <mc:Fallback xmlns="">
            <p:pic>
              <p:nvPicPr>
                <p:cNvPr id="416" name="Ink 415">
                  <a:extLst>
                    <a:ext uri="{FF2B5EF4-FFF2-40B4-BE49-F238E27FC236}">
                      <a16:creationId xmlns:a16="http://schemas.microsoft.com/office/drawing/2014/main" id="{7C2DD350-1E5D-CFA2-710B-05A03A2EBF52}"/>
                    </a:ext>
                  </a:extLst>
                </p:cNvPr>
                <p:cNvPicPr/>
                <p:nvPr/>
              </p:nvPicPr>
              <p:blipFill>
                <a:blip r:embed="rId560"/>
                <a:stretch>
                  <a:fillRect/>
                </a:stretch>
              </p:blipFill>
              <p:spPr>
                <a:xfrm>
                  <a:off x="11370168" y="5841864"/>
                  <a:ext cx="88560" cy="15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1">
              <p14:nvContentPartPr>
                <p14:cNvPr id="418" name="Ink 417">
                  <a:extLst>
                    <a:ext uri="{FF2B5EF4-FFF2-40B4-BE49-F238E27FC236}">
                      <a16:creationId xmlns:a16="http://schemas.microsoft.com/office/drawing/2014/main" id="{86FEAE3B-1BE4-3EA4-2D37-752BF4AB31D5}"/>
                    </a:ext>
                  </a:extLst>
                </p14:cNvPr>
                <p14:cNvContentPartPr/>
                <p14:nvPr/>
              </p14:nvContentPartPr>
              <p14:xfrm>
                <a:off x="11591928" y="5738904"/>
                <a:ext cx="45000" cy="210960"/>
              </p14:xfrm>
            </p:contentPart>
          </mc:Choice>
          <mc:Fallback xmlns="">
            <p:pic>
              <p:nvPicPr>
                <p:cNvPr id="418" name="Ink 417">
                  <a:extLst>
                    <a:ext uri="{FF2B5EF4-FFF2-40B4-BE49-F238E27FC236}">
                      <a16:creationId xmlns:a16="http://schemas.microsoft.com/office/drawing/2014/main" id="{86FEAE3B-1BE4-3EA4-2D37-752BF4AB31D5}"/>
                    </a:ext>
                  </a:extLst>
                </p:cNvPr>
                <p:cNvPicPr/>
                <p:nvPr/>
              </p:nvPicPr>
              <p:blipFill>
                <a:blip r:embed="rId562"/>
                <a:stretch>
                  <a:fillRect/>
                </a:stretch>
              </p:blipFill>
              <p:spPr>
                <a:xfrm>
                  <a:off x="11583288" y="5730264"/>
                  <a:ext cx="62640" cy="22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3">
              <p14:nvContentPartPr>
                <p14:cNvPr id="419" name="Ink 418">
                  <a:extLst>
                    <a:ext uri="{FF2B5EF4-FFF2-40B4-BE49-F238E27FC236}">
                      <a16:creationId xmlns:a16="http://schemas.microsoft.com/office/drawing/2014/main" id="{97F4517D-2F72-28C9-C8F9-D367F1779E55}"/>
                    </a:ext>
                  </a:extLst>
                </p14:cNvPr>
                <p14:cNvContentPartPr/>
                <p14:nvPr/>
              </p14:nvContentPartPr>
              <p14:xfrm>
                <a:off x="11554488" y="5880744"/>
                <a:ext cx="183960" cy="47160"/>
              </p14:xfrm>
            </p:contentPart>
          </mc:Choice>
          <mc:Fallback xmlns="">
            <p:pic>
              <p:nvPicPr>
                <p:cNvPr id="419" name="Ink 418">
                  <a:extLst>
                    <a:ext uri="{FF2B5EF4-FFF2-40B4-BE49-F238E27FC236}">
                      <a16:creationId xmlns:a16="http://schemas.microsoft.com/office/drawing/2014/main" id="{97F4517D-2F72-28C9-C8F9-D367F1779E55}"/>
                    </a:ext>
                  </a:extLst>
                </p:cNvPr>
                <p:cNvPicPr/>
                <p:nvPr/>
              </p:nvPicPr>
              <p:blipFill>
                <a:blip r:embed="rId564"/>
                <a:stretch>
                  <a:fillRect/>
                </a:stretch>
              </p:blipFill>
              <p:spPr>
                <a:xfrm>
                  <a:off x="11545488" y="5872104"/>
                  <a:ext cx="201600" cy="6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5">
              <p14:nvContentPartPr>
                <p14:cNvPr id="420" name="Ink 419">
                  <a:extLst>
                    <a:ext uri="{FF2B5EF4-FFF2-40B4-BE49-F238E27FC236}">
                      <a16:creationId xmlns:a16="http://schemas.microsoft.com/office/drawing/2014/main" id="{2EE52392-455E-F877-96F5-EA64F48205A1}"/>
                    </a:ext>
                  </a:extLst>
                </p14:cNvPr>
                <p14:cNvContentPartPr/>
                <p14:nvPr/>
              </p14:nvContentPartPr>
              <p14:xfrm>
                <a:off x="11739528" y="5885784"/>
                <a:ext cx="162720" cy="195840"/>
              </p14:xfrm>
            </p:contentPart>
          </mc:Choice>
          <mc:Fallback xmlns="">
            <p:pic>
              <p:nvPicPr>
                <p:cNvPr id="420" name="Ink 419">
                  <a:extLst>
                    <a:ext uri="{FF2B5EF4-FFF2-40B4-BE49-F238E27FC236}">
                      <a16:creationId xmlns:a16="http://schemas.microsoft.com/office/drawing/2014/main" id="{2EE52392-455E-F877-96F5-EA64F48205A1}"/>
                    </a:ext>
                  </a:extLst>
                </p:cNvPr>
                <p:cNvPicPr/>
                <p:nvPr/>
              </p:nvPicPr>
              <p:blipFill>
                <a:blip r:embed="rId566"/>
                <a:stretch>
                  <a:fillRect/>
                </a:stretch>
              </p:blipFill>
              <p:spPr>
                <a:xfrm>
                  <a:off x="11730888" y="5876784"/>
                  <a:ext cx="180360" cy="21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7">
              <p14:nvContentPartPr>
                <p14:cNvPr id="421" name="Ink 420">
                  <a:extLst>
                    <a:ext uri="{FF2B5EF4-FFF2-40B4-BE49-F238E27FC236}">
                      <a16:creationId xmlns:a16="http://schemas.microsoft.com/office/drawing/2014/main" id="{A6BDB3EC-97A1-BB01-3604-641E5BAD8EFB}"/>
                    </a:ext>
                  </a:extLst>
                </p14:cNvPr>
                <p14:cNvContentPartPr/>
                <p14:nvPr/>
              </p14:nvContentPartPr>
              <p14:xfrm>
                <a:off x="11966328" y="5792184"/>
                <a:ext cx="33480" cy="188640"/>
              </p14:xfrm>
            </p:contentPart>
          </mc:Choice>
          <mc:Fallback xmlns="">
            <p:pic>
              <p:nvPicPr>
                <p:cNvPr id="421" name="Ink 420">
                  <a:extLst>
                    <a:ext uri="{FF2B5EF4-FFF2-40B4-BE49-F238E27FC236}">
                      <a16:creationId xmlns:a16="http://schemas.microsoft.com/office/drawing/2014/main" id="{A6BDB3EC-97A1-BB01-3604-641E5BAD8EFB}"/>
                    </a:ext>
                  </a:extLst>
                </p:cNvPr>
                <p:cNvPicPr/>
                <p:nvPr/>
              </p:nvPicPr>
              <p:blipFill>
                <a:blip r:embed="rId568"/>
                <a:stretch>
                  <a:fillRect/>
                </a:stretch>
              </p:blipFill>
              <p:spPr>
                <a:xfrm>
                  <a:off x="11957688" y="5783544"/>
                  <a:ext cx="51120" cy="20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9">
              <p14:nvContentPartPr>
                <p14:cNvPr id="422" name="Ink 421">
                  <a:extLst>
                    <a:ext uri="{FF2B5EF4-FFF2-40B4-BE49-F238E27FC236}">
                      <a16:creationId xmlns:a16="http://schemas.microsoft.com/office/drawing/2014/main" id="{A4DBB76B-C3F6-8EDD-DB60-DA9A546E274F}"/>
                    </a:ext>
                  </a:extLst>
                </p14:cNvPr>
                <p14:cNvContentPartPr/>
                <p14:nvPr/>
              </p14:nvContentPartPr>
              <p14:xfrm>
                <a:off x="12011328" y="5800104"/>
                <a:ext cx="119160" cy="195120"/>
              </p14:xfrm>
            </p:contentPart>
          </mc:Choice>
          <mc:Fallback xmlns="">
            <p:pic>
              <p:nvPicPr>
                <p:cNvPr id="422" name="Ink 421">
                  <a:extLst>
                    <a:ext uri="{FF2B5EF4-FFF2-40B4-BE49-F238E27FC236}">
                      <a16:creationId xmlns:a16="http://schemas.microsoft.com/office/drawing/2014/main" id="{A4DBB76B-C3F6-8EDD-DB60-DA9A546E274F}"/>
                    </a:ext>
                  </a:extLst>
                </p:cNvPr>
                <p:cNvPicPr/>
                <p:nvPr/>
              </p:nvPicPr>
              <p:blipFill>
                <a:blip r:embed="rId570"/>
                <a:stretch>
                  <a:fillRect/>
                </a:stretch>
              </p:blipFill>
              <p:spPr>
                <a:xfrm>
                  <a:off x="12002688" y="5791104"/>
                  <a:ext cx="136800" cy="21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1">
              <p14:nvContentPartPr>
                <p14:cNvPr id="423" name="Ink 422">
                  <a:extLst>
                    <a:ext uri="{FF2B5EF4-FFF2-40B4-BE49-F238E27FC236}">
                      <a16:creationId xmlns:a16="http://schemas.microsoft.com/office/drawing/2014/main" id="{0E542AA0-DB54-E1B2-CDF3-7929FE6B7EBE}"/>
                    </a:ext>
                  </a:extLst>
                </p14:cNvPr>
                <p14:cNvContentPartPr/>
                <p14:nvPr/>
              </p14:nvContentPartPr>
              <p14:xfrm>
                <a:off x="12016008" y="5747184"/>
                <a:ext cx="195120" cy="428400"/>
              </p14:xfrm>
            </p:contentPart>
          </mc:Choice>
          <mc:Fallback xmlns="">
            <p:pic>
              <p:nvPicPr>
                <p:cNvPr id="423" name="Ink 422">
                  <a:extLst>
                    <a:ext uri="{FF2B5EF4-FFF2-40B4-BE49-F238E27FC236}">
                      <a16:creationId xmlns:a16="http://schemas.microsoft.com/office/drawing/2014/main" id="{0E542AA0-DB54-E1B2-CDF3-7929FE6B7EBE}"/>
                    </a:ext>
                  </a:extLst>
                </p:cNvPr>
                <p:cNvPicPr/>
                <p:nvPr/>
              </p:nvPicPr>
              <p:blipFill>
                <a:blip r:embed="rId572"/>
                <a:stretch>
                  <a:fillRect/>
                </a:stretch>
              </p:blipFill>
              <p:spPr>
                <a:xfrm>
                  <a:off x="12007368" y="5738184"/>
                  <a:ext cx="212760" cy="44604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3513278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F6078E-F8EC-8694-DE9C-165583D76C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endParaRPr lang="en-IN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59" name="Ink 58">
                <a:extLst>
                  <a:ext uri="{FF2B5EF4-FFF2-40B4-BE49-F238E27FC236}">
                    <a16:creationId xmlns:a16="http://schemas.microsoft.com/office/drawing/2014/main" id="{578DC995-41AF-F0EC-A28F-7FD70C7AD763}"/>
                  </a:ext>
                </a:extLst>
              </p14:cNvPr>
              <p14:cNvContentPartPr/>
              <p14:nvPr/>
            </p14:nvContentPartPr>
            <p14:xfrm>
              <a:off x="9997848" y="1633824"/>
              <a:ext cx="3600" cy="1080"/>
            </p14:xfrm>
          </p:contentPart>
        </mc:Choice>
        <mc:Fallback xmlns="">
          <p:pic>
            <p:nvPicPr>
              <p:cNvPr id="59" name="Ink 58">
                <a:extLst>
                  <a:ext uri="{FF2B5EF4-FFF2-40B4-BE49-F238E27FC236}">
                    <a16:creationId xmlns:a16="http://schemas.microsoft.com/office/drawing/2014/main" id="{578DC995-41AF-F0EC-A28F-7FD70C7AD763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987848" y="1620324"/>
                <a:ext cx="23200" cy="275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08" name="Ink 107">
                <a:extLst>
                  <a:ext uri="{FF2B5EF4-FFF2-40B4-BE49-F238E27FC236}">
                    <a16:creationId xmlns:a16="http://schemas.microsoft.com/office/drawing/2014/main" id="{A29EFE7E-8466-F00F-17AA-72EE82C73811}"/>
                  </a:ext>
                </a:extLst>
              </p14:cNvPr>
              <p14:cNvContentPartPr/>
              <p14:nvPr/>
            </p14:nvContentPartPr>
            <p14:xfrm>
              <a:off x="10428408" y="2647584"/>
              <a:ext cx="28080" cy="3240"/>
            </p14:xfrm>
          </p:contentPart>
        </mc:Choice>
        <mc:Fallback xmlns="">
          <p:pic>
            <p:nvPicPr>
              <p:cNvPr id="108" name="Ink 107">
                <a:extLst>
                  <a:ext uri="{FF2B5EF4-FFF2-40B4-BE49-F238E27FC236}">
                    <a16:creationId xmlns:a16="http://schemas.microsoft.com/office/drawing/2014/main" id="{A29EFE7E-8466-F00F-17AA-72EE82C73811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0419408" y="2638584"/>
                <a:ext cx="45720" cy="20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09" name="Ink 108">
                <a:extLst>
                  <a:ext uri="{FF2B5EF4-FFF2-40B4-BE49-F238E27FC236}">
                    <a16:creationId xmlns:a16="http://schemas.microsoft.com/office/drawing/2014/main" id="{312A2B19-84BF-38C9-EA80-A0F6B613F63A}"/>
                  </a:ext>
                </a:extLst>
              </p14:cNvPr>
              <p14:cNvContentPartPr/>
              <p14:nvPr/>
            </p14:nvContentPartPr>
            <p14:xfrm>
              <a:off x="10763568" y="2771064"/>
              <a:ext cx="1800" cy="3600"/>
            </p14:xfrm>
          </p:contentPart>
        </mc:Choice>
        <mc:Fallback xmlns="">
          <p:pic>
            <p:nvPicPr>
              <p:cNvPr id="109" name="Ink 108">
                <a:extLst>
                  <a:ext uri="{FF2B5EF4-FFF2-40B4-BE49-F238E27FC236}">
                    <a16:creationId xmlns:a16="http://schemas.microsoft.com/office/drawing/2014/main" id="{312A2B19-84BF-38C9-EA80-A0F6B613F63A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0754568" y="2762064"/>
                <a:ext cx="19440" cy="21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92" name="Ink 191">
                <a:extLst>
                  <a:ext uri="{FF2B5EF4-FFF2-40B4-BE49-F238E27FC236}">
                    <a16:creationId xmlns:a16="http://schemas.microsoft.com/office/drawing/2014/main" id="{5D519595-49FE-D41B-C0B6-CD6868ECB314}"/>
                  </a:ext>
                </a:extLst>
              </p14:cNvPr>
              <p14:cNvContentPartPr/>
              <p14:nvPr/>
            </p14:nvContentPartPr>
            <p14:xfrm>
              <a:off x="3774888" y="6755904"/>
              <a:ext cx="360" cy="4680"/>
            </p14:xfrm>
          </p:contentPart>
        </mc:Choice>
        <mc:Fallback xmlns="">
          <p:pic>
            <p:nvPicPr>
              <p:cNvPr id="192" name="Ink 191">
                <a:extLst>
                  <a:ext uri="{FF2B5EF4-FFF2-40B4-BE49-F238E27FC236}">
                    <a16:creationId xmlns:a16="http://schemas.microsoft.com/office/drawing/2014/main" id="{5D519595-49FE-D41B-C0B6-CD6868ECB314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765888" y="6746904"/>
                <a:ext cx="18000" cy="22320"/>
              </a:xfrm>
              <a:prstGeom prst="rect">
                <a:avLst/>
              </a:prstGeom>
            </p:spPr>
          </p:pic>
        </mc:Fallback>
      </mc:AlternateContent>
      <p:grpSp>
        <p:nvGrpSpPr>
          <p:cNvPr id="23" name="Group 22">
            <a:extLst>
              <a:ext uri="{FF2B5EF4-FFF2-40B4-BE49-F238E27FC236}">
                <a16:creationId xmlns:a16="http://schemas.microsoft.com/office/drawing/2014/main" id="{84B47965-747A-6158-23D0-2DAFC7B2C824}"/>
              </a:ext>
            </a:extLst>
          </p:cNvPr>
          <p:cNvGrpSpPr/>
          <p:nvPr/>
        </p:nvGrpSpPr>
        <p:grpSpPr>
          <a:xfrm>
            <a:off x="466128" y="599544"/>
            <a:ext cx="1362960" cy="291600"/>
            <a:chOff x="466128" y="599544"/>
            <a:chExt cx="1362960" cy="291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D0811F58-4E97-0F58-BAE7-CD4470746AB8}"/>
                    </a:ext>
                  </a:extLst>
                </p14:cNvPr>
                <p14:cNvContentPartPr/>
                <p14:nvPr/>
              </p14:nvContentPartPr>
              <p14:xfrm>
                <a:off x="466128" y="637704"/>
                <a:ext cx="298440" cy="253440"/>
              </p14:xfrm>
            </p:contentPart>
          </mc:Choice>
          <mc:Fallback xmlns=""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D0811F58-4E97-0F58-BAE7-CD4470746AB8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457128" y="629064"/>
                  <a:ext cx="316080" cy="27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453D1B4C-7BC9-72C1-B8E4-A6DC10D83712}"/>
                    </a:ext>
                  </a:extLst>
                </p14:cNvPr>
                <p14:cNvContentPartPr/>
                <p14:nvPr/>
              </p14:nvContentPartPr>
              <p14:xfrm>
                <a:off x="848088" y="744984"/>
                <a:ext cx="149760" cy="12528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453D1B4C-7BC9-72C1-B8E4-A6DC10D83712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839448" y="735984"/>
                  <a:ext cx="167400" cy="14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028F5105-E62F-8C50-EC16-3B6B8AA854A6}"/>
                    </a:ext>
                  </a:extLst>
                </p14:cNvPr>
                <p14:cNvContentPartPr/>
                <p14:nvPr/>
              </p14:nvContentPartPr>
              <p14:xfrm>
                <a:off x="1055448" y="762624"/>
                <a:ext cx="121320" cy="7308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028F5105-E62F-8C50-EC16-3B6B8AA854A6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1046808" y="753624"/>
                  <a:ext cx="138960" cy="9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87A7FD8C-43C2-9F08-7CDF-D9F1A46C910F}"/>
                    </a:ext>
                  </a:extLst>
                </p14:cNvPr>
                <p14:cNvContentPartPr/>
                <p14:nvPr/>
              </p14:nvContentPartPr>
              <p14:xfrm>
                <a:off x="1248768" y="601344"/>
                <a:ext cx="368640" cy="23688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87A7FD8C-43C2-9F08-7CDF-D9F1A46C910F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1240128" y="592704"/>
                  <a:ext cx="386280" cy="25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737D15C7-7075-873C-E7A0-C6A5D826F8B3}"/>
                    </a:ext>
                  </a:extLst>
                </p14:cNvPr>
                <p14:cNvContentPartPr/>
                <p14:nvPr/>
              </p14:nvContentPartPr>
              <p14:xfrm>
                <a:off x="1674648" y="630864"/>
                <a:ext cx="13680" cy="21528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737D15C7-7075-873C-E7A0-C6A5D826F8B3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1665648" y="621864"/>
                  <a:ext cx="31320" cy="23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93ADA1F2-4BC8-8B6C-4808-E19A4C8B307C}"/>
                    </a:ext>
                  </a:extLst>
                </p14:cNvPr>
                <p14:cNvContentPartPr/>
                <p14:nvPr/>
              </p14:nvContentPartPr>
              <p14:xfrm>
                <a:off x="1288368" y="599544"/>
                <a:ext cx="540720" cy="15408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93ADA1F2-4BC8-8B6C-4808-E19A4C8B307C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1279728" y="590544"/>
                  <a:ext cx="558360" cy="171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A7215223-BF9F-CCD9-69CF-A22A0A11394A}"/>
              </a:ext>
            </a:extLst>
          </p:cNvPr>
          <p:cNvGrpSpPr/>
          <p:nvPr/>
        </p:nvGrpSpPr>
        <p:grpSpPr>
          <a:xfrm>
            <a:off x="2184048" y="548784"/>
            <a:ext cx="565200" cy="284400"/>
            <a:chOff x="2184048" y="548784"/>
            <a:chExt cx="565200" cy="284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36017BAF-3793-2A5C-7686-F15CCEE06A4E}"/>
                    </a:ext>
                  </a:extLst>
                </p14:cNvPr>
                <p14:cNvContentPartPr/>
                <p14:nvPr/>
              </p14:nvContentPartPr>
              <p14:xfrm>
                <a:off x="2184048" y="644904"/>
                <a:ext cx="29520" cy="18828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36017BAF-3793-2A5C-7686-F15CCEE06A4E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2175408" y="636264"/>
                  <a:ext cx="47160" cy="20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403162CA-6F5F-C0DA-53AC-AAC2890F5F2F}"/>
                    </a:ext>
                  </a:extLst>
                </p14:cNvPr>
                <p14:cNvContentPartPr/>
                <p14:nvPr/>
              </p14:nvContentPartPr>
              <p14:xfrm>
                <a:off x="2186208" y="548784"/>
                <a:ext cx="228960" cy="7632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403162CA-6F5F-C0DA-53AC-AAC2890F5F2F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2177568" y="539784"/>
                  <a:ext cx="246600" cy="9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4966C4D5-A4C7-93B0-CA3F-DAA3BE16542F}"/>
                    </a:ext>
                  </a:extLst>
                </p14:cNvPr>
                <p14:cNvContentPartPr/>
                <p14:nvPr/>
              </p14:nvContentPartPr>
              <p14:xfrm>
                <a:off x="2217888" y="686664"/>
                <a:ext cx="140040" cy="2088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4966C4D5-A4C7-93B0-CA3F-DAA3BE16542F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2209248" y="677664"/>
                  <a:ext cx="157680" cy="3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9545C4AB-00ED-4059-EABD-7A042643C620}"/>
                    </a:ext>
                  </a:extLst>
                </p14:cNvPr>
                <p14:cNvContentPartPr/>
                <p14:nvPr/>
              </p14:nvContentPartPr>
              <p14:xfrm>
                <a:off x="2403288" y="719064"/>
                <a:ext cx="119160" cy="7884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9545C4AB-00ED-4059-EABD-7A042643C620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2394648" y="710064"/>
                  <a:ext cx="136800" cy="9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033DDE48-AFEB-1AD0-7031-34D164339FD5}"/>
                    </a:ext>
                  </a:extLst>
                </p14:cNvPr>
                <p14:cNvContentPartPr/>
                <p14:nvPr/>
              </p14:nvContentPartPr>
              <p14:xfrm>
                <a:off x="2599488" y="707184"/>
                <a:ext cx="149760" cy="9216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033DDE48-AFEB-1AD0-7031-34D164339FD5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2590848" y="698184"/>
                  <a:ext cx="167400" cy="1098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1">
            <p14:nvContentPartPr>
              <p14:cNvPr id="32" name="Ink 31">
                <a:extLst>
                  <a:ext uri="{FF2B5EF4-FFF2-40B4-BE49-F238E27FC236}">
                    <a16:creationId xmlns:a16="http://schemas.microsoft.com/office/drawing/2014/main" id="{38894463-CF54-A6A5-2685-17D553C37A60}"/>
                  </a:ext>
                </a:extLst>
              </p14:cNvPr>
              <p14:cNvContentPartPr/>
              <p14:nvPr/>
            </p14:nvContentPartPr>
            <p14:xfrm>
              <a:off x="424728" y="1123704"/>
              <a:ext cx="5961960" cy="47880"/>
            </p14:xfrm>
          </p:contentPart>
        </mc:Choice>
        <mc:Fallback xmlns="">
          <p:pic>
            <p:nvPicPr>
              <p:cNvPr id="32" name="Ink 31">
                <a:extLst>
                  <a:ext uri="{FF2B5EF4-FFF2-40B4-BE49-F238E27FC236}">
                    <a16:creationId xmlns:a16="http://schemas.microsoft.com/office/drawing/2014/main" id="{38894463-CF54-A6A5-2685-17D553C37A60}"/>
                  </a:ext>
                </a:extLst>
              </p:cNvPr>
              <p:cNvPicPr/>
              <p:nvPr/>
            </p:nvPicPr>
            <p:blipFill>
              <a:blip r:embed="rId32"/>
              <a:stretch>
                <a:fillRect/>
              </a:stretch>
            </p:blipFill>
            <p:spPr>
              <a:xfrm>
                <a:off x="416088" y="1115064"/>
                <a:ext cx="5979600" cy="65520"/>
              </a:xfrm>
              <a:prstGeom prst="rect">
                <a:avLst/>
              </a:prstGeom>
            </p:spPr>
          </p:pic>
        </mc:Fallback>
      </mc:AlternateContent>
      <p:grpSp>
        <p:nvGrpSpPr>
          <p:cNvPr id="45" name="Group 44">
            <a:extLst>
              <a:ext uri="{FF2B5EF4-FFF2-40B4-BE49-F238E27FC236}">
                <a16:creationId xmlns:a16="http://schemas.microsoft.com/office/drawing/2014/main" id="{5773059C-81DF-6693-65B4-A1CFDF89CB98}"/>
              </a:ext>
            </a:extLst>
          </p:cNvPr>
          <p:cNvGrpSpPr/>
          <p:nvPr/>
        </p:nvGrpSpPr>
        <p:grpSpPr>
          <a:xfrm>
            <a:off x="6729408" y="391824"/>
            <a:ext cx="1454760" cy="570240"/>
            <a:chOff x="6729408" y="391824"/>
            <a:chExt cx="1454760" cy="570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3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8650BDBA-87BC-A161-B2F2-110F97E5F350}"/>
                    </a:ext>
                  </a:extLst>
                </p14:cNvPr>
                <p14:cNvContentPartPr/>
                <p14:nvPr/>
              </p14:nvContentPartPr>
              <p14:xfrm>
                <a:off x="6729408" y="391824"/>
                <a:ext cx="238680" cy="57024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8650BDBA-87BC-A161-B2F2-110F97E5F350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6720768" y="382824"/>
                  <a:ext cx="256320" cy="58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FB1DCBA4-F5EC-93C3-EDDA-65835799FD29}"/>
                    </a:ext>
                  </a:extLst>
                </p14:cNvPr>
                <p14:cNvContentPartPr/>
                <p14:nvPr/>
              </p14:nvContentPartPr>
              <p14:xfrm>
                <a:off x="7106328" y="514944"/>
                <a:ext cx="231840" cy="34920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FB1DCBA4-F5EC-93C3-EDDA-65835799FD29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7097688" y="505944"/>
                  <a:ext cx="249480" cy="36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D0439D14-CC17-2B67-A280-5408A10334EF}"/>
                    </a:ext>
                  </a:extLst>
                </p14:cNvPr>
                <p14:cNvContentPartPr/>
                <p14:nvPr/>
              </p14:nvContentPartPr>
              <p14:xfrm>
                <a:off x="7375608" y="488304"/>
                <a:ext cx="112320" cy="28080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D0439D14-CC17-2B67-A280-5408A10334EF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7366608" y="479304"/>
                  <a:ext cx="129960" cy="29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E90B2804-A536-D2C8-2B5B-BE2036A14B55}"/>
                    </a:ext>
                  </a:extLst>
                </p14:cNvPr>
                <p14:cNvContentPartPr/>
                <p14:nvPr/>
              </p14:nvContentPartPr>
              <p14:xfrm>
                <a:off x="7577208" y="666144"/>
                <a:ext cx="117360" cy="8172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E90B2804-A536-D2C8-2B5B-BE2036A14B55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7568568" y="657144"/>
                  <a:ext cx="135000" cy="9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0ACF445A-E314-14E3-D22C-7308A2B6ECF1}"/>
                    </a:ext>
                  </a:extLst>
                </p14:cNvPr>
                <p14:cNvContentPartPr/>
                <p14:nvPr/>
              </p14:nvContentPartPr>
              <p14:xfrm>
                <a:off x="7734528" y="662904"/>
                <a:ext cx="449640" cy="11124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0ACF445A-E314-14E3-D22C-7308A2B6ECF1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7725528" y="653904"/>
                  <a:ext cx="467280" cy="128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82B92517-FA3F-C6C7-3802-A49DD1DAACBC}"/>
              </a:ext>
            </a:extLst>
          </p:cNvPr>
          <p:cNvGrpSpPr/>
          <p:nvPr/>
        </p:nvGrpSpPr>
        <p:grpSpPr>
          <a:xfrm>
            <a:off x="8524008" y="539784"/>
            <a:ext cx="1068480" cy="253080"/>
            <a:chOff x="8524008" y="539784"/>
            <a:chExt cx="1068480" cy="253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3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679AECB7-E590-67F6-0371-F3711D605B79}"/>
                    </a:ext>
                  </a:extLst>
                </p14:cNvPr>
                <p14:cNvContentPartPr/>
                <p14:nvPr/>
              </p14:nvContentPartPr>
              <p14:xfrm>
                <a:off x="8524008" y="591264"/>
                <a:ext cx="155520" cy="18072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679AECB7-E590-67F6-0371-F3711D605B79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8515008" y="582624"/>
                  <a:ext cx="173160" cy="19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D19CC3B8-46E8-BB63-5FD0-A7C417206080}"/>
                    </a:ext>
                  </a:extLst>
                </p14:cNvPr>
                <p14:cNvContentPartPr/>
                <p14:nvPr/>
              </p14:nvContentPartPr>
              <p14:xfrm>
                <a:off x="8707608" y="571464"/>
                <a:ext cx="83880" cy="22140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D19CC3B8-46E8-BB63-5FD0-A7C417206080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8698608" y="562464"/>
                  <a:ext cx="101520" cy="23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9EAF6781-16A6-31A2-BF11-89AE64B3821A}"/>
                    </a:ext>
                  </a:extLst>
                </p14:cNvPr>
                <p14:cNvContentPartPr/>
                <p14:nvPr/>
              </p14:nvContentPartPr>
              <p14:xfrm>
                <a:off x="8686008" y="707184"/>
                <a:ext cx="86760" cy="1404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9EAF6781-16A6-31A2-BF11-89AE64B3821A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8677368" y="698184"/>
                  <a:ext cx="104400" cy="3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E9554A9D-A248-9685-50A8-1B43C498E4BD}"/>
                    </a:ext>
                  </a:extLst>
                </p14:cNvPr>
                <p14:cNvContentPartPr/>
                <p14:nvPr/>
              </p14:nvContentPartPr>
              <p14:xfrm>
                <a:off x="8834688" y="713304"/>
                <a:ext cx="191880" cy="6264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E9554A9D-A248-9685-50A8-1B43C498E4BD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8825688" y="704664"/>
                  <a:ext cx="209520" cy="8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C8C518FD-6F4F-35CB-2605-1EC39B3E75AC}"/>
                    </a:ext>
                  </a:extLst>
                </p14:cNvPr>
                <p14:cNvContentPartPr/>
                <p14:nvPr/>
              </p14:nvContentPartPr>
              <p14:xfrm>
                <a:off x="9083088" y="539784"/>
                <a:ext cx="509400" cy="23616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C8C518FD-6F4F-35CB-2605-1EC39B3E75AC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9074448" y="531144"/>
                  <a:ext cx="527040" cy="25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BB6522FD-F3C3-44E4-3147-627C28CA25A9}"/>
                    </a:ext>
                  </a:extLst>
                </p14:cNvPr>
                <p14:cNvContentPartPr/>
                <p14:nvPr/>
              </p14:nvContentPartPr>
              <p14:xfrm>
                <a:off x="9448488" y="612504"/>
                <a:ext cx="92160" cy="2340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BB6522FD-F3C3-44E4-3147-627C28CA25A9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9439488" y="603864"/>
                  <a:ext cx="109800" cy="41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1D009286-7D91-8FB1-AA23-C83A140DA04C}"/>
              </a:ext>
            </a:extLst>
          </p:cNvPr>
          <p:cNvGrpSpPr/>
          <p:nvPr/>
        </p:nvGrpSpPr>
        <p:grpSpPr>
          <a:xfrm>
            <a:off x="9890928" y="528984"/>
            <a:ext cx="1719360" cy="573120"/>
            <a:chOff x="9890928" y="528984"/>
            <a:chExt cx="1719360" cy="573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5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3B24B7AB-6E11-E0D6-6086-2922C7038E85}"/>
                    </a:ext>
                  </a:extLst>
                </p14:cNvPr>
                <p14:cNvContentPartPr/>
                <p14:nvPr/>
              </p14:nvContentPartPr>
              <p14:xfrm>
                <a:off x="9890928" y="528984"/>
                <a:ext cx="152640" cy="44280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3B24B7AB-6E11-E0D6-6086-2922C7038E85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9881928" y="519984"/>
                  <a:ext cx="170280" cy="46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4BDBD422-D0E5-35D6-FF15-36ACB4641828}"/>
                    </a:ext>
                  </a:extLst>
                </p14:cNvPr>
                <p14:cNvContentPartPr/>
                <p14:nvPr/>
              </p14:nvContentPartPr>
              <p14:xfrm>
                <a:off x="10159128" y="722664"/>
                <a:ext cx="114120" cy="7560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4BDBD422-D0E5-35D6-FF15-36ACB4641828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10150488" y="714024"/>
                  <a:ext cx="131760" cy="9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85CA482B-9ADD-2166-377E-F801C6F9C0E2}"/>
                    </a:ext>
                  </a:extLst>
                </p14:cNvPr>
                <p14:cNvContentPartPr/>
                <p14:nvPr/>
              </p14:nvContentPartPr>
              <p14:xfrm>
                <a:off x="10340928" y="712944"/>
                <a:ext cx="103320" cy="5868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85CA482B-9ADD-2166-377E-F801C6F9C0E2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10331928" y="703944"/>
                  <a:ext cx="120960" cy="7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403C53AD-9F63-8F61-6B9D-E7F8EE8A6F4B}"/>
                    </a:ext>
                  </a:extLst>
                </p14:cNvPr>
                <p14:cNvContentPartPr/>
                <p14:nvPr/>
              </p14:nvContentPartPr>
              <p14:xfrm>
                <a:off x="10509408" y="703224"/>
                <a:ext cx="237600" cy="7776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403C53AD-9F63-8F61-6B9D-E7F8EE8A6F4B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10500768" y="694224"/>
                  <a:ext cx="255240" cy="9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935C6351-1BEC-9149-6760-BE296BADACB1}"/>
                    </a:ext>
                  </a:extLst>
                </p14:cNvPr>
                <p14:cNvContentPartPr/>
                <p14:nvPr/>
              </p14:nvContentPartPr>
              <p14:xfrm>
                <a:off x="10793808" y="735624"/>
                <a:ext cx="219240" cy="7488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935C6351-1BEC-9149-6760-BE296BADACB1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10785168" y="726984"/>
                  <a:ext cx="236880" cy="9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E5DE303D-7DCE-7BE7-2E5E-EFA43269598E}"/>
                    </a:ext>
                  </a:extLst>
                </p14:cNvPr>
                <p14:cNvContentPartPr/>
                <p14:nvPr/>
              </p14:nvContentPartPr>
              <p14:xfrm>
                <a:off x="11101968" y="737784"/>
                <a:ext cx="253800" cy="7056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E5DE303D-7DCE-7BE7-2E5E-EFA43269598E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11093328" y="729144"/>
                  <a:ext cx="271440" cy="8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CEBE9555-7691-A0CD-FBEB-90383BB86F3F}"/>
                    </a:ext>
                  </a:extLst>
                </p14:cNvPr>
                <p14:cNvContentPartPr/>
                <p14:nvPr/>
              </p14:nvContentPartPr>
              <p14:xfrm>
                <a:off x="11159928" y="552384"/>
                <a:ext cx="450360" cy="54972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CEBE9555-7691-A0CD-FBEB-90383BB86F3F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11150928" y="543384"/>
                  <a:ext cx="468000" cy="567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7" name="Group 56">
            <a:extLst>
              <a:ext uri="{FF2B5EF4-FFF2-40B4-BE49-F238E27FC236}">
                <a16:creationId xmlns:a16="http://schemas.microsoft.com/office/drawing/2014/main" id="{B27A3671-1401-03ED-6284-CBF92F5A4681}"/>
              </a:ext>
            </a:extLst>
          </p:cNvPr>
          <p:cNvGrpSpPr/>
          <p:nvPr/>
        </p:nvGrpSpPr>
        <p:grpSpPr>
          <a:xfrm>
            <a:off x="3023928" y="425304"/>
            <a:ext cx="3346200" cy="575640"/>
            <a:chOff x="3023928" y="425304"/>
            <a:chExt cx="3346200" cy="575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9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9AF67BBE-AB88-C2DA-6963-23FD96869F30}"/>
                    </a:ext>
                  </a:extLst>
                </p14:cNvPr>
                <p14:cNvContentPartPr/>
                <p14:nvPr/>
              </p14:nvContentPartPr>
              <p14:xfrm>
                <a:off x="3023928" y="669744"/>
                <a:ext cx="93600" cy="1152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9AF67BBE-AB88-C2DA-6963-23FD96869F30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3015288" y="661104"/>
                  <a:ext cx="111240" cy="2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1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AD582688-CBF2-77AE-CA8C-9FE169BD4682}"/>
                    </a:ext>
                  </a:extLst>
                </p14:cNvPr>
                <p14:cNvContentPartPr/>
                <p14:nvPr/>
              </p14:nvContentPartPr>
              <p14:xfrm>
                <a:off x="3113208" y="523584"/>
                <a:ext cx="202680" cy="43740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AD582688-CBF2-77AE-CA8C-9FE169BD4682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3104568" y="514944"/>
                  <a:ext cx="220320" cy="45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3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C9D4CCF8-6FFA-FE96-26AD-BCF56F97E061}"/>
                    </a:ext>
                  </a:extLst>
                </p14:cNvPr>
                <p14:cNvContentPartPr/>
                <p14:nvPr/>
              </p14:nvContentPartPr>
              <p14:xfrm>
                <a:off x="3383208" y="715824"/>
                <a:ext cx="149760" cy="11340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C9D4CCF8-6FFA-FE96-26AD-BCF56F97E061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3374568" y="707184"/>
                  <a:ext cx="167400" cy="13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5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A27C8C1D-1B68-AA88-974A-C2FB1E403F4D}"/>
                    </a:ext>
                  </a:extLst>
                </p14:cNvPr>
                <p14:cNvContentPartPr/>
                <p14:nvPr/>
              </p14:nvContentPartPr>
              <p14:xfrm>
                <a:off x="3546648" y="712944"/>
                <a:ext cx="108720" cy="7380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A27C8C1D-1B68-AA88-974A-C2FB1E403F4D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3537648" y="704304"/>
                  <a:ext cx="126360" cy="9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7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EA2BD5B8-9147-4F80-F089-5FC69AA56BE4}"/>
                    </a:ext>
                  </a:extLst>
                </p14:cNvPr>
                <p14:cNvContentPartPr/>
                <p14:nvPr/>
              </p14:nvContentPartPr>
              <p14:xfrm>
                <a:off x="3702168" y="714744"/>
                <a:ext cx="191160" cy="9180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EA2BD5B8-9147-4F80-F089-5FC69AA56BE4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3693168" y="705744"/>
                  <a:ext cx="208800" cy="10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9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C81A00BA-14FA-73BE-A2C8-D0E6548EBDC1}"/>
                    </a:ext>
                  </a:extLst>
                </p14:cNvPr>
                <p14:cNvContentPartPr/>
                <p14:nvPr/>
              </p14:nvContentPartPr>
              <p14:xfrm>
                <a:off x="3956328" y="750384"/>
                <a:ext cx="183960" cy="6300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C81A00BA-14FA-73BE-A2C8-D0E6548EBDC1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3947688" y="741384"/>
                  <a:ext cx="201600" cy="8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1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11D4B7A8-2CB5-7143-C66F-CE548D667DD4}"/>
                    </a:ext>
                  </a:extLst>
                </p14:cNvPr>
                <p14:cNvContentPartPr/>
                <p14:nvPr/>
              </p14:nvContentPartPr>
              <p14:xfrm>
                <a:off x="4204368" y="739944"/>
                <a:ext cx="249840" cy="8316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11D4B7A8-2CB5-7143-C66F-CE548D667DD4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4195728" y="730944"/>
                  <a:ext cx="267480" cy="10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3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061560F4-A5C8-8FE3-8DE7-0BD502F49CFF}"/>
                    </a:ext>
                  </a:extLst>
                </p14:cNvPr>
                <p14:cNvContentPartPr/>
                <p14:nvPr/>
              </p14:nvContentPartPr>
              <p14:xfrm>
                <a:off x="4634568" y="510624"/>
                <a:ext cx="267120" cy="49032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061560F4-A5C8-8FE3-8DE7-0BD502F49CFF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4625568" y="501984"/>
                  <a:ext cx="284760" cy="50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5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2C24FFCD-FCAD-D508-5C71-75EBEA92F273}"/>
                    </a:ext>
                  </a:extLst>
                </p14:cNvPr>
                <p14:cNvContentPartPr/>
                <p14:nvPr/>
              </p14:nvContentPartPr>
              <p14:xfrm>
                <a:off x="4989528" y="537624"/>
                <a:ext cx="251640" cy="22284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2C24FFCD-FCAD-D508-5C71-75EBEA92F273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4980528" y="528984"/>
                  <a:ext cx="269280" cy="24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7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02021EC9-AC34-9D51-D791-31795298DF18}"/>
                    </a:ext>
                  </a:extLst>
                </p14:cNvPr>
                <p14:cNvContentPartPr/>
                <p14:nvPr/>
              </p14:nvContentPartPr>
              <p14:xfrm>
                <a:off x="5441688" y="557784"/>
                <a:ext cx="34920" cy="22140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02021EC9-AC34-9D51-D791-31795298DF18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5433048" y="548784"/>
                  <a:ext cx="52560" cy="23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9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9E47D048-A313-22B2-AE1E-F9244CDE116E}"/>
                    </a:ext>
                  </a:extLst>
                </p14:cNvPr>
                <p14:cNvContentPartPr/>
                <p14:nvPr/>
              </p14:nvContentPartPr>
              <p14:xfrm>
                <a:off x="5489568" y="511704"/>
                <a:ext cx="221400" cy="4536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9E47D048-A313-22B2-AE1E-F9244CDE116E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5480568" y="502704"/>
                  <a:ext cx="239040" cy="6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1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B6C3602A-4AE2-E21A-9475-FB9E9ED43F01}"/>
                    </a:ext>
                  </a:extLst>
                </p14:cNvPr>
                <p14:cNvContentPartPr/>
                <p14:nvPr/>
              </p14:nvContentPartPr>
              <p14:xfrm>
                <a:off x="5476248" y="662184"/>
                <a:ext cx="178560" cy="3204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B6C3602A-4AE2-E21A-9475-FB9E9ED43F01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5467608" y="653544"/>
                  <a:ext cx="196200" cy="4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3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8030A882-42DC-5C33-B25D-C6E5CD7665CA}"/>
                    </a:ext>
                  </a:extLst>
                </p14:cNvPr>
                <p14:cNvContentPartPr/>
                <p14:nvPr/>
              </p14:nvContentPartPr>
              <p14:xfrm>
                <a:off x="5910768" y="512424"/>
                <a:ext cx="182520" cy="23220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8030A882-42DC-5C33-B25D-C6E5CD7665CA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5902128" y="503784"/>
                  <a:ext cx="200160" cy="24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5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990393F8-4E2B-A5AD-E429-9B6951F51313}"/>
                    </a:ext>
                  </a:extLst>
                </p14:cNvPr>
                <p14:cNvContentPartPr/>
                <p14:nvPr/>
              </p14:nvContentPartPr>
              <p14:xfrm>
                <a:off x="6135768" y="425304"/>
                <a:ext cx="234360" cy="53892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990393F8-4E2B-A5AD-E429-9B6951F51313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6126768" y="416664"/>
                  <a:ext cx="252000" cy="55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7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CC49EE15-A3FF-CF2E-502F-7748CFFF0DD2}"/>
                    </a:ext>
                  </a:extLst>
                </p14:cNvPr>
                <p14:cNvContentPartPr/>
                <p14:nvPr/>
              </p14:nvContentPartPr>
              <p14:xfrm>
                <a:off x="5109408" y="869544"/>
                <a:ext cx="847080" cy="5004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CC49EE15-A3FF-CF2E-502F-7748CFFF0DD2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5100408" y="860544"/>
                  <a:ext cx="864720" cy="6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9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94AC168A-D80C-420E-2372-AB99798617D4}"/>
                    </a:ext>
                  </a:extLst>
                </p14:cNvPr>
                <p14:cNvContentPartPr/>
                <p14:nvPr/>
              </p14:nvContentPartPr>
              <p14:xfrm>
                <a:off x="5249808" y="886464"/>
                <a:ext cx="984960" cy="3276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94AC168A-D80C-420E-2372-AB99798617D4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5241168" y="877464"/>
                  <a:ext cx="1002600" cy="5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1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40182FBE-B3A4-C958-3694-DA0BB5DBBE00}"/>
                    </a:ext>
                  </a:extLst>
                </p14:cNvPr>
                <p14:cNvContentPartPr/>
                <p14:nvPr/>
              </p14:nvContentPartPr>
              <p14:xfrm>
                <a:off x="6109488" y="918504"/>
                <a:ext cx="7200" cy="144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40182FBE-B3A4-C958-3694-DA0BB5DBBE00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6100488" y="909864"/>
                  <a:ext cx="24840" cy="19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9" name="Group 68">
            <a:extLst>
              <a:ext uri="{FF2B5EF4-FFF2-40B4-BE49-F238E27FC236}">
                <a16:creationId xmlns:a16="http://schemas.microsoft.com/office/drawing/2014/main" id="{8CE9BDFE-4D18-2A77-FB6F-BB16A6B0F7FD}"/>
              </a:ext>
            </a:extLst>
          </p:cNvPr>
          <p:cNvGrpSpPr/>
          <p:nvPr/>
        </p:nvGrpSpPr>
        <p:grpSpPr>
          <a:xfrm>
            <a:off x="1193688" y="2016504"/>
            <a:ext cx="1982880" cy="621000"/>
            <a:chOff x="1193688" y="2016504"/>
            <a:chExt cx="1982880" cy="621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3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2CD3FBAE-6523-C9A8-D29B-6EC69772EBFA}"/>
                    </a:ext>
                  </a:extLst>
                </p14:cNvPr>
                <p14:cNvContentPartPr/>
                <p14:nvPr/>
              </p14:nvContentPartPr>
              <p14:xfrm>
                <a:off x="1248768" y="2016504"/>
                <a:ext cx="231480" cy="62100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2CD3FBAE-6523-C9A8-D29B-6EC69772EBFA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1240128" y="2007504"/>
                  <a:ext cx="249120" cy="63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5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9307F783-A26D-8303-82FE-36D56E7EFFFB}"/>
                    </a:ext>
                  </a:extLst>
                </p14:cNvPr>
                <p14:cNvContentPartPr/>
                <p14:nvPr/>
              </p14:nvContentPartPr>
              <p14:xfrm>
                <a:off x="1193688" y="2442384"/>
                <a:ext cx="155160" cy="5040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9307F783-A26D-8303-82FE-36D56E7EFFFB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1185048" y="2433384"/>
                  <a:ext cx="172800" cy="6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7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E9DE0E55-716D-25B7-53C3-69D16CD14779}"/>
                    </a:ext>
                  </a:extLst>
                </p14:cNvPr>
                <p14:cNvContentPartPr/>
                <p14:nvPr/>
              </p14:nvContentPartPr>
              <p14:xfrm>
                <a:off x="1524888" y="2392704"/>
                <a:ext cx="108720" cy="7956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E9DE0E55-716D-25B7-53C3-69D16CD14779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1515888" y="2384064"/>
                  <a:ext cx="126360" cy="9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9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3A6F2EA9-5C81-F775-6BE6-5FCE6198A473}"/>
                    </a:ext>
                  </a:extLst>
                </p14:cNvPr>
                <p14:cNvContentPartPr/>
                <p14:nvPr/>
              </p14:nvContentPartPr>
              <p14:xfrm>
                <a:off x="1725408" y="2400624"/>
                <a:ext cx="294120" cy="8604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3A6F2EA9-5C81-F775-6BE6-5FCE6198A473}"/>
                    </a:ext>
                  </a:extLst>
                </p:cNvPr>
                <p:cNvPicPr/>
                <p:nvPr/>
              </p:nvPicPr>
              <p:blipFill>
                <a:blip r:embed="rId110"/>
                <a:stretch>
                  <a:fillRect/>
                </a:stretch>
              </p:blipFill>
              <p:spPr>
                <a:xfrm>
                  <a:off x="1716408" y="2391984"/>
                  <a:ext cx="311760" cy="10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1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3E34B15C-F52C-7ACC-BF50-C13D3C93529C}"/>
                    </a:ext>
                  </a:extLst>
                </p14:cNvPr>
                <p14:cNvContentPartPr/>
                <p14:nvPr/>
              </p14:nvContentPartPr>
              <p14:xfrm>
                <a:off x="2289168" y="2386944"/>
                <a:ext cx="140040" cy="12240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3E34B15C-F52C-7ACC-BF50-C13D3C93529C}"/>
                    </a:ext>
                  </a:extLst>
                </p:cNvPr>
                <p:cNvPicPr/>
                <p:nvPr/>
              </p:nvPicPr>
              <p:blipFill>
                <a:blip r:embed="rId112"/>
                <a:stretch>
                  <a:fillRect/>
                </a:stretch>
              </p:blipFill>
              <p:spPr>
                <a:xfrm>
                  <a:off x="2280528" y="2378304"/>
                  <a:ext cx="157680" cy="14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3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3294C66D-2378-B2E5-C053-7866A1424E84}"/>
                    </a:ext>
                  </a:extLst>
                </p14:cNvPr>
                <p14:cNvContentPartPr/>
                <p14:nvPr/>
              </p14:nvContentPartPr>
              <p14:xfrm>
                <a:off x="2379528" y="2344464"/>
                <a:ext cx="263880" cy="14472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3294C66D-2378-B2E5-C053-7866A1424E84}"/>
                    </a:ext>
                  </a:extLst>
                </p:cNvPr>
                <p:cNvPicPr/>
                <p:nvPr/>
              </p:nvPicPr>
              <p:blipFill>
                <a:blip r:embed="rId114"/>
                <a:stretch>
                  <a:fillRect/>
                </a:stretch>
              </p:blipFill>
              <p:spPr>
                <a:xfrm>
                  <a:off x="2370528" y="2335824"/>
                  <a:ext cx="281520" cy="16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5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403CC7CF-3663-9027-3F1C-8BF18D4DA427}"/>
                    </a:ext>
                  </a:extLst>
                </p14:cNvPr>
                <p14:cNvContentPartPr/>
                <p14:nvPr/>
              </p14:nvContentPartPr>
              <p14:xfrm>
                <a:off x="2777688" y="2382264"/>
                <a:ext cx="67680" cy="7092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403CC7CF-3663-9027-3F1C-8BF18D4DA427}"/>
                    </a:ext>
                  </a:extLst>
                </p:cNvPr>
                <p:cNvPicPr/>
                <p:nvPr/>
              </p:nvPicPr>
              <p:blipFill>
                <a:blip r:embed="rId116"/>
                <a:stretch>
                  <a:fillRect/>
                </a:stretch>
              </p:blipFill>
              <p:spPr>
                <a:xfrm>
                  <a:off x="2768688" y="2373264"/>
                  <a:ext cx="85320" cy="8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7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96F3C6D2-F162-2E9B-5F07-D511770353A7}"/>
                    </a:ext>
                  </a:extLst>
                </p14:cNvPr>
                <p14:cNvContentPartPr/>
                <p14:nvPr/>
              </p14:nvContentPartPr>
              <p14:xfrm>
                <a:off x="2911968" y="2381544"/>
                <a:ext cx="133920" cy="6552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96F3C6D2-F162-2E9B-5F07-D511770353A7}"/>
                    </a:ext>
                  </a:extLst>
                </p:cNvPr>
                <p:cNvPicPr/>
                <p:nvPr/>
              </p:nvPicPr>
              <p:blipFill>
                <a:blip r:embed="rId118"/>
                <a:stretch>
                  <a:fillRect/>
                </a:stretch>
              </p:blipFill>
              <p:spPr>
                <a:xfrm>
                  <a:off x="2903328" y="2372904"/>
                  <a:ext cx="151560" cy="8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9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E8F7EC0C-76AA-6C69-52DE-89281B42E124}"/>
                    </a:ext>
                  </a:extLst>
                </p14:cNvPr>
                <p14:cNvContentPartPr/>
                <p14:nvPr/>
              </p14:nvContentPartPr>
              <p14:xfrm>
                <a:off x="3097008" y="2300904"/>
                <a:ext cx="79560" cy="15084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E8F7EC0C-76AA-6C69-52DE-89281B42E124}"/>
                    </a:ext>
                  </a:extLst>
                </p:cNvPr>
                <p:cNvPicPr/>
                <p:nvPr/>
              </p:nvPicPr>
              <p:blipFill>
                <a:blip r:embed="rId120"/>
                <a:stretch>
                  <a:fillRect/>
                </a:stretch>
              </p:blipFill>
              <p:spPr>
                <a:xfrm>
                  <a:off x="3088008" y="2291904"/>
                  <a:ext cx="97200" cy="168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7" name="Group 76">
            <a:extLst>
              <a:ext uri="{FF2B5EF4-FFF2-40B4-BE49-F238E27FC236}">
                <a16:creationId xmlns:a16="http://schemas.microsoft.com/office/drawing/2014/main" id="{7FDEC0FD-9ADD-3256-2E1D-CA87CA5AE1F0}"/>
              </a:ext>
            </a:extLst>
          </p:cNvPr>
          <p:cNvGrpSpPr/>
          <p:nvPr/>
        </p:nvGrpSpPr>
        <p:grpSpPr>
          <a:xfrm>
            <a:off x="3763728" y="2277504"/>
            <a:ext cx="852480" cy="181080"/>
            <a:chOff x="3763728" y="2277504"/>
            <a:chExt cx="852480" cy="181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1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7B6F059C-2873-1C2A-B1FB-5EED098FAF5B}"/>
                    </a:ext>
                  </a:extLst>
                </p14:cNvPr>
                <p14:cNvContentPartPr/>
                <p14:nvPr/>
              </p14:nvContentPartPr>
              <p14:xfrm>
                <a:off x="3763728" y="2350224"/>
                <a:ext cx="131400" cy="10836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7B6F059C-2873-1C2A-B1FB-5EED098FAF5B}"/>
                    </a:ext>
                  </a:extLst>
                </p:cNvPr>
                <p:cNvPicPr/>
                <p:nvPr/>
              </p:nvPicPr>
              <p:blipFill>
                <a:blip r:embed="rId122"/>
                <a:stretch>
                  <a:fillRect/>
                </a:stretch>
              </p:blipFill>
              <p:spPr>
                <a:xfrm>
                  <a:off x="3754728" y="2341224"/>
                  <a:ext cx="14904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3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92537B8B-18C1-73D0-D353-BAA3C1981D9C}"/>
                    </a:ext>
                  </a:extLst>
                </p14:cNvPr>
                <p14:cNvContentPartPr/>
                <p14:nvPr/>
              </p14:nvContentPartPr>
              <p14:xfrm>
                <a:off x="3977208" y="2358144"/>
                <a:ext cx="150480" cy="9288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92537B8B-18C1-73D0-D353-BAA3C1981D9C}"/>
                    </a:ext>
                  </a:extLst>
                </p:cNvPr>
                <p:cNvPicPr/>
                <p:nvPr/>
              </p:nvPicPr>
              <p:blipFill>
                <a:blip r:embed="rId124"/>
                <a:stretch>
                  <a:fillRect/>
                </a:stretch>
              </p:blipFill>
              <p:spPr>
                <a:xfrm>
                  <a:off x="3968208" y="2349144"/>
                  <a:ext cx="168120" cy="11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5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83EED193-47F3-F899-70E1-D45F367BC77A}"/>
                    </a:ext>
                  </a:extLst>
                </p14:cNvPr>
                <p14:cNvContentPartPr/>
                <p14:nvPr/>
              </p14:nvContentPartPr>
              <p14:xfrm>
                <a:off x="4174848" y="2277504"/>
                <a:ext cx="91800" cy="14688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83EED193-47F3-F899-70E1-D45F367BC77A}"/>
                    </a:ext>
                  </a:extLst>
                </p:cNvPr>
                <p:cNvPicPr/>
                <p:nvPr/>
              </p:nvPicPr>
              <p:blipFill>
                <a:blip r:embed="rId126"/>
                <a:stretch>
                  <a:fillRect/>
                </a:stretch>
              </p:blipFill>
              <p:spPr>
                <a:xfrm>
                  <a:off x="4165848" y="2268864"/>
                  <a:ext cx="109440" cy="16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7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FD77D739-C52E-0444-17FF-F989582D7AD6}"/>
                    </a:ext>
                  </a:extLst>
                </p14:cNvPr>
                <p14:cNvContentPartPr/>
                <p14:nvPr/>
              </p14:nvContentPartPr>
              <p14:xfrm>
                <a:off x="4329648" y="2362824"/>
                <a:ext cx="286560" cy="7632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FD77D739-C52E-0444-17FF-F989582D7AD6}"/>
                    </a:ext>
                  </a:extLst>
                </p:cNvPr>
                <p:cNvPicPr/>
                <p:nvPr/>
              </p:nvPicPr>
              <p:blipFill>
                <a:blip r:embed="rId128"/>
                <a:stretch>
                  <a:fillRect/>
                </a:stretch>
              </p:blipFill>
              <p:spPr>
                <a:xfrm>
                  <a:off x="4320648" y="2354184"/>
                  <a:ext cx="304200" cy="93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6" name="Group 75">
            <a:extLst>
              <a:ext uri="{FF2B5EF4-FFF2-40B4-BE49-F238E27FC236}">
                <a16:creationId xmlns:a16="http://schemas.microsoft.com/office/drawing/2014/main" id="{33060590-4C47-74A8-1944-B46C9C6830CB}"/>
              </a:ext>
            </a:extLst>
          </p:cNvPr>
          <p:cNvGrpSpPr/>
          <p:nvPr/>
        </p:nvGrpSpPr>
        <p:grpSpPr>
          <a:xfrm>
            <a:off x="5037048" y="2025144"/>
            <a:ext cx="1188360" cy="556920"/>
            <a:chOff x="5037048" y="2025144"/>
            <a:chExt cx="1188360" cy="556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9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DA897558-B259-E7C6-15FC-CA955E5152A3}"/>
                    </a:ext>
                  </a:extLst>
                </p14:cNvPr>
                <p14:cNvContentPartPr/>
                <p14:nvPr/>
              </p14:nvContentPartPr>
              <p14:xfrm>
                <a:off x="5037048" y="2025144"/>
                <a:ext cx="846720" cy="54900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DA897558-B259-E7C6-15FC-CA955E5152A3}"/>
                    </a:ext>
                  </a:extLst>
                </p:cNvPr>
                <p:cNvPicPr/>
                <p:nvPr/>
              </p:nvPicPr>
              <p:blipFill>
                <a:blip r:embed="rId130"/>
                <a:stretch>
                  <a:fillRect/>
                </a:stretch>
              </p:blipFill>
              <p:spPr>
                <a:xfrm>
                  <a:off x="5028408" y="2016504"/>
                  <a:ext cx="864360" cy="56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1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393BAD7F-7186-FCF1-DDA6-BED160F4328D}"/>
                    </a:ext>
                  </a:extLst>
                </p14:cNvPr>
                <p14:cNvContentPartPr/>
                <p14:nvPr/>
              </p14:nvContentPartPr>
              <p14:xfrm>
                <a:off x="5889528" y="2249784"/>
                <a:ext cx="335880" cy="33228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393BAD7F-7186-FCF1-DDA6-BED160F4328D}"/>
                    </a:ext>
                  </a:extLst>
                </p:cNvPr>
                <p:cNvPicPr/>
                <p:nvPr/>
              </p:nvPicPr>
              <p:blipFill>
                <a:blip r:embed="rId132"/>
                <a:stretch>
                  <a:fillRect/>
                </a:stretch>
              </p:blipFill>
              <p:spPr>
                <a:xfrm>
                  <a:off x="5880888" y="2241144"/>
                  <a:ext cx="353520" cy="349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8" name="Group 87">
            <a:extLst>
              <a:ext uri="{FF2B5EF4-FFF2-40B4-BE49-F238E27FC236}">
                <a16:creationId xmlns:a16="http://schemas.microsoft.com/office/drawing/2014/main" id="{3B754CD2-B8F2-6836-22FB-7DB6DDD73302}"/>
              </a:ext>
            </a:extLst>
          </p:cNvPr>
          <p:cNvGrpSpPr/>
          <p:nvPr/>
        </p:nvGrpSpPr>
        <p:grpSpPr>
          <a:xfrm>
            <a:off x="6411888" y="2134944"/>
            <a:ext cx="2448720" cy="362880"/>
            <a:chOff x="6411888" y="2134944"/>
            <a:chExt cx="2448720" cy="362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3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F32BDFC5-DC0D-366B-2E2B-ACF657705CA2}"/>
                    </a:ext>
                  </a:extLst>
                </p14:cNvPr>
                <p14:cNvContentPartPr/>
                <p14:nvPr/>
              </p14:nvContentPartPr>
              <p14:xfrm>
                <a:off x="6411888" y="2263104"/>
                <a:ext cx="801360" cy="18828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F32BDFC5-DC0D-366B-2E2B-ACF657705CA2}"/>
                    </a:ext>
                  </a:extLst>
                </p:cNvPr>
                <p:cNvPicPr/>
                <p:nvPr/>
              </p:nvPicPr>
              <p:blipFill>
                <a:blip r:embed="rId134"/>
                <a:stretch>
                  <a:fillRect/>
                </a:stretch>
              </p:blipFill>
              <p:spPr>
                <a:xfrm>
                  <a:off x="6403248" y="2254464"/>
                  <a:ext cx="819000" cy="20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5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E673F235-56A8-8DCC-45AF-AC0657226B79}"/>
                    </a:ext>
                  </a:extLst>
                </p14:cNvPr>
                <p14:cNvContentPartPr/>
                <p14:nvPr/>
              </p14:nvContentPartPr>
              <p14:xfrm>
                <a:off x="7441848" y="2134944"/>
                <a:ext cx="202680" cy="36288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E673F235-56A8-8DCC-45AF-AC0657226B79}"/>
                    </a:ext>
                  </a:extLst>
                </p:cNvPr>
                <p:cNvPicPr/>
                <p:nvPr/>
              </p:nvPicPr>
              <p:blipFill>
                <a:blip r:embed="rId136"/>
                <a:stretch>
                  <a:fillRect/>
                </a:stretch>
              </p:blipFill>
              <p:spPr>
                <a:xfrm>
                  <a:off x="7433208" y="2125944"/>
                  <a:ext cx="220320" cy="38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7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6AB34819-0666-37E4-6777-48ECA11A513B}"/>
                    </a:ext>
                  </a:extLst>
                </p14:cNvPr>
                <p14:cNvContentPartPr/>
                <p14:nvPr/>
              </p14:nvContentPartPr>
              <p14:xfrm>
                <a:off x="7694568" y="2299824"/>
                <a:ext cx="403560" cy="11556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6AB34819-0666-37E4-6777-48ECA11A513B}"/>
                    </a:ext>
                  </a:extLst>
                </p:cNvPr>
                <p:cNvPicPr/>
                <p:nvPr/>
              </p:nvPicPr>
              <p:blipFill>
                <a:blip r:embed="rId138"/>
                <a:stretch>
                  <a:fillRect/>
                </a:stretch>
              </p:blipFill>
              <p:spPr>
                <a:xfrm>
                  <a:off x="7685568" y="2291184"/>
                  <a:ext cx="421200" cy="13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9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DF41B94A-6385-39B1-710C-8F76230C7235}"/>
                    </a:ext>
                  </a:extLst>
                </p14:cNvPr>
                <p14:cNvContentPartPr/>
                <p14:nvPr/>
              </p14:nvContentPartPr>
              <p14:xfrm>
                <a:off x="8119368" y="2239704"/>
                <a:ext cx="21240" cy="15840"/>
              </p14:xfrm>
            </p:contentPart>
          </mc:Choice>
          <mc:Fallback xmlns=""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DF41B94A-6385-39B1-710C-8F76230C7235}"/>
                    </a:ext>
                  </a:extLst>
                </p:cNvPr>
                <p:cNvPicPr/>
                <p:nvPr/>
              </p:nvPicPr>
              <p:blipFill>
                <a:blip r:embed="rId140"/>
                <a:stretch>
                  <a:fillRect/>
                </a:stretch>
              </p:blipFill>
              <p:spPr>
                <a:xfrm>
                  <a:off x="8110368" y="2231064"/>
                  <a:ext cx="38880" cy="3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1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CCD871AD-4616-799B-E625-C97AE5C8C1EF}"/>
                    </a:ext>
                  </a:extLst>
                </p14:cNvPr>
                <p14:cNvContentPartPr/>
                <p14:nvPr/>
              </p14:nvContentPartPr>
              <p14:xfrm>
                <a:off x="8207208" y="2330424"/>
                <a:ext cx="124200" cy="6660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CCD871AD-4616-799B-E625-C97AE5C8C1EF}"/>
                    </a:ext>
                  </a:extLst>
                </p:cNvPr>
                <p:cNvPicPr/>
                <p:nvPr/>
              </p:nvPicPr>
              <p:blipFill>
                <a:blip r:embed="rId142"/>
                <a:stretch>
                  <a:fillRect/>
                </a:stretch>
              </p:blipFill>
              <p:spPr>
                <a:xfrm>
                  <a:off x="8198208" y="2321784"/>
                  <a:ext cx="141840" cy="8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3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CB1F380E-B0C3-7B7C-71D6-E3DA7D396887}"/>
                    </a:ext>
                  </a:extLst>
                </p14:cNvPr>
                <p14:cNvContentPartPr/>
                <p14:nvPr/>
              </p14:nvContentPartPr>
              <p14:xfrm>
                <a:off x="8416008" y="2333304"/>
                <a:ext cx="13320" cy="6012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CB1F380E-B0C3-7B7C-71D6-E3DA7D396887}"/>
                    </a:ext>
                  </a:extLst>
                </p:cNvPr>
                <p:cNvPicPr/>
                <p:nvPr/>
              </p:nvPicPr>
              <p:blipFill>
                <a:blip r:embed="rId144"/>
                <a:stretch>
                  <a:fillRect/>
                </a:stretch>
              </p:blipFill>
              <p:spPr>
                <a:xfrm>
                  <a:off x="8407368" y="2324304"/>
                  <a:ext cx="30960" cy="7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5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EFA73287-82D7-6CBF-63EA-50BF7199B462}"/>
                    </a:ext>
                  </a:extLst>
                </p14:cNvPr>
                <p14:cNvContentPartPr/>
                <p14:nvPr/>
              </p14:nvContentPartPr>
              <p14:xfrm>
                <a:off x="8457408" y="2262024"/>
                <a:ext cx="6480" cy="23760"/>
              </p14:xfrm>
            </p:contentPart>
          </mc:Choice>
          <mc:Fallback xmlns=""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EFA73287-82D7-6CBF-63EA-50BF7199B462}"/>
                    </a:ext>
                  </a:extLst>
                </p:cNvPr>
                <p:cNvPicPr/>
                <p:nvPr/>
              </p:nvPicPr>
              <p:blipFill>
                <a:blip r:embed="rId146"/>
                <a:stretch>
                  <a:fillRect/>
                </a:stretch>
              </p:blipFill>
              <p:spPr>
                <a:xfrm>
                  <a:off x="8448408" y="2253384"/>
                  <a:ext cx="24120" cy="4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7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D9D4C1BB-684D-447D-2E5C-16DA449DC4CE}"/>
                    </a:ext>
                  </a:extLst>
                </p14:cNvPr>
                <p14:cNvContentPartPr/>
                <p14:nvPr/>
              </p14:nvContentPartPr>
              <p14:xfrm>
                <a:off x="8569008" y="2337264"/>
                <a:ext cx="291600" cy="54720"/>
              </p14:xfrm>
            </p:contentPart>
          </mc:Choice>
          <mc:Fallback xmlns=""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D9D4C1BB-684D-447D-2E5C-16DA449DC4CE}"/>
                    </a:ext>
                  </a:extLst>
                </p:cNvPr>
                <p:cNvPicPr/>
                <p:nvPr/>
              </p:nvPicPr>
              <p:blipFill>
                <a:blip r:embed="rId148"/>
                <a:stretch>
                  <a:fillRect/>
                </a:stretch>
              </p:blipFill>
              <p:spPr>
                <a:xfrm>
                  <a:off x="8560008" y="2328264"/>
                  <a:ext cx="309240" cy="72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0" name="Group 99">
            <a:extLst>
              <a:ext uri="{FF2B5EF4-FFF2-40B4-BE49-F238E27FC236}">
                <a16:creationId xmlns:a16="http://schemas.microsoft.com/office/drawing/2014/main" id="{D63502B9-7CBA-D8B6-626C-C3CD1FE10FA0}"/>
              </a:ext>
            </a:extLst>
          </p:cNvPr>
          <p:cNvGrpSpPr/>
          <p:nvPr/>
        </p:nvGrpSpPr>
        <p:grpSpPr>
          <a:xfrm>
            <a:off x="9218448" y="2166984"/>
            <a:ext cx="2403360" cy="473760"/>
            <a:chOff x="9218448" y="2166984"/>
            <a:chExt cx="2403360" cy="473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9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A828184C-3BDB-8F7E-2A72-6E6E0ACF9010}"/>
                    </a:ext>
                  </a:extLst>
                </p14:cNvPr>
                <p14:cNvContentPartPr/>
                <p14:nvPr/>
              </p14:nvContentPartPr>
              <p14:xfrm>
                <a:off x="9218448" y="2202624"/>
                <a:ext cx="140040" cy="43812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A828184C-3BDB-8F7E-2A72-6E6E0ACF9010}"/>
                    </a:ext>
                  </a:extLst>
                </p:cNvPr>
                <p:cNvPicPr/>
                <p:nvPr/>
              </p:nvPicPr>
              <p:blipFill>
                <a:blip r:embed="rId150"/>
                <a:stretch>
                  <a:fillRect/>
                </a:stretch>
              </p:blipFill>
              <p:spPr>
                <a:xfrm>
                  <a:off x="9209448" y="2193984"/>
                  <a:ext cx="157680" cy="45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1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3A717681-0AC4-16C3-E368-353EE3270D3F}"/>
                    </a:ext>
                  </a:extLst>
                </p14:cNvPr>
                <p14:cNvContentPartPr/>
                <p14:nvPr/>
              </p14:nvContentPartPr>
              <p14:xfrm>
                <a:off x="9487728" y="2323944"/>
                <a:ext cx="99360" cy="70200"/>
              </p14:xfrm>
            </p:contentPart>
          </mc:Choice>
          <mc:Fallback xmlns=""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3A717681-0AC4-16C3-E368-353EE3270D3F}"/>
                    </a:ext>
                  </a:extLst>
                </p:cNvPr>
                <p:cNvPicPr/>
                <p:nvPr/>
              </p:nvPicPr>
              <p:blipFill>
                <a:blip r:embed="rId152"/>
                <a:stretch>
                  <a:fillRect/>
                </a:stretch>
              </p:blipFill>
              <p:spPr>
                <a:xfrm>
                  <a:off x="9479088" y="2315304"/>
                  <a:ext cx="117000" cy="8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3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98B0F5D3-BC05-9E3A-CCE8-E232908155BB}"/>
                    </a:ext>
                  </a:extLst>
                </p14:cNvPr>
                <p14:cNvContentPartPr/>
                <p14:nvPr/>
              </p14:nvContentPartPr>
              <p14:xfrm>
                <a:off x="9644688" y="2333664"/>
                <a:ext cx="79920" cy="3348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98B0F5D3-BC05-9E3A-CCE8-E232908155BB}"/>
                    </a:ext>
                  </a:extLst>
                </p:cNvPr>
                <p:cNvPicPr/>
                <p:nvPr/>
              </p:nvPicPr>
              <p:blipFill>
                <a:blip r:embed="rId154"/>
                <a:stretch>
                  <a:fillRect/>
                </a:stretch>
              </p:blipFill>
              <p:spPr>
                <a:xfrm>
                  <a:off x="9636048" y="2324664"/>
                  <a:ext cx="97560" cy="5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5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ED55D666-65C8-C53F-31E7-FEEFF83FDEA6}"/>
                    </a:ext>
                  </a:extLst>
                </p14:cNvPr>
                <p14:cNvContentPartPr/>
                <p14:nvPr/>
              </p14:nvContentPartPr>
              <p14:xfrm>
                <a:off x="9789768" y="2309904"/>
                <a:ext cx="249120" cy="7308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ED55D666-65C8-C53F-31E7-FEEFF83FDEA6}"/>
                    </a:ext>
                  </a:extLst>
                </p:cNvPr>
                <p:cNvPicPr/>
                <p:nvPr/>
              </p:nvPicPr>
              <p:blipFill>
                <a:blip r:embed="rId156"/>
                <a:stretch>
                  <a:fillRect/>
                </a:stretch>
              </p:blipFill>
              <p:spPr>
                <a:xfrm>
                  <a:off x="9781128" y="2300904"/>
                  <a:ext cx="266760" cy="9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7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B988DB34-BD1F-4B24-0B02-2D94918642DF}"/>
                    </a:ext>
                  </a:extLst>
                </p14:cNvPr>
                <p14:cNvContentPartPr/>
                <p14:nvPr/>
              </p14:nvContentPartPr>
              <p14:xfrm>
                <a:off x="10123848" y="2321064"/>
                <a:ext cx="172440" cy="6264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B988DB34-BD1F-4B24-0B02-2D94918642DF}"/>
                    </a:ext>
                  </a:extLst>
                </p:cNvPr>
                <p:cNvPicPr/>
                <p:nvPr/>
              </p:nvPicPr>
              <p:blipFill>
                <a:blip r:embed="rId158"/>
                <a:stretch>
                  <a:fillRect/>
                </a:stretch>
              </p:blipFill>
              <p:spPr>
                <a:xfrm>
                  <a:off x="10114848" y="2312424"/>
                  <a:ext cx="190080" cy="8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9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E0CAEB73-16FA-56ED-46CA-5351D6D6CF0D}"/>
                    </a:ext>
                  </a:extLst>
                </p14:cNvPr>
                <p14:cNvContentPartPr/>
                <p14:nvPr/>
              </p14:nvContentPartPr>
              <p14:xfrm>
                <a:off x="10396728" y="2332224"/>
                <a:ext cx="177840" cy="52200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E0CAEB73-16FA-56ED-46CA-5351D6D6CF0D}"/>
                    </a:ext>
                  </a:extLst>
                </p:cNvPr>
                <p:cNvPicPr/>
                <p:nvPr/>
              </p:nvPicPr>
              <p:blipFill>
                <a:blip r:embed="rId160"/>
                <a:stretch>
                  <a:fillRect/>
                </a:stretch>
              </p:blipFill>
              <p:spPr>
                <a:xfrm>
                  <a:off x="10387728" y="2323224"/>
                  <a:ext cx="195480" cy="6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1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08442BCA-331E-E76B-DBF3-F0FCE0DEEC56}"/>
                    </a:ext>
                  </a:extLst>
                </p14:cNvPr>
                <p14:cNvContentPartPr/>
                <p14:nvPr/>
              </p14:nvContentPartPr>
              <p14:xfrm>
                <a:off x="10699128" y="2166984"/>
                <a:ext cx="109080" cy="356760"/>
              </p14:xfrm>
            </p:contentPart>
          </mc:Choice>
          <mc:Fallback xmlns=""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08442BCA-331E-E76B-DBF3-F0FCE0DEEC56}"/>
                    </a:ext>
                  </a:extLst>
                </p:cNvPr>
                <p:cNvPicPr/>
                <p:nvPr/>
              </p:nvPicPr>
              <p:blipFill>
                <a:blip r:embed="rId162"/>
                <a:stretch>
                  <a:fillRect/>
                </a:stretch>
              </p:blipFill>
              <p:spPr>
                <a:xfrm>
                  <a:off x="10690488" y="2157984"/>
                  <a:ext cx="126720" cy="37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3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C08E59D8-8238-5BB0-DE62-6072EA48FCB3}"/>
                    </a:ext>
                  </a:extLst>
                </p14:cNvPr>
                <p14:cNvContentPartPr/>
                <p14:nvPr/>
              </p14:nvContentPartPr>
              <p14:xfrm>
                <a:off x="10996488" y="2193984"/>
                <a:ext cx="165600" cy="289800"/>
              </p14:xfrm>
            </p:contentPart>
          </mc:Choice>
          <mc:Fallback xmlns=""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C08E59D8-8238-5BB0-DE62-6072EA48FCB3}"/>
                    </a:ext>
                  </a:extLst>
                </p:cNvPr>
                <p:cNvPicPr/>
                <p:nvPr/>
              </p:nvPicPr>
              <p:blipFill>
                <a:blip r:embed="rId164"/>
                <a:stretch>
                  <a:fillRect/>
                </a:stretch>
              </p:blipFill>
              <p:spPr>
                <a:xfrm>
                  <a:off x="10987848" y="2184984"/>
                  <a:ext cx="183240" cy="30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5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2EA8A2A4-8E6C-AE23-24DE-B4CE9F1E6267}"/>
                    </a:ext>
                  </a:extLst>
                </p14:cNvPr>
                <p14:cNvContentPartPr/>
                <p14:nvPr/>
              </p14:nvContentPartPr>
              <p14:xfrm>
                <a:off x="11270088" y="2236464"/>
                <a:ext cx="129960" cy="228960"/>
              </p14:xfrm>
            </p:contentPart>
          </mc:Choice>
          <mc:Fallback xmlns=""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2EA8A2A4-8E6C-AE23-24DE-B4CE9F1E6267}"/>
                    </a:ext>
                  </a:extLst>
                </p:cNvPr>
                <p:cNvPicPr/>
                <p:nvPr/>
              </p:nvPicPr>
              <p:blipFill>
                <a:blip r:embed="rId166"/>
                <a:stretch>
                  <a:fillRect/>
                </a:stretch>
              </p:blipFill>
              <p:spPr>
                <a:xfrm>
                  <a:off x="11261448" y="2227464"/>
                  <a:ext cx="147600" cy="24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7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23F47FBC-BFEF-0734-3538-BF21A65BB9C1}"/>
                    </a:ext>
                  </a:extLst>
                </p14:cNvPr>
                <p14:cNvContentPartPr/>
                <p14:nvPr/>
              </p14:nvContentPartPr>
              <p14:xfrm>
                <a:off x="11281248" y="2183904"/>
                <a:ext cx="340560" cy="448200"/>
              </p14:xfrm>
            </p:contentPart>
          </mc:Choice>
          <mc:Fallback xmlns=""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23F47FBC-BFEF-0734-3538-BF21A65BB9C1}"/>
                    </a:ext>
                  </a:extLst>
                </p:cNvPr>
                <p:cNvPicPr/>
                <p:nvPr/>
              </p:nvPicPr>
              <p:blipFill>
                <a:blip r:embed="rId168"/>
                <a:stretch>
                  <a:fillRect/>
                </a:stretch>
              </p:blipFill>
              <p:spPr>
                <a:xfrm>
                  <a:off x="11272608" y="2174904"/>
                  <a:ext cx="358200" cy="465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2" name="Group 111">
            <a:extLst>
              <a:ext uri="{FF2B5EF4-FFF2-40B4-BE49-F238E27FC236}">
                <a16:creationId xmlns:a16="http://schemas.microsoft.com/office/drawing/2014/main" id="{46C18DAF-36D3-6F2E-805E-40FB23EC0AF2}"/>
              </a:ext>
            </a:extLst>
          </p:cNvPr>
          <p:cNvGrpSpPr/>
          <p:nvPr/>
        </p:nvGrpSpPr>
        <p:grpSpPr>
          <a:xfrm>
            <a:off x="2682648" y="2576304"/>
            <a:ext cx="2757960" cy="450360"/>
            <a:chOff x="2682648" y="2576304"/>
            <a:chExt cx="2757960" cy="450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9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AE4275B9-E3DD-2FE0-8D1C-9DA8055F5803}"/>
                    </a:ext>
                  </a:extLst>
                </p14:cNvPr>
                <p14:cNvContentPartPr/>
                <p14:nvPr/>
              </p14:nvContentPartPr>
              <p14:xfrm>
                <a:off x="2682648" y="2695464"/>
                <a:ext cx="227880" cy="316080"/>
              </p14:xfrm>
            </p:contentPart>
          </mc:Choice>
          <mc:Fallback xmlns=""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AE4275B9-E3DD-2FE0-8D1C-9DA8055F5803}"/>
                    </a:ext>
                  </a:extLst>
                </p:cNvPr>
                <p:cNvPicPr/>
                <p:nvPr/>
              </p:nvPicPr>
              <p:blipFill>
                <a:blip r:embed="rId170"/>
                <a:stretch>
                  <a:fillRect/>
                </a:stretch>
              </p:blipFill>
              <p:spPr>
                <a:xfrm>
                  <a:off x="2673648" y="2686464"/>
                  <a:ext cx="245520" cy="33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1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233F0EC3-0FA4-A132-CA77-FACF0DD3B6DD}"/>
                    </a:ext>
                  </a:extLst>
                </p14:cNvPr>
                <p14:cNvContentPartPr/>
                <p14:nvPr/>
              </p14:nvContentPartPr>
              <p14:xfrm>
                <a:off x="3150648" y="2622024"/>
                <a:ext cx="141840" cy="352800"/>
              </p14:xfrm>
            </p:contentPart>
          </mc:Choice>
          <mc:Fallback xmlns=""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233F0EC3-0FA4-A132-CA77-FACF0DD3B6DD}"/>
                    </a:ext>
                  </a:extLst>
                </p:cNvPr>
                <p:cNvPicPr/>
                <p:nvPr/>
              </p:nvPicPr>
              <p:blipFill>
                <a:blip r:embed="rId172"/>
                <a:stretch>
                  <a:fillRect/>
                </a:stretch>
              </p:blipFill>
              <p:spPr>
                <a:xfrm>
                  <a:off x="3141648" y="2613384"/>
                  <a:ext cx="159480" cy="37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3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BD88E63D-A741-4A26-7EEA-0B33B0F84E50}"/>
                    </a:ext>
                  </a:extLst>
                </p14:cNvPr>
                <p14:cNvContentPartPr/>
                <p14:nvPr/>
              </p14:nvContentPartPr>
              <p14:xfrm>
                <a:off x="3309408" y="2835144"/>
                <a:ext cx="77040" cy="60120"/>
              </p14:xfrm>
            </p:contentPart>
          </mc:Choice>
          <mc:Fallback xmlns=""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BD88E63D-A741-4A26-7EEA-0B33B0F84E50}"/>
                    </a:ext>
                  </a:extLst>
                </p:cNvPr>
                <p:cNvPicPr/>
                <p:nvPr/>
              </p:nvPicPr>
              <p:blipFill>
                <a:blip r:embed="rId174"/>
                <a:stretch>
                  <a:fillRect/>
                </a:stretch>
              </p:blipFill>
              <p:spPr>
                <a:xfrm>
                  <a:off x="3300768" y="2826504"/>
                  <a:ext cx="94680" cy="7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5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D8A7D5B6-2631-626C-2170-A4392983CA8E}"/>
                    </a:ext>
                  </a:extLst>
                </p14:cNvPr>
                <p14:cNvContentPartPr/>
                <p14:nvPr/>
              </p14:nvContentPartPr>
              <p14:xfrm>
                <a:off x="3476448" y="2706264"/>
                <a:ext cx="151560" cy="201600"/>
              </p14:xfrm>
            </p:contentPart>
          </mc:Choice>
          <mc:Fallback xmlns=""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D8A7D5B6-2631-626C-2170-A4392983CA8E}"/>
                    </a:ext>
                  </a:extLst>
                </p:cNvPr>
                <p:cNvPicPr/>
                <p:nvPr/>
              </p:nvPicPr>
              <p:blipFill>
                <a:blip r:embed="rId176"/>
                <a:stretch>
                  <a:fillRect/>
                </a:stretch>
              </p:blipFill>
              <p:spPr>
                <a:xfrm>
                  <a:off x="3467808" y="2697624"/>
                  <a:ext cx="169200" cy="21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7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556593BC-2C5E-E746-7A27-AFC6E18D86E5}"/>
                    </a:ext>
                  </a:extLst>
                </p14:cNvPr>
                <p14:cNvContentPartPr/>
                <p14:nvPr/>
              </p14:nvContentPartPr>
              <p14:xfrm>
                <a:off x="3659328" y="2737584"/>
                <a:ext cx="6480" cy="24480"/>
              </p14:xfrm>
            </p:contentPart>
          </mc:Choice>
          <mc:Fallback xmlns=""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556593BC-2C5E-E746-7A27-AFC6E18D86E5}"/>
                    </a:ext>
                  </a:extLst>
                </p:cNvPr>
                <p:cNvPicPr/>
                <p:nvPr/>
              </p:nvPicPr>
              <p:blipFill>
                <a:blip r:embed="rId146"/>
                <a:stretch>
                  <a:fillRect/>
                </a:stretch>
              </p:blipFill>
              <p:spPr>
                <a:xfrm>
                  <a:off x="3650328" y="2728584"/>
                  <a:ext cx="24120" cy="4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8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B0A34E37-24C2-9C15-97DD-61230D3FA384}"/>
                    </a:ext>
                  </a:extLst>
                </p14:cNvPr>
                <p14:cNvContentPartPr/>
                <p14:nvPr/>
              </p14:nvContentPartPr>
              <p14:xfrm>
                <a:off x="3731688" y="2823264"/>
                <a:ext cx="225000" cy="39240"/>
              </p14:xfrm>
            </p:contentPart>
          </mc:Choice>
          <mc:Fallback xmlns=""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B0A34E37-24C2-9C15-97DD-61230D3FA384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3723048" y="2814624"/>
                  <a:ext cx="242640" cy="5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0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55387320-70B5-9333-89CF-5938BB68AB31}"/>
                    </a:ext>
                  </a:extLst>
                </p14:cNvPr>
                <p14:cNvContentPartPr/>
                <p14:nvPr/>
              </p14:nvContentPartPr>
              <p14:xfrm>
                <a:off x="4194288" y="2576304"/>
                <a:ext cx="660960" cy="420120"/>
              </p14:xfrm>
            </p:contentPart>
          </mc:Choice>
          <mc:Fallback xmlns=""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55387320-70B5-9333-89CF-5938BB68AB31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4185288" y="2567664"/>
                  <a:ext cx="678600" cy="43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2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E60E28C6-E3FF-AFED-0F4E-EE090AFE8356}"/>
                    </a:ext>
                  </a:extLst>
                </p14:cNvPr>
                <p14:cNvContentPartPr/>
                <p14:nvPr/>
              </p14:nvContentPartPr>
              <p14:xfrm>
                <a:off x="4897368" y="2748024"/>
                <a:ext cx="333000" cy="152640"/>
              </p14:xfrm>
            </p:contentPart>
          </mc:Choice>
          <mc:Fallback xmlns=""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E60E28C6-E3FF-AFED-0F4E-EE090AFE8356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4888728" y="2739384"/>
                  <a:ext cx="350640" cy="17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4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E0284816-4711-3B42-5E37-E9F5BA4B3B20}"/>
                    </a:ext>
                  </a:extLst>
                </p14:cNvPr>
                <p14:cNvContentPartPr/>
                <p14:nvPr/>
              </p14:nvContentPartPr>
              <p14:xfrm>
                <a:off x="5111208" y="2685384"/>
                <a:ext cx="329400" cy="341280"/>
              </p14:xfrm>
            </p:contentPart>
          </mc:Choice>
          <mc:Fallback xmlns=""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E0284816-4711-3B42-5E37-E9F5BA4B3B20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5102568" y="2676384"/>
                  <a:ext cx="347040" cy="3589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86">
            <p14:nvContentPartPr>
              <p14:cNvPr id="113" name="Ink 112">
                <a:extLst>
                  <a:ext uri="{FF2B5EF4-FFF2-40B4-BE49-F238E27FC236}">
                    <a16:creationId xmlns:a16="http://schemas.microsoft.com/office/drawing/2014/main" id="{ECD4D76F-2E4E-DE58-63EC-5E455D55D1B6}"/>
                  </a:ext>
                </a:extLst>
              </p14:cNvPr>
              <p14:cNvContentPartPr/>
              <p14:nvPr/>
            </p14:nvContentPartPr>
            <p14:xfrm>
              <a:off x="1952568" y="1368864"/>
              <a:ext cx="212400" cy="465120"/>
            </p14:xfrm>
          </p:contentPart>
        </mc:Choice>
        <mc:Fallback xmlns="">
          <p:pic>
            <p:nvPicPr>
              <p:cNvPr id="113" name="Ink 112">
                <a:extLst>
                  <a:ext uri="{FF2B5EF4-FFF2-40B4-BE49-F238E27FC236}">
                    <a16:creationId xmlns:a16="http://schemas.microsoft.com/office/drawing/2014/main" id="{ECD4D76F-2E4E-DE58-63EC-5E455D55D1B6}"/>
                  </a:ext>
                </a:extLst>
              </p:cNvPr>
              <p:cNvPicPr/>
              <p:nvPr/>
            </p:nvPicPr>
            <p:blipFill>
              <a:blip r:embed="rId187"/>
              <a:stretch>
                <a:fillRect/>
              </a:stretch>
            </p:blipFill>
            <p:spPr>
              <a:xfrm>
                <a:off x="1943928" y="1359864"/>
                <a:ext cx="230040" cy="482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8">
            <p14:nvContentPartPr>
              <p14:cNvPr id="114" name="Ink 113">
                <a:extLst>
                  <a:ext uri="{FF2B5EF4-FFF2-40B4-BE49-F238E27FC236}">
                    <a16:creationId xmlns:a16="http://schemas.microsoft.com/office/drawing/2014/main" id="{2BECD8D9-6A0D-AED7-3B1C-2FBFB452FAA3}"/>
                  </a:ext>
                </a:extLst>
              </p14:cNvPr>
              <p14:cNvContentPartPr/>
              <p14:nvPr/>
            </p14:nvContentPartPr>
            <p14:xfrm>
              <a:off x="221328" y="845064"/>
              <a:ext cx="32400" cy="60840"/>
            </p14:xfrm>
          </p:contentPart>
        </mc:Choice>
        <mc:Fallback xmlns="">
          <p:pic>
            <p:nvPicPr>
              <p:cNvPr id="114" name="Ink 113">
                <a:extLst>
                  <a:ext uri="{FF2B5EF4-FFF2-40B4-BE49-F238E27FC236}">
                    <a16:creationId xmlns:a16="http://schemas.microsoft.com/office/drawing/2014/main" id="{2BECD8D9-6A0D-AED7-3B1C-2FBFB452FAA3}"/>
                  </a:ext>
                </a:extLst>
              </p:cNvPr>
              <p:cNvPicPr/>
              <p:nvPr/>
            </p:nvPicPr>
            <p:blipFill>
              <a:blip r:embed="rId189"/>
              <a:stretch>
                <a:fillRect/>
              </a:stretch>
            </p:blipFill>
            <p:spPr>
              <a:xfrm>
                <a:off x="212328" y="836424"/>
                <a:ext cx="50040" cy="78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0">
            <p14:nvContentPartPr>
              <p14:cNvPr id="115" name="Ink 114">
                <a:extLst>
                  <a:ext uri="{FF2B5EF4-FFF2-40B4-BE49-F238E27FC236}">
                    <a16:creationId xmlns:a16="http://schemas.microsoft.com/office/drawing/2014/main" id="{BDF04FEA-8955-2218-CDFA-FDBB8F56AADB}"/>
                  </a:ext>
                </a:extLst>
              </p14:cNvPr>
              <p14:cNvContentPartPr/>
              <p14:nvPr/>
            </p14:nvContentPartPr>
            <p14:xfrm>
              <a:off x="645048" y="1564344"/>
              <a:ext cx="70920" cy="81720"/>
            </p14:xfrm>
          </p:contentPart>
        </mc:Choice>
        <mc:Fallback xmlns="">
          <p:pic>
            <p:nvPicPr>
              <p:cNvPr id="115" name="Ink 114">
                <a:extLst>
                  <a:ext uri="{FF2B5EF4-FFF2-40B4-BE49-F238E27FC236}">
                    <a16:creationId xmlns:a16="http://schemas.microsoft.com/office/drawing/2014/main" id="{BDF04FEA-8955-2218-CDFA-FDBB8F56AADB}"/>
                  </a:ext>
                </a:extLst>
              </p:cNvPr>
              <p:cNvPicPr/>
              <p:nvPr/>
            </p:nvPicPr>
            <p:blipFill>
              <a:blip r:embed="rId191"/>
              <a:stretch>
                <a:fillRect/>
              </a:stretch>
            </p:blipFill>
            <p:spPr>
              <a:xfrm>
                <a:off x="636408" y="1555704"/>
                <a:ext cx="88560" cy="99360"/>
              </a:xfrm>
              <a:prstGeom prst="rect">
                <a:avLst/>
              </a:prstGeom>
            </p:spPr>
          </p:pic>
        </mc:Fallback>
      </mc:AlternateContent>
      <p:grpSp>
        <p:nvGrpSpPr>
          <p:cNvPr id="119" name="Group 118">
            <a:extLst>
              <a:ext uri="{FF2B5EF4-FFF2-40B4-BE49-F238E27FC236}">
                <a16:creationId xmlns:a16="http://schemas.microsoft.com/office/drawing/2014/main" id="{9A76AED7-141A-987A-F025-23F21C9C6B17}"/>
              </a:ext>
            </a:extLst>
          </p:cNvPr>
          <p:cNvGrpSpPr/>
          <p:nvPr/>
        </p:nvGrpSpPr>
        <p:grpSpPr>
          <a:xfrm>
            <a:off x="2283048" y="1536984"/>
            <a:ext cx="514440" cy="248040"/>
            <a:chOff x="2283048" y="1536984"/>
            <a:chExt cx="514440" cy="248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92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28F381C2-2CDC-49F2-2E55-F25818829F25}"/>
                    </a:ext>
                  </a:extLst>
                </p14:cNvPr>
                <p14:cNvContentPartPr/>
                <p14:nvPr/>
              </p14:nvContentPartPr>
              <p14:xfrm>
                <a:off x="2283048" y="1662984"/>
                <a:ext cx="178560" cy="122040"/>
              </p14:xfrm>
            </p:contentPart>
          </mc:Choice>
          <mc:Fallback xmlns=""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28F381C2-2CDC-49F2-2E55-F25818829F25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2274048" y="1653984"/>
                  <a:ext cx="196200" cy="13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4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33ABA78E-3669-2CE0-F8A2-E627D661BC2A}"/>
                    </a:ext>
                  </a:extLst>
                </p14:cNvPr>
                <p14:cNvContentPartPr/>
                <p14:nvPr/>
              </p14:nvContentPartPr>
              <p14:xfrm>
                <a:off x="2496168" y="1536984"/>
                <a:ext cx="193680" cy="209160"/>
              </p14:xfrm>
            </p:contentPart>
          </mc:Choice>
          <mc:Fallback xmlns=""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33ABA78E-3669-2CE0-F8A2-E627D661BC2A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2487168" y="1528344"/>
                  <a:ext cx="211320" cy="22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6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506E4D19-0596-6B6C-016E-7696A902498A}"/>
                    </a:ext>
                  </a:extLst>
                </p14:cNvPr>
                <p14:cNvContentPartPr/>
                <p14:nvPr/>
              </p14:nvContentPartPr>
              <p14:xfrm>
                <a:off x="2791008" y="1699344"/>
                <a:ext cx="6480" cy="6120"/>
              </p14:xfrm>
            </p:contentPart>
          </mc:Choice>
          <mc:Fallback xmlns=""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506E4D19-0596-6B6C-016E-7696A902498A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2782368" y="1690344"/>
                  <a:ext cx="24120" cy="23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3" name="Group 192">
            <a:extLst>
              <a:ext uri="{FF2B5EF4-FFF2-40B4-BE49-F238E27FC236}">
                <a16:creationId xmlns:a16="http://schemas.microsoft.com/office/drawing/2014/main" id="{93A0E339-D71D-24C3-E33C-4A997BD99FE7}"/>
              </a:ext>
            </a:extLst>
          </p:cNvPr>
          <p:cNvGrpSpPr/>
          <p:nvPr/>
        </p:nvGrpSpPr>
        <p:grpSpPr>
          <a:xfrm>
            <a:off x="3230928" y="1461744"/>
            <a:ext cx="635760" cy="295560"/>
            <a:chOff x="3230928" y="1461744"/>
            <a:chExt cx="635760" cy="295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98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E80184C1-991F-036D-B309-BC455FA19923}"/>
                    </a:ext>
                  </a:extLst>
                </p14:cNvPr>
                <p14:cNvContentPartPr/>
                <p14:nvPr/>
              </p14:nvContentPartPr>
              <p14:xfrm>
                <a:off x="3230928" y="1461744"/>
                <a:ext cx="168120" cy="295560"/>
              </p14:xfrm>
            </p:contentPart>
          </mc:Choice>
          <mc:Fallback xmlns=""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E80184C1-991F-036D-B309-BC455FA19923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3221928" y="1452744"/>
                  <a:ext cx="185760" cy="31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0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677FF23B-B47A-65D2-EA41-7F9BB74CCD64}"/>
                    </a:ext>
                  </a:extLst>
                </p14:cNvPr>
                <p14:cNvContentPartPr/>
                <p14:nvPr/>
              </p14:nvContentPartPr>
              <p14:xfrm>
                <a:off x="3524688" y="1572984"/>
                <a:ext cx="342000" cy="105120"/>
              </p14:xfrm>
            </p:contentPart>
          </mc:Choice>
          <mc:Fallback xmlns=""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677FF23B-B47A-65D2-EA41-7F9BB74CCD64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3516048" y="1564344"/>
                  <a:ext cx="359640" cy="122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7" name="Group 126">
            <a:extLst>
              <a:ext uri="{FF2B5EF4-FFF2-40B4-BE49-F238E27FC236}">
                <a16:creationId xmlns:a16="http://schemas.microsoft.com/office/drawing/2014/main" id="{EBDF9D9B-3FC3-36D2-785C-30618E89CA5D}"/>
              </a:ext>
            </a:extLst>
          </p:cNvPr>
          <p:cNvGrpSpPr/>
          <p:nvPr/>
        </p:nvGrpSpPr>
        <p:grpSpPr>
          <a:xfrm>
            <a:off x="4216608" y="1535904"/>
            <a:ext cx="1169640" cy="291600"/>
            <a:chOff x="4216608" y="1535904"/>
            <a:chExt cx="1169640" cy="291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02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5E3958A8-7D4A-13DC-B567-1D55A285482D}"/>
                    </a:ext>
                  </a:extLst>
                </p14:cNvPr>
                <p14:cNvContentPartPr/>
                <p14:nvPr/>
              </p14:nvContentPartPr>
              <p14:xfrm>
                <a:off x="4216608" y="1535904"/>
                <a:ext cx="298080" cy="291600"/>
              </p14:xfrm>
            </p:contentPart>
          </mc:Choice>
          <mc:Fallback xmlns=""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5E3958A8-7D4A-13DC-B567-1D55A285482D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4207608" y="1526904"/>
                  <a:ext cx="315720" cy="30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4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F51E17B1-8FE6-573D-8A75-F52C925EE0EA}"/>
                    </a:ext>
                  </a:extLst>
                </p14:cNvPr>
                <p14:cNvContentPartPr/>
                <p14:nvPr/>
              </p14:nvContentPartPr>
              <p14:xfrm>
                <a:off x="4542768" y="1599264"/>
                <a:ext cx="89640" cy="52200"/>
              </p14:xfrm>
            </p:contentPart>
          </mc:Choice>
          <mc:Fallback xmlns=""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F51E17B1-8FE6-573D-8A75-F52C925EE0EA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4534128" y="1590264"/>
                  <a:ext cx="107280" cy="6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6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E2E8C137-AB8B-A5A0-BE06-99A5790F5ED9}"/>
                    </a:ext>
                  </a:extLst>
                </p14:cNvPr>
                <p14:cNvContentPartPr/>
                <p14:nvPr/>
              </p14:nvContentPartPr>
              <p14:xfrm>
                <a:off x="4688208" y="1599624"/>
                <a:ext cx="196560" cy="73080"/>
              </p14:xfrm>
            </p:contentPart>
          </mc:Choice>
          <mc:Fallback xmlns=""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E2E8C137-AB8B-A5A0-BE06-99A5790F5ED9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4679568" y="1590984"/>
                  <a:ext cx="214200" cy="9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8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056E93DE-BBE7-3B5F-062F-0F08470407D1}"/>
                    </a:ext>
                  </a:extLst>
                </p14:cNvPr>
                <p14:cNvContentPartPr/>
                <p14:nvPr/>
              </p14:nvContentPartPr>
              <p14:xfrm>
                <a:off x="4962168" y="1610424"/>
                <a:ext cx="162000" cy="62640"/>
              </p14:xfrm>
            </p:contentPart>
          </mc:Choice>
          <mc:Fallback xmlns=""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056E93DE-BBE7-3B5F-062F-0F08470407D1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4953168" y="1601424"/>
                  <a:ext cx="179640" cy="8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0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793799C3-2617-9641-646B-1DCF8286BDA9}"/>
                    </a:ext>
                  </a:extLst>
                </p14:cNvPr>
                <p14:cNvContentPartPr/>
                <p14:nvPr/>
              </p14:nvContentPartPr>
              <p14:xfrm>
                <a:off x="5195808" y="1626264"/>
                <a:ext cx="190440" cy="61920"/>
              </p14:xfrm>
            </p:contentPart>
          </mc:Choice>
          <mc:Fallback xmlns=""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793799C3-2617-9641-646B-1DCF8286BDA9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5186808" y="1617264"/>
                  <a:ext cx="208080" cy="795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12">
            <p14:nvContentPartPr>
              <p14:cNvPr id="194" name="Ink 193">
                <a:extLst>
                  <a:ext uri="{FF2B5EF4-FFF2-40B4-BE49-F238E27FC236}">
                    <a16:creationId xmlns:a16="http://schemas.microsoft.com/office/drawing/2014/main" id="{08135561-0587-4690-4350-B83EDDFB2D4C}"/>
                  </a:ext>
                </a:extLst>
              </p14:cNvPr>
              <p14:cNvContentPartPr/>
              <p14:nvPr/>
            </p14:nvContentPartPr>
            <p14:xfrm>
              <a:off x="674568" y="2397024"/>
              <a:ext cx="61560" cy="49680"/>
            </p14:xfrm>
          </p:contentPart>
        </mc:Choice>
        <mc:Fallback xmlns="">
          <p:pic>
            <p:nvPicPr>
              <p:cNvPr id="194" name="Ink 193">
                <a:extLst>
                  <a:ext uri="{FF2B5EF4-FFF2-40B4-BE49-F238E27FC236}">
                    <a16:creationId xmlns:a16="http://schemas.microsoft.com/office/drawing/2014/main" id="{08135561-0587-4690-4350-B83EDDFB2D4C}"/>
                  </a:ext>
                </a:extLst>
              </p:cNvPr>
              <p:cNvPicPr/>
              <p:nvPr/>
            </p:nvPicPr>
            <p:blipFill>
              <a:blip r:embed="rId213"/>
              <a:stretch>
                <a:fillRect/>
              </a:stretch>
            </p:blipFill>
            <p:spPr>
              <a:xfrm>
                <a:off x="665568" y="2388024"/>
                <a:ext cx="79200" cy="673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6120445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F6078E-F8EC-8694-DE9C-165583D76C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Context-Free Grammar:</a:t>
            </a:r>
            <a:endParaRPr lang="en-IN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59" name="Ink 58">
                <a:extLst>
                  <a:ext uri="{FF2B5EF4-FFF2-40B4-BE49-F238E27FC236}">
                    <a16:creationId xmlns:a16="http://schemas.microsoft.com/office/drawing/2014/main" id="{578DC995-41AF-F0EC-A28F-7FD70C7AD763}"/>
                  </a:ext>
                </a:extLst>
              </p14:cNvPr>
              <p14:cNvContentPartPr/>
              <p14:nvPr/>
            </p14:nvContentPartPr>
            <p14:xfrm>
              <a:off x="9997848" y="1633824"/>
              <a:ext cx="3600" cy="1080"/>
            </p14:xfrm>
          </p:contentPart>
        </mc:Choice>
        <mc:Fallback xmlns="">
          <p:pic>
            <p:nvPicPr>
              <p:cNvPr id="59" name="Ink 58">
                <a:extLst>
                  <a:ext uri="{FF2B5EF4-FFF2-40B4-BE49-F238E27FC236}">
                    <a16:creationId xmlns:a16="http://schemas.microsoft.com/office/drawing/2014/main" id="{578DC995-41AF-F0EC-A28F-7FD70C7AD763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987848" y="1620324"/>
                <a:ext cx="23200" cy="275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08" name="Ink 107">
                <a:extLst>
                  <a:ext uri="{FF2B5EF4-FFF2-40B4-BE49-F238E27FC236}">
                    <a16:creationId xmlns:a16="http://schemas.microsoft.com/office/drawing/2014/main" id="{A29EFE7E-8466-F00F-17AA-72EE82C73811}"/>
                  </a:ext>
                </a:extLst>
              </p14:cNvPr>
              <p14:cNvContentPartPr/>
              <p14:nvPr/>
            </p14:nvContentPartPr>
            <p14:xfrm>
              <a:off x="10428408" y="2647584"/>
              <a:ext cx="28080" cy="3240"/>
            </p14:xfrm>
          </p:contentPart>
        </mc:Choice>
        <mc:Fallback xmlns="">
          <p:pic>
            <p:nvPicPr>
              <p:cNvPr id="108" name="Ink 107">
                <a:extLst>
                  <a:ext uri="{FF2B5EF4-FFF2-40B4-BE49-F238E27FC236}">
                    <a16:creationId xmlns:a16="http://schemas.microsoft.com/office/drawing/2014/main" id="{A29EFE7E-8466-F00F-17AA-72EE82C73811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0419408" y="2638584"/>
                <a:ext cx="45720" cy="20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09" name="Ink 108">
                <a:extLst>
                  <a:ext uri="{FF2B5EF4-FFF2-40B4-BE49-F238E27FC236}">
                    <a16:creationId xmlns:a16="http://schemas.microsoft.com/office/drawing/2014/main" id="{312A2B19-84BF-38C9-EA80-A0F6B613F63A}"/>
                  </a:ext>
                </a:extLst>
              </p14:cNvPr>
              <p14:cNvContentPartPr/>
              <p14:nvPr/>
            </p14:nvContentPartPr>
            <p14:xfrm>
              <a:off x="10763568" y="2771064"/>
              <a:ext cx="1800" cy="3600"/>
            </p14:xfrm>
          </p:contentPart>
        </mc:Choice>
        <mc:Fallback xmlns="">
          <p:pic>
            <p:nvPicPr>
              <p:cNvPr id="109" name="Ink 108">
                <a:extLst>
                  <a:ext uri="{FF2B5EF4-FFF2-40B4-BE49-F238E27FC236}">
                    <a16:creationId xmlns:a16="http://schemas.microsoft.com/office/drawing/2014/main" id="{312A2B19-84BF-38C9-EA80-A0F6B613F63A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0754568" y="2762064"/>
                <a:ext cx="19440" cy="21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92" name="Ink 191">
                <a:extLst>
                  <a:ext uri="{FF2B5EF4-FFF2-40B4-BE49-F238E27FC236}">
                    <a16:creationId xmlns:a16="http://schemas.microsoft.com/office/drawing/2014/main" id="{5D519595-49FE-D41B-C0B6-CD6868ECB314}"/>
                  </a:ext>
                </a:extLst>
              </p14:cNvPr>
              <p14:cNvContentPartPr/>
              <p14:nvPr/>
            </p14:nvContentPartPr>
            <p14:xfrm>
              <a:off x="3774888" y="6755904"/>
              <a:ext cx="360" cy="4680"/>
            </p14:xfrm>
          </p:contentPart>
        </mc:Choice>
        <mc:Fallback xmlns="">
          <p:pic>
            <p:nvPicPr>
              <p:cNvPr id="192" name="Ink 191">
                <a:extLst>
                  <a:ext uri="{FF2B5EF4-FFF2-40B4-BE49-F238E27FC236}">
                    <a16:creationId xmlns:a16="http://schemas.microsoft.com/office/drawing/2014/main" id="{5D519595-49FE-D41B-C0B6-CD6868ECB314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765888" y="6746904"/>
                <a:ext cx="18000" cy="22320"/>
              </a:xfrm>
              <a:prstGeom prst="rect">
                <a:avLst/>
              </a:prstGeom>
            </p:spPr>
          </p:pic>
        </mc:Fallback>
      </mc:AlternateContent>
      <p:grpSp>
        <p:nvGrpSpPr>
          <p:cNvPr id="10" name="Group 9">
            <a:extLst>
              <a:ext uri="{FF2B5EF4-FFF2-40B4-BE49-F238E27FC236}">
                <a16:creationId xmlns:a16="http://schemas.microsoft.com/office/drawing/2014/main" id="{84F51B64-6A5F-B340-A91C-4F5A893F19E0}"/>
              </a:ext>
            </a:extLst>
          </p:cNvPr>
          <p:cNvGrpSpPr/>
          <p:nvPr/>
        </p:nvGrpSpPr>
        <p:grpSpPr>
          <a:xfrm>
            <a:off x="3891528" y="28584"/>
            <a:ext cx="1255320" cy="531000"/>
            <a:chOff x="3891528" y="28584"/>
            <a:chExt cx="1255320" cy="531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8F0912A9-7382-E61A-962A-C7694F15EEEF}"/>
                    </a:ext>
                  </a:extLst>
                </p14:cNvPr>
                <p14:cNvContentPartPr/>
                <p14:nvPr/>
              </p14:nvContentPartPr>
              <p14:xfrm>
                <a:off x="3891528" y="122544"/>
                <a:ext cx="140760" cy="270720"/>
              </p14:xfrm>
            </p:contentPart>
          </mc:Choice>
          <mc:Fallback xmlns=""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8F0912A9-7382-E61A-962A-C7694F15EEEF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3882528" y="113544"/>
                  <a:ext cx="158400" cy="28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CD54CE3C-919C-A51D-22A6-A8B17045084A}"/>
                    </a:ext>
                  </a:extLst>
                </p14:cNvPr>
                <p14:cNvContentPartPr/>
                <p14:nvPr/>
              </p14:nvContentPartPr>
              <p14:xfrm>
                <a:off x="4116168" y="28584"/>
                <a:ext cx="429840" cy="53100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CD54CE3C-919C-A51D-22A6-A8B17045084A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4107168" y="19944"/>
                  <a:ext cx="447480" cy="54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763753FC-ACED-2703-B533-8793F52672FF}"/>
                    </a:ext>
                  </a:extLst>
                </p14:cNvPr>
                <p14:cNvContentPartPr/>
                <p14:nvPr/>
              </p14:nvContentPartPr>
              <p14:xfrm>
                <a:off x="4561128" y="207504"/>
                <a:ext cx="13320" cy="2268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763753FC-ACED-2703-B533-8793F52672FF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4552488" y="198864"/>
                  <a:ext cx="30960" cy="4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6ED2591E-14A2-94E2-2715-437BC8056221}"/>
                    </a:ext>
                  </a:extLst>
                </p14:cNvPr>
                <p14:cNvContentPartPr/>
                <p14:nvPr/>
              </p14:nvContentPartPr>
              <p14:xfrm>
                <a:off x="4639968" y="303984"/>
                <a:ext cx="59760" cy="4212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6ED2591E-14A2-94E2-2715-437BC8056221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4631328" y="295344"/>
                  <a:ext cx="77400" cy="5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15DFBFFE-CC1E-5A83-B694-1B8F58101AAD}"/>
                    </a:ext>
                  </a:extLst>
                </p14:cNvPr>
                <p14:cNvContentPartPr/>
                <p14:nvPr/>
              </p14:nvContentPartPr>
              <p14:xfrm>
                <a:off x="4838328" y="278424"/>
                <a:ext cx="95040" cy="7596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15DFBFFE-CC1E-5A83-B694-1B8F58101AAD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4829328" y="269424"/>
                  <a:ext cx="112680" cy="9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E5135FD4-9E0D-47A7-E535-F3C3A84DB737}"/>
                    </a:ext>
                  </a:extLst>
                </p14:cNvPr>
                <p14:cNvContentPartPr/>
                <p14:nvPr/>
              </p14:nvContentPartPr>
              <p14:xfrm>
                <a:off x="4992408" y="122184"/>
                <a:ext cx="154440" cy="27396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E5135FD4-9E0D-47A7-E535-F3C3A84DB737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4983768" y="113184"/>
                  <a:ext cx="172080" cy="291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FD9F53FF-91D9-E66B-6D0A-5F1D68DF8231}"/>
              </a:ext>
            </a:extLst>
          </p:cNvPr>
          <p:cNvGrpSpPr/>
          <p:nvPr/>
        </p:nvGrpSpPr>
        <p:grpSpPr>
          <a:xfrm>
            <a:off x="5654448" y="137304"/>
            <a:ext cx="295560" cy="437400"/>
            <a:chOff x="5654448" y="137304"/>
            <a:chExt cx="295560" cy="437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588E0BAC-3770-153B-2513-EC567E278B6E}"/>
                    </a:ext>
                  </a:extLst>
                </p14:cNvPr>
                <p14:cNvContentPartPr/>
                <p14:nvPr/>
              </p14:nvContentPartPr>
              <p14:xfrm>
                <a:off x="5654448" y="137304"/>
                <a:ext cx="142920" cy="18360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588E0BAC-3770-153B-2513-EC567E278B6E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5645808" y="128664"/>
                  <a:ext cx="160560" cy="20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050EAE83-04F1-7D20-D245-123D53A38D5A}"/>
                    </a:ext>
                  </a:extLst>
                </p14:cNvPr>
                <p14:cNvContentPartPr/>
                <p14:nvPr/>
              </p14:nvContentPartPr>
              <p14:xfrm>
                <a:off x="5821128" y="238464"/>
                <a:ext cx="128880" cy="33624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050EAE83-04F1-7D20-D245-123D53A38D5A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5812488" y="229464"/>
                  <a:ext cx="146520" cy="353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33CAD0A1-A56F-BE46-5F84-F7FCE6AC8017}"/>
              </a:ext>
            </a:extLst>
          </p:cNvPr>
          <p:cNvGrpSpPr/>
          <p:nvPr/>
        </p:nvGrpSpPr>
        <p:grpSpPr>
          <a:xfrm>
            <a:off x="6404688" y="82224"/>
            <a:ext cx="3285720" cy="970200"/>
            <a:chOff x="6404688" y="82224"/>
            <a:chExt cx="3285720" cy="970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FCC86D86-E54F-CDFD-E37B-A8FF23B4F4D6}"/>
                    </a:ext>
                  </a:extLst>
                </p14:cNvPr>
                <p14:cNvContentPartPr/>
                <p14:nvPr/>
              </p14:nvContentPartPr>
              <p14:xfrm>
                <a:off x="6404688" y="82224"/>
                <a:ext cx="734400" cy="28548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FCC86D86-E54F-CDFD-E37B-A8FF23B4F4D6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6396048" y="73584"/>
                  <a:ext cx="752040" cy="30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1E16B03A-AB3F-56DA-8AFD-EBE48B746BF8}"/>
                    </a:ext>
                  </a:extLst>
                </p14:cNvPr>
                <p14:cNvContentPartPr/>
                <p14:nvPr/>
              </p14:nvContentPartPr>
              <p14:xfrm>
                <a:off x="7254288" y="258624"/>
                <a:ext cx="191160" cy="7128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1E16B03A-AB3F-56DA-8AFD-EBE48B746BF8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7245288" y="249624"/>
                  <a:ext cx="208800" cy="8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CE437815-0B2D-C89E-F9D7-407A3664C1AB}"/>
                    </a:ext>
                  </a:extLst>
                </p14:cNvPr>
                <p14:cNvContentPartPr/>
                <p14:nvPr/>
              </p14:nvContentPartPr>
              <p14:xfrm>
                <a:off x="7510968" y="262224"/>
                <a:ext cx="98280" cy="11124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CE437815-0B2D-C89E-F9D7-407A3664C1AB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7502328" y="253584"/>
                  <a:ext cx="115920" cy="12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60E18975-8BF6-473D-8CC3-5D5BC80C7092}"/>
                    </a:ext>
                  </a:extLst>
                </p14:cNvPr>
                <p14:cNvContentPartPr/>
                <p14:nvPr/>
              </p14:nvContentPartPr>
              <p14:xfrm>
                <a:off x="7710768" y="175464"/>
                <a:ext cx="101160" cy="18108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60E18975-8BF6-473D-8CC3-5D5BC80C7092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7702128" y="166464"/>
                  <a:ext cx="118800" cy="19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FC159C32-7AC5-0B13-EFCD-15536532F80B}"/>
                    </a:ext>
                  </a:extLst>
                </p14:cNvPr>
                <p14:cNvContentPartPr/>
                <p14:nvPr/>
              </p14:nvContentPartPr>
              <p14:xfrm>
                <a:off x="7849368" y="264744"/>
                <a:ext cx="125640" cy="33264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FC159C32-7AC5-0B13-EFCD-15536532F80B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7840368" y="256104"/>
                  <a:ext cx="143280" cy="35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77B5170A-4B09-6F26-8920-94A3DE493028}"/>
                    </a:ext>
                  </a:extLst>
                </p14:cNvPr>
                <p14:cNvContentPartPr/>
                <p14:nvPr/>
              </p14:nvContentPartPr>
              <p14:xfrm>
                <a:off x="8205768" y="125424"/>
                <a:ext cx="86760" cy="35352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77B5170A-4B09-6F26-8920-94A3DE493028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8197128" y="116784"/>
                  <a:ext cx="104400" cy="37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B9361502-F654-C613-6147-DEBE763DB606}"/>
                    </a:ext>
                  </a:extLst>
                </p14:cNvPr>
                <p14:cNvContentPartPr/>
                <p14:nvPr/>
              </p14:nvContentPartPr>
              <p14:xfrm>
                <a:off x="8468928" y="154944"/>
                <a:ext cx="30240" cy="21276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B9361502-F654-C613-6147-DEBE763DB606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8460288" y="145944"/>
                  <a:ext cx="47880" cy="23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9206C5B2-E134-BD92-EB0E-D52F7C6551F9}"/>
                    </a:ext>
                  </a:extLst>
                </p14:cNvPr>
                <p14:cNvContentPartPr/>
                <p14:nvPr/>
              </p14:nvContentPartPr>
              <p14:xfrm>
                <a:off x="8641728" y="145584"/>
                <a:ext cx="117720" cy="24120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9206C5B2-E134-BD92-EB0E-D52F7C6551F9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8633088" y="136944"/>
                  <a:ext cx="135360" cy="25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C27F3BAF-EB96-5625-21A4-8D553E5784A3}"/>
                    </a:ext>
                  </a:extLst>
                </p14:cNvPr>
                <p14:cNvContentPartPr/>
                <p14:nvPr/>
              </p14:nvContentPartPr>
              <p14:xfrm>
                <a:off x="8932968" y="203904"/>
                <a:ext cx="97200" cy="15696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C27F3BAF-EB96-5625-21A4-8D553E5784A3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8923968" y="195264"/>
                  <a:ext cx="114840" cy="17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126F04C6-7EFA-18A0-3396-2016E31CBB70}"/>
                    </a:ext>
                  </a:extLst>
                </p14:cNvPr>
                <p14:cNvContentPartPr/>
                <p14:nvPr/>
              </p14:nvContentPartPr>
              <p14:xfrm>
                <a:off x="9051048" y="158544"/>
                <a:ext cx="99720" cy="612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126F04C6-7EFA-18A0-3396-2016E31CBB70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9042048" y="149544"/>
                  <a:ext cx="117360" cy="2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6429E0FC-37ED-9DA4-D0B8-A5771B9D706B}"/>
                    </a:ext>
                  </a:extLst>
                </p14:cNvPr>
                <p14:cNvContentPartPr/>
                <p14:nvPr/>
              </p14:nvContentPartPr>
              <p14:xfrm>
                <a:off x="9224208" y="186984"/>
                <a:ext cx="181800" cy="20268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6429E0FC-37ED-9DA4-D0B8-A5771B9D706B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9215208" y="178344"/>
                  <a:ext cx="199440" cy="22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3DD4146B-10D7-C3D9-EB26-290CA5C248C0}"/>
                    </a:ext>
                  </a:extLst>
                </p14:cNvPr>
                <p14:cNvContentPartPr/>
                <p14:nvPr/>
              </p14:nvContentPartPr>
              <p14:xfrm>
                <a:off x="9438048" y="139104"/>
                <a:ext cx="252360" cy="41436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3DD4146B-10D7-C3D9-EB26-290CA5C248C0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9429408" y="130464"/>
                  <a:ext cx="270000" cy="43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3902BBFC-2C70-40F7-2B16-E5FBEA7D4EB1}"/>
                    </a:ext>
                  </a:extLst>
                </p14:cNvPr>
                <p14:cNvContentPartPr/>
                <p14:nvPr/>
              </p14:nvContentPartPr>
              <p14:xfrm>
                <a:off x="6406848" y="675864"/>
                <a:ext cx="424080" cy="12096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3902BBFC-2C70-40F7-2B16-E5FBEA7D4EB1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6397848" y="666864"/>
                  <a:ext cx="441720" cy="13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1B4BD711-5E1D-EA93-9125-FAFDA8B520DE}"/>
                    </a:ext>
                  </a:extLst>
                </p14:cNvPr>
                <p14:cNvContentPartPr/>
                <p14:nvPr/>
              </p14:nvContentPartPr>
              <p14:xfrm>
                <a:off x="6890688" y="642024"/>
                <a:ext cx="92160" cy="16596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1B4BD711-5E1D-EA93-9125-FAFDA8B520DE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6881688" y="633384"/>
                  <a:ext cx="109800" cy="18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C5FD3190-DD74-B7C7-158A-B3C1E117F97B}"/>
                    </a:ext>
                  </a:extLst>
                </p14:cNvPr>
                <p14:cNvContentPartPr/>
                <p14:nvPr/>
              </p14:nvContentPartPr>
              <p14:xfrm>
                <a:off x="7392168" y="721224"/>
                <a:ext cx="173880" cy="14724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C5FD3190-DD74-B7C7-158A-B3C1E117F97B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7383528" y="712224"/>
                  <a:ext cx="191520" cy="16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06B3216B-2EF9-EB20-DE05-94401F6A0847}"/>
                    </a:ext>
                  </a:extLst>
                </p14:cNvPr>
                <p14:cNvContentPartPr/>
                <p14:nvPr/>
              </p14:nvContentPartPr>
              <p14:xfrm>
                <a:off x="7616088" y="815904"/>
                <a:ext cx="132480" cy="1620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06B3216B-2EF9-EB20-DE05-94401F6A0847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7607448" y="806904"/>
                  <a:ext cx="150120" cy="3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B492E21B-3B4A-FB38-9B91-E4744D6B83E8}"/>
                    </a:ext>
                  </a:extLst>
                </p14:cNvPr>
                <p14:cNvContentPartPr/>
                <p14:nvPr/>
              </p14:nvContentPartPr>
              <p14:xfrm>
                <a:off x="7859448" y="675864"/>
                <a:ext cx="97920" cy="18540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B492E21B-3B4A-FB38-9B91-E4744D6B83E8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7850448" y="667224"/>
                  <a:ext cx="115560" cy="20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BD04513B-1935-2291-0AC5-3CE81DF4AC13}"/>
                    </a:ext>
                  </a:extLst>
                </p14:cNvPr>
                <p14:cNvContentPartPr/>
                <p14:nvPr/>
              </p14:nvContentPartPr>
              <p14:xfrm>
                <a:off x="7998408" y="775584"/>
                <a:ext cx="389160" cy="22608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BD04513B-1935-2291-0AC5-3CE81DF4AC13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7989408" y="766584"/>
                  <a:ext cx="406800" cy="24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B8422B6E-3C8F-C6E4-D097-D6E75D7393A3}"/>
                    </a:ext>
                  </a:extLst>
                </p14:cNvPr>
                <p14:cNvContentPartPr/>
                <p14:nvPr/>
              </p14:nvContentPartPr>
              <p14:xfrm>
                <a:off x="8466768" y="752904"/>
                <a:ext cx="98640" cy="6192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B8422B6E-3C8F-C6E4-D097-D6E75D7393A3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8458128" y="744264"/>
                  <a:ext cx="116280" cy="7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981562BD-0713-E065-08AD-2B4A22B90F34}"/>
                    </a:ext>
                  </a:extLst>
                </p14:cNvPr>
                <p14:cNvContentPartPr/>
                <p14:nvPr/>
              </p14:nvContentPartPr>
              <p14:xfrm>
                <a:off x="8602488" y="773424"/>
                <a:ext cx="237960" cy="18360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981562BD-0713-E065-08AD-2B4A22B90F34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8593488" y="764424"/>
                  <a:ext cx="255600" cy="20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54A1545D-79FB-B5AE-032A-6FF398A50F38}"/>
                    </a:ext>
                  </a:extLst>
                </p14:cNvPr>
                <p14:cNvContentPartPr/>
                <p14:nvPr/>
              </p14:nvContentPartPr>
              <p14:xfrm>
                <a:off x="7211088" y="588384"/>
                <a:ext cx="21960" cy="1332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54A1545D-79FB-B5AE-032A-6FF398A50F38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7202448" y="579384"/>
                  <a:ext cx="39600" cy="3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91E21BAB-0F07-A094-3D1A-1FDACE65E6C9}"/>
                    </a:ext>
                  </a:extLst>
                </p14:cNvPr>
                <p14:cNvContentPartPr/>
                <p14:nvPr/>
              </p14:nvContentPartPr>
              <p14:xfrm>
                <a:off x="7053408" y="720864"/>
                <a:ext cx="32760" cy="6336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91E21BAB-0F07-A094-3D1A-1FDACE65E6C9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7044768" y="712224"/>
                  <a:ext cx="50400" cy="8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9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861D454B-1C1B-3644-BF76-8A9FDC4186A4}"/>
                    </a:ext>
                  </a:extLst>
                </p14:cNvPr>
                <p14:cNvContentPartPr/>
                <p14:nvPr/>
              </p14:nvContentPartPr>
              <p14:xfrm>
                <a:off x="7086168" y="671184"/>
                <a:ext cx="14040" cy="648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861D454B-1C1B-3644-BF76-8A9FDC4186A4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7077168" y="662184"/>
                  <a:ext cx="31680" cy="2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1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A1B20390-DD56-E4D0-0431-9B698C1AA8C7}"/>
                    </a:ext>
                  </a:extLst>
                </p14:cNvPr>
                <p14:cNvContentPartPr/>
                <p14:nvPr/>
              </p14:nvContentPartPr>
              <p14:xfrm>
                <a:off x="7133328" y="761184"/>
                <a:ext cx="82800" cy="2700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A1B20390-DD56-E4D0-0431-9B698C1AA8C7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7124688" y="752544"/>
                  <a:ext cx="100440" cy="4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3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6C93C206-36F0-C2AB-C2A9-6168CF6724E7}"/>
                    </a:ext>
                  </a:extLst>
                </p14:cNvPr>
                <p14:cNvContentPartPr/>
                <p14:nvPr/>
              </p14:nvContentPartPr>
              <p14:xfrm>
                <a:off x="7530048" y="581184"/>
                <a:ext cx="166680" cy="11232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6C93C206-36F0-C2AB-C2A9-6168CF6724E7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7521048" y="572184"/>
                  <a:ext cx="184320" cy="12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5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5B7B0276-235D-F4DB-A6CD-9A9001DED824}"/>
                    </a:ext>
                  </a:extLst>
                </p14:cNvPr>
                <p14:cNvContentPartPr/>
                <p14:nvPr/>
              </p14:nvContentPartPr>
              <p14:xfrm>
                <a:off x="7688808" y="547344"/>
                <a:ext cx="585720" cy="19800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5B7B0276-235D-F4DB-A6CD-9A9001DED824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7679808" y="538344"/>
                  <a:ext cx="603360" cy="21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7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4B0C128F-9EF6-DC4C-747A-B7BD35C5A502}"/>
                    </a:ext>
                  </a:extLst>
                </p14:cNvPr>
                <p14:cNvContentPartPr/>
                <p14:nvPr/>
              </p14:nvContentPartPr>
              <p14:xfrm>
                <a:off x="8398008" y="672984"/>
                <a:ext cx="4680" cy="1332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4B0C128F-9EF6-DC4C-747A-B7BD35C5A502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8389008" y="663984"/>
                  <a:ext cx="22320" cy="3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9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586DB53C-C2B1-5226-F37D-408214694A31}"/>
                    </a:ext>
                  </a:extLst>
                </p14:cNvPr>
                <p14:cNvContentPartPr/>
                <p14:nvPr/>
              </p14:nvContentPartPr>
              <p14:xfrm>
                <a:off x="7347168" y="609984"/>
                <a:ext cx="28080" cy="2952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586DB53C-C2B1-5226-F37D-408214694A31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7338168" y="601344"/>
                  <a:ext cx="45720" cy="4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1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3D6E14ED-CD0A-C436-8AEB-E2DFD0E5FA14}"/>
                    </a:ext>
                  </a:extLst>
                </p14:cNvPr>
                <p14:cNvContentPartPr/>
                <p14:nvPr/>
              </p14:nvContentPartPr>
              <p14:xfrm>
                <a:off x="7248528" y="503064"/>
                <a:ext cx="156600" cy="54936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3D6E14ED-CD0A-C436-8AEB-E2DFD0E5FA14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7239888" y="494064"/>
                  <a:ext cx="174240" cy="567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83">
            <p14:nvContentPartPr>
              <p14:cNvPr id="51" name="Ink 50">
                <a:extLst>
                  <a:ext uri="{FF2B5EF4-FFF2-40B4-BE49-F238E27FC236}">
                    <a16:creationId xmlns:a16="http://schemas.microsoft.com/office/drawing/2014/main" id="{FDCDFE40-3401-6C15-C5BD-DB889D6ECCAB}"/>
                  </a:ext>
                </a:extLst>
              </p14:cNvPr>
              <p14:cNvContentPartPr/>
              <p14:nvPr/>
            </p14:nvContentPartPr>
            <p14:xfrm>
              <a:off x="1078488" y="570744"/>
              <a:ext cx="470160" cy="881280"/>
            </p14:xfrm>
          </p:contentPart>
        </mc:Choice>
        <mc:Fallback xmlns="">
          <p:pic>
            <p:nvPicPr>
              <p:cNvPr id="51" name="Ink 50">
                <a:extLst>
                  <a:ext uri="{FF2B5EF4-FFF2-40B4-BE49-F238E27FC236}">
                    <a16:creationId xmlns:a16="http://schemas.microsoft.com/office/drawing/2014/main" id="{FDCDFE40-3401-6C15-C5BD-DB889D6ECCAB}"/>
                  </a:ext>
                </a:extLst>
              </p:cNvPr>
              <p:cNvPicPr/>
              <p:nvPr/>
            </p:nvPicPr>
            <p:blipFill>
              <a:blip r:embed="rId84"/>
              <a:stretch>
                <a:fillRect/>
              </a:stretch>
            </p:blipFill>
            <p:spPr>
              <a:xfrm>
                <a:off x="1069848" y="561744"/>
                <a:ext cx="487800" cy="898920"/>
              </a:xfrm>
              <a:prstGeom prst="rect">
                <a:avLst/>
              </a:prstGeom>
            </p:spPr>
          </p:pic>
        </mc:Fallback>
      </mc:AlternateContent>
      <p:grpSp>
        <p:nvGrpSpPr>
          <p:cNvPr id="72" name="Group 71">
            <a:extLst>
              <a:ext uri="{FF2B5EF4-FFF2-40B4-BE49-F238E27FC236}">
                <a16:creationId xmlns:a16="http://schemas.microsoft.com/office/drawing/2014/main" id="{C864AB4C-F602-5338-C961-B40ACA8750CE}"/>
              </a:ext>
            </a:extLst>
          </p:cNvPr>
          <p:cNvGrpSpPr/>
          <p:nvPr/>
        </p:nvGrpSpPr>
        <p:grpSpPr>
          <a:xfrm>
            <a:off x="1959048" y="1201464"/>
            <a:ext cx="2453760" cy="478080"/>
            <a:chOff x="1959048" y="1201464"/>
            <a:chExt cx="2453760" cy="478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5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3E8ADC2C-2E76-9562-2748-0BE979CDBB7A}"/>
                    </a:ext>
                  </a:extLst>
                </p14:cNvPr>
                <p14:cNvContentPartPr/>
                <p14:nvPr/>
              </p14:nvContentPartPr>
              <p14:xfrm>
                <a:off x="1959048" y="1276704"/>
                <a:ext cx="187200" cy="40284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3E8ADC2C-2E76-9562-2748-0BE979CDBB7A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1950048" y="1267704"/>
                  <a:ext cx="204840" cy="42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7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5F421DFA-0450-B717-BFEA-2B182260F5DC}"/>
                    </a:ext>
                  </a:extLst>
                </p14:cNvPr>
                <p14:cNvContentPartPr/>
                <p14:nvPr/>
              </p14:nvContentPartPr>
              <p14:xfrm>
                <a:off x="2284128" y="1234584"/>
                <a:ext cx="109800" cy="24048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5F421DFA-0450-B717-BFEA-2B182260F5DC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2275488" y="1225944"/>
                  <a:ext cx="127440" cy="25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9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B5EF9853-1A90-B230-3DEF-918CB729B688}"/>
                    </a:ext>
                  </a:extLst>
                </p14:cNvPr>
                <p14:cNvContentPartPr/>
                <p14:nvPr/>
              </p14:nvContentPartPr>
              <p14:xfrm>
                <a:off x="2451528" y="1367784"/>
                <a:ext cx="126000" cy="7884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B5EF9853-1A90-B230-3DEF-918CB729B688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2442888" y="1358784"/>
                  <a:ext cx="143640" cy="9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1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40820B59-F09F-05D1-D83E-002088CC2D0E}"/>
                    </a:ext>
                  </a:extLst>
                </p14:cNvPr>
                <p14:cNvContentPartPr/>
                <p14:nvPr/>
              </p14:nvContentPartPr>
              <p14:xfrm>
                <a:off x="2594808" y="1367064"/>
                <a:ext cx="266400" cy="7884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40820B59-F09F-05D1-D83E-002088CC2D0E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2585808" y="1358424"/>
                  <a:ext cx="284040" cy="9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3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980E7B1A-B0FF-96F1-BFC6-E1DF22F5FCD5}"/>
                    </a:ext>
                  </a:extLst>
                </p14:cNvPr>
                <p14:cNvContentPartPr/>
                <p14:nvPr/>
              </p14:nvContentPartPr>
              <p14:xfrm>
                <a:off x="2968848" y="1400544"/>
                <a:ext cx="152640" cy="4500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980E7B1A-B0FF-96F1-BFC6-E1DF22F5FCD5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2959848" y="1391904"/>
                  <a:ext cx="170280" cy="6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5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25A8C5B0-9217-A263-AE34-4B068B98CF58}"/>
                    </a:ext>
                  </a:extLst>
                </p14:cNvPr>
                <p14:cNvContentPartPr/>
                <p14:nvPr/>
              </p14:nvContentPartPr>
              <p14:xfrm>
                <a:off x="3233448" y="1301184"/>
                <a:ext cx="198000" cy="21816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25A8C5B0-9217-A263-AE34-4B068B98CF58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3224808" y="1292184"/>
                  <a:ext cx="215640" cy="23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7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FEBF78B4-C138-2F95-FD0B-7B4C76128F86}"/>
                    </a:ext>
                  </a:extLst>
                </p14:cNvPr>
                <p14:cNvContentPartPr/>
                <p14:nvPr/>
              </p14:nvContentPartPr>
              <p14:xfrm>
                <a:off x="3486528" y="1257624"/>
                <a:ext cx="44640" cy="26568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FEBF78B4-C138-2F95-FD0B-7B4C76128F86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3477528" y="1248984"/>
                  <a:ext cx="62280" cy="28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9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7D98760C-16BC-5C97-533A-43C50A791758}"/>
                    </a:ext>
                  </a:extLst>
                </p14:cNvPr>
                <p14:cNvContentPartPr/>
                <p14:nvPr/>
              </p14:nvContentPartPr>
              <p14:xfrm>
                <a:off x="3475368" y="1428264"/>
                <a:ext cx="65160" cy="2340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7D98760C-16BC-5C97-533A-43C50A791758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3466368" y="1419264"/>
                  <a:ext cx="82800" cy="4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1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FCE1CD22-9F23-DE46-6425-5F51A653CFA5}"/>
                    </a:ext>
                  </a:extLst>
                </p14:cNvPr>
                <p14:cNvContentPartPr/>
                <p14:nvPr/>
              </p14:nvContentPartPr>
              <p14:xfrm>
                <a:off x="3606048" y="1409184"/>
                <a:ext cx="207720" cy="7524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FCE1CD22-9F23-DE46-6425-5F51A653CFA5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3597048" y="1400184"/>
                  <a:ext cx="225360" cy="9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3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00E1A37D-200D-8A32-2012-979C6314690F}"/>
                    </a:ext>
                  </a:extLst>
                </p14:cNvPr>
                <p14:cNvContentPartPr/>
                <p14:nvPr/>
              </p14:nvContentPartPr>
              <p14:xfrm>
                <a:off x="3883608" y="1201464"/>
                <a:ext cx="529200" cy="24876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00E1A37D-200D-8A32-2012-979C6314690F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3874968" y="1192464"/>
                  <a:ext cx="546840" cy="26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5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08C39F8B-5ABF-6815-2C10-4F8DAA76FD1F}"/>
                    </a:ext>
                  </a:extLst>
                </p14:cNvPr>
                <p14:cNvContentPartPr/>
                <p14:nvPr/>
              </p14:nvContentPartPr>
              <p14:xfrm>
                <a:off x="4147128" y="1262664"/>
                <a:ext cx="97920" cy="1044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08C39F8B-5ABF-6815-2C10-4F8DAA76FD1F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4138488" y="1253664"/>
                  <a:ext cx="115560" cy="28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1" name="Group 70">
            <a:extLst>
              <a:ext uri="{FF2B5EF4-FFF2-40B4-BE49-F238E27FC236}">
                <a16:creationId xmlns:a16="http://schemas.microsoft.com/office/drawing/2014/main" id="{D76859A9-5464-5F34-B1BC-1C505ABB9A89}"/>
              </a:ext>
            </a:extLst>
          </p:cNvPr>
          <p:cNvGrpSpPr/>
          <p:nvPr/>
        </p:nvGrpSpPr>
        <p:grpSpPr>
          <a:xfrm>
            <a:off x="4660488" y="1279224"/>
            <a:ext cx="1267200" cy="393120"/>
            <a:chOff x="4660488" y="1279224"/>
            <a:chExt cx="1267200" cy="393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7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E191ECFC-A255-F1DD-E878-44451B640044}"/>
                    </a:ext>
                  </a:extLst>
                </p14:cNvPr>
                <p14:cNvContentPartPr/>
                <p14:nvPr/>
              </p14:nvContentPartPr>
              <p14:xfrm>
                <a:off x="4660488" y="1279224"/>
                <a:ext cx="235800" cy="39312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E191ECFC-A255-F1DD-E878-44451B640044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4651848" y="1270224"/>
                  <a:ext cx="253440" cy="41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9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98AF8A32-7A9B-EBB7-120A-0746AC412648}"/>
                    </a:ext>
                  </a:extLst>
                </p14:cNvPr>
                <p14:cNvContentPartPr/>
                <p14:nvPr/>
              </p14:nvContentPartPr>
              <p14:xfrm>
                <a:off x="4953168" y="1347264"/>
                <a:ext cx="151200" cy="6804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98AF8A32-7A9B-EBB7-120A-0746AC412648}"/>
                    </a:ext>
                  </a:extLst>
                </p:cNvPr>
                <p:cNvPicPr/>
                <p:nvPr/>
              </p:nvPicPr>
              <p:blipFill>
                <a:blip r:embed="rId110"/>
                <a:stretch>
                  <a:fillRect/>
                </a:stretch>
              </p:blipFill>
              <p:spPr>
                <a:xfrm>
                  <a:off x="4944168" y="1338264"/>
                  <a:ext cx="168840" cy="8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1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956340F9-CBF5-F9BF-210F-AA3A87F9E606}"/>
                    </a:ext>
                  </a:extLst>
                </p14:cNvPr>
                <p14:cNvContentPartPr/>
                <p14:nvPr/>
              </p14:nvContentPartPr>
              <p14:xfrm>
                <a:off x="5156928" y="1340424"/>
                <a:ext cx="78480" cy="4752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956340F9-CBF5-F9BF-210F-AA3A87F9E606}"/>
                    </a:ext>
                  </a:extLst>
                </p:cNvPr>
                <p:cNvPicPr/>
                <p:nvPr/>
              </p:nvPicPr>
              <p:blipFill>
                <a:blip r:embed="rId112"/>
                <a:stretch>
                  <a:fillRect/>
                </a:stretch>
              </p:blipFill>
              <p:spPr>
                <a:xfrm>
                  <a:off x="5148288" y="1331424"/>
                  <a:ext cx="96120" cy="6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3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EFD14E54-5BFF-0544-3063-5AB40711F6B9}"/>
                    </a:ext>
                  </a:extLst>
                </p14:cNvPr>
                <p14:cNvContentPartPr/>
                <p14:nvPr/>
              </p14:nvContentPartPr>
              <p14:xfrm>
                <a:off x="5304168" y="1336104"/>
                <a:ext cx="166680" cy="5040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EFD14E54-5BFF-0544-3063-5AB40711F6B9}"/>
                    </a:ext>
                  </a:extLst>
                </p:cNvPr>
                <p:cNvPicPr/>
                <p:nvPr/>
              </p:nvPicPr>
              <p:blipFill>
                <a:blip r:embed="rId114"/>
                <a:stretch>
                  <a:fillRect/>
                </a:stretch>
              </p:blipFill>
              <p:spPr>
                <a:xfrm>
                  <a:off x="5295168" y="1327464"/>
                  <a:ext cx="184320" cy="6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5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3FF3D1ED-6BBE-5FFC-5DC9-088EA465CC4C}"/>
                    </a:ext>
                  </a:extLst>
                </p14:cNvPr>
                <p14:cNvContentPartPr/>
                <p14:nvPr/>
              </p14:nvContentPartPr>
              <p14:xfrm>
                <a:off x="5521608" y="1345464"/>
                <a:ext cx="148320" cy="4788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3FF3D1ED-6BBE-5FFC-5DC9-088EA465CC4C}"/>
                    </a:ext>
                  </a:extLst>
                </p:cNvPr>
                <p:cNvPicPr/>
                <p:nvPr/>
              </p:nvPicPr>
              <p:blipFill>
                <a:blip r:embed="rId116"/>
                <a:stretch>
                  <a:fillRect/>
                </a:stretch>
              </p:blipFill>
              <p:spPr>
                <a:xfrm>
                  <a:off x="5512608" y="1336464"/>
                  <a:ext cx="165960" cy="6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7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A281A513-B9AD-F041-7F86-9B9BDF50AE7A}"/>
                    </a:ext>
                  </a:extLst>
                </p14:cNvPr>
                <p14:cNvContentPartPr/>
                <p14:nvPr/>
              </p14:nvContentPartPr>
              <p14:xfrm>
                <a:off x="5769288" y="1334664"/>
                <a:ext cx="158400" cy="5076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A281A513-B9AD-F041-7F86-9B9BDF50AE7A}"/>
                    </a:ext>
                  </a:extLst>
                </p:cNvPr>
                <p:cNvPicPr/>
                <p:nvPr/>
              </p:nvPicPr>
              <p:blipFill>
                <a:blip r:embed="rId118"/>
                <a:stretch>
                  <a:fillRect/>
                </a:stretch>
              </p:blipFill>
              <p:spPr>
                <a:xfrm>
                  <a:off x="5760648" y="1326024"/>
                  <a:ext cx="176040" cy="68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1" name="Group 80">
            <a:extLst>
              <a:ext uri="{FF2B5EF4-FFF2-40B4-BE49-F238E27FC236}">
                <a16:creationId xmlns:a16="http://schemas.microsoft.com/office/drawing/2014/main" id="{D5A241BD-E6EF-AA38-D3CF-8441E85974F5}"/>
              </a:ext>
            </a:extLst>
          </p:cNvPr>
          <p:cNvGrpSpPr/>
          <p:nvPr/>
        </p:nvGrpSpPr>
        <p:grpSpPr>
          <a:xfrm>
            <a:off x="6401808" y="1249704"/>
            <a:ext cx="1026360" cy="204120"/>
            <a:chOff x="6401808" y="1249704"/>
            <a:chExt cx="1026360" cy="204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9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2E895908-408D-3926-8D38-D75CE247835F}"/>
                    </a:ext>
                  </a:extLst>
                </p14:cNvPr>
                <p14:cNvContentPartPr/>
                <p14:nvPr/>
              </p14:nvContentPartPr>
              <p14:xfrm>
                <a:off x="6401808" y="1274544"/>
                <a:ext cx="317880" cy="16704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2E895908-408D-3926-8D38-D75CE247835F}"/>
                    </a:ext>
                  </a:extLst>
                </p:cNvPr>
                <p:cNvPicPr/>
                <p:nvPr/>
              </p:nvPicPr>
              <p:blipFill>
                <a:blip r:embed="rId120"/>
                <a:stretch>
                  <a:fillRect/>
                </a:stretch>
              </p:blipFill>
              <p:spPr>
                <a:xfrm>
                  <a:off x="6393168" y="1265904"/>
                  <a:ext cx="335520" cy="18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1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DA8BDBE9-CA95-2671-8CC1-DC3D6D0DDC4C}"/>
                    </a:ext>
                  </a:extLst>
                </p14:cNvPr>
                <p14:cNvContentPartPr/>
                <p14:nvPr/>
              </p14:nvContentPartPr>
              <p14:xfrm>
                <a:off x="6819048" y="1365984"/>
                <a:ext cx="213480" cy="5256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DA8BDBE9-CA95-2671-8CC1-DC3D6D0DDC4C}"/>
                    </a:ext>
                  </a:extLst>
                </p:cNvPr>
                <p:cNvPicPr/>
                <p:nvPr/>
              </p:nvPicPr>
              <p:blipFill>
                <a:blip r:embed="rId122"/>
                <a:stretch>
                  <a:fillRect/>
                </a:stretch>
              </p:blipFill>
              <p:spPr>
                <a:xfrm>
                  <a:off x="6810408" y="1356984"/>
                  <a:ext cx="231120" cy="7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3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60CF01FD-45DE-7A05-09C9-CC7B31A48A90}"/>
                    </a:ext>
                  </a:extLst>
                </p14:cNvPr>
                <p14:cNvContentPartPr/>
                <p14:nvPr/>
              </p14:nvContentPartPr>
              <p14:xfrm>
                <a:off x="7088328" y="1318104"/>
                <a:ext cx="54720" cy="9432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60CF01FD-45DE-7A05-09C9-CC7B31A48A90}"/>
                    </a:ext>
                  </a:extLst>
                </p:cNvPr>
                <p:cNvPicPr/>
                <p:nvPr/>
              </p:nvPicPr>
              <p:blipFill>
                <a:blip r:embed="rId124"/>
                <a:stretch>
                  <a:fillRect/>
                </a:stretch>
              </p:blipFill>
              <p:spPr>
                <a:xfrm>
                  <a:off x="7079328" y="1309104"/>
                  <a:ext cx="72360" cy="11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5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DD8BC081-2CFD-E8AD-FCC5-E123764CAE56}"/>
                    </a:ext>
                  </a:extLst>
                </p14:cNvPr>
                <p14:cNvContentPartPr/>
                <p14:nvPr/>
              </p14:nvContentPartPr>
              <p14:xfrm>
                <a:off x="7160688" y="1254024"/>
                <a:ext cx="7920" cy="1152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DD8BC081-2CFD-E8AD-FCC5-E123764CAE56}"/>
                    </a:ext>
                  </a:extLst>
                </p:cNvPr>
                <p:cNvPicPr/>
                <p:nvPr/>
              </p:nvPicPr>
              <p:blipFill>
                <a:blip r:embed="rId126"/>
                <a:stretch>
                  <a:fillRect/>
                </a:stretch>
              </p:blipFill>
              <p:spPr>
                <a:xfrm>
                  <a:off x="7151688" y="1245024"/>
                  <a:ext cx="25560" cy="2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7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322109C8-63C3-CA94-8AD4-C2E17DA9F234}"/>
                    </a:ext>
                  </a:extLst>
                </p14:cNvPr>
                <p14:cNvContentPartPr/>
                <p14:nvPr/>
              </p14:nvContentPartPr>
              <p14:xfrm>
                <a:off x="7203528" y="1249704"/>
                <a:ext cx="153720" cy="16812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322109C8-63C3-CA94-8AD4-C2E17DA9F234}"/>
                    </a:ext>
                  </a:extLst>
                </p:cNvPr>
                <p:cNvPicPr/>
                <p:nvPr/>
              </p:nvPicPr>
              <p:blipFill>
                <a:blip r:embed="rId128"/>
                <a:stretch>
                  <a:fillRect/>
                </a:stretch>
              </p:blipFill>
              <p:spPr>
                <a:xfrm>
                  <a:off x="7194528" y="1240704"/>
                  <a:ext cx="171360" cy="18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9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183D88CF-7034-7D68-DEF3-36F344D1EB08}"/>
                    </a:ext>
                  </a:extLst>
                </p14:cNvPr>
                <p14:cNvContentPartPr/>
                <p14:nvPr/>
              </p14:nvContentPartPr>
              <p14:xfrm>
                <a:off x="7361208" y="1368504"/>
                <a:ext cx="66960" cy="8532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183D88CF-7034-7D68-DEF3-36F344D1EB08}"/>
                    </a:ext>
                  </a:extLst>
                </p:cNvPr>
                <p:cNvPicPr/>
                <p:nvPr/>
              </p:nvPicPr>
              <p:blipFill>
                <a:blip r:embed="rId130"/>
                <a:stretch>
                  <a:fillRect/>
                </a:stretch>
              </p:blipFill>
              <p:spPr>
                <a:xfrm>
                  <a:off x="7352208" y="1359864"/>
                  <a:ext cx="84600" cy="1029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31">
            <p14:nvContentPartPr>
              <p14:cNvPr id="79" name="Ink 78">
                <a:extLst>
                  <a:ext uri="{FF2B5EF4-FFF2-40B4-BE49-F238E27FC236}">
                    <a16:creationId xmlns:a16="http://schemas.microsoft.com/office/drawing/2014/main" id="{F3E8B504-8280-1C8B-A4BA-012F91EF141A}"/>
                  </a:ext>
                </a:extLst>
              </p14:cNvPr>
              <p14:cNvContentPartPr/>
              <p14:nvPr/>
            </p14:nvContentPartPr>
            <p14:xfrm>
              <a:off x="7853688" y="1287504"/>
              <a:ext cx="276480" cy="357840"/>
            </p14:xfrm>
          </p:contentPart>
        </mc:Choice>
        <mc:Fallback xmlns="">
          <p:pic>
            <p:nvPicPr>
              <p:cNvPr id="79" name="Ink 78">
                <a:extLst>
                  <a:ext uri="{FF2B5EF4-FFF2-40B4-BE49-F238E27FC236}">
                    <a16:creationId xmlns:a16="http://schemas.microsoft.com/office/drawing/2014/main" id="{F3E8B504-8280-1C8B-A4BA-012F91EF141A}"/>
                  </a:ext>
                </a:extLst>
              </p:cNvPr>
              <p:cNvPicPr/>
              <p:nvPr/>
            </p:nvPicPr>
            <p:blipFill>
              <a:blip r:embed="rId132"/>
              <a:stretch>
                <a:fillRect/>
              </a:stretch>
            </p:blipFill>
            <p:spPr>
              <a:xfrm>
                <a:off x="7844688" y="1278504"/>
                <a:ext cx="294120" cy="375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3">
            <p14:nvContentPartPr>
              <p14:cNvPr id="80" name="Ink 79">
                <a:extLst>
                  <a:ext uri="{FF2B5EF4-FFF2-40B4-BE49-F238E27FC236}">
                    <a16:creationId xmlns:a16="http://schemas.microsoft.com/office/drawing/2014/main" id="{4A6590F2-450D-ADC8-5C22-16F5B7489D12}"/>
                  </a:ext>
                </a:extLst>
              </p14:cNvPr>
              <p14:cNvContentPartPr/>
              <p14:nvPr/>
            </p14:nvContentPartPr>
            <p14:xfrm>
              <a:off x="8718768" y="1250784"/>
              <a:ext cx="190800" cy="359280"/>
            </p14:xfrm>
          </p:contentPart>
        </mc:Choice>
        <mc:Fallback xmlns="">
          <p:pic>
            <p:nvPicPr>
              <p:cNvPr id="80" name="Ink 79">
                <a:extLst>
                  <a:ext uri="{FF2B5EF4-FFF2-40B4-BE49-F238E27FC236}">
                    <a16:creationId xmlns:a16="http://schemas.microsoft.com/office/drawing/2014/main" id="{4A6590F2-450D-ADC8-5C22-16F5B7489D12}"/>
                  </a:ext>
                </a:extLst>
              </p:cNvPr>
              <p:cNvPicPr/>
              <p:nvPr/>
            </p:nvPicPr>
            <p:blipFill>
              <a:blip r:embed="rId134"/>
              <a:stretch>
                <a:fillRect/>
              </a:stretch>
            </p:blipFill>
            <p:spPr>
              <a:xfrm>
                <a:off x="8709768" y="1242144"/>
                <a:ext cx="208440" cy="376920"/>
              </a:xfrm>
              <a:prstGeom prst="rect">
                <a:avLst/>
              </a:prstGeom>
            </p:spPr>
          </p:pic>
        </mc:Fallback>
      </mc:AlternateContent>
      <p:grpSp>
        <p:nvGrpSpPr>
          <p:cNvPr id="89" name="Group 88">
            <a:extLst>
              <a:ext uri="{FF2B5EF4-FFF2-40B4-BE49-F238E27FC236}">
                <a16:creationId xmlns:a16="http://schemas.microsoft.com/office/drawing/2014/main" id="{5FFC036E-CCF9-2B1C-5A2F-5308AEFF946B}"/>
              </a:ext>
            </a:extLst>
          </p:cNvPr>
          <p:cNvGrpSpPr/>
          <p:nvPr/>
        </p:nvGrpSpPr>
        <p:grpSpPr>
          <a:xfrm>
            <a:off x="9341928" y="1240344"/>
            <a:ext cx="1983240" cy="369720"/>
            <a:chOff x="9341928" y="1240344"/>
            <a:chExt cx="1983240" cy="369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5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A9E33FBA-4FF4-DE8D-8A87-05A4134086B6}"/>
                    </a:ext>
                  </a:extLst>
                </p14:cNvPr>
                <p14:cNvContentPartPr/>
                <p14:nvPr/>
              </p14:nvContentPartPr>
              <p14:xfrm>
                <a:off x="9341928" y="1240344"/>
                <a:ext cx="351720" cy="208080"/>
              </p14:xfrm>
            </p:contentPart>
          </mc:Choice>
          <mc:Fallback xmlns=""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A9E33FBA-4FF4-DE8D-8A87-05A4134086B6}"/>
                    </a:ext>
                  </a:extLst>
                </p:cNvPr>
                <p:cNvPicPr/>
                <p:nvPr/>
              </p:nvPicPr>
              <p:blipFill>
                <a:blip r:embed="rId136"/>
                <a:stretch>
                  <a:fillRect/>
                </a:stretch>
              </p:blipFill>
              <p:spPr>
                <a:xfrm>
                  <a:off x="9332928" y="1231344"/>
                  <a:ext cx="369360" cy="22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7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7BB48B5F-9F81-2159-322C-8C2EAFA79FD9}"/>
                    </a:ext>
                  </a:extLst>
                </p14:cNvPr>
                <p14:cNvContentPartPr/>
                <p14:nvPr/>
              </p14:nvContentPartPr>
              <p14:xfrm>
                <a:off x="9769248" y="1341864"/>
                <a:ext cx="384840" cy="26820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7BB48B5F-9F81-2159-322C-8C2EAFA79FD9}"/>
                    </a:ext>
                  </a:extLst>
                </p:cNvPr>
                <p:cNvPicPr/>
                <p:nvPr/>
              </p:nvPicPr>
              <p:blipFill>
                <a:blip r:embed="rId138"/>
                <a:stretch>
                  <a:fillRect/>
                </a:stretch>
              </p:blipFill>
              <p:spPr>
                <a:xfrm>
                  <a:off x="9760248" y="1332864"/>
                  <a:ext cx="402480" cy="28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9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7C5EF979-E27A-CB8F-46F5-177E8381B5BB}"/>
                    </a:ext>
                  </a:extLst>
                </p14:cNvPr>
                <p14:cNvContentPartPr/>
                <p14:nvPr/>
              </p14:nvContentPartPr>
              <p14:xfrm>
                <a:off x="10237968" y="1377144"/>
                <a:ext cx="45360" cy="6552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7C5EF979-E27A-CB8F-46F5-177E8381B5BB}"/>
                    </a:ext>
                  </a:extLst>
                </p:cNvPr>
                <p:cNvPicPr/>
                <p:nvPr/>
              </p:nvPicPr>
              <p:blipFill>
                <a:blip r:embed="rId140"/>
                <a:stretch>
                  <a:fillRect/>
                </a:stretch>
              </p:blipFill>
              <p:spPr>
                <a:xfrm>
                  <a:off x="10229328" y="1368144"/>
                  <a:ext cx="63000" cy="8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1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1E4C2D2D-B899-EA4A-F56C-C47B8300FE4A}"/>
                    </a:ext>
                  </a:extLst>
                </p14:cNvPr>
                <p14:cNvContentPartPr/>
                <p14:nvPr/>
              </p14:nvContentPartPr>
              <p14:xfrm>
                <a:off x="10382688" y="1259064"/>
                <a:ext cx="655920" cy="20988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1E4C2D2D-B899-EA4A-F56C-C47B8300FE4A}"/>
                    </a:ext>
                  </a:extLst>
                </p:cNvPr>
                <p:cNvPicPr/>
                <p:nvPr/>
              </p:nvPicPr>
              <p:blipFill>
                <a:blip r:embed="rId142"/>
                <a:stretch>
                  <a:fillRect/>
                </a:stretch>
              </p:blipFill>
              <p:spPr>
                <a:xfrm>
                  <a:off x="10374048" y="1250064"/>
                  <a:ext cx="673560" cy="22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3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FFE7B91B-685A-530C-DC14-B5BF6B1759CA}"/>
                    </a:ext>
                  </a:extLst>
                </p14:cNvPr>
                <p14:cNvContentPartPr/>
                <p14:nvPr/>
              </p14:nvContentPartPr>
              <p14:xfrm>
                <a:off x="11006928" y="1303344"/>
                <a:ext cx="93600" cy="10080"/>
              </p14:xfrm>
            </p:contentPart>
          </mc:Choice>
          <mc:Fallback xmlns=""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FFE7B91B-685A-530C-DC14-B5BF6B1759CA}"/>
                    </a:ext>
                  </a:extLst>
                </p:cNvPr>
                <p:cNvPicPr/>
                <p:nvPr/>
              </p:nvPicPr>
              <p:blipFill>
                <a:blip r:embed="rId144"/>
                <a:stretch>
                  <a:fillRect/>
                </a:stretch>
              </p:blipFill>
              <p:spPr>
                <a:xfrm>
                  <a:off x="10998288" y="1294344"/>
                  <a:ext cx="111240" cy="2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5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D392C4C0-A0F7-2FCE-D73C-D8A440EA0233}"/>
                    </a:ext>
                  </a:extLst>
                </p14:cNvPr>
                <p14:cNvContentPartPr/>
                <p14:nvPr/>
              </p14:nvContentPartPr>
              <p14:xfrm>
                <a:off x="11305008" y="1432944"/>
                <a:ext cx="20160" cy="47520"/>
              </p14:xfrm>
            </p:contentPart>
          </mc:Choice>
          <mc:Fallback xmlns=""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D392C4C0-A0F7-2FCE-D73C-D8A440EA0233}"/>
                    </a:ext>
                  </a:extLst>
                </p:cNvPr>
                <p:cNvPicPr/>
                <p:nvPr/>
              </p:nvPicPr>
              <p:blipFill>
                <a:blip r:embed="rId146"/>
                <a:stretch>
                  <a:fillRect/>
                </a:stretch>
              </p:blipFill>
              <p:spPr>
                <a:xfrm>
                  <a:off x="11296008" y="1424304"/>
                  <a:ext cx="37800" cy="6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7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F93F3660-EF32-5698-AB0E-C998FDCF20BF}"/>
                    </a:ext>
                  </a:extLst>
                </p14:cNvPr>
                <p14:cNvContentPartPr/>
                <p14:nvPr/>
              </p14:nvContentPartPr>
              <p14:xfrm>
                <a:off x="11312568" y="1295064"/>
                <a:ext cx="12240" cy="1764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F93F3660-EF32-5698-AB0E-C998FDCF20BF}"/>
                    </a:ext>
                  </a:extLst>
                </p:cNvPr>
                <p:cNvPicPr/>
                <p:nvPr/>
              </p:nvPicPr>
              <p:blipFill>
                <a:blip r:embed="rId148"/>
                <a:stretch>
                  <a:fillRect/>
                </a:stretch>
              </p:blipFill>
              <p:spPr>
                <a:xfrm>
                  <a:off x="11303568" y="1286064"/>
                  <a:ext cx="29880" cy="35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2" name="Group 91">
            <a:extLst>
              <a:ext uri="{FF2B5EF4-FFF2-40B4-BE49-F238E27FC236}">
                <a16:creationId xmlns:a16="http://schemas.microsoft.com/office/drawing/2014/main" id="{F06B6009-F421-A355-3711-94F152E8D8EC}"/>
              </a:ext>
            </a:extLst>
          </p:cNvPr>
          <p:cNvGrpSpPr/>
          <p:nvPr/>
        </p:nvGrpSpPr>
        <p:grpSpPr>
          <a:xfrm>
            <a:off x="1684008" y="1953504"/>
            <a:ext cx="527040" cy="495000"/>
            <a:chOff x="1684008" y="1953504"/>
            <a:chExt cx="527040" cy="495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9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D0F9D666-F856-B8E6-97B3-F6542D6C5110}"/>
                    </a:ext>
                  </a:extLst>
                </p14:cNvPr>
                <p14:cNvContentPartPr/>
                <p14:nvPr/>
              </p14:nvContentPartPr>
              <p14:xfrm>
                <a:off x="1940328" y="2093904"/>
                <a:ext cx="6120" cy="124200"/>
              </p14:xfrm>
            </p:contentPart>
          </mc:Choice>
          <mc:Fallback xmlns=""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D0F9D666-F856-B8E6-97B3-F6542D6C5110}"/>
                    </a:ext>
                  </a:extLst>
                </p:cNvPr>
                <p:cNvPicPr/>
                <p:nvPr/>
              </p:nvPicPr>
              <p:blipFill>
                <a:blip r:embed="rId150"/>
                <a:stretch>
                  <a:fillRect/>
                </a:stretch>
              </p:blipFill>
              <p:spPr>
                <a:xfrm>
                  <a:off x="1931328" y="2084904"/>
                  <a:ext cx="23760" cy="14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1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97A74510-2EAD-A12E-88A5-D93B34BD1DBF}"/>
                    </a:ext>
                  </a:extLst>
                </p14:cNvPr>
                <p14:cNvContentPartPr/>
                <p14:nvPr/>
              </p14:nvContentPartPr>
              <p14:xfrm>
                <a:off x="1684008" y="1953504"/>
                <a:ext cx="527040" cy="49500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97A74510-2EAD-A12E-88A5-D93B34BD1DBF}"/>
                    </a:ext>
                  </a:extLst>
                </p:cNvPr>
                <p:cNvPicPr/>
                <p:nvPr/>
              </p:nvPicPr>
              <p:blipFill>
                <a:blip r:embed="rId152"/>
                <a:stretch>
                  <a:fillRect/>
                </a:stretch>
              </p:blipFill>
              <p:spPr>
                <a:xfrm>
                  <a:off x="1675368" y="1944504"/>
                  <a:ext cx="544680" cy="512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2" name="Group 111">
            <a:extLst>
              <a:ext uri="{FF2B5EF4-FFF2-40B4-BE49-F238E27FC236}">
                <a16:creationId xmlns:a16="http://schemas.microsoft.com/office/drawing/2014/main" id="{8B69F97A-2611-E578-B639-F87474E12757}"/>
              </a:ext>
            </a:extLst>
          </p:cNvPr>
          <p:cNvGrpSpPr/>
          <p:nvPr/>
        </p:nvGrpSpPr>
        <p:grpSpPr>
          <a:xfrm>
            <a:off x="2716488" y="2033064"/>
            <a:ext cx="612720" cy="354600"/>
            <a:chOff x="2716488" y="2033064"/>
            <a:chExt cx="612720" cy="354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3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544FB746-A28A-722A-20B1-A35A06AD9BBC}"/>
                    </a:ext>
                  </a:extLst>
                </p14:cNvPr>
                <p14:cNvContentPartPr/>
                <p14:nvPr/>
              </p14:nvContentPartPr>
              <p14:xfrm>
                <a:off x="2716488" y="2033064"/>
                <a:ext cx="558000" cy="35460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544FB746-A28A-722A-20B1-A35A06AD9BBC}"/>
                    </a:ext>
                  </a:extLst>
                </p:cNvPr>
                <p:cNvPicPr/>
                <p:nvPr/>
              </p:nvPicPr>
              <p:blipFill>
                <a:blip r:embed="rId154"/>
                <a:stretch>
                  <a:fillRect/>
                </a:stretch>
              </p:blipFill>
              <p:spPr>
                <a:xfrm>
                  <a:off x="2707488" y="2024424"/>
                  <a:ext cx="575640" cy="37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5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5A4D14CD-DBD5-AD3C-496F-E76356C9BABE}"/>
                    </a:ext>
                  </a:extLst>
                </p14:cNvPr>
                <p14:cNvContentPartPr/>
                <p14:nvPr/>
              </p14:nvContentPartPr>
              <p14:xfrm>
                <a:off x="3052368" y="2223504"/>
                <a:ext cx="276840" cy="59400"/>
              </p14:xfrm>
            </p:contentPart>
          </mc:Choice>
          <mc:Fallback xmlns=""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5A4D14CD-DBD5-AD3C-496F-E76356C9BABE}"/>
                    </a:ext>
                  </a:extLst>
                </p:cNvPr>
                <p:cNvPicPr/>
                <p:nvPr/>
              </p:nvPicPr>
              <p:blipFill>
                <a:blip r:embed="rId156"/>
                <a:stretch>
                  <a:fillRect/>
                </a:stretch>
              </p:blipFill>
              <p:spPr>
                <a:xfrm>
                  <a:off x="3043368" y="2214864"/>
                  <a:ext cx="294480" cy="77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1" name="Group 110">
            <a:extLst>
              <a:ext uri="{FF2B5EF4-FFF2-40B4-BE49-F238E27FC236}">
                <a16:creationId xmlns:a16="http://schemas.microsoft.com/office/drawing/2014/main" id="{9F2F2C87-8EF1-6461-6132-9765E05F815B}"/>
              </a:ext>
            </a:extLst>
          </p:cNvPr>
          <p:cNvGrpSpPr/>
          <p:nvPr/>
        </p:nvGrpSpPr>
        <p:grpSpPr>
          <a:xfrm>
            <a:off x="3583008" y="2066544"/>
            <a:ext cx="1168560" cy="446400"/>
            <a:chOff x="3583008" y="2066544"/>
            <a:chExt cx="1168560" cy="446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7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462304AC-5ACA-595B-24DC-9F010EB72E72}"/>
                    </a:ext>
                  </a:extLst>
                </p14:cNvPr>
                <p14:cNvContentPartPr/>
                <p14:nvPr/>
              </p14:nvContentPartPr>
              <p14:xfrm>
                <a:off x="3583008" y="2126304"/>
                <a:ext cx="219600" cy="204840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462304AC-5ACA-595B-24DC-9F010EB72E72}"/>
                    </a:ext>
                  </a:extLst>
                </p:cNvPr>
                <p:cNvPicPr/>
                <p:nvPr/>
              </p:nvPicPr>
              <p:blipFill>
                <a:blip r:embed="rId158"/>
                <a:stretch>
                  <a:fillRect/>
                </a:stretch>
              </p:blipFill>
              <p:spPr>
                <a:xfrm>
                  <a:off x="3574008" y="2117304"/>
                  <a:ext cx="237240" cy="22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9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6C29BD2C-D400-5F5E-56B4-3881FAC8A949}"/>
                    </a:ext>
                  </a:extLst>
                </p14:cNvPr>
                <p14:cNvContentPartPr/>
                <p14:nvPr/>
              </p14:nvContentPartPr>
              <p14:xfrm>
                <a:off x="3845808" y="2066544"/>
                <a:ext cx="228960" cy="267840"/>
              </p14:xfrm>
            </p:contentPart>
          </mc:Choice>
          <mc:Fallback xmlns=""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6C29BD2C-D400-5F5E-56B4-3881FAC8A949}"/>
                    </a:ext>
                  </a:extLst>
                </p:cNvPr>
                <p:cNvPicPr/>
                <p:nvPr/>
              </p:nvPicPr>
              <p:blipFill>
                <a:blip r:embed="rId160"/>
                <a:stretch>
                  <a:fillRect/>
                </a:stretch>
              </p:blipFill>
              <p:spPr>
                <a:xfrm>
                  <a:off x="3836808" y="2057544"/>
                  <a:ext cx="246600" cy="28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1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D4C3E2AC-ED5F-6A44-77C7-12983740EAEC}"/>
                    </a:ext>
                  </a:extLst>
                </p14:cNvPr>
                <p14:cNvContentPartPr/>
                <p14:nvPr/>
              </p14:nvContentPartPr>
              <p14:xfrm>
                <a:off x="4063608" y="2193984"/>
                <a:ext cx="144720" cy="26640"/>
              </p14:xfrm>
            </p:contentPart>
          </mc:Choice>
          <mc:Fallback xmlns=""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D4C3E2AC-ED5F-6A44-77C7-12983740EAEC}"/>
                    </a:ext>
                  </a:extLst>
                </p:cNvPr>
                <p:cNvPicPr/>
                <p:nvPr/>
              </p:nvPicPr>
              <p:blipFill>
                <a:blip r:embed="rId162"/>
                <a:stretch>
                  <a:fillRect/>
                </a:stretch>
              </p:blipFill>
              <p:spPr>
                <a:xfrm>
                  <a:off x="4054608" y="2184984"/>
                  <a:ext cx="162360" cy="4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3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B7934EB3-3B02-E773-7140-9061C9C5D746}"/>
                    </a:ext>
                  </a:extLst>
                </p14:cNvPr>
                <p14:cNvContentPartPr/>
                <p14:nvPr/>
              </p14:nvContentPartPr>
              <p14:xfrm>
                <a:off x="4423608" y="2067984"/>
                <a:ext cx="327960" cy="444960"/>
              </p14:xfrm>
            </p:contentPart>
          </mc:Choice>
          <mc:Fallback xmlns=""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B7934EB3-3B02-E773-7140-9061C9C5D746}"/>
                    </a:ext>
                  </a:extLst>
                </p:cNvPr>
                <p:cNvPicPr/>
                <p:nvPr/>
              </p:nvPicPr>
              <p:blipFill>
                <a:blip r:embed="rId164"/>
                <a:stretch>
                  <a:fillRect/>
                </a:stretch>
              </p:blipFill>
              <p:spPr>
                <a:xfrm>
                  <a:off x="4414968" y="2059344"/>
                  <a:ext cx="345600" cy="462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0" name="Group 109">
            <a:extLst>
              <a:ext uri="{FF2B5EF4-FFF2-40B4-BE49-F238E27FC236}">
                <a16:creationId xmlns:a16="http://schemas.microsoft.com/office/drawing/2014/main" id="{03A04287-17FC-CF5C-D7FF-A037F2C06F66}"/>
              </a:ext>
            </a:extLst>
          </p:cNvPr>
          <p:cNvGrpSpPr/>
          <p:nvPr/>
        </p:nvGrpSpPr>
        <p:grpSpPr>
          <a:xfrm>
            <a:off x="5260608" y="1846584"/>
            <a:ext cx="2377800" cy="422280"/>
            <a:chOff x="5260608" y="1846584"/>
            <a:chExt cx="2377800" cy="422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5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C42AFB9D-0F8A-48E8-1803-30FEB217089F}"/>
                    </a:ext>
                  </a:extLst>
                </p14:cNvPr>
                <p14:cNvContentPartPr/>
                <p14:nvPr/>
              </p14:nvContentPartPr>
              <p14:xfrm>
                <a:off x="5260608" y="2088864"/>
                <a:ext cx="254880" cy="180000"/>
              </p14:xfrm>
            </p:contentPart>
          </mc:Choice>
          <mc:Fallback xmlns=""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C42AFB9D-0F8A-48E8-1803-30FEB217089F}"/>
                    </a:ext>
                  </a:extLst>
                </p:cNvPr>
                <p:cNvPicPr/>
                <p:nvPr/>
              </p:nvPicPr>
              <p:blipFill>
                <a:blip r:embed="rId166"/>
                <a:stretch>
                  <a:fillRect/>
                </a:stretch>
              </p:blipFill>
              <p:spPr>
                <a:xfrm>
                  <a:off x="5251608" y="2079864"/>
                  <a:ext cx="272520" cy="19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7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E962CF35-8FFF-6190-A244-8A0FF3E39A70}"/>
                    </a:ext>
                  </a:extLst>
                </p14:cNvPr>
                <p14:cNvContentPartPr/>
                <p14:nvPr/>
              </p14:nvContentPartPr>
              <p14:xfrm>
                <a:off x="5616288" y="2123424"/>
                <a:ext cx="66600" cy="118440"/>
              </p14:xfrm>
            </p:contentPart>
          </mc:Choice>
          <mc:Fallback xmlns=""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E962CF35-8FFF-6190-A244-8A0FF3E39A70}"/>
                    </a:ext>
                  </a:extLst>
                </p:cNvPr>
                <p:cNvPicPr/>
                <p:nvPr/>
              </p:nvPicPr>
              <p:blipFill>
                <a:blip r:embed="rId168"/>
                <a:stretch>
                  <a:fillRect/>
                </a:stretch>
              </p:blipFill>
              <p:spPr>
                <a:xfrm>
                  <a:off x="5607288" y="2114784"/>
                  <a:ext cx="84240" cy="13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9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D803135D-B39A-12C8-AA51-CC87068FEB0A}"/>
                    </a:ext>
                  </a:extLst>
                </p14:cNvPr>
                <p14:cNvContentPartPr/>
                <p14:nvPr/>
              </p14:nvContentPartPr>
              <p14:xfrm>
                <a:off x="5768568" y="2148264"/>
                <a:ext cx="142200" cy="91800"/>
              </p14:xfrm>
            </p:contentPart>
          </mc:Choice>
          <mc:Fallback xmlns=""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D803135D-B39A-12C8-AA51-CC87068FEB0A}"/>
                    </a:ext>
                  </a:extLst>
                </p:cNvPr>
                <p:cNvPicPr/>
                <p:nvPr/>
              </p:nvPicPr>
              <p:blipFill>
                <a:blip r:embed="rId170"/>
                <a:stretch>
                  <a:fillRect/>
                </a:stretch>
              </p:blipFill>
              <p:spPr>
                <a:xfrm>
                  <a:off x="5759928" y="2139624"/>
                  <a:ext cx="159840" cy="10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1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3B616BB6-9B71-F532-0768-408A6E61EED9}"/>
                    </a:ext>
                  </a:extLst>
                </p14:cNvPr>
                <p14:cNvContentPartPr/>
                <p14:nvPr/>
              </p14:nvContentPartPr>
              <p14:xfrm>
                <a:off x="6002928" y="2192544"/>
                <a:ext cx="97920" cy="21960"/>
              </p14:xfrm>
            </p:contentPart>
          </mc:Choice>
          <mc:Fallback xmlns=""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3B616BB6-9B71-F532-0768-408A6E61EED9}"/>
                    </a:ext>
                  </a:extLst>
                </p:cNvPr>
                <p:cNvPicPr/>
                <p:nvPr/>
              </p:nvPicPr>
              <p:blipFill>
                <a:blip r:embed="rId172"/>
                <a:stretch>
                  <a:fillRect/>
                </a:stretch>
              </p:blipFill>
              <p:spPr>
                <a:xfrm>
                  <a:off x="5994288" y="2183904"/>
                  <a:ext cx="115560" cy="3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3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4EA8DF8E-D339-E685-44AF-D6655E518BEB}"/>
                    </a:ext>
                  </a:extLst>
                </p14:cNvPr>
                <p14:cNvContentPartPr/>
                <p14:nvPr/>
              </p14:nvContentPartPr>
              <p14:xfrm>
                <a:off x="6244488" y="1846584"/>
                <a:ext cx="465840" cy="394560"/>
              </p14:xfrm>
            </p:contentPart>
          </mc:Choice>
          <mc:Fallback xmlns=""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4EA8DF8E-D339-E685-44AF-D6655E518BEB}"/>
                    </a:ext>
                  </a:extLst>
                </p:cNvPr>
                <p:cNvPicPr/>
                <p:nvPr/>
              </p:nvPicPr>
              <p:blipFill>
                <a:blip r:embed="rId174"/>
                <a:stretch>
                  <a:fillRect/>
                </a:stretch>
              </p:blipFill>
              <p:spPr>
                <a:xfrm>
                  <a:off x="6235488" y="1837944"/>
                  <a:ext cx="483480" cy="41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5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BEAB7046-AA2D-4FA7-E44A-C14CAD22F14B}"/>
                    </a:ext>
                  </a:extLst>
                </p14:cNvPr>
                <p14:cNvContentPartPr/>
                <p14:nvPr/>
              </p14:nvContentPartPr>
              <p14:xfrm>
                <a:off x="6403248" y="2025144"/>
                <a:ext cx="109440" cy="20160"/>
              </p14:xfrm>
            </p:contentPart>
          </mc:Choice>
          <mc:Fallback xmlns=""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BEAB7046-AA2D-4FA7-E44A-C14CAD22F14B}"/>
                    </a:ext>
                  </a:extLst>
                </p:cNvPr>
                <p:cNvPicPr/>
                <p:nvPr/>
              </p:nvPicPr>
              <p:blipFill>
                <a:blip r:embed="rId176"/>
                <a:stretch>
                  <a:fillRect/>
                </a:stretch>
              </p:blipFill>
              <p:spPr>
                <a:xfrm>
                  <a:off x="6394248" y="2016504"/>
                  <a:ext cx="127080" cy="3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7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F6C1E9FF-A9C7-30ED-33D9-4B4C4261B961}"/>
                    </a:ext>
                  </a:extLst>
                </p14:cNvPr>
                <p14:cNvContentPartPr/>
                <p14:nvPr/>
              </p14:nvContentPartPr>
              <p14:xfrm>
                <a:off x="6765408" y="2105784"/>
                <a:ext cx="317520" cy="80280"/>
              </p14:xfrm>
            </p:contentPart>
          </mc:Choice>
          <mc:Fallback xmlns=""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F6C1E9FF-A9C7-30ED-33D9-4B4C4261B961}"/>
                    </a:ext>
                  </a:extLst>
                </p:cNvPr>
                <p:cNvPicPr/>
                <p:nvPr/>
              </p:nvPicPr>
              <p:blipFill>
                <a:blip r:embed="rId178"/>
                <a:stretch>
                  <a:fillRect/>
                </a:stretch>
              </p:blipFill>
              <p:spPr>
                <a:xfrm>
                  <a:off x="6756408" y="2096784"/>
                  <a:ext cx="335160" cy="9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9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4BB9E98A-B512-B8DF-8FE1-E6A26968E683}"/>
                    </a:ext>
                  </a:extLst>
                </p14:cNvPr>
                <p14:cNvContentPartPr/>
                <p14:nvPr/>
              </p14:nvContentPartPr>
              <p14:xfrm>
                <a:off x="7127568" y="2015784"/>
                <a:ext cx="14040" cy="27000"/>
              </p14:xfrm>
            </p:contentPart>
          </mc:Choice>
          <mc:Fallback xmlns=""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4BB9E98A-B512-B8DF-8FE1-E6A26968E683}"/>
                    </a:ext>
                  </a:extLst>
                </p:cNvPr>
                <p:cNvPicPr/>
                <p:nvPr/>
              </p:nvPicPr>
              <p:blipFill>
                <a:blip r:embed="rId180"/>
                <a:stretch>
                  <a:fillRect/>
                </a:stretch>
              </p:blipFill>
              <p:spPr>
                <a:xfrm>
                  <a:off x="7118568" y="2007144"/>
                  <a:ext cx="31680" cy="4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1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418E7103-CF22-D28A-6E5C-37E04A1BD701}"/>
                    </a:ext>
                  </a:extLst>
                </p14:cNvPr>
                <p14:cNvContentPartPr/>
                <p14:nvPr/>
              </p14:nvContentPartPr>
              <p14:xfrm>
                <a:off x="7231968" y="1971864"/>
                <a:ext cx="406440" cy="222840"/>
              </p14:xfrm>
            </p:contentPart>
          </mc:Choice>
          <mc:Fallback xmlns=""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418E7103-CF22-D28A-6E5C-37E04A1BD701}"/>
                    </a:ext>
                  </a:extLst>
                </p:cNvPr>
                <p:cNvPicPr/>
                <p:nvPr/>
              </p:nvPicPr>
              <p:blipFill>
                <a:blip r:embed="rId182"/>
                <a:stretch>
                  <a:fillRect/>
                </a:stretch>
              </p:blipFill>
              <p:spPr>
                <a:xfrm>
                  <a:off x="7222968" y="1963224"/>
                  <a:ext cx="424080" cy="240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8" name="Group 117">
            <a:extLst>
              <a:ext uri="{FF2B5EF4-FFF2-40B4-BE49-F238E27FC236}">
                <a16:creationId xmlns:a16="http://schemas.microsoft.com/office/drawing/2014/main" id="{165A7D16-AB62-315D-D53C-952A096D3C28}"/>
              </a:ext>
            </a:extLst>
          </p:cNvPr>
          <p:cNvGrpSpPr/>
          <p:nvPr/>
        </p:nvGrpSpPr>
        <p:grpSpPr>
          <a:xfrm>
            <a:off x="8041248" y="1922184"/>
            <a:ext cx="1577520" cy="480960"/>
            <a:chOff x="8041248" y="1922184"/>
            <a:chExt cx="1577520" cy="480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3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A9614064-8C4E-E6AE-6C67-7B85A5869F19}"/>
                    </a:ext>
                  </a:extLst>
                </p14:cNvPr>
                <p14:cNvContentPartPr/>
                <p14:nvPr/>
              </p14:nvContentPartPr>
              <p14:xfrm>
                <a:off x="8041248" y="2004624"/>
                <a:ext cx="255960" cy="201240"/>
              </p14:xfrm>
            </p:contentPart>
          </mc:Choice>
          <mc:Fallback xmlns=""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A9614064-8C4E-E6AE-6C67-7B85A5869F19}"/>
                    </a:ext>
                  </a:extLst>
                </p:cNvPr>
                <p:cNvPicPr/>
                <p:nvPr/>
              </p:nvPicPr>
              <p:blipFill>
                <a:blip r:embed="rId184"/>
                <a:stretch>
                  <a:fillRect/>
                </a:stretch>
              </p:blipFill>
              <p:spPr>
                <a:xfrm>
                  <a:off x="8032608" y="1995984"/>
                  <a:ext cx="273600" cy="21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5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BDF46245-F789-31B2-B6D6-BBEF3C402454}"/>
                    </a:ext>
                  </a:extLst>
                </p14:cNvPr>
                <p14:cNvContentPartPr/>
                <p14:nvPr/>
              </p14:nvContentPartPr>
              <p14:xfrm>
                <a:off x="8399088" y="1986624"/>
                <a:ext cx="579600" cy="416520"/>
              </p14:xfrm>
            </p:contentPart>
          </mc:Choice>
          <mc:Fallback xmlns=""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BDF46245-F789-31B2-B6D6-BBEF3C402454}"/>
                    </a:ext>
                  </a:extLst>
                </p:cNvPr>
                <p:cNvPicPr/>
                <p:nvPr/>
              </p:nvPicPr>
              <p:blipFill>
                <a:blip r:embed="rId186"/>
                <a:stretch>
                  <a:fillRect/>
                </a:stretch>
              </p:blipFill>
              <p:spPr>
                <a:xfrm>
                  <a:off x="8390448" y="1977984"/>
                  <a:ext cx="597240" cy="43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7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EEF819C9-74F5-B8B1-C12D-28D265D25E8F}"/>
                    </a:ext>
                  </a:extLst>
                </p14:cNvPr>
                <p14:cNvContentPartPr/>
                <p14:nvPr/>
              </p14:nvContentPartPr>
              <p14:xfrm>
                <a:off x="9118008" y="1922184"/>
                <a:ext cx="289080" cy="261720"/>
              </p14:xfrm>
            </p:contentPart>
          </mc:Choice>
          <mc:Fallback xmlns=""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EEF819C9-74F5-B8B1-C12D-28D265D25E8F}"/>
                    </a:ext>
                  </a:extLst>
                </p:cNvPr>
                <p:cNvPicPr/>
                <p:nvPr/>
              </p:nvPicPr>
              <p:blipFill>
                <a:blip r:embed="rId188"/>
                <a:stretch>
                  <a:fillRect/>
                </a:stretch>
              </p:blipFill>
              <p:spPr>
                <a:xfrm>
                  <a:off x="9109368" y="1913544"/>
                  <a:ext cx="306720" cy="27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9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E97BDCF3-4060-1A9F-3BE7-13C3292FA3E8}"/>
                    </a:ext>
                  </a:extLst>
                </p14:cNvPr>
                <p14:cNvContentPartPr/>
                <p14:nvPr/>
              </p14:nvContentPartPr>
              <p14:xfrm>
                <a:off x="9518328" y="2219904"/>
                <a:ext cx="100440" cy="117360"/>
              </p14:xfrm>
            </p:contentPart>
          </mc:Choice>
          <mc:Fallback xmlns=""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E97BDCF3-4060-1A9F-3BE7-13C3292FA3E8}"/>
                    </a:ext>
                  </a:extLst>
                </p:cNvPr>
                <p:cNvPicPr/>
                <p:nvPr/>
              </p:nvPicPr>
              <p:blipFill>
                <a:blip r:embed="rId190"/>
                <a:stretch>
                  <a:fillRect/>
                </a:stretch>
              </p:blipFill>
              <p:spPr>
                <a:xfrm>
                  <a:off x="9509328" y="2211264"/>
                  <a:ext cx="118080" cy="135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91">
            <p14:nvContentPartPr>
              <p14:cNvPr id="117" name="Ink 116">
                <a:extLst>
                  <a:ext uri="{FF2B5EF4-FFF2-40B4-BE49-F238E27FC236}">
                    <a16:creationId xmlns:a16="http://schemas.microsoft.com/office/drawing/2014/main" id="{0C210D95-2755-4099-65F4-76788D640485}"/>
                  </a:ext>
                </a:extLst>
              </p14:cNvPr>
              <p14:cNvContentPartPr/>
              <p14:nvPr/>
            </p14:nvContentPartPr>
            <p14:xfrm>
              <a:off x="9934848" y="1995984"/>
              <a:ext cx="378000" cy="238320"/>
            </p14:xfrm>
          </p:contentPart>
        </mc:Choice>
        <mc:Fallback xmlns="">
          <p:pic>
            <p:nvPicPr>
              <p:cNvPr id="117" name="Ink 116">
                <a:extLst>
                  <a:ext uri="{FF2B5EF4-FFF2-40B4-BE49-F238E27FC236}">
                    <a16:creationId xmlns:a16="http://schemas.microsoft.com/office/drawing/2014/main" id="{0C210D95-2755-4099-65F4-76788D640485}"/>
                  </a:ext>
                </a:extLst>
              </p:cNvPr>
              <p:cNvPicPr/>
              <p:nvPr/>
            </p:nvPicPr>
            <p:blipFill>
              <a:blip r:embed="rId192"/>
              <a:stretch>
                <a:fillRect/>
              </a:stretch>
            </p:blipFill>
            <p:spPr>
              <a:xfrm>
                <a:off x="9926208" y="1987344"/>
                <a:ext cx="395640" cy="255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3">
            <p14:nvContentPartPr>
              <p14:cNvPr id="119" name="Ink 118">
                <a:extLst>
                  <a:ext uri="{FF2B5EF4-FFF2-40B4-BE49-F238E27FC236}">
                    <a16:creationId xmlns:a16="http://schemas.microsoft.com/office/drawing/2014/main" id="{62296E4E-D851-11A3-2F99-76FF5D0F65BF}"/>
                  </a:ext>
                </a:extLst>
              </p14:cNvPr>
              <p14:cNvContentPartPr/>
              <p14:nvPr/>
            </p14:nvContentPartPr>
            <p14:xfrm>
              <a:off x="1622808" y="2566584"/>
              <a:ext cx="774000" cy="490680"/>
            </p14:xfrm>
          </p:contentPart>
        </mc:Choice>
        <mc:Fallback xmlns="">
          <p:pic>
            <p:nvPicPr>
              <p:cNvPr id="119" name="Ink 118">
                <a:extLst>
                  <a:ext uri="{FF2B5EF4-FFF2-40B4-BE49-F238E27FC236}">
                    <a16:creationId xmlns:a16="http://schemas.microsoft.com/office/drawing/2014/main" id="{62296E4E-D851-11A3-2F99-76FF5D0F65BF}"/>
                  </a:ext>
                </a:extLst>
              </p:cNvPr>
              <p:cNvPicPr/>
              <p:nvPr/>
            </p:nvPicPr>
            <p:blipFill>
              <a:blip r:embed="rId194"/>
              <a:stretch>
                <a:fillRect/>
              </a:stretch>
            </p:blipFill>
            <p:spPr>
              <a:xfrm>
                <a:off x="1613808" y="2557944"/>
                <a:ext cx="791640" cy="508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5">
            <p14:nvContentPartPr>
              <p14:cNvPr id="120" name="Ink 119">
                <a:extLst>
                  <a:ext uri="{FF2B5EF4-FFF2-40B4-BE49-F238E27FC236}">
                    <a16:creationId xmlns:a16="http://schemas.microsoft.com/office/drawing/2014/main" id="{EF2D82F1-9EDA-2D9D-AAF2-BE18CA2D091E}"/>
                  </a:ext>
                </a:extLst>
              </p14:cNvPr>
              <p14:cNvContentPartPr/>
              <p14:nvPr/>
            </p14:nvContentPartPr>
            <p14:xfrm>
              <a:off x="2968848" y="2895984"/>
              <a:ext cx="45360" cy="21960"/>
            </p14:xfrm>
          </p:contentPart>
        </mc:Choice>
        <mc:Fallback xmlns="">
          <p:pic>
            <p:nvPicPr>
              <p:cNvPr id="120" name="Ink 119">
                <a:extLst>
                  <a:ext uri="{FF2B5EF4-FFF2-40B4-BE49-F238E27FC236}">
                    <a16:creationId xmlns:a16="http://schemas.microsoft.com/office/drawing/2014/main" id="{EF2D82F1-9EDA-2D9D-AAF2-BE18CA2D091E}"/>
                  </a:ext>
                </a:extLst>
              </p:cNvPr>
              <p:cNvPicPr/>
              <p:nvPr/>
            </p:nvPicPr>
            <p:blipFill>
              <a:blip r:embed="rId196"/>
              <a:stretch>
                <a:fillRect/>
              </a:stretch>
            </p:blipFill>
            <p:spPr>
              <a:xfrm>
                <a:off x="2959848" y="2887344"/>
                <a:ext cx="63000" cy="39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7">
            <p14:nvContentPartPr>
              <p14:cNvPr id="121" name="Ink 120">
                <a:extLst>
                  <a:ext uri="{FF2B5EF4-FFF2-40B4-BE49-F238E27FC236}">
                    <a16:creationId xmlns:a16="http://schemas.microsoft.com/office/drawing/2014/main" id="{5C70BDAA-0D55-8C70-EDF8-1934C351AA9B}"/>
                  </a:ext>
                </a:extLst>
              </p14:cNvPr>
              <p14:cNvContentPartPr/>
              <p14:nvPr/>
            </p14:nvContentPartPr>
            <p14:xfrm>
              <a:off x="3612888" y="2889144"/>
              <a:ext cx="69480" cy="4680"/>
            </p14:xfrm>
          </p:contentPart>
        </mc:Choice>
        <mc:Fallback xmlns="">
          <p:pic>
            <p:nvPicPr>
              <p:cNvPr id="121" name="Ink 120">
                <a:extLst>
                  <a:ext uri="{FF2B5EF4-FFF2-40B4-BE49-F238E27FC236}">
                    <a16:creationId xmlns:a16="http://schemas.microsoft.com/office/drawing/2014/main" id="{5C70BDAA-0D55-8C70-EDF8-1934C351AA9B}"/>
                  </a:ext>
                </a:extLst>
              </p:cNvPr>
              <p:cNvPicPr/>
              <p:nvPr/>
            </p:nvPicPr>
            <p:blipFill>
              <a:blip r:embed="rId198"/>
              <a:stretch>
                <a:fillRect/>
              </a:stretch>
            </p:blipFill>
            <p:spPr>
              <a:xfrm>
                <a:off x="3603888" y="2880504"/>
                <a:ext cx="87120" cy="22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9">
            <p14:nvContentPartPr>
              <p14:cNvPr id="122" name="Ink 121">
                <a:extLst>
                  <a:ext uri="{FF2B5EF4-FFF2-40B4-BE49-F238E27FC236}">
                    <a16:creationId xmlns:a16="http://schemas.microsoft.com/office/drawing/2014/main" id="{A69A0B82-3DF4-5F58-CBDC-14D763A663F2}"/>
                  </a:ext>
                </a:extLst>
              </p14:cNvPr>
              <p14:cNvContentPartPr/>
              <p14:nvPr/>
            </p14:nvContentPartPr>
            <p14:xfrm>
              <a:off x="4034448" y="2875104"/>
              <a:ext cx="245880" cy="17280"/>
            </p14:xfrm>
          </p:contentPart>
        </mc:Choice>
        <mc:Fallback xmlns="">
          <p:pic>
            <p:nvPicPr>
              <p:cNvPr id="122" name="Ink 121">
                <a:extLst>
                  <a:ext uri="{FF2B5EF4-FFF2-40B4-BE49-F238E27FC236}">
                    <a16:creationId xmlns:a16="http://schemas.microsoft.com/office/drawing/2014/main" id="{A69A0B82-3DF4-5F58-CBDC-14D763A663F2}"/>
                  </a:ext>
                </a:extLst>
              </p:cNvPr>
              <p:cNvPicPr/>
              <p:nvPr/>
            </p:nvPicPr>
            <p:blipFill>
              <a:blip r:embed="rId200"/>
              <a:stretch>
                <a:fillRect/>
              </a:stretch>
            </p:blipFill>
            <p:spPr>
              <a:xfrm>
                <a:off x="4025808" y="2866104"/>
                <a:ext cx="263520" cy="34920"/>
              </a:xfrm>
              <a:prstGeom prst="rect">
                <a:avLst/>
              </a:prstGeom>
            </p:spPr>
          </p:pic>
        </mc:Fallback>
      </mc:AlternateContent>
      <p:grpSp>
        <p:nvGrpSpPr>
          <p:cNvPr id="202" name="Group 201">
            <a:extLst>
              <a:ext uri="{FF2B5EF4-FFF2-40B4-BE49-F238E27FC236}">
                <a16:creationId xmlns:a16="http://schemas.microsoft.com/office/drawing/2014/main" id="{0E355F0E-4EBE-728D-1A5A-54B5D3582B63}"/>
              </a:ext>
            </a:extLst>
          </p:cNvPr>
          <p:cNvGrpSpPr/>
          <p:nvPr/>
        </p:nvGrpSpPr>
        <p:grpSpPr>
          <a:xfrm>
            <a:off x="5191848" y="2527344"/>
            <a:ext cx="1261440" cy="368280"/>
            <a:chOff x="5191848" y="2527344"/>
            <a:chExt cx="1261440" cy="368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01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61BC6568-4988-998F-AF1A-208BAB10A9D2}"/>
                    </a:ext>
                  </a:extLst>
                </p14:cNvPr>
                <p14:cNvContentPartPr/>
                <p14:nvPr/>
              </p14:nvContentPartPr>
              <p14:xfrm>
                <a:off x="5191848" y="2527344"/>
                <a:ext cx="253080" cy="368280"/>
              </p14:xfrm>
            </p:contentPart>
          </mc:Choice>
          <mc:Fallback xmlns=""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61BC6568-4988-998F-AF1A-208BAB10A9D2}"/>
                    </a:ext>
                  </a:extLst>
                </p:cNvPr>
                <p:cNvPicPr/>
                <p:nvPr/>
              </p:nvPicPr>
              <p:blipFill>
                <a:blip r:embed="rId202"/>
                <a:stretch>
                  <a:fillRect/>
                </a:stretch>
              </p:blipFill>
              <p:spPr>
                <a:xfrm>
                  <a:off x="5182848" y="2518344"/>
                  <a:ext cx="270720" cy="38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3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5D2296C4-455B-CC1D-2836-0413B25F199F}"/>
                    </a:ext>
                  </a:extLst>
                </p14:cNvPr>
                <p14:cNvContentPartPr/>
                <p14:nvPr/>
              </p14:nvContentPartPr>
              <p14:xfrm>
                <a:off x="5510088" y="2757384"/>
                <a:ext cx="122040" cy="96120"/>
              </p14:xfrm>
            </p:contentPart>
          </mc:Choice>
          <mc:Fallback xmlns=""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5D2296C4-455B-CC1D-2836-0413B25F199F}"/>
                    </a:ext>
                  </a:extLst>
                </p:cNvPr>
                <p:cNvPicPr/>
                <p:nvPr/>
              </p:nvPicPr>
              <p:blipFill>
                <a:blip r:embed="rId204"/>
                <a:stretch>
                  <a:fillRect/>
                </a:stretch>
              </p:blipFill>
              <p:spPr>
                <a:xfrm>
                  <a:off x="5501448" y="2748744"/>
                  <a:ext cx="139680" cy="11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5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DB769241-13C8-4A29-D2FC-26C4838F201B}"/>
                    </a:ext>
                  </a:extLst>
                </p14:cNvPr>
                <p14:cNvContentPartPr/>
                <p14:nvPr/>
              </p14:nvContentPartPr>
              <p14:xfrm>
                <a:off x="5311728" y="2660904"/>
                <a:ext cx="227160" cy="41040"/>
              </p14:xfrm>
            </p:contentPart>
          </mc:Choice>
          <mc:Fallback xmlns=""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DB769241-13C8-4A29-D2FC-26C4838F201B}"/>
                    </a:ext>
                  </a:extLst>
                </p:cNvPr>
                <p:cNvPicPr/>
                <p:nvPr/>
              </p:nvPicPr>
              <p:blipFill>
                <a:blip r:embed="rId206"/>
                <a:stretch>
                  <a:fillRect/>
                </a:stretch>
              </p:blipFill>
              <p:spPr>
                <a:xfrm>
                  <a:off x="5303088" y="2651904"/>
                  <a:ext cx="244800" cy="5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7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B6619BAC-6324-A0B8-77F8-A29158C5617E}"/>
                    </a:ext>
                  </a:extLst>
                </p14:cNvPr>
                <p14:cNvContentPartPr/>
                <p14:nvPr/>
              </p14:nvContentPartPr>
              <p14:xfrm>
                <a:off x="5693328" y="2774664"/>
                <a:ext cx="319680" cy="84240"/>
              </p14:xfrm>
            </p:contentPart>
          </mc:Choice>
          <mc:Fallback xmlns=""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B6619BAC-6324-A0B8-77F8-A29158C5617E}"/>
                    </a:ext>
                  </a:extLst>
                </p:cNvPr>
                <p:cNvPicPr/>
                <p:nvPr/>
              </p:nvPicPr>
              <p:blipFill>
                <a:blip r:embed="rId208"/>
                <a:stretch>
                  <a:fillRect/>
                </a:stretch>
              </p:blipFill>
              <p:spPr>
                <a:xfrm>
                  <a:off x="5684688" y="2765664"/>
                  <a:ext cx="337320" cy="10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9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7D0B8D4E-A2EB-98E2-8925-75FD40B33622}"/>
                    </a:ext>
                  </a:extLst>
                </p14:cNvPr>
                <p14:cNvContentPartPr/>
                <p14:nvPr/>
              </p14:nvContentPartPr>
              <p14:xfrm>
                <a:off x="6037488" y="2649024"/>
                <a:ext cx="11520" cy="60840"/>
              </p14:xfrm>
            </p:contentPart>
          </mc:Choice>
          <mc:Fallback xmlns=""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7D0B8D4E-A2EB-98E2-8925-75FD40B33622}"/>
                    </a:ext>
                  </a:extLst>
                </p:cNvPr>
                <p:cNvPicPr/>
                <p:nvPr/>
              </p:nvPicPr>
              <p:blipFill>
                <a:blip r:embed="rId210"/>
                <a:stretch>
                  <a:fillRect/>
                </a:stretch>
              </p:blipFill>
              <p:spPr>
                <a:xfrm>
                  <a:off x="6028848" y="2640024"/>
                  <a:ext cx="29160" cy="7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1">
              <p14:nvContentPartPr>
                <p14:cNvPr id="193" name="Ink 192">
                  <a:extLst>
                    <a:ext uri="{FF2B5EF4-FFF2-40B4-BE49-F238E27FC236}">
                      <a16:creationId xmlns:a16="http://schemas.microsoft.com/office/drawing/2014/main" id="{A44DF44A-F12B-86CC-D74A-BFAFB5F09260}"/>
                    </a:ext>
                  </a:extLst>
                </p14:cNvPr>
                <p14:cNvContentPartPr/>
                <p14:nvPr/>
              </p14:nvContentPartPr>
              <p14:xfrm>
                <a:off x="6101208" y="2601864"/>
                <a:ext cx="352080" cy="252360"/>
              </p14:xfrm>
            </p:contentPart>
          </mc:Choice>
          <mc:Fallback xmlns="">
            <p:pic>
              <p:nvPicPr>
                <p:cNvPr id="193" name="Ink 192">
                  <a:extLst>
                    <a:ext uri="{FF2B5EF4-FFF2-40B4-BE49-F238E27FC236}">
                      <a16:creationId xmlns:a16="http://schemas.microsoft.com/office/drawing/2014/main" id="{A44DF44A-F12B-86CC-D74A-BFAFB5F09260}"/>
                    </a:ext>
                  </a:extLst>
                </p:cNvPr>
                <p:cNvPicPr/>
                <p:nvPr/>
              </p:nvPicPr>
              <p:blipFill>
                <a:blip r:embed="rId212"/>
                <a:stretch>
                  <a:fillRect/>
                </a:stretch>
              </p:blipFill>
              <p:spPr>
                <a:xfrm>
                  <a:off x="6092568" y="2593224"/>
                  <a:ext cx="369720" cy="270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13">
            <p14:nvContentPartPr>
              <p14:cNvPr id="194" name="Ink 193">
                <a:extLst>
                  <a:ext uri="{FF2B5EF4-FFF2-40B4-BE49-F238E27FC236}">
                    <a16:creationId xmlns:a16="http://schemas.microsoft.com/office/drawing/2014/main" id="{82D101BF-B645-481D-5666-D422A1E868CC}"/>
                  </a:ext>
                </a:extLst>
              </p14:cNvPr>
              <p14:cNvContentPartPr/>
              <p14:nvPr/>
            </p14:nvContentPartPr>
            <p14:xfrm>
              <a:off x="7572888" y="2766024"/>
              <a:ext cx="55440" cy="7920"/>
            </p14:xfrm>
          </p:contentPart>
        </mc:Choice>
        <mc:Fallback xmlns="">
          <p:pic>
            <p:nvPicPr>
              <p:cNvPr id="194" name="Ink 193">
                <a:extLst>
                  <a:ext uri="{FF2B5EF4-FFF2-40B4-BE49-F238E27FC236}">
                    <a16:creationId xmlns:a16="http://schemas.microsoft.com/office/drawing/2014/main" id="{82D101BF-B645-481D-5666-D422A1E868CC}"/>
                  </a:ext>
                </a:extLst>
              </p:cNvPr>
              <p:cNvPicPr/>
              <p:nvPr/>
            </p:nvPicPr>
            <p:blipFill>
              <a:blip r:embed="rId214"/>
              <a:stretch>
                <a:fillRect/>
              </a:stretch>
            </p:blipFill>
            <p:spPr>
              <a:xfrm>
                <a:off x="7563888" y="2757024"/>
                <a:ext cx="73080" cy="25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5">
            <p14:nvContentPartPr>
              <p14:cNvPr id="195" name="Ink 194">
                <a:extLst>
                  <a:ext uri="{FF2B5EF4-FFF2-40B4-BE49-F238E27FC236}">
                    <a16:creationId xmlns:a16="http://schemas.microsoft.com/office/drawing/2014/main" id="{3E68F5EF-0B6C-9770-CA3D-DCDF464AE69F}"/>
                  </a:ext>
                </a:extLst>
              </p14:cNvPr>
              <p14:cNvContentPartPr/>
              <p14:nvPr/>
            </p14:nvContentPartPr>
            <p14:xfrm>
              <a:off x="8071488" y="2749464"/>
              <a:ext cx="162000" cy="24480"/>
            </p14:xfrm>
          </p:contentPart>
        </mc:Choice>
        <mc:Fallback xmlns="">
          <p:pic>
            <p:nvPicPr>
              <p:cNvPr id="195" name="Ink 194">
                <a:extLst>
                  <a:ext uri="{FF2B5EF4-FFF2-40B4-BE49-F238E27FC236}">
                    <a16:creationId xmlns:a16="http://schemas.microsoft.com/office/drawing/2014/main" id="{3E68F5EF-0B6C-9770-CA3D-DCDF464AE69F}"/>
                  </a:ext>
                </a:extLst>
              </p:cNvPr>
              <p:cNvPicPr/>
              <p:nvPr/>
            </p:nvPicPr>
            <p:blipFill>
              <a:blip r:embed="rId216"/>
              <a:stretch>
                <a:fillRect/>
              </a:stretch>
            </p:blipFill>
            <p:spPr>
              <a:xfrm>
                <a:off x="8062848" y="2740464"/>
                <a:ext cx="179640" cy="42120"/>
              </a:xfrm>
              <a:prstGeom prst="rect">
                <a:avLst/>
              </a:prstGeom>
            </p:spPr>
          </p:pic>
        </mc:Fallback>
      </mc:AlternateContent>
      <p:grpSp>
        <p:nvGrpSpPr>
          <p:cNvPr id="201" name="Group 200">
            <a:extLst>
              <a:ext uri="{FF2B5EF4-FFF2-40B4-BE49-F238E27FC236}">
                <a16:creationId xmlns:a16="http://schemas.microsoft.com/office/drawing/2014/main" id="{4AF88045-ACED-45EE-B6CC-2A23A3F145D7}"/>
              </a:ext>
            </a:extLst>
          </p:cNvPr>
          <p:cNvGrpSpPr/>
          <p:nvPr/>
        </p:nvGrpSpPr>
        <p:grpSpPr>
          <a:xfrm>
            <a:off x="8540928" y="2593944"/>
            <a:ext cx="1010160" cy="330120"/>
            <a:chOff x="8540928" y="2593944"/>
            <a:chExt cx="1010160" cy="330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17">
              <p14:nvContentPartPr>
                <p14:cNvPr id="196" name="Ink 195">
                  <a:extLst>
                    <a:ext uri="{FF2B5EF4-FFF2-40B4-BE49-F238E27FC236}">
                      <a16:creationId xmlns:a16="http://schemas.microsoft.com/office/drawing/2014/main" id="{43628316-A5A8-23EC-DACE-DF4970ECEF95}"/>
                    </a:ext>
                  </a:extLst>
                </p14:cNvPr>
                <p14:cNvContentPartPr/>
                <p14:nvPr/>
              </p14:nvContentPartPr>
              <p14:xfrm>
                <a:off x="8540928" y="2732184"/>
                <a:ext cx="184680" cy="18000"/>
              </p14:xfrm>
            </p:contentPart>
          </mc:Choice>
          <mc:Fallback xmlns="">
            <p:pic>
              <p:nvPicPr>
                <p:cNvPr id="196" name="Ink 195">
                  <a:extLst>
                    <a:ext uri="{FF2B5EF4-FFF2-40B4-BE49-F238E27FC236}">
                      <a16:creationId xmlns:a16="http://schemas.microsoft.com/office/drawing/2014/main" id="{43628316-A5A8-23EC-DACE-DF4970ECEF95}"/>
                    </a:ext>
                  </a:extLst>
                </p:cNvPr>
                <p:cNvPicPr/>
                <p:nvPr/>
              </p:nvPicPr>
              <p:blipFill>
                <a:blip r:embed="rId218"/>
                <a:stretch>
                  <a:fillRect/>
                </a:stretch>
              </p:blipFill>
              <p:spPr>
                <a:xfrm>
                  <a:off x="8531928" y="2723544"/>
                  <a:ext cx="202320" cy="3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9">
              <p14:nvContentPartPr>
                <p14:cNvPr id="197" name="Ink 196">
                  <a:extLst>
                    <a:ext uri="{FF2B5EF4-FFF2-40B4-BE49-F238E27FC236}">
                      <a16:creationId xmlns:a16="http://schemas.microsoft.com/office/drawing/2014/main" id="{2491BEB2-FD48-971D-FB2F-A4BB956D6FE8}"/>
                    </a:ext>
                  </a:extLst>
                </p14:cNvPr>
                <p14:cNvContentPartPr/>
                <p14:nvPr/>
              </p14:nvContentPartPr>
              <p14:xfrm>
                <a:off x="8733888" y="2728944"/>
                <a:ext cx="12600" cy="13680"/>
              </p14:xfrm>
            </p:contentPart>
          </mc:Choice>
          <mc:Fallback xmlns="">
            <p:pic>
              <p:nvPicPr>
                <p:cNvPr id="197" name="Ink 196">
                  <a:extLst>
                    <a:ext uri="{FF2B5EF4-FFF2-40B4-BE49-F238E27FC236}">
                      <a16:creationId xmlns:a16="http://schemas.microsoft.com/office/drawing/2014/main" id="{2491BEB2-FD48-971D-FB2F-A4BB956D6FE8}"/>
                    </a:ext>
                  </a:extLst>
                </p:cNvPr>
                <p:cNvPicPr/>
                <p:nvPr/>
              </p:nvPicPr>
              <p:blipFill>
                <a:blip r:embed="rId220"/>
                <a:stretch>
                  <a:fillRect/>
                </a:stretch>
              </p:blipFill>
              <p:spPr>
                <a:xfrm>
                  <a:off x="8724888" y="2720304"/>
                  <a:ext cx="30240" cy="3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1">
              <p14:nvContentPartPr>
                <p14:cNvPr id="198" name="Ink 197">
                  <a:extLst>
                    <a:ext uri="{FF2B5EF4-FFF2-40B4-BE49-F238E27FC236}">
                      <a16:creationId xmlns:a16="http://schemas.microsoft.com/office/drawing/2014/main" id="{934D18B8-E5B7-587B-CA5C-29D3970D95CF}"/>
                    </a:ext>
                  </a:extLst>
                </p14:cNvPr>
                <p14:cNvContentPartPr/>
                <p14:nvPr/>
              </p14:nvContentPartPr>
              <p14:xfrm>
                <a:off x="8752968" y="2729664"/>
                <a:ext cx="167760" cy="194400"/>
              </p14:xfrm>
            </p:contentPart>
          </mc:Choice>
          <mc:Fallback xmlns="">
            <p:pic>
              <p:nvPicPr>
                <p:cNvPr id="198" name="Ink 197">
                  <a:extLst>
                    <a:ext uri="{FF2B5EF4-FFF2-40B4-BE49-F238E27FC236}">
                      <a16:creationId xmlns:a16="http://schemas.microsoft.com/office/drawing/2014/main" id="{934D18B8-E5B7-587B-CA5C-29D3970D95CF}"/>
                    </a:ext>
                  </a:extLst>
                </p:cNvPr>
                <p:cNvPicPr/>
                <p:nvPr/>
              </p:nvPicPr>
              <p:blipFill>
                <a:blip r:embed="rId222"/>
                <a:stretch>
                  <a:fillRect/>
                </a:stretch>
              </p:blipFill>
              <p:spPr>
                <a:xfrm>
                  <a:off x="8744328" y="2720664"/>
                  <a:ext cx="185400" cy="21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3">
              <p14:nvContentPartPr>
                <p14:cNvPr id="199" name="Ink 198">
                  <a:extLst>
                    <a:ext uri="{FF2B5EF4-FFF2-40B4-BE49-F238E27FC236}">
                      <a16:creationId xmlns:a16="http://schemas.microsoft.com/office/drawing/2014/main" id="{4EEF0E0C-1DFB-A0A3-E73A-19799B4FB23D}"/>
                    </a:ext>
                  </a:extLst>
                </p14:cNvPr>
                <p14:cNvContentPartPr/>
                <p14:nvPr/>
              </p14:nvContentPartPr>
              <p14:xfrm>
                <a:off x="9198288" y="2633904"/>
                <a:ext cx="67680" cy="173160"/>
              </p14:xfrm>
            </p:contentPart>
          </mc:Choice>
          <mc:Fallback xmlns="">
            <p:pic>
              <p:nvPicPr>
                <p:cNvPr id="199" name="Ink 198">
                  <a:extLst>
                    <a:ext uri="{FF2B5EF4-FFF2-40B4-BE49-F238E27FC236}">
                      <a16:creationId xmlns:a16="http://schemas.microsoft.com/office/drawing/2014/main" id="{4EEF0E0C-1DFB-A0A3-E73A-19799B4FB23D}"/>
                    </a:ext>
                  </a:extLst>
                </p:cNvPr>
                <p:cNvPicPr/>
                <p:nvPr/>
              </p:nvPicPr>
              <p:blipFill>
                <a:blip r:embed="rId224"/>
                <a:stretch>
                  <a:fillRect/>
                </a:stretch>
              </p:blipFill>
              <p:spPr>
                <a:xfrm>
                  <a:off x="9189648" y="2625264"/>
                  <a:ext cx="85320" cy="19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5">
              <p14:nvContentPartPr>
                <p14:cNvPr id="200" name="Ink 199">
                  <a:extLst>
                    <a:ext uri="{FF2B5EF4-FFF2-40B4-BE49-F238E27FC236}">
                      <a16:creationId xmlns:a16="http://schemas.microsoft.com/office/drawing/2014/main" id="{0858B8E3-A745-758D-A14A-F2B376470B4E}"/>
                    </a:ext>
                  </a:extLst>
                </p14:cNvPr>
                <p14:cNvContentPartPr/>
                <p14:nvPr/>
              </p14:nvContentPartPr>
              <p14:xfrm>
                <a:off x="8926488" y="2593944"/>
                <a:ext cx="624600" cy="29520"/>
              </p14:xfrm>
            </p:contentPart>
          </mc:Choice>
          <mc:Fallback xmlns="">
            <p:pic>
              <p:nvPicPr>
                <p:cNvPr id="200" name="Ink 199">
                  <a:extLst>
                    <a:ext uri="{FF2B5EF4-FFF2-40B4-BE49-F238E27FC236}">
                      <a16:creationId xmlns:a16="http://schemas.microsoft.com/office/drawing/2014/main" id="{0858B8E3-A745-758D-A14A-F2B376470B4E}"/>
                    </a:ext>
                  </a:extLst>
                </p:cNvPr>
                <p:cNvPicPr/>
                <p:nvPr/>
              </p:nvPicPr>
              <p:blipFill>
                <a:blip r:embed="rId226"/>
                <a:stretch>
                  <a:fillRect/>
                </a:stretch>
              </p:blipFill>
              <p:spPr>
                <a:xfrm>
                  <a:off x="8917848" y="2584944"/>
                  <a:ext cx="642240" cy="47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5" name="Group 204">
            <a:extLst>
              <a:ext uri="{FF2B5EF4-FFF2-40B4-BE49-F238E27FC236}">
                <a16:creationId xmlns:a16="http://schemas.microsoft.com/office/drawing/2014/main" id="{88820F6D-1EBE-25E4-F200-C87B192C8CF0}"/>
              </a:ext>
            </a:extLst>
          </p:cNvPr>
          <p:cNvGrpSpPr/>
          <p:nvPr/>
        </p:nvGrpSpPr>
        <p:grpSpPr>
          <a:xfrm>
            <a:off x="1673928" y="3187944"/>
            <a:ext cx="672840" cy="468000"/>
            <a:chOff x="1673928" y="3187944"/>
            <a:chExt cx="672840" cy="468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27">
              <p14:nvContentPartPr>
                <p14:cNvPr id="203" name="Ink 202">
                  <a:extLst>
                    <a:ext uri="{FF2B5EF4-FFF2-40B4-BE49-F238E27FC236}">
                      <a16:creationId xmlns:a16="http://schemas.microsoft.com/office/drawing/2014/main" id="{3847404D-71F0-13E3-8199-13FADA0965B6}"/>
                    </a:ext>
                  </a:extLst>
                </p14:cNvPr>
                <p14:cNvContentPartPr/>
                <p14:nvPr/>
              </p14:nvContentPartPr>
              <p14:xfrm>
                <a:off x="1858968" y="3294504"/>
                <a:ext cx="100080" cy="174600"/>
              </p14:xfrm>
            </p:contentPart>
          </mc:Choice>
          <mc:Fallback xmlns="">
            <p:pic>
              <p:nvPicPr>
                <p:cNvPr id="203" name="Ink 202">
                  <a:extLst>
                    <a:ext uri="{FF2B5EF4-FFF2-40B4-BE49-F238E27FC236}">
                      <a16:creationId xmlns:a16="http://schemas.microsoft.com/office/drawing/2014/main" id="{3847404D-71F0-13E3-8199-13FADA0965B6}"/>
                    </a:ext>
                  </a:extLst>
                </p:cNvPr>
                <p:cNvPicPr/>
                <p:nvPr/>
              </p:nvPicPr>
              <p:blipFill>
                <a:blip r:embed="rId228"/>
                <a:stretch>
                  <a:fillRect/>
                </a:stretch>
              </p:blipFill>
              <p:spPr>
                <a:xfrm>
                  <a:off x="1849968" y="3285504"/>
                  <a:ext cx="117720" cy="19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9">
              <p14:nvContentPartPr>
                <p14:cNvPr id="204" name="Ink 203">
                  <a:extLst>
                    <a:ext uri="{FF2B5EF4-FFF2-40B4-BE49-F238E27FC236}">
                      <a16:creationId xmlns:a16="http://schemas.microsoft.com/office/drawing/2014/main" id="{A7FEC85C-15F3-98F1-01EB-A24D68256534}"/>
                    </a:ext>
                  </a:extLst>
                </p14:cNvPr>
                <p14:cNvContentPartPr/>
                <p14:nvPr/>
              </p14:nvContentPartPr>
              <p14:xfrm>
                <a:off x="1673928" y="3187944"/>
                <a:ext cx="672840" cy="468000"/>
              </p14:xfrm>
            </p:contentPart>
          </mc:Choice>
          <mc:Fallback xmlns="">
            <p:pic>
              <p:nvPicPr>
                <p:cNvPr id="204" name="Ink 203">
                  <a:extLst>
                    <a:ext uri="{FF2B5EF4-FFF2-40B4-BE49-F238E27FC236}">
                      <a16:creationId xmlns:a16="http://schemas.microsoft.com/office/drawing/2014/main" id="{A7FEC85C-15F3-98F1-01EB-A24D68256534}"/>
                    </a:ext>
                  </a:extLst>
                </p:cNvPr>
                <p:cNvPicPr/>
                <p:nvPr/>
              </p:nvPicPr>
              <p:blipFill>
                <a:blip r:embed="rId230"/>
                <a:stretch>
                  <a:fillRect/>
                </a:stretch>
              </p:blipFill>
              <p:spPr>
                <a:xfrm>
                  <a:off x="1665288" y="3179304"/>
                  <a:ext cx="690480" cy="485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5" name="Group 214">
            <a:extLst>
              <a:ext uri="{FF2B5EF4-FFF2-40B4-BE49-F238E27FC236}">
                <a16:creationId xmlns:a16="http://schemas.microsoft.com/office/drawing/2014/main" id="{2ECA1F07-157A-1D96-49E3-983F31C559BD}"/>
              </a:ext>
            </a:extLst>
          </p:cNvPr>
          <p:cNvGrpSpPr/>
          <p:nvPr/>
        </p:nvGrpSpPr>
        <p:grpSpPr>
          <a:xfrm>
            <a:off x="2604168" y="3244104"/>
            <a:ext cx="572760" cy="311400"/>
            <a:chOff x="2604168" y="3244104"/>
            <a:chExt cx="572760" cy="311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31">
              <p14:nvContentPartPr>
                <p14:cNvPr id="206" name="Ink 205">
                  <a:extLst>
                    <a:ext uri="{FF2B5EF4-FFF2-40B4-BE49-F238E27FC236}">
                      <a16:creationId xmlns:a16="http://schemas.microsoft.com/office/drawing/2014/main" id="{4FC29ABF-C731-8110-80BB-1CAA03F38B01}"/>
                    </a:ext>
                  </a:extLst>
                </p14:cNvPr>
                <p14:cNvContentPartPr/>
                <p14:nvPr/>
              </p14:nvContentPartPr>
              <p14:xfrm>
                <a:off x="2604168" y="3244104"/>
                <a:ext cx="508680" cy="311400"/>
              </p14:xfrm>
            </p:contentPart>
          </mc:Choice>
          <mc:Fallback xmlns="">
            <p:pic>
              <p:nvPicPr>
                <p:cNvPr id="206" name="Ink 205">
                  <a:extLst>
                    <a:ext uri="{FF2B5EF4-FFF2-40B4-BE49-F238E27FC236}">
                      <a16:creationId xmlns:a16="http://schemas.microsoft.com/office/drawing/2014/main" id="{4FC29ABF-C731-8110-80BB-1CAA03F38B01}"/>
                    </a:ext>
                  </a:extLst>
                </p:cNvPr>
                <p:cNvPicPr/>
                <p:nvPr/>
              </p:nvPicPr>
              <p:blipFill>
                <a:blip r:embed="rId232"/>
                <a:stretch>
                  <a:fillRect/>
                </a:stretch>
              </p:blipFill>
              <p:spPr>
                <a:xfrm>
                  <a:off x="2595528" y="3235104"/>
                  <a:ext cx="526320" cy="32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3">
              <p14:nvContentPartPr>
                <p14:cNvPr id="207" name="Ink 206">
                  <a:extLst>
                    <a:ext uri="{FF2B5EF4-FFF2-40B4-BE49-F238E27FC236}">
                      <a16:creationId xmlns:a16="http://schemas.microsoft.com/office/drawing/2014/main" id="{2A2424CB-4303-4678-D2A7-A357918DAF6C}"/>
                    </a:ext>
                  </a:extLst>
                </p14:cNvPr>
                <p14:cNvContentPartPr/>
                <p14:nvPr/>
              </p14:nvContentPartPr>
              <p14:xfrm>
                <a:off x="2970648" y="3417984"/>
                <a:ext cx="206280" cy="27720"/>
              </p14:xfrm>
            </p:contentPart>
          </mc:Choice>
          <mc:Fallback xmlns="">
            <p:pic>
              <p:nvPicPr>
                <p:cNvPr id="207" name="Ink 206">
                  <a:extLst>
                    <a:ext uri="{FF2B5EF4-FFF2-40B4-BE49-F238E27FC236}">
                      <a16:creationId xmlns:a16="http://schemas.microsoft.com/office/drawing/2014/main" id="{2A2424CB-4303-4678-D2A7-A357918DAF6C}"/>
                    </a:ext>
                  </a:extLst>
                </p:cNvPr>
                <p:cNvPicPr/>
                <p:nvPr/>
              </p:nvPicPr>
              <p:blipFill>
                <a:blip r:embed="rId234"/>
                <a:stretch>
                  <a:fillRect/>
                </a:stretch>
              </p:blipFill>
              <p:spPr>
                <a:xfrm>
                  <a:off x="2962008" y="3409344"/>
                  <a:ext cx="223920" cy="45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4" name="Group 213">
            <a:extLst>
              <a:ext uri="{FF2B5EF4-FFF2-40B4-BE49-F238E27FC236}">
                <a16:creationId xmlns:a16="http://schemas.microsoft.com/office/drawing/2014/main" id="{DCF46ED3-CD3F-FADC-8499-6CB1627CF015}"/>
              </a:ext>
            </a:extLst>
          </p:cNvPr>
          <p:cNvGrpSpPr/>
          <p:nvPr/>
        </p:nvGrpSpPr>
        <p:grpSpPr>
          <a:xfrm>
            <a:off x="3518928" y="3209184"/>
            <a:ext cx="1595880" cy="431280"/>
            <a:chOff x="3518928" y="3209184"/>
            <a:chExt cx="1595880" cy="431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35">
              <p14:nvContentPartPr>
                <p14:cNvPr id="208" name="Ink 207">
                  <a:extLst>
                    <a:ext uri="{FF2B5EF4-FFF2-40B4-BE49-F238E27FC236}">
                      <a16:creationId xmlns:a16="http://schemas.microsoft.com/office/drawing/2014/main" id="{7BA5C4F0-372B-D754-8EF5-14F78A2191F6}"/>
                    </a:ext>
                  </a:extLst>
                </p14:cNvPr>
                <p14:cNvContentPartPr/>
                <p14:nvPr/>
              </p14:nvContentPartPr>
              <p14:xfrm>
                <a:off x="3518928" y="3209184"/>
                <a:ext cx="698760" cy="282600"/>
              </p14:xfrm>
            </p:contentPart>
          </mc:Choice>
          <mc:Fallback xmlns="">
            <p:pic>
              <p:nvPicPr>
                <p:cNvPr id="208" name="Ink 207">
                  <a:extLst>
                    <a:ext uri="{FF2B5EF4-FFF2-40B4-BE49-F238E27FC236}">
                      <a16:creationId xmlns:a16="http://schemas.microsoft.com/office/drawing/2014/main" id="{7BA5C4F0-372B-D754-8EF5-14F78A2191F6}"/>
                    </a:ext>
                  </a:extLst>
                </p:cNvPr>
                <p:cNvPicPr/>
                <p:nvPr/>
              </p:nvPicPr>
              <p:blipFill>
                <a:blip r:embed="rId236"/>
                <a:stretch>
                  <a:fillRect/>
                </a:stretch>
              </p:blipFill>
              <p:spPr>
                <a:xfrm>
                  <a:off x="3510288" y="3200184"/>
                  <a:ext cx="716400" cy="30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7">
              <p14:nvContentPartPr>
                <p14:cNvPr id="209" name="Ink 208">
                  <a:extLst>
                    <a:ext uri="{FF2B5EF4-FFF2-40B4-BE49-F238E27FC236}">
                      <a16:creationId xmlns:a16="http://schemas.microsoft.com/office/drawing/2014/main" id="{AA92E8C5-0821-EDFC-6DFC-14EECFB49257}"/>
                    </a:ext>
                  </a:extLst>
                </p14:cNvPr>
                <p14:cNvContentPartPr/>
                <p14:nvPr/>
              </p14:nvContentPartPr>
              <p14:xfrm>
                <a:off x="4223088" y="3267504"/>
                <a:ext cx="15480" cy="25200"/>
              </p14:xfrm>
            </p:contentPart>
          </mc:Choice>
          <mc:Fallback xmlns="">
            <p:pic>
              <p:nvPicPr>
                <p:cNvPr id="209" name="Ink 208">
                  <a:extLst>
                    <a:ext uri="{FF2B5EF4-FFF2-40B4-BE49-F238E27FC236}">
                      <a16:creationId xmlns:a16="http://schemas.microsoft.com/office/drawing/2014/main" id="{AA92E8C5-0821-EDFC-6DFC-14EECFB49257}"/>
                    </a:ext>
                  </a:extLst>
                </p:cNvPr>
                <p:cNvPicPr/>
                <p:nvPr/>
              </p:nvPicPr>
              <p:blipFill>
                <a:blip r:embed="rId238"/>
                <a:stretch>
                  <a:fillRect/>
                </a:stretch>
              </p:blipFill>
              <p:spPr>
                <a:xfrm>
                  <a:off x="4214448" y="3258504"/>
                  <a:ext cx="33120" cy="4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9">
              <p14:nvContentPartPr>
                <p14:cNvPr id="210" name="Ink 209">
                  <a:extLst>
                    <a:ext uri="{FF2B5EF4-FFF2-40B4-BE49-F238E27FC236}">
                      <a16:creationId xmlns:a16="http://schemas.microsoft.com/office/drawing/2014/main" id="{742535D9-972C-3508-87BE-321964980109}"/>
                    </a:ext>
                  </a:extLst>
                </p14:cNvPr>
                <p14:cNvContentPartPr/>
                <p14:nvPr/>
              </p14:nvContentPartPr>
              <p14:xfrm>
                <a:off x="4312728" y="3331224"/>
                <a:ext cx="298440" cy="309240"/>
              </p14:xfrm>
            </p:contentPart>
          </mc:Choice>
          <mc:Fallback xmlns="">
            <p:pic>
              <p:nvPicPr>
                <p:cNvPr id="210" name="Ink 209">
                  <a:extLst>
                    <a:ext uri="{FF2B5EF4-FFF2-40B4-BE49-F238E27FC236}">
                      <a16:creationId xmlns:a16="http://schemas.microsoft.com/office/drawing/2014/main" id="{742535D9-972C-3508-87BE-321964980109}"/>
                    </a:ext>
                  </a:extLst>
                </p:cNvPr>
                <p:cNvPicPr/>
                <p:nvPr/>
              </p:nvPicPr>
              <p:blipFill>
                <a:blip r:embed="rId240"/>
                <a:stretch>
                  <a:fillRect/>
                </a:stretch>
              </p:blipFill>
              <p:spPr>
                <a:xfrm>
                  <a:off x="4303728" y="3322584"/>
                  <a:ext cx="316080" cy="32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1">
              <p14:nvContentPartPr>
                <p14:cNvPr id="211" name="Ink 210">
                  <a:extLst>
                    <a:ext uri="{FF2B5EF4-FFF2-40B4-BE49-F238E27FC236}">
                      <a16:creationId xmlns:a16="http://schemas.microsoft.com/office/drawing/2014/main" id="{98405EEB-733D-FD65-1B80-4ABFB2E22B00}"/>
                    </a:ext>
                  </a:extLst>
                </p14:cNvPr>
                <p14:cNvContentPartPr/>
                <p14:nvPr/>
              </p14:nvContentPartPr>
              <p14:xfrm>
                <a:off x="4693248" y="3226104"/>
                <a:ext cx="272880" cy="208440"/>
              </p14:xfrm>
            </p:contentPart>
          </mc:Choice>
          <mc:Fallback xmlns="">
            <p:pic>
              <p:nvPicPr>
                <p:cNvPr id="211" name="Ink 210">
                  <a:extLst>
                    <a:ext uri="{FF2B5EF4-FFF2-40B4-BE49-F238E27FC236}">
                      <a16:creationId xmlns:a16="http://schemas.microsoft.com/office/drawing/2014/main" id="{98405EEB-733D-FD65-1B80-4ABFB2E22B00}"/>
                    </a:ext>
                  </a:extLst>
                </p:cNvPr>
                <p:cNvPicPr/>
                <p:nvPr/>
              </p:nvPicPr>
              <p:blipFill>
                <a:blip r:embed="rId242"/>
                <a:stretch>
                  <a:fillRect/>
                </a:stretch>
              </p:blipFill>
              <p:spPr>
                <a:xfrm>
                  <a:off x="4684248" y="3217104"/>
                  <a:ext cx="290520" cy="22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3">
              <p14:nvContentPartPr>
                <p14:cNvPr id="212" name="Ink 211">
                  <a:extLst>
                    <a:ext uri="{FF2B5EF4-FFF2-40B4-BE49-F238E27FC236}">
                      <a16:creationId xmlns:a16="http://schemas.microsoft.com/office/drawing/2014/main" id="{A975A9DC-9A0A-AD18-0766-2F5F7193F3F3}"/>
                    </a:ext>
                  </a:extLst>
                </p14:cNvPr>
                <p14:cNvContentPartPr/>
                <p14:nvPr/>
              </p14:nvContentPartPr>
              <p14:xfrm>
                <a:off x="5056848" y="3249504"/>
                <a:ext cx="57960" cy="175680"/>
              </p14:xfrm>
            </p:contentPart>
          </mc:Choice>
          <mc:Fallback xmlns="">
            <p:pic>
              <p:nvPicPr>
                <p:cNvPr id="212" name="Ink 211">
                  <a:extLst>
                    <a:ext uri="{FF2B5EF4-FFF2-40B4-BE49-F238E27FC236}">
                      <a16:creationId xmlns:a16="http://schemas.microsoft.com/office/drawing/2014/main" id="{A975A9DC-9A0A-AD18-0766-2F5F7193F3F3}"/>
                    </a:ext>
                  </a:extLst>
                </p:cNvPr>
                <p:cNvPicPr/>
                <p:nvPr/>
              </p:nvPicPr>
              <p:blipFill>
                <a:blip r:embed="rId244"/>
                <a:stretch>
                  <a:fillRect/>
                </a:stretch>
              </p:blipFill>
              <p:spPr>
                <a:xfrm>
                  <a:off x="5047848" y="3240864"/>
                  <a:ext cx="75600" cy="19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5">
              <p14:nvContentPartPr>
                <p14:cNvPr id="213" name="Ink 212">
                  <a:extLst>
                    <a:ext uri="{FF2B5EF4-FFF2-40B4-BE49-F238E27FC236}">
                      <a16:creationId xmlns:a16="http://schemas.microsoft.com/office/drawing/2014/main" id="{CA04F282-68D2-88AA-4B04-99E57841B269}"/>
                    </a:ext>
                  </a:extLst>
                </p14:cNvPr>
                <p14:cNvContentPartPr/>
                <p14:nvPr/>
              </p14:nvContentPartPr>
              <p14:xfrm>
                <a:off x="4887288" y="3304224"/>
                <a:ext cx="81360" cy="22680"/>
              </p14:xfrm>
            </p:contentPart>
          </mc:Choice>
          <mc:Fallback xmlns="">
            <p:pic>
              <p:nvPicPr>
                <p:cNvPr id="213" name="Ink 212">
                  <a:extLst>
                    <a:ext uri="{FF2B5EF4-FFF2-40B4-BE49-F238E27FC236}">
                      <a16:creationId xmlns:a16="http://schemas.microsoft.com/office/drawing/2014/main" id="{CA04F282-68D2-88AA-4B04-99E57841B269}"/>
                    </a:ext>
                  </a:extLst>
                </p:cNvPr>
                <p:cNvPicPr/>
                <p:nvPr/>
              </p:nvPicPr>
              <p:blipFill>
                <a:blip r:embed="rId246"/>
                <a:stretch>
                  <a:fillRect/>
                </a:stretch>
              </p:blipFill>
              <p:spPr>
                <a:xfrm>
                  <a:off x="4878648" y="3295224"/>
                  <a:ext cx="99000" cy="40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25" name="Group 224">
            <a:extLst>
              <a:ext uri="{FF2B5EF4-FFF2-40B4-BE49-F238E27FC236}">
                <a16:creationId xmlns:a16="http://schemas.microsoft.com/office/drawing/2014/main" id="{2F8C07C8-8A62-43C7-9D2E-3A5E5846D507}"/>
              </a:ext>
            </a:extLst>
          </p:cNvPr>
          <p:cNvGrpSpPr/>
          <p:nvPr/>
        </p:nvGrpSpPr>
        <p:grpSpPr>
          <a:xfrm>
            <a:off x="5386608" y="3128904"/>
            <a:ext cx="2329920" cy="491400"/>
            <a:chOff x="5386608" y="3128904"/>
            <a:chExt cx="2329920" cy="491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47">
              <p14:nvContentPartPr>
                <p14:cNvPr id="216" name="Ink 215">
                  <a:extLst>
                    <a:ext uri="{FF2B5EF4-FFF2-40B4-BE49-F238E27FC236}">
                      <a16:creationId xmlns:a16="http://schemas.microsoft.com/office/drawing/2014/main" id="{E2BC42ED-8E8F-DA7C-D9D6-383E8B752D41}"/>
                    </a:ext>
                  </a:extLst>
                </p14:cNvPr>
                <p14:cNvContentPartPr/>
                <p14:nvPr/>
              </p14:nvContentPartPr>
              <p14:xfrm>
                <a:off x="5386608" y="3214224"/>
                <a:ext cx="403560" cy="406080"/>
              </p14:xfrm>
            </p:contentPart>
          </mc:Choice>
          <mc:Fallback xmlns="">
            <p:pic>
              <p:nvPicPr>
                <p:cNvPr id="216" name="Ink 215">
                  <a:extLst>
                    <a:ext uri="{FF2B5EF4-FFF2-40B4-BE49-F238E27FC236}">
                      <a16:creationId xmlns:a16="http://schemas.microsoft.com/office/drawing/2014/main" id="{E2BC42ED-8E8F-DA7C-D9D6-383E8B752D41}"/>
                    </a:ext>
                  </a:extLst>
                </p:cNvPr>
                <p:cNvPicPr/>
                <p:nvPr/>
              </p:nvPicPr>
              <p:blipFill>
                <a:blip r:embed="rId248"/>
                <a:stretch>
                  <a:fillRect/>
                </a:stretch>
              </p:blipFill>
              <p:spPr>
                <a:xfrm>
                  <a:off x="5377968" y="3205584"/>
                  <a:ext cx="421200" cy="42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9">
              <p14:nvContentPartPr>
                <p14:cNvPr id="217" name="Ink 216">
                  <a:extLst>
                    <a:ext uri="{FF2B5EF4-FFF2-40B4-BE49-F238E27FC236}">
                      <a16:creationId xmlns:a16="http://schemas.microsoft.com/office/drawing/2014/main" id="{D9D5E870-EC89-EF29-2BCD-EE7B72CEC8F1}"/>
                    </a:ext>
                  </a:extLst>
                </p14:cNvPr>
                <p14:cNvContentPartPr/>
                <p14:nvPr/>
              </p14:nvContentPartPr>
              <p14:xfrm>
                <a:off x="5852808" y="3258144"/>
                <a:ext cx="55800" cy="213840"/>
              </p14:xfrm>
            </p:contentPart>
          </mc:Choice>
          <mc:Fallback xmlns="">
            <p:pic>
              <p:nvPicPr>
                <p:cNvPr id="217" name="Ink 216">
                  <a:extLst>
                    <a:ext uri="{FF2B5EF4-FFF2-40B4-BE49-F238E27FC236}">
                      <a16:creationId xmlns:a16="http://schemas.microsoft.com/office/drawing/2014/main" id="{D9D5E870-EC89-EF29-2BCD-EE7B72CEC8F1}"/>
                    </a:ext>
                  </a:extLst>
                </p:cNvPr>
                <p:cNvPicPr/>
                <p:nvPr/>
              </p:nvPicPr>
              <p:blipFill>
                <a:blip r:embed="rId250"/>
                <a:stretch>
                  <a:fillRect/>
                </a:stretch>
              </p:blipFill>
              <p:spPr>
                <a:xfrm>
                  <a:off x="5844168" y="3249144"/>
                  <a:ext cx="73440" cy="23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1">
              <p14:nvContentPartPr>
                <p14:cNvPr id="218" name="Ink 217">
                  <a:extLst>
                    <a:ext uri="{FF2B5EF4-FFF2-40B4-BE49-F238E27FC236}">
                      <a16:creationId xmlns:a16="http://schemas.microsoft.com/office/drawing/2014/main" id="{D7E0CF69-B9F8-18C4-F964-02AF161DC1D8}"/>
                    </a:ext>
                  </a:extLst>
                </p14:cNvPr>
                <p14:cNvContentPartPr/>
                <p14:nvPr/>
              </p14:nvContentPartPr>
              <p14:xfrm>
                <a:off x="5800248" y="3243024"/>
                <a:ext cx="502920" cy="177480"/>
              </p14:xfrm>
            </p:contentPart>
          </mc:Choice>
          <mc:Fallback xmlns="">
            <p:pic>
              <p:nvPicPr>
                <p:cNvPr id="218" name="Ink 217">
                  <a:extLst>
                    <a:ext uri="{FF2B5EF4-FFF2-40B4-BE49-F238E27FC236}">
                      <a16:creationId xmlns:a16="http://schemas.microsoft.com/office/drawing/2014/main" id="{D7E0CF69-B9F8-18C4-F964-02AF161DC1D8}"/>
                    </a:ext>
                  </a:extLst>
                </p:cNvPr>
                <p:cNvPicPr/>
                <p:nvPr/>
              </p:nvPicPr>
              <p:blipFill>
                <a:blip r:embed="rId252"/>
                <a:stretch>
                  <a:fillRect/>
                </a:stretch>
              </p:blipFill>
              <p:spPr>
                <a:xfrm>
                  <a:off x="5791608" y="3234384"/>
                  <a:ext cx="520560" cy="19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3">
              <p14:nvContentPartPr>
                <p14:cNvPr id="219" name="Ink 218">
                  <a:extLst>
                    <a:ext uri="{FF2B5EF4-FFF2-40B4-BE49-F238E27FC236}">
                      <a16:creationId xmlns:a16="http://schemas.microsoft.com/office/drawing/2014/main" id="{6DC9CA62-8213-4187-8A2A-698B7F094F2E}"/>
                    </a:ext>
                  </a:extLst>
                </p14:cNvPr>
                <p14:cNvContentPartPr/>
                <p14:nvPr/>
              </p14:nvContentPartPr>
              <p14:xfrm>
                <a:off x="6245568" y="3288744"/>
                <a:ext cx="170280" cy="16560"/>
              </p14:xfrm>
            </p:contentPart>
          </mc:Choice>
          <mc:Fallback xmlns="">
            <p:pic>
              <p:nvPicPr>
                <p:cNvPr id="219" name="Ink 218">
                  <a:extLst>
                    <a:ext uri="{FF2B5EF4-FFF2-40B4-BE49-F238E27FC236}">
                      <a16:creationId xmlns:a16="http://schemas.microsoft.com/office/drawing/2014/main" id="{6DC9CA62-8213-4187-8A2A-698B7F094F2E}"/>
                    </a:ext>
                  </a:extLst>
                </p:cNvPr>
                <p:cNvPicPr/>
                <p:nvPr/>
              </p:nvPicPr>
              <p:blipFill>
                <a:blip r:embed="rId254"/>
                <a:stretch>
                  <a:fillRect/>
                </a:stretch>
              </p:blipFill>
              <p:spPr>
                <a:xfrm>
                  <a:off x="6236568" y="3279744"/>
                  <a:ext cx="187920" cy="3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5">
              <p14:nvContentPartPr>
                <p14:cNvPr id="220" name="Ink 219">
                  <a:extLst>
                    <a:ext uri="{FF2B5EF4-FFF2-40B4-BE49-F238E27FC236}">
                      <a16:creationId xmlns:a16="http://schemas.microsoft.com/office/drawing/2014/main" id="{09E1FB4C-BE51-E07C-DF88-753EC2BB3FD2}"/>
                    </a:ext>
                  </a:extLst>
                </p14:cNvPr>
                <p14:cNvContentPartPr/>
                <p14:nvPr/>
              </p14:nvContentPartPr>
              <p14:xfrm>
                <a:off x="6631488" y="3286584"/>
                <a:ext cx="204840" cy="118800"/>
              </p14:xfrm>
            </p:contentPart>
          </mc:Choice>
          <mc:Fallback xmlns="">
            <p:pic>
              <p:nvPicPr>
                <p:cNvPr id="220" name="Ink 219">
                  <a:extLst>
                    <a:ext uri="{FF2B5EF4-FFF2-40B4-BE49-F238E27FC236}">
                      <a16:creationId xmlns:a16="http://schemas.microsoft.com/office/drawing/2014/main" id="{09E1FB4C-BE51-E07C-DF88-753EC2BB3FD2}"/>
                    </a:ext>
                  </a:extLst>
                </p:cNvPr>
                <p:cNvPicPr/>
                <p:nvPr/>
              </p:nvPicPr>
              <p:blipFill>
                <a:blip r:embed="rId256"/>
                <a:stretch>
                  <a:fillRect/>
                </a:stretch>
              </p:blipFill>
              <p:spPr>
                <a:xfrm>
                  <a:off x="6622848" y="3277584"/>
                  <a:ext cx="222480" cy="13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7">
              <p14:nvContentPartPr>
                <p14:cNvPr id="221" name="Ink 220">
                  <a:extLst>
                    <a:ext uri="{FF2B5EF4-FFF2-40B4-BE49-F238E27FC236}">
                      <a16:creationId xmlns:a16="http://schemas.microsoft.com/office/drawing/2014/main" id="{190275D0-F034-7348-BA9F-F329C5B2250D}"/>
                    </a:ext>
                  </a:extLst>
                </p14:cNvPr>
                <p14:cNvContentPartPr/>
                <p14:nvPr/>
              </p14:nvContentPartPr>
              <p14:xfrm>
                <a:off x="6909768" y="3195864"/>
                <a:ext cx="438480" cy="382680"/>
              </p14:xfrm>
            </p:contentPart>
          </mc:Choice>
          <mc:Fallback xmlns="">
            <p:pic>
              <p:nvPicPr>
                <p:cNvPr id="221" name="Ink 220">
                  <a:extLst>
                    <a:ext uri="{FF2B5EF4-FFF2-40B4-BE49-F238E27FC236}">
                      <a16:creationId xmlns:a16="http://schemas.microsoft.com/office/drawing/2014/main" id="{190275D0-F034-7348-BA9F-F329C5B2250D}"/>
                    </a:ext>
                  </a:extLst>
                </p:cNvPr>
                <p:cNvPicPr/>
                <p:nvPr/>
              </p:nvPicPr>
              <p:blipFill>
                <a:blip r:embed="rId258"/>
                <a:stretch>
                  <a:fillRect/>
                </a:stretch>
              </p:blipFill>
              <p:spPr>
                <a:xfrm>
                  <a:off x="6900768" y="3187224"/>
                  <a:ext cx="456120" cy="40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9">
              <p14:nvContentPartPr>
                <p14:cNvPr id="222" name="Ink 221">
                  <a:extLst>
                    <a:ext uri="{FF2B5EF4-FFF2-40B4-BE49-F238E27FC236}">
                      <a16:creationId xmlns:a16="http://schemas.microsoft.com/office/drawing/2014/main" id="{F7CBF331-E369-BF7A-310C-ADC14FEB51E2}"/>
                    </a:ext>
                  </a:extLst>
                </p14:cNvPr>
                <p14:cNvContentPartPr/>
                <p14:nvPr/>
              </p14:nvContentPartPr>
              <p14:xfrm>
                <a:off x="7425288" y="3128904"/>
                <a:ext cx="116640" cy="299160"/>
              </p14:xfrm>
            </p:contentPart>
          </mc:Choice>
          <mc:Fallback xmlns="">
            <p:pic>
              <p:nvPicPr>
                <p:cNvPr id="222" name="Ink 221">
                  <a:extLst>
                    <a:ext uri="{FF2B5EF4-FFF2-40B4-BE49-F238E27FC236}">
                      <a16:creationId xmlns:a16="http://schemas.microsoft.com/office/drawing/2014/main" id="{F7CBF331-E369-BF7A-310C-ADC14FEB51E2}"/>
                    </a:ext>
                  </a:extLst>
                </p:cNvPr>
                <p:cNvPicPr/>
                <p:nvPr/>
              </p:nvPicPr>
              <p:blipFill>
                <a:blip r:embed="rId260"/>
                <a:stretch>
                  <a:fillRect/>
                </a:stretch>
              </p:blipFill>
              <p:spPr>
                <a:xfrm>
                  <a:off x="7416648" y="3120264"/>
                  <a:ext cx="134280" cy="31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1">
              <p14:nvContentPartPr>
                <p14:cNvPr id="224" name="Ink 223">
                  <a:extLst>
                    <a:ext uri="{FF2B5EF4-FFF2-40B4-BE49-F238E27FC236}">
                      <a16:creationId xmlns:a16="http://schemas.microsoft.com/office/drawing/2014/main" id="{A220134A-9E82-8602-43AA-9E46440075CA}"/>
                    </a:ext>
                  </a:extLst>
                </p14:cNvPr>
                <p14:cNvContentPartPr/>
                <p14:nvPr/>
              </p14:nvContentPartPr>
              <p14:xfrm>
                <a:off x="7656048" y="3411144"/>
                <a:ext cx="60480" cy="163800"/>
              </p14:xfrm>
            </p:contentPart>
          </mc:Choice>
          <mc:Fallback xmlns="">
            <p:pic>
              <p:nvPicPr>
                <p:cNvPr id="224" name="Ink 223">
                  <a:extLst>
                    <a:ext uri="{FF2B5EF4-FFF2-40B4-BE49-F238E27FC236}">
                      <a16:creationId xmlns:a16="http://schemas.microsoft.com/office/drawing/2014/main" id="{A220134A-9E82-8602-43AA-9E46440075CA}"/>
                    </a:ext>
                  </a:extLst>
                </p:cNvPr>
                <p:cNvPicPr/>
                <p:nvPr/>
              </p:nvPicPr>
              <p:blipFill>
                <a:blip r:embed="rId262"/>
                <a:stretch>
                  <a:fillRect/>
                </a:stretch>
              </p:blipFill>
              <p:spPr>
                <a:xfrm>
                  <a:off x="7647408" y="3402504"/>
                  <a:ext cx="78120" cy="181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28" name="Group 227">
            <a:extLst>
              <a:ext uri="{FF2B5EF4-FFF2-40B4-BE49-F238E27FC236}">
                <a16:creationId xmlns:a16="http://schemas.microsoft.com/office/drawing/2014/main" id="{50BE97D2-2987-6050-F4F6-4A22460B3C4B}"/>
              </a:ext>
            </a:extLst>
          </p:cNvPr>
          <p:cNvGrpSpPr/>
          <p:nvPr/>
        </p:nvGrpSpPr>
        <p:grpSpPr>
          <a:xfrm>
            <a:off x="7972488" y="3183984"/>
            <a:ext cx="374400" cy="365040"/>
            <a:chOff x="7972488" y="3183984"/>
            <a:chExt cx="374400" cy="365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63">
              <p14:nvContentPartPr>
                <p14:cNvPr id="226" name="Ink 225">
                  <a:extLst>
                    <a:ext uri="{FF2B5EF4-FFF2-40B4-BE49-F238E27FC236}">
                      <a16:creationId xmlns:a16="http://schemas.microsoft.com/office/drawing/2014/main" id="{B60F1BD2-79B3-8E8B-680F-56359661A0F7}"/>
                    </a:ext>
                  </a:extLst>
                </p14:cNvPr>
                <p14:cNvContentPartPr/>
                <p14:nvPr/>
              </p14:nvContentPartPr>
              <p14:xfrm>
                <a:off x="7972488" y="3183984"/>
                <a:ext cx="195120" cy="175680"/>
              </p14:xfrm>
            </p:contentPart>
          </mc:Choice>
          <mc:Fallback xmlns="">
            <p:pic>
              <p:nvPicPr>
                <p:cNvPr id="226" name="Ink 225">
                  <a:extLst>
                    <a:ext uri="{FF2B5EF4-FFF2-40B4-BE49-F238E27FC236}">
                      <a16:creationId xmlns:a16="http://schemas.microsoft.com/office/drawing/2014/main" id="{B60F1BD2-79B3-8E8B-680F-56359661A0F7}"/>
                    </a:ext>
                  </a:extLst>
                </p:cNvPr>
                <p:cNvPicPr/>
                <p:nvPr/>
              </p:nvPicPr>
              <p:blipFill>
                <a:blip r:embed="rId264"/>
                <a:stretch>
                  <a:fillRect/>
                </a:stretch>
              </p:blipFill>
              <p:spPr>
                <a:xfrm>
                  <a:off x="7963848" y="3174984"/>
                  <a:ext cx="212760" cy="19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5">
              <p14:nvContentPartPr>
                <p14:cNvPr id="227" name="Ink 226">
                  <a:extLst>
                    <a:ext uri="{FF2B5EF4-FFF2-40B4-BE49-F238E27FC236}">
                      <a16:creationId xmlns:a16="http://schemas.microsoft.com/office/drawing/2014/main" id="{768FDC94-E60C-83AA-8407-C037529BD87F}"/>
                    </a:ext>
                  </a:extLst>
                </p14:cNvPr>
                <p14:cNvContentPartPr/>
                <p14:nvPr/>
              </p14:nvContentPartPr>
              <p14:xfrm>
                <a:off x="8250048" y="3366504"/>
                <a:ext cx="96840" cy="182520"/>
              </p14:xfrm>
            </p:contentPart>
          </mc:Choice>
          <mc:Fallback xmlns="">
            <p:pic>
              <p:nvPicPr>
                <p:cNvPr id="227" name="Ink 226">
                  <a:extLst>
                    <a:ext uri="{FF2B5EF4-FFF2-40B4-BE49-F238E27FC236}">
                      <a16:creationId xmlns:a16="http://schemas.microsoft.com/office/drawing/2014/main" id="{768FDC94-E60C-83AA-8407-C037529BD87F}"/>
                    </a:ext>
                  </a:extLst>
                </p:cNvPr>
                <p:cNvPicPr/>
                <p:nvPr/>
              </p:nvPicPr>
              <p:blipFill>
                <a:blip r:embed="rId266"/>
                <a:stretch>
                  <a:fillRect/>
                </a:stretch>
              </p:blipFill>
              <p:spPr>
                <a:xfrm>
                  <a:off x="8241048" y="3357504"/>
                  <a:ext cx="114480" cy="200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3" name="Group 232">
            <a:extLst>
              <a:ext uri="{FF2B5EF4-FFF2-40B4-BE49-F238E27FC236}">
                <a16:creationId xmlns:a16="http://schemas.microsoft.com/office/drawing/2014/main" id="{8F9E479C-7C69-53E6-BCE2-E11AB9E8F8CC}"/>
              </a:ext>
            </a:extLst>
          </p:cNvPr>
          <p:cNvGrpSpPr/>
          <p:nvPr/>
        </p:nvGrpSpPr>
        <p:grpSpPr>
          <a:xfrm>
            <a:off x="8626968" y="3189384"/>
            <a:ext cx="493560" cy="220320"/>
            <a:chOff x="8626968" y="3189384"/>
            <a:chExt cx="493560" cy="220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67">
              <p14:nvContentPartPr>
                <p14:cNvPr id="229" name="Ink 228">
                  <a:extLst>
                    <a:ext uri="{FF2B5EF4-FFF2-40B4-BE49-F238E27FC236}">
                      <a16:creationId xmlns:a16="http://schemas.microsoft.com/office/drawing/2014/main" id="{7A32B864-52A8-8471-A586-D84E5FBD0648}"/>
                    </a:ext>
                  </a:extLst>
                </p14:cNvPr>
                <p14:cNvContentPartPr/>
                <p14:nvPr/>
              </p14:nvContentPartPr>
              <p14:xfrm>
                <a:off x="8626968" y="3303864"/>
                <a:ext cx="75960" cy="105840"/>
              </p14:xfrm>
            </p:contentPart>
          </mc:Choice>
          <mc:Fallback xmlns="">
            <p:pic>
              <p:nvPicPr>
                <p:cNvPr id="229" name="Ink 228">
                  <a:extLst>
                    <a:ext uri="{FF2B5EF4-FFF2-40B4-BE49-F238E27FC236}">
                      <a16:creationId xmlns:a16="http://schemas.microsoft.com/office/drawing/2014/main" id="{7A32B864-52A8-8471-A586-D84E5FBD0648}"/>
                    </a:ext>
                  </a:extLst>
                </p:cNvPr>
                <p:cNvPicPr/>
                <p:nvPr/>
              </p:nvPicPr>
              <p:blipFill>
                <a:blip r:embed="rId268"/>
                <a:stretch>
                  <a:fillRect/>
                </a:stretch>
              </p:blipFill>
              <p:spPr>
                <a:xfrm>
                  <a:off x="8617968" y="3294864"/>
                  <a:ext cx="93600" cy="12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9">
              <p14:nvContentPartPr>
                <p14:cNvPr id="230" name="Ink 229">
                  <a:extLst>
                    <a:ext uri="{FF2B5EF4-FFF2-40B4-BE49-F238E27FC236}">
                      <a16:creationId xmlns:a16="http://schemas.microsoft.com/office/drawing/2014/main" id="{FE2C68F3-9284-14E6-E9DE-CB7AABC25043}"/>
                    </a:ext>
                  </a:extLst>
                </p14:cNvPr>
                <p14:cNvContentPartPr/>
                <p14:nvPr/>
              </p14:nvContentPartPr>
              <p14:xfrm>
                <a:off x="8687808" y="3189384"/>
                <a:ext cx="29160" cy="56520"/>
              </p14:xfrm>
            </p:contentPart>
          </mc:Choice>
          <mc:Fallback xmlns="">
            <p:pic>
              <p:nvPicPr>
                <p:cNvPr id="230" name="Ink 229">
                  <a:extLst>
                    <a:ext uri="{FF2B5EF4-FFF2-40B4-BE49-F238E27FC236}">
                      <a16:creationId xmlns:a16="http://schemas.microsoft.com/office/drawing/2014/main" id="{FE2C68F3-9284-14E6-E9DE-CB7AABC25043}"/>
                    </a:ext>
                  </a:extLst>
                </p:cNvPr>
                <p:cNvPicPr/>
                <p:nvPr/>
              </p:nvPicPr>
              <p:blipFill>
                <a:blip r:embed="rId270"/>
                <a:stretch>
                  <a:fillRect/>
                </a:stretch>
              </p:blipFill>
              <p:spPr>
                <a:xfrm>
                  <a:off x="8678808" y="3180384"/>
                  <a:ext cx="46800" cy="7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1">
              <p14:nvContentPartPr>
                <p14:cNvPr id="231" name="Ink 230">
                  <a:extLst>
                    <a:ext uri="{FF2B5EF4-FFF2-40B4-BE49-F238E27FC236}">
                      <a16:creationId xmlns:a16="http://schemas.microsoft.com/office/drawing/2014/main" id="{2B8EAC03-B92B-3880-97E5-39B1127CA9EC}"/>
                    </a:ext>
                  </a:extLst>
                </p14:cNvPr>
                <p14:cNvContentPartPr/>
                <p14:nvPr/>
              </p14:nvContentPartPr>
              <p14:xfrm>
                <a:off x="8774568" y="3314304"/>
                <a:ext cx="27720" cy="3240"/>
              </p14:xfrm>
            </p:contentPart>
          </mc:Choice>
          <mc:Fallback xmlns="">
            <p:pic>
              <p:nvPicPr>
                <p:cNvPr id="231" name="Ink 230">
                  <a:extLst>
                    <a:ext uri="{FF2B5EF4-FFF2-40B4-BE49-F238E27FC236}">
                      <a16:creationId xmlns:a16="http://schemas.microsoft.com/office/drawing/2014/main" id="{2B8EAC03-B92B-3880-97E5-39B1127CA9EC}"/>
                    </a:ext>
                  </a:extLst>
                </p:cNvPr>
                <p:cNvPicPr/>
                <p:nvPr/>
              </p:nvPicPr>
              <p:blipFill>
                <a:blip r:embed="rId272"/>
                <a:stretch>
                  <a:fillRect/>
                </a:stretch>
              </p:blipFill>
              <p:spPr>
                <a:xfrm>
                  <a:off x="8765928" y="3305304"/>
                  <a:ext cx="45360" cy="2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3">
              <p14:nvContentPartPr>
                <p14:cNvPr id="232" name="Ink 231">
                  <a:extLst>
                    <a:ext uri="{FF2B5EF4-FFF2-40B4-BE49-F238E27FC236}">
                      <a16:creationId xmlns:a16="http://schemas.microsoft.com/office/drawing/2014/main" id="{F5F5D094-07A7-1EAE-FB29-BEC350255961}"/>
                    </a:ext>
                  </a:extLst>
                </p14:cNvPr>
                <p14:cNvContentPartPr/>
                <p14:nvPr/>
              </p14:nvContentPartPr>
              <p14:xfrm>
                <a:off x="8902368" y="3276504"/>
                <a:ext cx="218160" cy="114840"/>
              </p14:xfrm>
            </p:contentPart>
          </mc:Choice>
          <mc:Fallback xmlns="">
            <p:pic>
              <p:nvPicPr>
                <p:cNvPr id="232" name="Ink 231">
                  <a:extLst>
                    <a:ext uri="{FF2B5EF4-FFF2-40B4-BE49-F238E27FC236}">
                      <a16:creationId xmlns:a16="http://schemas.microsoft.com/office/drawing/2014/main" id="{F5F5D094-07A7-1EAE-FB29-BEC350255961}"/>
                    </a:ext>
                  </a:extLst>
                </p:cNvPr>
                <p:cNvPicPr/>
                <p:nvPr/>
              </p:nvPicPr>
              <p:blipFill>
                <a:blip r:embed="rId274"/>
                <a:stretch>
                  <a:fillRect/>
                </a:stretch>
              </p:blipFill>
              <p:spPr>
                <a:xfrm>
                  <a:off x="8893728" y="3267504"/>
                  <a:ext cx="235800" cy="132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41" name="Group 240">
            <a:extLst>
              <a:ext uri="{FF2B5EF4-FFF2-40B4-BE49-F238E27FC236}">
                <a16:creationId xmlns:a16="http://schemas.microsoft.com/office/drawing/2014/main" id="{0CFE0D8B-318F-D928-EBA5-0A206878D77B}"/>
              </a:ext>
            </a:extLst>
          </p:cNvPr>
          <p:cNvGrpSpPr/>
          <p:nvPr/>
        </p:nvGrpSpPr>
        <p:grpSpPr>
          <a:xfrm>
            <a:off x="9445968" y="3108024"/>
            <a:ext cx="1416960" cy="500040"/>
            <a:chOff x="9445968" y="3108024"/>
            <a:chExt cx="1416960" cy="500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75">
              <p14:nvContentPartPr>
                <p14:cNvPr id="234" name="Ink 233">
                  <a:extLst>
                    <a:ext uri="{FF2B5EF4-FFF2-40B4-BE49-F238E27FC236}">
                      <a16:creationId xmlns:a16="http://schemas.microsoft.com/office/drawing/2014/main" id="{285FC3BD-720A-9026-E157-D53A453538BB}"/>
                    </a:ext>
                  </a:extLst>
                </p14:cNvPr>
                <p14:cNvContentPartPr/>
                <p14:nvPr/>
              </p14:nvContentPartPr>
              <p14:xfrm>
                <a:off x="9445968" y="3257784"/>
                <a:ext cx="475560" cy="137520"/>
              </p14:xfrm>
            </p:contentPart>
          </mc:Choice>
          <mc:Fallback xmlns="">
            <p:pic>
              <p:nvPicPr>
                <p:cNvPr id="234" name="Ink 233">
                  <a:extLst>
                    <a:ext uri="{FF2B5EF4-FFF2-40B4-BE49-F238E27FC236}">
                      <a16:creationId xmlns:a16="http://schemas.microsoft.com/office/drawing/2014/main" id="{285FC3BD-720A-9026-E157-D53A453538BB}"/>
                    </a:ext>
                  </a:extLst>
                </p:cNvPr>
                <p:cNvPicPr/>
                <p:nvPr/>
              </p:nvPicPr>
              <p:blipFill>
                <a:blip r:embed="rId276"/>
                <a:stretch>
                  <a:fillRect/>
                </a:stretch>
              </p:blipFill>
              <p:spPr>
                <a:xfrm>
                  <a:off x="9437328" y="3249144"/>
                  <a:ext cx="493200" cy="15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7">
              <p14:nvContentPartPr>
                <p14:cNvPr id="235" name="Ink 234">
                  <a:extLst>
                    <a:ext uri="{FF2B5EF4-FFF2-40B4-BE49-F238E27FC236}">
                      <a16:creationId xmlns:a16="http://schemas.microsoft.com/office/drawing/2014/main" id="{C785EE20-069A-74DB-B14C-A8579CCFC845}"/>
                    </a:ext>
                  </a:extLst>
                </p14:cNvPr>
                <p14:cNvContentPartPr/>
                <p14:nvPr/>
              </p14:nvContentPartPr>
              <p14:xfrm>
                <a:off x="10126008" y="3113424"/>
                <a:ext cx="486000" cy="494640"/>
              </p14:xfrm>
            </p:contentPart>
          </mc:Choice>
          <mc:Fallback xmlns="">
            <p:pic>
              <p:nvPicPr>
                <p:cNvPr id="235" name="Ink 234">
                  <a:extLst>
                    <a:ext uri="{FF2B5EF4-FFF2-40B4-BE49-F238E27FC236}">
                      <a16:creationId xmlns:a16="http://schemas.microsoft.com/office/drawing/2014/main" id="{C785EE20-069A-74DB-B14C-A8579CCFC845}"/>
                    </a:ext>
                  </a:extLst>
                </p:cNvPr>
                <p:cNvPicPr/>
                <p:nvPr/>
              </p:nvPicPr>
              <p:blipFill>
                <a:blip r:embed="rId278"/>
                <a:stretch>
                  <a:fillRect/>
                </a:stretch>
              </p:blipFill>
              <p:spPr>
                <a:xfrm>
                  <a:off x="10117368" y="3104424"/>
                  <a:ext cx="503640" cy="51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9">
              <p14:nvContentPartPr>
                <p14:cNvPr id="236" name="Ink 235">
                  <a:extLst>
                    <a:ext uri="{FF2B5EF4-FFF2-40B4-BE49-F238E27FC236}">
                      <a16:creationId xmlns:a16="http://schemas.microsoft.com/office/drawing/2014/main" id="{D9C8951B-6EA3-9196-645E-3C7F4E6CD485}"/>
                    </a:ext>
                  </a:extLst>
                </p14:cNvPr>
                <p14:cNvContentPartPr/>
                <p14:nvPr/>
              </p14:nvContentPartPr>
              <p14:xfrm>
                <a:off x="10631088" y="3108024"/>
                <a:ext cx="231840" cy="253080"/>
              </p14:xfrm>
            </p:contentPart>
          </mc:Choice>
          <mc:Fallback xmlns="">
            <p:pic>
              <p:nvPicPr>
                <p:cNvPr id="236" name="Ink 235">
                  <a:extLst>
                    <a:ext uri="{FF2B5EF4-FFF2-40B4-BE49-F238E27FC236}">
                      <a16:creationId xmlns:a16="http://schemas.microsoft.com/office/drawing/2014/main" id="{D9C8951B-6EA3-9196-645E-3C7F4E6CD485}"/>
                    </a:ext>
                  </a:extLst>
                </p:cNvPr>
                <p:cNvPicPr/>
                <p:nvPr/>
              </p:nvPicPr>
              <p:blipFill>
                <a:blip r:embed="rId280"/>
                <a:stretch>
                  <a:fillRect/>
                </a:stretch>
              </p:blipFill>
              <p:spPr>
                <a:xfrm>
                  <a:off x="10622088" y="3099384"/>
                  <a:ext cx="249480" cy="270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40" name="Group 239">
            <a:extLst>
              <a:ext uri="{FF2B5EF4-FFF2-40B4-BE49-F238E27FC236}">
                <a16:creationId xmlns:a16="http://schemas.microsoft.com/office/drawing/2014/main" id="{C9ED1E55-0648-1B4E-34FB-2644109E7426}"/>
              </a:ext>
            </a:extLst>
          </p:cNvPr>
          <p:cNvGrpSpPr/>
          <p:nvPr/>
        </p:nvGrpSpPr>
        <p:grpSpPr>
          <a:xfrm>
            <a:off x="11107368" y="3207384"/>
            <a:ext cx="794520" cy="313560"/>
            <a:chOff x="11107368" y="3207384"/>
            <a:chExt cx="794520" cy="313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81">
              <p14:nvContentPartPr>
                <p14:cNvPr id="237" name="Ink 236">
                  <a:extLst>
                    <a:ext uri="{FF2B5EF4-FFF2-40B4-BE49-F238E27FC236}">
                      <a16:creationId xmlns:a16="http://schemas.microsoft.com/office/drawing/2014/main" id="{1586E336-4FE5-6D04-84E5-B6C5DC21274C}"/>
                    </a:ext>
                  </a:extLst>
                </p14:cNvPr>
                <p14:cNvContentPartPr/>
                <p14:nvPr/>
              </p14:nvContentPartPr>
              <p14:xfrm>
                <a:off x="11107368" y="3239784"/>
                <a:ext cx="181440" cy="159480"/>
              </p14:xfrm>
            </p:contentPart>
          </mc:Choice>
          <mc:Fallback xmlns="">
            <p:pic>
              <p:nvPicPr>
                <p:cNvPr id="237" name="Ink 236">
                  <a:extLst>
                    <a:ext uri="{FF2B5EF4-FFF2-40B4-BE49-F238E27FC236}">
                      <a16:creationId xmlns:a16="http://schemas.microsoft.com/office/drawing/2014/main" id="{1586E336-4FE5-6D04-84E5-B6C5DC21274C}"/>
                    </a:ext>
                  </a:extLst>
                </p:cNvPr>
                <p:cNvPicPr/>
                <p:nvPr/>
              </p:nvPicPr>
              <p:blipFill>
                <a:blip r:embed="rId282"/>
                <a:stretch>
                  <a:fillRect/>
                </a:stretch>
              </p:blipFill>
              <p:spPr>
                <a:xfrm>
                  <a:off x="11098728" y="3230784"/>
                  <a:ext cx="199080" cy="17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3">
              <p14:nvContentPartPr>
                <p14:cNvPr id="238" name="Ink 237">
                  <a:extLst>
                    <a:ext uri="{FF2B5EF4-FFF2-40B4-BE49-F238E27FC236}">
                      <a16:creationId xmlns:a16="http://schemas.microsoft.com/office/drawing/2014/main" id="{10A7F184-C19E-A736-A5B2-13B7A28453DF}"/>
                    </a:ext>
                  </a:extLst>
                </p14:cNvPr>
                <p14:cNvContentPartPr/>
                <p14:nvPr/>
              </p14:nvContentPartPr>
              <p14:xfrm>
                <a:off x="11328408" y="3207384"/>
                <a:ext cx="404280" cy="313560"/>
              </p14:xfrm>
            </p:contentPart>
          </mc:Choice>
          <mc:Fallback xmlns="">
            <p:pic>
              <p:nvPicPr>
                <p:cNvPr id="238" name="Ink 237">
                  <a:extLst>
                    <a:ext uri="{FF2B5EF4-FFF2-40B4-BE49-F238E27FC236}">
                      <a16:creationId xmlns:a16="http://schemas.microsoft.com/office/drawing/2014/main" id="{10A7F184-C19E-A736-A5B2-13B7A28453DF}"/>
                    </a:ext>
                  </a:extLst>
                </p:cNvPr>
                <p:cNvPicPr/>
                <p:nvPr/>
              </p:nvPicPr>
              <p:blipFill>
                <a:blip r:embed="rId284"/>
                <a:stretch>
                  <a:fillRect/>
                </a:stretch>
              </p:blipFill>
              <p:spPr>
                <a:xfrm>
                  <a:off x="11319408" y="3198384"/>
                  <a:ext cx="421920" cy="33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5">
              <p14:nvContentPartPr>
                <p14:cNvPr id="239" name="Ink 238">
                  <a:extLst>
                    <a:ext uri="{FF2B5EF4-FFF2-40B4-BE49-F238E27FC236}">
                      <a16:creationId xmlns:a16="http://schemas.microsoft.com/office/drawing/2014/main" id="{5409EDAB-35BE-A745-FF54-78FEB35F0A35}"/>
                    </a:ext>
                  </a:extLst>
                </p14:cNvPr>
                <p14:cNvContentPartPr/>
                <p14:nvPr/>
              </p14:nvContentPartPr>
              <p14:xfrm>
                <a:off x="11777688" y="3214224"/>
                <a:ext cx="124200" cy="212760"/>
              </p14:xfrm>
            </p:contentPart>
          </mc:Choice>
          <mc:Fallback xmlns="">
            <p:pic>
              <p:nvPicPr>
                <p:cNvPr id="239" name="Ink 238">
                  <a:extLst>
                    <a:ext uri="{FF2B5EF4-FFF2-40B4-BE49-F238E27FC236}">
                      <a16:creationId xmlns:a16="http://schemas.microsoft.com/office/drawing/2014/main" id="{5409EDAB-35BE-A745-FF54-78FEB35F0A35}"/>
                    </a:ext>
                  </a:extLst>
                </p:cNvPr>
                <p:cNvPicPr/>
                <p:nvPr/>
              </p:nvPicPr>
              <p:blipFill>
                <a:blip r:embed="rId286"/>
                <a:stretch>
                  <a:fillRect/>
                </a:stretch>
              </p:blipFill>
              <p:spPr>
                <a:xfrm>
                  <a:off x="11768688" y="3205584"/>
                  <a:ext cx="141840" cy="230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45" name="Group 244">
            <a:extLst>
              <a:ext uri="{FF2B5EF4-FFF2-40B4-BE49-F238E27FC236}">
                <a16:creationId xmlns:a16="http://schemas.microsoft.com/office/drawing/2014/main" id="{FE40D6AA-839E-A5E4-9A58-05F9D41732DF}"/>
              </a:ext>
            </a:extLst>
          </p:cNvPr>
          <p:cNvGrpSpPr/>
          <p:nvPr/>
        </p:nvGrpSpPr>
        <p:grpSpPr>
          <a:xfrm>
            <a:off x="2893248" y="3774384"/>
            <a:ext cx="569520" cy="428400"/>
            <a:chOff x="2893248" y="3774384"/>
            <a:chExt cx="569520" cy="428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87">
              <p14:nvContentPartPr>
                <p14:cNvPr id="242" name="Ink 241">
                  <a:extLst>
                    <a:ext uri="{FF2B5EF4-FFF2-40B4-BE49-F238E27FC236}">
                      <a16:creationId xmlns:a16="http://schemas.microsoft.com/office/drawing/2014/main" id="{76FD3343-F5EA-FA46-E0D2-3E2F958E16D6}"/>
                    </a:ext>
                  </a:extLst>
                </p14:cNvPr>
                <p14:cNvContentPartPr/>
                <p14:nvPr/>
              </p14:nvContentPartPr>
              <p14:xfrm>
                <a:off x="2893248" y="3774384"/>
                <a:ext cx="316080" cy="428400"/>
              </p14:xfrm>
            </p:contentPart>
          </mc:Choice>
          <mc:Fallback xmlns="">
            <p:pic>
              <p:nvPicPr>
                <p:cNvPr id="242" name="Ink 241">
                  <a:extLst>
                    <a:ext uri="{FF2B5EF4-FFF2-40B4-BE49-F238E27FC236}">
                      <a16:creationId xmlns:a16="http://schemas.microsoft.com/office/drawing/2014/main" id="{76FD3343-F5EA-FA46-E0D2-3E2F958E16D6}"/>
                    </a:ext>
                  </a:extLst>
                </p:cNvPr>
                <p:cNvPicPr/>
                <p:nvPr/>
              </p:nvPicPr>
              <p:blipFill>
                <a:blip r:embed="rId288"/>
                <a:stretch>
                  <a:fillRect/>
                </a:stretch>
              </p:blipFill>
              <p:spPr>
                <a:xfrm>
                  <a:off x="2884608" y="3765744"/>
                  <a:ext cx="333720" cy="44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9">
              <p14:nvContentPartPr>
                <p14:cNvPr id="243" name="Ink 242">
                  <a:extLst>
                    <a:ext uri="{FF2B5EF4-FFF2-40B4-BE49-F238E27FC236}">
                      <a16:creationId xmlns:a16="http://schemas.microsoft.com/office/drawing/2014/main" id="{5F3D124E-975A-6B86-DFD5-4A9D292F67CE}"/>
                    </a:ext>
                  </a:extLst>
                </p14:cNvPr>
                <p14:cNvContentPartPr/>
                <p14:nvPr/>
              </p14:nvContentPartPr>
              <p14:xfrm>
                <a:off x="3295008" y="3960144"/>
                <a:ext cx="167760" cy="40320"/>
              </p14:xfrm>
            </p:contentPart>
          </mc:Choice>
          <mc:Fallback xmlns="">
            <p:pic>
              <p:nvPicPr>
                <p:cNvPr id="243" name="Ink 242">
                  <a:extLst>
                    <a:ext uri="{FF2B5EF4-FFF2-40B4-BE49-F238E27FC236}">
                      <a16:creationId xmlns:a16="http://schemas.microsoft.com/office/drawing/2014/main" id="{5F3D124E-975A-6B86-DFD5-4A9D292F67CE}"/>
                    </a:ext>
                  </a:extLst>
                </p:cNvPr>
                <p:cNvPicPr/>
                <p:nvPr/>
              </p:nvPicPr>
              <p:blipFill>
                <a:blip r:embed="rId290"/>
                <a:stretch>
                  <a:fillRect/>
                </a:stretch>
              </p:blipFill>
              <p:spPr>
                <a:xfrm>
                  <a:off x="3286008" y="3951504"/>
                  <a:ext cx="185400" cy="579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91">
            <p14:nvContentPartPr>
              <p14:cNvPr id="244" name="Ink 243">
                <a:extLst>
                  <a:ext uri="{FF2B5EF4-FFF2-40B4-BE49-F238E27FC236}">
                    <a16:creationId xmlns:a16="http://schemas.microsoft.com/office/drawing/2014/main" id="{35B0F8B3-CF70-C470-3812-8803AB04DB6D}"/>
                  </a:ext>
                </a:extLst>
              </p14:cNvPr>
              <p14:cNvContentPartPr/>
              <p14:nvPr/>
            </p14:nvContentPartPr>
            <p14:xfrm>
              <a:off x="3789288" y="3869064"/>
              <a:ext cx="295560" cy="199080"/>
            </p14:xfrm>
          </p:contentPart>
        </mc:Choice>
        <mc:Fallback xmlns="">
          <p:pic>
            <p:nvPicPr>
              <p:cNvPr id="244" name="Ink 243">
                <a:extLst>
                  <a:ext uri="{FF2B5EF4-FFF2-40B4-BE49-F238E27FC236}">
                    <a16:creationId xmlns:a16="http://schemas.microsoft.com/office/drawing/2014/main" id="{35B0F8B3-CF70-C470-3812-8803AB04DB6D}"/>
                  </a:ext>
                </a:extLst>
              </p:cNvPr>
              <p:cNvPicPr/>
              <p:nvPr/>
            </p:nvPicPr>
            <p:blipFill>
              <a:blip r:embed="rId292"/>
              <a:stretch>
                <a:fillRect/>
              </a:stretch>
            </p:blipFill>
            <p:spPr>
              <a:xfrm>
                <a:off x="3780648" y="3860424"/>
                <a:ext cx="313200" cy="216720"/>
              </a:xfrm>
              <a:prstGeom prst="rect">
                <a:avLst/>
              </a:prstGeom>
            </p:spPr>
          </p:pic>
        </mc:Fallback>
      </mc:AlternateContent>
      <p:grpSp>
        <p:nvGrpSpPr>
          <p:cNvPr id="248" name="Group 247">
            <a:extLst>
              <a:ext uri="{FF2B5EF4-FFF2-40B4-BE49-F238E27FC236}">
                <a16:creationId xmlns:a16="http://schemas.microsoft.com/office/drawing/2014/main" id="{40D7ABB0-540C-2C2E-D56E-1632DD3CD0EF}"/>
              </a:ext>
            </a:extLst>
          </p:cNvPr>
          <p:cNvGrpSpPr/>
          <p:nvPr/>
        </p:nvGrpSpPr>
        <p:grpSpPr>
          <a:xfrm>
            <a:off x="1546488" y="4308264"/>
            <a:ext cx="763920" cy="674640"/>
            <a:chOff x="1546488" y="4308264"/>
            <a:chExt cx="763920" cy="674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93">
              <p14:nvContentPartPr>
                <p14:cNvPr id="246" name="Ink 245">
                  <a:extLst>
                    <a:ext uri="{FF2B5EF4-FFF2-40B4-BE49-F238E27FC236}">
                      <a16:creationId xmlns:a16="http://schemas.microsoft.com/office/drawing/2014/main" id="{C1A00510-D8C0-64CF-ED60-125F59CA0AC7}"/>
                    </a:ext>
                  </a:extLst>
                </p14:cNvPr>
                <p14:cNvContentPartPr/>
                <p14:nvPr/>
              </p14:nvContentPartPr>
              <p14:xfrm>
                <a:off x="1792368" y="4474224"/>
                <a:ext cx="152280" cy="320760"/>
              </p14:xfrm>
            </p:contentPart>
          </mc:Choice>
          <mc:Fallback xmlns="">
            <p:pic>
              <p:nvPicPr>
                <p:cNvPr id="246" name="Ink 245">
                  <a:extLst>
                    <a:ext uri="{FF2B5EF4-FFF2-40B4-BE49-F238E27FC236}">
                      <a16:creationId xmlns:a16="http://schemas.microsoft.com/office/drawing/2014/main" id="{C1A00510-D8C0-64CF-ED60-125F59CA0AC7}"/>
                    </a:ext>
                  </a:extLst>
                </p:cNvPr>
                <p:cNvPicPr/>
                <p:nvPr/>
              </p:nvPicPr>
              <p:blipFill>
                <a:blip r:embed="rId294"/>
                <a:stretch>
                  <a:fillRect/>
                </a:stretch>
              </p:blipFill>
              <p:spPr>
                <a:xfrm>
                  <a:off x="1783368" y="4465224"/>
                  <a:ext cx="169920" cy="33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5">
              <p14:nvContentPartPr>
                <p14:cNvPr id="247" name="Ink 246">
                  <a:extLst>
                    <a:ext uri="{FF2B5EF4-FFF2-40B4-BE49-F238E27FC236}">
                      <a16:creationId xmlns:a16="http://schemas.microsoft.com/office/drawing/2014/main" id="{736602E7-0245-A87E-A1AA-FD5E3E2A81E5}"/>
                    </a:ext>
                  </a:extLst>
                </p14:cNvPr>
                <p14:cNvContentPartPr/>
                <p14:nvPr/>
              </p14:nvContentPartPr>
              <p14:xfrm>
                <a:off x="1546488" y="4308264"/>
                <a:ext cx="763920" cy="674640"/>
              </p14:xfrm>
            </p:contentPart>
          </mc:Choice>
          <mc:Fallback xmlns="">
            <p:pic>
              <p:nvPicPr>
                <p:cNvPr id="247" name="Ink 246">
                  <a:extLst>
                    <a:ext uri="{FF2B5EF4-FFF2-40B4-BE49-F238E27FC236}">
                      <a16:creationId xmlns:a16="http://schemas.microsoft.com/office/drawing/2014/main" id="{736602E7-0245-A87E-A1AA-FD5E3E2A81E5}"/>
                    </a:ext>
                  </a:extLst>
                </p:cNvPr>
                <p:cNvPicPr/>
                <p:nvPr/>
              </p:nvPicPr>
              <p:blipFill>
                <a:blip r:embed="rId296"/>
                <a:stretch>
                  <a:fillRect/>
                </a:stretch>
              </p:blipFill>
              <p:spPr>
                <a:xfrm>
                  <a:off x="1537488" y="4299264"/>
                  <a:ext cx="781560" cy="692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56" name="Group 255">
            <a:extLst>
              <a:ext uri="{FF2B5EF4-FFF2-40B4-BE49-F238E27FC236}">
                <a16:creationId xmlns:a16="http://schemas.microsoft.com/office/drawing/2014/main" id="{82DCE563-4B32-2B12-90D8-5FE2BDF7B751}"/>
              </a:ext>
            </a:extLst>
          </p:cNvPr>
          <p:cNvGrpSpPr/>
          <p:nvPr/>
        </p:nvGrpSpPr>
        <p:grpSpPr>
          <a:xfrm>
            <a:off x="2764008" y="4476024"/>
            <a:ext cx="601920" cy="396360"/>
            <a:chOff x="2764008" y="4476024"/>
            <a:chExt cx="601920" cy="396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97">
              <p14:nvContentPartPr>
                <p14:cNvPr id="249" name="Ink 248">
                  <a:extLst>
                    <a:ext uri="{FF2B5EF4-FFF2-40B4-BE49-F238E27FC236}">
                      <a16:creationId xmlns:a16="http://schemas.microsoft.com/office/drawing/2014/main" id="{F37B47AD-254F-C1ED-D463-AACF72397784}"/>
                    </a:ext>
                  </a:extLst>
                </p14:cNvPr>
                <p14:cNvContentPartPr/>
                <p14:nvPr/>
              </p14:nvContentPartPr>
              <p14:xfrm>
                <a:off x="2764008" y="4476024"/>
                <a:ext cx="582120" cy="396360"/>
              </p14:xfrm>
            </p:contentPart>
          </mc:Choice>
          <mc:Fallback xmlns="">
            <p:pic>
              <p:nvPicPr>
                <p:cNvPr id="249" name="Ink 248">
                  <a:extLst>
                    <a:ext uri="{FF2B5EF4-FFF2-40B4-BE49-F238E27FC236}">
                      <a16:creationId xmlns:a16="http://schemas.microsoft.com/office/drawing/2014/main" id="{F37B47AD-254F-C1ED-D463-AACF72397784}"/>
                    </a:ext>
                  </a:extLst>
                </p:cNvPr>
                <p:cNvPicPr/>
                <p:nvPr/>
              </p:nvPicPr>
              <p:blipFill>
                <a:blip r:embed="rId298"/>
                <a:stretch>
                  <a:fillRect/>
                </a:stretch>
              </p:blipFill>
              <p:spPr>
                <a:xfrm>
                  <a:off x="2755368" y="4467384"/>
                  <a:ext cx="599760" cy="41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9">
              <p14:nvContentPartPr>
                <p14:cNvPr id="250" name="Ink 249">
                  <a:extLst>
                    <a:ext uri="{FF2B5EF4-FFF2-40B4-BE49-F238E27FC236}">
                      <a16:creationId xmlns:a16="http://schemas.microsoft.com/office/drawing/2014/main" id="{116791AB-3D16-EB7D-393E-D4325A1E38C8}"/>
                    </a:ext>
                  </a:extLst>
                </p14:cNvPr>
                <p14:cNvContentPartPr/>
                <p14:nvPr/>
              </p14:nvContentPartPr>
              <p14:xfrm>
                <a:off x="3111048" y="4700664"/>
                <a:ext cx="254880" cy="43200"/>
              </p14:xfrm>
            </p:contentPart>
          </mc:Choice>
          <mc:Fallback xmlns="">
            <p:pic>
              <p:nvPicPr>
                <p:cNvPr id="250" name="Ink 249">
                  <a:extLst>
                    <a:ext uri="{FF2B5EF4-FFF2-40B4-BE49-F238E27FC236}">
                      <a16:creationId xmlns:a16="http://schemas.microsoft.com/office/drawing/2014/main" id="{116791AB-3D16-EB7D-393E-D4325A1E38C8}"/>
                    </a:ext>
                  </a:extLst>
                </p:cNvPr>
                <p:cNvPicPr/>
                <p:nvPr/>
              </p:nvPicPr>
              <p:blipFill>
                <a:blip r:embed="rId300"/>
                <a:stretch>
                  <a:fillRect/>
                </a:stretch>
              </p:blipFill>
              <p:spPr>
                <a:xfrm>
                  <a:off x="3102408" y="4691664"/>
                  <a:ext cx="272520" cy="60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55" name="Group 254">
            <a:extLst>
              <a:ext uri="{FF2B5EF4-FFF2-40B4-BE49-F238E27FC236}">
                <a16:creationId xmlns:a16="http://schemas.microsoft.com/office/drawing/2014/main" id="{6A29C2E6-33C3-B421-F925-3417B367F4C6}"/>
              </a:ext>
            </a:extLst>
          </p:cNvPr>
          <p:cNvGrpSpPr/>
          <p:nvPr/>
        </p:nvGrpSpPr>
        <p:grpSpPr>
          <a:xfrm>
            <a:off x="3850848" y="4448664"/>
            <a:ext cx="572400" cy="304920"/>
            <a:chOff x="3850848" y="4448664"/>
            <a:chExt cx="572400" cy="304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01">
              <p14:nvContentPartPr>
                <p14:cNvPr id="251" name="Ink 250">
                  <a:extLst>
                    <a:ext uri="{FF2B5EF4-FFF2-40B4-BE49-F238E27FC236}">
                      <a16:creationId xmlns:a16="http://schemas.microsoft.com/office/drawing/2014/main" id="{72484B07-F1E8-7319-6608-0B221831D9DF}"/>
                    </a:ext>
                  </a:extLst>
                </p14:cNvPr>
                <p14:cNvContentPartPr/>
                <p14:nvPr/>
              </p14:nvContentPartPr>
              <p14:xfrm>
                <a:off x="3850848" y="4569264"/>
                <a:ext cx="121680" cy="184320"/>
              </p14:xfrm>
            </p:contentPart>
          </mc:Choice>
          <mc:Fallback xmlns="">
            <p:pic>
              <p:nvPicPr>
                <p:cNvPr id="251" name="Ink 250">
                  <a:extLst>
                    <a:ext uri="{FF2B5EF4-FFF2-40B4-BE49-F238E27FC236}">
                      <a16:creationId xmlns:a16="http://schemas.microsoft.com/office/drawing/2014/main" id="{72484B07-F1E8-7319-6608-0B221831D9DF}"/>
                    </a:ext>
                  </a:extLst>
                </p:cNvPr>
                <p:cNvPicPr/>
                <p:nvPr/>
              </p:nvPicPr>
              <p:blipFill>
                <a:blip r:embed="rId302"/>
                <a:stretch>
                  <a:fillRect/>
                </a:stretch>
              </p:blipFill>
              <p:spPr>
                <a:xfrm>
                  <a:off x="3841848" y="4560624"/>
                  <a:ext cx="139320" cy="20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3">
              <p14:nvContentPartPr>
                <p14:cNvPr id="252" name="Ink 251">
                  <a:extLst>
                    <a:ext uri="{FF2B5EF4-FFF2-40B4-BE49-F238E27FC236}">
                      <a16:creationId xmlns:a16="http://schemas.microsoft.com/office/drawing/2014/main" id="{0CE40287-BF00-9E15-CAC5-AF30C782D9D1}"/>
                    </a:ext>
                  </a:extLst>
                </p14:cNvPr>
                <p14:cNvContentPartPr/>
                <p14:nvPr/>
              </p14:nvContentPartPr>
              <p14:xfrm>
                <a:off x="4095288" y="4448664"/>
                <a:ext cx="265680" cy="271800"/>
              </p14:xfrm>
            </p:contentPart>
          </mc:Choice>
          <mc:Fallback xmlns="">
            <p:pic>
              <p:nvPicPr>
                <p:cNvPr id="252" name="Ink 251">
                  <a:extLst>
                    <a:ext uri="{FF2B5EF4-FFF2-40B4-BE49-F238E27FC236}">
                      <a16:creationId xmlns:a16="http://schemas.microsoft.com/office/drawing/2014/main" id="{0CE40287-BF00-9E15-CAC5-AF30C782D9D1}"/>
                    </a:ext>
                  </a:extLst>
                </p:cNvPr>
                <p:cNvPicPr/>
                <p:nvPr/>
              </p:nvPicPr>
              <p:blipFill>
                <a:blip r:embed="rId304"/>
                <a:stretch>
                  <a:fillRect/>
                </a:stretch>
              </p:blipFill>
              <p:spPr>
                <a:xfrm>
                  <a:off x="4086648" y="4440024"/>
                  <a:ext cx="283320" cy="28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5">
              <p14:nvContentPartPr>
                <p14:cNvPr id="253" name="Ink 252">
                  <a:extLst>
                    <a:ext uri="{FF2B5EF4-FFF2-40B4-BE49-F238E27FC236}">
                      <a16:creationId xmlns:a16="http://schemas.microsoft.com/office/drawing/2014/main" id="{AA9398D1-3973-B444-F463-B3FD85AB278A}"/>
                    </a:ext>
                  </a:extLst>
                </p14:cNvPr>
                <p14:cNvContentPartPr/>
                <p14:nvPr/>
              </p14:nvContentPartPr>
              <p14:xfrm>
                <a:off x="4299048" y="4616784"/>
                <a:ext cx="124200" cy="15120"/>
              </p14:xfrm>
            </p:contentPart>
          </mc:Choice>
          <mc:Fallback xmlns="">
            <p:pic>
              <p:nvPicPr>
                <p:cNvPr id="253" name="Ink 252">
                  <a:extLst>
                    <a:ext uri="{FF2B5EF4-FFF2-40B4-BE49-F238E27FC236}">
                      <a16:creationId xmlns:a16="http://schemas.microsoft.com/office/drawing/2014/main" id="{AA9398D1-3973-B444-F463-B3FD85AB278A}"/>
                    </a:ext>
                  </a:extLst>
                </p:cNvPr>
                <p:cNvPicPr/>
                <p:nvPr/>
              </p:nvPicPr>
              <p:blipFill>
                <a:blip r:embed="rId306"/>
                <a:stretch>
                  <a:fillRect/>
                </a:stretch>
              </p:blipFill>
              <p:spPr>
                <a:xfrm>
                  <a:off x="4290408" y="4607784"/>
                  <a:ext cx="141840" cy="327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07">
            <p14:nvContentPartPr>
              <p14:cNvPr id="254" name="Ink 253">
                <a:extLst>
                  <a:ext uri="{FF2B5EF4-FFF2-40B4-BE49-F238E27FC236}">
                    <a16:creationId xmlns:a16="http://schemas.microsoft.com/office/drawing/2014/main" id="{DD65B93B-C66C-FBCA-BD45-034DD035287B}"/>
                  </a:ext>
                </a:extLst>
              </p14:cNvPr>
              <p14:cNvContentPartPr/>
              <p14:nvPr/>
            </p14:nvContentPartPr>
            <p14:xfrm>
              <a:off x="4893768" y="4441824"/>
              <a:ext cx="324720" cy="464760"/>
            </p14:xfrm>
          </p:contentPart>
        </mc:Choice>
        <mc:Fallback xmlns="">
          <p:pic>
            <p:nvPicPr>
              <p:cNvPr id="254" name="Ink 253">
                <a:extLst>
                  <a:ext uri="{FF2B5EF4-FFF2-40B4-BE49-F238E27FC236}">
                    <a16:creationId xmlns:a16="http://schemas.microsoft.com/office/drawing/2014/main" id="{DD65B93B-C66C-FBCA-BD45-034DD035287B}"/>
                  </a:ext>
                </a:extLst>
              </p:cNvPr>
              <p:cNvPicPr/>
              <p:nvPr/>
            </p:nvPicPr>
            <p:blipFill>
              <a:blip r:embed="rId308"/>
              <a:stretch>
                <a:fillRect/>
              </a:stretch>
            </p:blipFill>
            <p:spPr>
              <a:xfrm>
                <a:off x="4885128" y="4433184"/>
                <a:ext cx="342360" cy="482400"/>
              </a:xfrm>
              <a:prstGeom prst="rect">
                <a:avLst/>
              </a:prstGeom>
            </p:spPr>
          </p:pic>
        </mc:Fallback>
      </mc:AlternateContent>
      <p:grpSp>
        <p:nvGrpSpPr>
          <p:cNvPr id="268" name="Group 267">
            <a:extLst>
              <a:ext uri="{FF2B5EF4-FFF2-40B4-BE49-F238E27FC236}">
                <a16:creationId xmlns:a16="http://schemas.microsoft.com/office/drawing/2014/main" id="{84ACE59E-1B7A-83E5-FA0D-BAA168C248A1}"/>
              </a:ext>
            </a:extLst>
          </p:cNvPr>
          <p:cNvGrpSpPr/>
          <p:nvPr/>
        </p:nvGrpSpPr>
        <p:grpSpPr>
          <a:xfrm>
            <a:off x="5715288" y="4316904"/>
            <a:ext cx="1731960" cy="554760"/>
            <a:chOff x="5715288" y="4316904"/>
            <a:chExt cx="1731960" cy="554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09">
              <p14:nvContentPartPr>
                <p14:cNvPr id="257" name="Ink 256">
                  <a:extLst>
                    <a:ext uri="{FF2B5EF4-FFF2-40B4-BE49-F238E27FC236}">
                      <a16:creationId xmlns:a16="http://schemas.microsoft.com/office/drawing/2014/main" id="{E4E67F27-33CD-741D-960A-A61D47C72452}"/>
                    </a:ext>
                  </a:extLst>
                </p14:cNvPr>
                <p14:cNvContentPartPr/>
                <p14:nvPr/>
              </p14:nvContentPartPr>
              <p14:xfrm>
                <a:off x="5715288" y="4464864"/>
                <a:ext cx="178560" cy="406800"/>
              </p14:xfrm>
            </p:contentPart>
          </mc:Choice>
          <mc:Fallback xmlns="">
            <p:pic>
              <p:nvPicPr>
                <p:cNvPr id="257" name="Ink 256">
                  <a:extLst>
                    <a:ext uri="{FF2B5EF4-FFF2-40B4-BE49-F238E27FC236}">
                      <a16:creationId xmlns:a16="http://schemas.microsoft.com/office/drawing/2014/main" id="{E4E67F27-33CD-741D-960A-A61D47C72452}"/>
                    </a:ext>
                  </a:extLst>
                </p:cNvPr>
                <p:cNvPicPr/>
                <p:nvPr/>
              </p:nvPicPr>
              <p:blipFill>
                <a:blip r:embed="rId310"/>
                <a:stretch>
                  <a:fillRect/>
                </a:stretch>
              </p:blipFill>
              <p:spPr>
                <a:xfrm>
                  <a:off x="5706648" y="4456224"/>
                  <a:ext cx="196200" cy="42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1">
              <p14:nvContentPartPr>
                <p14:cNvPr id="258" name="Ink 257">
                  <a:extLst>
                    <a:ext uri="{FF2B5EF4-FFF2-40B4-BE49-F238E27FC236}">
                      <a16:creationId xmlns:a16="http://schemas.microsoft.com/office/drawing/2014/main" id="{BEBD9D0C-2171-771D-377E-51D666222A99}"/>
                    </a:ext>
                  </a:extLst>
                </p14:cNvPr>
                <p14:cNvContentPartPr/>
                <p14:nvPr/>
              </p14:nvContentPartPr>
              <p14:xfrm>
                <a:off x="5987088" y="4565304"/>
                <a:ext cx="211320" cy="138600"/>
              </p14:xfrm>
            </p:contentPart>
          </mc:Choice>
          <mc:Fallback xmlns="">
            <p:pic>
              <p:nvPicPr>
                <p:cNvPr id="258" name="Ink 257">
                  <a:extLst>
                    <a:ext uri="{FF2B5EF4-FFF2-40B4-BE49-F238E27FC236}">
                      <a16:creationId xmlns:a16="http://schemas.microsoft.com/office/drawing/2014/main" id="{BEBD9D0C-2171-771D-377E-51D666222A99}"/>
                    </a:ext>
                  </a:extLst>
                </p:cNvPr>
                <p:cNvPicPr/>
                <p:nvPr/>
              </p:nvPicPr>
              <p:blipFill>
                <a:blip r:embed="rId312"/>
                <a:stretch>
                  <a:fillRect/>
                </a:stretch>
              </p:blipFill>
              <p:spPr>
                <a:xfrm>
                  <a:off x="5978448" y="4556664"/>
                  <a:ext cx="228960" cy="15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3">
              <p14:nvContentPartPr>
                <p14:cNvPr id="259" name="Ink 258">
                  <a:extLst>
                    <a:ext uri="{FF2B5EF4-FFF2-40B4-BE49-F238E27FC236}">
                      <a16:creationId xmlns:a16="http://schemas.microsoft.com/office/drawing/2014/main" id="{83BA0704-AC66-83EF-4C67-E00B2E22395F}"/>
                    </a:ext>
                  </a:extLst>
                </p14:cNvPr>
                <p14:cNvContentPartPr/>
                <p14:nvPr/>
              </p14:nvContentPartPr>
              <p14:xfrm>
                <a:off x="6193008" y="4458024"/>
                <a:ext cx="186840" cy="260280"/>
              </p14:xfrm>
            </p:contentPart>
          </mc:Choice>
          <mc:Fallback xmlns="">
            <p:pic>
              <p:nvPicPr>
                <p:cNvPr id="259" name="Ink 258">
                  <a:extLst>
                    <a:ext uri="{FF2B5EF4-FFF2-40B4-BE49-F238E27FC236}">
                      <a16:creationId xmlns:a16="http://schemas.microsoft.com/office/drawing/2014/main" id="{83BA0704-AC66-83EF-4C67-E00B2E22395F}"/>
                    </a:ext>
                  </a:extLst>
                </p:cNvPr>
                <p:cNvPicPr/>
                <p:nvPr/>
              </p:nvPicPr>
              <p:blipFill>
                <a:blip r:embed="rId314"/>
                <a:stretch>
                  <a:fillRect/>
                </a:stretch>
              </p:blipFill>
              <p:spPr>
                <a:xfrm>
                  <a:off x="6184008" y="4449384"/>
                  <a:ext cx="204480" cy="27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5">
              <p14:nvContentPartPr>
                <p14:cNvPr id="260" name="Ink 259">
                  <a:extLst>
                    <a:ext uri="{FF2B5EF4-FFF2-40B4-BE49-F238E27FC236}">
                      <a16:creationId xmlns:a16="http://schemas.microsoft.com/office/drawing/2014/main" id="{0E238E8C-1A48-DE16-8067-A952F5C98074}"/>
                    </a:ext>
                  </a:extLst>
                </p14:cNvPr>
                <p14:cNvContentPartPr/>
                <p14:nvPr/>
              </p14:nvContentPartPr>
              <p14:xfrm>
                <a:off x="6458328" y="4591224"/>
                <a:ext cx="130320" cy="96120"/>
              </p14:xfrm>
            </p:contentPart>
          </mc:Choice>
          <mc:Fallback xmlns="">
            <p:pic>
              <p:nvPicPr>
                <p:cNvPr id="260" name="Ink 259">
                  <a:extLst>
                    <a:ext uri="{FF2B5EF4-FFF2-40B4-BE49-F238E27FC236}">
                      <a16:creationId xmlns:a16="http://schemas.microsoft.com/office/drawing/2014/main" id="{0E238E8C-1A48-DE16-8067-A952F5C98074}"/>
                    </a:ext>
                  </a:extLst>
                </p:cNvPr>
                <p:cNvPicPr/>
                <p:nvPr/>
              </p:nvPicPr>
              <p:blipFill>
                <a:blip r:embed="rId316"/>
                <a:stretch>
                  <a:fillRect/>
                </a:stretch>
              </p:blipFill>
              <p:spPr>
                <a:xfrm>
                  <a:off x="6449688" y="4582584"/>
                  <a:ext cx="147960" cy="11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7">
              <p14:nvContentPartPr>
                <p14:cNvPr id="261" name="Ink 260">
                  <a:extLst>
                    <a:ext uri="{FF2B5EF4-FFF2-40B4-BE49-F238E27FC236}">
                      <a16:creationId xmlns:a16="http://schemas.microsoft.com/office/drawing/2014/main" id="{E33277C5-3F63-73AD-221E-1D2EC05A2116}"/>
                    </a:ext>
                  </a:extLst>
                </p14:cNvPr>
                <p14:cNvContentPartPr/>
                <p14:nvPr/>
              </p14:nvContentPartPr>
              <p14:xfrm>
                <a:off x="6653448" y="4316904"/>
                <a:ext cx="236880" cy="339120"/>
              </p14:xfrm>
            </p:contentPart>
          </mc:Choice>
          <mc:Fallback xmlns="">
            <p:pic>
              <p:nvPicPr>
                <p:cNvPr id="261" name="Ink 260">
                  <a:extLst>
                    <a:ext uri="{FF2B5EF4-FFF2-40B4-BE49-F238E27FC236}">
                      <a16:creationId xmlns:a16="http://schemas.microsoft.com/office/drawing/2014/main" id="{E33277C5-3F63-73AD-221E-1D2EC05A2116}"/>
                    </a:ext>
                  </a:extLst>
                </p:cNvPr>
                <p:cNvPicPr/>
                <p:nvPr/>
              </p:nvPicPr>
              <p:blipFill>
                <a:blip r:embed="rId318"/>
                <a:stretch>
                  <a:fillRect/>
                </a:stretch>
              </p:blipFill>
              <p:spPr>
                <a:xfrm>
                  <a:off x="6644448" y="4307904"/>
                  <a:ext cx="254520" cy="35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9">
              <p14:nvContentPartPr>
                <p14:cNvPr id="262" name="Ink 261">
                  <a:extLst>
                    <a:ext uri="{FF2B5EF4-FFF2-40B4-BE49-F238E27FC236}">
                      <a16:creationId xmlns:a16="http://schemas.microsoft.com/office/drawing/2014/main" id="{BB614D5A-8934-3EA2-919A-250451488C80}"/>
                    </a:ext>
                  </a:extLst>
                </p14:cNvPr>
                <p14:cNvContentPartPr/>
                <p14:nvPr/>
              </p14:nvContentPartPr>
              <p14:xfrm>
                <a:off x="6916608" y="4522824"/>
                <a:ext cx="6120" cy="16560"/>
              </p14:xfrm>
            </p:contentPart>
          </mc:Choice>
          <mc:Fallback xmlns="">
            <p:pic>
              <p:nvPicPr>
                <p:cNvPr id="262" name="Ink 261">
                  <a:extLst>
                    <a:ext uri="{FF2B5EF4-FFF2-40B4-BE49-F238E27FC236}">
                      <a16:creationId xmlns:a16="http://schemas.microsoft.com/office/drawing/2014/main" id="{BB614D5A-8934-3EA2-919A-250451488C80}"/>
                    </a:ext>
                  </a:extLst>
                </p:cNvPr>
                <p:cNvPicPr/>
                <p:nvPr/>
              </p:nvPicPr>
              <p:blipFill>
                <a:blip r:embed="rId320"/>
                <a:stretch>
                  <a:fillRect/>
                </a:stretch>
              </p:blipFill>
              <p:spPr>
                <a:xfrm>
                  <a:off x="6907608" y="4513824"/>
                  <a:ext cx="23760" cy="3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1">
              <p14:nvContentPartPr>
                <p14:cNvPr id="263" name="Ink 262">
                  <a:extLst>
                    <a:ext uri="{FF2B5EF4-FFF2-40B4-BE49-F238E27FC236}">
                      <a16:creationId xmlns:a16="http://schemas.microsoft.com/office/drawing/2014/main" id="{1233D963-6D56-F246-0A63-56B9CA1D7122}"/>
                    </a:ext>
                  </a:extLst>
                </p14:cNvPr>
                <p14:cNvContentPartPr/>
                <p14:nvPr/>
              </p14:nvContentPartPr>
              <p14:xfrm>
                <a:off x="6966648" y="4549824"/>
                <a:ext cx="69480" cy="75600"/>
              </p14:xfrm>
            </p:contentPart>
          </mc:Choice>
          <mc:Fallback xmlns="">
            <p:pic>
              <p:nvPicPr>
                <p:cNvPr id="263" name="Ink 262">
                  <a:extLst>
                    <a:ext uri="{FF2B5EF4-FFF2-40B4-BE49-F238E27FC236}">
                      <a16:creationId xmlns:a16="http://schemas.microsoft.com/office/drawing/2014/main" id="{1233D963-6D56-F246-0A63-56B9CA1D7122}"/>
                    </a:ext>
                  </a:extLst>
                </p:cNvPr>
                <p:cNvPicPr/>
                <p:nvPr/>
              </p:nvPicPr>
              <p:blipFill>
                <a:blip r:embed="rId322"/>
                <a:stretch>
                  <a:fillRect/>
                </a:stretch>
              </p:blipFill>
              <p:spPr>
                <a:xfrm>
                  <a:off x="6957648" y="4541184"/>
                  <a:ext cx="87120" cy="9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3">
              <p14:nvContentPartPr>
                <p14:cNvPr id="264" name="Ink 263">
                  <a:extLst>
                    <a:ext uri="{FF2B5EF4-FFF2-40B4-BE49-F238E27FC236}">
                      <a16:creationId xmlns:a16="http://schemas.microsoft.com/office/drawing/2014/main" id="{987BB433-05D6-AA68-7755-CAAA22D85CA7}"/>
                    </a:ext>
                  </a:extLst>
                </p14:cNvPr>
                <p14:cNvContentPartPr/>
                <p14:nvPr/>
              </p14:nvContentPartPr>
              <p14:xfrm>
                <a:off x="7112808" y="4551264"/>
                <a:ext cx="191160" cy="92880"/>
              </p14:xfrm>
            </p:contentPart>
          </mc:Choice>
          <mc:Fallback xmlns="">
            <p:pic>
              <p:nvPicPr>
                <p:cNvPr id="264" name="Ink 263">
                  <a:extLst>
                    <a:ext uri="{FF2B5EF4-FFF2-40B4-BE49-F238E27FC236}">
                      <a16:creationId xmlns:a16="http://schemas.microsoft.com/office/drawing/2014/main" id="{987BB433-05D6-AA68-7755-CAAA22D85CA7}"/>
                    </a:ext>
                  </a:extLst>
                </p:cNvPr>
                <p:cNvPicPr/>
                <p:nvPr/>
              </p:nvPicPr>
              <p:blipFill>
                <a:blip r:embed="rId324"/>
                <a:stretch>
                  <a:fillRect/>
                </a:stretch>
              </p:blipFill>
              <p:spPr>
                <a:xfrm>
                  <a:off x="7104168" y="4542624"/>
                  <a:ext cx="208800" cy="11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5">
              <p14:nvContentPartPr>
                <p14:cNvPr id="265" name="Ink 264">
                  <a:extLst>
                    <a:ext uri="{FF2B5EF4-FFF2-40B4-BE49-F238E27FC236}">
                      <a16:creationId xmlns:a16="http://schemas.microsoft.com/office/drawing/2014/main" id="{604A82A5-1DC2-63F8-D615-E48162797050}"/>
                    </a:ext>
                  </a:extLst>
                </p14:cNvPr>
                <p14:cNvContentPartPr/>
                <p14:nvPr/>
              </p14:nvContentPartPr>
              <p14:xfrm>
                <a:off x="6893928" y="4399704"/>
                <a:ext cx="161280" cy="25920"/>
              </p14:xfrm>
            </p:contentPart>
          </mc:Choice>
          <mc:Fallback xmlns="">
            <p:pic>
              <p:nvPicPr>
                <p:cNvPr id="265" name="Ink 264">
                  <a:extLst>
                    <a:ext uri="{FF2B5EF4-FFF2-40B4-BE49-F238E27FC236}">
                      <a16:creationId xmlns:a16="http://schemas.microsoft.com/office/drawing/2014/main" id="{604A82A5-1DC2-63F8-D615-E48162797050}"/>
                    </a:ext>
                  </a:extLst>
                </p:cNvPr>
                <p:cNvPicPr/>
                <p:nvPr/>
              </p:nvPicPr>
              <p:blipFill>
                <a:blip r:embed="rId326"/>
                <a:stretch>
                  <a:fillRect/>
                </a:stretch>
              </p:blipFill>
              <p:spPr>
                <a:xfrm>
                  <a:off x="6884928" y="4390704"/>
                  <a:ext cx="178920" cy="4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7">
              <p14:nvContentPartPr>
                <p14:cNvPr id="266" name="Ink 265">
                  <a:extLst>
                    <a:ext uri="{FF2B5EF4-FFF2-40B4-BE49-F238E27FC236}">
                      <a16:creationId xmlns:a16="http://schemas.microsoft.com/office/drawing/2014/main" id="{36C3847D-1753-B17E-F7C2-48B3E726DFF0}"/>
                    </a:ext>
                  </a:extLst>
                </p14:cNvPr>
                <p14:cNvContentPartPr/>
                <p14:nvPr/>
              </p14:nvContentPartPr>
              <p14:xfrm>
                <a:off x="7386048" y="4706784"/>
                <a:ext cx="61200" cy="77040"/>
              </p14:xfrm>
            </p:contentPart>
          </mc:Choice>
          <mc:Fallback xmlns="">
            <p:pic>
              <p:nvPicPr>
                <p:cNvPr id="266" name="Ink 265">
                  <a:extLst>
                    <a:ext uri="{FF2B5EF4-FFF2-40B4-BE49-F238E27FC236}">
                      <a16:creationId xmlns:a16="http://schemas.microsoft.com/office/drawing/2014/main" id="{36C3847D-1753-B17E-F7C2-48B3E726DFF0}"/>
                    </a:ext>
                  </a:extLst>
                </p:cNvPr>
                <p:cNvPicPr/>
                <p:nvPr/>
              </p:nvPicPr>
              <p:blipFill>
                <a:blip r:embed="rId328"/>
                <a:stretch>
                  <a:fillRect/>
                </a:stretch>
              </p:blipFill>
              <p:spPr>
                <a:xfrm>
                  <a:off x="7377048" y="4697784"/>
                  <a:ext cx="78840" cy="94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70" name="Group 269">
            <a:extLst>
              <a:ext uri="{FF2B5EF4-FFF2-40B4-BE49-F238E27FC236}">
                <a16:creationId xmlns:a16="http://schemas.microsoft.com/office/drawing/2014/main" id="{C0F1DC9D-D089-9FCB-A2C0-9F906EC81334}"/>
              </a:ext>
            </a:extLst>
          </p:cNvPr>
          <p:cNvGrpSpPr/>
          <p:nvPr/>
        </p:nvGrpSpPr>
        <p:grpSpPr>
          <a:xfrm>
            <a:off x="7685208" y="4394664"/>
            <a:ext cx="326160" cy="413280"/>
            <a:chOff x="7685208" y="4394664"/>
            <a:chExt cx="326160" cy="413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29">
              <p14:nvContentPartPr>
                <p14:cNvPr id="267" name="Ink 266">
                  <a:extLst>
                    <a:ext uri="{FF2B5EF4-FFF2-40B4-BE49-F238E27FC236}">
                      <a16:creationId xmlns:a16="http://schemas.microsoft.com/office/drawing/2014/main" id="{D2DA81F8-BB4D-DF70-0003-C1BAA9823CDD}"/>
                    </a:ext>
                  </a:extLst>
                </p14:cNvPr>
                <p14:cNvContentPartPr/>
                <p14:nvPr/>
              </p14:nvContentPartPr>
              <p14:xfrm>
                <a:off x="7685208" y="4394664"/>
                <a:ext cx="163440" cy="336240"/>
              </p14:xfrm>
            </p:contentPart>
          </mc:Choice>
          <mc:Fallback xmlns="">
            <p:pic>
              <p:nvPicPr>
                <p:cNvPr id="267" name="Ink 266">
                  <a:extLst>
                    <a:ext uri="{FF2B5EF4-FFF2-40B4-BE49-F238E27FC236}">
                      <a16:creationId xmlns:a16="http://schemas.microsoft.com/office/drawing/2014/main" id="{D2DA81F8-BB4D-DF70-0003-C1BAA9823CDD}"/>
                    </a:ext>
                  </a:extLst>
                </p:cNvPr>
                <p:cNvPicPr/>
                <p:nvPr/>
              </p:nvPicPr>
              <p:blipFill>
                <a:blip r:embed="rId330"/>
                <a:stretch>
                  <a:fillRect/>
                </a:stretch>
              </p:blipFill>
              <p:spPr>
                <a:xfrm>
                  <a:off x="7676568" y="4385664"/>
                  <a:ext cx="181080" cy="35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1">
              <p14:nvContentPartPr>
                <p14:cNvPr id="269" name="Ink 268">
                  <a:extLst>
                    <a:ext uri="{FF2B5EF4-FFF2-40B4-BE49-F238E27FC236}">
                      <a16:creationId xmlns:a16="http://schemas.microsoft.com/office/drawing/2014/main" id="{70EED478-7B17-F3AE-0294-55654D39431E}"/>
                    </a:ext>
                  </a:extLst>
                </p14:cNvPr>
                <p14:cNvContentPartPr/>
                <p14:nvPr/>
              </p14:nvContentPartPr>
              <p14:xfrm>
                <a:off x="7976808" y="4724784"/>
                <a:ext cx="34560" cy="83160"/>
              </p14:xfrm>
            </p:contentPart>
          </mc:Choice>
          <mc:Fallback xmlns="">
            <p:pic>
              <p:nvPicPr>
                <p:cNvPr id="269" name="Ink 268">
                  <a:extLst>
                    <a:ext uri="{FF2B5EF4-FFF2-40B4-BE49-F238E27FC236}">
                      <a16:creationId xmlns:a16="http://schemas.microsoft.com/office/drawing/2014/main" id="{70EED478-7B17-F3AE-0294-55654D39431E}"/>
                    </a:ext>
                  </a:extLst>
                </p:cNvPr>
                <p:cNvPicPr/>
                <p:nvPr/>
              </p:nvPicPr>
              <p:blipFill>
                <a:blip r:embed="rId332"/>
                <a:stretch>
                  <a:fillRect/>
                </a:stretch>
              </p:blipFill>
              <p:spPr>
                <a:xfrm>
                  <a:off x="7967808" y="4716144"/>
                  <a:ext cx="52200" cy="1008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33">
            <p14:nvContentPartPr>
              <p14:cNvPr id="271" name="Ink 270">
                <a:extLst>
                  <a:ext uri="{FF2B5EF4-FFF2-40B4-BE49-F238E27FC236}">
                    <a16:creationId xmlns:a16="http://schemas.microsoft.com/office/drawing/2014/main" id="{A48C0186-E169-1088-8FD4-B98F3A819279}"/>
                  </a:ext>
                </a:extLst>
              </p14:cNvPr>
              <p14:cNvContentPartPr/>
              <p14:nvPr/>
            </p14:nvContentPartPr>
            <p14:xfrm>
              <a:off x="8337528" y="4396104"/>
              <a:ext cx="342000" cy="501120"/>
            </p14:xfrm>
          </p:contentPart>
        </mc:Choice>
        <mc:Fallback xmlns="">
          <p:pic>
            <p:nvPicPr>
              <p:cNvPr id="271" name="Ink 270">
                <a:extLst>
                  <a:ext uri="{FF2B5EF4-FFF2-40B4-BE49-F238E27FC236}">
                    <a16:creationId xmlns:a16="http://schemas.microsoft.com/office/drawing/2014/main" id="{A48C0186-E169-1088-8FD4-B98F3A819279}"/>
                  </a:ext>
                </a:extLst>
              </p:cNvPr>
              <p:cNvPicPr/>
              <p:nvPr/>
            </p:nvPicPr>
            <p:blipFill>
              <a:blip r:embed="rId334"/>
              <a:stretch>
                <a:fillRect/>
              </a:stretch>
            </p:blipFill>
            <p:spPr>
              <a:xfrm>
                <a:off x="8328888" y="4387464"/>
                <a:ext cx="359640" cy="518760"/>
              </a:xfrm>
              <a:prstGeom prst="rect">
                <a:avLst/>
              </a:prstGeom>
            </p:spPr>
          </p:pic>
        </mc:Fallback>
      </mc:AlternateContent>
      <p:grpSp>
        <p:nvGrpSpPr>
          <p:cNvPr id="277" name="Group 276">
            <a:extLst>
              <a:ext uri="{FF2B5EF4-FFF2-40B4-BE49-F238E27FC236}">
                <a16:creationId xmlns:a16="http://schemas.microsoft.com/office/drawing/2014/main" id="{845D3F13-6C80-370C-DC22-C42A01BDF1C3}"/>
              </a:ext>
            </a:extLst>
          </p:cNvPr>
          <p:cNvGrpSpPr/>
          <p:nvPr/>
        </p:nvGrpSpPr>
        <p:grpSpPr>
          <a:xfrm>
            <a:off x="8931168" y="4126464"/>
            <a:ext cx="1469520" cy="706320"/>
            <a:chOff x="8931168" y="4126464"/>
            <a:chExt cx="1469520" cy="706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35">
              <p14:nvContentPartPr>
                <p14:cNvPr id="272" name="Ink 271">
                  <a:extLst>
                    <a:ext uri="{FF2B5EF4-FFF2-40B4-BE49-F238E27FC236}">
                      <a16:creationId xmlns:a16="http://schemas.microsoft.com/office/drawing/2014/main" id="{7C0A9670-DE12-5072-7730-308DE3D119D1}"/>
                    </a:ext>
                  </a:extLst>
                </p14:cNvPr>
                <p14:cNvContentPartPr/>
                <p14:nvPr/>
              </p14:nvContentPartPr>
              <p14:xfrm>
                <a:off x="8931168" y="4216824"/>
                <a:ext cx="408600" cy="394200"/>
              </p14:xfrm>
            </p:contentPart>
          </mc:Choice>
          <mc:Fallback xmlns="">
            <p:pic>
              <p:nvPicPr>
                <p:cNvPr id="272" name="Ink 271">
                  <a:extLst>
                    <a:ext uri="{FF2B5EF4-FFF2-40B4-BE49-F238E27FC236}">
                      <a16:creationId xmlns:a16="http://schemas.microsoft.com/office/drawing/2014/main" id="{7C0A9670-DE12-5072-7730-308DE3D119D1}"/>
                    </a:ext>
                  </a:extLst>
                </p:cNvPr>
                <p:cNvPicPr/>
                <p:nvPr/>
              </p:nvPicPr>
              <p:blipFill>
                <a:blip r:embed="rId336"/>
                <a:stretch>
                  <a:fillRect/>
                </a:stretch>
              </p:blipFill>
              <p:spPr>
                <a:xfrm>
                  <a:off x="8922168" y="4207824"/>
                  <a:ext cx="426240" cy="41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7">
              <p14:nvContentPartPr>
                <p14:cNvPr id="273" name="Ink 272">
                  <a:extLst>
                    <a:ext uri="{FF2B5EF4-FFF2-40B4-BE49-F238E27FC236}">
                      <a16:creationId xmlns:a16="http://schemas.microsoft.com/office/drawing/2014/main" id="{6C11084A-5AD3-9BFD-4A31-5ADB8CDAAB55}"/>
                    </a:ext>
                  </a:extLst>
                </p14:cNvPr>
                <p14:cNvContentPartPr/>
                <p14:nvPr/>
              </p14:nvContentPartPr>
              <p14:xfrm>
                <a:off x="9640728" y="4126464"/>
                <a:ext cx="193320" cy="706320"/>
              </p14:xfrm>
            </p:contentPart>
          </mc:Choice>
          <mc:Fallback xmlns="">
            <p:pic>
              <p:nvPicPr>
                <p:cNvPr id="273" name="Ink 272">
                  <a:extLst>
                    <a:ext uri="{FF2B5EF4-FFF2-40B4-BE49-F238E27FC236}">
                      <a16:creationId xmlns:a16="http://schemas.microsoft.com/office/drawing/2014/main" id="{6C11084A-5AD3-9BFD-4A31-5ADB8CDAAB55}"/>
                    </a:ext>
                  </a:extLst>
                </p:cNvPr>
                <p:cNvPicPr/>
                <p:nvPr/>
              </p:nvPicPr>
              <p:blipFill>
                <a:blip r:embed="rId338"/>
                <a:stretch>
                  <a:fillRect/>
                </a:stretch>
              </p:blipFill>
              <p:spPr>
                <a:xfrm>
                  <a:off x="9631728" y="4117824"/>
                  <a:ext cx="210960" cy="72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9">
              <p14:nvContentPartPr>
                <p14:cNvPr id="274" name="Ink 273">
                  <a:extLst>
                    <a:ext uri="{FF2B5EF4-FFF2-40B4-BE49-F238E27FC236}">
                      <a16:creationId xmlns:a16="http://schemas.microsoft.com/office/drawing/2014/main" id="{BF1E2267-B592-F259-EC6E-B8904E8C2D94}"/>
                    </a:ext>
                  </a:extLst>
                </p14:cNvPr>
                <p14:cNvContentPartPr/>
                <p14:nvPr/>
              </p14:nvContentPartPr>
              <p14:xfrm>
                <a:off x="9494208" y="4505544"/>
                <a:ext cx="412200" cy="146880"/>
              </p14:xfrm>
            </p:contentPart>
          </mc:Choice>
          <mc:Fallback xmlns="">
            <p:pic>
              <p:nvPicPr>
                <p:cNvPr id="274" name="Ink 273">
                  <a:extLst>
                    <a:ext uri="{FF2B5EF4-FFF2-40B4-BE49-F238E27FC236}">
                      <a16:creationId xmlns:a16="http://schemas.microsoft.com/office/drawing/2014/main" id="{BF1E2267-B592-F259-EC6E-B8904E8C2D94}"/>
                    </a:ext>
                  </a:extLst>
                </p:cNvPr>
                <p:cNvPicPr/>
                <p:nvPr/>
              </p:nvPicPr>
              <p:blipFill>
                <a:blip r:embed="rId340"/>
                <a:stretch>
                  <a:fillRect/>
                </a:stretch>
              </p:blipFill>
              <p:spPr>
                <a:xfrm>
                  <a:off x="9485208" y="4496904"/>
                  <a:ext cx="429840" cy="16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1">
              <p14:nvContentPartPr>
                <p14:cNvPr id="275" name="Ink 274">
                  <a:extLst>
                    <a:ext uri="{FF2B5EF4-FFF2-40B4-BE49-F238E27FC236}">
                      <a16:creationId xmlns:a16="http://schemas.microsoft.com/office/drawing/2014/main" id="{52C15EB6-8162-F7F6-F6A1-8DB5C1C11F45}"/>
                    </a:ext>
                  </a:extLst>
                </p14:cNvPr>
                <p14:cNvContentPartPr/>
                <p14:nvPr/>
              </p14:nvContentPartPr>
              <p14:xfrm>
                <a:off x="9961128" y="4500864"/>
                <a:ext cx="167040" cy="75960"/>
              </p14:xfrm>
            </p:contentPart>
          </mc:Choice>
          <mc:Fallback xmlns="">
            <p:pic>
              <p:nvPicPr>
                <p:cNvPr id="275" name="Ink 274">
                  <a:extLst>
                    <a:ext uri="{FF2B5EF4-FFF2-40B4-BE49-F238E27FC236}">
                      <a16:creationId xmlns:a16="http://schemas.microsoft.com/office/drawing/2014/main" id="{52C15EB6-8162-F7F6-F6A1-8DB5C1C11F45}"/>
                    </a:ext>
                  </a:extLst>
                </p:cNvPr>
                <p:cNvPicPr/>
                <p:nvPr/>
              </p:nvPicPr>
              <p:blipFill>
                <a:blip r:embed="rId342"/>
                <a:stretch>
                  <a:fillRect/>
                </a:stretch>
              </p:blipFill>
              <p:spPr>
                <a:xfrm>
                  <a:off x="9952488" y="4492224"/>
                  <a:ext cx="184680" cy="9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3">
              <p14:nvContentPartPr>
                <p14:cNvPr id="276" name="Ink 275">
                  <a:extLst>
                    <a:ext uri="{FF2B5EF4-FFF2-40B4-BE49-F238E27FC236}">
                      <a16:creationId xmlns:a16="http://schemas.microsoft.com/office/drawing/2014/main" id="{43CD0E8C-6442-5D0D-2401-27CBC429A05A}"/>
                    </a:ext>
                  </a:extLst>
                </p14:cNvPr>
                <p14:cNvContentPartPr/>
                <p14:nvPr/>
              </p14:nvContentPartPr>
              <p14:xfrm>
                <a:off x="10138248" y="4488264"/>
                <a:ext cx="262440" cy="55440"/>
              </p14:xfrm>
            </p:contentPart>
          </mc:Choice>
          <mc:Fallback xmlns="">
            <p:pic>
              <p:nvPicPr>
                <p:cNvPr id="276" name="Ink 275">
                  <a:extLst>
                    <a:ext uri="{FF2B5EF4-FFF2-40B4-BE49-F238E27FC236}">
                      <a16:creationId xmlns:a16="http://schemas.microsoft.com/office/drawing/2014/main" id="{43CD0E8C-6442-5D0D-2401-27CBC429A05A}"/>
                    </a:ext>
                  </a:extLst>
                </p:cNvPr>
                <p:cNvPicPr/>
                <p:nvPr/>
              </p:nvPicPr>
              <p:blipFill>
                <a:blip r:embed="rId344"/>
                <a:stretch>
                  <a:fillRect/>
                </a:stretch>
              </p:blipFill>
              <p:spPr>
                <a:xfrm>
                  <a:off x="10129248" y="4479624"/>
                  <a:ext cx="280080" cy="73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82" name="Group 281">
            <a:extLst>
              <a:ext uri="{FF2B5EF4-FFF2-40B4-BE49-F238E27FC236}">
                <a16:creationId xmlns:a16="http://schemas.microsoft.com/office/drawing/2014/main" id="{5625F991-B4E6-F7A1-8D17-4C6650D43679}"/>
              </a:ext>
            </a:extLst>
          </p:cNvPr>
          <p:cNvGrpSpPr/>
          <p:nvPr/>
        </p:nvGrpSpPr>
        <p:grpSpPr>
          <a:xfrm>
            <a:off x="4868928" y="5082984"/>
            <a:ext cx="1730880" cy="397080"/>
            <a:chOff x="4868928" y="5082984"/>
            <a:chExt cx="1730880" cy="397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45">
              <p14:nvContentPartPr>
                <p14:cNvPr id="278" name="Ink 277">
                  <a:extLst>
                    <a:ext uri="{FF2B5EF4-FFF2-40B4-BE49-F238E27FC236}">
                      <a16:creationId xmlns:a16="http://schemas.microsoft.com/office/drawing/2014/main" id="{E32DAA07-FCFD-E584-2330-3B23C745FEBB}"/>
                    </a:ext>
                  </a:extLst>
                </p14:cNvPr>
                <p14:cNvContentPartPr/>
                <p14:nvPr/>
              </p14:nvContentPartPr>
              <p14:xfrm>
                <a:off x="4868928" y="5082984"/>
                <a:ext cx="295560" cy="397080"/>
              </p14:xfrm>
            </p:contentPart>
          </mc:Choice>
          <mc:Fallback xmlns="">
            <p:pic>
              <p:nvPicPr>
                <p:cNvPr id="278" name="Ink 277">
                  <a:extLst>
                    <a:ext uri="{FF2B5EF4-FFF2-40B4-BE49-F238E27FC236}">
                      <a16:creationId xmlns:a16="http://schemas.microsoft.com/office/drawing/2014/main" id="{E32DAA07-FCFD-E584-2330-3B23C745FEBB}"/>
                    </a:ext>
                  </a:extLst>
                </p:cNvPr>
                <p:cNvPicPr/>
                <p:nvPr/>
              </p:nvPicPr>
              <p:blipFill>
                <a:blip r:embed="rId346"/>
                <a:stretch>
                  <a:fillRect/>
                </a:stretch>
              </p:blipFill>
              <p:spPr>
                <a:xfrm>
                  <a:off x="4859928" y="5073984"/>
                  <a:ext cx="313200" cy="41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7">
              <p14:nvContentPartPr>
                <p14:cNvPr id="279" name="Ink 278">
                  <a:extLst>
                    <a:ext uri="{FF2B5EF4-FFF2-40B4-BE49-F238E27FC236}">
                      <a16:creationId xmlns:a16="http://schemas.microsoft.com/office/drawing/2014/main" id="{E286CE40-78E3-9715-BE93-4E0FAE8EB07E}"/>
                    </a:ext>
                  </a:extLst>
                </p14:cNvPr>
                <p14:cNvContentPartPr/>
                <p14:nvPr/>
              </p14:nvContentPartPr>
              <p14:xfrm>
                <a:off x="4964688" y="5291784"/>
                <a:ext cx="352440" cy="35280"/>
              </p14:xfrm>
            </p:contentPart>
          </mc:Choice>
          <mc:Fallback xmlns="">
            <p:pic>
              <p:nvPicPr>
                <p:cNvPr id="279" name="Ink 278">
                  <a:extLst>
                    <a:ext uri="{FF2B5EF4-FFF2-40B4-BE49-F238E27FC236}">
                      <a16:creationId xmlns:a16="http://schemas.microsoft.com/office/drawing/2014/main" id="{E286CE40-78E3-9715-BE93-4E0FAE8EB07E}"/>
                    </a:ext>
                  </a:extLst>
                </p:cNvPr>
                <p:cNvPicPr/>
                <p:nvPr/>
              </p:nvPicPr>
              <p:blipFill>
                <a:blip r:embed="rId348"/>
                <a:stretch>
                  <a:fillRect/>
                </a:stretch>
              </p:blipFill>
              <p:spPr>
                <a:xfrm>
                  <a:off x="4955688" y="5282784"/>
                  <a:ext cx="370080" cy="5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9">
              <p14:nvContentPartPr>
                <p14:cNvPr id="280" name="Ink 279">
                  <a:extLst>
                    <a:ext uri="{FF2B5EF4-FFF2-40B4-BE49-F238E27FC236}">
                      <a16:creationId xmlns:a16="http://schemas.microsoft.com/office/drawing/2014/main" id="{0113D9E0-EAA8-FF3C-DBF2-540B9FCE3AA3}"/>
                    </a:ext>
                  </a:extLst>
                </p14:cNvPr>
                <p14:cNvContentPartPr/>
                <p14:nvPr/>
              </p14:nvContentPartPr>
              <p14:xfrm>
                <a:off x="5448168" y="5245704"/>
                <a:ext cx="648360" cy="141120"/>
              </p14:xfrm>
            </p:contentPart>
          </mc:Choice>
          <mc:Fallback xmlns="">
            <p:pic>
              <p:nvPicPr>
                <p:cNvPr id="280" name="Ink 279">
                  <a:extLst>
                    <a:ext uri="{FF2B5EF4-FFF2-40B4-BE49-F238E27FC236}">
                      <a16:creationId xmlns:a16="http://schemas.microsoft.com/office/drawing/2014/main" id="{0113D9E0-EAA8-FF3C-DBF2-540B9FCE3AA3}"/>
                    </a:ext>
                  </a:extLst>
                </p:cNvPr>
                <p:cNvPicPr/>
                <p:nvPr/>
              </p:nvPicPr>
              <p:blipFill>
                <a:blip r:embed="rId350"/>
                <a:stretch>
                  <a:fillRect/>
                </a:stretch>
              </p:blipFill>
              <p:spPr>
                <a:xfrm>
                  <a:off x="5439528" y="5236704"/>
                  <a:ext cx="666000" cy="15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1">
              <p14:nvContentPartPr>
                <p14:cNvPr id="281" name="Ink 280">
                  <a:extLst>
                    <a:ext uri="{FF2B5EF4-FFF2-40B4-BE49-F238E27FC236}">
                      <a16:creationId xmlns:a16="http://schemas.microsoft.com/office/drawing/2014/main" id="{5FF07397-8CF1-9B6B-0CDF-D7B5CD7FA7AE}"/>
                    </a:ext>
                  </a:extLst>
                </p14:cNvPr>
                <p14:cNvContentPartPr/>
                <p14:nvPr/>
              </p14:nvContentPartPr>
              <p14:xfrm>
                <a:off x="6244128" y="5136624"/>
                <a:ext cx="355680" cy="228600"/>
              </p14:xfrm>
            </p:contentPart>
          </mc:Choice>
          <mc:Fallback xmlns="">
            <p:pic>
              <p:nvPicPr>
                <p:cNvPr id="281" name="Ink 280">
                  <a:extLst>
                    <a:ext uri="{FF2B5EF4-FFF2-40B4-BE49-F238E27FC236}">
                      <a16:creationId xmlns:a16="http://schemas.microsoft.com/office/drawing/2014/main" id="{5FF07397-8CF1-9B6B-0CDF-D7B5CD7FA7AE}"/>
                    </a:ext>
                  </a:extLst>
                </p:cNvPr>
                <p:cNvPicPr/>
                <p:nvPr/>
              </p:nvPicPr>
              <p:blipFill>
                <a:blip r:embed="rId352"/>
                <a:stretch>
                  <a:fillRect/>
                </a:stretch>
              </p:blipFill>
              <p:spPr>
                <a:xfrm>
                  <a:off x="6235128" y="5127984"/>
                  <a:ext cx="373320" cy="2462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53">
            <p14:nvContentPartPr>
              <p14:cNvPr id="283" name="Ink 282">
                <a:extLst>
                  <a:ext uri="{FF2B5EF4-FFF2-40B4-BE49-F238E27FC236}">
                    <a16:creationId xmlns:a16="http://schemas.microsoft.com/office/drawing/2014/main" id="{98EC551F-C40C-564C-E580-8F619A3908BF}"/>
                  </a:ext>
                </a:extLst>
              </p14:cNvPr>
              <p14:cNvContentPartPr/>
              <p14:nvPr/>
            </p14:nvContentPartPr>
            <p14:xfrm>
              <a:off x="3192768" y="5437224"/>
              <a:ext cx="741600" cy="387360"/>
            </p14:xfrm>
          </p:contentPart>
        </mc:Choice>
        <mc:Fallback xmlns="">
          <p:pic>
            <p:nvPicPr>
              <p:cNvPr id="283" name="Ink 282">
                <a:extLst>
                  <a:ext uri="{FF2B5EF4-FFF2-40B4-BE49-F238E27FC236}">
                    <a16:creationId xmlns:a16="http://schemas.microsoft.com/office/drawing/2014/main" id="{98EC551F-C40C-564C-E580-8F619A3908BF}"/>
                  </a:ext>
                </a:extLst>
              </p:cNvPr>
              <p:cNvPicPr/>
              <p:nvPr/>
            </p:nvPicPr>
            <p:blipFill>
              <a:blip r:embed="rId354"/>
              <a:stretch>
                <a:fillRect/>
              </a:stretch>
            </p:blipFill>
            <p:spPr>
              <a:xfrm>
                <a:off x="3184128" y="5428224"/>
                <a:ext cx="759240" cy="405000"/>
              </a:xfrm>
              <a:prstGeom prst="rect">
                <a:avLst/>
              </a:prstGeom>
            </p:spPr>
          </p:pic>
        </mc:Fallback>
      </mc:AlternateContent>
      <p:grpSp>
        <p:nvGrpSpPr>
          <p:cNvPr id="289" name="Group 288">
            <a:extLst>
              <a:ext uri="{FF2B5EF4-FFF2-40B4-BE49-F238E27FC236}">
                <a16:creationId xmlns:a16="http://schemas.microsoft.com/office/drawing/2014/main" id="{AA8728B9-162B-5C45-C95A-19E51571AFC8}"/>
              </a:ext>
            </a:extLst>
          </p:cNvPr>
          <p:cNvGrpSpPr/>
          <p:nvPr/>
        </p:nvGrpSpPr>
        <p:grpSpPr>
          <a:xfrm>
            <a:off x="4362048" y="5669424"/>
            <a:ext cx="998640" cy="253440"/>
            <a:chOff x="4362048" y="5669424"/>
            <a:chExt cx="998640" cy="253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55">
              <p14:nvContentPartPr>
                <p14:cNvPr id="284" name="Ink 283">
                  <a:extLst>
                    <a:ext uri="{FF2B5EF4-FFF2-40B4-BE49-F238E27FC236}">
                      <a16:creationId xmlns:a16="http://schemas.microsoft.com/office/drawing/2014/main" id="{EA890436-9E4F-C67E-535C-6759D62E8396}"/>
                    </a:ext>
                  </a:extLst>
                </p14:cNvPr>
                <p14:cNvContentPartPr/>
                <p14:nvPr/>
              </p14:nvContentPartPr>
              <p14:xfrm>
                <a:off x="4362048" y="5669424"/>
                <a:ext cx="216000" cy="229680"/>
              </p14:xfrm>
            </p:contentPart>
          </mc:Choice>
          <mc:Fallback xmlns="">
            <p:pic>
              <p:nvPicPr>
                <p:cNvPr id="284" name="Ink 283">
                  <a:extLst>
                    <a:ext uri="{FF2B5EF4-FFF2-40B4-BE49-F238E27FC236}">
                      <a16:creationId xmlns:a16="http://schemas.microsoft.com/office/drawing/2014/main" id="{EA890436-9E4F-C67E-535C-6759D62E8396}"/>
                    </a:ext>
                  </a:extLst>
                </p:cNvPr>
                <p:cNvPicPr/>
                <p:nvPr/>
              </p:nvPicPr>
              <p:blipFill>
                <a:blip r:embed="rId356"/>
                <a:stretch>
                  <a:fillRect/>
                </a:stretch>
              </p:blipFill>
              <p:spPr>
                <a:xfrm>
                  <a:off x="4353408" y="5660784"/>
                  <a:ext cx="233640" cy="24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7">
              <p14:nvContentPartPr>
                <p14:cNvPr id="285" name="Ink 284">
                  <a:extLst>
                    <a:ext uri="{FF2B5EF4-FFF2-40B4-BE49-F238E27FC236}">
                      <a16:creationId xmlns:a16="http://schemas.microsoft.com/office/drawing/2014/main" id="{AAB7C1A0-8D06-ED20-8263-FEA0C8DC82F8}"/>
                    </a:ext>
                  </a:extLst>
                </p14:cNvPr>
                <p14:cNvContentPartPr/>
                <p14:nvPr/>
              </p14:nvContentPartPr>
              <p14:xfrm>
                <a:off x="4391928" y="5797944"/>
                <a:ext cx="212400" cy="17280"/>
              </p14:xfrm>
            </p:contentPart>
          </mc:Choice>
          <mc:Fallback xmlns="">
            <p:pic>
              <p:nvPicPr>
                <p:cNvPr id="285" name="Ink 284">
                  <a:extLst>
                    <a:ext uri="{FF2B5EF4-FFF2-40B4-BE49-F238E27FC236}">
                      <a16:creationId xmlns:a16="http://schemas.microsoft.com/office/drawing/2014/main" id="{AAB7C1A0-8D06-ED20-8263-FEA0C8DC82F8}"/>
                    </a:ext>
                  </a:extLst>
                </p:cNvPr>
                <p:cNvPicPr/>
                <p:nvPr/>
              </p:nvPicPr>
              <p:blipFill>
                <a:blip r:embed="rId358"/>
                <a:stretch>
                  <a:fillRect/>
                </a:stretch>
              </p:blipFill>
              <p:spPr>
                <a:xfrm>
                  <a:off x="4382928" y="5788944"/>
                  <a:ext cx="230040" cy="3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9">
              <p14:nvContentPartPr>
                <p14:cNvPr id="286" name="Ink 285">
                  <a:extLst>
                    <a:ext uri="{FF2B5EF4-FFF2-40B4-BE49-F238E27FC236}">
                      <a16:creationId xmlns:a16="http://schemas.microsoft.com/office/drawing/2014/main" id="{7E741CF8-9014-F7FF-367C-52AA6FDC4DD0}"/>
                    </a:ext>
                  </a:extLst>
                </p14:cNvPr>
                <p14:cNvContentPartPr/>
                <p14:nvPr/>
              </p14:nvContentPartPr>
              <p14:xfrm>
                <a:off x="4760928" y="5706864"/>
                <a:ext cx="186120" cy="216000"/>
              </p14:xfrm>
            </p:contentPart>
          </mc:Choice>
          <mc:Fallback xmlns="">
            <p:pic>
              <p:nvPicPr>
                <p:cNvPr id="286" name="Ink 285">
                  <a:extLst>
                    <a:ext uri="{FF2B5EF4-FFF2-40B4-BE49-F238E27FC236}">
                      <a16:creationId xmlns:a16="http://schemas.microsoft.com/office/drawing/2014/main" id="{7E741CF8-9014-F7FF-367C-52AA6FDC4DD0}"/>
                    </a:ext>
                  </a:extLst>
                </p:cNvPr>
                <p:cNvPicPr/>
                <p:nvPr/>
              </p:nvPicPr>
              <p:blipFill>
                <a:blip r:embed="rId360"/>
                <a:stretch>
                  <a:fillRect/>
                </a:stretch>
              </p:blipFill>
              <p:spPr>
                <a:xfrm>
                  <a:off x="4752288" y="5698224"/>
                  <a:ext cx="203760" cy="23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1">
              <p14:nvContentPartPr>
                <p14:cNvPr id="287" name="Ink 286">
                  <a:extLst>
                    <a:ext uri="{FF2B5EF4-FFF2-40B4-BE49-F238E27FC236}">
                      <a16:creationId xmlns:a16="http://schemas.microsoft.com/office/drawing/2014/main" id="{51F9BA5D-98CB-A495-8A5C-E094561128C2}"/>
                    </a:ext>
                  </a:extLst>
                </p14:cNvPr>
                <p14:cNvContentPartPr/>
                <p14:nvPr/>
              </p14:nvContentPartPr>
              <p14:xfrm>
                <a:off x="4798728" y="5816304"/>
                <a:ext cx="203040" cy="25920"/>
              </p14:xfrm>
            </p:contentPart>
          </mc:Choice>
          <mc:Fallback xmlns="">
            <p:pic>
              <p:nvPicPr>
                <p:cNvPr id="287" name="Ink 286">
                  <a:extLst>
                    <a:ext uri="{FF2B5EF4-FFF2-40B4-BE49-F238E27FC236}">
                      <a16:creationId xmlns:a16="http://schemas.microsoft.com/office/drawing/2014/main" id="{51F9BA5D-98CB-A495-8A5C-E094561128C2}"/>
                    </a:ext>
                  </a:extLst>
                </p:cNvPr>
                <p:cNvPicPr/>
                <p:nvPr/>
              </p:nvPicPr>
              <p:blipFill>
                <a:blip r:embed="rId362"/>
                <a:stretch>
                  <a:fillRect/>
                </a:stretch>
              </p:blipFill>
              <p:spPr>
                <a:xfrm>
                  <a:off x="4790088" y="5807664"/>
                  <a:ext cx="220680" cy="4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3">
              <p14:nvContentPartPr>
                <p14:cNvPr id="288" name="Ink 287">
                  <a:extLst>
                    <a:ext uri="{FF2B5EF4-FFF2-40B4-BE49-F238E27FC236}">
                      <a16:creationId xmlns:a16="http://schemas.microsoft.com/office/drawing/2014/main" id="{053E2C15-70AC-BFB9-5ECC-23DB344081EB}"/>
                    </a:ext>
                  </a:extLst>
                </p14:cNvPr>
                <p14:cNvContentPartPr/>
                <p14:nvPr/>
              </p14:nvContentPartPr>
              <p14:xfrm>
                <a:off x="5155488" y="5697864"/>
                <a:ext cx="205200" cy="160920"/>
              </p14:xfrm>
            </p:contentPart>
          </mc:Choice>
          <mc:Fallback xmlns="">
            <p:pic>
              <p:nvPicPr>
                <p:cNvPr id="288" name="Ink 287">
                  <a:extLst>
                    <a:ext uri="{FF2B5EF4-FFF2-40B4-BE49-F238E27FC236}">
                      <a16:creationId xmlns:a16="http://schemas.microsoft.com/office/drawing/2014/main" id="{053E2C15-70AC-BFB9-5ECC-23DB344081EB}"/>
                    </a:ext>
                  </a:extLst>
                </p:cNvPr>
                <p:cNvPicPr/>
                <p:nvPr/>
              </p:nvPicPr>
              <p:blipFill>
                <a:blip r:embed="rId364"/>
                <a:stretch>
                  <a:fillRect/>
                </a:stretch>
              </p:blipFill>
              <p:spPr>
                <a:xfrm>
                  <a:off x="5146488" y="5689224"/>
                  <a:ext cx="222840" cy="1785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65">
            <p14:nvContentPartPr>
              <p14:cNvPr id="290" name="Ink 289">
                <a:extLst>
                  <a:ext uri="{FF2B5EF4-FFF2-40B4-BE49-F238E27FC236}">
                    <a16:creationId xmlns:a16="http://schemas.microsoft.com/office/drawing/2014/main" id="{571B8398-0AAB-3129-9CB4-D0D061A3BF72}"/>
                  </a:ext>
                </a:extLst>
              </p14:cNvPr>
              <p14:cNvContentPartPr/>
              <p14:nvPr/>
            </p14:nvContentPartPr>
            <p14:xfrm>
              <a:off x="5896368" y="5571864"/>
              <a:ext cx="217440" cy="373680"/>
            </p14:xfrm>
          </p:contentPart>
        </mc:Choice>
        <mc:Fallback xmlns="">
          <p:pic>
            <p:nvPicPr>
              <p:cNvPr id="290" name="Ink 289">
                <a:extLst>
                  <a:ext uri="{FF2B5EF4-FFF2-40B4-BE49-F238E27FC236}">
                    <a16:creationId xmlns:a16="http://schemas.microsoft.com/office/drawing/2014/main" id="{571B8398-0AAB-3129-9CB4-D0D061A3BF72}"/>
                  </a:ext>
                </a:extLst>
              </p:cNvPr>
              <p:cNvPicPr/>
              <p:nvPr/>
            </p:nvPicPr>
            <p:blipFill>
              <a:blip r:embed="rId366"/>
              <a:stretch>
                <a:fillRect/>
              </a:stretch>
            </p:blipFill>
            <p:spPr>
              <a:xfrm>
                <a:off x="5887728" y="5563224"/>
                <a:ext cx="235080" cy="391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7">
            <p14:nvContentPartPr>
              <p14:cNvPr id="291" name="Ink 290">
                <a:extLst>
                  <a:ext uri="{FF2B5EF4-FFF2-40B4-BE49-F238E27FC236}">
                    <a16:creationId xmlns:a16="http://schemas.microsoft.com/office/drawing/2014/main" id="{18A29FF2-2AC7-5983-9604-EB9CA4AEE6BB}"/>
                  </a:ext>
                </a:extLst>
              </p14:cNvPr>
              <p14:cNvContentPartPr/>
              <p14:nvPr/>
            </p14:nvContentPartPr>
            <p14:xfrm>
              <a:off x="6569928" y="5603184"/>
              <a:ext cx="293400" cy="272880"/>
            </p14:xfrm>
          </p:contentPart>
        </mc:Choice>
        <mc:Fallback xmlns="">
          <p:pic>
            <p:nvPicPr>
              <p:cNvPr id="291" name="Ink 290">
                <a:extLst>
                  <a:ext uri="{FF2B5EF4-FFF2-40B4-BE49-F238E27FC236}">
                    <a16:creationId xmlns:a16="http://schemas.microsoft.com/office/drawing/2014/main" id="{18A29FF2-2AC7-5983-9604-EB9CA4AEE6BB}"/>
                  </a:ext>
                </a:extLst>
              </p:cNvPr>
              <p:cNvPicPr/>
              <p:nvPr/>
            </p:nvPicPr>
            <p:blipFill>
              <a:blip r:embed="rId368"/>
              <a:stretch>
                <a:fillRect/>
              </a:stretch>
            </p:blipFill>
            <p:spPr>
              <a:xfrm>
                <a:off x="6560928" y="5594184"/>
                <a:ext cx="311040" cy="290520"/>
              </a:xfrm>
              <a:prstGeom prst="rect">
                <a:avLst/>
              </a:prstGeom>
            </p:spPr>
          </p:pic>
        </mc:Fallback>
      </mc:AlternateContent>
      <p:grpSp>
        <p:nvGrpSpPr>
          <p:cNvPr id="323" name="Group 322">
            <a:extLst>
              <a:ext uri="{FF2B5EF4-FFF2-40B4-BE49-F238E27FC236}">
                <a16:creationId xmlns:a16="http://schemas.microsoft.com/office/drawing/2014/main" id="{EC4AFE23-9791-798D-5FB1-E82B4378E38A}"/>
              </a:ext>
            </a:extLst>
          </p:cNvPr>
          <p:cNvGrpSpPr/>
          <p:nvPr/>
        </p:nvGrpSpPr>
        <p:grpSpPr>
          <a:xfrm>
            <a:off x="11072808" y="5579784"/>
            <a:ext cx="916200" cy="202320"/>
            <a:chOff x="11072808" y="5579784"/>
            <a:chExt cx="916200" cy="202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69">
              <p14:nvContentPartPr>
                <p14:cNvPr id="317" name="Ink 316">
                  <a:extLst>
                    <a:ext uri="{FF2B5EF4-FFF2-40B4-BE49-F238E27FC236}">
                      <a16:creationId xmlns:a16="http://schemas.microsoft.com/office/drawing/2014/main" id="{08247312-6D99-24F0-163D-03BD1136B39D}"/>
                    </a:ext>
                  </a:extLst>
                </p14:cNvPr>
                <p14:cNvContentPartPr/>
                <p14:nvPr/>
              </p14:nvContentPartPr>
              <p14:xfrm>
                <a:off x="11130408" y="5588784"/>
                <a:ext cx="14400" cy="179640"/>
              </p14:xfrm>
            </p:contentPart>
          </mc:Choice>
          <mc:Fallback xmlns="">
            <p:pic>
              <p:nvPicPr>
                <p:cNvPr id="317" name="Ink 316">
                  <a:extLst>
                    <a:ext uri="{FF2B5EF4-FFF2-40B4-BE49-F238E27FC236}">
                      <a16:creationId xmlns:a16="http://schemas.microsoft.com/office/drawing/2014/main" id="{08247312-6D99-24F0-163D-03BD1136B39D}"/>
                    </a:ext>
                  </a:extLst>
                </p:cNvPr>
                <p:cNvPicPr/>
                <p:nvPr/>
              </p:nvPicPr>
              <p:blipFill>
                <a:blip r:embed="rId370"/>
                <a:stretch>
                  <a:fillRect/>
                </a:stretch>
              </p:blipFill>
              <p:spPr>
                <a:xfrm>
                  <a:off x="11121768" y="5579784"/>
                  <a:ext cx="32040" cy="19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1">
              <p14:nvContentPartPr>
                <p14:cNvPr id="318" name="Ink 317">
                  <a:extLst>
                    <a:ext uri="{FF2B5EF4-FFF2-40B4-BE49-F238E27FC236}">
                      <a16:creationId xmlns:a16="http://schemas.microsoft.com/office/drawing/2014/main" id="{9DEE211D-FDDE-2E49-D531-CADF4679382C}"/>
                    </a:ext>
                  </a:extLst>
                </p14:cNvPr>
                <p14:cNvContentPartPr/>
                <p14:nvPr/>
              </p14:nvContentPartPr>
              <p14:xfrm>
                <a:off x="11072808" y="5579784"/>
                <a:ext cx="221400" cy="21240"/>
              </p14:xfrm>
            </p:contentPart>
          </mc:Choice>
          <mc:Fallback xmlns="">
            <p:pic>
              <p:nvPicPr>
                <p:cNvPr id="318" name="Ink 317">
                  <a:extLst>
                    <a:ext uri="{FF2B5EF4-FFF2-40B4-BE49-F238E27FC236}">
                      <a16:creationId xmlns:a16="http://schemas.microsoft.com/office/drawing/2014/main" id="{9DEE211D-FDDE-2E49-D531-CADF4679382C}"/>
                    </a:ext>
                  </a:extLst>
                </p:cNvPr>
                <p:cNvPicPr/>
                <p:nvPr/>
              </p:nvPicPr>
              <p:blipFill>
                <a:blip r:embed="rId372"/>
                <a:stretch>
                  <a:fillRect/>
                </a:stretch>
              </p:blipFill>
              <p:spPr>
                <a:xfrm>
                  <a:off x="11063808" y="5571144"/>
                  <a:ext cx="239040" cy="3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3">
              <p14:nvContentPartPr>
                <p14:cNvPr id="319" name="Ink 318">
                  <a:extLst>
                    <a:ext uri="{FF2B5EF4-FFF2-40B4-BE49-F238E27FC236}">
                      <a16:creationId xmlns:a16="http://schemas.microsoft.com/office/drawing/2014/main" id="{51675406-B00D-1AEE-6954-67F7F45FAC0E}"/>
                    </a:ext>
                  </a:extLst>
                </p14:cNvPr>
                <p14:cNvContentPartPr/>
                <p14:nvPr/>
              </p14:nvContentPartPr>
              <p14:xfrm>
                <a:off x="11356128" y="5591664"/>
                <a:ext cx="119880" cy="190440"/>
              </p14:xfrm>
            </p:contentPart>
          </mc:Choice>
          <mc:Fallback xmlns="">
            <p:pic>
              <p:nvPicPr>
                <p:cNvPr id="319" name="Ink 318">
                  <a:extLst>
                    <a:ext uri="{FF2B5EF4-FFF2-40B4-BE49-F238E27FC236}">
                      <a16:creationId xmlns:a16="http://schemas.microsoft.com/office/drawing/2014/main" id="{51675406-B00D-1AEE-6954-67F7F45FAC0E}"/>
                    </a:ext>
                  </a:extLst>
                </p:cNvPr>
                <p:cNvPicPr/>
                <p:nvPr/>
              </p:nvPicPr>
              <p:blipFill>
                <a:blip r:embed="rId374"/>
                <a:stretch>
                  <a:fillRect/>
                </a:stretch>
              </p:blipFill>
              <p:spPr>
                <a:xfrm>
                  <a:off x="11347488" y="5583024"/>
                  <a:ext cx="137520" cy="20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5">
              <p14:nvContentPartPr>
                <p14:cNvPr id="320" name="Ink 319">
                  <a:extLst>
                    <a:ext uri="{FF2B5EF4-FFF2-40B4-BE49-F238E27FC236}">
                      <a16:creationId xmlns:a16="http://schemas.microsoft.com/office/drawing/2014/main" id="{7B7BE49A-3AFB-6175-29EF-AB424EF68AF2}"/>
                    </a:ext>
                  </a:extLst>
                </p14:cNvPr>
                <p14:cNvContentPartPr/>
                <p14:nvPr/>
              </p14:nvContentPartPr>
              <p14:xfrm>
                <a:off x="11572848" y="5652864"/>
                <a:ext cx="182160" cy="99720"/>
              </p14:xfrm>
            </p:contentPart>
          </mc:Choice>
          <mc:Fallback xmlns="">
            <p:pic>
              <p:nvPicPr>
                <p:cNvPr id="320" name="Ink 319">
                  <a:extLst>
                    <a:ext uri="{FF2B5EF4-FFF2-40B4-BE49-F238E27FC236}">
                      <a16:creationId xmlns:a16="http://schemas.microsoft.com/office/drawing/2014/main" id="{7B7BE49A-3AFB-6175-29EF-AB424EF68AF2}"/>
                    </a:ext>
                  </a:extLst>
                </p:cNvPr>
                <p:cNvPicPr/>
                <p:nvPr/>
              </p:nvPicPr>
              <p:blipFill>
                <a:blip r:embed="rId376"/>
                <a:stretch>
                  <a:fillRect/>
                </a:stretch>
              </p:blipFill>
              <p:spPr>
                <a:xfrm>
                  <a:off x="11564208" y="5644224"/>
                  <a:ext cx="199800" cy="11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7">
              <p14:nvContentPartPr>
                <p14:cNvPr id="321" name="Ink 320">
                  <a:extLst>
                    <a:ext uri="{FF2B5EF4-FFF2-40B4-BE49-F238E27FC236}">
                      <a16:creationId xmlns:a16="http://schemas.microsoft.com/office/drawing/2014/main" id="{188DE986-FA35-92A0-EC8A-5ADCDD6B94EC}"/>
                    </a:ext>
                  </a:extLst>
                </p14:cNvPr>
                <p14:cNvContentPartPr/>
                <p14:nvPr/>
              </p14:nvContentPartPr>
              <p14:xfrm>
                <a:off x="11866248" y="5658984"/>
                <a:ext cx="28080" cy="101880"/>
              </p14:xfrm>
            </p:contentPart>
          </mc:Choice>
          <mc:Fallback xmlns="">
            <p:pic>
              <p:nvPicPr>
                <p:cNvPr id="321" name="Ink 320">
                  <a:extLst>
                    <a:ext uri="{FF2B5EF4-FFF2-40B4-BE49-F238E27FC236}">
                      <a16:creationId xmlns:a16="http://schemas.microsoft.com/office/drawing/2014/main" id="{188DE986-FA35-92A0-EC8A-5ADCDD6B94EC}"/>
                    </a:ext>
                  </a:extLst>
                </p:cNvPr>
                <p:cNvPicPr/>
                <p:nvPr/>
              </p:nvPicPr>
              <p:blipFill>
                <a:blip r:embed="rId378"/>
                <a:stretch>
                  <a:fillRect/>
                </a:stretch>
              </p:blipFill>
              <p:spPr>
                <a:xfrm>
                  <a:off x="11857248" y="5650344"/>
                  <a:ext cx="45720" cy="11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9">
              <p14:nvContentPartPr>
                <p14:cNvPr id="322" name="Ink 321">
                  <a:extLst>
                    <a:ext uri="{FF2B5EF4-FFF2-40B4-BE49-F238E27FC236}">
                      <a16:creationId xmlns:a16="http://schemas.microsoft.com/office/drawing/2014/main" id="{AC75BDD6-4727-EB20-2693-A03EFA34101D}"/>
                    </a:ext>
                  </a:extLst>
                </p14:cNvPr>
                <p14:cNvContentPartPr/>
                <p14:nvPr/>
              </p14:nvContentPartPr>
              <p14:xfrm>
                <a:off x="11820528" y="5649264"/>
                <a:ext cx="168480" cy="15120"/>
              </p14:xfrm>
            </p:contentPart>
          </mc:Choice>
          <mc:Fallback xmlns="">
            <p:pic>
              <p:nvPicPr>
                <p:cNvPr id="322" name="Ink 321">
                  <a:extLst>
                    <a:ext uri="{FF2B5EF4-FFF2-40B4-BE49-F238E27FC236}">
                      <a16:creationId xmlns:a16="http://schemas.microsoft.com/office/drawing/2014/main" id="{AC75BDD6-4727-EB20-2693-A03EFA34101D}"/>
                    </a:ext>
                  </a:extLst>
                </p:cNvPr>
                <p:cNvPicPr/>
                <p:nvPr/>
              </p:nvPicPr>
              <p:blipFill>
                <a:blip r:embed="rId380"/>
                <a:stretch>
                  <a:fillRect/>
                </a:stretch>
              </p:blipFill>
              <p:spPr>
                <a:xfrm>
                  <a:off x="11811888" y="5640624"/>
                  <a:ext cx="186120" cy="32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38" name="Group 337">
            <a:extLst>
              <a:ext uri="{FF2B5EF4-FFF2-40B4-BE49-F238E27FC236}">
                <a16:creationId xmlns:a16="http://schemas.microsoft.com/office/drawing/2014/main" id="{913C6EAB-5912-D4EA-167C-EBFB0ADBA2A9}"/>
              </a:ext>
            </a:extLst>
          </p:cNvPr>
          <p:cNvGrpSpPr/>
          <p:nvPr/>
        </p:nvGrpSpPr>
        <p:grpSpPr>
          <a:xfrm>
            <a:off x="7150968" y="4942224"/>
            <a:ext cx="3633840" cy="1136160"/>
            <a:chOff x="7150968" y="4942224"/>
            <a:chExt cx="3633840" cy="1136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81">
              <p14:nvContentPartPr>
                <p14:cNvPr id="292" name="Ink 291">
                  <a:extLst>
                    <a:ext uri="{FF2B5EF4-FFF2-40B4-BE49-F238E27FC236}">
                      <a16:creationId xmlns:a16="http://schemas.microsoft.com/office/drawing/2014/main" id="{0B7CD692-B810-2B3B-CFF9-8975785E1145}"/>
                    </a:ext>
                  </a:extLst>
                </p14:cNvPr>
                <p14:cNvContentPartPr/>
                <p14:nvPr/>
              </p14:nvContentPartPr>
              <p14:xfrm>
                <a:off x="7150968" y="5665464"/>
                <a:ext cx="172080" cy="68400"/>
              </p14:xfrm>
            </p:contentPart>
          </mc:Choice>
          <mc:Fallback xmlns="">
            <p:pic>
              <p:nvPicPr>
                <p:cNvPr id="292" name="Ink 291">
                  <a:extLst>
                    <a:ext uri="{FF2B5EF4-FFF2-40B4-BE49-F238E27FC236}">
                      <a16:creationId xmlns:a16="http://schemas.microsoft.com/office/drawing/2014/main" id="{0B7CD692-B810-2B3B-CFF9-8975785E1145}"/>
                    </a:ext>
                  </a:extLst>
                </p:cNvPr>
                <p:cNvPicPr/>
                <p:nvPr/>
              </p:nvPicPr>
              <p:blipFill>
                <a:blip r:embed="rId382"/>
                <a:stretch>
                  <a:fillRect/>
                </a:stretch>
              </p:blipFill>
              <p:spPr>
                <a:xfrm>
                  <a:off x="7142328" y="5656464"/>
                  <a:ext cx="189720" cy="8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3">
              <p14:nvContentPartPr>
                <p14:cNvPr id="293" name="Ink 292">
                  <a:extLst>
                    <a:ext uri="{FF2B5EF4-FFF2-40B4-BE49-F238E27FC236}">
                      <a16:creationId xmlns:a16="http://schemas.microsoft.com/office/drawing/2014/main" id="{F01398C2-BF24-BE6C-A0D1-7C56C6B42025}"/>
                    </a:ext>
                  </a:extLst>
                </p14:cNvPr>
                <p14:cNvContentPartPr/>
                <p14:nvPr/>
              </p14:nvContentPartPr>
              <p14:xfrm>
                <a:off x="7233768" y="5517504"/>
                <a:ext cx="31320" cy="25200"/>
              </p14:xfrm>
            </p:contentPart>
          </mc:Choice>
          <mc:Fallback xmlns="">
            <p:pic>
              <p:nvPicPr>
                <p:cNvPr id="293" name="Ink 292">
                  <a:extLst>
                    <a:ext uri="{FF2B5EF4-FFF2-40B4-BE49-F238E27FC236}">
                      <a16:creationId xmlns:a16="http://schemas.microsoft.com/office/drawing/2014/main" id="{F01398C2-BF24-BE6C-A0D1-7C56C6B42025}"/>
                    </a:ext>
                  </a:extLst>
                </p:cNvPr>
                <p:cNvPicPr/>
                <p:nvPr/>
              </p:nvPicPr>
              <p:blipFill>
                <a:blip r:embed="rId384"/>
                <a:stretch>
                  <a:fillRect/>
                </a:stretch>
              </p:blipFill>
              <p:spPr>
                <a:xfrm>
                  <a:off x="7225128" y="5508504"/>
                  <a:ext cx="48960" cy="4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5">
              <p14:nvContentPartPr>
                <p14:cNvPr id="294" name="Ink 293">
                  <a:extLst>
                    <a:ext uri="{FF2B5EF4-FFF2-40B4-BE49-F238E27FC236}">
                      <a16:creationId xmlns:a16="http://schemas.microsoft.com/office/drawing/2014/main" id="{0949ED3E-32B3-8BCD-2C04-B8E23C768E07}"/>
                    </a:ext>
                  </a:extLst>
                </p14:cNvPr>
                <p14:cNvContentPartPr/>
                <p14:nvPr/>
              </p14:nvContentPartPr>
              <p14:xfrm>
                <a:off x="7648128" y="5661144"/>
                <a:ext cx="127440" cy="56160"/>
              </p14:xfrm>
            </p:contentPart>
          </mc:Choice>
          <mc:Fallback xmlns="">
            <p:pic>
              <p:nvPicPr>
                <p:cNvPr id="294" name="Ink 293">
                  <a:extLst>
                    <a:ext uri="{FF2B5EF4-FFF2-40B4-BE49-F238E27FC236}">
                      <a16:creationId xmlns:a16="http://schemas.microsoft.com/office/drawing/2014/main" id="{0949ED3E-32B3-8BCD-2C04-B8E23C768E07}"/>
                    </a:ext>
                  </a:extLst>
                </p:cNvPr>
                <p:cNvPicPr/>
                <p:nvPr/>
              </p:nvPicPr>
              <p:blipFill>
                <a:blip r:embed="rId386"/>
                <a:stretch>
                  <a:fillRect/>
                </a:stretch>
              </p:blipFill>
              <p:spPr>
                <a:xfrm>
                  <a:off x="7639128" y="5652504"/>
                  <a:ext cx="145080" cy="7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7">
              <p14:nvContentPartPr>
                <p14:cNvPr id="303" name="Ink 302">
                  <a:extLst>
                    <a:ext uri="{FF2B5EF4-FFF2-40B4-BE49-F238E27FC236}">
                      <a16:creationId xmlns:a16="http://schemas.microsoft.com/office/drawing/2014/main" id="{231E9A08-11A6-B28C-5F2D-B2FB800FDEFA}"/>
                    </a:ext>
                  </a:extLst>
                </p14:cNvPr>
                <p14:cNvContentPartPr/>
                <p14:nvPr/>
              </p14:nvContentPartPr>
              <p14:xfrm>
                <a:off x="8104608" y="5496984"/>
                <a:ext cx="194400" cy="312480"/>
              </p14:xfrm>
            </p:contentPart>
          </mc:Choice>
          <mc:Fallback xmlns="">
            <p:pic>
              <p:nvPicPr>
                <p:cNvPr id="303" name="Ink 302">
                  <a:extLst>
                    <a:ext uri="{FF2B5EF4-FFF2-40B4-BE49-F238E27FC236}">
                      <a16:creationId xmlns:a16="http://schemas.microsoft.com/office/drawing/2014/main" id="{231E9A08-11A6-B28C-5F2D-B2FB800FDEFA}"/>
                    </a:ext>
                  </a:extLst>
                </p:cNvPr>
                <p:cNvPicPr/>
                <p:nvPr/>
              </p:nvPicPr>
              <p:blipFill>
                <a:blip r:embed="rId388"/>
                <a:stretch>
                  <a:fillRect/>
                </a:stretch>
              </p:blipFill>
              <p:spPr>
                <a:xfrm>
                  <a:off x="8095968" y="5487984"/>
                  <a:ext cx="212040" cy="33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9">
              <p14:nvContentPartPr>
                <p14:cNvPr id="304" name="Ink 303">
                  <a:extLst>
                    <a:ext uri="{FF2B5EF4-FFF2-40B4-BE49-F238E27FC236}">
                      <a16:creationId xmlns:a16="http://schemas.microsoft.com/office/drawing/2014/main" id="{FFCC976E-EFA4-6751-EA6D-428B72B01DFB}"/>
                    </a:ext>
                  </a:extLst>
                </p14:cNvPr>
                <p14:cNvContentPartPr/>
                <p14:nvPr/>
              </p14:nvContentPartPr>
              <p14:xfrm>
                <a:off x="8419248" y="5495904"/>
                <a:ext cx="36360" cy="255240"/>
              </p14:xfrm>
            </p:contentPart>
          </mc:Choice>
          <mc:Fallback xmlns="">
            <p:pic>
              <p:nvPicPr>
                <p:cNvPr id="304" name="Ink 303">
                  <a:extLst>
                    <a:ext uri="{FF2B5EF4-FFF2-40B4-BE49-F238E27FC236}">
                      <a16:creationId xmlns:a16="http://schemas.microsoft.com/office/drawing/2014/main" id="{FFCC976E-EFA4-6751-EA6D-428B72B01DFB}"/>
                    </a:ext>
                  </a:extLst>
                </p:cNvPr>
                <p:cNvPicPr/>
                <p:nvPr/>
              </p:nvPicPr>
              <p:blipFill>
                <a:blip r:embed="rId390"/>
                <a:stretch>
                  <a:fillRect/>
                </a:stretch>
              </p:blipFill>
              <p:spPr>
                <a:xfrm>
                  <a:off x="8410608" y="5486904"/>
                  <a:ext cx="54000" cy="27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1">
              <p14:nvContentPartPr>
                <p14:cNvPr id="305" name="Ink 304">
                  <a:extLst>
                    <a:ext uri="{FF2B5EF4-FFF2-40B4-BE49-F238E27FC236}">
                      <a16:creationId xmlns:a16="http://schemas.microsoft.com/office/drawing/2014/main" id="{874C6FB3-D55A-349F-E9AD-BC1D82E733B6}"/>
                    </a:ext>
                  </a:extLst>
                </p14:cNvPr>
                <p14:cNvContentPartPr/>
                <p14:nvPr/>
              </p14:nvContentPartPr>
              <p14:xfrm>
                <a:off x="8411688" y="5658264"/>
                <a:ext cx="82440" cy="11880"/>
              </p14:xfrm>
            </p:contentPart>
          </mc:Choice>
          <mc:Fallback xmlns="">
            <p:pic>
              <p:nvPicPr>
                <p:cNvPr id="305" name="Ink 304">
                  <a:extLst>
                    <a:ext uri="{FF2B5EF4-FFF2-40B4-BE49-F238E27FC236}">
                      <a16:creationId xmlns:a16="http://schemas.microsoft.com/office/drawing/2014/main" id="{874C6FB3-D55A-349F-E9AD-BC1D82E733B6}"/>
                    </a:ext>
                  </a:extLst>
                </p:cNvPr>
                <p:cNvPicPr/>
                <p:nvPr/>
              </p:nvPicPr>
              <p:blipFill>
                <a:blip r:embed="rId392"/>
                <a:stretch>
                  <a:fillRect/>
                </a:stretch>
              </p:blipFill>
              <p:spPr>
                <a:xfrm>
                  <a:off x="8402688" y="5649264"/>
                  <a:ext cx="100080" cy="2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3">
              <p14:nvContentPartPr>
                <p14:cNvPr id="306" name="Ink 305">
                  <a:extLst>
                    <a:ext uri="{FF2B5EF4-FFF2-40B4-BE49-F238E27FC236}">
                      <a16:creationId xmlns:a16="http://schemas.microsoft.com/office/drawing/2014/main" id="{524F3C70-82AD-FB83-6614-CD1D26C54202}"/>
                    </a:ext>
                  </a:extLst>
                </p14:cNvPr>
                <p14:cNvContentPartPr/>
                <p14:nvPr/>
              </p14:nvContentPartPr>
              <p14:xfrm>
                <a:off x="8575488" y="5652864"/>
                <a:ext cx="124200" cy="67680"/>
              </p14:xfrm>
            </p:contentPart>
          </mc:Choice>
          <mc:Fallback xmlns="">
            <p:pic>
              <p:nvPicPr>
                <p:cNvPr id="306" name="Ink 305">
                  <a:extLst>
                    <a:ext uri="{FF2B5EF4-FFF2-40B4-BE49-F238E27FC236}">
                      <a16:creationId xmlns:a16="http://schemas.microsoft.com/office/drawing/2014/main" id="{524F3C70-82AD-FB83-6614-CD1D26C54202}"/>
                    </a:ext>
                  </a:extLst>
                </p:cNvPr>
                <p:cNvPicPr/>
                <p:nvPr/>
              </p:nvPicPr>
              <p:blipFill>
                <a:blip r:embed="rId394"/>
                <a:stretch>
                  <a:fillRect/>
                </a:stretch>
              </p:blipFill>
              <p:spPr>
                <a:xfrm>
                  <a:off x="8566488" y="5644224"/>
                  <a:ext cx="141840" cy="8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5">
              <p14:nvContentPartPr>
                <p14:cNvPr id="307" name="Ink 306">
                  <a:extLst>
                    <a:ext uri="{FF2B5EF4-FFF2-40B4-BE49-F238E27FC236}">
                      <a16:creationId xmlns:a16="http://schemas.microsoft.com/office/drawing/2014/main" id="{5BD2A282-006D-7E8E-BF3C-DA7BAA061256}"/>
                    </a:ext>
                  </a:extLst>
                </p14:cNvPr>
                <p14:cNvContentPartPr/>
                <p14:nvPr/>
              </p14:nvContentPartPr>
              <p14:xfrm>
                <a:off x="8707608" y="5587704"/>
                <a:ext cx="3960" cy="6480"/>
              </p14:xfrm>
            </p:contentPart>
          </mc:Choice>
          <mc:Fallback xmlns="">
            <p:pic>
              <p:nvPicPr>
                <p:cNvPr id="307" name="Ink 306">
                  <a:extLst>
                    <a:ext uri="{FF2B5EF4-FFF2-40B4-BE49-F238E27FC236}">
                      <a16:creationId xmlns:a16="http://schemas.microsoft.com/office/drawing/2014/main" id="{5BD2A282-006D-7E8E-BF3C-DA7BAA061256}"/>
                    </a:ext>
                  </a:extLst>
                </p:cNvPr>
                <p:cNvPicPr/>
                <p:nvPr/>
              </p:nvPicPr>
              <p:blipFill>
                <a:blip r:embed="rId396"/>
                <a:stretch>
                  <a:fillRect/>
                </a:stretch>
              </p:blipFill>
              <p:spPr>
                <a:xfrm>
                  <a:off x="8698608" y="5578704"/>
                  <a:ext cx="21600" cy="2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7">
              <p14:nvContentPartPr>
                <p14:cNvPr id="308" name="Ink 307">
                  <a:extLst>
                    <a:ext uri="{FF2B5EF4-FFF2-40B4-BE49-F238E27FC236}">
                      <a16:creationId xmlns:a16="http://schemas.microsoft.com/office/drawing/2014/main" id="{ED6F6CE0-38B1-BF39-03FF-B8013920287D}"/>
                    </a:ext>
                  </a:extLst>
                </p14:cNvPr>
                <p14:cNvContentPartPr/>
                <p14:nvPr/>
              </p14:nvContentPartPr>
              <p14:xfrm>
                <a:off x="8788248" y="5631984"/>
                <a:ext cx="267840" cy="446400"/>
              </p14:xfrm>
            </p:contentPart>
          </mc:Choice>
          <mc:Fallback xmlns="">
            <p:pic>
              <p:nvPicPr>
                <p:cNvPr id="308" name="Ink 307">
                  <a:extLst>
                    <a:ext uri="{FF2B5EF4-FFF2-40B4-BE49-F238E27FC236}">
                      <a16:creationId xmlns:a16="http://schemas.microsoft.com/office/drawing/2014/main" id="{ED6F6CE0-38B1-BF39-03FF-B8013920287D}"/>
                    </a:ext>
                  </a:extLst>
                </p:cNvPr>
                <p:cNvPicPr/>
                <p:nvPr/>
              </p:nvPicPr>
              <p:blipFill>
                <a:blip r:embed="rId398"/>
                <a:stretch>
                  <a:fillRect/>
                </a:stretch>
              </p:blipFill>
              <p:spPr>
                <a:xfrm>
                  <a:off x="8779608" y="5622984"/>
                  <a:ext cx="285480" cy="46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9">
              <p14:nvContentPartPr>
                <p14:cNvPr id="310" name="Ink 309">
                  <a:extLst>
                    <a:ext uri="{FF2B5EF4-FFF2-40B4-BE49-F238E27FC236}">
                      <a16:creationId xmlns:a16="http://schemas.microsoft.com/office/drawing/2014/main" id="{D68E6A2C-4C00-EC04-5790-A8B20462000A}"/>
                    </a:ext>
                  </a:extLst>
                </p14:cNvPr>
                <p14:cNvContentPartPr/>
                <p14:nvPr/>
              </p14:nvContentPartPr>
              <p14:xfrm>
                <a:off x="9344448" y="5608224"/>
                <a:ext cx="335520" cy="186120"/>
              </p14:xfrm>
            </p:contentPart>
          </mc:Choice>
          <mc:Fallback xmlns="">
            <p:pic>
              <p:nvPicPr>
                <p:cNvPr id="310" name="Ink 309">
                  <a:extLst>
                    <a:ext uri="{FF2B5EF4-FFF2-40B4-BE49-F238E27FC236}">
                      <a16:creationId xmlns:a16="http://schemas.microsoft.com/office/drawing/2014/main" id="{D68E6A2C-4C00-EC04-5790-A8B20462000A}"/>
                    </a:ext>
                  </a:extLst>
                </p:cNvPr>
                <p:cNvPicPr/>
                <p:nvPr/>
              </p:nvPicPr>
              <p:blipFill>
                <a:blip r:embed="rId400"/>
                <a:stretch>
                  <a:fillRect/>
                </a:stretch>
              </p:blipFill>
              <p:spPr>
                <a:xfrm>
                  <a:off x="9335808" y="5599224"/>
                  <a:ext cx="353160" cy="20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1">
              <p14:nvContentPartPr>
                <p14:cNvPr id="311" name="Ink 310">
                  <a:extLst>
                    <a:ext uri="{FF2B5EF4-FFF2-40B4-BE49-F238E27FC236}">
                      <a16:creationId xmlns:a16="http://schemas.microsoft.com/office/drawing/2014/main" id="{E731B2B0-8F43-F24A-B733-28633E0F5D46}"/>
                    </a:ext>
                  </a:extLst>
                </p14:cNvPr>
                <p14:cNvContentPartPr/>
                <p14:nvPr/>
              </p14:nvContentPartPr>
              <p14:xfrm>
                <a:off x="9717408" y="5709024"/>
                <a:ext cx="322920" cy="55800"/>
              </p14:xfrm>
            </p:contentPart>
          </mc:Choice>
          <mc:Fallback xmlns="">
            <p:pic>
              <p:nvPicPr>
                <p:cNvPr id="311" name="Ink 310">
                  <a:extLst>
                    <a:ext uri="{FF2B5EF4-FFF2-40B4-BE49-F238E27FC236}">
                      <a16:creationId xmlns:a16="http://schemas.microsoft.com/office/drawing/2014/main" id="{E731B2B0-8F43-F24A-B733-28633E0F5D46}"/>
                    </a:ext>
                  </a:extLst>
                </p:cNvPr>
                <p:cNvPicPr/>
                <p:nvPr/>
              </p:nvPicPr>
              <p:blipFill>
                <a:blip r:embed="rId402"/>
                <a:stretch>
                  <a:fillRect/>
                </a:stretch>
              </p:blipFill>
              <p:spPr>
                <a:xfrm>
                  <a:off x="9708408" y="5700024"/>
                  <a:ext cx="340560" cy="7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3">
              <p14:nvContentPartPr>
                <p14:cNvPr id="312" name="Ink 311">
                  <a:extLst>
                    <a:ext uri="{FF2B5EF4-FFF2-40B4-BE49-F238E27FC236}">
                      <a16:creationId xmlns:a16="http://schemas.microsoft.com/office/drawing/2014/main" id="{BBC6BC5B-D934-73AE-930B-F3C22AC8EB14}"/>
                    </a:ext>
                  </a:extLst>
                </p14:cNvPr>
                <p14:cNvContentPartPr/>
                <p14:nvPr/>
              </p14:nvContentPartPr>
              <p14:xfrm>
                <a:off x="10042128" y="5608224"/>
                <a:ext cx="15480" cy="35280"/>
              </p14:xfrm>
            </p:contentPart>
          </mc:Choice>
          <mc:Fallback xmlns="">
            <p:pic>
              <p:nvPicPr>
                <p:cNvPr id="312" name="Ink 311">
                  <a:extLst>
                    <a:ext uri="{FF2B5EF4-FFF2-40B4-BE49-F238E27FC236}">
                      <a16:creationId xmlns:a16="http://schemas.microsoft.com/office/drawing/2014/main" id="{BBC6BC5B-D934-73AE-930B-F3C22AC8EB14}"/>
                    </a:ext>
                  </a:extLst>
                </p:cNvPr>
                <p:cNvPicPr/>
                <p:nvPr/>
              </p:nvPicPr>
              <p:blipFill>
                <a:blip r:embed="rId404"/>
                <a:stretch>
                  <a:fillRect/>
                </a:stretch>
              </p:blipFill>
              <p:spPr>
                <a:xfrm>
                  <a:off x="10033488" y="5599224"/>
                  <a:ext cx="33120" cy="5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5">
              <p14:nvContentPartPr>
                <p14:cNvPr id="313" name="Ink 312">
                  <a:extLst>
                    <a:ext uri="{FF2B5EF4-FFF2-40B4-BE49-F238E27FC236}">
                      <a16:creationId xmlns:a16="http://schemas.microsoft.com/office/drawing/2014/main" id="{6B223ADC-B906-BFD6-8F89-C6D900AAE454}"/>
                    </a:ext>
                  </a:extLst>
                </p14:cNvPr>
                <p14:cNvContentPartPr/>
                <p14:nvPr/>
              </p14:nvContentPartPr>
              <p14:xfrm>
                <a:off x="10115568" y="5687784"/>
                <a:ext cx="26280" cy="74520"/>
              </p14:xfrm>
            </p:contentPart>
          </mc:Choice>
          <mc:Fallback xmlns="">
            <p:pic>
              <p:nvPicPr>
                <p:cNvPr id="313" name="Ink 312">
                  <a:extLst>
                    <a:ext uri="{FF2B5EF4-FFF2-40B4-BE49-F238E27FC236}">
                      <a16:creationId xmlns:a16="http://schemas.microsoft.com/office/drawing/2014/main" id="{6B223ADC-B906-BFD6-8F89-C6D900AAE454}"/>
                    </a:ext>
                  </a:extLst>
                </p:cNvPr>
                <p:cNvPicPr/>
                <p:nvPr/>
              </p:nvPicPr>
              <p:blipFill>
                <a:blip r:embed="rId406"/>
                <a:stretch>
                  <a:fillRect/>
                </a:stretch>
              </p:blipFill>
              <p:spPr>
                <a:xfrm>
                  <a:off x="10106928" y="5679144"/>
                  <a:ext cx="43920" cy="9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7">
              <p14:nvContentPartPr>
                <p14:cNvPr id="314" name="Ink 313">
                  <a:extLst>
                    <a:ext uri="{FF2B5EF4-FFF2-40B4-BE49-F238E27FC236}">
                      <a16:creationId xmlns:a16="http://schemas.microsoft.com/office/drawing/2014/main" id="{6481A0AC-4028-4338-390F-F69BD1ADBA37}"/>
                    </a:ext>
                  </a:extLst>
                </p14:cNvPr>
                <p14:cNvContentPartPr/>
                <p14:nvPr/>
              </p14:nvContentPartPr>
              <p14:xfrm>
                <a:off x="10221768" y="5612904"/>
                <a:ext cx="57960" cy="150120"/>
              </p14:xfrm>
            </p:contentPart>
          </mc:Choice>
          <mc:Fallback xmlns="">
            <p:pic>
              <p:nvPicPr>
                <p:cNvPr id="314" name="Ink 313">
                  <a:extLst>
                    <a:ext uri="{FF2B5EF4-FFF2-40B4-BE49-F238E27FC236}">
                      <a16:creationId xmlns:a16="http://schemas.microsoft.com/office/drawing/2014/main" id="{6481A0AC-4028-4338-390F-F69BD1ADBA37}"/>
                    </a:ext>
                  </a:extLst>
                </p:cNvPr>
                <p:cNvPicPr/>
                <p:nvPr/>
              </p:nvPicPr>
              <p:blipFill>
                <a:blip r:embed="rId408"/>
                <a:stretch>
                  <a:fillRect/>
                </a:stretch>
              </p:blipFill>
              <p:spPr>
                <a:xfrm>
                  <a:off x="10213128" y="5603904"/>
                  <a:ext cx="75600" cy="16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9">
              <p14:nvContentPartPr>
                <p14:cNvPr id="315" name="Ink 314">
                  <a:extLst>
                    <a:ext uri="{FF2B5EF4-FFF2-40B4-BE49-F238E27FC236}">
                      <a16:creationId xmlns:a16="http://schemas.microsoft.com/office/drawing/2014/main" id="{7094BA88-712B-FD27-4F0C-9BD9E507B6E1}"/>
                    </a:ext>
                  </a:extLst>
                </p14:cNvPr>
                <p14:cNvContentPartPr/>
                <p14:nvPr/>
              </p14:nvContentPartPr>
              <p14:xfrm>
                <a:off x="10251648" y="5678424"/>
                <a:ext cx="154800" cy="85680"/>
              </p14:xfrm>
            </p:contentPart>
          </mc:Choice>
          <mc:Fallback xmlns="">
            <p:pic>
              <p:nvPicPr>
                <p:cNvPr id="315" name="Ink 314">
                  <a:extLst>
                    <a:ext uri="{FF2B5EF4-FFF2-40B4-BE49-F238E27FC236}">
                      <a16:creationId xmlns:a16="http://schemas.microsoft.com/office/drawing/2014/main" id="{7094BA88-712B-FD27-4F0C-9BD9E507B6E1}"/>
                    </a:ext>
                  </a:extLst>
                </p:cNvPr>
                <p:cNvPicPr/>
                <p:nvPr/>
              </p:nvPicPr>
              <p:blipFill>
                <a:blip r:embed="rId410"/>
                <a:stretch>
                  <a:fillRect/>
                </a:stretch>
              </p:blipFill>
              <p:spPr>
                <a:xfrm>
                  <a:off x="10242648" y="5669424"/>
                  <a:ext cx="172440" cy="10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1">
              <p14:nvContentPartPr>
                <p14:cNvPr id="316" name="Ink 315">
                  <a:extLst>
                    <a:ext uri="{FF2B5EF4-FFF2-40B4-BE49-F238E27FC236}">
                      <a16:creationId xmlns:a16="http://schemas.microsoft.com/office/drawing/2014/main" id="{5EC3AFFD-1513-B9DA-2A62-6AC0A40A51EE}"/>
                    </a:ext>
                  </a:extLst>
                </p14:cNvPr>
                <p14:cNvContentPartPr/>
                <p14:nvPr/>
              </p14:nvContentPartPr>
              <p14:xfrm>
                <a:off x="10660968" y="5628744"/>
                <a:ext cx="104760" cy="358560"/>
              </p14:xfrm>
            </p:contentPart>
          </mc:Choice>
          <mc:Fallback xmlns="">
            <p:pic>
              <p:nvPicPr>
                <p:cNvPr id="316" name="Ink 315">
                  <a:extLst>
                    <a:ext uri="{FF2B5EF4-FFF2-40B4-BE49-F238E27FC236}">
                      <a16:creationId xmlns:a16="http://schemas.microsoft.com/office/drawing/2014/main" id="{5EC3AFFD-1513-B9DA-2A62-6AC0A40A51EE}"/>
                    </a:ext>
                  </a:extLst>
                </p:cNvPr>
                <p:cNvPicPr/>
                <p:nvPr/>
              </p:nvPicPr>
              <p:blipFill>
                <a:blip r:embed="rId412"/>
                <a:stretch>
                  <a:fillRect/>
                </a:stretch>
              </p:blipFill>
              <p:spPr>
                <a:xfrm>
                  <a:off x="10652328" y="5619744"/>
                  <a:ext cx="122400" cy="37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3">
              <p14:nvContentPartPr>
                <p14:cNvPr id="325" name="Ink 324">
                  <a:extLst>
                    <a:ext uri="{FF2B5EF4-FFF2-40B4-BE49-F238E27FC236}">
                      <a16:creationId xmlns:a16="http://schemas.microsoft.com/office/drawing/2014/main" id="{12119C3A-1E8C-626E-782B-A90EF7303096}"/>
                    </a:ext>
                  </a:extLst>
                </p14:cNvPr>
                <p14:cNvContentPartPr/>
                <p14:nvPr/>
              </p14:nvContentPartPr>
              <p14:xfrm>
                <a:off x="7384248" y="5113584"/>
                <a:ext cx="132840" cy="301320"/>
              </p14:xfrm>
            </p:contentPart>
          </mc:Choice>
          <mc:Fallback xmlns="">
            <p:pic>
              <p:nvPicPr>
                <p:cNvPr id="325" name="Ink 324">
                  <a:extLst>
                    <a:ext uri="{FF2B5EF4-FFF2-40B4-BE49-F238E27FC236}">
                      <a16:creationId xmlns:a16="http://schemas.microsoft.com/office/drawing/2014/main" id="{12119C3A-1E8C-626E-782B-A90EF7303096}"/>
                    </a:ext>
                  </a:extLst>
                </p:cNvPr>
                <p:cNvPicPr/>
                <p:nvPr/>
              </p:nvPicPr>
              <p:blipFill>
                <a:blip r:embed="rId414"/>
                <a:stretch>
                  <a:fillRect/>
                </a:stretch>
              </p:blipFill>
              <p:spPr>
                <a:xfrm>
                  <a:off x="7375248" y="5104944"/>
                  <a:ext cx="150480" cy="31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5">
              <p14:nvContentPartPr>
                <p14:cNvPr id="326" name="Ink 325">
                  <a:extLst>
                    <a:ext uri="{FF2B5EF4-FFF2-40B4-BE49-F238E27FC236}">
                      <a16:creationId xmlns:a16="http://schemas.microsoft.com/office/drawing/2014/main" id="{86B1AD8C-489A-990F-60B5-5479E5992A3A}"/>
                    </a:ext>
                  </a:extLst>
                </p14:cNvPr>
                <p14:cNvContentPartPr/>
                <p14:nvPr/>
              </p14:nvContentPartPr>
              <p14:xfrm>
                <a:off x="7722648" y="5029344"/>
                <a:ext cx="210240" cy="330120"/>
              </p14:xfrm>
            </p:contentPart>
          </mc:Choice>
          <mc:Fallback xmlns="">
            <p:pic>
              <p:nvPicPr>
                <p:cNvPr id="326" name="Ink 325">
                  <a:extLst>
                    <a:ext uri="{FF2B5EF4-FFF2-40B4-BE49-F238E27FC236}">
                      <a16:creationId xmlns:a16="http://schemas.microsoft.com/office/drawing/2014/main" id="{86B1AD8C-489A-990F-60B5-5479E5992A3A}"/>
                    </a:ext>
                  </a:extLst>
                </p:cNvPr>
                <p:cNvPicPr/>
                <p:nvPr/>
              </p:nvPicPr>
              <p:blipFill>
                <a:blip r:embed="rId416"/>
                <a:stretch>
                  <a:fillRect/>
                </a:stretch>
              </p:blipFill>
              <p:spPr>
                <a:xfrm>
                  <a:off x="7713648" y="5020344"/>
                  <a:ext cx="227880" cy="34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7">
              <p14:nvContentPartPr>
                <p14:cNvPr id="327" name="Ink 326">
                  <a:extLst>
                    <a:ext uri="{FF2B5EF4-FFF2-40B4-BE49-F238E27FC236}">
                      <a16:creationId xmlns:a16="http://schemas.microsoft.com/office/drawing/2014/main" id="{ABA52965-99D0-0170-44D9-A49C6D2822D0}"/>
                    </a:ext>
                  </a:extLst>
                </p14:cNvPr>
                <p14:cNvContentPartPr/>
                <p14:nvPr/>
              </p14:nvContentPartPr>
              <p14:xfrm>
                <a:off x="7985808" y="5025384"/>
                <a:ext cx="278280" cy="239760"/>
              </p14:xfrm>
            </p:contentPart>
          </mc:Choice>
          <mc:Fallback xmlns="">
            <p:pic>
              <p:nvPicPr>
                <p:cNvPr id="327" name="Ink 326">
                  <a:extLst>
                    <a:ext uri="{FF2B5EF4-FFF2-40B4-BE49-F238E27FC236}">
                      <a16:creationId xmlns:a16="http://schemas.microsoft.com/office/drawing/2014/main" id="{ABA52965-99D0-0170-44D9-A49C6D2822D0}"/>
                    </a:ext>
                  </a:extLst>
                </p:cNvPr>
                <p:cNvPicPr/>
                <p:nvPr/>
              </p:nvPicPr>
              <p:blipFill>
                <a:blip r:embed="rId418"/>
                <a:stretch>
                  <a:fillRect/>
                </a:stretch>
              </p:blipFill>
              <p:spPr>
                <a:xfrm>
                  <a:off x="7977168" y="5016384"/>
                  <a:ext cx="295920" cy="25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9">
              <p14:nvContentPartPr>
                <p14:cNvPr id="328" name="Ink 327">
                  <a:extLst>
                    <a:ext uri="{FF2B5EF4-FFF2-40B4-BE49-F238E27FC236}">
                      <a16:creationId xmlns:a16="http://schemas.microsoft.com/office/drawing/2014/main" id="{E1F1AB92-5964-B425-8B06-A6E59E283667}"/>
                    </a:ext>
                  </a:extLst>
                </p14:cNvPr>
                <p14:cNvContentPartPr/>
                <p14:nvPr/>
              </p14:nvContentPartPr>
              <p14:xfrm>
                <a:off x="8278488" y="5178384"/>
                <a:ext cx="249840" cy="67680"/>
              </p14:xfrm>
            </p:contentPart>
          </mc:Choice>
          <mc:Fallback xmlns="">
            <p:pic>
              <p:nvPicPr>
                <p:cNvPr id="328" name="Ink 327">
                  <a:extLst>
                    <a:ext uri="{FF2B5EF4-FFF2-40B4-BE49-F238E27FC236}">
                      <a16:creationId xmlns:a16="http://schemas.microsoft.com/office/drawing/2014/main" id="{E1F1AB92-5964-B425-8B06-A6E59E283667}"/>
                    </a:ext>
                  </a:extLst>
                </p:cNvPr>
                <p:cNvPicPr/>
                <p:nvPr/>
              </p:nvPicPr>
              <p:blipFill>
                <a:blip r:embed="rId420"/>
                <a:stretch>
                  <a:fillRect/>
                </a:stretch>
              </p:blipFill>
              <p:spPr>
                <a:xfrm>
                  <a:off x="8269488" y="5169384"/>
                  <a:ext cx="267480" cy="8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1">
              <p14:nvContentPartPr>
                <p14:cNvPr id="329" name="Ink 328">
                  <a:extLst>
                    <a:ext uri="{FF2B5EF4-FFF2-40B4-BE49-F238E27FC236}">
                      <a16:creationId xmlns:a16="http://schemas.microsoft.com/office/drawing/2014/main" id="{E56F3C61-96EF-D923-BEFC-4F8D10C1FC39}"/>
                    </a:ext>
                  </a:extLst>
                </p14:cNvPr>
                <p14:cNvContentPartPr/>
                <p14:nvPr/>
              </p14:nvContentPartPr>
              <p14:xfrm>
                <a:off x="8827488" y="5169744"/>
                <a:ext cx="252000" cy="101880"/>
              </p14:xfrm>
            </p:contentPart>
          </mc:Choice>
          <mc:Fallback xmlns="">
            <p:pic>
              <p:nvPicPr>
                <p:cNvPr id="329" name="Ink 328">
                  <a:extLst>
                    <a:ext uri="{FF2B5EF4-FFF2-40B4-BE49-F238E27FC236}">
                      <a16:creationId xmlns:a16="http://schemas.microsoft.com/office/drawing/2014/main" id="{E56F3C61-96EF-D923-BEFC-4F8D10C1FC39}"/>
                    </a:ext>
                  </a:extLst>
                </p:cNvPr>
                <p:cNvPicPr/>
                <p:nvPr/>
              </p:nvPicPr>
              <p:blipFill>
                <a:blip r:embed="rId422"/>
                <a:stretch>
                  <a:fillRect/>
                </a:stretch>
              </p:blipFill>
              <p:spPr>
                <a:xfrm>
                  <a:off x="8818848" y="5160744"/>
                  <a:ext cx="269640" cy="11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3">
              <p14:nvContentPartPr>
                <p14:cNvPr id="330" name="Ink 329">
                  <a:extLst>
                    <a:ext uri="{FF2B5EF4-FFF2-40B4-BE49-F238E27FC236}">
                      <a16:creationId xmlns:a16="http://schemas.microsoft.com/office/drawing/2014/main" id="{F08E48F4-2DBB-9A19-63C7-2CC01AF02834}"/>
                    </a:ext>
                  </a:extLst>
                </p14:cNvPr>
                <p14:cNvContentPartPr/>
                <p14:nvPr/>
              </p14:nvContentPartPr>
              <p14:xfrm>
                <a:off x="9164448" y="5091624"/>
                <a:ext cx="38520" cy="178920"/>
              </p14:xfrm>
            </p:contentPart>
          </mc:Choice>
          <mc:Fallback xmlns="">
            <p:pic>
              <p:nvPicPr>
                <p:cNvPr id="330" name="Ink 329">
                  <a:extLst>
                    <a:ext uri="{FF2B5EF4-FFF2-40B4-BE49-F238E27FC236}">
                      <a16:creationId xmlns:a16="http://schemas.microsoft.com/office/drawing/2014/main" id="{F08E48F4-2DBB-9A19-63C7-2CC01AF02834}"/>
                    </a:ext>
                  </a:extLst>
                </p:cNvPr>
                <p:cNvPicPr/>
                <p:nvPr/>
              </p:nvPicPr>
              <p:blipFill>
                <a:blip r:embed="rId424"/>
                <a:stretch>
                  <a:fillRect/>
                </a:stretch>
              </p:blipFill>
              <p:spPr>
                <a:xfrm>
                  <a:off x="9155448" y="5082624"/>
                  <a:ext cx="56160" cy="19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5">
              <p14:nvContentPartPr>
                <p14:cNvPr id="331" name="Ink 330">
                  <a:extLst>
                    <a:ext uri="{FF2B5EF4-FFF2-40B4-BE49-F238E27FC236}">
                      <a16:creationId xmlns:a16="http://schemas.microsoft.com/office/drawing/2014/main" id="{81F4C171-EB62-3090-3099-9805D9A0A385}"/>
                    </a:ext>
                  </a:extLst>
                </p14:cNvPr>
                <p14:cNvContentPartPr/>
                <p14:nvPr/>
              </p14:nvContentPartPr>
              <p14:xfrm>
                <a:off x="9143568" y="5195664"/>
                <a:ext cx="74160" cy="16200"/>
              </p14:xfrm>
            </p:contentPart>
          </mc:Choice>
          <mc:Fallback xmlns="">
            <p:pic>
              <p:nvPicPr>
                <p:cNvPr id="331" name="Ink 330">
                  <a:extLst>
                    <a:ext uri="{FF2B5EF4-FFF2-40B4-BE49-F238E27FC236}">
                      <a16:creationId xmlns:a16="http://schemas.microsoft.com/office/drawing/2014/main" id="{81F4C171-EB62-3090-3099-9805D9A0A385}"/>
                    </a:ext>
                  </a:extLst>
                </p:cNvPr>
                <p:cNvPicPr/>
                <p:nvPr/>
              </p:nvPicPr>
              <p:blipFill>
                <a:blip r:embed="rId426"/>
                <a:stretch>
                  <a:fillRect/>
                </a:stretch>
              </p:blipFill>
              <p:spPr>
                <a:xfrm>
                  <a:off x="9134928" y="5186664"/>
                  <a:ext cx="91800" cy="3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7">
              <p14:nvContentPartPr>
                <p14:cNvPr id="332" name="Ink 331">
                  <a:extLst>
                    <a:ext uri="{FF2B5EF4-FFF2-40B4-BE49-F238E27FC236}">
                      <a16:creationId xmlns:a16="http://schemas.microsoft.com/office/drawing/2014/main" id="{62FB723E-58C9-4512-FA3A-A5483924464A}"/>
                    </a:ext>
                  </a:extLst>
                </p14:cNvPr>
                <p14:cNvContentPartPr/>
                <p14:nvPr/>
              </p14:nvContentPartPr>
              <p14:xfrm>
                <a:off x="9262368" y="5187744"/>
                <a:ext cx="152640" cy="43560"/>
              </p14:xfrm>
            </p:contentPart>
          </mc:Choice>
          <mc:Fallback xmlns="">
            <p:pic>
              <p:nvPicPr>
                <p:cNvPr id="332" name="Ink 331">
                  <a:extLst>
                    <a:ext uri="{FF2B5EF4-FFF2-40B4-BE49-F238E27FC236}">
                      <a16:creationId xmlns:a16="http://schemas.microsoft.com/office/drawing/2014/main" id="{62FB723E-58C9-4512-FA3A-A5483924464A}"/>
                    </a:ext>
                  </a:extLst>
                </p:cNvPr>
                <p:cNvPicPr/>
                <p:nvPr/>
              </p:nvPicPr>
              <p:blipFill>
                <a:blip r:embed="rId428"/>
                <a:stretch>
                  <a:fillRect/>
                </a:stretch>
              </p:blipFill>
              <p:spPr>
                <a:xfrm>
                  <a:off x="9253728" y="5178744"/>
                  <a:ext cx="170280" cy="6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9">
              <p14:nvContentPartPr>
                <p14:cNvPr id="333" name="Ink 332">
                  <a:extLst>
                    <a:ext uri="{FF2B5EF4-FFF2-40B4-BE49-F238E27FC236}">
                      <a16:creationId xmlns:a16="http://schemas.microsoft.com/office/drawing/2014/main" id="{C889B71B-F318-EA62-67BB-0A484A2E14DE}"/>
                    </a:ext>
                  </a:extLst>
                </p14:cNvPr>
                <p14:cNvContentPartPr/>
                <p14:nvPr/>
              </p14:nvContentPartPr>
              <p14:xfrm>
                <a:off x="9439488" y="5040144"/>
                <a:ext cx="219600" cy="183240"/>
              </p14:xfrm>
            </p:contentPart>
          </mc:Choice>
          <mc:Fallback xmlns="">
            <p:pic>
              <p:nvPicPr>
                <p:cNvPr id="333" name="Ink 332">
                  <a:extLst>
                    <a:ext uri="{FF2B5EF4-FFF2-40B4-BE49-F238E27FC236}">
                      <a16:creationId xmlns:a16="http://schemas.microsoft.com/office/drawing/2014/main" id="{C889B71B-F318-EA62-67BB-0A484A2E14DE}"/>
                    </a:ext>
                  </a:extLst>
                </p:cNvPr>
                <p:cNvPicPr/>
                <p:nvPr/>
              </p:nvPicPr>
              <p:blipFill>
                <a:blip r:embed="rId430"/>
                <a:stretch>
                  <a:fillRect/>
                </a:stretch>
              </p:blipFill>
              <p:spPr>
                <a:xfrm>
                  <a:off x="9430488" y="5031144"/>
                  <a:ext cx="237240" cy="20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1">
              <p14:nvContentPartPr>
                <p14:cNvPr id="334" name="Ink 333">
                  <a:extLst>
                    <a:ext uri="{FF2B5EF4-FFF2-40B4-BE49-F238E27FC236}">
                      <a16:creationId xmlns:a16="http://schemas.microsoft.com/office/drawing/2014/main" id="{E758D2D0-2A5E-AB14-34A2-9B07161220C1}"/>
                    </a:ext>
                  </a:extLst>
                </p14:cNvPr>
                <p14:cNvContentPartPr/>
                <p14:nvPr/>
              </p14:nvContentPartPr>
              <p14:xfrm>
                <a:off x="9642528" y="5070744"/>
                <a:ext cx="54360" cy="47160"/>
              </p14:xfrm>
            </p:contentPart>
          </mc:Choice>
          <mc:Fallback xmlns="">
            <p:pic>
              <p:nvPicPr>
                <p:cNvPr id="334" name="Ink 333">
                  <a:extLst>
                    <a:ext uri="{FF2B5EF4-FFF2-40B4-BE49-F238E27FC236}">
                      <a16:creationId xmlns:a16="http://schemas.microsoft.com/office/drawing/2014/main" id="{E758D2D0-2A5E-AB14-34A2-9B07161220C1}"/>
                    </a:ext>
                  </a:extLst>
                </p:cNvPr>
                <p:cNvPicPr/>
                <p:nvPr/>
              </p:nvPicPr>
              <p:blipFill>
                <a:blip r:embed="rId432"/>
                <a:stretch>
                  <a:fillRect/>
                </a:stretch>
              </p:blipFill>
              <p:spPr>
                <a:xfrm>
                  <a:off x="9633888" y="5062104"/>
                  <a:ext cx="72000" cy="6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3">
              <p14:nvContentPartPr>
                <p14:cNvPr id="335" name="Ink 334">
                  <a:extLst>
                    <a:ext uri="{FF2B5EF4-FFF2-40B4-BE49-F238E27FC236}">
                      <a16:creationId xmlns:a16="http://schemas.microsoft.com/office/drawing/2014/main" id="{CD30BD8F-DC07-4A74-88FB-45EECE72C70E}"/>
                    </a:ext>
                  </a:extLst>
                </p14:cNvPr>
                <p14:cNvContentPartPr/>
                <p14:nvPr/>
              </p14:nvContentPartPr>
              <p14:xfrm>
                <a:off x="9865368" y="4942224"/>
                <a:ext cx="634680" cy="317520"/>
              </p14:xfrm>
            </p:contentPart>
          </mc:Choice>
          <mc:Fallback xmlns="">
            <p:pic>
              <p:nvPicPr>
                <p:cNvPr id="335" name="Ink 334">
                  <a:extLst>
                    <a:ext uri="{FF2B5EF4-FFF2-40B4-BE49-F238E27FC236}">
                      <a16:creationId xmlns:a16="http://schemas.microsoft.com/office/drawing/2014/main" id="{CD30BD8F-DC07-4A74-88FB-45EECE72C70E}"/>
                    </a:ext>
                  </a:extLst>
                </p:cNvPr>
                <p:cNvPicPr/>
                <p:nvPr/>
              </p:nvPicPr>
              <p:blipFill>
                <a:blip r:embed="rId434"/>
                <a:stretch>
                  <a:fillRect/>
                </a:stretch>
              </p:blipFill>
              <p:spPr>
                <a:xfrm>
                  <a:off x="9856728" y="4933584"/>
                  <a:ext cx="652320" cy="33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5">
              <p14:nvContentPartPr>
                <p14:cNvPr id="336" name="Ink 335">
                  <a:extLst>
                    <a:ext uri="{FF2B5EF4-FFF2-40B4-BE49-F238E27FC236}">
                      <a16:creationId xmlns:a16="http://schemas.microsoft.com/office/drawing/2014/main" id="{A8EA86A7-94D6-51AF-064D-4ACBD25D82C3}"/>
                    </a:ext>
                  </a:extLst>
                </p14:cNvPr>
                <p14:cNvContentPartPr/>
                <p14:nvPr/>
              </p14:nvContentPartPr>
              <p14:xfrm>
                <a:off x="10146528" y="4982904"/>
                <a:ext cx="638280" cy="479880"/>
              </p14:xfrm>
            </p:contentPart>
          </mc:Choice>
          <mc:Fallback xmlns="">
            <p:pic>
              <p:nvPicPr>
                <p:cNvPr id="336" name="Ink 335">
                  <a:extLst>
                    <a:ext uri="{FF2B5EF4-FFF2-40B4-BE49-F238E27FC236}">
                      <a16:creationId xmlns:a16="http://schemas.microsoft.com/office/drawing/2014/main" id="{A8EA86A7-94D6-51AF-064D-4ACBD25D82C3}"/>
                    </a:ext>
                  </a:extLst>
                </p:cNvPr>
                <p:cNvPicPr/>
                <p:nvPr/>
              </p:nvPicPr>
              <p:blipFill>
                <a:blip r:embed="rId436"/>
                <a:stretch>
                  <a:fillRect/>
                </a:stretch>
              </p:blipFill>
              <p:spPr>
                <a:xfrm>
                  <a:off x="10137528" y="4974264"/>
                  <a:ext cx="655920" cy="497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41" name="Group 340">
            <a:extLst>
              <a:ext uri="{FF2B5EF4-FFF2-40B4-BE49-F238E27FC236}">
                <a16:creationId xmlns:a16="http://schemas.microsoft.com/office/drawing/2014/main" id="{217DF6BA-8F52-400F-864E-A5A4713AC2C4}"/>
              </a:ext>
            </a:extLst>
          </p:cNvPr>
          <p:cNvGrpSpPr/>
          <p:nvPr/>
        </p:nvGrpSpPr>
        <p:grpSpPr>
          <a:xfrm>
            <a:off x="1735488" y="6319224"/>
            <a:ext cx="549720" cy="220320"/>
            <a:chOff x="1735488" y="6319224"/>
            <a:chExt cx="549720" cy="220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37">
              <p14:nvContentPartPr>
                <p14:cNvPr id="339" name="Ink 338">
                  <a:extLst>
                    <a:ext uri="{FF2B5EF4-FFF2-40B4-BE49-F238E27FC236}">
                      <a16:creationId xmlns:a16="http://schemas.microsoft.com/office/drawing/2014/main" id="{1BED5B0A-16E0-E2B6-4B61-CE4435346479}"/>
                    </a:ext>
                  </a:extLst>
                </p14:cNvPr>
                <p14:cNvContentPartPr/>
                <p14:nvPr/>
              </p14:nvContentPartPr>
              <p14:xfrm>
                <a:off x="1735488" y="6319224"/>
                <a:ext cx="284400" cy="220320"/>
              </p14:xfrm>
            </p:contentPart>
          </mc:Choice>
          <mc:Fallback xmlns="">
            <p:pic>
              <p:nvPicPr>
                <p:cNvPr id="339" name="Ink 338">
                  <a:extLst>
                    <a:ext uri="{FF2B5EF4-FFF2-40B4-BE49-F238E27FC236}">
                      <a16:creationId xmlns:a16="http://schemas.microsoft.com/office/drawing/2014/main" id="{1BED5B0A-16E0-E2B6-4B61-CE4435346479}"/>
                    </a:ext>
                  </a:extLst>
                </p:cNvPr>
                <p:cNvPicPr/>
                <p:nvPr/>
              </p:nvPicPr>
              <p:blipFill>
                <a:blip r:embed="rId438"/>
                <a:stretch>
                  <a:fillRect/>
                </a:stretch>
              </p:blipFill>
              <p:spPr>
                <a:xfrm>
                  <a:off x="1726848" y="6310584"/>
                  <a:ext cx="302040" cy="23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9">
              <p14:nvContentPartPr>
                <p14:cNvPr id="340" name="Ink 339">
                  <a:extLst>
                    <a:ext uri="{FF2B5EF4-FFF2-40B4-BE49-F238E27FC236}">
                      <a16:creationId xmlns:a16="http://schemas.microsoft.com/office/drawing/2014/main" id="{3686F35A-C87F-2CF1-3CC3-4441555D318B}"/>
                    </a:ext>
                  </a:extLst>
                </p14:cNvPr>
                <p14:cNvContentPartPr/>
                <p14:nvPr/>
              </p14:nvContentPartPr>
              <p14:xfrm>
                <a:off x="2171088" y="6422904"/>
                <a:ext cx="114120" cy="34200"/>
              </p14:xfrm>
            </p:contentPart>
          </mc:Choice>
          <mc:Fallback xmlns="">
            <p:pic>
              <p:nvPicPr>
                <p:cNvPr id="340" name="Ink 339">
                  <a:extLst>
                    <a:ext uri="{FF2B5EF4-FFF2-40B4-BE49-F238E27FC236}">
                      <a16:creationId xmlns:a16="http://schemas.microsoft.com/office/drawing/2014/main" id="{3686F35A-C87F-2CF1-3CC3-4441555D318B}"/>
                    </a:ext>
                  </a:extLst>
                </p:cNvPr>
                <p:cNvPicPr/>
                <p:nvPr/>
              </p:nvPicPr>
              <p:blipFill>
                <a:blip r:embed="rId440"/>
                <a:stretch>
                  <a:fillRect/>
                </a:stretch>
              </p:blipFill>
              <p:spPr>
                <a:xfrm>
                  <a:off x="2162088" y="6414264"/>
                  <a:ext cx="131760" cy="51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44" name="Group 343">
            <a:extLst>
              <a:ext uri="{FF2B5EF4-FFF2-40B4-BE49-F238E27FC236}">
                <a16:creationId xmlns:a16="http://schemas.microsoft.com/office/drawing/2014/main" id="{5A033785-804B-8035-CA77-AC566040501C}"/>
              </a:ext>
            </a:extLst>
          </p:cNvPr>
          <p:cNvGrpSpPr/>
          <p:nvPr/>
        </p:nvGrpSpPr>
        <p:grpSpPr>
          <a:xfrm>
            <a:off x="2624328" y="6245784"/>
            <a:ext cx="712440" cy="240840"/>
            <a:chOff x="2624328" y="6245784"/>
            <a:chExt cx="712440" cy="240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41">
              <p14:nvContentPartPr>
                <p14:cNvPr id="342" name="Ink 341">
                  <a:extLst>
                    <a:ext uri="{FF2B5EF4-FFF2-40B4-BE49-F238E27FC236}">
                      <a16:creationId xmlns:a16="http://schemas.microsoft.com/office/drawing/2014/main" id="{A7DA8D5C-6658-4D65-781E-4EA26C218223}"/>
                    </a:ext>
                  </a:extLst>
                </p14:cNvPr>
                <p14:cNvContentPartPr/>
                <p14:nvPr/>
              </p14:nvContentPartPr>
              <p14:xfrm>
                <a:off x="2624328" y="6245784"/>
                <a:ext cx="231840" cy="240840"/>
              </p14:xfrm>
            </p:contentPart>
          </mc:Choice>
          <mc:Fallback xmlns="">
            <p:pic>
              <p:nvPicPr>
                <p:cNvPr id="342" name="Ink 341">
                  <a:extLst>
                    <a:ext uri="{FF2B5EF4-FFF2-40B4-BE49-F238E27FC236}">
                      <a16:creationId xmlns:a16="http://schemas.microsoft.com/office/drawing/2014/main" id="{A7DA8D5C-6658-4D65-781E-4EA26C218223}"/>
                    </a:ext>
                  </a:extLst>
                </p:cNvPr>
                <p:cNvPicPr/>
                <p:nvPr/>
              </p:nvPicPr>
              <p:blipFill>
                <a:blip r:embed="rId442"/>
                <a:stretch>
                  <a:fillRect/>
                </a:stretch>
              </p:blipFill>
              <p:spPr>
                <a:xfrm>
                  <a:off x="2615328" y="6237144"/>
                  <a:ext cx="249480" cy="25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3">
              <p14:nvContentPartPr>
                <p14:cNvPr id="343" name="Ink 342">
                  <a:extLst>
                    <a:ext uri="{FF2B5EF4-FFF2-40B4-BE49-F238E27FC236}">
                      <a16:creationId xmlns:a16="http://schemas.microsoft.com/office/drawing/2014/main" id="{811CE855-5450-A209-118B-41C27C2C805B}"/>
                    </a:ext>
                  </a:extLst>
                </p14:cNvPr>
                <p14:cNvContentPartPr/>
                <p14:nvPr/>
              </p14:nvContentPartPr>
              <p14:xfrm>
                <a:off x="2962368" y="6388704"/>
                <a:ext cx="374400" cy="83880"/>
              </p14:xfrm>
            </p:contentPart>
          </mc:Choice>
          <mc:Fallback xmlns="">
            <p:pic>
              <p:nvPicPr>
                <p:cNvPr id="343" name="Ink 342">
                  <a:extLst>
                    <a:ext uri="{FF2B5EF4-FFF2-40B4-BE49-F238E27FC236}">
                      <a16:creationId xmlns:a16="http://schemas.microsoft.com/office/drawing/2014/main" id="{811CE855-5450-A209-118B-41C27C2C805B}"/>
                    </a:ext>
                  </a:extLst>
                </p:cNvPr>
                <p:cNvPicPr/>
                <p:nvPr/>
              </p:nvPicPr>
              <p:blipFill>
                <a:blip r:embed="rId444"/>
                <a:stretch>
                  <a:fillRect/>
                </a:stretch>
              </p:blipFill>
              <p:spPr>
                <a:xfrm>
                  <a:off x="2953368" y="6379704"/>
                  <a:ext cx="392040" cy="101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50" name="Group 349">
            <a:extLst>
              <a:ext uri="{FF2B5EF4-FFF2-40B4-BE49-F238E27FC236}">
                <a16:creationId xmlns:a16="http://schemas.microsoft.com/office/drawing/2014/main" id="{E1AD792B-702C-4BD9-76DD-CD23C40885FE}"/>
              </a:ext>
            </a:extLst>
          </p:cNvPr>
          <p:cNvGrpSpPr/>
          <p:nvPr/>
        </p:nvGrpSpPr>
        <p:grpSpPr>
          <a:xfrm>
            <a:off x="3476088" y="6170184"/>
            <a:ext cx="916920" cy="307440"/>
            <a:chOff x="3476088" y="6170184"/>
            <a:chExt cx="916920" cy="307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45">
              <p14:nvContentPartPr>
                <p14:cNvPr id="345" name="Ink 344">
                  <a:extLst>
                    <a:ext uri="{FF2B5EF4-FFF2-40B4-BE49-F238E27FC236}">
                      <a16:creationId xmlns:a16="http://schemas.microsoft.com/office/drawing/2014/main" id="{E17E9DCC-E0E2-F546-F762-493F123039E9}"/>
                    </a:ext>
                  </a:extLst>
                </p14:cNvPr>
                <p14:cNvContentPartPr/>
                <p14:nvPr/>
              </p14:nvContentPartPr>
              <p14:xfrm>
                <a:off x="3476088" y="6241464"/>
                <a:ext cx="167400" cy="208080"/>
              </p14:xfrm>
            </p:contentPart>
          </mc:Choice>
          <mc:Fallback xmlns="">
            <p:pic>
              <p:nvPicPr>
                <p:cNvPr id="345" name="Ink 344">
                  <a:extLst>
                    <a:ext uri="{FF2B5EF4-FFF2-40B4-BE49-F238E27FC236}">
                      <a16:creationId xmlns:a16="http://schemas.microsoft.com/office/drawing/2014/main" id="{E17E9DCC-E0E2-F546-F762-493F123039E9}"/>
                    </a:ext>
                  </a:extLst>
                </p:cNvPr>
                <p:cNvPicPr/>
                <p:nvPr/>
              </p:nvPicPr>
              <p:blipFill>
                <a:blip r:embed="rId446"/>
                <a:stretch>
                  <a:fillRect/>
                </a:stretch>
              </p:blipFill>
              <p:spPr>
                <a:xfrm>
                  <a:off x="3467088" y="6232464"/>
                  <a:ext cx="185040" cy="22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7">
              <p14:nvContentPartPr>
                <p14:cNvPr id="346" name="Ink 345">
                  <a:extLst>
                    <a:ext uri="{FF2B5EF4-FFF2-40B4-BE49-F238E27FC236}">
                      <a16:creationId xmlns:a16="http://schemas.microsoft.com/office/drawing/2014/main" id="{5C60F252-78B7-939F-4521-4085485A991A}"/>
                    </a:ext>
                  </a:extLst>
                </p14:cNvPr>
                <p14:cNvContentPartPr/>
                <p14:nvPr/>
              </p14:nvContentPartPr>
              <p14:xfrm>
                <a:off x="3718008" y="6219504"/>
                <a:ext cx="114480" cy="258120"/>
              </p14:xfrm>
            </p:contentPart>
          </mc:Choice>
          <mc:Fallback xmlns="">
            <p:pic>
              <p:nvPicPr>
                <p:cNvPr id="346" name="Ink 345">
                  <a:extLst>
                    <a:ext uri="{FF2B5EF4-FFF2-40B4-BE49-F238E27FC236}">
                      <a16:creationId xmlns:a16="http://schemas.microsoft.com/office/drawing/2014/main" id="{5C60F252-78B7-939F-4521-4085485A991A}"/>
                    </a:ext>
                  </a:extLst>
                </p:cNvPr>
                <p:cNvPicPr/>
                <p:nvPr/>
              </p:nvPicPr>
              <p:blipFill>
                <a:blip r:embed="rId448"/>
                <a:stretch>
                  <a:fillRect/>
                </a:stretch>
              </p:blipFill>
              <p:spPr>
                <a:xfrm>
                  <a:off x="3709008" y="6210504"/>
                  <a:ext cx="132120" cy="27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9">
              <p14:nvContentPartPr>
                <p14:cNvPr id="348" name="Ink 347">
                  <a:extLst>
                    <a:ext uri="{FF2B5EF4-FFF2-40B4-BE49-F238E27FC236}">
                      <a16:creationId xmlns:a16="http://schemas.microsoft.com/office/drawing/2014/main" id="{D14360FF-158E-44F5-80D4-CB997C9C5189}"/>
                    </a:ext>
                  </a:extLst>
                </p14:cNvPr>
                <p14:cNvContentPartPr/>
                <p14:nvPr/>
              </p14:nvContentPartPr>
              <p14:xfrm>
                <a:off x="4051008" y="6237864"/>
                <a:ext cx="164880" cy="207360"/>
              </p14:xfrm>
            </p:contentPart>
          </mc:Choice>
          <mc:Fallback xmlns="">
            <p:pic>
              <p:nvPicPr>
                <p:cNvPr id="348" name="Ink 347">
                  <a:extLst>
                    <a:ext uri="{FF2B5EF4-FFF2-40B4-BE49-F238E27FC236}">
                      <a16:creationId xmlns:a16="http://schemas.microsoft.com/office/drawing/2014/main" id="{D14360FF-158E-44F5-80D4-CB997C9C5189}"/>
                    </a:ext>
                  </a:extLst>
                </p:cNvPr>
                <p:cNvPicPr/>
                <p:nvPr/>
              </p:nvPicPr>
              <p:blipFill>
                <a:blip r:embed="rId450"/>
                <a:stretch>
                  <a:fillRect/>
                </a:stretch>
              </p:blipFill>
              <p:spPr>
                <a:xfrm>
                  <a:off x="4042368" y="6228864"/>
                  <a:ext cx="182520" cy="22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1">
              <p14:nvContentPartPr>
                <p14:cNvPr id="349" name="Ink 348">
                  <a:extLst>
                    <a:ext uri="{FF2B5EF4-FFF2-40B4-BE49-F238E27FC236}">
                      <a16:creationId xmlns:a16="http://schemas.microsoft.com/office/drawing/2014/main" id="{EB13EE1E-AD81-BE75-0A68-55DBBBFEE144}"/>
                    </a:ext>
                  </a:extLst>
                </p14:cNvPr>
                <p14:cNvContentPartPr/>
                <p14:nvPr/>
              </p14:nvContentPartPr>
              <p14:xfrm>
                <a:off x="4292208" y="6170184"/>
                <a:ext cx="100800" cy="269280"/>
              </p14:xfrm>
            </p:contentPart>
          </mc:Choice>
          <mc:Fallback xmlns="">
            <p:pic>
              <p:nvPicPr>
                <p:cNvPr id="349" name="Ink 348">
                  <a:extLst>
                    <a:ext uri="{FF2B5EF4-FFF2-40B4-BE49-F238E27FC236}">
                      <a16:creationId xmlns:a16="http://schemas.microsoft.com/office/drawing/2014/main" id="{EB13EE1E-AD81-BE75-0A68-55DBBBFEE144}"/>
                    </a:ext>
                  </a:extLst>
                </p:cNvPr>
                <p:cNvPicPr/>
                <p:nvPr/>
              </p:nvPicPr>
              <p:blipFill>
                <a:blip r:embed="rId452"/>
                <a:stretch>
                  <a:fillRect/>
                </a:stretch>
              </p:blipFill>
              <p:spPr>
                <a:xfrm>
                  <a:off x="4283568" y="6161544"/>
                  <a:ext cx="118440" cy="28692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0056842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F6078E-F8EC-8694-DE9C-165583D76C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endParaRPr lang="en-IN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59" name="Ink 58">
                <a:extLst>
                  <a:ext uri="{FF2B5EF4-FFF2-40B4-BE49-F238E27FC236}">
                    <a16:creationId xmlns:a16="http://schemas.microsoft.com/office/drawing/2014/main" id="{578DC995-41AF-F0EC-A28F-7FD70C7AD763}"/>
                  </a:ext>
                </a:extLst>
              </p14:cNvPr>
              <p14:cNvContentPartPr/>
              <p14:nvPr/>
            </p14:nvContentPartPr>
            <p14:xfrm>
              <a:off x="9997848" y="1633824"/>
              <a:ext cx="3600" cy="1080"/>
            </p14:xfrm>
          </p:contentPart>
        </mc:Choice>
        <mc:Fallback xmlns="">
          <p:pic>
            <p:nvPicPr>
              <p:cNvPr id="59" name="Ink 58">
                <a:extLst>
                  <a:ext uri="{FF2B5EF4-FFF2-40B4-BE49-F238E27FC236}">
                    <a16:creationId xmlns:a16="http://schemas.microsoft.com/office/drawing/2014/main" id="{578DC995-41AF-F0EC-A28F-7FD70C7AD763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987848" y="1620324"/>
                <a:ext cx="23200" cy="275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08" name="Ink 107">
                <a:extLst>
                  <a:ext uri="{FF2B5EF4-FFF2-40B4-BE49-F238E27FC236}">
                    <a16:creationId xmlns:a16="http://schemas.microsoft.com/office/drawing/2014/main" id="{A29EFE7E-8466-F00F-17AA-72EE82C73811}"/>
                  </a:ext>
                </a:extLst>
              </p14:cNvPr>
              <p14:cNvContentPartPr/>
              <p14:nvPr/>
            </p14:nvContentPartPr>
            <p14:xfrm>
              <a:off x="10428408" y="2647584"/>
              <a:ext cx="28080" cy="3240"/>
            </p14:xfrm>
          </p:contentPart>
        </mc:Choice>
        <mc:Fallback xmlns="">
          <p:pic>
            <p:nvPicPr>
              <p:cNvPr id="108" name="Ink 107">
                <a:extLst>
                  <a:ext uri="{FF2B5EF4-FFF2-40B4-BE49-F238E27FC236}">
                    <a16:creationId xmlns:a16="http://schemas.microsoft.com/office/drawing/2014/main" id="{A29EFE7E-8466-F00F-17AA-72EE82C73811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0419408" y="2638584"/>
                <a:ext cx="45720" cy="20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09" name="Ink 108">
                <a:extLst>
                  <a:ext uri="{FF2B5EF4-FFF2-40B4-BE49-F238E27FC236}">
                    <a16:creationId xmlns:a16="http://schemas.microsoft.com/office/drawing/2014/main" id="{312A2B19-84BF-38C9-EA80-A0F6B613F63A}"/>
                  </a:ext>
                </a:extLst>
              </p14:cNvPr>
              <p14:cNvContentPartPr/>
              <p14:nvPr/>
            </p14:nvContentPartPr>
            <p14:xfrm>
              <a:off x="10763568" y="2771064"/>
              <a:ext cx="1800" cy="3600"/>
            </p14:xfrm>
          </p:contentPart>
        </mc:Choice>
        <mc:Fallback xmlns="">
          <p:pic>
            <p:nvPicPr>
              <p:cNvPr id="109" name="Ink 108">
                <a:extLst>
                  <a:ext uri="{FF2B5EF4-FFF2-40B4-BE49-F238E27FC236}">
                    <a16:creationId xmlns:a16="http://schemas.microsoft.com/office/drawing/2014/main" id="{312A2B19-84BF-38C9-EA80-A0F6B613F63A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0754568" y="2762064"/>
                <a:ext cx="19440" cy="21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92" name="Ink 191">
                <a:extLst>
                  <a:ext uri="{FF2B5EF4-FFF2-40B4-BE49-F238E27FC236}">
                    <a16:creationId xmlns:a16="http://schemas.microsoft.com/office/drawing/2014/main" id="{5D519595-49FE-D41B-C0B6-CD6868ECB314}"/>
                  </a:ext>
                </a:extLst>
              </p14:cNvPr>
              <p14:cNvContentPartPr/>
              <p14:nvPr/>
            </p14:nvContentPartPr>
            <p14:xfrm>
              <a:off x="3774888" y="6755904"/>
              <a:ext cx="360" cy="4680"/>
            </p14:xfrm>
          </p:contentPart>
        </mc:Choice>
        <mc:Fallback xmlns="">
          <p:pic>
            <p:nvPicPr>
              <p:cNvPr id="192" name="Ink 191">
                <a:extLst>
                  <a:ext uri="{FF2B5EF4-FFF2-40B4-BE49-F238E27FC236}">
                    <a16:creationId xmlns:a16="http://schemas.microsoft.com/office/drawing/2014/main" id="{5D519595-49FE-D41B-C0B6-CD6868ECB314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765888" y="6746904"/>
                <a:ext cx="18000" cy="22320"/>
              </a:xfrm>
              <a:prstGeom prst="rect">
                <a:avLst/>
              </a:prstGeom>
            </p:spPr>
          </p:pic>
        </mc:Fallback>
      </mc:AlternateContent>
      <p:grpSp>
        <p:nvGrpSpPr>
          <p:cNvPr id="9" name="Group 8">
            <a:extLst>
              <a:ext uri="{FF2B5EF4-FFF2-40B4-BE49-F238E27FC236}">
                <a16:creationId xmlns:a16="http://schemas.microsoft.com/office/drawing/2014/main" id="{64A3573E-07A2-0667-E106-CD010202B656}"/>
              </a:ext>
            </a:extLst>
          </p:cNvPr>
          <p:cNvGrpSpPr/>
          <p:nvPr/>
        </p:nvGrpSpPr>
        <p:grpSpPr>
          <a:xfrm>
            <a:off x="2000448" y="613224"/>
            <a:ext cx="933480" cy="325800"/>
            <a:chOff x="2000448" y="613224"/>
            <a:chExt cx="933480" cy="325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5C1559F7-F1EE-BDC4-6DF5-FCBB14DD75A9}"/>
                    </a:ext>
                  </a:extLst>
                </p14:cNvPr>
                <p14:cNvContentPartPr/>
                <p14:nvPr/>
              </p14:nvContentPartPr>
              <p14:xfrm>
                <a:off x="2000448" y="657144"/>
                <a:ext cx="45000" cy="281880"/>
              </p14:xfrm>
            </p:contentPart>
          </mc:Choice>
          <mc:Fallback xmlns=""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5C1559F7-F1EE-BDC4-6DF5-FCBB14DD75A9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1991808" y="648144"/>
                  <a:ext cx="62640" cy="29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14E4F7CE-D39E-42F0-840E-7DA36E68D105}"/>
                    </a:ext>
                  </a:extLst>
                </p14:cNvPr>
                <p14:cNvContentPartPr/>
                <p14:nvPr/>
              </p14:nvContentPartPr>
              <p14:xfrm>
                <a:off x="2180088" y="613224"/>
                <a:ext cx="22320" cy="29556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14E4F7CE-D39E-42F0-840E-7DA36E68D105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2171088" y="604224"/>
                  <a:ext cx="39960" cy="31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95B4ED26-AF7F-C78F-C4B1-8254E0E4C474}"/>
                    </a:ext>
                  </a:extLst>
                </p14:cNvPr>
                <p14:cNvContentPartPr/>
                <p14:nvPr/>
              </p14:nvContentPartPr>
              <p14:xfrm>
                <a:off x="2028168" y="829584"/>
                <a:ext cx="155880" cy="2952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95B4ED26-AF7F-C78F-C4B1-8254E0E4C474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2019168" y="820944"/>
                  <a:ext cx="173520" cy="4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1C411E46-CE7B-21F0-15CB-67D6A0F33D63}"/>
                    </a:ext>
                  </a:extLst>
                </p14:cNvPr>
                <p14:cNvContentPartPr/>
                <p14:nvPr/>
              </p14:nvContentPartPr>
              <p14:xfrm>
                <a:off x="2315448" y="809064"/>
                <a:ext cx="147600" cy="8856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1C411E46-CE7B-21F0-15CB-67D6A0F33D63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2306448" y="800424"/>
                  <a:ext cx="165240" cy="10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F8553CCA-E279-C7B6-2E8C-38558623C670}"/>
                    </a:ext>
                  </a:extLst>
                </p14:cNvPr>
                <p14:cNvContentPartPr/>
                <p14:nvPr/>
              </p14:nvContentPartPr>
              <p14:xfrm>
                <a:off x="2544768" y="814824"/>
                <a:ext cx="140040" cy="8316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F8553CCA-E279-C7B6-2E8C-38558623C670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2535768" y="805824"/>
                  <a:ext cx="157680" cy="10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C99A1BE7-399E-2A8B-EEAD-F54180DAC666}"/>
                    </a:ext>
                  </a:extLst>
                </p14:cNvPr>
                <p14:cNvContentPartPr/>
                <p14:nvPr/>
              </p14:nvContentPartPr>
              <p14:xfrm>
                <a:off x="2765448" y="792864"/>
                <a:ext cx="168480" cy="13716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C99A1BE7-399E-2A8B-EEAD-F54180DAC666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2756448" y="784224"/>
                  <a:ext cx="186120" cy="154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B8300923-3A22-842F-D096-D0E82ADC5C82}"/>
              </a:ext>
            </a:extLst>
          </p:cNvPr>
          <p:cNvGrpSpPr/>
          <p:nvPr/>
        </p:nvGrpSpPr>
        <p:grpSpPr>
          <a:xfrm>
            <a:off x="3437928" y="670464"/>
            <a:ext cx="895320" cy="312480"/>
            <a:chOff x="3437928" y="670464"/>
            <a:chExt cx="895320" cy="312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561E6418-0A11-2E81-0096-71512DD0B2FD}"/>
                    </a:ext>
                  </a:extLst>
                </p14:cNvPr>
                <p14:cNvContentPartPr/>
                <p14:nvPr/>
              </p14:nvContentPartPr>
              <p14:xfrm>
                <a:off x="3437928" y="743904"/>
                <a:ext cx="584280" cy="23904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561E6418-0A11-2E81-0096-71512DD0B2FD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3429288" y="735264"/>
                  <a:ext cx="601920" cy="25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8BC4BC51-8691-F8C7-529F-DADA4A6DDD3F}"/>
                    </a:ext>
                  </a:extLst>
                </p14:cNvPr>
                <p14:cNvContentPartPr/>
                <p14:nvPr/>
              </p14:nvContentPartPr>
              <p14:xfrm>
                <a:off x="4116888" y="670464"/>
                <a:ext cx="216360" cy="18108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8BC4BC51-8691-F8C7-529F-DADA4A6DDD3F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4107888" y="661464"/>
                  <a:ext cx="234000" cy="1987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5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016878A9-6312-ADA8-A6F5-02233A2C1CED}"/>
                  </a:ext>
                </a:extLst>
              </p14:cNvPr>
              <p14:cNvContentPartPr/>
              <p14:nvPr/>
            </p14:nvContentPartPr>
            <p14:xfrm>
              <a:off x="1927728" y="1030104"/>
              <a:ext cx="4222080" cy="91080"/>
            </p14:xfrm>
          </p:contentPart>
        </mc:Choice>
        <mc:Fallback xmlns=""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016878A9-6312-ADA8-A6F5-02233A2C1CED}"/>
                  </a:ext>
                </a:extLst>
              </p:cNvPr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1919088" y="1021104"/>
                <a:ext cx="4239720" cy="108720"/>
              </a:xfrm>
              <a:prstGeom prst="rect">
                <a:avLst/>
              </a:prstGeom>
            </p:spPr>
          </p:pic>
        </mc:Fallback>
      </mc:AlternateContent>
      <p:grpSp>
        <p:nvGrpSpPr>
          <p:cNvPr id="31" name="Group 30">
            <a:extLst>
              <a:ext uri="{FF2B5EF4-FFF2-40B4-BE49-F238E27FC236}">
                <a16:creationId xmlns:a16="http://schemas.microsoft.com/office/drawing/2014/main" id="{C765B006-0D52-BC9F-B59F-1712D2D29AFD}"/>
              </a:ext>
            </a:extLst>
          </p:cNvPr>
          <p:cNvGrpSpPr/>
          <p:nvPr/>
        </p:nvGrpSpPr>
        <p:grpSpPr>
          <a:xfrm>
            <a:off x="1057608" y="1563624"/>
            <a:ext cx="2539080" cy="279720"/>
            <a:chOff x="1057608" y="1563624"/>
            <a:chExt cx="2539080" cy="279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F5682BC7-748E-E61A-292F-8C8AB2AA661F}"/>
                    </a:ext>
                  </a:extLst>
                </p14:cNvPr>
                <p14:cNvContentPartPr/>
                <p14:nvPr/>
              </p14:nvContentPartPr>
              <p14:xfrm>
                <a:off x="1057608" y="1563624"/>
                <a:ext cx="239040" cy="27540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F5682BC7-748E-E61A-292F-8C8AB2AA661F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1048608" y="1554984"/>
                  <a:ext cx="256680" cy="29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B9C1FE90-C26D-FF9D-DCC1-2B9EA15C69A1}"/>
                    </a:ext>
                  </a:extLst>
                </p14:cNvPr>
                <p14:cNvContentPartPr/>
                <p14:nvPr/>
              </p14:nvContentPartPr>
              <p14:xfrm>
                <a:off x="1586808" y="1678104"/>
                <a:ext cx="420840" cy="16272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B9C1FE90-C26D-FF9D-DCC1-2B9EA15C69A1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1577808" y="1669464"/>
                  <a:ext cx="438480" cy="18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19CB852E-4114-BBD7-1FE5-11D0995D22A1}"/>
                    </a:ext>
                  </a:extLst>
                </p14:cNvPr>
                <p14:cNvContentPartPr/>
                <p14:nvPr/>
              </p14:nvContentPartPr>
              <p14:xfrm>
                <a:off x="2284488" y="1622664"/>
                <a:ext cx="241560" cy="19800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19CB852E-4114-BBD7-1FE5-11D0995D22A1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2275488" y="1613664"/>
                  <a:ext cx="259200" cy="21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D59F7BAA-78ED-1A5A-1B0B-589F92E87ACD}"/>
                    </a:ext>
                  </a:extLst>
                </p14:cNvPr>
                <p14:cNvContentPartPr/>
                <p14:nvPr/>
              </p14:nvContentPartPr>
              <p14:xfrm>
                <a:off x="2669328" y="1609344"/>
                <a:ext cx="140040" cy="22032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D59F7BAA-78ED-1A5A-1B0B-589F92E87ACD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2660688" y="1600344"/>
                  <a:ext cx="157680" cy="23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D8A4CE10-ABA1-EBDE-5173-3E6C7ED9B6FD}"/>
                    </a:ext>
                  </a:extLst>
                </p14:cNvPr>
                <p14:cNvContentPartPr/>
                <p14:nvPr/>
              </p14:nvContentPartPr>
              <p14:xfrm>
                <a:off x="3123288" y="1616184"/>
                <a:ext cx="172800" cy="19260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D8A4CE10-ABA1-EBDE-5173-3E6C7ED9B6FD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3114288" y="1607184"/>
                  <a:ext cx="190440" cy="21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4CAE641C-48DC-27BF-035F-53A603B02D71}"/>
                    </a:ext>
                  </a:extLst>
                </p14:cNvPr>
                <p14:cNvContentPartPr/>
                <p14:nvPr/>
              </p14:nvContentPartPr>
              <p14:xfrm>
                <a:off x="3369528" y="1620144"/>
                <a:ext cx="227160" cy="22320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4CAE641C-48DC-27BF-035F-53A603B02D71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3360888" y="1611144"/>
                  <a:ext cx="244800" cy="240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42B83845-EF0B-33F8-BAA9-05823E9228E0}"/>
              </a:ext>
            </a:extLst>
          </p:cNvPr>
          <p:cNvGrpSpPr/>
          <p:nvPr/>
        </p:nvGrpSpPr>
        <p:grpSpPr>
          <a:xfrm>
            <a:off x="1071648" y="2079864"/>
            <a:ext cx="927000" cy="214920"/>
            <a:chOff x="1071648" y="2079864"/>
            <a:chExt cx="927000" cy="214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9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EA8E58FF-5E0E-849A-5611-575E1B1E2639}"/>
                    </a:ext>
                  </a:extLst>
                </p14:cNvPr>
                <p14:cNvContentPartPr/>
                <p14:nvPr/>
              </p14:nvContentPartPr>
              <p14:xfrm>
                <a:off x="1071648" y="2100744"/>
                <a:ext cx="199800" cy="17496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EA8E58FF-5E0E-849A-5611-575E1B1E2639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1062648" y="2092104"/>
                  <a:ext cx="217440" cy="19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5F2A16AA-0E3A-F1A7-F306-996EB650E076}"/>
                    </a:ext>
                  </a:extLst>
                </p14:cNvPr>
                <p14:cNvContentPartPr/>
                <p14:nvPr/>
              </p14:nvContentPartPr>
              <p14:xfrm>
                <a:off x="1326168" y="2079864"/>
                <a:ext cx="116640" cy="21096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5F2A16AA-0E3A-F1A7-F306-996EB650E076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1317528" y="2070864"/>
                  <a:ext cx="134280" cy="22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02A5E802-A492-F41F-72F2-DC9DD9C81755}"/>
                    </a:ext>
                  </a:extLst>
                </p14:cNvPr>
                <p14:cNvContentPartPr/>
                <p14:nvPr/>
              </p14:nvContentPartPr>
              <p14:xfrm>
                <a:off x="1641528" y="2201904"/>
                <a:ext cx="357120" cy="9288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02A5E802-A492-F41F-72F2-DC9DD9C81755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1632888" y="2193264"/>
                  <a:ext cx="374760" cy="1105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45">
            <p14:nvContentPartPr>
              <p14:cNvPr id="36" name="Ink 35">
                <a:extLst>
                  <a:ext uri="{FF2B5EF4-FFF2-40B4-BE49-F238E27FC236}">
                    <a16:creationId xmlns:a16="http://schemas.microsoft.com/office/drawing/2014/main" id="{6DACBD69-EF2F-DE72-9CFC-6F9684092E03}"/>
                  </a:ext>
                </a:extLst>
              </p14:cNvPr>
              <p14:cNvContentPartPr/>
              <p14:nvPr/>
            </p14:nvContentPartPr>
            <p14:xfrm>
              <a:off x="2277648" y="2086704"/>
              <a:ext cx="231840" cy="211680"/>
            </p14:xfrm>
          </p:contentPart>
        </mc:Choice>
        <mc:Fallback xmlns="">
          <p:pic>
            <p:nvPicPr>
              <p:cNvPr id="36" name="Ink 35">
                <a:extLst>
                  <a:ext uri="{FF2B5EF4-FFF2-40B4-BE49-F238E27FC236}">
                    <a16:creationId xmlns:a16="http://schemas.microsoft.com/office/drawing/2014/main" id="{6DACBD69-EF2F-DE72-9CFC-6F9684092E03}"/>
                  </a:ext>
                </a:extLst>
              </p:cNvPr>
              <p:cNvPicPr/>
              <p:nvPr/>
            </p:nvPicPr>
            <p:blipFill>
              <a:blip r:embed="rId46"/>
              <a:stretch>
                <a:fillRect/>
              </a:stretch>
            </p:blipFill>
            <p:spPr>
              <a:xfrm>
                <a:off x="2268648" y="2078064"/>
                <a:ext cx="249480" cy="229320"/>
              </a:xfrm>
              <a:prstGeom prst="rect">
                <a:avLst/>
              </a:prstGeom>
            </p:spPr>
          </p:pic>
        </mc:Fallback>
      </mc:AlternateContent>
      <p:grpSp>
        <p:nvGrpSpPr>
          <p:cNvPr id="46" name="Group 45">
            <a:extLst>
              <a:ext uri="{FF2B5EF4-FFF2-40B4-BE49-F238E27FC236}">
                <a16:creationId xmlns:a16="http://schemas.microsoft.com/office/drawing/2014/main" id="{1245E90C-5ABC-FC8C-D679-75A4F0CD5191}"/>
              </a:ext>
            </a:extLst>
          </p:cNvPr>
          <p:cNvGrpSpPr/>
          <p:nvPr/>
        </p:nvGrpSpPr>
        <p:grpSpPr>
          <a:xfrm>
            <a:off x="1117728" y="2472984"/>
            <a:ext cx="2059560" cy="262080"/>
            <a:chOff x="1117728" y="2472984"/>
            <a:chExt cx="2059560" cy="262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7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DB5CE8DD-6E93-5378-1769-9FC03388D917}"/>
                    </a:ext>
                  </a:extLst>
                </p14:cNvPr>
                <p14:cNvContentPartPr/>
                <p14:nvPr/>
              </p14:nvContentPartPr>
              <p14:xfrm>
                <a:off x="1117728" y="2528784"/>
                <a:ext cx="173880" cy="20592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DB5CE8DD-6E93-5378-1769-9FC03388D917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1109088" y="2519784"/>
                  <a:ext cx="191520" cy="22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2CBE0B34-A483-2DD2-8ABB-F0F635C30703}"/>
                    </a:ext>
                  </a:extLst>
                </p14:cNvPr>
                <p14:cNvContentPartPr/>
                <p14:nvPr/>
              </p14:nvContentPartPr>
              <p14:xfrm>
                <a:off x="1351008" y="2472984"/>
                <a:ext cx="128880" cy="23400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2CBE0B34-A483-2DD2-8ABB-F0F635C30703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1342368" y="2464344"/>
                  <a:ext cx="146520" cy="25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DB160964-CECC-9CFE-2C00-B843D5E4FE39}"/>
                    </a:ext>
                  </a:extLst>
                </p14:cNvPr>
                <p14:cNvContentPartPr/>
                <p14:nvPr/>
              </p14:nvContentPartPr>
              <p14:xfrm>
                <a:off x="1723968" y="2595024"/>
                <a:ext cx="283320" cy="8064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DB160964-CECC-9CFE-2C00-B843D5E4FE39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1714968" y="2586384"/>
                  <a:ext cx="300960" cy="9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7A188378-E16C-949A-FF5D-94E4C2EDCB49}"/>
                    </a:ext>
                  </a:extLst>
                </p14:cNvPr>
                <p14:cNvContentPartPr/>
                <p14:nvPr/>
              </p14:nvContentPartPr>
              <p14:xfrm>
                <a:off x="2189088" y="2540664"/>
                <a:ext cx="182520" cy="17676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7A188378-E16C-949A-FF5D-94E4C2EDCB49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2180088" y="2531664"/>
                  <a:ext cx="200160" cy="19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7B1F79BF-6ABD-AF85-BD71-6499EBCD4BAC}"/>
                    </a:ext>
                  </a:extLst>
                </p14:cNvPr>
                <p14:cNvContentPartPr/>
                <p14:nvPr/>
              </p14:nvContentPartPr>
              <p14:xfrm>
                <a:off x="2424888" y="2645064"/>
                <a:ext cx="73080" cy="9000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7B1F79BF-6ABD-AF85-BD71-6499EBCD4BAC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2415888" y="2636424"/>
                  <a:ext cx="90720" cy="10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F331F449-D4DF-FEBE-563F-ED96FB464239}"/>
                    </a:ext>
                  </a:extLst>
                </p14:cNvPr>
                <p14:cNvContentPartPr/>
                <p14:nvPr/>
              </p14:nvContentPartPr>
              <p14:xfrm>
                <a:off x="2606328" y="2615544"/>
                <a:ext cx="12600" cy="10476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F331F449-D4DF-FEBE-563F-ED96FB464239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2597688" y="2606904"/>
                  <a:ext cx="30240" cy="12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2535C254-5B29-1F10-399A-9C25FEE7F3C1}"/>
                    </a:ext>
                  </a:extLst>
                </p14:cNvPr>
                <p14:cNvContentPartPr/>
                <p14:nvPr/>
              </p14:nvContentPartPr>
              <p14:xfrm>
                <a:off x="2573208" y="2598624"/>
                <a:ext cx="109440" cy="1836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2535C254-5B29-1F10-399A-9C25FEE7F3C1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2564568" y="2589984"/>
                  <a:ext cx="12708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07B46882-59CB-43B2-890A-6137E9B32857}"/>
                    </a:ext>
                  </a:extLst>
                </p14:cNvPr>
                <p14:cNvContentPartPr/>
                <p14:nvPr/>
              </p14:nvContentPartPr>
              <p14:xfrm>
                <a:off x="2950128" y="2584944"/>
                <a:ext cx="227160" cy="14976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07B46882-59CB-43B2-890A-6137E9B32857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2941128" y="2575944"/>
                  <a:ext cx="244800" cy="167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5" name="Group 54">
            <a:extLst>
              <a:ext uri="{FF2B5EF4-FFF2-40B4-BE49-F238E27FC236}">
                <a16:creationId xmlns:a16="http://schemas.microsoft.com/office/drawing/2014/main" id="{F9826A61-6D6E-5E12-12B0-8E3690E1BBCA}"/>
              </a:ext>
            </a:extLst>
          </p:cNvPr>
          <p:cNvGrpSpPr/>
          <p:nvPr/>
        </p:nvGrpSpPr>
        <p:grpSpPr>
          <a:xfrm>
            <a:off x="1122408" y="2994984"/>
            <a:ext cx="2088000" cy="269280"/>
            <a:chOff x="1122408" y="2994984"/>
            <a:chExt cx="2088000" cy="269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3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7C3F1B08-A7D5-E737-EEEB-AEE4E2FAD5DD}"/>
                    </a:ext>
                  </a:extLst>
                </p14:cNvPr>
                <p14:cNvContentPartPr/>
                <p14:nvPr/>
              </p14:nvContentPartPr>
              <p14:xfrm>
                <a:off x="1122408" y="2997504"/>
                <a:ext cx="164520" cy="19332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7C3F1B08-A7D5-E737-EEEB-AEE4E2FAD5DD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1113408" y="2988504"/>
                  <a:ext cx="182160" cy="21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D22ADB9E-1DC4-BDD5-D404-F12CC9DE862A}"/>
                    </a:ext>
                  </a:extLst>
                </p14:cNvPr>
                <p14:cNvContentPartPr/>
                <p14:nvPr/>
              </p14:nvContentPartPr>
              <p14:xfrm>
                <a:off x="1370808" y="2994984"/>
                <a:ext cx="97560" cy="21420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D22ADB9E-1DC4-BDD5-D404-F12CC9DE862A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1361808" y="2986344"/>
                  <a:ext cx="115200" cy="23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593E4DE0-66D4-6B12-BBD0-295F8C2EAE57}"/>
                    </a:ext>
                  </a:extLst>
                </p14:cNvPr>
                <p14:cNvContentPartPr/>
                <p14:nvPr/>
              </p14:nvContentPartPr>
              <p14:xfrm>
                <a:off x="1756728" y="3131424"/>
                <a:ext cx="288360" cy="6984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593E4DE0-66D4-6B12-BBD0-295F8C2EAE57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1748088" y="3122424"/>
                  <a:ext cx="306000" cy="8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9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BAD54D27-D53A-93C9-3988-EF828110736C}"/>
                    </a:ext>
                  </a:extLst>
                </p14:cNvPr>
                <p14:cNvContentPartPr/>
                <p14:nvPr/>
              </p14:nvContentPartPr>
              <p14:xfrm>
                <a:off x="2271168" y="3055824"/>
                <a:ext cx="189720" cy="18144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BAD54D27-D53A-93C9-3988-EF828110736C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2262528" y="3047184"/>
                  <a:ext cx="207360" cy="19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1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CBF63F07-870B-1E03-CF31-6EE6E7F76775}"/>
                    </a:ext>
                  </a:extLst>
                </p14:cNvPr>
                <p14:cNvContentPartPr/>
                <p14:nvPr/>
              </p14:nvContentPartPr>
              <p14:xfrm>
                <a:off x="2750328" y="3045384"/>
                <a:ext cx="240120" cy="17568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CBF63F07-870B-1E03-CF31-6EE6E7F76775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2741328" y="3036744"/>
                  <a:ext cx="257760" cy="19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3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14764DE9-70E1-D7B4-C072-FA34CAA28F6B}"/>
                    </a:ext>
                  </a:extLst>
                </p14:cNvPr>
                <p14:cNvContentPartPr/>
                <p14:nvPr/>
              </p14:nvContentPartPr>
              <p14:xfrm>
                <a:off x="3068208" y="3043584"/>
                <a:ext cx="142200" cy="22068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14764DE9-70E1-D7B4-C072-FA34CAA28F6B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3059568" y="3034584"/>
                  <a:ext cx="159840" cy="238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0" name="Group 59">
            <a:extLst>
              <a:ext uri="{FF2B5EF4-FFF2-40B4-BE49-F238E27FC236}">
                <a16:creationId xmlns:a16="http://schemas.microsoft.com/office/drawing/2014/main" id="{4AEC36F6-A432-D760-D558-22000BD229BD}"/>
              </a:ext>
            </a:extLst>
          </p:cNvPr>
          <p:cNvGrpSpPr/>
          <p:nvPr/>
        </p:nvGrpSpPr>
        <p:grpSpPr>
          <a:xfrm>
            <a:off x="1155888" y="3510864"/>
            <a:ext cx="387000" cy="236160"/>
            <a:chOff x="1155888" y="3510864"/>
            <a:chExt cx="387000" cy="236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5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889FE4BD-955C-A53B-73F7-1A0F39D1A6D7}"/>
                    </a:ext>
                  </a:extLst>
                </p14:cNvPr>
                <p14:cNvContentPartPr/>
                <p14:nvPr/>
              </p14:nvContentPartPr>
              <p14:xfrm>
                <a:off x="1155888" y="3547224"/>
                <a:ext cx="184320" cy="19980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889FE4BD-955C-A53B-73F7-1A0F39D1A6D7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1146888" y="3538584"/>
                  <a:ext cx="201960" cy="21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7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40B6901D-3FBF-A211-E6EE-95E43C19281B}"/>
                    </a:ext>
                  </a:extLst>
                </p14:cNvPr>
                <p14:cNvContentPartPr/>
                <p14:nvPr/>
              </p14:nvContentPartPr>
              <p14:xfrm>
                <a:off x="1411848" y="3510864"/>
                <a:ext cx="131040" cy="21744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40B6901D-3FBF-A211-E6EE-95E43C19281B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1403208" y="3501864"/>
                  <a:ext cx="148680" cy="235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2" name="Group 61">
            <a:extLst>
              <a:ext uri="{FF2B5EF4-FFF2-40B4-BE49-F238E27FC236}">
                <a16:creationId xmlns:a16="http://schemas.microsoft.com/office/drawing/2014/main" id="{5576D62D-8979-ACDE-DED2-A284E800CC8B}"/>
              </a:ext>
            </a:extLst>
          </p:cNvPr>
          <p:cNvGrpSpPr/>
          <p:nvPr/>
        </p:nvGrpSpPr>
        <p:grpSpPr>
          <a:xfrm>
            <a:off x="1861488" y="3550104"/>
            <a:ext cx="706320" cy="189360"/>
            <a:chOff x="1861488" y="3550104"/>
            <a:chExt cx="706320" cy="189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9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5015C991-3580-74D7-F4F1-B0B5F77DC638}"/>
                    </a:ext>
                  </a:extLst>
                </p14:cNvPr>
                <p14:cNvContentPartPr/>
                <p14:nvPr/>
              </p14:nvContentPartPr>
              <p14:xfrm>
                <a:off x="1861488" y="3611304"/>
                <a:ext cx="338760" cy="9828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5015C991-3580-74D7-F4F1-B0B5F77DC638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1852488" y="3602304"/>
                  <a:ext cx="356400" cy="11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1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9628AEEC-30A0-3AAA-1BAB-EACE7BC471C2}"/>
                    </a:ext>
                  </a:extLst>
                </p14:cNvPr>
                <p14:cNvContentPartPr/>
                <p14:nvPr/>
              </p14:nvContentPartPr>
              <p14:xfrm>
                <a:off x="2357928" y="3550104"/>
                <a:ext cx="209880" cy="18936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9628AEEC-30A0-3AAA-1BAB-EACE7BC471C2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2349288" y="3541104"/>
                  <a:ext cx="227520" cy="207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83">
            <p14:nvContentPartPr>
              <p14:cNvPr id="63" name="Ink 62">
                <a:extLst>
                  <a:ext uri="{FF2B5EF4-FFF2-40B4-BE49-F238E27FC236}">
                    <a16:creationId xmlns:a16="http://schemas.microsoft.com/office/drawing/2014/main" id="{278119A1-FF43-E9BB-6F2F-D2F6ABC5F0C3}"/>
                  </a:ext>
                </a:extLst>
              </p14:cNvPr>
              <p14:cNvContentPartPr/>
              <p14:nvPr/>
            </p14:nvContentPartPr>
            <p14:xfrm>
              <a:off x="1218168" y="3979584"/>
              <a:ext cx="266040" cy="159480"/>
            </p14:xfrm>
          </p:contentPart>
        </mc:Choice>
        <mc:Fallback xmlns="">
          <p:pic>
            <p:nvPicPr>
              <p:cNvPr id="63" name="Ink 62">
                <a:extLst>
                  <a:ext uri="{FF2B5EF4-FFF2-40B4-BE49-F238E27FC236}">
                    <a16:creationId xmlns:a16="http://schemas.microsoft.com/office/drawing/2014/main" id="{278119A1-FF43-E9BB-6F2F-D2F6ABC5F0C3}"/>
                  </a:ext>
                </a:extLst>
              </p:cNvPr>
              <p:cNvPicPr/>
              <p:nvPr/>
            </p:nvPicPr>
            <p:blipFill>
              <a:blip r:embed="rId84"/>
              <a:stretch>
                <a:fillRect/>
              </a:stretch>
            </p:blipFill>
            <p:spPr>
              <a:xfrm>
                <a:off x="1209528" y="3970584"/>
                <a:ext cx="283680" cy="177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5">
            <p14:nvContentPartPr>
              <p14:cNvPr id="64" name="Ink 63">
                <a:extLst>
                  <a:ext uri="{FF2B5EF4-FFF2-40B4-BE49-F238E27FC236}">
                    <a16:creationId xmlns:a16="http://schemas.microsoft.com/office/drawing/2014/main" id="{813B92B8-C28D-A95D-43E7-E17AEE677440}"/>
                  </a:ext>
                </a:extLst>
              </p14:cNvPr>
              <p14:cNvContentPartPr/>
              <p14:nvPr/>
            </p14:nvContentPartPr>
            <p14:xfrm>
              <a:off x="1831248" y="4009824"/>
              <a:ext cx="351360" cy="100440"/>
            </p14:xfrm>
          </p:contentPart>
        </mc:Choice>
        <mc:Fallback xmlns="">
          <p:pic>
            <p:nvPicPr>
              <p:cNvPr id="64" name="Ink 63">
                <a:extLst>
                  <a:ext uri="{FF2B5EF4-FFF2-40B4-BE49-F238E27FC236}">
                    <a16:creationId xmlns:a16="http://schemas.microsoft.com/office/drawing/2014/main" id="{813B92B8-C28D-A95D-43E7-E17AEE677440}"/>
                  </a:ext>
                </a:extLst>
              </p:cNvPr>
              <p:cNvPicPr/>
              <p:nvPr/>
            </p:nvPicPr>
            <p:blipFill>
              <a:blip r:embed="rId86"/>
              <a:stretch>
                <a:fillRect/>
              </a:stretch>
            </p:blipFill>
            <p:spPr>
              <a:xfrm>
                <a:off x="1822608" y="4000824"/>
                <a:ext cx="369000" cy="118080"/>
              </a:xfrm>
              <a:prstGeom prst="rect">
                <a:avLst/>
              </a:prstGeom>
            </p:spPr>
          </p:pic>
        </mc:Fallback>
      </mc:AlternateContent>
      <p:grpSp>
        <p:nvGrpSpPr>
          <p:cNvPr id="73" name="Group 72">
            <a:extLst>
              <a:ext uri="{FF2B5EF4-FFF2-40B4-BE49-F238E27FC236}">
                <a16:creationId xmlns:a16="http://schemas.microsoft.com/office/drawing/2014/main" id="{7C7F0610-D537-FB8B-483C-2341F94168D9}"/>
              </a:ext>
            </a:extLst>
          </p:cNvPr>
          <p:cNvGrpSpPr/>
          <p:nvPr/>
        </p:nvGrpSpPr>
        <p:grpSpPr>
          <a:xfrm>
            <a:off x="2405088" y="3910824"/>
            <a:ext cx="1441080" cy="331560"/>
            <a:chOff x="2405088" y="3910824"/>
            <a:chExt cx="1441080" cy="331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7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FE4B2FAE-2C47-B1DF-E33B-86DB9840271E}"/>
                    </a:ext>
                  </a:extLst>
                </p14:cNvPr>
                <p14:cNvContentPartPr/>
                <p14:nvPr/>
              </p14:nvContentPartPr>
              <p14:xfrm>
                <a:off x="2405088" y="3963024"/>
                <a:ext cx="6120" cy="15588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FE4B2FAE-2C47-B1DF-E33B-86DB9840271E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2396088" y="3954024"/>
                  <a:ext cx="23760" cy="17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9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70356FDF-80FD-69C5-006B-22E0718E53AC}"/>
                    </a:ext>
                  </a:extLst>
                </p14:cNvPr>
                <p14:cNvContentPartPr/>
                <p14:nvPr/>
              </p14:nvContentPartPr>
              <p14:xfrm>
                <a:off x="2524968" y="3910824"/>
                <a:ext cx="20160" cy="21348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70356FDF-80FD-69C5-006B-22E0718E53AC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2515968" y="3902184"/>
                  <a:ext cx="37800" cy="23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1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E28BFFFA-A837-6414-2355-5839423FE192}"/>
                    </a:ext>
                  </a:extLst>
                </p14:cNvPr>
                <p14:cNvContentPartPr/>
                <p14:nvPr/>
              </p14:nvContentPartPr>
              <p14:xfrm>
                <a:off x="2443248" y="4064904"/>
                <a:ext cx="117720" cy="2196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E28BFFFA-A837-6414-2355-5839423FE192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2434608" y="4056264"/>
                  <a:ext cx="135360" cy="3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3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CE1645A7-5DE3-08F0-BB1A-32702B823CDB}"/>
                    </a:ext>
                  </a:extLst>
                </p14:cNvPr>
                <p14:cNvContentPartPr/>
                <p14:nvPr/>
              </p14:nvContentPartPr>
              <p14:xfrm>
                <a:off x="2653488" y="4009104"/>
                <a:ext cx="430200" cy="9180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CE1645A7-5DE3-08F0-BB1A-32702B823CDB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2644848" y="4000104"/>
                  <a:ext cx="447840" cy="10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5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13944C41-8CE4-EF3B-C9E6-875018555BC7}"/>
                    </a:ext>
                  </a:extLst>
                </p14:cNvPr>
                <p14:cNvContentPartPr/>
                <p14:nvPr/>
              </p14:nvContentPartPr>
              <p14:xfrm>
                <a:off x="3205008" y="3938544"/>
                <a:ext cx="21240" cy="30384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13944C41-8CE4-EF3B-C9E6-875018555BC7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3196368" y="3929904"/>
                  <a:ext cx="38880" cy="32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7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649777AD-C261-047C-FAA1-DFF2619E0DEB}"/>
                    </a:ext>
                  </a:extLst>
                </p14:cNvPr>
                <p14:cNvContentPartPr/>
                <p14:nvPr/>
              </p14:nvContentPartPr>
              <p14:xfrm>
                <a:off x="3327408" y="3978864"/>
                <a:ext cx="146880" cy="16128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649777AD-C261-047C-FAA1-DFF2619E0DEB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3318768" y="3969864"/>
                  <a:ext cx="164520" cy="17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9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ECB11E8C-02AA-1791-A7D7-36E81FB786FF}"/>
                    </a:ext>
                  </a:extLst>
                </p14:cNvPr>
                <p14:cNvContentPartPr/>
                <p14:nvPr/>
              </p14:nvContentPartPr>
              <p14:xfrm>
                <a:off x="3568608" y="3944304"/>
                <a:ext cx="277560" cy="17172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ECB11E8C-02AA-1791-A7D7-36E81FB786FF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3559968" y="3935304"/>
                  <a:ext cx="295200" cy="1893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01">
            <p14:nvContentPartPr>
              <p14:cNvPr id="74" name="Ink 73">
                <a:extLst>
                  <a:ext uri="{FF2B5EF4-FFF2-40B4-BE49-F238E27FC236}">
                    <a16:creationId xmlns:a16="http://schemas.microsoft.com/office/drawing/2014/main" id="{7CEE842D-6A49-4120-70A1-A5C09ABC7F7E}"/>
                  </a:ext>
                </a:extLst>
              </p14:cNvPr>
              <p14:cNvContentPartPr/>
              <p14:nvPr/>
            </p14:nvContentPartPr>
            <p14:xfrm>
              <a:off x="1262088" y="4416984"/>
              <a:ext cx="213120" cy="190440"/>
            </p14:xfrm>
          </p:contentPart>
        </mc:Choice>
        <mc:Fallback xmlns="">
          <p:pic>
            <p:nvPicPr>
              <p:cNvPr id="74" name="Ink 73">
                <a:extLst>
                  <a:ext uri="{FF2B5EF4-FFF2-40B4-BE49-F238E27FC236}">
                    <a16:creationId xmlns:a16="http://schemas.microsoft.com/office/drawing/2014/main" id="{7CEE842D-6A49-4120-70A1-A5C09ABC7F7E}"/>
                  </a:ext>
                </a:extLst>
              </p:cNvPr>
              <p:cNvPicPr/>
              <p:nvPr/>
            </p:nvPicPr>
            <p:blipFill>
              <a:blip r:embed="rId102"/>
              <a:stretch>
                <a:fillRect/>
              </a:stretch>
            </p:blipFill>
            <p:spPr>
              <a:xfrm>
                <a:off x="1253448" y="4407984"/>
                <a:ext cx="230760" cy="208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3">
            <p14:nvContentPartPr>
              <p14:cNvPr id="75" name="Ink 74">
                <a:extLst>
                  <a:ext uri="{FF2B5EF4-FFF2-40B4-BE49-F238E27FC236}">
                    <a16:creationId xmlns:a16="http://schemas.microsoft.com/office/drawing/2014/main" id="{11677F72-C6FB-F346-A1F4-EBE643281858}"/>
                  </a:ext>
                </a:extLst>
              </p14:cNvPr>
              <p14:cNvContentPartPr/>
              <p14:nvPr/>
            </p14:nvContentPartPr>
            <p14:xfrm>
              <a:off x="1717128" y="4525704"/>
              <a:ext cx="349200" cy="95760"/>
            </p14:xfrm>
          </p:contentPart>
        </mc:Choice>
        <mc:Fallback xmlns="">
          <p:pic>
            <p:nvPicPr>
              <p:cNvPr id="75" name="Ink 74">
                <a:extLst>
                  <a:ext uri="{FF2B5EF4-FFF2-40B4-BE49-F238E27FC236}">
                    <a16:creationId xmlns:a16="http://schemas.microsoft.com/office/drawing/2014/main" id="{11677F72-C6FB-F346-A1F4-EBE643281858}"/>
                  </a:ext>
                </a:extLst>
              </p:cNvPr>
              <p:cNvPicPr/>
              <p:nvPr/>
            </p:nvPicPr>
            <p:blipFill>
              <a:blip r:embed="rId104"/>
              <a:stretch>
                <a:fillRect/>
              </a:stretch>
            </p:blipFill>
            <p:spPr>
              <a:xfrm>
                <a:off x="1708128" y="4516704"/>
                <a:ext cx="366840" cy="113400"/>
              </a:xfrm>
              <a:prstGeom prst="rect">
                <a:avLst/>
              </a:prstGeom>
            </p:spPr>
          </p:pic>
        </mc:Fallback>
      </mc:AlternateContent>
      <p:grpSp>
        <p:nvGrpSpPr>
          <p:cNvPr id="78" name="Group 77">
            <a:extLst>
              <a:ext uri="{FF2B5EF4-FFF2-40B4-BE49-F238E27FC236}">
                <a16:creationId xmlns:a16="http://schemas.microsoft.com/office/drawing/2014/main" id="{CEBC9E60-DF6E-76B4-0D84-DA6708E33A02}"/>
              </a:ext>
            </a:extLst>
          </p:cNvPr>
          <p:cNvGrpSpPr/>
          <p:nvPr/>
        </p:nvGrpSpPr>
        <p:grpSpPr>
          <a:xfrm>
            <a:off x="2260368" y="4470624"/>
            <a:ext cx="659160" cy="279360"/>
            <a:chOff x="2260368" y="4470624"/>
            <a:chExt cx="659160" cy="279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5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F5B5FBC3-D91F-916B-09EB-434E3D90A6FF}"/>
                    </a:ext>
                  </a:extLst>
                </p14:cNvPr>
                <p14:cNvContentPartPr/>
                <p14:nvPr/>
              </p14:nvContentPartPr>
              <p14:xfrm>
                <a:off x="2260368" y="4531104"/>
                <a:ext cx="435240" cy="21888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F5B5FBC3-D91F-916B-09EB-434E3D90A6FF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2251368" y="4522464"/>
                  <a:ext cx="452880" cy="23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7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6583F029-3350-E6E0-3538-92A5FF479A50}"/>
                    </a:ext>
                  </a:extLst>
                </p14:cNvPr>
                <p14:cNvContentPartPr/>
                <p14:nvPr/>
              </p14:nvContentPartPr>
              <p14:xfrm>
                <a:off x="2757528" y="4470624"/>
                <a:ext cx="162000" cy="20268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6583F029-3350-E6E0-3538-92A5FF479A50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2748888" y="4461624"/>
                  <a:ext cx="179640" cy="220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7" name="Group 86">
            <a:extLst>
              <a:ext uri="{FF2B5EF4-FFF2-40B4-BE49-F238E27FC236}">
                <a16:creationId xmlns:a16="http://schemas.microsoft.com/office/drawing/2014/main" id="{6043D9BB-2D20-4808-D04E-2C046BFFE961}"/>
              </a:ext>
            </a:extLst>
          </p:cNvPr>
          <p:cNvGrpSpPr/>
          <p:nvPr/>
        </p:nvGrpSpPr>
        <p:grpSpPr>
          <a:xfrm>
            <a:off x="3085488" y="4454424"/>
            <a:ext cx="1646280" cy="371520"/>
            <a:chOff x="3085488" y="4454424"/>
            <a:chExt cx="1646280" cy="371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9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E6736FBA-696B-FF5D-7B79-01BBAF86E56E}"/>
                    </a:ext>
                  </a:extLst>
                </p14:cNvPr>
                <p14:cNvContentPartPr/>
                <p14:nvPr/>
              </p14:nvContentPartPr>
              <p14:xfrm>
                <a:off x="3085488" y="4458024"/>
                <a:ext cx="30600" cy="36792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E6736FBA-696B-FF5D-7B79-01BBAF86E56E}"/>
                    </a:ext>
                  </a:extLst>
                </p:cNvPr>
                <p:cNvPicPr/>
                <p:nvPr/>
              </p:nvPicPr>
              <p:blipFill>
                <a:blip r:embed="rId110"/>
                <a:stretch>
                  <a:fillRect/>
                </a:stretch>
              </p:blipFill>
              <p:spPr>
                <a:xfrm>
                  <a:off x="3076848" y="4449024"/>
                  <a:ext cx="48240" cy="38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1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69721928-73AA-89C6-8186-4753F8542DCD}"/>
                    </a:ext>
                  </a:extLst>
                </p14:cNvPr>
                <p14:cNvContentPartPr/>
                <p14:nvPr/>
              </p14:nvContentPartPr>
              <p14:xfrm>
                <a:off x="3218328" y="4487544"/>
                <a:ext cx="200160" cy="22716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69721928-73AA-89C6-8186-4753F8542DCD}"/>
                    </a:ext>
                  </a:extLst>
                </p:cNvPr>
                <p:cNvPicPr/>
                <p:nvPr/>
              </p:nvPicPr>
              <p:blipFill>
                <a:blip r:embed="rId112"/>
                <a:stretch>
                  <a:fillRect/>
                </a:stretch>
              </p:blipFill>
              <p:spPr>
                <a:xfrm>
                  <a:off x="3209328" y="4478544"/>
                  <a:ext cx="217800" cy="24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3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29D2F11D-C801-EACE-068C-A427E31CD99C}"/>
                    </a:ext>
                  </a:extLst>
                </p14:cNvPr>
                <p14:cNvContentPartPr/>
                <p14:nvPr/>
              </p14:nvContentPartPr>
              <p14:xfrm>
                <a:off x="3478608" y="4571424"/>
                <a:ext cx="327240" cy="24768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29D2F11D-C801-EACE-068C-A427E31CD99C}"/>
                    </a:ext>
                  </a:extLst>
                </p:cNvPr>
                <p:cNvPicPr/>
                <p:nvPr/>
              </p:nvPicPr>
              <p:blipFill>
                <a:blip r:embed="rId114"/>
                <a:stretch>
                  <a:fillRect/>
                </a:stretch>
              </p:blipFill>
              <p:spPr>
                <a:xfrm>
                  <a:off x="3469968" y="4562424"/>
                  <a:ext cx="344880" cy="26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5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9C000967-6D53-787A-2773-49A104D2BF6F}"/>
                    </a:ext>
                  </a:extLst>
                </p14:cNvPr>
                <p14:cNvContentPartPr/>
                <p14:nvPr/>
              </p14:nvContentPartPr>
              <p14:xfrm>
                <a:off x="3895488" y="4454424"/>
                <a:ext cx="45360" cy="344520"/>
              </p14:xfrm>
            </p:contentPart>
          </mc:Choice>
          <mc:Fallback xmlns=""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9C000967-6D53-787A-2773-49A104D2BF6F}"/>
                    </a:ext>
                  </a:extLst>
                </p:cNvPr>
                <p:cNvPicPr/>
                <p:nvPr/>
              </p:nvPicPr>
              <p:blipFill>
                <a:blip r:embed="rId116"/>
                <a:stretch>
                  <a:fillRect/>
                </a:stretch>
              </p:blipFill>
              <p:spPr>
                <a:xfrm>
                  <a:off x="3886848" y="4445424"/>
                  <a:ext cx="63000" cy="36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7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066D41AE-183D-D2A2-7C75-BD29AA3FB454}"/>
                    </a:ext>
                  </a:extLst>
                </p14:cNvPr>
                <p14:cNvContentPartPr/>
                <p14:nvPr/>
              </p14:nvContentPartPr>
              <p14:xfrm>
                <a:off x="4050288" y="4505904"/>
                <a:ext cx="92880" cy="14508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066D41AE-183D-D2A2-7C75-BD29AA3FB454}"/>
                    </a:ext>
                  </a:extLst>
                </p:cNvPr>
                <p:cNvPicPr/>
                <p:nvPr/>
              </p:nvPicPr>
              <p:blipFill>
                <a:blip r:embed="rId118"/>
                <a:stretch>
                  <a:fillRect/>
                </a:stretch>
              </p:blipFill>
              <p:spPr>
                <a:xfrm>
                  <a:off x="4041648" y="4496904"/>
                  <a:ext cx="110520" cy="16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9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EB440BB9-563B-410B-F959-00FAC03DE0B8}"/>
                    </a:ext>
                  </a:extLst>
                </p14:cNvPr>
                <p14:cNvContentPartPr/>
                <p14:nvPr/>
              </p14:nvContentPartPr>
              <p14:xfrm>
                <a:off x="4227048" y="4475664"/>
                <a:ext cx="504720" cy="31608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EB440BB9-563B-410B-F959-00FAC03DE0B8}"/>
                    </a:ext>
                  </a:extLst>
                </p:cNvPr>
                <p:cNvPicPr/>
                <p:nvPr/>
              </p:nvPicPr>
              <p:blipFill>
                <a:blip r:embed="rId120"/>
                <a:stretch>
                  <a:fillRect/>
                </a:stretch>
              </p:blipFill>
              <p:spPr>
                <a:xfrm>
                  <a:off x="4218048" y="4467024"/>
                  <a:ext cx="522360" cy="33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1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FF97C589-CC99-449A-3C92-C8FF8B955A54}"/>
                    </a:ext>
                  </a:extLst>
                </p14:cNvPr>
                <p14:cNvContentPartPr/>
                <p14:nvPr/>
              </p14:nvContentPartPr>
              <p14:xfrm>
                <a:off x="4440888" y="4487184"/>
                <a:ext cx="77040" cy="13320"/>
              </p14:xfrm>
            </p:contentPart>
          </mc:Choice>
          <mc:Fallback xmlns=""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FF97C589-CC99-449A-3C92-C8FF8B955A54}"/>
                    </a:ext>
                  </a:extLst>
                </p:cNvPr>
                <p:cNvPicPr/>
                <p:nvPr/>
              </p:nvPicPr>
              <p:blipFill>
                <a:blip r:embed="rId122"/>
                <a:stretch>
                  <a:fillRect/>
                </a:stretch>
              </p:blipFill>
              <p:spPr>
                <a:xfrm>
                  <a:off x="4431888" y="4478544"/>
                  <a:ext cx="94680" cy="309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23">
            <p14:nvContentPartPr>
              <p14:cNvPr id="98" name="Ink 97">
                <a:extLst>
                  <a:ext uri="{FF2B5EF4-FFF2-40B4-BE49-F238E27FC236}">
                    <a16:creationId xmlns:a16="http://schemas.microsoft.com/office/drawing/2014/main" id="{F3990E73-C403-0B8F-CC7B-CC3D0D5416C7}"/>
                  </a:ext>
                </a:extLst>
              </p14:cNvPr>
              <p14:cNvContentPartPr/>
              <p14:nvPr/>
            </p14:nvContentPartPr>
            <p14:xfrm>
              <a:off x="9456768" y="2788344"/>
              <a:ext cx="8640" cy="13320"/>
            </p14:xfrm>
          </p:contentPart>
        </mc:Choice>
        <mc:Fallback xmlns="">
          <p:pic>
            <p:nvPicPr>
              <p:cNvPr id="98" name="Ink 97">
                <a:extLst>
                  <a:ext uri="{FF2B5EF4-FFF2-40B4-BE49-F238E27FC236}">
                    <a16:creationId xmlns:a16="http://schemas.microsoft.com/office/drawing/2014/main" id="{F3990E73-C403-0B8F-CC7B-CC3D0D5416C7}"/>
                  </a:ext>
                </a:extLst>
              </p:cNvPr>
              <p:cNvPicPr/>
              <p:nvPr/>
            </p:nvPicPr>
            <p:blipFill>
              <a:blip r:embed="rId124"/>
              <a:stretch>
                <a:fillRect/>
              </a:stretch>
            </p:blipFill>
            <p:spPr>
              <a:xfrm>
                <a:off x="9447768" y="2779704"/>
                <a:ext cx="26280" cy="30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5">
            <p14:nvContentPartPr>
              <p14:cNvPr id="100" name="Ink 99">
                <a:extLst>
                  <a:ext uri="{FF2B5EF4-FFF2-40B4-BE49-F238E27FC236}">
                    <a16:creationId xmlns:a16="http://schemas.microsoft.com/office/drawing/2014/main" id="{820A73B4-62C7-BB8B-C9FD-ADEAA9616B7D}"/>
                  </a:ext>
                </a:extLst>
              </p14:cNvPr>
              <p14:cNvContentPartPr/>
              <p14:nvPr/>
            </p14:nvContentPartPr>
            <p14:xfrm>
              <a:off x="868248" y="3143664"/>
              <a:ext cx="153720" cy="57960"/>
            </p14:xfrm>
          </p:contentPart>
        </mc:Choice>
        <mc:Fallback xmlns="">
          <p:pic>
            <p:nvPicPr>
              <p:cNvPr id="100" name="Ink 99">
                <a:extLst>
                  <a:ext uri="{FF2B5EF4-FFF2-40B4-BE49-F238E27FC236}">
                    <a16:creationId xmlns:a16="http://schemas.microsoft.com/office/drawing/2014/main" id="{820A73B4-62C7-BB8B-C9FD-ADEAA9616B7D}"/>
                  </a:ext>
                </a:extLst>
              </p:cNvPr>
              <p:cNvPicPr/>
              <p:nvPr/>
            </p:nvPicPr>
            <p:blipFill>
              <a:blip r:embed="rId126"/>
              <a:stretch>
                <a:fillRect/>
              </a:stretch>
            </p:blipFill>
            <p:spPr>
              <a:xfrm>
                <a:off x="859248" y="3135024"/>
                <a:ext cx="171360" cy="75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7">
            <p14:nvContentPartPr>
              <p14:cNvPr id="114" name="Ink 113">
                <a:extLst>
                  <a:ext uri="{FF2B5EF4-FFF2-40B4-BE49-F238E27FC236}">
                    <a16:creationId xmlns:a16="http://schemas.microsoft.com/office/drawing/2014/main" id="{7420E622-F073-E5E6-56C4-06E491F7C275}"/>
                  </a:ext>
                </a:extLst>
              </p14:cNvPr>
              <p14:cNvContentPartPr/>
              <p14:nvPr/>
            </p14:nvContentPartPr>
            <p14:xfrm>
              <a:off x="9903888" y="4379184"/>
              <a:ext cx="179280" cy="195840"/>
            </p14:xfrm>
          </p:contentPart>
        </mc:Choice>
        <mc:Fallback xmlns="">
          <p:pic>
            <p:nvPicPr>
              <p:cNvPr id="114" name="Ink 113">
                <a:extLst>
                  <a:ext uri="{FF2B5EF4-FFF2-40B4-BE49-F238E27FC236}">
                    <a16:creationId xmlns:a16="http://schemas.microsoft.com/office/drawing/2014/main" id="{7420E622-F073-E5E6-56C4-06E491F7C275}"/>
                  </a:ext>
                </a:extLst>
              </p:cNvPr>
              <p:cNvPicPr/>
              <p:nvPr/>
            </p:nvPicPr>
            <p:blipFill>
              <a:blip r:embed="rId128"/>
              <a:stretch>
                <a:fillRect/>
              </a:stretch>
            </p:blipFill>
            <p:spPr>
              <a:xfrm>
                <a:off x="9895248" y="4370544"/>
                <a:ext cx="196920" cy="213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9">
            <p14:nvContentPartPr>
              <p14:cNvPr id="115" name="Ink 114">
                <a:extLst>
                  <a:ext uri="{FF2B5EF4-FFF2-40B4-BE49-F238E27FC236}">
                    <a16:creationId xmlns:a16="http://schemas.microsoft.com/office/drawing/2014/main" id="{384434D8-D80F-931B-42D2-DF2F56F1F7EF}"/>
                  </a:ext>
                </a:extLst>
              </p14:cNvPr>
              <p14:cNvContentPartPr/>
              <p14:nvPr/>
            </p14:nvContentPartPr>
            <p14:xfrm>
              <a:off x="10139688" y="4404024"/>
              <a:ext cx="174600" cy="164520"/>
            </p14:xfrm>
          </p:contentPart>
        </mc:Choice>
        <mc:Fallback xmlns="">
          <p:pic>
            <p:nvPicPr>
              <p:cNvPr id="115" name="Ink 114">
                <a:extLst>
                  <a:ext uri="{FF2B5EF4-FFF2-40B4-BE49-F238E27FC236}">
                    <a16:creationId xmlns:a16="http://schemas.microsoft.com/office/drawing/2014/main" id="{384434D8-D80F-931B-42D2-DF2F56F1F7EF}"/>
                  </a:ext>
                </a:extLst>
              </p:cNvPr>
              <p:cNvPicPr/>
              <p:nvPr/>
            </p:nvPicPr>
            <p:blipFill>
              <a:blip r:embed="rId130"/>
              <a:stretch>
                <a:fillRect/>
              </a:stretch>
            </p:blipFill>
            <p:spPr>
              <a:xfrm>
                <a:off x="10130688" y="4395384"/>
                <a:ext cx="192240" cy="182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1">
            <p14:nvContentPartPr>
              <p14:cNvPr id="116" name="Ink 115">
                <a:extLst>
                  <a:ext uri="{FF2B5EF4-FFF2-40B4-BE49-F238E27FC236}">
                    <a16:creationId xmlns:a16="http://schemas.microsoft.com/office/drawing/2014/main" id="{5C921599-61B5-5685-8F04-1490B2C86FFE}"/>
                  </a:ext>
                </a:extLst>
              </p14:cNvPr>
              <p14:cNvContentPartPr/>
              <p14:nvPr/>
            </p14:nvContentPartPr>
            <p14:xfrm>
              <a:off x="10356768" y="4456944"/>
              <a:ext cx="107640" cy="14040"/>
            </p14:xfrm>
          </p:contentPart>
        </mc:Choice>
        <mc:Fallback xmlns="">
          <p:pic>
            <p:nvPicPr>
              <p:cNvPr id="116" name="Ink 115">
                <a:extLst>
                  <a:ext uri="{FF2B5EF4-FFF2-40B4-BE49-F238E27FC236}">
                    <a16:creationId xmlns:a16="http://schemas.microsoft.com/office/drawing/2014/main" id="{5C921599-61B5-5685-8F04-1490B2C86FFE}"/>
                  </a:ext>
                </a:extLst>
              </p:cNvPr>
              <p:cNvPicPr/>
              <p:nvPr/>
            </p:nvPicPr>
            <p:blipFill>
              <a:blip r:embed="rId132"/>
              <a:stretch>
                <a:fillRect/>
              </a:stretch>
            </p:blipFill>
            <p:spPr>
              <a:xfrm>
                <a:off x="10347768" y="4447944"/>
                <a:ext cx="125280" cy="31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3">
            <p14:nvContentPartPr>
              <p14:cNvPr id="118" name="Ink 117">
                <a:extLst>
                  <a:ext uri="{FF2B5EF4-FFF2-40B4-BE49-F238E27FC236}">
                    <a16:creationId xmlns:a16="http://schemas.microsoft.com/office/drawing/2014/main" id="{B93A75F7-E566-20F7-9366-513961169EC9}"/>
                  </a:ext>
                </a:extLst>
              </p14:cNvPr>
              <p14:cNvContentPartPr/>
              <p14:nvPr/>
            </p14:nvContentPartPr>
            <p14:xfrm>
              <a:off x="10949688" y="4378464"/>
              <a:ext cx="203400" cy="177120"/>
            </p14:xfrm>
          </p:contentPart>
        </mc:Choice>
        <mc:Fallback xmlns="">
          <p:pic>
            <p:nvPicPr>
              <p:cNvPr id="118" name="Ink 117">
                <a:extLst>
                  <a:ext uri="{FF2B5EF4-FFF2-40B4-BE49-F238E27FC236}">
                    <a16:creationId xmlns:a16="http://schemas.microsoft.com/office/drawing/2014/main" id="{B93A75F7-E566-20F7-9366-513961169EC9}"/>
                  </a:ext>
                </a:extLst>
              </p:cNvPr>
              <p:cNvPicPr/>
              <p:nvPr/>
            </p:nvPicPr>
            <p:blipFill>
              <a:blip r:embed="rId134"/>
              <a:stretch>
                <a:fillRect/>
              </a:stretch>
            </p:blipFill>
            <p:spPr>
              <a:xfrm>
                <a:off x="10941048" y="4369464"/>
                <a:ext cx="221040" cy="194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5">
            <p14:nvContentPartPr>
              <p14:cNvPr id="119" name="Ink 118">
                <a:extLst>
                  <a:ext uri="{FF2B5EF4-FFF2-40B4-BE49-F238E27FC236}">
                    <a16:creationId xmlns:a16="http://schemas.microsoft.com/office/drawing/2014/main" id="{F2F52BB6-6CD3-2580-AC4F-B00C4F086D31}"/>
                  </a:ext>
                </a:extLst>
              </p14:cNvPr>
              <p14:cNvContentPartPr/>
              <p14:nvPr/>
            </p14:nvContentPartPr>
            <p14:xfrm>
              <a:off x="765288" y="2644704"/>
              <a:ext cx="252720" cy="71280"/>
            </p14:xfrm>
          </p:contentPart>
        </mc:Choice>
        <mc:Fallback xmlns="">
          <p:pic>
            <p:nvPicPr>
              <p:cNvPr id="119" name="Ink 118">
                <a:extLst>
                  <a:ext uri="{FF2B5EF4-FFF2-40B4-BE49-F238E27FC236}">
                    <a16:creationId xmlns:a16="http://schemas.microsoft.com/office/drawing/2014/main" id="{F2F52BB6-6CD3-2580-AC4F-B00C4F086D31}"/>
                  </a:ext>
                </a:extLst>
              </p:cNvPr>
              <p:cNvPicPr/>
              <p:nvPr/>
            </p:nvPicPr>
            <p:blipFill>
              <a:blip r:embed="rId136"/>
              <a:stretch>
                <a:fillRect/>
              </a:stretch>
            </p:blipFill>
            <p:spPr>
              <a:xfrm>
                <a:off x="756288" y="2636064"/>
                <a:ext cx="270360" cy="88920"/>
              </a:xfrm>
              <a:prstGeom prst="rect">
                <a:avLst/>
              </a:prstGeom>
            </p:spPr>
          </p:pic>
        </mc:Fallback>
      </mc:AlternateContent>
      <p:grpSp>
        <p:nvGrpSpPr>
          <p:cNvPr id="124" name="Group 123">
            <a:extLst>
              <a:ext uri="{FF2B5EF4-FFF2-40B4-BE49-F238E27FC236}">
                <a16:creationId xmlns:a16="http://schemas.microsoft.com/office/drawing/2014/main" id="{50E4B2F5-431C-FC8A-A07D-83462A08BEB4}"/>
              </a:ext>
            </a:extLst>
          </p:cNvPr>
          <p:cNvGrpSpPr/>
          <p:nvPr/>
        </p:nvGrpSpPr>
        <p:grpSpPr>
          <a:xfrm>
            <a:off x="7715448" y="1324224"/>
            <a:ext cx="3239280" cy="2912040"/>
            <a:chOff x="7715448" y="1324224"/>
            <a:chExt cx="3239280" cy="2912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7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D30B09EE-BE92-68C1-3435-5D0AC2DAD31D}"/>
                    </a:ext>
                  </a:extLst>
                </p14:cNvPr>
                <p14:cNvContentPartPr/>
                <p14:nvPr/>
              </p14:nvContentPartPr>
              <p14:xfrm>
                <a:off x="8367048" y="1324224"/>
                <a:ext cx="227880" cy="26424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D30B09EE-BE92-68C1-3435-5D0AC2DAD31D}"/>
                    </a:ext>
                  </a:extLst>
                </p:cNvPr>
                <p:cNvPicPr/>
                <p:nvPr/>
              </p:nvPicPr>
              <p:blipFill>
                <a:blip r:embed="rId138"/>
                <a:stretch>
                  <a:fillRect/>
                </a:stretch>
              </p:blipFill>
              <p:spPr>
                <a:xfrm>
                  <a:off x="8358048" y="1315584"/>
                  <a:ext cx="245520" cy="28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9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466C738D-AF4D-8D66-5581-4FC6DF295EF7}"/>
                    </a:ext>
                  </a:extLst>
                </p14:cNvPr>
                <p14:cNvContentPartPr/>
                <p14:nvPr/>
              </p14:nvContentPartPr>
              <p14:xfrm>
                <a:off x="7850808" y="1716264"/>
                <a:ext cx="658440" cy="69048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466C738D-AF4D-8D66-5581-4FC6DF295EF7}"/>
                    </a:ext>
                  </a:extLst>
                </p:cNvPr>
                <p:cNvPicPr/>
                <p:nvPr/>
              </p:nvPicPr>
              <p:blipFill>
                <a:blip r:embed="rId140"/>
                <a:stretch>
                  <a:fillRect/>
                </a:stretch>
              </p:blipFill>
              <p:spPr>
                <a:xfrm>
                  <a:off x="7841808" y="1707264"/>
                  <a:ext cx="676080" cy="70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1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2CFB84A7-FC09-2C4F-79AC-9A16DF862394}"/>
                    </a:ext>
                  </a:extLst>
                </p14:cNvPr>
                <p14:cNvContentPartPr/>
                <p14:nvPr/>
              </p14:nvContentPartPr>
              <p14:xfrm>
                <a:off x="8513928" y="1741824"/>
                <a:ext cx="982440" cy="653040"/>
              </p14:xfrm>
            </p:contentPart>
          </mc:Choice>
          <mc:Fallback xmlns=""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2CFB84A7-FC09-2C4F-79AC-9A16DF862394}"/>
                    </a:ext>
                  </a:extLst>
                </p:cNvPr>
                <p:cNvPicPr/>
                <p:nvPr/>
              </p:nvPicPr>
              <p:blipFill>
                <a:blip r:embed="rId142"/>
                <a:stretch>
                  <a:fillRect/>
                </a:stretch>
              </p:blipFill>
              <p:spPr>
                <a:xfrm>
                  <a:off x="8505288" y="1732824"/>
                  <a:ext cx="1000080" cy="67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3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805144C2-18D4-457C-92B1-EC1204521232}"/>
                    </a:ext>
                  </a:extLst>
                </p14:cNvPr>
                <p14:cNvContentPartPr/>
                <p14:nvPr/>
              </p14:nvContentPartPr>
              <p14:xfrm>
                <a:off x="7720488" y="2495664"/>
                <a:ext cx="172080" cy="18432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805144C2-18D4-457C-92B1-EC1204521232}"/>
                    </a:ext>
                  </a:extLst>
                </p:cNvPr>
                <p:cNvPicPr/>
                <p:nvPr/>
              </p:nvPicPr>
              <p:blipFill>
                <a:blip r:embed="rId144"/>
                <a:stretch>
                  <a:fillRect/>
                </a:stretch>
              </p:blipFill>
              <p:spPr>
                <a:xfrm>
                  <a:off x="7711848" y="2486664"/>
                  <a:ext cx="189720" cy="20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5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512F0112-C1B8-1FDA-A14A-0B930A49E7FC}"/>
                    </a:ext>
                  </a:extLst>
                </p14:cNvPr>
                <p14:cNvContentPartPr/>
                <p14:nvPr/>
              </p14:nvContentPartPr>
              <p14:xfrm>
                <a:off x="7958088" y="2497104"/>
                <a:ext cx="126720" cy="17496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512F0112-C1B8-1FDA-A14A-0B930A49E7FC}"/>
                    </a:ext>
                  </a:extLst>
                </p:cNvPr>
                <p:cNvPicPr/>
                <p:nvPr/>
              </p:nvPicPr>
              <p:blipFill>
                <a:blip r:embed="rId146"/>
                <a:stretch>
                  <a:fillRect/>
                </a:stretch>
              </p:blipFill>
              <p:spPr>
                <a:xfrm>
                  <a:off x="7949448" y="2488104"/>
                  <a:ext cx="144360" cy="19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7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35161BF3-D01A-E698-6B9F-4C9D6AF7CBB3}"/>
                    </a:ext>
                  </a:extLst>
                </p14:cNvPr>
                <p14:cNvContentPartPr/>
                <p14:nvPr/>
              </p14:nvContentPartPr>
              <p14:xfrm>
                <a:off x="9425448" y="2511144"/>
                <a:ext cx="79920" cy="140400"/>
              </p14:xfrm>
            </p:contentPart>
          </mc:Choice>
          <mc:Fallback xmlns=""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35161BF3-D01A-E698-6B9F-4C9D6AF7CBB3}"/>
                    </a:ext>
                  </a:extLst>
                </p:cNvPr>
                <p:cNvPicPr/>
                <p:nvPr/>
              </p:nvPicPr>
              <p:blipFill>
                <a:blip r:embed="rId148"/>
                <a:stretch>
                  <a:fillRect/>
                </a:stretch>
              </p:blipFill>
              <p:spPr>
                <a:xfrm>
                  <a:off x="9416808" y="2502144"/>
                  <a:ext cx="97560" cy="15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9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07C07ED3-DAE4-D853-3518-3013A5838964}"/>
                    </a:ext>
                  </a:extLst>
                </p14:cNvPr>
                <p14:cNvContentPartPr/>
                <p14:nvPr/>
              </p14:nvContentPartPr>
              <p14:xfrm>
                <a:off x="9580608" y="2483064"/>
                <a:ext cx="138960" cy="210960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07C07ED3-DAE4-D853-3518-3013A5838964}"/>
                    </a:ext>
                  </a:extLst>
                </p:cNvPr>
                <p:cNvPicPr/>
                <p:nvPr/>
              </p:nvPicPr>
              <p:blipFill>
                <a:blip r:embed="rId150"/>
                <a:stretch>
                  <a:fillRect/>
                </a:stretch>
              </p:blipFill>
              <p:spPr>
                <a:xfrm>
                  <a:off x="9571608" y="2474424"/>
                  <a:ext cx="156600" cy="22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1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67896CC8-C959-00E5-02DE-697B4693A6B1}"/>
                    </a:ext>
                  </a:extLst>
                </p14:cNvPr>
                <p14:cNvContentPartPr/>
                <p14:nvPr/>
              </p14:nvContentPartPr>
              <p14:xfrm>
                <a:off x="9186768" y="2824344"/>
                <a:ext cx="330120" cy="484920"/>
              </p14:xfrm>
            </p:contentPart>
          </mc:Choice>
          <mc:Fallback xmlns=""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67896CC8-C959-00E5-02DE-697B4693A6B1}"/>
                    </a:ext>
                  </a:extLst>
                </p:cNvPr>
                <p:cNvPicPr/>
                <p:nvPr/>
              </p:nvPicPr>
              <p:blipFill>
                <a:blip r:embed="rId152"/>
                <a:stretch>
                  <a:fillRect/>
                </a:stretch>
              </p:blipFill>
              <p:spPr>
                <a:xfrm>
                  <a:off x="9177768" y="2815704"/>
                  <a:ext cx="347760" cy="50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3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F18C8685-7DF4-1FA8-5B3D-00EC81CCA412}"/>
                    </a:ext>
                  </a:extLst>
                </p14:cNvPr>
                <p14:cNvContentPartPr/>
                <p14:nvPr/>
              </p14:nvContentPartPr>
              <p14:xfrm>
                <a:off x="9582768" y="2819664"/>
                <a:ext cx="750600" cy="521280"/>
              </p14:xfrm>
            </p:contentPart>
          </mc:Choice>
          <mc:Fallback xmlns=""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F18C8685-7DF4-1FA8-5B3D-00EC81CCA412}"/>
                    </a:ext>
                  </a:extLst>
                </p:cNvPr>
                <p:cNvPicPr/>
                <p:nvPr/>
              </p:nvPicPr>
              <p:blipFill>
                <a:blip r:embed="rId154"/>
                <a:stretch>
                  <a:fillRect/>
                </a:stretch>
              </p:blipFill>
              <p:spPr>
                <a:xfrm>
                  <a:off x="9574128" y="2810664"/>
                  <a:ext cx="768240" cy="53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5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D6935EE3-16C3-89A8-ACE7-BD088F00E0C5}"/>
                    </a:ext>
                  </a:extLst>
                </p14:cNvPr>
                <p14:cNvContentPartPr/>
                <p14:nvPr/>
              </p14:nvContentPartPr>
              <p14:xfrm>
                <a:off x="9155448" y="3444624"/>
                <a:ext cx="162720" cy="190080"/>
              </p14:xfrm>
            </p:contentPart>
          </mc:Choice>
          <mc:Fallback xmlns=""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D6935EE3-16C3-89A8-ACE7-BD088F00E0C5}"/>
                    </a:ext>
                  </a:extLst>
                </p:cNvPr>
                <p:cNvPicPr/>
                <p:nvPr/>
              </p:nvPicPr>
              <p:blipFill>
                <a:blip r:embed="rId156"/>
                <a:stretch>
                  <a:fillRect/>
                </a:stretch>
              </p:blipFill>
              <p:spPr>
                <a:xfrm>
                  <a:off x="9146448" y="3435984"/>
                  <a:ext cx="180360" cy="20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7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F5F5170C-CDA2-046C-4F2D-303532B8424F}"/>
                    </a:ext>
                  </a:extLst>
                </p14:cNvPr>
                <p14:cNvContentPartPr/>
                <p14:nvPr/>
              </p14:nvContentPartPr>
              <p14:xfrm>
                <a:off x="10310328" y="3485664"/>
                <a:ext cx="201240" cy="149040"/>
              </p14:xfrm>
            </p:contentPart>
          </mc:Choice>
          <mc:Fallback xmlns=""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F5F5170C-CDA2-046C-4F2D-303532B8424F}"/>
                    </a:ext>
                  </a:extLst>
                </p:cNvPr>
                <p:cNvPicPr/>
                <p:nvPr/>
              </p:nvPicPr>
              <p:blipFill>
                <a:blip r:embed="rId158"/>
                <a:stretch>
                  <a:fillRect/>
                </a:stretch>
              </p:blipFill>
              <p:spPr>
                <a:xfrm>
                  <a:off x="10301688" y="3477024"/>
                  <a:ext cx="218880" cy="16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9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88051751-0E77-D5A2-EEAB-7893E7DE9CA9}"/>
                    </a:ext>
                  </a:extLst>
                </p14:cNvPr>
                <p14:cNvContentPartPr/>
                <p14:nvPr/>
              </p14:nvContentPartPr>
              <p14:xfrm>
                <a:off x="10575648" y="3464424"/>
                <a:ext cx="132480" cy="199080"/>
              </p14:xfrm>
            </p:contentPart>
          </mc:Choice>
          <mc:Fallback xmlns=""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88051751-0E77-D5A2-EEAB-7893E7DE9CA9}"/>
                    </a:ext>
                  </a:extLst>
                </p:cNvPr>
                <p:cNvPicPr/>
                <p:nvPr/>
              </p:nvPicPr>
              <p:blipFill>
                <a:blip r:embed="rId160"/>
                <a:stretch>
                  <a:fillRect/>
                </a:stretch>
              </p:blipFill>
              <p:spPr>
                <a:xfrm>
                  <a:off x="10567008" y="3455784"/>
                  <a:ext cx="150120" cy="21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1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66FADB54-CA65-E8DE-11E1-03B91A757CA3}"/>
                    </a:ext>
                  </a:extLst>
                </p14:cNvPr>
                <p14:cNvContentPartPr/>
                <p14:nvPr/>
              </p14:nvContentPartPr>
              <p14:xfrm>
                <a:off x="10167768" y="3769344"/>
                <a:ext cx="304920" cy="466920"/>
              </p14:xfrm>
            </p:contentPart>
          </mc:Choice>
          <mc:Fallback xmlns=""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66FADB54-CA65-E8DE-11E1-03B91A757CA3}"/>
                    </a:ext>
                  </a:extLst>
                </p:cNvPr>
                <p:cNvPicPr/>
                <p:nvPr/>
              </p:nvPicPr>
              <p:blipFill>
                <a:blip r:embed="rId162"/>
                <a:stretch>
                  <a:fillRect/>
                </a:stretch>
              </p:blipFill>
              <p:spPr>
                <a:xfrm>
                  <a:off x="10159128" y="3760344"/>
                  <a:ext cx="322560" cy="48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3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17607BFF-4475-A80E-9FDF-8CB2B59E7205}"/>
                    </a:ext>
                  </a:extLst>
                </p14:cNvPr>
                <p14:cNvContentPartPr/>
                <p14:nvPr/>
              </p14:nvContentPartPr>
              <p14:xfrm>
                <a:off x="10471968" y="3762864"/>
                <a:ext cx="482760" cy="434880"/>
              </p14:xfrm>
            </p:contentPart>
          </mc:Choice>
          <mc:Fallback xmlns=""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17607BFF-4475-A80E-9FDF-8CB2B59E7205}"/>
                    </a:ext>
                  </a:extLst>
                </p:cNvPr>
                <p:cNvPicPr/>
                <p:nvPr/>
              </p:nvPicPr>
              <p:blipFill>
                <a:blip r:embed="rId164"/>
                <a:stretch>
                  <a:fillRect/>
                </a:stretch>
              </p:blipFill>
              <p:spPr>
                <a:xfrm>
                  <a:off x="10463328" y="3753864"/>
                  <a:ext cx="500400" cy="45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5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9BC700FB-7BB0-2D43-CA39-AE93FAE9781D}"/>
                    </a:ext>
                  </a:extLst>
                </p14:cNvPr>
                <p14:cNvContentPartPr/>
                <p14:nvPr/>
              </p14:nvContentPartPr>
              <p14:xfrm>
                <a:off x="7797168" y="2756664"/>
                <a:ext cx="38880" cy="253080"/>
              </p14:xfrm>
            </p:contentPart>
          </mc:Choice>
          <mc:Fallback xmlns=""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9BC700FB-7BB0-2D43-CA39-AE93FAE9781D}"/>
                    </a:ext>
                  </a:extLst>
                </p:cNvPr>
                <p:cNvPicPr/>
                <p:nvPr/>
              </p:nvPicPr>
              <p:blipFill>
                <a:blip r:embed="rId166"/>
                <a:stretch>
                  <a:fillRect/>
                </a:stretch>
              </p:blipFill>
              <p:spPr>
                <a:xfrm>
                  <a:off x="7788168" y="2747664"/>
                  <a:ext cx="56520" cy="27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7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00A9F501-9696-97C7-E1E2-0EFDA5B548FB}"/>
                    </a:ext>
                  </a:extLst>
                </p14:cNvPr>
                <p14:cNvContentPartPr/>
                <p14:nvPr/>
              </p14:nvContentPartPr>
              <p14:xfrm>
                <a:off x="7715448" y="3210984"/>
                <a:ext cx="176760" cy="164520"/>
              </p14:xfrm>
            </p:contentPart>
          </mc:Choice>
          <mc:Fallback xmlns=""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00A9F501-9696-97C7-E1E2-0EFDA5B548FB}"/>
                    </a:ext>
                  </a:extLst>
                </p:cNvPr>
                <p:cNvPicPr/>
                <p:nvPr/>
              </p:nvPicPr>
              <p:blipFill>
                <a:blip r:embed="rId168"/>
                <a:stretch>
                  <a:fillRect/>
                </a:stretch>
              </p:blipFill>
              <p:spPr>
                <a:xfrm>
                  <a:off x="7706448" y="3202344"/>
                  <a:ext cx="194400" cy="18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9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F8DC0D27-2433-132F-0C01-590BC737F52D}"/>
                    </a:ext>
                  </a:extLst>
                </p14:cNvPr>
                <p14:cNvContentPartPr/>
                <p14:nvPr/>
              </p14:nvContentPartPr>
              <p14:xfrm>
                <a:off x="7861608" y="3200904"/>
                <a:ext cx="76320" cy="153360"/>
              </p14:xfrm>
            </p:contentPart>
          </mc:Choice>
          <mc:Fallback xmlns=""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F8DC0D27-2433-132F-0C01-590BC737F52D}"/>
                    </a:ext>
                  </a:extLst>
                </p:cNvPr>
                <p:cNvPicPr/>
                <p:nvPr/>
              </p:nvPicPr>
              <p:blipFill>
                <a:blip r:embed="rId170"/>
                <a:stretch>
                  <a:fillRect/>
                </a:stretch>
              </p:blipFill>
              <p:spPr>
                <a:xfrm>
                  <a:off x="7852608" y="3192264"/>
                  <a:ext cx="93960" cy="171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71">
            <p14:nvContentPartPr>
              <p14:cNvPr id="125" name="Ink 124">
                <a:extLst>
                  <a:ext uri="{FF2B5EF4-FFF2-40B4-BE49-F238E27FC236}">
                    <a16:creationId xmlns:a16="http://schemas.microsoft.com/office/drawing/2014/main" id="{57731820-E4EA-86FF-90A7-2B3489BCFF78}"/>
                  </a:ext>
                </a:extLst>
              </p14:cNvPr>
              <p14:cNvContentPartPr/>
              <p14:nvPr/>
            </p14:nvContentPartPr>
            <p14:xfrm>
              <a:off x="2238048" y="1174464"/>
              <a:ext cx="269280" cy="191160"/>
            </p14:xfrm>
          </p:contentPart>
        </mc:Choice>
        <mc:Fallback xmlns="">
          <p:pic>
            <p:nvPicPr>
              <p:cNvPr id="125" name="Ink 124">
                <a:extLst>
                  <a:ext uri="{FF2B5EF4-FFF2-40B4-BE49-F238E27FC236}">
                    <a16:creationId xmlns:a16="http://schemas.microsoft.com/office/drawing/2014/main" id="{57731820-E4EA-86FF-90A7-2B3489BCFF78}"/>
                  </a:ext>
                </a:extLst>
              </p:cNvPr>
              <p:cNvPicPr/>
              <p:nvPr/>
            </p:nvPicPr>
            <p:blipFill>
              <a:blip r:embed="rId172"/>
              <a:stretch>
                <a:fillRect/>
              </a:stretch>
            </p:blipFill>
            <p:spPr>
              <a:xfrm>
                <a:off x="2229048" y="1165464"/>
                <a:ext cx="286920" cy="208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3">
            <p14:nvContentPartPr>
              <p14:cNvPr id="126" name="Ink 125">
                <a:extLst>
                  <a:ext uri="{FF2B5EF4-FFF2-40B4-BE49-F238E27FC236}">
                    <a16:creationId xmlns:a16="http://schemas.microsoft.com/office/drawing/2014/main" id="{638E44B5-7035-5D93-7C67-8F8CBC7AA804}"/>
                  </a:ext>
                </a:extLst>
              </p14:cNvPr>
              <p14:cNvContentPartPr/>
              <p14:nvPr/>
            </p14:nvContentPartPr>
            <p14:xfrm>
              <a:off x="3850488" y="1124424"/>
              <a:ext cx="189720" cy="145080"/>
            </p14:xfrm>
          </p:contentPart>
        </mc:Choice>
        <mc:Fallback xmlns="">
          <p:pic>
            <p:nvPicPr>
              <p:cNvPr id="126" name="Ink 125">
                <a:extLst>
                  <a:ext uri="{FF2B5EF4-FFF2-40B4-BE49-F238E27FC236}">
                    <a16:creationId xmlns:a16="http://schemas.microsoft.com/office/drawing/2014/main" id="{638E44B5-7035-5D93-7C67-8F8CBC7AA804}"/>
                  </a:ext>
                </a:extLst>
              </p:cNvPr>
              <p:cNvPicPr/>
              <p:nvPr/>
            </p:nvPicPr>
            <p:blipFill>
              <a:blip r:embed="rId174"/>
              <a:stretch>
                <a:fillRect/>
              </a:stretch>
            </p:blipFill>
            <p:spPr>
              <a:xfrm>
                <a:off x="3841848" y="1115784"/>
                <a:ext cx="207360" cy="162720"/>
              </a:xfrm>
              <a:prstGeom prst="rect">
                <a:avLst/>
              </a:prstGeom>
            </p:spPr>
          </p:pic>
        </mc:Fallback>
      </mc:AlternateContent>
      <p:grpSp>
        <p:nvGrpSpPr>
          <p:cNvPr id="202" name="Group 201">
            <a:extLst>
              <a:ext uri="{FF2B5EF4-FFF2-40B4-BE49-F238E27FC236}">
                <a16:creationId xmlns:a16="http://schemas.microsoft.com/office/drawing/2014/main" id="{EBF49A9B-B32E-1423-1F78-C506A57DC99D}"/>
              </a:ext>
            </a:extLst>
          </p:cNvPr>
          <p:cNvGrpSpPr/>
          <p:nvPr/>
        </p:nvGrpSpPr>
        <p:grpSpPr>
          <a:xfrm>
            <a:off x="4848048" y="647424"/>
            <a:ext cx="1233360" cy="896760"/>
            <a:chOff x="4848048" y="647424"/>
            <a:chExt cx="1233360" cy="896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75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B8E62B37-F058-5EF0-2AB9-4F04317AF696}"/>
                    </a:ext>
                  </a:extLst>
                </p14:cNvPr>
                <p14:cNvContentPartPr/>
                <p14:nvPr/>
              </p14:nvContentPartPr>
              <p14:xfrm>
                <a:off x="4960728" y="776304"/>
                <a:ext cx="103320" cy="6192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B8E62B37-F058-5EF0-2AB9-4F04317AF696}"/>
                    </a:ext>
                  </a:extLst>
                </p:cNvPr>
                <p:cNvPicPr/>
                <p:nvPr/>
              </p:nvPicPr>
              <p:blipFill>
                <a:blip r:embed="rId176"/>
                <a:stretch>
                  <a:fillRect/>
                </a:stretch>
              </p:blipFill>
              <p:spPr>
                <a:xfrm>
                  <a:off x="4951728" y="767304"/>
                  <a:ext cx="120960" cy="7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7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9521B8BD-7954-F72B-F69E-63C92F3697C5}"/>
                    </a:ext>
                  </a:extLst>
                </p14:cNvPr>
                <p14:cNvContentPartPr/>
                <p14:nvPr/>
              </p14:nvContentPartPr>
              <p14:xfrm>
                <a:off x="5376888" y="647424"/>
                <a:ext cx="143280" cy="19080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9521B8BD-7954-F72B-F69E-63C92F3697C5}"/>
                    </a:ext>
                  </a:extLst>
                </p:cNvPr>
                <p:cNvPicPr/>
                <p:nvPr/>
              </p:nvPicPr>
              <p:blipFill>
                <a:blip r:embed="rId178"/>
                <a:stretch>
                  <a:fillRect/>
                </a:stretch>
              </p:blipFill>
              <p:spPr>
                <a:xfrm>
                  <a:off x="5367888" y="638784"/>
                  <a:ext cx="160920" cy="20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9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7F513E89-3A18-31C4-CA0A-D165B14FD0BB}"/>
                    </a:ext>
                  </a:extLst>
                </p14:cNvPr>
                <p14:cNvContentPartPr/>
                <p14:nvPr/>
              </p14:nvContentPartPr>
              <p14:xfrm>
                <a:off x="5620968" y="764424"/>
                <a:ext cx="61920" cy="4752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7F513E89-3A18-31C4-CA0A-D165B14FD0BB}"/>
                    </a:ext>
                  </a:extLst>
                </p:cNvPr>
                <p:cNvPicPr/>
                <p:nvPr/>
              </p:nvPicPr>
              <p:blipFill>
                <a:blip r:embed="rId180"/>
                <a:stretch>
                  <a:fillRect/>
                </a:stretch>
              </p:blipFill>
              <p:spPr>
                <a:xfrm>
                  <a:off x="5611968" y="755424"/>
                  <a:ext cx="79560" cy="6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1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CF2511F5-11A5-81D6-3E9E-6232E65AF9BA}"/>
                    </a:ext>
                  </a:extLst>
                </p14:cNvPr>
                <p14:cNvContentPartPr/>
                <p14:nvPr/>
              </p14:nvContentPartPr>
              <p14:xfrm>
                <a:off x="5773608" y="757584"/>
                <a:ext cx="47880" cy="6336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CF2511F5-11A5-81D6-3E9E-6232E65AF9BA}"/>
                    </a:ext>
                  </a:extLst>
                </p:cNvPr>
                <p:cNvPicPr/>
                <p:nvPr/>
              </p:nvPicPr>
              <p:blipFill>
                <a:blip r:embed="rId182"/>
                <a:stretch>
                  <a:fillRect/>
                </a:stretch>
              </p:blipFill>
              <p:spPr>
                <a:xfrm>
                  <a:off x="5764968" y="748584"/>
                  <a:ext cx="65520" cy="8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3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B36D8769-F40F-411A-7BA2-C91B670A5FD7}"/>
                    </a:ext>
                  </a:extLst>
                </p14:cNvPr>
                <p14:cNvContentPartPr/>
                <p14:nvPr/>
              </p14:nvContentPartPr>
              <p14:xfrm>
                <a:off x="5882688" y="711504"/>
                <a:ext cx="146880" cy="14472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B36D8769-F40F-411A-7BA2-C91B670A5FD7}"/>
                    </a:ext>
                  </a:extLst>
                </p:cNvPr>
                <p:cNvPicPr/>
                <p:nvPr/>
              </p:nvPicPr>
              <p:blipFill>
                <a:blip r:embed="rId184"/>
                <a:stretch>
                  <a:fillRect/>
                </a:stretch>
              </p:blipFill>
              <p:spPr>
                <a:xfrm>
                  <a:off x="5873688" y="702504"/>
                  <a:ext cx="164520" cy="16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5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0AC15D02-D6EA-E521-8D59-864002786EDB}"/>
                    </a:ext>
                  </a:extLst>
                </p14:cNvPr>
                <p14:cNvContentPartPr/>
                <p14:nvPr/>
              </p14:nvContentPartPr>
              <p14:xfrm>
                <a:off x="5001408" y="977184"/>
                <a:ext cx="17640" cy="370440"/>
              </p14:xfrm>
            </p:contentPart>
          </mc:Choice>
          <mc:Fallback xmlns=""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0AC15D02-D6EA-E521-8D59-864002786EDB}"/>
                    </a:ext>
                  </a:extLst>
                </p:cNvPr>
                <p:cNvPicPr/>
                <p:nvPr/>
              </p:nvPicPr>
              <p:blipFill>
                <a:blip r:embed="rId186"/>
                <a:stretch>
                  <a:fillRect/>
                </a:stretch>
              </p:blipFill>
              <p:spPr>
                <a:xfrm>
                  <a:off x="4992768" y="968184"/>
                  <a:ext cx="35280" cy="38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7">
              <p14:nvContentPartPr>
                <p14:cNvPr id="193" name="Ink 192">
                  <a:extLst>
                    <a:ext uri="{FF2B5EF4-FFF2-40B4-BE49-F238E27FC236}">
                      <a16:creationId xmlns:a16="http://schemas.microsoft.com/office/drawing/2014/main" id="{7D7C8ED5-3171-84DC-C612-A99871521BC1}"/>
                    </a:ext>
                  </a:extLst>
                </p14:cNvPr>
                <p14:cNvContentPartPr/>
                <p14:nvPr/>
              </p14:nvContentPartPr>
              <p14:xfrm>
                <a:off x="5013288" y="1044144"/>
                <a:ext cx="1800" cy="4680"/>
              </p14:xfrm>
            </p:contentPart>
          </mc:Choice>
          <mc:Fallback xmlns="">
            <p:pic>
              <p:nvPicPr>
                <p:cNvPr id="193" name="Ink 192">
                  <a:extLst>
                    <a:ext uri="{FF2B5EF4-FFF2-40B4-BE49-F238E27FC236}">
                      <a16:creationId xmlns:a16="http://schemas.microsoft.com/office/drawing/2014/main" id="{7D7C8ED5-3171-84DC-C612-A99871521BC1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5004288" y="1035504"/>
                  <a:ext cx="19440" cy="2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8">
              <p14:nvContentPartPr>
                <p14:cNvPr id="194" name="Ink 193">
                  <a:extLst>
                    <a:ext uri="{FF2B5EF4-FFF2-40B4-BE49-F238E27FC236}">
                      <a16:creationId xmlns:a16="http://schemas.microsoft.com/office/drawing/2014/main" id="{B00F2FE4-E281-9A3A-1649-EB93DBB43B76}"/>
                    </a:ext>
                  </a:extLst>
                </p14:cNvPr>
                <p14:cNvContentPartPr/>
                <p14:nvPr/>
              </p14:nvContentPartPr>
              <p14:xfrm>
                <a:off x="4848048" y="1289664"/>
                <a:ext cx="158400" cy="170280"/>
              </p14:xfrm>
            </p:contentPart>
          </mc:Choice>
          <mc:Fallback xmlns="">
            <p:pic>
              <p:nvPicPr>
                <p:cNvPr id="194" name="Ink 193">
                  <a:extLst>
                    <a:ext uri="{FF2B5EF4-FFF2-40B4-BE49-F238E27FC236}">
                      <a16:creationId xmlns:a16="http://schemas.microsoft.com/office/drawing/2014/main" id="{B00F2FE4-E281-9A3A-1649-EB93DBB43B76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4839048" y="1281024"/>
                  <a:ext cx="176040" cy="18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0">
              <p14:nvContentPartPr>
                <p14:cNvPr id="195" name="Ink 194">
                  <a:extLst>
                    <a:ext uri="{FF2B5EF4-FFF2-40B4-BE49-F238E27FC236}">
                      <a16:creationId xmlns:a16="http://schemas.microsoft.com/office/drawing/2014/main" id="{A5E61847-2E62-A1A3-9D06-DBAB7FCF9571}"/>
                    </a:ext>
                  </a:extLst>
                </p14:cNvPr>
                <p14:cNvContentPartPr/>
                <p14:nvPr/>
              </p14:nvContentPartPr>
              <p14:xfrm>
                <a:off x="5092488" y="1281744"/>
                <a:ext cx="116640" cy="154800"/>
              </p14:xfrm>
            </p:contentPart>
          </mc:Choice>
          <mc:Fallback xmlns="">
            <p:pic>
              <p:nvPicPr>
                <p:cNvPr id="195" name="Ink 194">
                  <a:extLst>
                    <a:ext uri="{FF2B5EF4-FFF2-40B4-BE49-F238E27FC236}">
                      <a16:creationId xmlns:a16="http://schemas.microsoft.com/office/drawing/2014/main" id="{A5E61847-2E62-A1A3-9D06-DBAB7FCF9571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5083848" y="1273104"/>
                  <a:ext cx="134280" cy="17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2">
              <p14:nvContentPartPr>
                <p14:cNvPr id="196" name="Ink 195">
                  <a:extLst>
                    <a:ext uri="{FF2B5EF4-FFF2-40B4-BE49-F238E27FC236}">
                      <a16:creationId xmlns:a16="http://schemas.microsoft.com/office/drawing/2014/main" id="{4A262ED5-1666-6AF7-3DF1-B2CCF5874138}"/>
                    </a:ext>
                  </a:extLst>
                </p14:cNvPr>
                <p14:cNvContentPartPr/>
                <p14:nvPr/>
              </p14:nvContentPartPr>
              <p14:xfrm>
                <a:off x="5223168" y="1326024"/>
                <a:ext cx="98640" cy="47160"/>
              </p14:xfrm>
            </p:contentPart>
          </mc:Choice>
          <mc:Fallback xmlns="">
            <p:pic>
              <p:nvPicPr>
                <p:cNvPr id="196" name="Ink 195">
                  <a:extLst>
                    <a:ext uri="{FF2B5EF4-FFF2-40B4-BE49-F238E27FC236}">
                      <a16:creationId xmlns:a16="http://schemas.microsoft.com/office/drawing/2014/main" id="{4A262ED5-1666-6AF7-3DF1-B2CCF5874138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5214528" y="1317384"/>
                  <a:ext cx="116280" cy="6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4">
              <p14:nvContentPartPr>
                <p14:cNvPr id="197" name="Ink 196">
                  <a:extLst>
                    <a:ext uri="{FF2B5EF4-FFF2-40B4-BE49-F238E27FC236}">
                      <a16:creationId xmlns:a16="http://schemas.microsoft.com/office/drawing/2014/main" id="{1EFFE435-7CFA-A89D-B171-EB76C44C9D98}"/>
                    </a:ext>
                  </a:extLst>
                </p14:cNvPr>
                <p14:cNvContentPartPr/>
                <p14:nvPr/>
              </p14:nvContentPartPr>
              <p14:xfrm>
                <a:off x="5806368" y="938664"/>
                <a:ext cx="28800" cy="285120"/>
              </p14:xfrm>
            </p:contentPart>
          </mc:Choice>
          <mc:Fallback xmlns="">
            <p:pic>
              <p:nvPicPr>
                <p:cNvPr id="197" name="Ink 196">
                  <a:extLst>
                    <a:ext uri="{FF2B5EF4-FFF2-40B4-BE49-F238E27FC236}">
                      <a16:creationId xmlns:a16="http://schemas.microsoft.com/office/drawing/2014/main" id="{1EFFE435-7CFA-A89D-B171-EB76C44C9D98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5797728" y="929664"/>
                  <a:ext cx="46440" cy="30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6">
              <p14:nvContentPartPr>
                <p14:cNvPr id="198" name="Ink 197">
                  <a:extLst>
                    <a:ext uri="{FF2B5EF4-FFF2-40B4-BE49-F238E27FC236}">
                      <a16:creationId xmlns:a16="http://schemas.microsoft.com/office/drawing/2014/main" id="{8185D2F7-B59A-DF74-FDEF-CF0C4DADE045}"/>
                    </a:ext>
                  </a:extLst>
                </p14:cNvPr>
                <p14:cNvContentPartPr/>
                <p14:nvPr/>
              </p14:nvContentPartPr>
              <p14:xfrm>
                <a:off x="5694048" y="1211544"/>
                <a:ext cx="86760" cy="34560"/>
              </p14:xfrm>
            </p:contentPart>
          </mc:Choice>
          <mc:Fallback xmlns="">
            <p:pic>
              <p:nvPicPr>
                <p:cNvPr id="198" name="Ink 197">
                  <a:extLst>
                    <a:ext uri="{FF2B5EF4-FFF2-40B4-BE49-F238E27FC236}">
                      <a16:creationId xmlns:a16="http://schemas.microsoft.com/office/drawing/2014/main" id="{8185D2F7-B59A-DF74-FDEF-CF0C4DADE045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5685048" y="1202904"/>
                  <a:ext cx="104400" cy="5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8">
              <p14:nvContentPartPr>
                <p14:cNvPr id="199" name="Ink 198">
                  <a:extLst>
                    <a:ext uri="{FF2B5EF4-FFF2-40B4-BE49-F238E27FC236}">
                      <a16:creationId xmlns:a16="http://schemas.microsoft.com/office/drawing/2014/main" id="{C0CC0216-F6E2-733C-0A25-4632388D6E8B}"/>
                    </a:ext>
                  </a:extLst>
                </p14:cNvPr>
                <p14:cNvContentPartPr/>
                <p14:nvPr/>
              </p14:nvContentPartPr>
              <p14:xfrm>
                <a:off x="5834448" y="1213344"/>
                <a:ext cx="30240" cy="92520"/>
              </p14:xfrm>
            </p:contentPart>
          </mc:Choice>
          <mc:Fallback xmlns="">
            <p:pic>
              <p:nvPicPr>
                <p:cNvPr id="199" name="Ink 198">
                  <a:extLst>
                    <a:ext uri="{FF2B5EF4-FFF2-40B4-BE49-F238E27FC236}">
                      <a16:creationId xmlns:a16="http://schemas.microsoft.com/office/drawing/2014/main" id="{C0CC0216-F6E2-733C-0A25-4632388D6E8B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5825448" y="1204704"/>
                  <a:ext cx="47880" cy="11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0">
              <p14:nvContentPartPr>
                <p14:cNvPr id="200" name="Ink 199">
                  <a:extLst>
                    <a:ext uri="{FF2B5EF4-FFF2-40B4-BE49-F238E27FC236}">
                      <a16:creationId xmlns:a16="http://schemas.microsoft.com/office/drawing/2014/main" id="{F1FE558F-015F-EDB6-5202-C12EABBC464D}"/>
                    </a:ext>
                  </a:extLst>
                </p14:cNvPr>
                <p14:cNvContentPartPr/>
                <p14:nvPr/>
              </p14:nvContentPartPr>
              <p14:xfrm>
                <a:off x="5770008" y="1362024"/>
                <a:ext cx="194040" cy="182160"/>
              </p14:xfrm>
            </p:contentPart>
          </mc:Choice>
          <mc:Fallback xmlns="">
            <p:pic>
              <p:nvPicPr>
                <p:cNvPr id="200" name="Ink 199">
                  <a:extLst>
                    <a:ext uri="{FF2B5EF4-FFF2-40B4-BE49-F238E27FC236}">
                      <a16:creationId xmlns:a16="http://schemas.microsoft.com/office/drawing/2014/main" id="{F1FE558F-015F-EDB6-5202-C12EABBC464D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5761008" y="1353024"/>
                  <a:ext cx="211680" cy="19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2">
              <p14:nvContentPartPr>
                <p14:cNvPr id="201" name="Ink 200">
                  <a:extLst>
                    <a:ext uri="{FF2B5EF4-FFF2-40B4-BE49-F238E27FC236}">
                      <a16:creationId xmlns:a16="http://schemas.microsoft.com/office/drawing/2014/main" id="{C256BE27-CF65-7AA4-372B-154EAECF83D9}"/>
                    </a:ext>
                  </a:extLst>
                </p14:cNvPr>
                <p14:cNvContentPartPr/>
                <p14:nvPr/>
              </p14:nvContentPartPr>
              <p14:xfrm>
                <a:off x="6078888" y="1416744"/>
                <a:ext cx="2520" cy="6480"/>
              </p14:xfrm>
            </p:contentPart>
          </mc:Choice>
          <mc:Fallback xmlns="">
            <p:pic>
              <p:nvPicPr>
                <p:cNvPr id="201" name="Ink 200">
                  <a:extLst>
                    <a:ext uri="{FF2B5EF4-FFF2-40B4-BE49-F238E27FC236}">
                      <a16:creationId xmlns:a16="http://schemas.microsoft.com/office/drawing/2014/main" id="{C256BE27-CF65-7AA4-372B-154EAECF83D9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6070248" y="1408104"/>
                  <a:ext cx="20160" cy="24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8" name="Group 217">
            <a:extLst>
              <a:ext uri="{FF2B5EF4-FFF2-40B4-BE49-F238E27FC236}">
                <a16:creationId xmlns:a16="http://schemas.microsoft.com/office/drawing/2014/main" id="{889997ED-7BA5-EDBF-DFAA-0D3415CE9F6C}"/>
              </a:ext>
            </a:extLst>
          </p:cNvPr>
          <p:cNvGrpSpPr/>
          <p:nvPr/>
        </p:nvGrpSpPr>
        <p:grpSpPr>
          <a:xfrm>
            <a:off x="8763768" y="3772584"/>
            <a:ext cx="830880" cy="330840"/>
            <a:chOff x="8763768" y="3772584"/>
            <a:chExt cx="830880" cy="330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04">
              <p14:nvContentPartPr>
                <p14:cNvPr id="210" name="Ink 209">
                  <a:extLst>
                    <a:ext uri="{FF2B5EF4-FFF2-40B4-BE49-F238E27FC236}">
                      <a16:creationId xmlns:a16="http://schemas.microsoft.com/office/drawing/2014/main" id="{2F99FD2D-7FD3-20B5-6485-8449C74FB6A4}"/>
                    </a:ext>
                  </a:extLst>
                </p14:cNvPr>
                <p14:cNvContentPartPr/>
                <p14:nvPr/>
              </p14:nvContentPartPr>
              <p14:xfrm>
                <a:off x="9026928" y="3790944"/>
                <a:ext cx="331560" cy="159120"/>
              </p14:xfrm>
            </p:contentPart>
          </mc:Choice>
          <mc:Fallback xmlns="">
            <p:pic>
              <p:nvPicPr>
                <p:cNvPr id="210" name="Ink 209">
                  <a:extLst>
                    <a:ext uri="{FF2B5EF4-FFF2-40B4-BE49-F238E27FC236}">
                      <a16:creationId xmlns:a16="http://schemas.microsoft.com/office/drawing/2014/main" id="{2F99FD2D-7FD3-20B5-6485-8449C74FB6A4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9017928" y="3782304"/>
                  <a:ext cx="349200" cy="17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6">
              <p14:nvContentPartPr>
                <p14:cNvPr id="211" name="Ink 210">
                  <a:extLst>
                    <a:ext uri="{FF2B5EF4-FFF2-40B4-BE49-F238E27FC236}">
                      <a16:creationId xmlns:a16="http://schemas.microsoft.com/office/drawing/2014/main" id="{EC529E36-B28D-2E2B-454F-055CE6A4E0C6}"/>
                    </a:ext>
                  </a:extLst>
                </p14:cNvPr>
                <p14:cNvContentPartPr/>
                <p14:nvPr/>
              </p14:nvContentPartPr>
              <p14:xfrm>
                <a:off x="9390528" y="3772584"/>
                <a:ext cx="117720" cy="127440"/>
              </p14:xfrm>
            </p:contentPart>
          </mc:Choice>
          <mc:Fallback xmlns="">
            <p:pic>
              <p:nvPicPr>
                <p:cNvPr id="211" name="Ink 210">
                  <a:extLst>
                    <a:ext uri="{FF2B5EF4-FFF2-40B4-BE49-F238E27FC236}">
                      <a16:creationId xmlns:a16="http://schemas.microsoft.com/office/drawing/2014/main" id="{EC529E36-B28D-2E2B-454F-055CE6A4E0C6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9381528" y="3763584"/>
                  <a:ext cx="135360" cy="14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8">
              <p14:nvContentPartPr>
                <p14:cNvPr id="212" name="Ink 211">
                  <a:extLst>
                    <a:ext uri="{FF2B5EF4-FFF2-40B4-BE49-F238E27FC236}">
                      <a16:creationId xmlns:a16="http://schemas.microsoft.com/office/drawing/2014/main" id="{929C8B0B-A931-D2F0-A255-57BA0A74027A}"/>
                    </a:ext>
                  </a:extLst>
                </p14:cNvPr>
                <p14:cNvContentPartPr/>
                <p14:nvPr/>
              </p14:nvContentPartPr>
              <p14:xfrm>
                <a:off x="9426168" y="3817944"/>
                <a:ext cx="168480" cy="162000"/>
              </p14:xfrm>
            </p:contentPart>
          </mc:Choice>
          <mc:Fallback xmlns="">
            <p:pic>
              <p:nvPicPr>
                <p:cNvPr id="212" name="Ink 211">
                  <a:extLst>
                    <a:ext uri="{FF2B5EF4-FFF2-40B4-BE49-F238E27FC236}">
                      <a16:creationId xmlns:a16="http://schemas.microsoft.com/office/drawing/2014/main" id="{929C8B0B-A931-D2F0-A255-57BA0A74027A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9417528" y="3809304"/>
                  <a:ext cx="186120" cy="17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0">
              <p14:nvContentPartPr>
                <p14:cNvPr id="213" name="Ink 212">
                  <a:extLst>
                    <a:ext uri="{FF2B5EF4-FFF2-40B4-BE49-F238E27FC236}">
                      <a16:creationId xmlns:a16="http://schemas.microsoft.com/office/drawing/2014/main" id="{B591ADBC-6688-D0AC-6417-675E7D2F8BC9}"/>
                    </a:ext>
                  </a:extLst>
                </p14:cNvPr>
                <p14:cNvContentPartPr/>
                <p14:nvPr/>
              </p14:nvContentPartPr>
              <p14:xfrm>
                <a:off x="8763768" y="3809304"/>
                <a:ext cx="267480" cy="294120"/>
              </p14:xfrm>
            </p:contentPart>
          </mc:Choice>
          <mc:Fallback xmlns="">
            <p:pic>
              <p:nvPicPr>
                <p:cNvPr id="213" name="Ink 212">
                  <a:extLst>
                    <a:ext uri="{FF2B5EF4-FFF2-40B4-BE49-F238E27FC236}">
                      <a16:creationId xmlns:a16="http://schemas.microsoft.com/office/drawing/2014/main" id="{B591ADBC-6688-D0AC-6417-675E7D2F8BC9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8754768" y="3800304"/>
                  <a:ext cx="285120" cy="311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23" name="Group 222">
            <a:extLst>
              <a:ext uri="{FF2B5EF4-FFF2-40B4-BE49-F238E27FC236}">
                <a16:creationId xmlns:a16="http://schemas.microsoft.com/office/drawing/2014/main" id="{302B3640-3F48-0A96-7412-D8AE99955139}"/>
              </a:ext>
            </a:extLst>
          </p:cNvPr>
          <p:cNvGrpSpPr/>
          <p:nvPr/>
        </p:nvGrpSpPr>
        <p:grpSpPr>
          <a:xfrm>
            <a:off x="10943568" y="4720104"/>
            <a:ext cx="875520" cy="309600"/>
            <a:chOff x="10943568" y="4720104"/>
            <a:chExt cx="875520" cy="309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12">
              <p14:nvContentPartPr>
                <p14:cNvPr id="219" name="Ink 218">
                  <a:extLst>
                    <a:ext uri="{FF2B5EF4-FFF2-40B4-BE49-F238E27FC236}">
                      <a16:creationId xmlns:a16="http://schemas.microsoft.com/office/drawing/2014/main" id="{8C6A7C88-FE7F-19CC-3B96-0A8F70017A95}"/>
                    </a:ext>
                  </a:extLst>
                </p14:cNvPr>
                <p14:cNvContentPartPr/>
                <p14:nvPr/>
              </p14:nvContentPartPr>
              <p14:xfrm>
                <a:off x="10943568" y="4724784"/>
                <a:ext cx="141480" cy="200880"/>
              </p14:xfrm>
            </p:contentPart>
          </mc:Choice>
          <mc:Fallback xmlns="">
            <p:pic>
              <p:nvPicPr>
                <p:cNvPr id="219" name="Ink 218">
                  <a:extLst>
                    <a:ext uri="{FF2B5EF4-FFF2-40B4-BE49-F238E27FC236}">
                      <a16:creationId xmlns:a16="http://schemas.microsoft.com/office/drawing/2014/main" id="{8C6A7C88-FE7F-19CC-3B96-0A8F70017A95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10934928" y="4716144"/>
                  <a:ext cx="159120" cy="21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4">
              <p14:nvContentPartPr>
                <p14:cNvPr id="220" name="Ink 219">
                  <a:extLst>
                    <a:ext uri="{FF2B5EF4-FFF2-40B4-BE49-F238E27FC236}">
                      <a16:creationId xmlns:a16="http://schemas.microsoft.com/office/drawing/2014/main" id="{43F871CC-3321-57C8-DC7D-224BBB3F9427}"/>
                    </a:ext>
                  </a:extLst>
                </p14:cNvPr>
                <p14:cNvContentPartPr/>
                <p14:nvPr/>
              </p14:nvContentPartPr>
              <p14:xfrm>
                <a:off x="11141928" y="4748184"/>
                <a:ext cx="87840" cy="123480"/>
              </p14:xfrm>
            </p:contentPart>
          </mc:Choice>
          <mc:Fallback xmlns="">
            <p:pic>
              <p:nvPicPr>
                <p:cNvPr id="220" name="Ink 219">
                  <a:extLst>
                    <a:ext uri="{FF2B5EF4-FFF2-40B4-BE49-F238E27FC236}">
                      <a16:creationId xmlns:a16="http://schemas.microsoft.com/office/drawing/2014/main" id="{43F871CC-3321-57C8-DC7D-224BBB3F9427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11132928" y="4739544"/>
                  <a:ext cx="105480" cy="14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6">
              <p14:nvContentPartPr>
                <p14:cNvPr id="221" name="Ink 220">
                  <a:extLst>
                    <a:ext uri="{FF2B5EF4-FFF2-40B4-BE49-F238E27FC236}">
                      <a16:creationId xmlns:a16="http://schemas.microsoft.com/office/drawing/2014/main" id="{6BBDE13F-69D1-26F4-24A5-B882C4708CC5}"/>
                    </a:ext>
                  </a:extLst>
                </p14:cNvPr>
                <p14:cNvContentPartPr/>
                <p14:nvPr/>
              </p14:nvContentPartPr>
              <p14:xfrm>
                <a:off x="11302848" y="4743864"/>
                <a:ext cx="365400" cy="144360"/>
              </p14:xfrm>
            </p:contentPart>
          </mc:Choice>
          <mc:Fallback xmlns="">
            <p:pic>
              <p:nvPicPr>
                <p:cNvPr id="221" name="Ink 220">
                  <a:extLst>
                    <a:ext uri="{FF2B5EF4-FFF2-40B4-BE49-F238E27FC236}">
                      <a16:creationId xmlns:a16="http://schemas.microsoft.com/office/drawing/2014/main" id="{6BBDE13F-69D1-26F4-24A5-B882C4708CC5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11293848" y="4734864"/>
                  <a:ext cx="383040" cy="16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8">
              <p14:nvContentPartPr>
                <p14:cNvPr id="222" name="Ink 221">
                  <a:extLst>
                    <a:ext uri="{FF2B5EF4-FFF2-40B4-BE49-F238E27FC236}">
                      <a16:creationId xmlns:a16="http://schemas.microsoft.com/office/drawing/2014/main" id="{A44FE4F7-9DF9-878A-04EA-E2F07789C17C}"/>
                    </a:ext>
                  </a:extLst>
                </p14:cNvPr>
                <p14:cNvContentPartPr/>
                <p14:nvPr/>
              </p14:nvContentPartPr>
              <p14:xfrm>
                <a:off x="11522088" y="4720104"/>
                <a:ext cx="297000" cy="309600"/>
              </p14:xfrm>
            </p:contentPart>
          </mc:Choice>
          <mc:Fallback xmlns="">
            <p:pic>
              <p:nvPicPr>
                <p:cNvPr id="222" name="Ink 221">
                  <a:extLst>
                    <a:ext uri="{FF2B5EF4-FFF2-40B4-BE49-F238E27FC236}">
                      <a16:creationId xmlns:a16="http://schemas.microsoft.com/office/drawing/2014/main" id="{A44FE4F7-9DF9-878A-04EA-E2F07789C17C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11513088" y="4711104"/>
                  <a:ext cx="314640" cy="327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27" name="Group 226">
            <a:extLst>
              <a:ext uri="{FF2B5EF4-FFF2-40B4-BE49-F238E27FC236}">
                <a16:creationId xmlns:a16="http://schemas.microsoft.com/office/drawing/2014/main" id="{FB2A49C3-CC93-95E0-1061-4AE6A2D91E73}"/>
              </a:ext>
            </a:extLst>
          </p:cNvPr>
          <p:cNvGrpSpPr/>
          <p:nvPr/>
        </p:nvGrpSpPr>
        <p:grpSpPr>
          <a:xfrm>
            <a:off x="7413048" y="3497544"/>
            <a:ext cx="938880" cy="369360"/>
            <a:chOff x="7413048" y="3497544"/>
            <a:chExt cx="938880" cy="369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20">
              <p14:nvContentPartPr>
                <p14:cNvPr id="203" name="Ink 202">
                  <a:extLst>
                    <a:ext uri="{FF2B5EF4-FFF2-40B4-BE49-F238E27FC236}">
                      <a16:creationId xmlns:a16="http://schemas.microsoft.com/office/drawing/2014/main" id="{38EB806A-C1AD-ECAD-1B45-96B1FC4778E2}"/>
                    </a:ext>
                  </a:extLst>
                </p14:cNvPr>
                <p14:cNvContentPartPr/>
                <p14:nvPr/>
              </p14:nvContentPartPr>
              <p14:xfrm>
                <a:off x="7413048" y="3497544"/>
                <a:ext cx="190800" cy="233280"/>
              </p14:xfrm>
            </p:contentPart>
          </mc:Choice>
          <mc:Fallback xmlns="">
            <p:pic>
              <p:nvPicPr>
                <p:cNvPr id="203" name="Ink 202">
                  <a:extLst>
                    <a:ext uri="{FF2B5EF4-FFF2-40B4-BE49-F238E27FC236}">
                      <a16:creationId xmlns:a16="http://schemas.microsoft.com/office/drawing/2014/main" id="{38EB806A-C1AD-ECAD-1B45-96B1FC4778E2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7404408" y="3488904"/>
                  <a:ext cx="208440" cy="25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2">
              <p14:nvContentPartPr>
                <p14:cNvPr id="204" name="Ink 203">
                  <a:extLst>
                    <a:ext uri="{FF2B5EF4-FFF2-40B4-BE49-F238E27FC236}">
                      <a16:creationId xmlns:a16="http://schemas.microsoft.com/office/drawing/2014/main" id="{4870E6B5-75AC-A4DD-24E6-D2AEE2D24EA7}"/>
                    </a:ext>
                  </a:extLst>
                </p14:cNvPr>
                <p14:cNvContentPartPr/>
                <p14:nvPr/>
              </p14:nvContentPartPr>
              <p14:xfrm>
                <a:off x="7679088" y="3562344"/>
                <a:ext cx="23040" cy="159120"/>
              </p14:xfrm>
            </p:contentPart>
          </mc:Choice>
          <mc:Fallback xmlns="">
            <p:pic>
              <p:nvPicPr>
                <p:cNvPr id="204" name="Ink 203">
                  <a:extLst>
                    <a:ext uri="{FF2B5EF4-FFF2-40B4-BE49-F238E27FC236}">
                      <a16:creationId xmlns:a16="http://schemas.microsoft.com/office/drawing/2014/main" id="{4870E6B5-75AC-A4DD-24E6-D2AEE2D24EA7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7670448" y="3553344"/>
                  <a:ext cx="40680" cy="17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4">
              <p14:nvContentPartPr>
                <p14:cNvPr id="205" name="Ink 204">
                  <a:extLst>
                    <a:ext uri="{FF2B5EF4-FFF2-40B4-BE49-F238E27FC236}">
                      <a16:creationId xmlns:a16="http://schemas.microsoft.com/office/drawing/2014/main" id="{9BE4930A-D735-51C7-2498-004DA278AFC8}"/>
                    </a:ext>
                  </a:extLst>
                </p14:cNvPr>
                <p14:cNvContentPartPr/>
                <p14:nvPr/>
              </p14:nvContentPartPr>
              <p14:xfrm>
                <a:off x="7792488" y="3566664"/>
                <a:ext cx="13320" cy="146880"/>
              </p14:xfrm>
            </p:contentPart>
          </mc:Choice>
          <mc:Fallback xmlns="">
            <p:pic>
              <p:nvPicPr>
                <p:cNvPr id="205" name="Ink 204">
                  <a:extLst>
                    <a:ext uri="{FF2B5EF4-FFF2-40B4-BE49-F238E27FC236}">
                      <a16:creationId xmlns:a16="http://schemas.microsoft.com/office/drawing/2014/main" id="{9BE4930A-D735-51C7-2498-004DA278AFC8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7783848" y="3558024"/>
                  <a:ext cx="30960" cy="16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6">
              <p14:nvContentPartPr>
                <p14:cNvPr id="206" name="Ink 205">
                  <a:extLst>
                    <a:ext uri="{FF2B5EF4-FFF2-40B4-BE49-F238E27FC236}">
                      <a16:creationId xmlns:a16="http://schemas.microsoft.com/office/drawing/2014/main" id="{961C6D24-5861-6010-EF96-10D6498DF6E1}"/>
                    </a:ext>
                  </a:extLst>
                </p14:cNvPr>
                <p14:cNvContentPartPr/>
                <p14:nvPr/>
              </p14:nvContentPartPr>
              <p14:xfrm>
                <a:off x="7754328" y="3659904"/>
                <a:ext cx="60480" cy="2160"/>
              </p14:xfrm>
            </p:contentPart>
          </mc:Choice>
          <mc:Fallback xmlns="">
            <p:pic>
              <p:nvPicPr>
                <p:cNvPr id="206" name="Ink 205">
                  <a:extLst>
                    <a:ext uri="{FF2B5EF4-FFF2-40B4-BE49-F238E27FC236}">
                      <a16:creationId xmlns:a16="http://schemas.microsoft.com/office/drawing/2014/main" id="{961C6D24-5861-6010-EF96-10D6498DF6E1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7745688" y="3651264"/>
                  <a:ext cx="78120" cy="1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8">
              <p14:nvContentPartPr>
                <p14:cNvPr id="207" name="Ink 206">
                  <a:extLst>
                    <a:ext uri="{FF2B5EF4-FFF2-40B4-BE49-F238E27FC236}">
                      <a16:creationId xmlns:a16="http://schemas.microsoft.com/office/drawing/2014/main" id="{51D0311A-7508-146A-AFC8-6F2F90E45EB6}"/>
                    </a:ext>
                  </a:extLst>
                </p14:cNvPr>
                <p14:cNvContentPartPr/>
                <p14:nvPr/>
              </p14:nvContentPartPr>
              <p14:xfrm>
                <a:off x="7897608" y="3628944"/>
                <a:ext cx="355680" cy="68760"/>
              </p14:xfrm>
            </p:contentPart>
          </mc:Choice>
          <mc:Fallback xmlns="">
            <p:pic>
              <p:nvPicPr>
                <p:cNvPr id="207" name="Ink 206">
                  <a:extLst>
                    <a:ext uri="{FF2B5EF4-FFF2-40B4-BE49-F238E27FC236}">
                      <a16:creationId xmlns:a16="http://schemas.microsoft.com/office/drawing/2014/main" id="{51D0311A-7508-146A-AFC8-6F2F90E45EB6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7888608" y="3620304"/>
                  <a:ext cx="373320" cy="8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0">
              <p14:nvContentPartPr>
                <p14:cNvPr id="208" name="Ink 207">
                  <a:extLst>
                    <a:ext uri="{FF2B5EF4-FFF2-40B4-BE49-F238E27FC236}">
                      <a16:creationId xmlns:a16="http://schemas.microsoft.com/office/drawing/2014/main" id="{301042FE-C7C6-DB31-6297-7C1BDE47D2D0}"/>
                    </a:ext>
                  </a:extLst>
                </p14:cNvPr>
                <p14:cNvContentPartPr/>
                <p14:nvPr/>
              </p14:nvContentPartPr>
              <p14:xfrm>
                <a:off x="8219448" y="3582864"/>
                <a:ext cx="132480" cy="226440"/>
              </p14:xfrm>
            </p:contentPart>
          </mc:Choice>
          <mc:Fallback xmlns="">
            <p:pic>
              <p:nvPicPr>
                <p:cNvPr id="208" name="Ink 207">
                  <a:extLst>
                    <a:ext uri="{FF2B5EF4-FFF2-40B4-BE49-F238E27FC236}">
                      <a16:creationId xmlns:a16="http://schemas.microsoft.com/office/drawing/2014/main" id="{301042FE-C7C6-DB31-6297-7C1BDE47D2D0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8210808" y="3574224"/>
                  <a:ext cx="150120" cy="24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2">
              <p14:nvContentPartPr>
                <p14:cNvPr id="224" name="Ink 223">
                  <a:extLst>
                    <a:ext uri="{FF2B5EF4-FFF2-40B4-BE49-F238E27FC236}">
                      <a16:creationId xmlns:a16="http://schemas.microsoft.com/office/drawing/2014/main" id="{C936FC94-08EE-3F89-E9ED-715537295AD1}"/>
                    </a:ext>
                  </a:extLst>
                </p14:cNvPr>
                <p14:cNvContentPartPr/>
                <p14:nvPr/>
              </p14:nvContentPartPr>
              <p14:xfrm>
                <a:off x="7733808" y="3821184"/>
                <a:ext cx="365400" cy="36360"/>
              </p14:xfrm>
            </p:contentPart>
          </mc:Choice>
          <mc:Fallback xmlns="">
            <p:pic>
              <p:nvPicPr>
                <p:cNvPr id="224" name="Ink 223">
                  <a:extLst>
                    <a:ext uri="{FF2B5EF4-FFF2-40B4-BE49-F238E27FC236}">
                      <a16:creationId xmlns:a16="http://schemas.microsoft.com/office/drawing/2014/main" id="{C936FC94-08EE-3F89-E9ED-715537295AD1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7725168" y="3812544"/>
                  <a:ext cx="383040" cy="5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4">
              <p14:nvContentPartPr>
                <p14:cNvPr id="225" name="Ink 224">
                  <a:extLst>
                    <a:ext uri="{FF2B5EF4-FFF2-40B4-BE49-F238E27FC236}">
                      <a16:creationId xmlns:a16="http://schemas.microsoft.com/office/drawing/2014/main" id="{B7B299D7-5ED4-0F6A-B214-36A9A5FC9754}"/>
                    </a:ext>
                  </a:extLst>
                </p14:cNvPr>
                <p14:cNvContentPartPr/>
                <p14:nvPr/>
              </p14:nvContentPartPr>
              <p14:xfrm>
                <a:off x="7777368" y="3854664"/>
                <a:ext cx="206640" cy="12240"/>
              </p14:xfrm>
            </p:contentPart>
          </mc:Choice>
          <mc:Fallback xmlns="">
            <p:pic>
              <p:nvPicPr>
                <p:cNvPr id="225" name="Ink 224">
                  <a:extLst>
                    <a:ext uri="{FF2B5EF4-FFF2-40B4-BE49-F238E27FC236}">
                      <a16:creationId xmlns:a16="http://schemas.microsoft.com/office/drawing/2014/main" id="{B7B299D7-5ED4-0F6A-B214-36A9A5FC9754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7768728" y="3845664"/>
                  <a:ext cx="224280" cy="298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36">
            <p14:nvContentPartPr>
              <p14:cNvPr id="226" name="Ink 225">
                <a:extLst>
                  <a:ext uri="{FF2B5EF4-FFF2-40B4-BE49-F238E27FC236}">
                    <a16:creationId xmlns:a16="http://schemas.microsoft.com/office/drawing/2014/main" id="{293DA4C6-0076-DD02-63BB-F187007AB46E}"/>
                  </a:ext>
                </a:extLst>
              </p14:cNvPr>
              <p14:cNvContentPartPr/>
              <p14:nvPr/>
            </p14:nvContentPartPr>
            <p14:xfrm>
              <a:off x="9041328" y="4095504"/>
              <a:ext cx="212040" cy="8280"/>
            </p14:xfrm>
          </p:contentPart>
        </mc:Choice>
        <mc:Fallback xmlns="">
          <p:pic>
            <p:nvPicPr>
              <p:cNvPr id="226" name="Ink 225">
                <a:extLst>
                  <a:ext uri="{FF2B5EF4-FFF2-40B4-BE49-F238E27FC236}">
                    <a16:creationId xmlns:a16="http://schemas.microsoft.com/office/drawing/2014/main" id="{293DA4C6-0076-DD02-63BB-F187007AB46E}"/>
                  </a:ext>
                </a:extLst>
              </p:cNvPr>
              <p:cNvPicPr/>
              <p:nvPr/>
            </p:nvPicPr>
            <p:blipFill>
              <a:blip r:embed="rId237"/>
              <a:stretch>
                <a:fillRect/>
              </a:stretch>
            </p:blipFill>
            <p:spPr>
              <a:xfrm>
                <a:off x="9032328" y="4086504"/>
                <a:ext cx="229680" cy="25920"/>
              </a:xfrm>
              <a:prstGeom prst="rect">
                <a:avLst/>
              </a:prstGeom>
            </p:spPr>
          </p:pic>
        </mc:Fallback>
      </mc:AlternateContent>
      <p:grpSp>
        <p:nvGrpSpPr>
          <p:cNvPr id="230" name="Group 229">
            <a:extLst>
              <a:ext uri="{FF2B5EF4-FFF2-40B4-BE49-F238E27FC236}">
                <a16:creationId xmlns:a16="http://schemas.microsoft.com/office/drawing/2014/main" id="{49849C20-F958-1182-504E-8745F8378F33}"/>
              </a:ext>
            </a:extLst>
          </p:cNvPr>
          <p:cNvGrpSpPr/>
          <p:nvPr/>
        </p:nvGrpSpPr>
        <p:grpSpPr>
          <a:xfrm>
            <a:off x="9977328" y="4698144"/>
            <a:ext cx="387360" cy="360720"/>
            <a:chOff x="9977328" y="4698144"/>
            <a:chExt cx="387360" cy="360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38">
              <p14:nvContentPartPr>
                <p14:cNvPr id="214" name="Ink 213">
                  <a:extLst>
                    <a:ext uri="{FF2B5EF4-FFF2-40B4-BE49-F238E27FC236}">
                      <a16:creationId xmlns:a16="http://schemas.microsoft.com/office/drawing/2014/main" id="{EE01EFEA-C5DF-F7C2-DE0A-6BAD20F51FA6}"/>
                    </a:ext>
                  </a:extLst>
                </p14:cNvPr>
                <p14:cNvContentPartPr/>
                <p14:nvPr/>
              </p14:nvContentPartPr>
              <p14:xfrm>
                <a:off x="9998208" y="4698144"/>
                <a:ext cx="109080" cy="214200"/>
              </p14:xfrm>
            </p:contentPart>
          </mc:Choice>
          <mc:Fallback xmlns="">
            <p:pic>
              <p:nvPicPr>
                <p:cNvPr id="214" name="Ink 213">
                  <a:extLst>
                    <a:ext uri="{FF2B5EF4-FFF2-40B4-BE49-F238E27FC236}">
                      <a16:creationId xmlns:a16="http://schemas.microsoft.com/office/drawing/2014/main" id="{EE01EFEA-C5DF-F7C2-DE0A-6BAD20F51FA6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9989568" y="4689504"/>
                  <a:ext cx="126720" cy="23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0">
              <p14:nvContentPartPr>
                <p14:cNvPr id="215" name="Ink 214">
                  <a:extLst>
                    <a:ext uri="{FF2B5EF4-FFF2-40B4-BE49-F238E27FC236}">
                      <a16:creationId xmlns:a16="http://schemas.microsoft.com/office/drawing/2014/main" id="{C8C95C86-01E5-BEC2-38B8-50E439F86EFD}"/>
                    </a:ext>
                  </a:extLst>
                </p14:cNvPr>
                <p14:cNvContentPartPr/>
                <p14:nvPr/>
              </p14:nvContentPartPr>
              <p14:xfrm>
                <a:off x="10132128" y="4779864"/>
                <a:ext cx="82080" cy="43200"/>
              </p14:xfrm>
            </p:contentPart>
          </mc:Choice>
          <mc:Fallback xmlns="">
            <p:pic>
              <p:nvPicPr>
                <p:cNvPr id="215" name="Ink 214">
                  <a:extLst>
                    <a:ext uri="{FF2B5EF4-FFF2-40B4-BE49-F238E27FC236}">
                      <a16:creationId xmlns:a16="http://schemas.microsoft.com/office/drawing/2014/main" id="{C8C95C86-01E5-BEC2-38B8-50E439F86EFD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10123488" y="4771224"/>
                  <a:ext cx="99720" cy="6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2">
              <p14:nvContentPartPr>
                <p14:cNvPr id="216" name="Ink 215">
                  <a:extLst>
                    <a:ext uri="{FF2B5EF4-FFF2-40B4-BE49-F238E27FC236}">
                      <a16:creationId xmlns:a16="http://schemas.microsoft.com/office/drawing/2014/main" id="{64FE6818-E555-35C1-4EDB-E80E2A913AE9}"/>
                    </a:ext>
                  </a:extLst>
                </p14:cNvPr>
                <p14:cNvContentPartPr/>
                <p14:nvPr/>
              </p14:nvContentPartPr>
              <p14:xfrm>
                <a:off x="10260648" y="4759704"/>
                <a:ext cx="104040" cy="165960"/>
              </p14:xfrm>
            </p:contentPart>
          </mc:Choice>
          <mc:Fallback xmlns="">
            <p:pic>
              <p:nvPicPr>
                <p:cNvPr id="216" name="Ink 215">
                  <a:extLst>
                    <a:ext uri="{FF2B5EF4-FFF2-40B4-BE49-F238E27FC236}">
                      <a16:creationId xmlns:a16="http://schemas.microsoft.com/office/drawing/2014/main" id="{64FE6818-E555-35C1-4EDB-E80E2A913AE9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10251648" y="4751064"/>
                  <a:ext cx="121680" cy="18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4">
              <p14:nvContentPartPr>
                <p14:cNvPr id="228" name="Ink 227">
                  <a:extLst>
                    <a:ext uri="{FF2B5EF4-FFF2-40B4-BE49-F238E27FC236}">
                      <a16:creationId xmlns:a16="http://schemas.microsoft.com/office/drawing/2014/main" id="{75ABFA05-7FB1-E9C6-5884-A184FA8FB267}"/>
                    </a:ext>
                  </a:extLst>
                </p14:cNvPr>
                <p14:cNvContentPartPr/>
                <p14:nvPr/>
              </p14:nvContentPartPr>
              <p14:xfrm>
                <a:off x="9977328" y="5023944"/>
                <a:ext cx="212760" cy="34920"/>
              </p14:xfrm>
            </p:contentPart>
          </mc:Choice>
          <mc:Fallback xmlns="">
            <p:pic>
              <p:nvPicPr>
                <p:cNvPr id="228" name="Ink 227">
                  <a:extLst>
                    <a:ext uri="{FF2B5EF4-FFF2-40B4-BE49-F238E27FC236}">
                      <a16:creationId xmlns:a16="http://schemas.microsoft.com/office/drawing/2014/main" id="{75ABFA05-7FB1-E9C6-5884-A184FA8FB267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9968328" y="5014944"/>
                  <a:ext cx="230400" cy="525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46">
            <p14:nvContentPartPr>
              <p14:cNvPr id="229" name="Ink 228">
                <a:extLst>
                  <a:ext uri="{FF2B5EF4-FFF2-40B4-BE49-F238E27FC236}">
                    <a16:creationId xmlns:a16="http://schemas.microsoft.com/office/drawing/2014/main" id="{4D7091E7-FE17-2E8F-F013-0AD2132DCBB2}"/>
                  </a:ext>
                </a:extLst>
              </p14:cNvPr>
              <p14:cNvContentPartPr/>
              <p14:nvPr/>
            </p14:nvContentPartPr>
            <p14:xfrm>
              <a:off x="11235888" y="5186304"/>
              <a:ext cx="234000" cy="40320"/>
            </p14:xfrm>
          </p:contentPart>
        </mc:Choice>
        <mc:Fallback xmlns="">
          <p:pic>
            <p:nvPicPr>
              <p:cNvPr id="229" name="Ink 228">
                <a:extLst>
                  <a:ext uri="{FF2B5EF4-FFF2-40B4-BE49-F238E27FC236}">
                    <a16:creationId xmlns:a16="http://schemas.microsoft.com/office/drawing/2014/main" id="{4D7091E7-FE17-2E8F-F013-0AD2132DCBB2}"/>
                  </a:ext>
                </a:extLst>
              </p:cNvPr>
              <p:cNvPicPr/>
              <p:nvPr/>
            </p:nvPicPr>
            <p:blipFill>
              <a:blip r:embed="rId247"/>
              <a:stretch>
                <a:fillRect/>
              </a:stretch>
            </p:blipFill>
            <p:spPr>
              <a:xfrm>
                <a:off x="11226888" y="5177304"/>
                <a:ext cx="251640" cy="57960"/>
              </a:xfrm>
              <a:prstGeom prst="rect">
                <a:avLst/>
              </a:prstGeom>
            </p:spPr>
          </p:pic>
        </mc:Fallback>
      </mc:AlternateContent>
      <p:grpSp>
        <p:nvGrpSpPr>
          <p:cNvPr id="242" name="Group 241">
            <a:extLst>
              <a:ext uri="{FF2B5EF4-FFF2-40B4-BE49-F238E27FC236}">
                <a16:creationId xmlns:a16="http://schemas.microsoft.com/office/drawing/2014/main" id="{73111F37-196F-9641-01A6-EE3291FB7E21}"/>
              </a:ext>
            </a:extLst>
          </p:cNvPr>
          <p:cNvGrpSpPr/>
          <p:nvPr/>
        </p:nvGrpSpPr>
        <p:grpSpPr>
          <a:xfrm>
            <a:off x="6482448" y="5501304"/>
            <a:ext cx="885600" cy="342000"/>
            <a:chOff x="6482448" y="5501304"/>
            <a:chExt cx="885600" cy="342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48">
              <p14:nvContentPartPr>
                <p14:cNvPr id="231" name="Ink 230">
                  <a:extLst>
                    <a:ext uri="{FF2B5EF4-FFF2-40B4-BE49-F238E27FC236}">
                      <a16:creationId xmlns:a16="http://schemas.microsoft.com/office/drawing/2014/main" id="{7F34BF19-6884-B757-0E0C-68760E19CCF4}"/>
                    </a:ext>
                  </a:extLst>
                </p14:cNvPr>
                <p14:cNvContentPartPr/>
                <p14:nvPr/>
              </p14:nvContentPartPr>
              <p14:xfrm>
                <a:off x="6482448" y="5501304"/>
                <a:ext cx="183240" cy="237240"/>
              </p14:xfrm>
            </p:contentPart>
          </mc:Choice>
          <mc:Fallback xmlns="">
            <p:pic>
              <p:nvPicPr>
                <p:cNvPr id="231" name="Ink 230">
                  <a:extLst>
                    <a:ext uri="{FF2B5EF4-FFF2-40B4-BE49-F238E27FC236}">
                      <a16:creationId xmlns:a16="http://schemas.microsoft.com/office/drawing/2014/main" id="{7F34BF19-6884-B757-0E0C-68760E19CCF4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6473448" y="5492304"/>
                  <a:ext cx="200880" cy="25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0">
              <p14:nvContentPartPr>
                <p14:cNvPr id="232" name="Ink 231">
                  <a:extLst>
                    <a:ext uri="{FF2B5EF4-FFF2-40B4-BE49-F238E27FC236}">
                      <a16:creationId xmlns:a16="http://schemas.microsoft.com/office/drawing/2014/main" id="{6E5ACB02-99A2-53A0-ABC5-8DDFF5D5D94B}"/>
                    </a:ext>
                  </a:extLst>
                </p14:cNvPr>
                <p14:cNvContentPartPr/>
                <p14:nvPr/>
              </p14:nvContentPartPr>
              <p14:xfrm>
                <a:off x="6711408" y="5622984"/>
                <a:ext cx="240840" cy="171720"/>
              </p14:xfrm>
            </p:contentPart>
          </mc:Choice>
          <mc:Fallback xmlns="">
            <p:pic>
              <p:nvPicPr>
                <p:cNvPr id="232" name="Ink 231">
                  <a:extLst>
                    <a:ext uri="{FF2B5EF4-FFF2-40B4-BE49-F238E27FC236}">
                      <a16:creationId xmlns:a16="http://schemas.microsoft.com/office/drawing/2014/main" id="{6E5ACB02-99A2-53A0-ABC5-8DDFF5D5D94B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6702768" y="5614344"/>
                  <a:ext cx="258480" cy="18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2">
              <p14:nvContentPartPr>
                <p14:cNvPr id="233" name="Ink 232">
                  <a:extLst>
                    <a:ext uri="{FF2B5EF4-FFF2-40B4-BE49-F238E27FC236}">
                      <a16:creationId xmlns:a16="http://schemas.microsoft.com/office/drawing/2014/main" id="{60E82507-9168-2ACD-FAAF-773B8211B94E}"/>
                    </a:ext>
                  </a:extLst>
                </p14:cNvPr>
                <p14:cNvContentPartPr/>
                <p14:nvPr/>
              </p14:nvContentPartPr>
              <p14:xfrm>
                <a:off x="7001928" y="5670864"/>
                <a:ext cx="100440" cy="138600"/>
              </p14:xfrm>
            </p:contentPart>
          </mc:Choice>
          <mc:Fallback xmlns="">
            <p:pic>
              <p:nvPicPr>
                <p:cNvPr id="233" name="Ink 232">
                  <a:extLst>
                    <a:ext uri="{FF2B5EF4-FFF2-40B4-BE49-F238E27FC236}">
                      <a16:creationId xmlns:a16="http://schemas.microsoft.com/office/drawing/2014/main" id="{60E82507-9168-2ACD-FAAF-773B8211B94E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6992928" y="5661864"/>
                  <a:ext cx="118080" cy="15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4">
              <p14:nvContentPartPr>
                <p14:cNvPr id="234" name="Ink 233">
                  <a:extLst>
                    <a:ext uri="{FF2B5EF4-FFF2-40B4-BE49-F238E27FC236}">
                      <a16:creationId xmlns:a16="http://schemas.microsoft.com/office/drawing/2014/main" id="{ACF476F6-8084-DA6D-451F-67690580C2F4}"/>
                    </a:ext>
                  </a:extLst>
                </p14:cNvPr>
                <p14:cNvContentPartPr/>
                <p14:nvPr/>
              </p14:nvContentPartPr>
              <p14:xfrm>
                <a:off x="7150608" y="5689584"/>
                <a:ext cx="21960" cy="69120"/>
              </p14:xfrm>
            </p:contentPart>
          </mc:Choice>
          <mc:Fallback xmlns="">
            <p:pic>
              <p:nvPicPr>
                <p:cNvPr id="234" name="Ink 233">
                  <a:extLst>
                    <a:ext uri="{FF2B5EF4-FFF2-40B4-BE49-F238E27FC236}">
                      <a16:creationId xmlns:a16="http://schemas.microsoft.com/office/drawing/2014/main" id="{ACF476F6-8084-DA6D-451F-67690580C2F4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7141608" y="5680944"/>
                  <a:ext cx="39600" cy="8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6">
              <p14:nvContentPartPr>
                <p14:cNvPr id="235" name="Ink 234">
                  <a:extLst>
                    <a:ext uri="{FF2B5EF4-FFF2-40B4-BE49-F238E27FC236}">
                      <a16:creationId xmlns:a16="http://schemas.microsoft.com/office/drawing/2014/main" id="{BF5784B4-B988-F6AC-5301-187B1BBD9FBD}"/>
                    </a:ext>
                  </a:extLst>
                </p14:cNvPr>
                <p14:cNvContentPartPr/>
                <p14:nvPr/>
              </p14:nvContentPartPr>
              <p14:xfrm>
                <a:off x="7199208" y="5609304"/>
                <a:ext cx="3240" cy="21600"/>
              </p14:xfrm>
            </p:contentPart>
          </mc:Choice>
          <mc:Fallback xmlns="">
            <p:pic>
              <p:nvPicPr>
                <p:cNvPr id="235" name="Ink 234">
                  <a:extLst>
                    <a:ext uri="{FF2B5EF4-FFF2-40B4-BE49-F238E27FC236}">
                      <a16:creationId xmlns:a16="http://schemas.microsoft.com/office/drawing/2014/main" id="{BF5784B4-B988-F6AC-5301-187B1BBD9FBD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7190568" y="5600664"/>
                  <a:ext cx="20880" cy="3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8">
              <p14:nvContentPartPr>
                <p14:cNvPr id="236" name="Ink 235">
                  <a:extLst>
                    <a:ext uri="{FF2B5EF4-FFF2-40B4-BE49-F238E27FC236}">
                      <a16:creationId xmlns:a16="http://schemas.microsoft.com/office/drawing/2014/main" id="{E9AD23D5-E95E-5DDB-F3C7-4962843E41D3}"/>
                    </a:ext>
                  </a:extLst>
                </p14:cNvPr>
                <p14:cNvContentPartPr/>
                <p14:nvPr/>
              </p14:nvContentPartPr>
              <p14:xfrm>
                <a:off x="7259328" y="5681304"/>
                <a:ext cx="108720" cy="162000"/>
              </p14:xfrm>
            </p:contentPart>
          </mc:Choice>
          <mc:Fallback xmlns="">
            <p:pic>
              <p:nvPicPr>
                <p:cNvPr id="236" name="Ink 235">
                  <a:extLst>
                    <a:ext uri="{FF2B5EF4-FFF2-40B4-BE49-F238E27FC236}">
                      <a16:creationId xmlns:a16="http://schemas.microsoft.com/office/drawing/2014/main" id="{E9AD23D5-E95E-5DDB-F3C7-4962843E41D3}"/>
                    </a:ext>
                  </a:extLst>
                </p:cNvPr>
                <p:cNvPicPr/>
                <p:nvPr/>
              </p:nvPicPr>
              <p:blipFill>
                <a:blip r:embed="rId259"/>
                <a:stretch>
                  <a:fillRect/>
                </a:stretch>
              </p:blipFill>
              <p:spPr>
                <a:xfrm>
                  <a:off x="7250688" y="5672304"/>
                  <a:ext cx="126360" cy="179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41" name="Group 240">
            <a:extLst>
              <a:ext uri="{FF2B5EF4-FFF2-40B4-BE49-F238E27FC236}">
                <a16:creationId xmlns:a16="http://schemas.microsoft.com/office/drawing/2014/main" id="{BF9418CA-153A-32D8-D2C9-9AA0969C239C}"/>
              </a:ext>
            </a:extLst>
          </p:cNvPr>
          <p:cNvGrpSpPr/>
          <p:nvPr/>
        </p:nvGrpSpPr>
        <p:grpSpPr>
          <a:xfrm>
            <a:off x="7733088" y="5557824"/>
            <a:ext cx="730800" cy="379080"/>
            <a:chOff x="7733088" y="5557824"/>
            <a:chExt cx="730800" cy="379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60">
              <p14:nvContentPartPr>
                <p14:cNvPr id="237" name="Ink 236">
                  <a:extLst>
                    <a:ext uri="{FF2B5EF4-FFF2-40B4-BE49-F238E27FC236}">
                      <a16:creationId xmlns:a16="http://schemas.microsoft.com/office/drawing/2014/main" id="{262C1D33-84FD-5F63-4B1A-3AD2EE6FE414}"/>
                    </a:ext>
                  </a:extLst>
                </p14:cNvPr>
                <p14:cNvContentPartPr/>
                <p14:nvPr/>
              </p14:nvContentPartPr>
              <p14:xfrm>
                <a:off x="7733088" y="5557824"/>
                <a:ext cx="215280" cy="379080"/>
              </p14:xfrm>
            </p:contentPart>
          </mc:Choice>
          <mc:Fallback xmlns="">
            <p:pic>
              <p:nvPicPr>
                <p:cNvPr id="237" name="Ink 236">
                  <a:extLst>
                    <a:ext uri="{FF2B5EF4-FFF2-40B4-BE49-F238E27FC236}">
                      <a16:creationId xmlns:a16="http://schemas.microsoft.com/office/drawing/2014/main" id="{262C1D33-84FD-5F63-4B1A-3AD2EE6FE414}"/>
                    </a:ext>
                  </a:extLst>
                </p:cNvPr>
                <p:cNvPicPr/>
                <p:nvPr/>
              </p:nvPicPr>
              <p:blipFill>
                <a:blip r:embed="rId261"/>
                <a:stretch>
                  <a:fillRect/>
                </a:stretch>
              </p:blipFill>
              <p:spPr>
                <a:xfrm>
                  <a:off x="7724088" y="5548824"/>
                  <a:ext cx="232920" cy="39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2">
              <p14:nvContentPartPr>
                <p14:cNvPr id="238" name="Ink 237">
                  <a:extLst>
                    <a:ext uri="{FF2B5EF4-FFF2-40B4-BE49-F238E27FC236}">
                      <a16:creationId xmlns:a16="http://schemas.microsoft.com/office/drawing/2014/main" id="{6C6627F1-6BBF-1D7C-BCDF-B4C1E73D381D}"/>
                    </a:ext>
                  </a:extLst>
                </p14:cNvPr>
                <p14:cNvContentPartPr/>
                <p14:nvPr/>
              </p14:nvContentPartPr>
              <p14:xfrm>
                <a:off x="7771248" y="5653944"/>
                <a:ext cx="129240" cy="114840"/>
              </p14:xfrm>
            </p:contentPart>
          </mc:Choice>
          <mc:Fallback xmlns="">
            <p:pic>
              <p:nvPicPr>
                <p:cNvPr id="238" name="Ink 237">
                  <a:extLst>
                    <a:ext uri="{FF2B5EF4-FFF2-40B4-BE49-F238E27FC236}">
                      <a16:creationId xmlns:a16="http://schemas.microsoft.com/office/drawing/2014/main" id="{6C6627F1-6BBF-1D7C-BCDF-B4C1E73D381D}"/>
                    </a:ext>
                  </a:extLst>
                </p:cNvPr>
                <p:cNvPicPr/>
                <p:nvPr/>
              </p:nvPicPr>
              <p:blipFill>
                <a:blip r:embed="rId263"/>
                <a:stretch>
                  <a:fillRect/>
                </a:stretch>
              </p:blipFill>
              <p:spPr>
                <a:xfrm>
                  <a:off x="7762248" y="5644944"/>
                  <a:ext cx="146880" cy="13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4">
              <p14:nvContentPartPr>
                <p14:cNvPr id="239" name="Ink 238">
                  <a:extLst>
                    <a:ext uri="{FF2B5EF4-FFF2-40B4-BE49-F238E27FC236}">
                      <a16:creationId xmlns:a16="http://schemas.microsoft.com/office/drawing/2014/main" id="{931A1E52-7ED6-12C3-571B-91F457D22C21}"/>
                    </a:ext>
                  </a:extLst>
                </p14:cNvPr>
                <p14:cNvContentPartPr/>
                <p14:nvPr/>
              </p14:nvContentPartPr>
              <p14:xfrm>
                <a:off x="7983288" y="5673024"/>
                <a:ext cx="131040" cy="37800"/>
              </p14:xfrm>
            </p:contentPart>
          </mc:Choice>
          <mc:Fallback xmlns="">
            <p:pic>
              <p:nvPicPr>
                <p:cNvPr id="239" name="Ink 238">
                  <a:extLst>
                    <a:ext uri="{FF2B5EF4-FFF2-40B4-BE49-F238E27FC236}">
                      <a16:creationId xmlns:a16="http://schemas.microsoft.com/office/drawing/2014/main" id="{931A1E52-7ED6-12C3-571B-91F457D22C21}"/>
                    </a:ext>
                  </a:extLst>
                </p:cNvPr>
                <p:cNvPicPr/>
                <p:nvPr/>
              </p:nvPicPr>
              <p:blipFill>
                <a:blip r:embed="rId265"/>
                <a:stretch>
                  <a:fillRect/>
                </a:stretch>
              </p:blipFill>
              <p:spPr>
                <a:xfrm>
                  <a:off x="7974288" y="5664024"/>
                  <a:ext cx="148680" cy="5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6">
              <p14:nvContentPartPr>
                <p14:cNvPr id="240" name="Ink 239">
                  <a:extLst>
                    <a:ext uri="{FF2B5EF4-FFF2-40B4-BE49-F238E27FC236}">
                      <a16:creationId xmlns:a16="http://schemas.microsoft.com/office/drawing/2014/main" id="{65413825-735F-391D-7431-FB7173644A4D}"/>
                    </a:ext>
                  </a:extLst>
                </p14:cNvPr>
                <p14:cNvContentPartPr/>
                <p14:nvPr/>
              </p14:nvContentPartPr>
              <p14:xfrm>
                <a:off x="8192448" y="5686344"/>
                <a:ext cx="271440" cy="77760"/>
              </p14:xfrm>
            </p:contentPart>
          </mc:Choice>
          <mc:Fallback xmlns="">
            <p:pic>
              <p:nvPicPr>
                <p:cNvPr id="240" name="Ink 239">
                  <a:extLst>
                    <a:ext uri="{FF2B5EF4-FFF2-40B4-BE49-F238E27FC236}">
                      <a16:creationId xmlns:a16="http://schemas.microsoft.com/office/drawing/2014/main" id="{65413825-735F-391D-7431-FB7173644A4D}"/>
                    </a:ext>
                  </a:extLst>
                </p:cNvPr>
                <p:cNvPicPr/>
                <p:nvPr/>
              </p:nvPicPr>
              <p:blipFill>
                <a:blip r:embed="rId267"/>
                <a:stretch>
                  <a:fillRect/>
                </a:stretch>
              </p:blipFill>
              <p:spPr>
                <a:xfrm>
                  <a:off x="8183808" y="5677344"/>
                  <a:ext cx="289080" cy="954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68">
            <p14:nvContentPartPr>
              <p14:cNvPr id="243" name="Ink 242">
                <a:extLst>
                  <a:ext uri="{FF2B5EF4-FFF2-40B4-BE49-F238E27FC236}">
                    <a16:creationId xmlns:a16="http://schemas.microsoft.com/office/drawing/2014/main" id="{AD239EDF-24DD-5F9A-00F9-1169F383331F}"/>
                  </a:ext>
                </a:extLst>
              </p14:cNvPr>
              <p14:cNvContentPartPr/>
              <p14:nvPr/>
            </p14:nvContentPartPr>
            <p14:xfrm>
              <a:off x="8635248" y="5756904"/>
              <a:ext cx="318960" cy="103680"/>
            </p14:xfrm>
          </p:contentPart>
        </mc:Choice>
        <mc:Fallback xmlns="">
          <p:pic>
            <p:nvPicPr>
              <p:cNvPr id="243" name="Ink 242">
                <a:extLst>
                  <a:ext uri="{FF2B5EF4-FFF2-40B4-BE49-F238E27FC236}">
                    <a16:creationId xmlns:a16="http://schemas.microsoft.com/office/drawing/2014/main" id="{AD239EDF-24DD-5F9A-00F9-1169F383331F}"/>
                  </a:ext>
                </a:extLst>
              </p:cNvPr>
              <p:cNvPicPr/>
              <p:nvPr/>
            </p:nvPicPr>
            <p:blipFill>
              <a:blip r:embed="rId269"/>
              <a:stretch>
                <a:fillRect/>
              </a:stretch>
            </p:blipFill>
            <p:spPr>
              <a:xfrm>
                <a:off x="8626608" y="5747904"/>
                <a:ext cx="336600" cy="121320"/>
              </a:xfrm>
              <a:prstGeom prst="rect">
                <a:avLst/>
              </a:prstGeom>
            </p:spPr>
          </p:pic>
        </mc:Fallback>
      </mc:AlternateContent>
      <p:grpSp>
        <p:nvGrpSpPr>
          <p:cNvPr id="257" name="Group 256">
            <a:extLst>
              <a:ext uri="{FF2B5EF4-FFF2-40B4-BE49-F238E27FC236}">
                <a16:creationId xmlns:a16="http://schemas.microsoft.com/office/drawing/2014/main" id="{C72E0C2B-2A64-B0B4-3A1C-6B18F7C15C37}"/>
              </a:ext>
            </a:extLst>
          </p:cNvPr>
          <p:cNvGrpSpPr/>
          <p:nvPr/>
        </p:nvGrpSpPr>
        <p:grpSpPr>
          <a:xfrm>
            <a:off x="9265248" y="5647104"/>
            <a:ext cx="1052640" cy="530640"/>
            <a:chOff x="9265248" y="5647104"/>
            <a:chExt cx="1052640" cy="530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70">
              <p14:nvContentPartPr>
                <p14:cNvPr id="246" name="Ink 245">
                  <a:extLst>
                    <a:ext uri="{FF2B5EF4-FFF2-40B4-BE49-F238E27FC236}">
                      <a16:creationId xmlns:a16="http://schemas.microsoft.com/office/drawing/2014/main" id="{B21AE206-7FCE-5CE4-42CE-F05D407C3E3D}"/>
                    </a:ext>
                  </a:extLst>
                </p14:cNvPr>
                <p14:cNvContentPartPr/>
                <p14:nvPr/>
              </p14:nvContentPartPr>
              <p14:xfrm>
                <a:off x="9906048" y="5703984"/>
                <a:ext cx="360" cy="7200"/>
              </p14:xfrm>
            </p:contentPart>
          </mc:Choice>
          <mc:Fallback xmlns="">
            <p:pic>
              <p:nvPicPr>
                <p:cNvPr id="246" name="Ink 245">
                  <a:extLst>
                    <a:ext uri="{FF2B5EF4-FFF2-40B4-BE49-F238E27FC236}">
                      <a16:creationId xmlns:a16="http://schemas.microsoft.com/office/drawing/2014/main" id="{B21AE206-7FCE-5CE4-42CE-F05D407C3E3D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9897048" y="5695344"/>
                  <a:ext cx="18000" cy="2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1">
              <p14:nvContentPartPr>
                <p14:cNvPr id="249" name="Ink 248">
                  <a:extLst>
                    <a:ext uri="{FF2B5EF4-FFF2-40B4-BE49-F238E27FC236}">
                      <a16:creationId xmlns:a16="http://schemas.microsoft.com/office/drawing/2014/main" id="{0260B400-7050-C23A-227A-6509E75DF92A}"/>
                    </a:ext>
                  </a:extLst>
                </p14:cNvPr>
                <p14:cNvContentPartPr/>
                <p14:nvPr/>
              </p14:nvContentPartPr>
              <p14:xfrm>
                <a:off x="10006848" y="6165504"/>
                <a:ext cx="11520" cy="12240"/>
              </p14:xfrm>
            </p:contentPart>
          </mc:Choice>
          <mc:Fallback xmlns="">
            <p:pic>
              <p:nvPicPr>
                <p:cNvPr id="249" name="Ink 248">
                  <a:extLst>
                    <a:ext uri="{FF2B5EF4-FFF2-40B4-BE49-F238E27FC236}">
                      <a16:creationId xmlns:a16="http://schemas.microsoft.com/office/drawing/2014/main" id="{0260B400-7050-C23A-227A-6509E75DF92A}"/>
                    </a:ext>
                  </a:extLst>
                </p:cNvPr>
                <p:cNvPicPr/>
                <p:nvPr/>
              </p:nvPicPr>
              <p:blipFill>
                <a:blip r:embed="rId272"/>
                <a:stretch>
                  <a:fillRect/>
                </a:stretch>
              </p:blipFill>
              <p:spPr>
                <a:xfrm>
                  <a:off x="9998208" y="6156864"/>
                  <a:ext cx="29160" cy="2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3">
              <p14:nvContentPartPr>
                <p14:cNvPr id="251" name="Ink 250">
                  <a:extLst>
                    <a:ext uri="{FF2B5EF4-FFF2-40B4-BE49-F238E27FC236}">
                      <a16:creationId xmlns:a16="http://schemas.microsoft.com/office/drawing/2014/main" id="{20D89BD3-8D69-AB5C-B8BE-4C113AB4941E}"/>
                    </a:ext>
                  </a:extLst>
                </p14:cNvPr>
                <p14:cNvContentPartPr/>
                <p14:nvPr/>
              </p14:nvContentPartPr>
              <p14:xfrm>
                <a:off x="9265248" y="5647104"/>
                <a:ext cx="267840" cy="383760"/>
              </p14:xfrm>
            </p:contentPart>
          </mc:Choice>
          <mc:Fallback xmlns="">
            <p:pic>
              <p:nvPicPr>
                <p:cNvPr id="251" name="Ink 250">
                  <a:extLst>
                    <a:ext uri="{FF2B5EF4-FFF2-40B4-BE49-F238E27FC236}">
                      <a16:creationId xmlns:a16="http://schemas.microsoft.com/office/drawing/2014/main" id="{20D89BD3-8D69-AB5C-B8BE-4C113AB4941E}"/>
                    </a:ext>
                  </a:extLst>
                </p:cNvPr>
                <p:cNvPicPr/>
                <p:nvPr/>
              </p:nvPicPr>
              <p:blipFill>
                <a:blip r:embed="rId274"/>
                <a:stretch>
                  <a:fillRect/>
                </a:stretch>
              </p:blipFill>
              <p:spPr>
                <a:xfrm>
                  <a:off x="9256608" y="5638104"/>
                  <a:ext cx="285480" cy="40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5">
              <p14:nvContentPartPr>
                <p14:cNvPr id="252" name="Ink 251">
                  <a:extLst>
                    <a:ext uri="{FF2B5EF4-FFF2-40B4-BE49-F238E27FC236}">
                      <a16:creationId xmlns:a16="http://schemas.microsoft.com/office/drawing/2014/main" id="{B18E5878-0FD2-390D-E76C-66E706437DD1}"/>
                    </a:ext>
                  </a:extLst>
                </p14:cNvPr>
                <p14:cNvContentPartPr/>
                <p14:nvPr/>
              </p14:nvContentPartPr>
              <p14:xfrm>
                <a:off x="9567288" y="5707584"/>
                <a:ext cx="297000" cy="115200"/>
              </p14:xfrm>
            </p:contentPart>
          </mc:Choice>
          <mc:Fallback xmlns="">
            <p:pic>
              <p:nvPicPr>
                <p:cNvPr id="252" name="Ink 251">
                  <a:extLst>
                    <a:ext uri="{FF2B5EF4-FFF2-40B4-BE49-F238E27FC236}">
                      <a16:creationId xmlns:a16="http://schemas.microsoft.com/office/drawing/2014/main" id="{B18E5878-0FD2-390D-E76C-66E706437DD1}"/>
                    </a:ext>
                  </a:extLst>
                </p:cNvPr>
                <p:cNvPicPr/>
                <p:nvPr/>
              </p:nvPicPr>
              <p:blipFill>
                <a:blip r:embed="rId276"/>
                <a:stretch>
                  <a:fillRect/>
                </a:stretch>
              </p:blipFill>
              <p:spPr>
                <a:xfrm>
                  <a:off x="9558288" y="5698944"/>
                  <a:ext cx="314640" cy="13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7">
              <p14:nvContentPartPr>
                <p14:cNvPr id="253" name="Ink 252">
                  <a:extLst>
                    <a:ext uri="{FF2B5EF4-FFF2-40B4-BE49-F238E27FC236}">
                      <a16:creationId xmlns:a16="http://schemas.microsoft.com/office/drawing/2014/main" id="{67B6589F-17C6-FB2D-C064-F6948CBBE77F}"/>
                    </a:ext>
                  </a:extLst>
                </p14:cNvPr>
                <p14:cNvContentPartPr/>
                <p14:nvPr/>
              </p14:nvContentPartPr>
              <p14:xfrm>
                <a:off x="9920448" y="5698584"/>
                <a:ext cx="112680" cy="151920"/>
              </p14:xfrm>
            </p:contentPart>
          </mc:Choice>
          <mc:Fallback xmlns="">
            <p:pic>
              <p:nvPicPr>
                <p:cNvPr id="253" name="Ink 252">
                  <a:extLst>
                    <a:ext uri="{FF2B5EF4-FFF2-40B4-BE49-F238E27FC236}">
                      <a16:creationId xmlns:a16="http://schemas.microsoft.com/office/drawing/2014/main" id="{67B6589F-17C6-FB2D-C064-F6948CBBE77F}"/>
                    </a:ext>
                  </a:extLst>
                </p:cNvPr>
                <p:cNvPicPr/>
                <p:nvPr/>
              </p:nvPicPr>
              <p:blipFill>
                <a:blip r:embed="rId278"/>
                <a:stretch>
                  <a:fillRect/>
                </a:stretch>
              </p:blipFill>
              <p:spPr>
                <a:xfrm>
                  <a:off x="9911808" y="5689584"/>
                  <a:ext cx="130320" cy="16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9">
              <p14:nvContentPartPr>
                <p14:cNvPr id="254" name="Ink 253">
                  <a:extLst>
                    <a:ext uri="{FF2B5EF4-FFF2-40B4-BE49-F238E27FC236}">
                      <a16:creationId xmlns:a16="http://schemas.microsoft.com/office/drawing/2014/main" id="{34BE027B-A3A1-A857-C803-FC92F3CB06CA}"/>
                    </a:ext>
                  </a:extLst>
                </p14:cNvPr>
                <p14:cNvContentPartPr/>
                <p14:nvPr/>
              </p14:nvContentPartPr>
              <p14:xfrm>
                <a:off x="10072728" y="5711184"/>
                <a:ext cx="6840" cy="19800"/>
              </p14:xfrm>
            </p:contentPart>
          </mc:Choice>
          <mc:Fallback xmlns="">
            <p:pic>
              <p:nvPicPr>
                <p:cNvPr id="254" name="Ink 253">
                  <a:extLst>
                    <a:ext uri="{FF2B5EF4-FFF2-40B4-BE49-F238E27FC236}">
                      <a16:creationId xmlns:a16="http://schemas.microsoft.com/office/drawing/2014/main" id="{34BE027B-A3A1-A857-C803-FC92F3CB06CA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10063728" y="5702544"/>
                  <a:ext cx="24480" cy="3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0">
              <p14:nvContentPartPr>
                <p14:cNvPr id="255" name="Ink 254">
                  <a:extLst>
                    <a:ext uri="{FF2B5EF4-FFF2-40B4-BE49-F238E27FC236}">
                      <a16:creationId xmlns:a16="http://schemas.microsoft.com/office/drawing/2014/main" id="{1658FB9E-8623-2960-4A08-8C32491EC270}"/>
                    </a:ext>
                  </a:extLst>
                </p14:cNvPr>
                <p14:cNvContentPartPr/>
                <p14:nvPr/>
              </p14:nvContentPartPr>
              <p14:xfrm>
                <a:off x="10083168" y="5762664"/>
                <a:ext cx="234720" cy="405720"/>
              </p14:xfrm>
            </p:contentPart>
          </mc:Choice>
          <mc:Fallback xmlns="">
            <p:pic>
              <p:nvPicPr>
                <p:cNvPr id="255" name="Ink 254">
                  <a:extLst>
                    <a:ext uri="{FF2B5EF4-FFF2-40B4-BE49-F238E27FC236}">
                      <a16:creationId xmlns:a16="http://schemas.microsoft.com/office/drawing/2014/main" id="{1658FB9E-8623-2960-4A08-8C32491EC270}"/>
                    </a:ext>
                  </a:extLst>
                </p:cNvPr>
                <p:cNvPicPr/>
                <p:nvPr/>
              </p:nvPicPr>
              <p:blipFill>
                <a:blip r:embed="rId281"/>
                <a:stretch>
                  <a:fillRect/>
                </a:stretch>
              </p:blipFill>
              <p:spPr>
                <a:xfrm>
                  <a:off x="10074168" y="5754024"/>
                  <a:ext cx="252360" cy="4233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82">
            <p14:nvContentPartPr>
              <p14:cNvPr id="256" name="Ink 255">
                <a:extLst>
                  <a:ext uri="{FF2B5EF4-FFF2-40B4-BE49-F238E27FC236}">
                    <a16:creationId xmlns:a16="http://schemas.microsoft.com/office/drawing/2014/main" id="{0A2840BD-93FC-6082-170F-7375003189DD}"/>
                  </a:ext>
                </a:extLst>
              </p14:cNvPr>
              <p14:cNvContentPartPr/>
              <p14:nvPr/>
            </p14:nvContentPartPr>
            <p14:xfrm>
              <a:off x="10523808" y="5957784"/>
              <a:ext cx="15480" cy="19080"/>
            </p14:xfrm>
          </p:contentPart>
        </mc:Choice>
        <mc:Fallback xmlns="">
          <p:pic>
            <p:nvPicPr>
              <p:cNvPr id="256" name="Ink 255">
                <a:extLst>
                  <a:ext uri="{FF2B5EF4-FFF2-40B4-BE49-F238E27FC236}">
                    <a16:creationId xmlns:a16="http://schemas.microsoft.com/office/drawing/2014/main" id="{0A2840BD-93FC-6082-170F-7375003189DD}"/>
                  </a:ext>
                </a:extLst>
              </p:cNvPr>
              <p:cNvPicPr/>
              <p:nvPr/>
            </p:nvPicPr>
            <p:blipFill>
              <a:blip r:embed="rId283"/>
              <a:stretch>
                <a:fillRect/>
              </a:stretch>
            </p:blipFill>
            <p:spPr>
              <a:xfrm>
                <a:off x="10515168" y="5949144"/>
                <a:ext cx="33120" cy="367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9448799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F6078E-F8EC-8694-DE9C-165583D76C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endParaRPr lang="en-IN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59" name="Ink 58">
                <a:extLst>
                  <a:ext uri="{FF2B5EF4-FFF2-40B4-BE49-F238E27FC236}">
                    <a16:creationId xmlns:a16="http://schemas.microsoft.com/office/drawing/2014/main" id="{578DC995-41AF-F0EC-A28F-7FD70C7AD763}"/>
                  </a:ext>
                </a:extLst>
              </p14:cNvPr>
              <p14:cNvContentPartPr/>
              <p14:nvPr/>
            </p14:nvContentPartPr>
            <p14:xfrm>
              <a:off x="9997848" y="1633824"/>
              <a:ext cx="3600" cy="1080"/>
            </p14:xfrm>
          </p:contentPart>
        </mc:Choice>
        <mc:Fallback xmlns="">
          <p:pic>
            <p:nvPicPr>
              <p:cNvPr id="59" name="Ink 58">
                <a:extLst>
                  <a:ext uri="{FF2B5EF4-FFF2-40B4-BE49-F238E27FC236}">
                    <a16:creationId xmlns:a16="http://schemas.microsoft.com/office/drawing/2014/main" id="{578DC995-41AF-F0EC-A28F-7FD70C7AD763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987848" y="1620324"/>
                <a:ext cx="23200" cy="275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08" name="Ink 107">
                <a:extLst>
                  <a:ext uri="{FF2B5EF4-FFF2-40B4-BE49-F238E27FC236}">
                    <a16:creationId xmlns:a16="http://schemas.microsoft.com/office/drawing/2014/main" id="{A29EFE7E-8466-F00F-17AA-72EE82C73811}"/>
                  </a:ext>
                </a:extLst>
              </p14:cNvPr>
              <p14:cNvContentPartPr/>
              <p14:nvPr/>
            </p14:nvContentPartPr>
            <p14:xfrm>
              <a:off x="10428408" y="2647584"/>
              <a:ext cx="28080" cy="3240"/>
            </p14:xfrm>
          </p:contentPart>
        </mc:Choice>
        <mc:Fallback xmlns="">
          <p:pic>
            <p:nvPicPr>
              <p:cNvPr id="108" name="Ink 107">
                <a:extLst>
                  <a:ext uri="{FF2B5EF4-FFF2-40B4-BE49-F238E27FC236}">
                    <a16:creationId xmlns:a16="http://schemas.microsoft.com/office/drawing/2014/main" id="{A29EFE7E-8466-F00F-17AA-72EE82C73811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0419408" y="2638584"/>
                <a:ext cx="45720" cy="20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09" name="Ink 108">
                <a:extLst>
                  <a:ext uri="{FF2B5EF4-FFF2-40B4-BE49-F238E27FC236}">
                    <a16:creationId xmlns:a16="http://schemas.microsoft.com/office/drawing/2014/main" id="{312A2B19-84BF-38C9-EA80-A0F6B613F63A}"/>
                  </a:ext>
                </a:extLst>
              </p14:cNvPr>
              <p14:cNvContentPartPr/>
              <p14:nvPr/>
            </p14:nvContentPartPr>
            <p14:xfrm>
              <a:off x="10763568" y="2771064"/>
              <a:ext cx="1800" cy="3600"/>
            </p14:xfrm>
          </p:contentPart>
        </mc:Choice>
        <mc:Fallback xmlns="">
          <p:pic>
            <p:nvPicPr>
              <p:cNvPr id="109" name="Ink 108">
                <a:extLst>
                  <a:ext uri="{FF2B5EF4-FFF2-40B4-BE49-F238E27FC236}">
                    <a16:creationId xmlns:a16="http://schemas.microsoft.com/office/drawing/2014/main" id="{312A2B19-84BF-38C9-EA80-A0F6B613F63A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0754568" y="2762064"/>
                <a:ext cx="19440" cy="21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92" name="Ink 191">
                <a:extLst>
                  <a:ext uri="{FF2B5EF4-FFF2-40B4-BE49-F238E27FC236}">
                    <a16:creationId xmlns:a16="http://schemas.microsoft.com/office/drawing/2014/main" id="{5D519595-49FE-D41B-C0B6-CD6868ECB314}"/>
                  </a:ext>
                </a:extLst>
              </p14:cNvPr>
              <p14:cNvContentPartPr/>
              <p14:nvPr/>
            </p14:nvContentPartPr>
            <p14:xfrm>
              <a:off x="3774888" y="6755904"/>
              <a:ext cx="360" cy="4680"/>
            </p14:xfrm>
          </p:contentPart>
        </mc:Choice>
        <mc:Fallback xmlns="">
          <p:pic>
            <p:nvPicPr>
              <p:cNvPr id="192" name="Ink 191">
                <a:extLst>
                  <a:ext uri="{FF2B5EF4-FFF2-40B4-BE49-F238E27FC236}">
                    <a16:creationId xmlns:a16="http://schemas.microsoft.com/office/drawing/2014/main" id="{5D519595-49FE-D41B-C0B6-CD6868ECB314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765888" y="6746904"/>
                <a:ext cx="18000" cy="22320"/>
              </a:xfrm>
              <a:prstGeom prst="rect">
                <a:avLst/>
              </a:prstGeom>
            </p:spPr>
          </p:pic>
        </mc:Fallback>
      </mc:AlternateContent>
      <p:grpSp>
        <p:nvGrpSpPr>
          <p:cNvPr id="15" name="Group 14">
            <a:extLst>
              <a:ext uri="{FF2B5EF4-FFF2-40B4-BE49-F238E27FC236}">
                <a16:creationId xmlns:a16="http://schemas.microsoft.com/office/drawing/2014/main" id="{427852D3-C51F-2C2B-B597-8CF448A9C538}"/>
              </a:ext>
            </a:extLst>
          </p:cNvPr>
          <p:cNvGrpSpPr/>
          <p:nvPr/>
        </p:nvGrpSpPr>
        <p:grpSpPr>
          <a:xfrm>
            <a:off x="811728" y="648504"/>
            <a:ext cx="3084120" cy="516240"/>
            <a:chOff x="811728" y="648504"/>
            <a:chExt cx="3084120" cy="516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17F4964C-5118-89FB-949A-2AFE95966593}"/>
                    </a:ext>
                  </a:extLst>
                </p14:cNvPr>
                <p14:cNvContentPartPr/>
                <p14:nvPr/>
              </p14:nvContentPartPr>
              <p14:xfrm>
                <a:off x="811728" y="648504"/>
                <a:ext cx="765360" cy="489600"/>
              </p14:xfrm>
            </p:contentPart>
          </mc:Choice>
          <mc:Fallback xmlns=""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17F4964C-5118-89FB-949A-2AFE95966593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803088" y="639504"/>
                  <a:ext cx="783000" cy="50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EC73E609-5EE3-34B6-958D-FC090B6D439B}"/>
                    </a:ext>
                  </a:extLst>
                </p14:cNvPr>
                <p14:cNvContentPartPr/>
                <p14:nvPr/>
              </p14:nvContentPartPr>
              <p14:xfrm>
                <a:off x="1708848" y="903024"/>
                <a:ext cx="263520" cy="12420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EC73E609-5EE3-34B6-958D-FC090B6D439B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1699848" y="894384"/>
                  <a:ext cx="281160" cy="14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870F145C-AC91-40FE-CE88-7CF73CF3BFE1}"/>
                    </a:ext>
                  </a:extLst>
                </p14:cNvPr>
                <p14:cNvContentPartPr/>
                <p14:nvPr/>
              </p14:nvContentPartPr>
              <p14:xfrm>
                <a:off x="2163528" y="779544"/>
                <a:ext cx="16920" cy="25560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870F145C-AC91-40FE-CE88-7CF73CF3BFE1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2154528" y="770544"/>
                  <a:ext cx="34560" cy="27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1DFC1BB5-7B87-0013-35DD-F0E169DC7BE5}"/>
                    </a:ext>
                  </a:extLst>
                </p14:cNvPr>
                <p14:cNvContentPartPr/>
                <p14:nvPr/>
              </p14:nvContentPartPr>
              <p14:xfrm>
                <a:off x="2128968" y="905904"/>
                <a:ext cx="201240" cy="6120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1DFC1BB5-7B87-0013-35DD-F0E169DC7BE5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2119968" y="897264"/>
                  <a:ext cx="218880" cy="7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571D47D7-186D-BF5F-E76A-0A29F9B5D8A9}"/>
                    </a:ext>
                  </a:extLst>
                </p14:cNvPr>
                <p14:cNvContentPartPr/>
                <p14:nvPr/>
              </p14:nvContentPartPr>
              <p14:xfrm>
                <a:off x="2354328" y="793584"/>
                <a:ext cx="6480" cy="2088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571D47D7-186D-BF5F-E76A-0A29F9B5D8A9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2345328" y="784944"/>
                  <a:ext cx="24120" cy="3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6631201A-D9D9-110C-B08D-07F1EFD53BC4}"/>
                    </a:ext>
                  </a:extLst>
                </p14:cNvPr>
                <p14:cNvContentPartPr/>
                <p14:nvPr/>
              </p14:nvContentPartPr>
              <p14:xfrm>
                <a:off x="2509128" y="726984"/>
                <a:ext cx="39240" cy="25416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6631201A-D9D9-110C-B08D-07F1EFD53BC4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2500128" y="718344"/>
                  <a:ext cx="56880" cy="27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E0F289AF-0916-5EFC-914B-69B109FDFC52}"/>
                    </a:ext>
                  </a:extLst>
                </p14:cNvPr>
                <p14:cNvContentPartPr/>
                <p14:nvPr/>
              </p14:nvContentPartPr>
              <p14:xfrm>
                <a:off x="2428128" y="912384"/>
                <a:ext cx="140040" cy="2196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E0F289AF-0916-5EFC-914B-69B109FDFC52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2419488" y="903744"/>
                  <a:ext cx="157680" cy="3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5B1E8879-7994-BAC4-C04E-81501F8C0C05}"/>
                    </a:ext>
                  </a:extLst>
                </p14:cNvPr>
                <p14:cNvContentPartPr/>
                <p14:nvPr/>
              </p14:nvContentPartPr>
              <p14:xfrm>
                <a:off x="2640528" y="897624"/>
                <a:ext cx="109440" cy="6732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5B1E8879-7994-BAC4-C04E-81501F8C0C05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2631528" y="888984"/>
                  <a:ext cx="127080" cy="8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CF77B378-725B-E7D3-9AB9-62B721ACE0B3}"/>
                    </a:ext>
                  </a:extLst>
                </p14:cNvPr>
                <p14:cNvContentPartPr/>
                <p14:nvPr/>
              </p14:nvContentPartPr>
              <p14:xfrm>
                <a:off x="2842128" y="899784"/>
                <a:ext cx="249840" cy="6840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CF77B378-725B-E7D3-9AB9-62B721ACE0B3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2833488" y="890784"/>
                  <a:ext cx="267480" cy="8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6D331CA8-41C0-22EE-E811-F31137BBB00E}"/>
                    </a:ext>
                  </a:extLst>
                </p14:cNvPr>
                <p14:cNvContentPartPr/>
                <p14:nvPr/>
              </p14:nvContentPartPr>
              <p14:xfrm>
                <a:off x="3188448" y="900504"/>
                <a:ext cx="326520" cy="26424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6D331CA8-41C0-22EE-E811-F31137BBB00E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3179808" y="891504"/>
                  <a:ext cx="344160" cy="28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925D79F3-7577-0247-1F14-1D9DEE6E9178}"/>
                    </a:ext>
                  </a:extLst>
                </p14:cNvPr>
                <p14:cNvContentPartPr/>
                <p14:nvPr/>
              </p14:nvContentPartPr>
              <p14:xfrm>
                <a:off x="3856968" y="1030464"/>
                <a:ext cx="38880" cy="1620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925D79F3-7577-0247-1F14-1D9DEE6E9178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3847968" y="1021824"/>
                  <a:ext cx="56520" cy="338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1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325C4CF5-C25F-1001-D2FE-72EDA86AF19D}"/>
                  </a:ext>
                </a:extLst>
              </p14:cNvPr>
              <p14:cNvContentPartPr/>
              <p14:nvPr/>
            </p14:nvContentPartPr>
            <p14:xfrm>
              <a:off x="919728" y="1320984"/>
              <a:ext cx="3114000" cy="5040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325C4CF5-C25F-1001-D2FE-72EDA86AF19D}"/>
                  </a:ext>
                </a:extLst>
              </p:cNvPr>
              <p:cNvPicPr/>
              <p:nvPr/>
            </p:nvPicPr>
            <p:blipFill>
              <a:blip r:embed="rId32"/>
              <a:stretch>
                <a:fillRect/>
              </a:stretch>
            </p:blipFill>
            <p:spPr>
              <a:xfrm>
                <a:off x="911088" y="1312344"/>
                <a:ext cx="3131640" cy="68040"/>
              </a:xfrm>
              <a:prstGeom prst="rect">
                <a:avLst/>
              </a:prstGeom>
            </p:spPr>
          </p:pic>
        </mc:Fallback>
      </mc:AlternateContent>
      <p:grpSp>
        <p:nvGrpSpPr>
          <p:cNvPr id="30" name="Group 29">
            <a:extLst>
              <a:ext uri="{FF2B5EF4-FFF2-40B4-BE49-F238E27FC236}">
                <a16:creationId xmlns:a16="http://schemas.microsoft.com/office/drawing/2014/main" id="{7F8DE319-B29F-ECFE-367D-E3040633D6D4}"/>
              </a:ext>
            </a:extLst>
          </p:cNvPr>
          <p:cNvGrpSpPr/>
          <p:nvPr/>
        </p:nvGrpSpPr>
        <p:grpSpPr>
          <a:xfrm>
            <a:off x="2245248" y="1731024"/>
            <a:ext cx="1331280" cy="225720"/>
            <a:chOff x="2245248" y="1731024"/>
            <a:chExt cx="1331280" cy="225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3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F996CDEA-7B86-C883-AD62-11EF3AE8B4F7}"/>
                    </a:ext>
                  </a:extLst>
                </p14:cNvPr>
                <p14:cNvContentPartPr/>
                <p14:nvPr/>
              </p14:nvContentPartPr>
              <p14:xfrm>
                <a:off x="2245248" y="1751544"/>
                <a:ext cx="287640" cy="20520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F996CDEA-7B86-C883-AD62-11EF3AE8B4F7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2236608" y="1742904"/>
                  <a:ext cx="305280" cy="22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F2F0BE1B-8D85-5424-4B84-96E864818644}"/>
                    </a:ext>
                  </a:extLst>
                </p14:cNvPr>
                <p14:cNvContentPartPr/>
                <p14:nvPr/>
              </p14:nvContentPartPr>
              <p14:xfrm>
                <a:off x="2643768" y="1843704"/>
                <a:ext cx="57600" cy="8244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F2F0BE1B-8D85-5424-4B84-96E864818644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2635128" y="1834704"/>
                  <a:ext cx="75240" cy="10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D7AC9FBE-1007-7DB2-04A0-EC2B475F6292}"/>
                    </a:ext>
                  </a:extLst>
                </p14:cNvPr>
                <p14:cNvContentPartPr/>
                <p14:nvPr/>
              </p14:nvContentPartPr>
              <p14:xfrm>
                <a:off x="2751768" y="1849824"/>
                <a:ext cx="115200" cy="7164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D7AC9FBE-1007-7DB2-04A0-EC2B475F6292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2742768" y="1841184"/>
                  <a:ext cx="132840" cy="8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96ECC29C-6B42-DAFE-F098-09753D21EDD8}"/>
                    </a:ext>
                  </a:extLst>
                </p14:cNvPr>
                <p14:cNvContentPartPr/>
                <p14:nvPr/>
              </p14:nvContentPartPr>
              <p14:xfrm>
                <a:off x="2946888" y="1731024"/>
                <a:ext cx="166320" cy="17496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96ECC29C-6B42-DAFE-F098-09753D21EDD8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2938248" y="1722024"/>
                  <a:ext cx="183960" cy="19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DA04E168-330E-34FB-5ACA-951F04B8A40F}"/>
                    </a:ext>
                  </a:extLst>
                </p14:cNvPr>
                <p14:cNvContentPartPr/>
                <p14:nvPr/>
              </p14:nvContentPartPr>
              <p14:xfrm>
                <a:off x="3369528" y="1814904"/>
                <a:ext cx="22680" cy="8028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DA04E168-330E-34FB-5ACA-951F04B8A40F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3360888" y="1806264"/>
                  <a:ext cx="40320" cy="9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AA080FF4-F969-A42F-8CBC-0C137150E045}"/>
                    </a:ext>
                  </a:extLst>
                </p14:cNvPr>
                <p14:cNvContentPartPr/>
                <p14:nvPr/>
              </p14:nvContentPartPr>
              <p14:xfrm>
                <a:off x="3417408" y="1734984"/>
                <a:ext cx="18720" cy="3132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AA080FF4-F969-A42F-8CBC-0C137150E045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3408408" y="1726344"/>
                  <a:ext cx="36360" cy="4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D62F36C8-FE53-0CE9-0860-FCADA3E5DF7F}"/>
                    </a:ext>
                  </a:extLst>
                </p14:cNvPr>
                <p14:cNvContentPartPr/>
                <p14:nvPr/>
              </p14:nvContentPartPr>
              <p14:xfrm>
                <a:off x="3509928" y="1818864"/>
                <a:ext cx="66600" cy="3636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D62F36C8-FE53-0CE9-0860-FCADA3E5DF7F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3500928" y="1809864"/>
                  <a:ext cx="84240" cy="54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CF3712AB-017A-8A16-568A-CDCD3A77A8E0}"/>
              </a:ext>
            </a:extLst>
          </p:cNvPr>
          <p:cNvGrpSpPr/>
          <p:nvPr/>
        </p:nvGrpSpPr>
        <p:grpSpPr>
          <a:xfrm>
            <a:off x="3977568" y="1623384"/>
            <a:ext cx="1428840" cy="290880"/>
            <a:chOff x="3977568" y="1623384"/>
            <a:chExt cx="1428840" cy="290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7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7EC9EE3A-93F1-B914-2C97-B88FB9182E50}"/>
                    </a:ext>
                  </a:extLst>
                </p14:cNvPr>
                <p14:cNvContentPartPr/>
                <p14:nvPr/>
              </p14:nvContentPartPr>
              <p14:xfrm>
                <a:off x="3977568" y="1821024"/>
                <a:ext cx="62280" cy="5472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7EC9EE3A-93F1-B914-2C97-B88FB9182E50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3968568" y="1812024"/>
                  <a:ext cx="79920" cy="7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1867FB0F-3A85-38A7-3859-25DC31CD9F31}"/>
                    </a:ext>
                  </a:extLst>
                </p14:cNvPr>
                <p14:cNvContentPartPr/>
                <p14:nvPr/>
              </p14:nvContentPartPr>
              <p14:xfrm>
                <a:off x="4267728" y="1815624"/>
                <a:ext cx="570240" cy="9864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1867FB0F-3A85-38A7-3859-25DC31CD9F31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4258728" y="1806984"/>
                  <a:ext cx="587880" cy="11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91B1853A-A8F1-DD3B-E0DF-9A622129FD4B}"/>
                    </a:ext>
                  </a:extLst>
                </p14:cNvPr>
                <p14:cNvContentPartPr/>
                <p14:nvPr/>
              </p14:nvContentPartPr>
              <p14:xfrm>
                <a:off x="4922208" y="1623384"/>
                <a:ext cx="277920" cy="27792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91B1853A-A8F1-DD3B-E0DF-9A622129FD4B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4913208" y="1614744"/>
                  <a:ext cx="295560" cy="29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93873CB1-6191-8813-2EE6-DD43E577BB98}"/>
                    </a:ext>
                  </a:extLst>
                </p14:cNvPr>
                <p14:cNvContentPartPr/>
                <p14:nvPr/>
              </p14:nvContentPartPr>
              <p14:xfrm>
                <a:off x="5280768" y="1846944"/>
                <a:ext cx="125640" cy="3744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93873CB1-6191-8813-2EE6-DD43E577BB98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5271768" y="1838304"/>
                  <a:ext cx="143280" cy="5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9E8B3F33-47CF-8FA7-D733-6157976733F1}"/>
                    </a:ext>
                  </a:extLst>
                </p14:cNvPr>
                <p14:cNvContentPartPr/>
                <p14:nvPr/>
              </p14:nvContentPartPr>
              <p14:xfrm>
                <a:off x="5321448" y="1666224"/>
                <a:ext cx="30240" cy="1584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9E8B3F33-47CF-8FA7-D733-6157976733F1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5312448" y="1657584"/>
                  <a:ext cx="47880" cy="334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57">
            <p14:nvContentPartPr>
              <p14:cNvPr id="31" name="Ink 30">
                <a:extLst>
                  <a:ext uri="{FF2B5EF4-FFF2-40B4-BE49-F238E27FC236}">
                    <a16:creationId xmlns:a16="http://schemas.microsoft.com/office/drawing/2014/main" id="{76A223A9-E15F-0DC6-BB80-99BC56EE1B0A}"/>
                  </a:ext>
                </a:extLst>
              </p14:cNvPr>
              <p14:cNvContentPartPr/>
              <p14:nvPr/>
            </p14:nvContentPartPr>
            <p14:xfrm>
              <a:off x="5801328" y="1718784"/>
              <a:ext cx="448920" cy="107640"/>
            </p14:xfrm>
          </p:contentPart>
        </mc:Choice>
        <mc:Fallback xmlns="">
          <p:pic>
            <p:nvPicPr>
              <p:cNvPr id="31" name="Ink 30">
                <a:extLst>
                  <a:ext uri="{FF2B5EF4-FFF2-40B4-BE49-F238E27FC236}">
                    <a16:creationId xmlns:a16="http://schemas.microsoft.com/office/drawing/2014/main" id="{76A223A9-E15F-0DC6-BB80-99BC56EE1B0A}"/>
                  </a:ext>
                </a:extLst>
              </p:cNvPr>
              <p:cNvPicPr/>
              <p:nvPr/>
            </p:nvPicPr>
            <p:blipFill>
              <a:blip r:embed="rId58"/>
              <a:stretch>
                <a:fillRect/>
              </a:stretch>
            </p:blipFill>
            <p:spPr>
              <a:xfrm>
                <a:off x="5792328" y="1710144"/>
                <a:ext cx="466560" cy="125280"/>
              </a:xfrm>
              <a:prstGeom prst="rect">
                <a:avLst/>
              </a:prstGeom>
            </p:spPr>
          </p:pic>
        </mc:Fallback>
      </mc:AlternateContent>
      <p:grpSp>
        <p:nvGrpSpPr>
          <p:cNvPr id="40" name="Group 39">
            <a:extLst>
              <a:ext uri="{FF2B5EF4-FFF2-40B4-BE49-F238E27FC236}">
                <a16:creationId xmlns:a16="http://schemas.microsoft.com/office/drawing/2014/main" id="{DFF21FF9-E13A-69E1-F546-36100035035A}"/>
              </a:ext>
            </a:extLst>
          </p:cNvPr>
          <p:cNvGrpSpPr/>
          <p:nvPr/>
        </p:nvGrpSpPr>
        <p:grpSpPr>
          <a:xfrm>
            <a:off x="6580728" y="1555344"/>
            <a:ext cx="652320" cy="226800"/>
            <a:chOff x="6580728" y="1555344"/>
            <a:chExt cx="652320" cy="226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9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F49FE1B0-6BD5-A74C-B746-74179802CCBB}"/>
                    </a:ext>
                  </a:extLst>
                </p14:cNvPr>
                <p14:cNvContentPartPr/>
                <p14:nvPr/>
              </p14:nvContentPartPr>
              <p14:xfrm>
                <a:off x="6580728" y="1555344"/>
                <a:ext cx="468360" cy="22680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F49FE1B0-6BD5-A74C-B746-74179802CCBB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6572088" y="1546344"/>
                  <a:ext cx="486000" cy="24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FB153F74-5A0E-0BB7-9ECF-110AFA1B1718}"/>
                    </a:ext>
                  </a:extLst>
                </p14:cNvPr>
                <p14:cNvContentPartPr/>
                <p14:nvPr/>
              </p14:nvContentPartPr>
              <p14:xfrm>
                <a:off x="7074288" y="1695744"/>
                <a:ext cx="158760" cy="1152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FB153F74-5A0E-0BB7-9ECF-110AFA1B1718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7065288" y="1686744"/>
                  <a:ext cx="176400" cy="29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56905086-371A-1E38-DC4E-6F6D6592B5D3}"/>
              </a:ext>
            </a:extLst>
          </p:cNvPr>
          <p:cNvGrpSpPr/>
          <p:nvPr/>
        </p:nvGrpSpPr>
        <p:grpSpPr>
          <a:xfrm>
            <a:off x="7667928" y="1473984"/>
            <a:ext cx="612000" cy="311040"/>
            <a:chOff x="7667928" y="1473984"/>
            <a:chExt cx="612000" cy="311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3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25AFACF4-D3AD-FC67-514F-4E7FA9F5FB0D}"/>
                    </a:ext>
                  </a:extLst>
                </p14:cNvPr>
                <p14:cNvContentPartPr/>
                <p14:nvPr/>
              </p14:nvContentPartPr>
              <p14:xfrm>
                <a:off x="7741728" y="1473984"/>
                <a:ext cx="76680" cy="30168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25AFACF4-D3AD-FC67-514F-4E7FA9F5FB0D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7733088" y="1465344"/>
                  <a:ext cx="94320" cy="31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9FA3C150-58ED-61F6-2F1B-7E0D87E598B6}"/>
                    </a:ext>
                  </a:extLst>
                </p14:cNvPr>
                <p14:cNvContentPartPr/>
                <p14:nvPr/>
              </p14:nvContentPartPr>
              <p14:xfrm>
                <a:off x="7667928" y="1686384"/>
                <a:ext cx="225000" cy="9540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9FA3C150-58ED-61F6-2F1B-7E0D87E598B6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7659288" y="1677384"/>
                  <a:ext cx="242640" cy="11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2B7FF175-56AA-7FA9-69C2-34C65505E74E}"/>
                    </a:ext>
                  </a:extLst>
                </p14:cNvPr>
                <p14:cNvContentPartPr/>
                <p14:nvPr/>
              </p14:nvContentPartPr>
              <p14:xfrm>
                <a:off x="7903728" y="1620144"/>
                <a:ext cx="25200" cy="4140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2B7FF175-56AA-7FA9-69C2-34C65505E74E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7894728" y="1611504"/>
                  <a:ext cx="42840" cy="5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9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B81107E1-D3FE-7069-F28F-EF7797C0F38B}"/>
                    </a:ext>
                  </a:extLst>
                </p14:cNvPr>
                <p14:cNvContentPartPr/>
                <p14:nvPr/>
              </p14:nvContentPartPr>
              <p14:xfrm>
                <a:off x="7957008" y="1695744"/>
                <a:ext cx="124920" cy="5256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B81107E1-D3FE-7069-F28F-EF7797C0F38B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7948008" y="1686744"/>
                  <a:ext cx="142560" cy="7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1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6DEC4BAB-D0E2-ADC7-35B9-C6989EC8353F}"/>
                    </a:ext>
                  </a:extLst>
                </p14:cNvPr>
                <p14:cNvContentPartPr/>
                <p14:nvPr/>
              </p14:nvContentPartPr>
              <p14:xfrm>
                <a:off x="8164008" y="1532664"/>
                <a:ext cx="115920" cy="25236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6DEC4BAB-D0E2-ADC7-35B9-C6989EC8353F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8155008" y="1523664"/>
                  <a:ext cx="133560" cy="270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DF5E0F7E-404F-9E81-D531-49DF940DB035}"/>
              </a:ext>
            </a:extLst>
          </p:cNvPr>
          <p:cNvGrpSpPr/>
          <p:nvPr/>
        </p:nvGrpSpPr>
        <p:grpSpPr>
          <a:xfrm>
            <a:off x="8760168" y="1455624"/>
            <a:ext cx="1363320" cy="453600"/>
            <a:chOff x="8760168" y="1455624"/>
            <a:chExt cx="1363320" cy="453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3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881E0D6A-A28E-AA4D-06FB-262C5B4E862C}"/>
                    </a:ext>
                  </a:extLst>
                </p14:cNvPr>
                <p14:cNvContentPartPr/>
                <p14:nvPr/>
              </p14:nvContentPartPr>
              <p14:xfrm>
                <a:off x="8936208" y="1455624"/>
                <a:ext cx="47520" cy="26316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881E0D6A-A28E-AA4D-06FB-262C5B4E862C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8927568" y="1446624"/>
                  <a:ext cx="65160" cy="28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5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73F91E74-3CDC-05F4-D60C-E58FE810E520}"/>
                    </a:ext>
                  </a:extLst>
                </p14:cNvPr>
                <p14:cNvContentPartPr/>
                <p14:nvPr/>
              </p14:nvContentPartPr>
              <p14:xfrm>
                <a:off x="8760168" y="1623384"/>
                <a:ext cx="448920" cy="6912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73F91E74-3CDC-05F4-D60C-E58FE810E520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8751168" y="1614744"/>
                  <a:ext cx="466560" cy="8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7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CE808EE4-40EA-8538-FC2B-73F58BD4E49A}"/>
                    </a:ext>
                  </a:extLst>
                </p14:cNvPr>
                <p14:cNvContentPartPr/>
                <p14:nvPr/>
              </p14:nvContentPartPr>
              <p14:xfrm>
                <a:off x="9235368" y="1626624"/>
                <a:ext cx="298440" cy="28260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CE808EE4-40EA-8538-FC2B-73F58BD4E49A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9226368" y="1617984"/>
                  <a:ext cx="316080" cy="30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9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C0C5F503-2537-1467-70D4-B500559134F3}"/>
                    </a:ext>
                  </a:extLst>
                </p14:cNvPr>
                <p14:cNvContentPartPr/>
                <p14:nvPr/>
              </p14:nvContentPartPr>
              <p14:xfrm>
                <a:off x="9628128" y="1474344"/>
                <a:ext cx="22680" cy="26784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C0C5F503-2537-1467-70D4-B500559134F3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9619488" y="1465704"/>
                  <a:ext cx="40320" cy="28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1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33319E03-3892-018D-B1A7-8BBFBBEBF078}"/>
                    </a:ext>
                  </a:extLst>
                </p14:cNvPr>
                <p14:cNvContentPartPr/>
                <p14:nvPr/>
              </p14:nvContentPartPr>
              <p14:xfrm>
                <a:off x="9632448" y="1494864"/>
                <a:ext cx="491040" cy="20772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33319E03-3892-018D-B1A7-8BBFBBEBF078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9623448" y="1486224"/>
                  <a:ext cx="508680" cy="2253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83">
            <p14:nvContentPartPr>
              <p14:cNvPr id="47" name="Ink 46">
                <a:extLst>
                  <a:ext uri="{FF2B5EF4-FFF2-40B4-BE49-F238E27FC236}">
                    <a16:creationId xmlns:a16="http://schemas.microsoft.com/office/drawing/2014/main" id="{2D38A98A-1F6A-2BCC-A02D-8DC440DEBB08}"/>
                  </a:ext>
                </a:extLst>
              </p14:cNvPr>
              <p14:cNvContentPartPr/>
              <p14:nvPr/>
            </p14:nvContentPartPr>
            <p14:xfrm>
              <a:off x="10484208" y="1638144"/>
              <a:ext cx="230040" cy="90360"/>
            </p14:xfrm>
          </p:contentPart>
        </mc:Choice>
        <mc:Fallback xmlns="">
          <p:pic>
            <p:nvPicPr>
              <p:cNvPr id="47" name="Ink 46">
                <a:extLst>
                  <a:ext uri="{FF2B5EF4-FFF2-40B4-BE49-F238E27FC236}">
                    <a16:creationId xmlns:a16="http://schemas.microsoft.com/office/drawing/2014/main" id="{2D38A98A-1F6A-2BCC-A02D-8DC440DEBB08}"/>
                  </a:ext>
                </a:extLst>
              </p:cNvPr>
              <p:cNvPicPr/>
              <p:nvPr/>
            </p:nvPicPr>
            <p:blipFill>
              <a:blip r:embed="rId84"/>
              <a:stretch>
                <a:fillRect/>
              </a:stretch>
            </p:blipFill>
            <p:spPr>
              <a:xfrm>
                <a:off x="10475208" y="1629504"/>
                <a:ext cx="247680" cy="108000"/>
              </a:xfrm>
              <a:prstGeom prst="rect">
                <a:avLst/>
              </a:prstGeom>
            </p:spPr>
          </p:pic>
        </mc:Fallback>
      </mc:AlternateContent>
      <p:grpSp>
        <p:nvGrpSpPr>
          <p:cNvPr id="53" name="Group 52">
            <a:extLst>
              <a:ext uri="{FF2B5EF4-FFF2-40B4-BE49-F238E27FC236}">
                <a16:creationId xmlns:a16="http://schemas.microsoft.com/office/drawing/2014/main" id="{8D1FBCD2-E81A-EF10-2D13-63803DB59772}"/>
              </a:ext>
            </a:extLst>
          </p:cNvPr>
          <p:cNvGrpSpPr/>
          <p:nvPr/>
        </p:nvGrpSpPr>
        <p:grpSpPr>
          <a:xfrm>
            <a:off x="10985328" y="1651104"/>
            <a:ext cx="1118880" cy="237960"/>
            <a:chOff x="10985328" y="1651104"/>
            <a:chExt cx="1118880" cy="237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5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5E9448B6-C1D6-FDC1-8174-41E34DDD20B0}"/>
                    </a:ext>
                  </a:extLst>
                </p14:cNvPr>
                <p14:cNvContentPartPr/>
                <p14:nvPr/>
              </p14:nvContentPartPr>
              <p14:xfrm>
                <a:off x="10985328" y="1664064"/>
                <a:ext cx="84240" cy="4752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5E9448B6-C1D6-FDC1-8174-41E34DDD20B0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10976328" y="1655424"/>
                  <a:ext cx="101880" cy="6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7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35BAB11E-AC75-18E2-42DE-BF01116C0E05}"/>
                    </a:ext>
                  </a:extLst>
                </p14:cNvPr>
                <p14:cNvContentPartPr/>
                <p14:nvPr/>
              </p14:nvContentPartPr>
              <p14:xfrm>
                <a:off x="11188728" y="1651104"/>
                <a:ext cx="355320" cy="23796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35BAB11E-AC75-18E2-42DE-BF01116C0E05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11179728" y="1642464"/>
                  <a:ext cx="372960" cy="25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9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CE39833A-036B-60A2-5CF8-E08416D46211}"/>
                    </a:ext>
                  </a:extLst>
                </p14:cNvPr>
                <p14:cNvContentPartPr/>
                <p14:nvPr/>
              </p14:nvContentPartPr>
              <p14:xfrm>
                <a:off x="11622168" y="1669464"/>
                <a:ext cx="224280" cy="6264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CE39833A-036B-60A2-5CF8-E08416D46211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11613528" y="1660464"/>
                  <a:ext cx="241920" cy="8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1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17060249-81EE-A2FD-4361-18AA912B6B6B}"/>
                    </a:ext>
                  </a:extLst>
                </p14:cNvPr>
                <p14:cNvContentPartPr/>
                <p14:nvPr/>
              </p14:nvContentPartPr>
              <p14:xfrm>
                <a:off x="11919528" y="1704744"/>
                <a:ext cx="72000" cy="2988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17060249-81EE-A2FD-4361-18AA912B6B6B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11910528" y="1696104"/>
                  <a:ext cx="89640" cy="4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3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524D1F02-5F2D-46DC-718B-50490BF4AA9C}"/>
                    </a:ext>
                  </a:extLst>
                </p14:cNvPr>
                <p14:cNvContentPartPr/>
                <p14:nvPr/>
              </p14:nvContentPartPr>
              <p14:xfrm>
                <a:off x="12081168" y="1739664"/>
                <a:ext cx="23040" cy="1152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524D1F02-5F2D-46DC-718B-50490BF4AA9C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12072168" y="1731024"/>
                  <a:ext cx="40680" cy="29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4" name="Group 203">
            <a:extLst>
              <a:ext uri="{FF2B5EF4-FFF2-40B4-BE49-F238E27FC236}">
                <a16:creationId xmlns:a16="http://schemas.microsoft.com/office/drawing/2014/main" id="{F51C3BE4-C3C1-F786-1D23-D6F18A926E31}"/>
              </a:ext>
            </a:extLst>
          </p:cNvPr>
          <p:cNvGrpSpPr/>
          <p:nvPr/>
        </p:nvGrpSpPr>
        <p:grpSpPr>
          <a:xfrm>
            <a:off x="2583288" y="2053944"/>
            <a:ext cx="8908560" cy="1582560"/>
            <a:chOff x="2583288" y="2053944"/>
            <a:chExt cx="8908560" cy="1582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5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DC44E501-4987-A9F2-F43A-708CCDA0CD85}"/>
                    </a:ext>
                  </a:extLst>
                </p14:cNvPr>
                <p14:cNvContentPartPr/>
                <p14:nvPr/>
              </p14:nvContentPartPr>
              <p14:xfrm>
                <a:off x="2583288" y="2159064"/>
                <a:ext cx="250560" cy="41940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DC44E501-4987-A9F2-F43A-708CCDA0CD85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2574288" y="2150064"/>
                  <a:ext cx="268200" cy="43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7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135AAB8E-E5BE-0890-D637-6E2B29B31183}"/>
                    </a:ext>
                  </a:extLst>
                </p14:cNvPr>
                <p14:cNvContentPartPr/>
                <p14:nvPr/>
              </p14:nvContentPartPr>
              <p14:xfrm>
                <a:off x="3285648" y="2094264"/>
                <a:ext cx="135720" cy="31860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135AAB8E-E5BE-0890-D637-6E2B29B31183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3276648" y="2085624"/>
                  <a:ext cx="153360" cy="33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9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E0DB103C-B7DA-FB17-07E9-004449851C61}"/>
                    </a:ext>
                  </a:extLst>
                </p14:cNvPr>
                <p14:cNvContentPartPr/>
                <p14:nvPr/>
              </p14:nvContentPartPr>
              <p14:xfrm>
                <a:off x="3550968" y="2159064"/>
                <a:ext cx="110160" cy="14436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E0DB103C-B7DA-FB17-07E9-004449851C61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3541968" y="2150064"/>
                  <a:ext cx="127800" cy="16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1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98F855B5-158B-BCB4-C355-2B37546C9594}"/>
                    </a:ext>
                  </a:extLst>
                </p14:cNvPr>
                <p14:cNvContentPartPr/>
                <p14:nvPr/>
              </p14:nvContentPartPr>
              <p14:xfrm>
                <a:off x="3834648" y="2147184"/>
                <a:ext cx="109440" cy="20880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98F855B5-158B-BCB4-C355-2B37546C9594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3826008" y="2138544"/>
                  <a:ext cx="127080" cy="22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3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80F57150-3B8A-0184-F226-A5712676FEE6}"/>
                    </a:ext>
                  </a:extLst>
                </p14:cNvPr>
                <p14:cNvContentPartPr/>
                <p14:nvPr/>
              </p14:nvContentPartPr>
              <p14:xfrm>
                <a:off x="4289688" y="2343744"/>
                <a:ext cx="25920" cy="1980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80F57150-3B8A-0184-F226-A5712676FEE6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4280688" y="2334744"/>
                  <a:ext cx="43560" cy="3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5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226D651D-4C38-6B68-ACA3-367C5E8DAAE3}"/>
                    </a:ext>
                  </a:extLst>
                </p14:cNvPr>
                <p14:cNvContentPartPr/>
                <p14:nvPr/>
              </p14:nvContentPartPr>
              <p14:xfrm>
                <a:off x="4654008" y="2053944"/>
                <a:ext cx="190800" cy="35100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226D651D-4C38-6B68-ACA3-367C5E8DAAE3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4645368" y="2044944"/>
                  <a:ext cx="208440" cy="36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7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BEFCDD37-DA01-EE7A-E9EF-1E9750E380C8}"/>
                    </a:ext>
                  </a:extLst>
                </p14:cNvPr>
                <p14:cNvContentPartPr/>
                <p14:nvPr/>
              </p14:nvContentPartPr>
              <p14:xfrm>
                <a:off x="4814928" y="2254104"/>
                <a:ext cx="592560" cy="32904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BEFCDD37-DA01-EE7A-E9EF-1E9750E380C8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4805928" y="2245464"/>
                  <a:ext cx="610200" cy="34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9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D48B7E32-0B92-4279-B1F7-E22C9982CF07}"/>
                    </a:ext>
                  </a:extLst>
                </p14:cNvPr>
                <p14:cNvContentPartPr/>
                <p14:nvPr/>
              </p14:nvContentPartPr>
              <p14:xfrm>
                <a:off x="5461128" y="2287584"/>
                <a:ext cx="102960" cy="2448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D48B7E32-0B92-4279-B1F7-E22C9982CF07}"/>
                    </a:ext>
                  </a:extLst>
                </p:cNvPr>
                <p:cNvPicPr/>
                <p:nvPr/>
              </p:nvPicPr>
              <p:blipFill>
                <a:blip r:embed="rId110"/>
                <a:stretch>
                  <a:fillRect/>
                </a:stretch>
              </p:blipFill>
              <p:spPr>
                <a:xfrm>
                  <a:off x="5452488" y="2278944"/>
                  <a:ext cx="120600" cy="4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1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4A62E73B-4F44-A9B4-4748-A36F1AF7984C}"/>
                    </a:ext>
                  </a:extLst>
                </p14:cNvPr>
                <p14:cNvContentPartPr/>
                <p14:nvPr/>
              </p14:nvContentPartPr>
              <p14:xfrm>
                <a:off x="5580648" y="2260584"/>
                <a:ext cx="261720" cy="31464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4A62E73B-4F44-A9B4-4748-A36F1AF7984C}"/>
                    </a:ext>
                  </a:extLst>
                </p:cNvPr>
                <p:cNvPicPr/>
                <p:nvPr/>
              </p:nvPicPr>
              <p:blipFill>
                <a:blip r:embed="rId112"/>
                <a:stretch>
                  <a:fillRect/>
                </a:stretch>
              </p:blipFill>
              <p:spPr>
                <a:xfrm>
                  <a:off x="5572008" y="2251584"/>
                  <a:ext cx="279360" cy="33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3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E4094B38-6AB1-7D2B-86FF-92151FD0E488}"/>
                    </a:ext>
                  </a:extLst>
                </p14:cNvPr>
                <p14:cNvContentPartPr/>
                <p14:nvPr/>
              </p14:nvContentPartPr>
              <p14:xfrm>
                <a:off x="6136488" y="2219544"/>
                <a:ext cx="134280" cy="24300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E4094B38-6AB1-7D2B-86FF-92151FD0E488}"/>
                    </a:ext>
                  </a:extLst>
                </p:cNvPr>
                <p:cNvPicPr/>
                <p:nvPr/>
              </p:nvPicPr>
              <p:blipFill>
                <a:blip r:embed="rId114"/>
                <a:stretch>
                  <a:fillRect/>
                </a:stretch>
              </p:blipFill>
              <p:spPr>
                <a:xfrm>
                  <a:off x="6127848" y="2210544"/>
                  <a:ext cx="151920" cy="26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5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5A16D8A8-3EEC-7116-9D19-46BE7F0BE817}"/>
                    </a:ext>
                  </a:extLst>
                </p14:cNvPr>
                <p14:cNvContentPartPr/>
                <p14:nvPr/>
              </p14:nvContentPartPr>
              <p14:xfrm>
                <a:off x="6372288" y="2137104"/>
                <a:ext cx="267480" cy="17928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5A16D8A8-3EEC-7116-9D19-46BE7F0BE817}"/>
                    </a:ext>
                  </a:extLst>
                </p:cNvPr>
                <p:cNvPicPr/>
                <p:nvPr/>
              </p:nvPicPr>
              <p:blipFill>
                <a:blip r:embed="rId116"/>
                <a:stretch>
                  <a:fillRect/>
                </a:stretch>
              </p:blipFill>
              <p:spPr>
                <a:xfrm>
                  <a:off x="6363648" y="2128464"/>
                  <a:ext cx="285120" cy="19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7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2BD42242-5A0E-1F36-2EC6-479AAA110713}"/>
                    </a:ext>
                  </a:extLst>
                </p14:cNvPr>
                <p14:cNvContentPartPr/>
                <p14:nvPr/>
              </p14:nvContentPartPr>
              <p14:xfrm>
                <a:off x="6598728" y="2163384"/>
                <a:ext cx="158040" cy="2016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2BD42242-5A0E-1F36-2EC6-479AAA110713}"/>
                    </a:ext>
                  </a:extLst>
                </p:cNvPr>
                <p:cNvPicPr/>
                <p:nvPr/>
              </p:nvPicPr>
              <p:blipFill>
                <a:blip r:embed="rId118"/>
                <a:stretch>
                  <a:fillRect/>
                </a:stretch>
              </p:blipFill>
              <p:spPr>
                <a:xfrm>
                  <a:off x="6589728" y="2154384"/>
                  <a:ext cx="175680" cy="3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9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850C37D1-709A-9D7E-0CB9-45C1D752D733}"/>
                    </a:ext>
                  </a:extLst>
                </p14:cNvPr>
                <p14:cNvContentPartPr/>
                <p14:nvPr/>
              </p14:nvContentPartPr>
              <p14:xfrm>
                <a:off x="7107408" y="2156904"/>
                <a:ext cx="271080" cy="17640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850C37D1-709A-9D7E-0CB9-45C1D752D733}"/>
                    </a:ext>
                  </a:extLst>
                </p:cNvPr>
                <p:cNvPicPr/>
                <p:nvPr/>
              </p:nvPicPr>
              <p:blipFill>
                <a:blip r:embed="rId120"/>
                <a:stretch>
                  <a:fillRect/>
                </a:stretch>
              </p:blipFill>
              <p:spPr>
                <a:xfrm>
                  <a:off x="7098768" y="2147904"/>
                  <a:ext cx="288720" cy="19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1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C0917968-9F3A-1BFA-F72F-49F5D640C238}"/>
                    </a:ext>
                  </a:extLst>
                </p14:cNvPr>
                <p14:cNvContentPartPr/>
                <p14:nvPr/>
              </p14:nvContentPartPr>
              <p14:xfrm>
                <a:off x="7451208" y="2166264"/>
                <a:ext cx="303840" cy="15300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C0917968-9F3A-1BFA-F72F-49F5D640C238}"/>
                    </a:ext>
                  </a:extLst>
                </p:cNvPr>
                <p:cNvPicPr/>
                <p:nvPr/>
              </p:nvPicPr>
              <p:blipFill>
                <a:blip r:embed="rId122"/>
                <a:stretch>
                  <a:fillRect/>
                </a:stretch>
              </p:blipFill>
              <p:spPr>
                <a:xfrm>
                  <a:off x="7442208" y="2157624"/>
                  <a:ext cx="321480" cy="17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3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B99E2CE1-0EE7-D465-2013-A61EB641CFAD}"/>
                    </a:ext>
                  </a:extLst>
                </p14:cNvPr>
                <p14:cNvContentPartPr/>
                <p14:nvPr/>
              </p14:nvContentPartPr>
              <p14:xfrm>
                <a:off x="7739208" y="2218824"/>
                <a:ext cx="77040" cy="1224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B99E2CE1-0EE7-D465-2013-A61EB641CFAD}"/>
                    </a:ext>
                  </a:extLst>
                </p:cNvPr>
                <p:cNvPicPr/>
                <p:nvPr/>
              </p:nvPicPr>
              <p:blipFill>
                <a:blip r:embed="rId124"/>
                <a:stretch>
                  <a:fillRect/>
                </a:stretch>
              </p:blipFill>
              <p:spPr>
                <a:xfrm>
                  <a:off x="7730208" y="2209824"/>
                  <a:ext cx="94680" cy="2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5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3E29C806-E657-915E-51A0-7C441216E540}"/>
                    </a:ext>
                  </a:extLst>
                </p14:cNvPr>
                <p14:cNvContentPartPr/>
                <p14:nvPr/>
              </p14:nvContentPartPr>
              <p14:xfrm>
                <a:off x="7878888" y="2236824"/>
                <a:ext cx="95040" cy="7092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3E29C806-E657-915E-51A0-7C441216E540}"/>
                    </a:ext>
                  </a:extLst>
                </p:cNvPr>
                <p:cNvPicPr/>
                <p:nvPr/>
              </p:nvPicPr>
              <p:blipFill>
                <a:blip r:embed="rId126"/>
                <a:stretch>
                  <a:fillRect/>
                </a:stretch>
              </p:blipFill>
              <p:spPr>
                <a:xfrm>
                  <a:off x="7869888" y="2227824"/>
                  <a:ext cx="112680" cy="8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7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9C3D94AC-F100-3FCF-C8D1-1CAE01441A9E}"/>
                    </a:ext>
                  </a:extLst>
                </p14:cNvPr>
                <p14:cNvContentPartPr/>
                <p14:nvPr/>
              </p14:nvContentPartPr>
              <p14:xfrm>
                <a:off x="8008488" y="2080224"/>
                <a:ext cx="534240" cy="21096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9C3D94AC-F100-3FCF-C8D1-1CAE01441A9E}"/>
                    </a:ext>
                  </a:extLst>
                </p:cNvPr>
                <p:cNvPicPr/>
                <p:nvPr/>
              </p:nvPicPr>
              <p:blipFill>
                <a:blip r:embed="rId128"/>
                <a:stretch>
                  <a:fillRect/>
                </a:stretch>
              </p:blipFill>
              <p:spPr>
                <a:xfrm>
                  <a:off x="7999848" y="2071584"/>
                  <a:ext cx="551880" cy="22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9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69CFE6CE-D220-3B66-7996-28CC247B9489}"/>
                    </a:ext>
                  </a:extLst>
                </p14:cNvPr>
                <p14:cNvContentPartPr/>
                <p14:nvPr/>
              </p14:nvContentPartPr>
              <p14:xfrm>
                <a:off x="8573328" y="2211264"/>
                <a:ext cx="80640" cy="1008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69CFE6CE-D220-3B66-7996-28CC247B9489}"/>
                    </a:ext>
                  </a:extLst>
                </p:cNvPr>
                <p:cNvPicPr/>
                <p:nvPr/>
              </p:nvPicPr>
              <p:blipFill>
                <a:blip r:embed="rId130"/>
                <a:stretch>
                  <a:fillRect/>
                </a:stretch>
              </p:blipFill>
              <p:spPr>
                <a:xfrm>
                  <a:off x="8564688" y="2202624"/>
                  <a:ext cx="98280" cy="2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1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E148F9A8-A3F2-6E4F-5A21-8B857F05F787}"/>
                    </a:ext>
                  </a:extLst>
                </p14:cNvPr>
                <p14:cNvContentPartPr/>
                <p14:nvPr/>
              </p14:nvContentPartPr>
              <p14:xfrm>
                <a:off x="8302608" y="2070504"/>
                <a:ext cx="21960" cy="972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E148F9A8-A3F2-6E4F-5A21-8B857F05F787}"/>
                    </a:ext>
                  </a:extLst>
                </p:cNvPr>
                <p:cNvPicPr/>
                <p:nvPr/>
              </p:nvPicPr>
              <p:blipFill>
                <a:blip r:embed="rId132"/>
                <a:stretch>
                  <a:fillRect/>
                </a:stretch>
              </p:blipFill>
              <p:spPr>
                <a:xfrm>
                  <a:off x="8293608" y="2061864"/>
                  <a:ext cx="39600" cy="2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3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0169A119-957C-3434-4CAC-652B9444B410}"/>
                    </a:ext>
                  </a:extLst>
                </p14:cNvPr>
                <p14:cNvContentPartPr/>
                <p14:nvPr/>
              </p14:nvContentPartPr>
              <p14:xfrm>
                <a:off x="9136728" y="2163384"/>
                <a:ext cx="367200" cy="17100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0169A119-957C-3434-4CAC-652B9444B410}"/>
                    </a:ext>
                  </a:extLst>
                </p:cNvPr>
                <p:cNvPicPr/>
                <p:nvPr/>
              </p:nvPicPr>
              <p:blipFill>
                <a:blip r:embed="rId134"/>
                <a:stretch>
                  <a:fillRect/>
                </a:stretch>
              </p:blipFill>
              <p:spPr>
                <a:xfrm>
                  <a:off x="9127728" y="2154384"/>
                  <a:ext cx="384840" cy="18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5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750EC8D4-B353-8BB7-7F2C-E5CBA093135B}"/>
                    </a:ext>
                  </a:extLst>
                </p14:cNvPr>
                <p14:cNvContentPartPr/>
                <p14:nvPr/>
              </p14:nvContentPartPr>
              <p14:xfrm>
                <a:off x="9822168" y="2148984"/>
                <a:ext cx="316800" cy="11340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750EC8D4-B353-8BB7-7F2C-E5CBA093135B}"/>
                    </a:ext>
                  </a:extLst>
                </p:cNvPr>
                <p:cNvPicPr/>
                <p:nvPr/>
              </p:nvPicPr>
              <p:blipFill>
                <a:blip r:embed="rId136"/>
                <a:stretch>
                  <a:fillRect/>
                </a:stretch>
              </p:blipFill>
              <p:spPr>
                <a:xfrm>
                  <a:off x="9813528" y="2140344"/>
                  <a:ext cx="334440" cy="13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7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B7F03197-5970-45EF-61F3-4268553DBC0B}"/>
                    </a:ext>
                  </a:extLst>
                </p14:cNvPr>
                <p14:cNvContentPartPr/>
                <p14:nvPr/>
              </p14:nvContentPartPr>
              <p14:xfrm>
                <a:off x="10208808" y="2172024"/>
                <a:ext cx="117720" cy="5580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B7F03197-5970-45EF-61F3-4268553DBC0B}"/>
                    </a:ext>
                  </a:extLst>
                </p:cNvPr>
                <p:cNvPicPr/>
                <p:nvPr/>
              </p:nvPicPr>
              <p:blipFill>
                <a:blip r:embed="rId138"/>
                <a:stretch>
                  <a:fillRect/>
                </a:stretch>
              </p:blipFill>
              <p:spPr>
                <a:xfrm>
                  <a:off x="10199808" y="2163384"/>
                  <a:ext cx="135360" cy="7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9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B3734EE0-5946-E410-A6B6-EF5141E25CBA}"/>
                    </a:ext>
                  </a:extLst>
                </p14:cNvPr>
                <p14:cNvContentPartPr/>
                <p14:nvPr/>
              </p14:nvContentPartPr>
              <p14:xfrm>
                <a:off x="10372248" y="2074824"/>
                <a:ext cx="105480" cy="202680"/>
              </p14:xfrm>
            </p:contentPart>
          </mc:Choice>
          <mc:Fallback xmlns=""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B3734EE0-5946-E410-A6B6-EF5141E25CBA}"/>
                    </a:ext>
                  </a:extLst>
                </p:cNvPr>
                <p:cNvPicPr/>
                <p:nvPr/>
              </p:nvPicPr>
              <p:blipFill>
                <a:blip r:embed="rId140"/>
                <a:stretch>
                  <a:fillRect/>
                </a:stretch>
              </p:blipFill>
              <p:spPr>
                <a:xfrm>
                  <a:off x="10363608" y="2066184"/>
                  <a:ext cx="123120" cy="22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1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5672195C-EAA7-6D3E-0BC8-13E8D1926483}"/>
                    </a:ext>
                  </a:extLst>
                </p14:cNvPr>
                <p14:cNvContentPartPr/>
                <p14:nvPr/>
              </p14:nvContentPartPr>
              <p14:xfrm>
                <a:off x="10776168" y="2148624"/>
                <a:ext cx="88560" cy="9900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5672195C-EAA7-6D3E-0BC8-13E8D1926483}"/>
                    </a:ext>
                  </a:extLst>
                </p:cNvPr>
                <p:cNvPicPr/>
                <p:nvPr/>
              </p:nvPicPr>
              <p:blipFill>
                <a:blip r:embed="rId142"/>
                <a:stretch>
                  <a:fillRect/>
                </a:stretch>
              </p:blipFill>
              <p:spPr>
                <a:xfrm>
                  <a:off x="10767528" y="2139984"/>
                  <a:ext cx="106200" cy="11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3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29EB9CC8-D629-979B-83DE-E16C2E184802}"/>
                    </a:ext>
                  </a:extLst>
                </p14:cNvPr>
                <p14:cNvContentPartPr/>
                <p14:nvPr/>
              </p14:nvContentPartPr>
              <p14:xfrm>
                <a:off x="10937808" y="2061504"/>
                <a:ext cx="218160" cy="16380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29EB9CC8-D629-979B-83DE-E16C2E184802}"/>
                    </a:ext>
                  </a:extLst>
                </p:cNvPr>
                <p:cNvPicPr/>
                <p:nvPr/>
              </p:nvPicPr>
              <p:blipFill>
                <a:blip r:embed="rId144"/>
                <a:stretch>
                  <a:fillRect/>
                </a:stretch>
              </p:blipFill>
              <p:spPr>
                <a:xfrm>
                  <a:off x="10929168" y="2052864"/>
                  <a:ext cx="235800" cy="18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5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879B281A-51F8-6FC5-251D-6FF72338317D}"/>
                    </a:ext>
                  </a:extLst>
                </p14:cNvPr>
                <p14:cNvContentPartPr/>
                <p14:nvPr/>
              </p14:nvContentPartPr>
              <p14:xfrm>
                <a:off x="11227608" y="2140344"/>
                <a:ext cx="216720" cy="8064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879B281A-51F8-6FC5-251D-6FF72338317D}"/>
                    </a:ext>
                  </a:extLst>
                </p:cNvPr>
                <p:cNvPicPr/>
                <p:nvPr/>
              </p:nvPicPr>
              <p:blipFill>
                <a:blip r:embed="rId146"/>
                <a:stretch>
                  <a:fillRect/>
                </a:stretch>
              </p:blipFill>
              <p:spPr>
                <a:xfrm>
                  <a:off x="11218608" y="2131344"/>
                  <a:ext cx="234360" cy="9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7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06A6AB20-CD8C-323A-390F-C4234D27F7D7}"/>
                    </a:ext>
                  </a:extLst>
                </p14:cNvPr>
                <p14:cNvContentPartPr/>
                <p14:nvPr/>
              </p14:nvContentPartPr>
              <p14:xfrm>
                <a:off x="11486088" y="2213064"/>
                <a:ext cx="5760" cy="1620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06A6AB20-CD8C-323A-390F-C4234D27F7D7}"/>
                    </a:ext>
                  </a:extLst>
                </p:cNvPr>
                <p:cNvPicPr/>
                <p:nvPr/>
              </p:nvPicPr>
              <p:blipFill>
                <a:blip r:embed="rId148"/>
                <a:stretch>
                  <a:fillRect/>
                </a:stretch>
              </p:blipFill>
              <p:spPr>
                <a:xfrm>
                  <a:off x="11477088" y="2204064"/>
                  <a:ext cx="23400" cy="3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9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C31C4959-2DB3-F1F1-C73C-1A8E488E02E7}"/>
                    </a:ext>
                  </a:extLst>
                </p14:cNvPr>
                <p14:cNvContentPartPr/>
                <p14:nvPr/>
              </p14:nvContentPartPr>
              <p14:xfrm>
                <a:off x="2935008" y="2816064"/>
                <a:ext cx="222840" cy="428760"/>
              </p14:xfrm>
            </p:contentPart>
          </mc:Choice>
          <mc:Fallback xmlns=""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C31C4959-2DB3-F1F1-C73C-1A8E488E02E7}"/>
                    </a:ext>
                  </a:extLst>
                </p:cNvPr>
                <p:cNvPicPr/>
                <p:nvPr/>
              </p:nvPicPr>
              <p:blipFill>
                <a:blip r:embed="rId150"/>
                <a:stretch>
                  <a:fillRect/>
                </a:stretch>
              </p:blipFill>
              <p:spPr>
                <a:xfrm>
                  <a:off x="2926368" y="2807064"/>
                  <a:ext cx="240480" cy="44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1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1E7F2858-629D-D213-8174-5539B0EA4C09}"/>
                    </a:ext>
                  </a:extLst>
                </p14:cNvPr>
                <p14:cNvContentPartPr/>
                <p14:nvPr/>
              </p14:nvContentPartPr>
              <p14:xfrm>
                <a:off x="3153168" y="3064104"/>
                <a:ext cx="166320" cy="6264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1E7F2858-629D-D213-8174-5539B0EA4C09}"/>
                    </a:ext>
                  </a:extLst>
                </p:cNvPr>
                <p:cNvPicPr/>
                <p:nvPr/>
              </p:nvPicPr>
              <p:blipFill>
                <a:blip r:embed="rId152"/>
                <a:stretch>
                  <a:fillRect/>
                </a:stretch>
              </p:blipFill>
              <p:spPr>
                <a:xfrm>
                  <a:off x="3144528" y="3055104"/>
                  <a:ext cx="183960" cy="8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3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5FEDDA44-DF2A-DBBB-3547-3FA6AB6C632D}"/>
                    </a:ext>
                  </a:extLst>
                </p14:cNvPr>
                <p14:cNvContentPartPr/>
                <p14:nvPr/>
              </p14:nvContentPartPr>
              <p14:xfrm>
                <a:off x="3570768" y="3008304"/>
                <a:ext cx="260280" cy="28692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5FEDDA44-DF2A-DBBB-3547-3FA6AB6C632D}"/>
                    </a:ext>
                  </a:extLst>
                </p:cNvPr>
                <p:cNvPicPr/>
                <p:nvPr/>
              </p:nvPicPr>
              <p:blipFill>
                <a:blip r:embed="rId154"/>
                <a:stretch>
                  <a:fillRect/>
                </a:stretch>
              </p:blipFill>
              <p:spPr>
                <a:xfrm>
                  <a:off x="3561768" y="2999664"/>
                  <a:ext cx="277920" cy="30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5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CEE96F04-A20F-2C8A-61D9-692A7E2F865A}"/>
                    </a:ext>
                  </a:extLst>
                </p14:cNvPr>
                <p14:cNvContentPartPr/>
                <p14:nvPr/>
              </p14:nvContentPartPr>
              <p14:xfrm>
                <a:off x="4005288" y="3138264"/>
                <a:ext cx="30600" cy="396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CEE96F04-A20F-2C8A-61D9-692A7E2F865A}"/>
                    </a:ext>
                  </a:extLst>
                </p:cNvPr>
                <p:cNvPicPr/>
                <p:nvPr/>
              </p:nvPicPr>
              <p:blipFill>
                <a:blip r:embed="rId156"/>
                <a:stretch>
                  <a:fillRect/>
                </a:stretch>
              </p:blipFill>
              <p:spPr>
                <a:xfrm>
                  <a:off x="3996648" y="3129264"/>
                  <a:ext cx="48240" cy="2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7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F2FAA043-E0D0-D42B-4F83-511B8DC05452}"/>
                    </a:ext>
                  </a:extLst>
                </p14:cNvPr>
                <p14:cNvContentPartPr/>
                <p14:nvPr/>
              </p14:nvContentPartPr>
              <p14:xfrm>
                <a:off x="3983328" y="2884824"/>
                <a:ext cx="9360" cy="35640"/>
              </p14:xfrm>
            </p:contentPart>
          </mc:Choice>
          <mc:Fallback xmlns=""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F2FAA043-E0D0-D42B-4F83-511B8DC05452}"/>
                    </a:ext>
                  </a:extLst>
                </p:cNvPr>
                <p:cNvPicPr/>
                <p:nvPr/>
              </p:nvPicPr>
              <p:blipFill>
                <a:blip r:embed="rId158"/>
                <a:stretch>
                  <a:fillRect/>
                </a:stretch>
              </p:blipFill>
              <p:spPr>
                <a:xfrm>
                  <a:off x="3974328" y="2876184"/>
                  <a:ext cx="27000" cy="5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9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D9E7DD6C-3BA2-BEB3-F4B1-1507581B3607}"/>
                    </a:ext>
                  </a:extLst>
                </p14:cNvPr>
                <p14:cNvContentPartPr/>
                <p14:nvPr/>
              </p14:nvContentPartPr>
              <p14:xfrm>
                <a:off x="4340808" y="2899944"/>
                <a:ext cx="30600" cy="198720"/>
              </p14:xfrm>
            </p:contentPart>
          </mc:Choice>
          <mc:Fallback xmlns=""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D9E7DD6C-3BA2-BEB3-F4B1-1507581B3607}"/>
                    </a:ext>
                  </a:extLst>
                </p:cNvPr>
                <p:cNvPicPr/>
                <p:nvPr/>
              </p:nvPicPr>
              <p:blipFill>
                <a:blip r:embed="rId160"/>
                <a:stretch>
                  <a:fillRect/>
                </a:stretch>
              </p:blipFill>
              <p:spPr>
                <a:xfrm>
                  <a:off x="4331808" y="2890944"/>
                  <a:ext cx="48240" cy="21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1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E94251DF-8335-728E-B60A-392203CC799B}"/>
                    </a:ext>
                  </a:extLst>
                </p14:cNvPr>
                <p14:cNvContentPartPr/>
                <p14:nvPr/>
              </p14:nvContentPartPr>
              <p14:xfrm>
                <a:off x="4172688" y="2799504"/>
                <a:ext cx="539640" cy="298440"/>
              </p14:xfrm>
            </p:contentPart>
          </mc:Choice>
          <mc:Fallback xmlns=""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E94251DF-8335-728E-B60A-392203CC799B}"/>
                    </a:ext>
                  </a:extLst>
                </p:cNvPr>
                <p:cNvPicPr/>
                <p:nvPr/>
              </p:nvPicPr>
              <p:blipFill>
                <a:blip r:embed="rId162"/>
                <a:stretch>
                  <a:fillRect/>
                </a:stretch>
              </p:blipFill>
              <p:spPr>
                <a:xfrm>
                  <a:off x="4164048" y="2790864"/>
                  <a:ext cx="557280" cy="31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3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59BCA5F1-812E-6F45-D9CB-1A9FCA61E655}"/>
                    </a:ext>
                  </a:extLst>
                </p14:cNvPr>
                <p14:cNvContentPartPr/>
                <p14:nvPr/>
              </p14:nvContentPartPr>
              <p14:xfrm>
                <a:off x="5095008" y="2850984"/>
                <a:ext cx="82440" cy="211320"/>
              </p14:xfrm>
            </p:contentPart>
          </mc:Choice>
          <mc:Fallback xmlns=""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59BCA5F1-812E-6F45-D9CB-1A9FCA61E655}"/>
                    </a:ext>
                  </a:extLst>
                </p:cNvPr>
                <p:cNvPicPr/>
                <p:nvPr/>
              </p:nvPicPr>
              <p:blipFill>
                <a:blip r:embed="rId164"/>
                <a:stretch>
                  <a:fillRect/>
                </a:stretch>
              </p:blipFill>
              <p:spPr>
                <a:xfrm>
                  <a:off x="5086008" y="2842344"/>
                  <a:ext cx="100080" cy="22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5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B0606E72-1F14-7DF2-E65C-F5A177B977AA}"/>
                    </a:ext>
                  </a:extLst>
                </p14:cNvPr>
                <p14:cNvContentPartPr/>
                <p14:nvPr/>
              </p14:nvContentPartPr>
              <p14:xfrm>
                <a:off x="5233608" y="2976264"/>
                <a:ext cx="22320" cy="86760"/>
              </p14:xfrm>
            </p:contentPart>
          </mc:Choice>
          <mc:Fallback xmlns=""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B0606E72-1F14-7DF2-E65C-F5A177B977AA}"/>
                    </a:ext>
                  </a:extLst>
                </p:cNvPr>
                <p:cNvPicPr/>
                <p:nvPr/>
              </p:nvPicPr>
              <p:blipFill>
                <a:blip r:embed="rId166"/>
                <a:stretch>
                  <a:fillRect/>
                </a:stretch>
              </p:blipFill>
              <p:spPr>
                <a:xfrm>
                  <a:off x="5224968" y="2967624"/>
                  <a:ext cx="39960" cy="10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7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5F1A3787-2C51-F662-D52C-42807E788545}"/>
                    </a:ext>
                  </a:extLst>
                </p14:cNvPr>
                <p14:cNvContentPartPr/>
                <p14:nvPr/>
              </p14:nvContentPartPr>
              <p14:xfrm>
                <a:off x="5270328" y="2909664"/>
                <a:ext cx="13320" cy="33120"/>
              </p14:xfrm>
            </p:contentPart>
          </mc:Choice>
          <mc:Fallback xmlns=""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5F1A3787-2C51-F662-D52C-42807E788545}"/>
                    </a:ext>
                  </a:extLst>
                </p:cNvPr>
                <p:cNvPicPr/>
                <p:nvPr/>
              </p:nvPicPr>
              <p:blipFill>
                <a:blip r:embed="rId168"/>
                <a:stretch>
                  <a:fillRect/>
                </a:stretch>
              </p:blipFill>
              <p:spPr>
                <a:xfrm>
                  <a:off x="5261328" y="2901024"/>
                  <a:ext cx="30960" cy="5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9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A721358A-ADFA-BA9D-AC64-CB950070DA19}"/>
                    </a:ext>
                  </a:extLst>
                </p14:cNvPr>
                <p14:cNvContentPartPr/>
                <p14:nvPr/>
              </p14:nvContentPartPr>
              <p14:xfrm>
                <a:off x="5357448" y="2963304"/>
                <a:ext cx="119160" cy="62280"/>
              </p14:xfrm>
            </p:contentPart>
          </mc:Choice>
          <mc:Fallback xmlns=""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A721358A-ADFA-BA9D-AC64-CB950070DA19}"/>
                    </a:ext>
                  </a:extLst>
                </p:cNvPr>
                <p:cNvPicPr/>
                <p:nvPr/>
              </p:nvPicPr>
              <p:blipFill>
                <a:blip r:embed="rId170"/>
                <a:stretch>
                  <a:fillRect/>
                </a:stretch>
              </p:blipFill>
              <p:spPr>
                <a:xfrm>
                  <a:off x="5348448" y="2954304"/>
                  <a:ext cx="136800" cy="7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1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E8BFD016-1233-5FA9-986A-2C3F9FA8F71F}"/>
                    </a:ext>
                  </a:extLst>
                </p14:cNvPr>
                <p14:cNvContentPartPr/>
                <p14:nvPr/>
              </p14:nvContentPartPr>
              <p14:xfrm>
                <a:off x="5530248" y="2874024"/>
                <a:ext cx="74880" cy="158040"/>
              </p14:xfrm>
            </p:contentPart>
          </mc:Choice>
          <mc:Fallback xmlns=""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E8BFD016-1233-5FA9-986A-2C3F9FA8F71F}"/>
                    </a:ext>
                  </a:extLst>
                </p:cNvPr>
                <p:cNvPicPr/>
                <p:nvPr/>
              </p:nvPicPr>
              <p:blipFill>
                <a:blip r:embed="rId172"/>
                <a:stretch>
                  <a:fillRect/>
                </a:stretch>
              </p:blipFill>
              <p:spPr>
                <a:xfrm>
                  <a:off x="5521248" y="2865384"/>
                  <a:ext cx="92520" cy="17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3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E98191AB-154C-7F6D-D2EF-7AF21DF16FCC}"/>
                    </a:ext>
                  </a:extLst>
                </p14:cNvPr>
                <p14:cNvContentPartPr/>
                <p14:nvPr/>
              </p14:nvContentPartPr>
              <p14:xfrm>
                <a:off x="5652648" y="3058344"/>
                <a:ext cx="115560" cy="138960"/>
              </p14:xfrm>
            </p:contentPart>
          </mc:Choice>
          <mc:Fallback xmlns=""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E98191AB-154C-7F6D-D2EF-7AF21DF16FCC}"/>
                    </a:ext>
                  </a:extLst>
                </p:cNvPr>
                <p:cNvPicPr/>
                <p:nvPr/>
              </p:nvPicPr>
              <p:blipFill>
                <a:blip r:embed="rId174"/>
                <a:stretch>
                  <a:fillRect/>
                </a:stretch>
              </p:blipFill>
              <p:spPr>
                <a:xfrm>
                  <a:off x="5643648" y="3049704"/>
                  <a:ext cx="133200" cy="15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5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7C4859D8-ECFF-F49D-4536-3AE9E6112F4C}"/>
                    </a:ext>
                  </a:extLst>
                </p14:cNvPr>
                <p14:cNvContentPartPr/>
                <p14:nvPr/>
              </p14:nvContentPartPr>
              <p14:xfrm>
                <a:off x="6148008" y="2873304"/>
                <a:ext cx="15120" cy="186480"/>
              </p14:xfrm>
            </p:contentPart>
          </mc:Choice>
          <mc:Fallback xmlns=""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7C4859D8-ECFF-F49D-4536-3AE9E6112F4C}"/>
                    </a:ext>
                  </a:extLst>
                </p:cNvPr>
                <p:cNvPicPr/>
                <p:nvPr/>
              </p:nvPicPr>
              <p:blipFill>
                <a:blip r:embed="rId176"/>
                <a:stretch>
                  <a:fillRect/>
                </a:stretch>
              </p:blipFill>
              <p:spPr>
                <a:xfrm>
                  <a:off x="6139368" y="2864664"/>
                  <a:ext cx="32760" cy="20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7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09078793-7AAD-4511-7182-B4E61DDDA3BA}"/>
                    </a:ext>
                  </a:extLst>
                </p14:cNvPr>
                <p14:cNvContentPartPr/>
                <p14:nvPr/>
              </p14:nvContentPartPr>
              <p14:xfrm>
                <a:off x="5962248" y="2778984"/>
                <a:ext cx="576720" cy="254880"/>
              </p14:xfrm>
            </p:contentPart>
          </mc:Choice>
          <mc:Fallback xmlns=""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09078793-7AAD-4511-7182-B4E61DDDA3BA}"/>
                    </a:ext>
                  </a:extLst>
                </p:cNvPr>
                <p:cNvPicPr/>
                <p:nvPr/>
              </p:nvPicPr>
              <p:blipFill>
                <a:blip r:embed="rId178"/>
                <a:stretch>
                  <a:fillRect/>
                </a:stretch>
              </p:blipFill>
              <p:spPr>
                <a:xfrm>
                  <a:off x="5953608" y="2769984"/>
                  <a:ext cx="594360" cy="27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9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DBC0EB18-79AB-EDA5-ECBE-C3BB45AD1B39}"/>
                    </a:ext>
                  </a:extLst>
                </p14:cNvPr>
                <p14:cNvContentPartPr/>
                <p14:nvPr/>
              </p14:nvContentPartPr>
              <p14:xfrm>
                <a:off x="6805368" y="2915064"/>
                <a:ext cx="160560" cy="95400"/>
              </p14:xfrm>
            </p:contentPart>
          </mc:Choice>
          <mc:Fallback xmlns=""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DBC0EB18-79AB-EDA5-ECBE-C3BB45AD1B39}"/>
                    </a:ext>
                  </a:extLst>
                </p:cNvPr>
                <p:cNvPicPr/>
                <p:nvPr/>
              </p:nvPicPr>
              <p:blipFill>
                <a:blip r:embed="rId180"/>
                <a:stretch>
                  <a:fillRect/>
                </a:stretch>
              </p:blipFill>
              <p:spPr>
                <a:xfrm>
                  <a:off x="6796728" y="2906424"/>
                  <a:ext cx="178200" cy="11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1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8770F8B5-2824-8CCD-9930-0E65685D4550}"/>
                    </a:ext>
                  </a:extLst>
                </p14:cNvPr>
                <p14:cNvContentPartPr/>
                <p14:nvPr/>
              </p14:nvContentPartPr>
              <p14:xfrm>
                <a:off x="7021728" y="2905344"/>
                <a:ext cx="390600" cy="73440"/>
              </p14:xfrm>
            </p:contentPart>
          </mc:Choice>
          <mc:Fallback xmlns=""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8770F8B5-2824-8CCD-9930-0E65685D4550}"/>
                    </a:ext>
                  </a:extLst>
                </p:cNvPr>
                <p:cNvPicPr/>
                <p:nvPr/>
              </p:nvPicPr>
              <p:blipFill>
                <a:blip r:embed="rId182"/>
                <a:stretch>
                  <a:fillRect/>
                </a:stretch>
              </p:blipFill>
              <p:spPr>
                <a:xfrm>
                  <a:off x="7012728" y="2896704"/>
                  <a:ext cx="408240" cy="9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3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37525329-742E-FADE-8F3E-3CA72B191476}"/>
                    </a:ext>
                  </a:extLst>
                </p14:cNvPr>
                <p14:cNvContentPartPr/>
                <p14:nvPr/>
              </p14:nvContentPartPr>
              <p14:xfrm>
                <a:off x="7244208" y="2804184"/>
                <a:ext cx="9360" cy="20160"/>
              </p14:xfrm>
            </p:contentPart>
          </mc:Choice>
          <mc:Fallback xmlns=""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37525329-742E-FADE-8F3E-3CA72B191476}"/>
                    </a:ext>
                  </a:extLst>
                </p:cNvPr>
                <p:cNvPicPr/>
                <p:nvPr/>
              </p:nvPicPr>
              <p:blipFill>
                <a:blip r:embed="rId184"/>
                <a:stretch>
                  <a:fillRect/>
                </a:stretch>
              </p:blipFill>
              <p:spPr>
                <a:xfrm>
                  <a:off x="7235568" y="2795184"/>
                  <a:ext cx="27000" cy="3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5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60DD9947-505C-9E52-ECAC-8FAF6D9F5F44}"/>
                    </a:ext>
                  </a:extLst>
                </p14:cNvPr>
                <p14:cNvContentPartPr/>
                <p14:nvPr/>
              </p14:nvContentPartPr>
              <p14:xfrm>
                <a:off x="7388568" y="2977704"/>
                <a:ext cx="166680" cy="154080"/>
              </p14:xfrm>
            </p:contentPart>
          </mc:Choice>
          <mc:Fallback xmlns=""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60DD9947-505C-9E52-ECAC-8FAF6D9F5F44}"/>
                    </a:ext>
                  </a:extLst>
                </p:cNvPr>
                <p:cNvPicPr/>
                <p:nvPr/>
              </p:nvPicPr>
              <p:blipFill>
                <a:blip r:embed="rId186"/>
                <a:stretch>
                  <a:fillRect/>
                </a:stretch>
              </p:blipFill>
              <p:spPr>
                <a:xfrm>
                  <a:off x="7379928" y="2968704"/>
                  <a:ext cx="184320" cy="17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7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53CC79BA-27B4-4366-D0FF-2EF29CC36CCD}"/>
                    </a:ext>
                  </a:extLst>
                </p14:cNvPr>
                <p14:cNvContentPartPr/>
                <p14:nvPr/>
              </p14:nvContentPartPr>
              <p14:xfrm>
                <a:off x="8017848" y="2771784"/>
                <a:ext cx="50760" cy="200160"/>
              </p14:xfrm>
            </p:contentPart>
          </mc:Choice>
          <mc:Fallback xmlns=""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53CC79BA-27B4-4366-D0FF-2EF29CC36CCD}"/>
                    </a:ext>
                  </a:extLst>
                </p:cNvPr>
                <p:cNvPicPr/>
                <p:nvPr/>
              </p:nvPicPr>
              <p:blipFill>
                <a:blip r:embed="rId188"/>
                <a:stretch>
                  <a:fillRect/>
                </a:stretch>
              </p:blipFill>
              <p:spPr>
                <a:xfrm>
                  <a:off x="8008848" y="2762784"/>
                  <a:ext cx="68400" cy="21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9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4CC460AD-09F1-90AD-779A-96AD0E6FFFCD}"/>
                    </a:ext>
                  </a:extLst>
                </p14:cNvPr>
                <p14:cNvContentPartPr/>
                <p14:nvPr/>
              </p14:nvContentPartPr>
              <p14:xfrm>
                <a:off x="7906248" y="2677104"/>
                <a:ext cx="522720" cy="265320"/>
              </p14:xfrm>
            </p:contentPart>
          </mc:Choice>
          <mc:Fallback xmlns=""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4CC460AD-09F1-90AD-779A-96AD0E6FFFCD}"/>
                    </a:ext>
                  </a:extLst>
                </p:cNvPr>
                <p:cNvPicPr/>
                <p:nvPr/>
              </p:nvPicPr>
              <p:blipFill>
                <a:blip r:embed="rId190"/>
                <a:stretch>
                  <a:fillRect/>
                </a:stretch>
              </p:blipFill>
              <p:spPr>
                <a:xfrm>
                  <a:off x="7897608" y="2668464"/>
                  <a:ext cx="540360" cy="28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1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1AA29E9D-49BA-0251-9F0F-28CFB7389E67}"/>
                    </a:ext>
                  </a:extLst>
                </p14:cNvPr>
                <p14:cNvContentPartPr/>
                <p14:nvPr/>
              </p14:nvContentPartPr>
              <p14:xfrm>
                <a:off x="8753688" y="2669544"/>
                <a:ext cx="116640" cy="268560"/>
              </p14:xfrm>
            </p:contentPart>
          </mc:Choice>
          <mc:Fallback xmlns=""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1AA29E9D-49BA-0251-9F0F-28CFB7389E67}"/>
                    </a:ext>
                  </a:extLst>
                </p:cNvPr>
                <p:cNvPicPr/>
                <p:nvPr/>
              </p:nvPicPr>
              <p:blipFill>
                <a:blip r:embed="rId192"/>
                <a:stretch>
                  <a:fillRect/>
                </a:stretch>
              </p:blipFill>
              <p:spPr>
                <a:xfrm>
                  <a:off x="8745048" y="2660904"/>
                  <a:ext cx="134280" cy="28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3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B729A599-59DD-3C8E-BCE2-3CA7E727C18C}"/>
                    </a:ext>
                  </a:extLst>
                </p14:cNvPr>
                <p14:cNvContentPartPr/>
                <p14:nvPr/>
              </p14:nvContentPartPr>
              <p14:xfrm>
                <a:off x="8961768" y="2844144"/>
                <a:ext cx="151920" cy="81000"/>
              </p14:xfrm>
            </p:contentPart>
          </mc:Choice>
          <mc:Fallback xmlns=""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B729A599-59DD-3C8E-BCE2-3CA7E727C18C}"/>
                    </a:ext>
                  </a:extLst>
                </p:cNvPr>
                <p:cNvPicPr/>
                <p:nvPr/>
              </p:nvPicPr>
              <p:blipFill>
                <a:blip r:embed="rId194"/>
                <a:stretch>
                  <a:fillRect/>
                </a:stretch>
              </p:blipFill>
              <p:spPr>
                <a:xfrm>
                  <a:off x="8952768" y="2835504"/>
                  <a:ext cx="169560" cy="9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5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36685D98-7B76-B289-B946-6D24322934D6}"/>
                    </a:ext>
                  </a:extLst>
                </p14:cNvPr>
                <p14:cNvContentPartPr/>
                <p14:nvPr/>
              </p14:nvContentPartPr>
              <p14:xfrm>
                <a:off x="9142848" y="2670264"/>
                <a:ext cx="473760" cy="236160"/>
              </p14:xfrm>
            </p:contentPart>
          </mc:Choice>
          <mc:Fallback xmlns=""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36685D98-7B76-B289-B946-6D24322934D6}"/>
                    </a:ext>
                  </a:extLst>
                </p:cNvPr>
                <p:cNvPicPr/>
                <p:nvPr/>
              </p:nvPicPr>
              <p:blipFill>
                <a:blip r:embed="rId196"/>
                <a:stretch>
                  <a:fillRect/>
                </a:stretch>
              </p:blipFill>
              <p:spPr>
                <a:xfrm>
                  <a:off x="9133848" y="2661624"/>
                  <a:ext cx="491400" cy="25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7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0CD1B34A-44E3-0DF4-D381-FFEC2C747E6A}"/>
                    </a:ext>
                  </a:extLst>
                </p14:cNvPr>
                <p14:cNvContentPartPr/>
                <p14:nvPr/>
              </p14:nvContentPartPr>
              <p14:xfrm>
                <a:off x="9679968" y="2764944"/>
                <a:ext cx="10440" cy="35280"/>
              </p14:xfrm>
            </p:contentPart>
          </mc:Choice>
          <mc:Fallback xmlns=""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0CD1B34A-44E3-0DF4-D381-FFEC2C747E6A}"/>
                    </a:ext>
                  </a:extLst>
                </p:cNvPr>
                <p:cNvPicPr/>
                <p:nvPr/>
              </p:nvPicPr>
              <p:blipFill>
                <a:blip r:embed="rId198"/>
                <a:stretch>
                  <a:fillRect/>
                </a:stretch>
              </p:blipFill>
              <p:spPr>
                <a:xfrm>
                  <a:off x="9671328" y="2755944"/>
                  <a:ext cx="28080" cy="5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9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DE497921-B544-3418-D936-2619092A7A2B}"/>
                    </a:ext>
                  </a:extLst>
                </p14:cNvPr>
                <p14:cNvContentPartPr/>
                <p14:nvPr/>
              </p14:nvContentPartPr>
              <p14:xfrm>
                <a:off x="9563688" y="2680704"/>
                <a:ext cx="79200" cy="14040"/>
              </p14:xfrm>
            </p:contentPart>
          </mc:Choice>
          <mc:Fallback xmlns=""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DE497921-B544-3418-D936-2619092A7A2B}"/>
                    </a:ext>
                  </a:extLst>
                </p:cNvPr>
                <p:cNvPicPr/>
                <p:nvPr/>
              </p:nvPicPr>
              <p:blipFill>
                <a:blip r:embed="rId200"/>
                <a:stretch>
                  <a:fillRect/>
                </a:stretch>
              </p:blipFill>
              <p:spPr>
                <a:xfrm>
                  <a:off x="9555048" y="2672064"/>
                  <a:ext cx="96840" cy="3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1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AFE06F4F-0C06-C0A8-7DAD-1A1738AD5B17}"/>
                    </a:ext>
                  </a:extLst>
                </p14:cNvPr>
                <p14:cNvContentPartPr/>
                <p14:nvPr/>
              </p14:nvContentPartPr>
              <p14:xfrm>
                <a:off x="9645768" y="2642184"/>
                <a:ext cx="341280" cy="406800"/>
              </p14:xfrm>
            </p:contentPart>
          </mc:Choice>
          <mc:Fallback xmlns=""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AFE06F4F-0C06-C0A8-7DAD-1A1738AD5B17}"/>
                    </a:ext>
                  </a:extLst>
                </p:cNvPr>
                <p:cNvPicPr/>
                <p:nvPr/>
              </p:nvPicPr>
              <p:blipFill>
                <a:blip r:embed="rId202"/>
                <a:stretch>
                  <a:fillRect/>
                </a:stretch>
              </p:blipFill>
              <p:spPr>
                <a:xfrm>
                  <a:off x="9637128" y="2633544"/>
                  <a:ext cx="358920" cy="42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3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38D98D86-CAA6-7608-A81C-E65A26CD01F4}"/>
                    </a:ext>
                  </a:extLst>
                </p14:cNvPr>
                <p14:cNvContentPartPr/>
                <p14:nvPr/>
              </p14:nvContentPartPr>
              <p14:xfrm>
                <a:off x="10222128" y="2746224"/>
                <a:ext cx="174960" cy="307080"/>
              </p14:xfrm>
            </p:contentPart>
          </mc:Choice>
          <mc:Fallback xmlns=""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38D98D86-CAA6-7608-A81C-E65A26CD01F4}"/>
                    </a:ext>
                  </a:extLst>
                </p:cNvPr>
                <p:cNvPicPr/>
                <p:nvPr/>
              </p:nvPicPr>
              <p:blipFill>
                <a:blip r:embed="rId204"/>
                <a:stretch>
                  <a:fillRect/>
                </a:stretch>
              </p:blipFill>
              <p:spPr>
                <a:xfrm>
                  <a:off x="10213128" y="2737584"/>
                  <a:ext cx="192600" cy="32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5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1AEC3A1D-934A-23CC-809D-55C70342E762}"/>
                    </a:ext>
                  </a:extLst>
                </p14:cNvPr>
                <p14:cNvContentPartPr/>
                <p14:nvPr/>
              </p14:nvContentPartPr>
              <p14:xfrm>
                <a:off x="10461888" y="2774664"/>
                <a:ext cx="192240" cy="81000"/>
              </p14:xfrm>
            </p:contentPart>
          </mc:Choice>
          <mc:Fallback xmlns=""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1AEC3A1D-934A-23CC-809D-55C70342E762}"/>
                    </a:ext>
                  </a:extLst>
                </p:cNvPr>
                <p:cNvPicPr/>
                <p:nvPr/>
              </p:nvPicPr>
              <p:blipFill>
                <a:blip r:embed="rId206"/>
                <a:stretch>
                  <a:fillRect/>
                </a:stretch>
              </p:blipFill>
              <p:spPr>
                <a:xfrm>
                  <a:off x="10452888" y="2766024"/>
                  <a:ext cx="209880" cy="9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7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5C7AF815-3B63-63E0-5EF1-F704548A7D44}"/>
                    </a:ext>
                  </a:extLst>
                </p14:cNvPr>
                <p14:cNvContentPartPr/>
                <p14:nvPr/>
              </p14:nvContentPartPr>
              <p14:xfrm>
                <a:off x="10691208" y="2708784"/>
                <a:ext cx="80280" cy="128160"/>
              </p14:xfrm>
            </p:contentPart>
          </mc:Choice>
          <mc:Fallback xmlns=""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5C7AF815-3B63-63E0-5EF1-F704548A7D44}"/>
                    </a:ext>
                  </a:extLst>
                </p:cNvPr>
                <p:cNvPicPr/>
                <p:nvPr/>
              </p:nvPicPr>
              <p:blipFill>
                <a:blip r:embed="rId208"/>
                <a:stretch>
                  <a:fillRect/>
                </a:stretch>
              </p:blipFill>
              <p:spPr>
                <a:xfrm>
                  <a:off x="10682208" y="2699784"/>
                  <a:ext cx="97920" cy="14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9">
              <p14:nvContentPartPr>
                <p14:cNvPr id="193" name="Ink 192">
                  <a:extLst>
                    <a:ext uri="{FF2B5EF4-FFF2-40B4-BE49-F238E27FC236}">
                      <a16:creationId xmlns:a16="http://schemas.microsoft.com/office/drawing/2014/main" id="{96C66285-EB06-DB96-96BE-B79B084C4D92}"/>
                    </a:ext>
                  </a:extLst>
                </p14:cNvPr>
                <p14:cNvContentPartPr/>
                <p14:nvPr/>
              </p14:nvContentPartPr>
              <p14:xfrm>
                <a:off x="10828008" y="2787984"/>
                <a:ext cx="257400" cy="62280"/>
              </p14:xfrm>
            </p:contentPart>
          </mc:Choice>
          <mc:Fallback xmlns="">
            <p:pic>
              <p:nvPicPr>
                <p:cNvPr id="193" name="Ink 192">
                  <a:extLst>
                    <a:ext uri="{FF2B5EF4-FFF2-40B4-BE49-F238E27FC236}">
                      <a16:creationId xmlns:a16="http://schemas.microsoft.com/office/drawing/2014/main" id="{96C66285-EB06-DB96-96BE-B79B084C4D92}"/>
                    </a:ext>
                  </a:extLst>
                </p:cNvPr>
                <p:cNvPicPr/>
                <p:nvPr/>
              </p:nvPicPr>
              <p:blipFill>
                <a:blip r:embed="rId210"/>
                <a:stretch>
                  <a:fillRect/>
                </a:stretch>
              </p:blipFill>
              <p:spPr>
                <a:xfrm>
                  <a:off x="10819008" y="2779344"/>
                  <a:ext cx="275040" cy="7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1">
              <p14:nvContentPartPr>
                <p14:cNvPr id="196" name="Ink 195">
                  <a:extLst>
                    <a:ext uri="{FF2B5EF4-FFF2-40B4-BE49-F238E27FC236}">
                      <a16:creationId xmlns:a16="http://schemas.microsoft.com/office/drawing/2014/main" id="{3AB0A9F8-AF64-A1BD-D2AD-E37637FAAA5C}"/>
                    </a:ext>
                  </a:extLst>
                </p14:cNvPr>
                <p14:cNvContentPartPr/>
                <p14:nvPr/>
              </p14:nvContentPartPr>
              <p14:xfrm>
                <a:off x="4723128" y="2996784"/>
                <a:ext cx="6162120" cy="363600"/>
              </p14:xfrm>
            </p:contentPart>
          </mc:Choice>
          <mc:Fallback xmlns="">
            <p:pic>
              <p:nvPicPr>
                <p:cNvPr id="196" name="Ink 195">
                  <a:extLst>
                    <a:ext uri="{FF2B5EF4-FFF2-40B4-BE49-F238E27FC236}">
                      <a16:creationId xmlns:a16="http://schemas.microsoft.com/office/drawing/2014/main" id="{3AB0A9F8-AF64-A1BD-D2AD-E37637FAAA5C}"/>
                    </a:ext>
                  </a:extLst>
                </p:cNvPr>
                <p:cNvPicPr/>
                <p:nvPr/>
              </p:nvPicPr>
              <p:blipFill>
                <a:blip r:embed="rId212"/>
                <a:stretch>
                  <a:fillRect/>
                </a:stretch>
              </p:blipFill>
              <p:spPr>
                <a:xfrm>
                  <a:off x="4714128" y="2988144"/>
                  <a:ext cx="6179760" cy="38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3">
              <p14:nvContentPartPr>
                <p14:cNvPr id="197" name="Ink 196">
                  <a:extLst>
                    <a:ext uri="{FF2B5EF4-FFF2-40B4-BE49-F238E27FC236}">
                      <a16:creationId xmlns:a16="http://schemas.microsoft.com/office/drawing/2014/main" id="{CF71F1E3-FB1E-0014-85D1-B4EBD7211334}"/>
                    </a:ext>
                  </a:extLst>
                </p14:cNvPr>
                <p14:cNvContentPartPr/>
                <p14:nvPr/>
              </p14:nvContentPartPr>
              <p14:xfrm>
                <a:off x="7013088" y="3415464"/>
                <a:ext cx="299520" cy="219960"/>
              </p14:xfrm>
            </p:contentPart>
          </mc:Choice>
          <mc:Fallback xmlns="">
            <p:pic>
              <p:nvPicPr>
                <p:cNvPr id="197" name="Ink 196">
                  <a:extLst>
                    <a:ext uri="{FF2B5EF4-FFF2-40B4-BE49-F238E27FC236}">
                      <a16:creationId xmlns:a16="http://schemas.microsoft.com/office/drawing/2014/main" id="{CF71F1E3-FB1E-0014-85D1-B4EBD7211334}"/>
                    </a:ext>
                  </a:extLst>
                </p:cNvPr>
                <p:cNvPicPr/>
                <p:nvPr/>
              </p:nvPicPr>
              <p:blipFill>
                <a:blip r:embed="rId214"/>
                <a:stretch>
                  <a:fillRect/>
                </a:stretch>
              </p:blipFill>
              <p:spPr>
                <a:xfrm>
                  <a:off x="7004448" y="3406464"/>
                  <a:ext cx="317160" cy="23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5">
              <p14:nvContentPartPr>
                <p14:cNvPr id="198" name="Ink 197">
                  <a:extLst>
                    <a:ext uri="{FF2B5EF4-FFF2-40B4-BE49-F238E27FC236}">
                      <a16:creationId xmlns:a16="http://schemas.microsoft.com/office/drawing/2014/main" id="{8A0364A8-4471-FE28-7E58-16FADFF55BCB}"/>
                    </a:ext>
                  </a:extLst>
                </p14:cNvPr>
                <p14:cNvContentPartPr/>
                <p14:nvPr/>
              </p14:nvContentPartPr>
              <p14:xfrm>
                <a:off x="7395048" y="3427344"/>
                <a:ext cx="87480" cy="105480"/>
              </p14:xfrm>
            </p:contentPart>
          </mc:Choice>
          <mc:Fallback xmlns="">
            <p:pic>
              <p:nvPicPr>
                <p:cNvPr id="198" name="Ink 197">
                  <a:extLst>
                    <a:ext uri="{FF2B5EF4-FFF2-40B4-BE49-F238E27FC236}">
                      <a16:creationId xmlns:a16="http://schemas.microsoft.com/office/drawing/2014/main" id="{8A0364A8-4471-FE28-7E58-16FADFF55BCB}"/>
                    </a:ext>
                  </a:extLst>
                </p:cNvPr>
                <p:cNvPicPr/>
                <p:nvPr/>
              </p:nvPicPr>
              <p:blipFill>
                <a:blip r:embed="rId216"/>
                <a:stretch>
                  <a:fillRect/>
                </a:stretch>
              </p:blipFill>
              <p:spPr>
                <a:xfrm>
                  <a:off x="7386408" y="3418344"/>
                  <a:ext cx="105120" cy="12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7">
              <p14:nvContentPartPr>
                <p14:cNvPr id="199" name="Ink 198">
                  <a:extLst>
                    <a:ext uri="{FF2B5EF4-FFF2-40B4-BE49-F238E27FC236}">
                      <a16:creationId xmlns:a16="http://schemas.microsoft.com/office/drawing/2014/main" id="{65E748CE-8571-091E-C24D-391A051C4E6A}"/>
                    </a:ext>
                  </a:extLst>
                </p14:cNvPr>
                <p14:cNvContentPartPr/>
                <p14:nvPr/>
              </p14:nvContentPartPr>
              <p14:xfrm>
                <a:off x="7572528" y="3436704"/>
                <a:ext cx="89280" cy="83520"/>
              </p14:xfrm>
            </p:contentPart>
          </mc:Choice>
          <mc:Fallback xmlns="">
            <p:pic>
              <p:nvPicPr>
                <p:cNvPr id="199" name="Ink 198">
                  <a:extLst>
                    <a:ext uri="{FF2B5EF4-FFF2-40B4-BE49-F238E27FC236}">
                      <a16:creationId xmlns:a16="http://schemas.microsoft.com/office/drawing/2014/main" id="{65E748CE-8571-091E-C24D-391A051C4E6A}"/>
                    </a:ext>
                  </a:extLst>
                </p:cNvPr>
                <p:cNvPicPr/>
                <p:nvPr/>
              </p:nvPicPr>
              <p:blipFill>
                <a:blip r:embed="rId218"/>
                <a:stretch>
                  <a:fillRect/>
                </a:stretch>
              </p:blipFill>
              <p:spPr>
                <a:xfrm>
                  <a:off x="7563888" y="3428064"/>
                  <a:ext cx="106920" cy="10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9">
              <p14:nvContentPartPr>
                <p14:cNvPr id="200" name="Ink 199">
                  <a:extLst>
                    <a:ext uri="{FF2B5EF4-FFF2-40B4-BE49-F238E27FC236}">
                      <a16:creationId xmlns:a16="http://schemas.microsoft.com/office/drawing/2014/main" id="{E5E54F23-E212-86F6-AEDA-9CA62E539383}"/>
                    </a:ext>
                  </a:extLst>
                </p14:cNvPr>
                <p14:cNvContentPartPr/>
                <p14:nvPr/>
              </p14:nvContentPartPr>
              <p14:xfrm>
                <a:off x="7713648" y="3437424"/>
                <a:ext cx="169560" cy="36720"/>
              </p14:xfrm>
            </p:contentPart>
          </mc:Choice>
          <mc:Fallback xmlns="">
            <p:pic>
              <p:nvPicPr>
                <p:cNvPr id="200" name="Ink 199">
                  <a:extLst>
                    <a:ext uri="{FF2B5EF4-FFF2-40B4-BE49-F238E27FC236}">
                      <a16:creationId xmlns:a16="http://schemas.microsoft.com/office/drawing/2014/main" id="{E5E54F23-E212-86F6-AEDA-9CA62E539383}"/>
                    </a:ext>
                  </a:extLst>
                </p:cNvPr>
                <p:cNvPicPr/>
                <p:nvPr/>
              </p:nvPicPr>
              <p:blipFill>
                <a:blip r:embed="rId220"/>
                <a:stretch>
                  <a:fillRect/>
                </a:stretch>
              </p:blipFill>
              <p:spPr>
                <a:xfrm>
                  <a:off x="7704648" y="3428784"/>
                  <a:ext cx="187200" cy="5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1">
              <p14:nvContentPartPr>
                <p14:cNvPr id="201" name="Ink 200">
                  <a:extLst>
                    <a:ext uri="{FF2B5EF4-FFF2-40B4-BE49-F238E27FC236}">
                      <a16:creationId xmlns:a16="http://schemas.microsoft.com/office/drawing/2014/main" id="{222522BF-A74C-AC8E-EFB4-4BB8FE93D397}"/>
                    </a:ext>
                  </a:extLst>
                </p14:cNvPr>
                <p14:cNvContentPartPr/>
                <p14:nvPr/>
              </p14:nvContentPartPr>
              <p14:xfrm>
                <a:off x="8160048" y="3270384"/>
                <a:ext cx="495360" cy="366120"/>
              </p14:xfrm>
            </p:contentPart>
          </mc:Choice>
          <mc:Fallback xmlns="">
            <p:pic>
              <p:nvPicPr>
                <p:cNvPr id="201" name="Ink 200">
                  <a:extLst>
                    <a:ext uri="{FF2B5EF4-FFF2-40B4-BE49-F238E27FC236}">
                      <a16:creationId xmlns:a16="http://schemas.microsoft.com/office/drawing/2014/main" id="{222522BF-A74C-AC8E-EFB4-4BB8FE93D397}"/>
                    </a:ext>
                  </a:extLst>
                </p:cNvPr>
                <p:cNvPicPr/>
                <p:nvPr/>
              </p:nvPicPr>
              <p:blipFill>
                <a:blip r:embed="rId222"/>
                <a:stretch>
                  <a:fillRect/>
                </a:stretch>
              </p:blipFill>
              <p:spPr>
                <a:xfrm>
                  <a:off x="8151408" y="3261384"/>
                  <a:ext cx="513000" cy="38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3">
              <p14:nvContentPartPr>
                <p14:cNvPr id="202" name="Ink 201">
                  <a:extLst>
                    <a:ext uri="{FF2B5EF4-FFF2-40B4-BE49-F238E27FC236}">
                      <a16:creationId xmlns:a16="http://schemas.microsoft.com/office/drawing/2014/main" id="{6109FD99-059D-C1AB-D100-06D7F24E3D80}"/>
                    </a:ext>
                  </a:extLst>
                </p14:cNvPr>
                <p14:cNvContentPartPr/>
                <p14:nvPr/>
              </p14:nvContentPartPr>
              <p14:xfrm>
                <a:off x="8695368" y="3340944"/>
                <a:ext cx="271800" cy="88200"/>
              </p14:xfrm>
            </p:contentPart>
          </mc:Choice>
          <mc:Fallback xmlns="">
            <p:pic>
              <p:nvPicPr>
                <p:cNvPr id="202" name="Ink 201">
                  <a:extLst>
                    <a:ext uri="{FF2B5EF4-FFF2-40B4-BE49-F238E27FC236}">
                      <a16:creationId xmlns:a16="http://schemas.microsoft.com/office/drawing/2014/main" id="{6109FD99-059D-C1AB-D100-06D7F24E3D80}"/>
                    </a:ext>
                  </a:extLst>
                </p:cNvPr>
                <p:cNvPicPr/>
                <p:nvPr/>
              </p:nvPicPr>
              <p:blipFill>
                <a:blip r:embed="rId224"/>
                <a:stretch>
                  <a:fillRect/>
                </a:stretch>
              </p:blipFill>
              <p:spPr>
                <a:xfrm>
                  <a:off x="8686728" y="3331944"/>
                  <a:ext cx="289440" cy="10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5">
              <p14:nvContentPartPr>
                <p14:cNvPr id="203" name="Ink 202">
                  <a:extLst>
                    <a:ext uri="{FF2B5EF4-FFF2-40B4-BE49-F238E27FC236}">
                      <a16:creationId xmlns:a16="http://schemas.microsoft.com/office/drawing/2014/main" id="{5B24CDC0-1BE4-5B09-D3B7-865F1D3E3BE7}"/>
                    </a:ext>
                  </a:extLst>
                </p14:cNvPr>
                <p14:cNvContentPartPr/>
                <p14:nvPr/>
              </p14:nvContentPartPr>
              <p14:xfrm>
                <a:off x="9140688" y="3428064"/>
                <a:ext cx="39600" cy="14400"/>
              </p14:xfrm>
            </p:contentPart>
          </mc:Choice>
          <mc:Fallback xmlns="">
            <p:pic>
              <p:nvPicPr>
                <p:cNvPr id="203" name="Ink 202">
                  <a:extLst>
                    <a:ext uri="{FF2B5EF4-FFF2-40B4-BE49-F238E27FC236}">
                      <a16:creationId xmlns:a16="http://schemas.microsoft.com/office/drawing/2014/main" id="{5B24CDC0-1BE4-5B09-D3B7-865F1D3E3BE7}"/>
                    </a:ext>
                  </a:extLst>
                </p:cNvPr>
                <p:cNvPicPr/>
                <p:nvPr/>
              </p:nvPicPr>
              <p:blipFill>
                <a:blip r:embed="rId226"/>
                <a:stretch>
                  <a:fillRect/>
                </a:stretch>
              </p:blipFill>
              <p:spPr>
                <a:xfrm>
                  <a:off x="9132048" y="3419064"/>
                  <a:ext cx="57240" cy="320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27">
            <p14:nvContentPartPr>
              <p14:cNvPr id="205" name="Ink 204">
                <a:extLst>
                  <a:ext uri="{FF2B5EF4-FFF2-40B4-BE49-F238E27FC236}">
                    <a16:creationId xmlns:a16="http://schemas.microsoft.com/office/drawing/2014/main" id="{BD480173-8B3B-89BF-D76F-E12FC0B37EB5}"/>
                  </a:ext>
                </a:extLst>
              </p14:cNvPr>
              <p14:cNvContentPartPr/>
              <p14:nvPr/>
            </p14:nvContentPartPr>
            <p14:xfrm>
              <a:off x="3391848" y="4313304"/>
              <a:ext cx="18360" cy="24840"/>
            </p14:xfrm>
          </p:contentPart>
        </mc:Choice>
        <mc:Fallback xmlns="">
          <p:pic>
            <p:nvPicPr>
              <p:cNvPr id="205" name="Ink 204">
                <a:extLst>
                  <a:ext uri="{FF2B5EF4-FFF2-40B4-BE49-F238E27FC236}">
                    <a16:creationId xmlns:a16="http://schemas.microsoft.com/office/drawing/2014/main" id="{BD480173-8B3B-89BF-D76F-E12FC0B37EB5}"/>
                  </a:ext>
                </a:extLst>
              </p:cNvPr>
              <p:cNvPicPr/>
              <p:nvPr/>
            </p:nvPicPr>
            <p:blipFill>
              <a:blip r:embed="rId228"/>
              <a:stretch>
                <a:fillRect/>
              </a:stretch>
            </p:blipFill>
            <p:spPr>
              <a:xfrm>
                <a:off x="3382848" y="4304304"/>
                <a:ext cx="36000" cy="42480"/>
              </a:xfrm>
              <a:prstGeom prst="rect">
                <a:avLst/>
              </a:prstGeom>
            </p:spPr>
          </p:pic>
        </mc:Fallback>
      </mc:AlternateContent>
      <p:grpSp>
        <p:nvGrpSpPr>
          <p:cNvPr id="239" name="Group 238">
            <a:extLst>
              <a:ext uri="{FF2B5EF4-FFF2-40B4-BE49-F238E27FC236}">
                <a16:creationId xmlns:a16="http://schemas.microsoft.com/office/drawing/2014/main" id="{3B9AB9CC-FEF6-FB30-97A4-468B02FCE620}"/>
              </a:ext>
            </a:extLst>
          </p:cNvPr>
          <p:cNvGrpSpPr/>
          <p:nvPr/>
        </p:nvGrpSpPr>
        <p:grpSpPr>
          <a:xfrm>
            <a:off x="4732488" y="4001184"/>
            <a:ext cx="661680" cy="280440"/>
            <a:chOff x="4732488" y="4001184"/>
            <a:chExt cx="661680" cy="280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29">
              <p14:nvContentPartPr>
                <p14:cNvPr id="206" name="Ink 205">
                  <a:extLst>
                    <a:ext uri="{FF2B5EF4-FFF2-40B4-BE49-F238E27FC236}">
                      <a16:creationId xmlns:a16="http://schemas.microsoft.com/office/drawing/2014/main" id="{9CA60158-2E98-8217-F3DB-07437BDB2CA6}"/>
                    </a:ext>
                  </a:extLst>
                </p14:cNvPr>
                <p14:cNvContentPartPr/>
                <p14:nvPr/>
              </p14:nvContentPartPr>
              <p14:xfrm>
                <a:off x="4939848" y="4081464"/>
                <a:ext cx="24840" cy="200160"/>
              </p14:xfrm>
            </p:contentPart>
          </mc:Choice>
          <mc:Fallback xmlns="">
            <p:pic>
              <p:nvPicPr>
                <p:cNvPr id="206" name="Ink 205">
                  <a:extLst>
                    <a:ext uri="{FF2B5EF4-FFF2-40B4-BE49-F238E27FC236}">
                      <a16:creationId xmlns:a16="http://schemas.microsoft.com/office/drawing/2014/main" id="{9CA60158-2E98-8217-F3DB-07437BDB2CA6}"/>
                    </a:ext>
                  </a:extLst>
                </p:cNvPr>
                <p:cNvPicPr/>
                <p:nvPr/>
              </p:nvPicPr>
              <p:blipFill>
                <a:blip r:embed="rId230"/>
                <a:stretch>
                  <a:fillRect/>
                </a:stretch>
              </p:blipFill>
              <p:spPr>
                <a:xfrm>
                  <a:off x="4931208" y="4072824"/>
                  <a:ext cx="42480" cy="21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1">
              <p14:nvContentPartPr>
                <p14:cNvPr id="207" name="Ink 206">
                  <a:extLst>
                    <a:ext uri="{FF2B5EF4-FFF2-40B4-BE49-F238E27FC236}">
                      <a16:creationId xmlns:a16="http://schemas.microsoft.com/office/drawing/2014/main" id="{D8712AF0-10C6-71FF-90C2-E10FC045E9F8}"/>
                    </a:ext>
                  </a:extLst>
                </p14:cNvPr>
                <p14:cNvContentPartPr/>
                <p14:nvPr/>
              </p14:nvContentPartPr>
              <p14:xfrm>
                <a:off x="4732488" y="4001184"/>
                <a:ext cx="661680" cy="267480"/>
              </p14:xfrm>
            </p:contentPart>
          </mc:Choice>
          <mc:Fallback xmlns="">
            <p:pic>
              <p:nvPicPr>
                <p:cNvPr id="207" name="Ink 206">
                  <a:extLst>
                    <a:ext uri="{FF2B5EF4-FFF2-40B4-BE49-F238E27FC236}">
                      <a16:creationId xmlns:a16="http://schemas.microsoft.com/office/drawing/2014/main" id="{D8712AF0-10C6-71FF-90C2-E10FC045E9F8}"/>
                    </a:ext>
                  </a:extLst>
                </p:cNvPr>
                <p:cNvPicPr/>
                <p:nvPr/>
              </p:nvPicPr>
              <p:blipFill>
                <a:blip r:embed="rId232"/>
                <a:stretch>
                  <a:fillRect/>
                </a:stretch>
              </p:blipFill>
              <p:spPr>
                <a:xfrm>
                  <a:off x="4723848" y="3992184"/>
                  <a:ext cx="679320" cy="285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8" name="Group 237">
            <a:extLst>
              <a:ext uri="{FF2B5EF4-FFF2-40B4-BE49-F238E27FC236}">
                <a16:creationId xmlns:a16="http://schemas.microsoft.com/office/drawing/2014/main" id="{F47E1814-C62E-9603-0B90-343385F61216}"/>
              </a:ext>
            </a:extLst>
          </p:cNvPr>
          <p:cNvGrpSpPr/>
          <p:nvPr/>
        </p:nvGrpSpPr>
        <p:grpSpPr>
          <a:xfrm>
            <a:off x="5816448" y="4055184"/>
            <a:ext cx="625320" cy="226080"/>
            <a:chOff x="5816448" y="4055184"/>
            <a:chExt cx="625320" cy="226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33">
              <p14:nvContentPartPr>
                <p14:cNvPr id="208" name="Ink 207">
                  <a:extLst>
                    <a:ext uri="{FF2B5EF4-FFF2-40B4-BE49-F238E27FC236}">
                      <a16:creationId xmlns:a16="http://schemas.microsoft.com/office/drawing/2014/main" id="{0CB482EA-9292-B79F-D311-3C51A6629371}"/>
                    </a:ext>
                  </a:extLst>
                </p14:cNvPr>
                <p14:cNvContentPartPr/>
                <p14:nvPr/>
              </p14:nvContentPartPr>
              <p14:xfrm>
                <a:off x="5816448" y="4055184"/>
                <a:ext cx="144720" cy="192600"/>
              </p14:xfrm>
            </p:contentPart>
          </mc:Choice>
          <mc:Fallback xmlns="">
            <p:pic>
              <p:nvPicPr>
                <p:cNvPr id="208" name="Ink 207">
                  <a:extLst>
                    <a:ext uri="{FF2B5EF4-FFF2-40B4-BE49-F238E27FC236}">
                      <a16:creationId xmlns:a16="http://schemas.microsoft.com/office/drawing/2014/main" id="{0CB482EA-9292-B79F-D311-3C51A6629371}"/>
                    </a:ext>
                  </a:extLst>
                </p:cNvPr>
                <p:cNvPicPr/>
                <p:nvPr/>
              </p:nvPicPr>
              <p:blipFill>
                <a:blip r:embed="rId234"/>
                <a:stretch>
                  <a:fillRect/>
                </a:stretch>
              </p:blipFill>
              <p:spPr>
                <a:xfrm>
                  <a:off x="5807448" y="4046184"/>
                  <a:ext cx="162360" cy="21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5">
              <p14:nvContentPartPr>
                <p14:cNvPr id="209" name="Ink 208">
                  <a:extLst>
                    <a:ext uri="{FF2B5EF4-FFF2-40B4-BE49-F238E27FC236}">
                      <a16:creationId xmlns:a16="http://schemas.microsoft.com/office/drawing/2014/main" id="{8CEB3850-0AB0-0549-826E-211132C93674}"/>
                    </a:ext>
                  </a:extLst>
                </p14:cNvPr>
                <p14:cNvContentPartPr/>
                <p14:nvPr/>
              </p14:nvContentPartPr>
              <p14:xfrm>
                <a:off x="6056208" y="4169304"/>
                <a:ext cx="30960" cy="100800"/>
              </p14:xfrm>
            </p:contentPart>
          </mc:Choice>
          <mc:Fallback xmlns="">
            <p:pic>
              <p:nvPicPr>
                <p:cNvPr id="209" name="Ink 208">
                  <a:extLst>
                    <a:ext uri="{FF2B5EF4-FFF2-40B4-BE49-F238E27FC236}">
                      <a16:creationId xmlns:a16="http://schemas.microsoft.com/office/drawing/2014/main" id="{8CEB3850-0AB0-0549-826E-211132C93674}"/>
                    </a:ext>
                  </a:extLst>
                </p:cNvPr>
                <p:cNvPicPr/>
                <p:nvPr/>
              </p:nvPicPr>
              <p:blipFill>
                <a:blip r:embed="rId236"/>
                <a:stretch>
                  <a:fillRect/>
                </a:stretch>
              </p:blipFill>
              <p:spPr>
                <a:xfrm>
                  <a:off x="6047208" y="4160664"/>
                  <a:ext cx="48600" cy="11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7">
              <p14:nvContentPartPr>
                <p14:cNvPr id="210" name="Ink 209">
                  <a:extLst>
                    <a:ext uri="{FF2B5EF4-FFF2-40B4-BE49-F238E27FC236}">
                      <a16:creationId xmlns:a16="http://schemas.microsoft.com/office/drawing/2014/main" id="{A48BD00B-E94F-01B5-13BC-B6FB1B0DF5E5}"/>
                    </a:ext>
                  </a:extLst>
                </p14:cNvPr>
                <p14:cNvContentPartPr/>
                <p14:nvPr/>
              </p14:nvContentPartPr>
              <p14:xfrm>
                <a:off x="6082848" y="4114944"/>
                <a:ext cx="8640" cy="15120"/>
              </p14:xfrm>
            </p:contentPart>
          </mc:Choice>
          <mc:Fallback xmlns="">
            <p:pic>
              <p:nvPicPr>
                <p:cNvPr id="210" name="Ink 209">
                  <a:extLst>
                    <a:ext uri="{FF2B5EF4-FFF2-40B4-BE49-F238E27FC236}">
                      <a16:creationId xmlns:a16="http://schemas.microsoft.com/office/drawing/2014/main" id="{A48BD00B-E94F-01B5-13BC-B6FB1B0DF5E5}"/>
                    </a:ext>
                  </a:extLst>
                </p:cNvPr>
                <p:cNvPicPr/>
                <p:nvPr/>
              </p:nvPicPr>
              <p:blipFill>
                <a:blip r:embed="rId238"/>
                <a:stretch>
                  <a:fillRect/>
                </a:stretch>
              </p:blipFill>
              <p:spPr>
                <a:xfrm>
                  <a:off x="6074208" y="4106304"/>
                  <a:ext cx="26280" cy="3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9">
              <p14:nvContentPartPr>
                <p14:cNvPr id="211" name="Ink 210">
                  <a:extLst>
                    <a:ext uri="{FF2B5EF4-FFF2-40B4-BE49-F238E27FC236}">
                      <a16:creationId xmlns:a16="http://schemas.microsoft.com/office/drawing/2014/main" id="{6C2449A1-AF37-A1A4-EB20-076481E6964F}"/>
                    </a:ext>
                  </a:extLst>
                </p14:cNvPr>
                <p14:cNvContentPartPr/>
                <p14:nvPr/>
              </p14:nvContentPartPr>
              <p14:xfrm>
                <a:off x="6184008" y="4193784"/>
                <a:ext cx="126720" cy="80640"/>
              </p14:xfrm>
            </p:contentPart>
          </mc:Choice>
          <mc:Fallback xmlns="">
            <p:pic>
              <p:nvPicPr>
                <p:cNvPr id="211" name="Ink 210">
                  <a:extLst>
                    <a:ext uri="{FF2B5EF4-FFF2-40B4-BE49-F238E27FC236}">
                      <a16:creationId xmlns:a16="http://schemas.microsoft.com/office/drawing/2014/main" id="{6C2449A1-AF37-A1A4-EB20-076481E6964F}"/>
                    </a:ext>
                  </a:extLst>
                </p:cNvPr>
                <p:cNvPicPr/>
                <p:nvPr/>
              </p:nvPicPr>
              <p:blipFill>
                <a:blip r:embed="rId240"/>
                <a:stretch>
                  <a:fillRect/>
                </a:stretch>
              </p:blipFill>
              <p:spPr>
                <a:xfrm>
                  <a:off x="6175368" y="4184784"/>
                  <a:ext cx="144360" cy="9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1">
              <p14:nvContentPartPr>
                <p14:cNvPr id="212" name="Ink 211">
                  <a:extLst>
                    <a:ext uri="{FF2B5EF4-FFF2-40B4-BE49-F238E27FC236}">
                      <a16:creationId xmlns:a16="http://schemas.microsoft.com/office/drawing/2014/main" id="{D856919F-2482-569F-C19F-E1AC97B7A188}"/>
                    </a:ext>
                  </a:extLst>
                </p14:cNvPr>
                <p14:cNvContentPartPr/>
                <p14:nvPr/>
              </p14:nvContentPartPr>
              <p14:xfrm>
                <a:off x="6354648" y="4107744"/>
                <a:ext cx="87120" cy="173520"/>
              </p14:xfrm>
            </p:contentPart>
          </mc:Choice>
          <mc:Fallback xmlns="">
            <p:pic>
              <p:nvPicPr>
                <p:cNvPr id="212" name="Ink 211">
                  <a:extLst>
                    <a:ext uri="{FF2B5EF4-FFF2-40B4-BE49-F238E27FC236}">
                      <a16:creationId xmlns:a16="http://schemas.microsoft.com/office/drawing/2014/main" id="{D856919F-2482-569F-C19F-E1AC97B7A188}"/>
                    </a:ext>
                  </a:extLst>
                </p:cNvPr>
                <p:cNvPicPr/>
                <p:nvPr/>
              </p:nvPicPr>
              <p:blipFill>
                <a:blip r:embed="rId242"/>
                <a:stretch>
                  <a:fillRect/>
                </a:stretch>
              </p:blipFill>
              <p:spPr>
                <a:xfrm>
                  <a:off x="6345648" y="4098744"/>
                  <a:ext cx="104760" cy="191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6" name="Group 235">
            <a:extLst>
              <a:ext uri="{FF2B5EF4-FFF2-40B4-BE49-F238E27FC236}">
                <a16:creationId xmlns:a16="http://schemas.microsoft.com/office/drawing/2014/main" id="{29CAD39C-E5FF-E0A5-0146-D2F6DB39D563}"/>
              </a:ext>
            </a:extLst>
          </p:cNvPr>
          <p:cNvGrpSpPr/>
          <p:nvPr/>
        </p:nvGrpSpPr>
        <p:grpSpPr>
          <a:xfrm>
            <a:off x="5049288" y="4447944"/>
            <a:ext cx="1405440" cy="93240"/>
            <a:chOff x="5049288" y="4447944"/>
            <a:chExt cx="1405440" cy="93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43">
              <p14:nvContentPartPr>
                <p14:cNvPr id="218" name="Ink 217">
                  <a:extLst>
                    <a:ext uri="{FF2B5EF4-FFF2-40B4-BE49-F238E27FC236}">
                      <a16:creationId xmlns:a16="http://schemas.microsoft.com/office/drawing/2014/main" id="{5B5E7F98-043B-5D72-5224-15016F39B838}"/>
                    </a:ext>
                  </a:extLst>
                </p14:cNvPr>
                <p14:cNvContentPartPr/>
                <p14:nvPr/>
              </p14:nvContentPartPr>
              <p14:xfrm>
                <a:off x="5049288" y="4447944"/>
                <a:ext cx="1405440" cy="30600"/>
              </p14:xfrm>
            </p:contentPart>
          </mc:Choice>
          <mc:Fallback xmlns="">
            <p:pic>
              <p:nvPicPr>
                <p:cNvPr id="218" name="Ink 217">
                  <a:extLst>
                    <a:ext uri="{FF2B5EF4-FFF2-40B4-BE49-F238E27FC236}">
                      <a16:creationId xmlns:a16="http://schemas.microsoft.com/office/drawing/2014/main" id="{5B5E7F98-043B-5D72-5224-15016F39B838}"/>
                    </a:ext>
                  </a:extLst>
                </p:cNvPr>
                <p:cNvPicPr/>
                <p:nvPr/>
              </p:nvPicPr>
              <p:blipFill>
                <a:blip r:embed="rId244"/>
                <a:stretch>
                  <a:fillRect/>
                </a:stretch>
              </p:blipFill>
              <p:spPr>
                <a:xfrm>
                  <a:off x="5040288" y="4439304"/>
                  <a:ext cx="1423080" cy="4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5">
              <p14:nvContentPartPr>
                <p14:cNvPr id="219" name="Ink 218">
                  <a:extLst>
                    <a:ext uri="{FF2B5EF4-FFF2-40B4-BE49-F238E27FC236}">
                      <a16:creationId xmlns:a16="http://schemas.microsoft.com/office/drawing/2014/main" id="{89B6C7B5-E91C-83D8-C43C-457F835E3FE1}"/>
                    </a:ext>
                  </a:extLst>
                </p14:cNvPr>
                <p14:cNvContentPartPr/>
                <p14:nvPr/>
              </p14:nvContentPartPr>
              <p14:xfrm>
                <a:off x="5065128" y="4490064"/>
                <a:ext cx="1130760" cy="51120"/>
              </p14:xfrm>
            </p:contentPart>
          </mc:Choice>
          <mc:Fallback xmlns="">
            <p:pic>
              <p:nvPicPr>
                <p:cNvPr id="219" name="Ink 218">
                  <a:extLst>
                    <a:ext uri="{FF2B5EF4-FFF2-40B4-BE49-F238E27FC236}">
                      <a16:creationId xmlns:a16="http://schemas.microsoft.com/office/drawing/2014/main" id="{89B6C7B5-E91C-83D8-C43C-457F835E3FE1}"/>
                    </a:ext>
                  </a:extLst>
                </p:cNvPr>
                <p:cNvPicPr/>
                <p:nvPr/>
              </p:nvPicPr>
              <p:blipFill>
                <a:blip r:embed="rId246"/>
                <a:stretch>
                  <a:fillRect/>
                </a:stretch>
              </p:blipFill>
              <p:spPr>
                <a:xfrm>
                  <a:off x="5056128" y="4481064"/>
                  <a:ext cx="1148400" cy="68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5" name="Group 234">
            <a:extLst>
              <a:ext uri="{FF2B5EF4-FFF2-40B4-BE49-F238E27FC236}">
                <a16:creationId xmlns:a16="http://schemas.microsoft.com/office/drawing/2014/main" id="{5CD3DB4B-71D8-1D9F-5C83-7F3588B11633}"/>
              </a:ext>
            </a:extLst>
          </p:cNvPr>
          <p:cNvGrpSpPr/>
          <p:nvPr/>
        </p:nvGrpSpPr>
        <p:grpSpPr>
          <a:xfrm>
            <a:off x="5122728" y="4675824"/>
            <a:ext cx="1001520" cy="480960"/>
            <a:chOff x="5122728" y="4675824"/>
            <a:chExt cx="1001520" cy="480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47">
              <p14:nvContentPartPr>
                <p14:cNvPr id="220" name="Ink 219">
                  <a:extLst>
                    <a:ext uri="{FF2B5EF4-FFF2-40B4-BE49-F238E27FC236}">
                      <a16:creationId xmlns:a16="http://schemas.microsoft.com/office/drawing/2014/main" id="{5FF69A6C-7483-4CBD-E409-DEE5DCF36CA8}"/>
                    </a:ext>
                  </a:extLst>
                </p14:cNvPr>
                <p14:cNvContentPartPr/>
                <p14:nvPr/>
              </p14:nvContentPartPr>
              <p14:xfrm>
                <a:off x="5122728" y="4675824"/>
                <a:ext cx="188640" cy="172440"/>
              </p14:xfrm>
            </p:contentPart>
          </mc:Choice>
          <mc:Fallback xmlns="">
            <p:pic>
              <p:nvPicPr>
                <p:cNvPr id="220" name="Ink 219">
                  <a:extLst>
                    <a:ext uri="{FF2B5EF4-FFF2-40B4-BE49-F238E27FC236}">
                      <a16:creationId xmlns:a16="http://schemas.microsoft.com/office/drawing/2014/main" id="{5FF69A6C-7483-4CBD-E409-DEE5DCF36CA8}"/>
                    </a:ext>
                  </a:extLst>
                </p:cNvPr>
                <p:cNvPicPr/>
                <p:nvPr/>
              </p:nvPicPr>
              <p:blipFill>
                <a:blip r:embed="rId248"/>
                <a:stretch>
                  <a:fillRect/>
                </a:stretch>
              </p:blipFill>
              <p:spPr>
                <a:xfrm>
                  <a:off x="5113728" y="4667184"/>
                  <a:ext cx="206280" cy="19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9">
              <p14:nvContentPartPr>
                <p14:cNvPr id="221" name="Ink 220">
                  <a:extLst>
                    <a:ext uri="{FF2B5EF4-FFF2-40B4-BE49-F238E27FC236}">
                      <a16:creationId xmlns:a16="http://schemas.microsoft.com/office/drawing/2014/main" id="{E047FC8B-2526-26FE-5FCF-0FB1D16BE838}"/>
                    </a:ext>
                  </a:extLst>
                </p14:cNvPr>
                <p14:cNvContentPartPr/>
                <p14:nvPr/>
              </p14:nvContentPartPr>
              <p14:xfrm>
                <a:off x="5359968" y="4729464"/>
                <a:ext cx="64800" cy="68040"/>
              </p14:xfrm>
            </p:contentPart>
          </mc:Choice>
          <mc:Fallback xmlns="">
            <p:pic>
              <p:nvPicPr>
                <p:cNvPr id="221" name="Ink 220">
                  <a:extLst>
                    <a:ext uri="{FF2B5EF4-FFF2-40B4-BE49-F238E27FC236}">
                      <a16:creationId xmlns:a16="http://schemas.microsoft.com/office/drawing/2014/main" id="{E047FC8B-2526-26FE-5FCF-0FB1D16BE838}"/>
                    </a:ext>
                  </a:extLst>
                </p:cNvPr>
                <p:cNvPicPr/>
                <p:nvPr/>
              </p:nvPicPr>
              <p:blipFill>
                <a:blip r:embed="rId250"/>
                <a:stretch>
                  <a:fillRect/>
                </a:stretch>
              </p:blipFill>
              <p:spPr>
                <a:xfrm>
                  <a:off x="5351328" y="4720824"/>
                  <a:ext cx="82440" cy="8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1">
              <p14:nvContentPartPr>
                <p14:cNvPr id="222" name="Ink 221">
                  <a:extLst>
                    <a:ext uri="{FF2B5EF4-FFF2-40B4-BE49-F238E27FC236}">
                      <a16:creationId xmlns:a16="http://schemas.microsoft.com/office/drawing/2014/main" id="{CF720C41-CA6C-18CD-400C-3087482174E3}"/>
                    </a:ext>
                  </a:extLst>
                </p14:cNvPr>
                <p14:cNvContentPartPr/>
                <p14:nvPr/>
              </p14:nvContentPartPr>
              <p14:xfrm>
                <a:off x="5506128" y="4731624"/>
                <a:ext cx="63000" cy="55080"/>
              </p14:xfrm>
            </p:contentPart>
          </mc:Choice>
          <mc:Fallback xmlns="">
            <p:pic>
              <p:nvPicPr>
                <p:cNvPr id="222" name="Ink 221">
                  <a:extLst>
                    <a:ext uri="{FF2B5EF4-FFF2-40B4-BE49-F238E27FC236}">
                      <a16:creationId xmlns:a16="http://schemas.microsoft.com/office/drawing/2014/main" id="{CF720C41-CA6C-18CD-400C-3087482174E3}"/>
                    </a:ext>
                  </a:extLst>
                </p:cNvPr>
                <p:cNvPicPr/>
                <p:nvPr/>
              </p:nvPicPr>
              <p:blipFill>
                <a:blip r:embed="rId252"/>
                <a:stretch>
                  <a:fillRect/>
                </a:stretch>
              </p:blipFill>
              <p:spPr>
                <a:xfrm>
                  <a:off x="5497128" y="4722984"/>
                  <a:ext cx="80640" cy="7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3">
              <p14:nvContentPartPr>
                <p14:cNvPr id="223" name="Ink 222">
                  <a:extLst>
                    <a:ext uri="{FF2B5EF4-FFF2-40B4-BE49-F238E27FC236}">
                      <a16:creationId xmlns:a16="http://schemas.microsoft.com/office/drawing/2014/main" id="{61EC84FE-6455-39D2-FC9F-B2A42F34EDBF}"/>
                    </a:ext>
                  </a:extLst>
                </p14:cNvPr>
                <p14:cNvContentPartPr/>
                <p14:nvPr/>
              </p14:nvContentPartPr>
              <p14:xfrm>
                <a:off x="5618088" y="4736664"/>
                <a:ext cx="98640" cy="14760"/>
              </p14:xfrm>
            </p:contentPart>
          </mc:Choice>
          <mc:Fallback xmlns="">
            <p:pic>
              <p:nvPicPr>
                <p:cNvPr id="223" name="Ink 222">
                  <a:extLst>
                    <a:ext uri="{FF2B5EF4-FFF2-40B4-BE49-F238E27FC236}">
                      <a16:creationId xmlns:a16="http://schemas.microsoft.com/office/drawing/2014/main" id="{61EC84FE-6455-39D2-FC9F-B2A42F34EDBF}"/>
                    </a:ext>
                  </a:extLst>
                </p:cNvPr>
                <p:cNvPicPr/>
                <p:nvPr/>
              </p:nvPicPr>
              <p:blipFill>
                <a:blip r:embed="rId254"/>
                <a:stretch>
                  <a:fillRect/>
                </a:stretch>
              </p:blipFill>
              <p:spPr>
                <a:xfrm>
                  <a:off x="5609088" y="4728024"/>
                  <a:ext cx="116280" cy="3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5">
              <p14:nvContentPartPr>
                <p14:cNvPr id="224" name="Ink 223">
                  <a:extLst>
                    <a:ext uri="{FF2B5EF4-FFF2-40B4-BE49-F238E27FC236}">
                      <a16:creationId xmlns:a16="http://schemas.microsoft.com/office/drawing/2014/main" id="{DB7C510A-BA59-8FC2-79A5-52FB97772F54}"/>
                    </a:ext>
                  </a:extLst>
                </p14:cNvPr>
                <p14:cNvContentPartPr/>
                <p14:nvPr/>
              </p14:nvContentPartPr>
              <p14:xfrm>
                <a:off x="5290848" y="4921704"/>
                <a:ext cx="118080" cy="235080"/>
              </p14:xfrm>
            </p:contentPart>
          </mc:Choice>
          <mc:Fallback xmlns="">
            <p:pic>
              <p:nvPicPr>
                <p:cNvPr id="224" name="Ink 223">
                  <a:extLst>
                    <a:ext uri="{FF2B5EF4-FFF2-40B4-BE49-F238E27FC236}">
                      <a16:creationId xmlns:a16="http://schemas.microsoft.com/office/drawing/2014/main" id="{DB7C510A-BA59-8FC2-79A5-52FB97772F54}"/>
                    </a:ext>
                  </a:extLst>
                </p:cNvPr>
                <p:cNvPicPr/>
                <p:nvPr/>
              </p:nvPicPr>
              <p:blipFill>
                <a:blip r:embed="rId256"/>
                <a:stretch>
                  <a:fillRect/>
                </a:stretch>
              </p:blipFill>
              <p:spPr>
                <a:xfrm>
                  <a:off x="5282208" y="4912704"/>
                  <a:ext cx="135720" cy="25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7">
              <p14:nvContentPartPr>
                <p14:cNvPr id="225" name="Ink 224">
                  <a:extLst>
                    <a:ext uri="{FF2B5EF4-FFF2-40B4-BE49-F238E27FC236}">
                      <a16:creationId xmlns:a16="http://schemas.microsoft.com/office/drawing/2014/main" id="{95F7A233-2FDE-EDAF-6FFF-3B1D3E9F6FF3}"/>
                    </a:ext>
                  </a:extLst>
                </p14:cNvPr>
                <p14:cNvContentPartPr/>
                <p14:nvPr/>
              </p14:nvContentPartPr>
              <p14:xfrm>
                <a:off x="5478408" y="4935744"/>
                <a:ext cx="65160" cy="101160"/>
              </p14:xfrm>
            </p:contentPart>
          </mc:Choice>
          <mc:Fallback xmlns="">
            <p:pic>
              <p:nvPicPr>
                <p:cNvPr id="225" name="Ink 224">
                  <a:extLst>
                    <a:ext uri="{FF2B5EF4-FFF2-40B4-BE49-F238E27FC236}">
                      <a16:creationId xmlns:a16="http://schemas.microsoft.com/office/drawing/2014/main" id="{95F7A233-2FDE-EDAF-6FFF-3B1D3E9F6FF3}"/>
                    </a:ext>
                  </a:extLst>
                </p:cNvPr>
                <p:cNvPicPr/>
                <p:nvPr/>
              </p:nvPicPr>
              <p:blipFill>
                <a:blip r:embed="rId258"/>
                <a:stretch>
                  <a:fillRect/>
                </a:stretch>
              </p:blipFill>
              <p:spPr>
                <a:xfrm>
                  <a:off x="5469408" y="4927104"/>
                  <a:ext cx="82800" cy="11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9">
              <p14:nvContentPartPr>
                <p14:cNvPr id="226" name="Ink 225">
                  <a:extLst>
                    <a:ext uri="{FF2B5EF4-FFF2-40B4-BE49-F238E27FC236}">
                      <a16:creationId xmlns:a16="http://schemas.microsoft.com/office/drawing/2014/main" id="{6D217C80-A836-1C62-11F7-1467EF7B8FE2}"/>
                    </a:ext>
                  </a:extLst>
                </p14:cNvPr>
                <p14:cNvContentPartPr/>
                <p14:nvPr/>
              </p14:nvContentPartPr>
              <p14:xfrm>
                <a:off x="5606208" y="4980384"/>
                <a:ext cx="88920" cy="19440"/>
              </p14:xfrm>
            </p:contentPart>
          </mc:Choice>
          <mc:Fallback xmlns="">
            <p:pic>
              <p:nvPicPr>
                <p:cNvPr id="226" name="Ink 225">
                  <a:extLst>
                    <a:ext uri="{FF2B5EF4-FFF2-40B4-BE49-F238E27FC236}">
                      <a16:creationId xmlns:a16="http://schemas.microsoft.com/office/drawing/2014/main" id="{6D217C80-A836-1C62-11F7-1467EF7B8FE2}"/>
                    </a:ext>
                  </a:extLst>
                </p:cNvPr>
                <p:cNvPicPr/>
                <p:nvPr/>
              </p:nvPicPr>
              <p:blipFill>
                <a:blip r:embed="rId260"/>
                <a:stretch>
                  <a:fillRect/>
                </a:stretch>
              </p:blipFill>
              <p:spPr>
                <a:xfrm>
                  <a:off x="5597208" y="4971744"/>
                  <a:ext cx="106560" cy="3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1">
              <p14:nvContentPartPr>
                <p14:cNvPr id="227" name="Ink 226">
                  <a:extLst>
                    <a:ext uri="{FF2B5EF4-FFF2-40B4-BE49-F238E27FC236}">
                      <a16:creationId xmlns:a16="http://schemas.microsoft.com/office/drawing/2014/main" id="{A7DF2DBB-371C-E3B8-9D0C-83C3926C8D73}"/>
                    </a:ext>
                  </a:extLst>
                </p14:cNvPr>
                <p14:cNvContentPartPr/>
                <p14:nvPr/>
              </p14:nvContentPartPr>
              <p14:xfrm>
                <a:off x="5721408" y="4942584"/>
                <a:ext cx="218520" cy="57960"/>
              </p14:xfrm>
            </p:contentPart>
          </mc:Choice>
          <mc:Fallback xmlns="">
            <p:pic>
              <p:nvPicPr>
                <p:cNvPr id="227" name="Ink 226">
                  <a:extLst>
                    <a:ext uri="{FF2B5EF4-FFF2-40B4-BE49-F238E27FC236}">
                      <a16:creationId xmlns:a16="http://schemas.microsoft.com/office/drawing/2014/main" id="{A7DF2DBB-371C-E3B8-9D0C-83C3926C8D73}"/>
                    </a:ext>
                  </a:extLst>
                </p:cNvPr>
                <p:cNvPicPr/>
                <p:nvPr/>
              </p:nvPicPr>
              <p:blipFill>
                <a:blip r:embed="rId262"/>
                <a:stretch>
                  <a:fillRect/>
                </a:stretch>
              </p:blipFill>
              <p:spPr>
                <a:xfrm>
                  <a:off x="5712408" y="4933944"/>
                  <a:ext cx="236160" cy="7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3">
              <p14:nvContentPartPr>
                <p14:cNvPr id="228" name="Ink 227">
                  <a:extLst>
                    <a:ext uri="{FF2B5EF4-FFF2-40B4-BE49-F238E27FC236}">
                      <a16:creationId xmlns:a16="http://schemas.microsoft.com/office/drawing/2014/main" id="{8AF7A4CC-CD0D-420B-7AB1-DB47F7B973D9}"/>
                    </a:ext>
                  </a:extLst>
                </p14:cNvPr>
                <p14:cNvContentPartPr/>
                <p14:nvPr/>
              </p14:nvContentPartPr>
              <p14:xfrm>
                <a:off x="6108048" y="4930344"/>
                <a:ext cx="16200" cy="28440"/>
              </p14:xfrm>
            </p:contentPart>
          </mc:Choice>
          <mc:Fallback xmlns="">
            <p:pic>
              <p:nvPicPr>
                <p:cNvPr id="228" name="Ink 227">
                  <a:extLst>
                    <a:ext uri="{FF2B5EF4-FFF2-40B4-BE49-F238E27FC236}">
                      <a16:creationId xmlns:a16="http://schemas.microsoft.com/office/drawing/2014/main" id="{8AF7A4CC-CD0D-420B-7AB1-DB47F7B973D9}"/>
                    </a:ext>
                  </a:extLst>
                </p:cNvPr>
                <p:cNvPicPr/>
                <p:nvPr/>
              </p:nvPicPr>
              <p:blipFill>
                <a:blip r:embed="rId264"/>
                <a:stretch>
                  <a:fillRect/>
                </a:stretch>
              </p:blipFill>
              <p:spPr>
                <a:xfrm>
                  <a:off x="6099048" y="4921344"/>
                  <a:ext cx="33840" cy="46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7" name="Group 236">
            <a:extLst>
              <a:ext uri="{FF2B5EF4-FFF2-40B4-BE49-F238E27FC236}">
                <a16:creationId xmlns:a16="http://schemas.microsoft.com/office/drawing/2014/main" id="{F6F7E9C1-DF01-893B-40FF-5434337739EE}"/>
              </a:ext>
            </a:extLst>
          </p:cNvPr>
          <p:cNvGrpSpPr/>
          <p:nvPr/>
        </p:nvGrpSpPr>
        <p:grpSpPr>
          <a:xfrm>
            <a:off x="6808248" y="3911904"/>
            <a:ext cx="951120" cy="940680"/>
            <a:chOff x="6808248" y="3911904"/>
            <a:chExt cx="951120" cy="940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65">
              <p14:nvContentPartPr>
                <p14:cNvPr id="213" name="Ink 212">
                  <a:extLst>
                    <a:ext uri="{FF2B5EF4-FFF2-40B4-BE49-F238E27FC236}">
                      <a16:creationId xmlns:a16="http://schemas.microsoft.com/office/drawing/2014/main" id="{9755522D-1C05-104B-BA86-08745FDE6893}"/>
                    </a:ext>
                  </a:extLst>
                </p14:cNvPr>
                <p14:cNvContentPartPr/>
                <p14:nvPr/>
              </p14:nvContentPartPr>
              <p14:xfrm>
                <a:off x="6824088" y="3938544"/>
                <a:ext cx="80640" cy="453960"/>
              </p14:xfrm>
            </p:contentPart>
          </mc:Choice>
          <mc:Fallback xmlns="">
            <p:pic>
              <p:nvPicPr>
                <p:cNvPr id="213" name="Ink 212">
                  <a:extLst>
                    <a:ext uri="{FF2B5EF4-FFF2-40B4-BE49-F238E27FC236}">
                      <a16:creationId xmlns:a16="http://schemas.microsoft.com/office/drawing/2014/main" id="{9755522D-1C05-104B-BA86-08745FDE6893}"/>
                    </a:ext>
                  </a:extLst>
                </p:cNvPr>
                <p:cNvPicPr/>
                <p:nvPr/>
              </p:nvPicPr>
              <p:blipFill>
                <a:blip r:embed="rId266"/>
                <a:stretch>
                  <a:fillRect/>
                </a:stretch>
              </p:blipFill>
              <p:spPr>
                <a:xfrm>
                  <a:off x="6815088" y="3929904"/>
                  <a:ext cx="98280" cy="47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7">
              <p14:nvContentPartPr>
                <p14:cNvPr id="214" name="Ink 213">
                  <a:extLst>
                    <a:ext uri="{FF2B5EF4-FFF2-40B4-BE49-F238E27FC236}">
                      <a16:creationId xmlns:a16="http://schemas.microsoft.com/office/drawing/2014/main" id="{9A7A1CAC-B101-EED1-CC1D-1073102C0B5C}"/>
                    </a:ext>
                  </a:extLst>
                </p14:cNvPr>
                <p14:cNvContentPartPr/>
                <p14:nvPr/>
              </p14:nvContentPartPr>
              <p14:xfrm>
                <a:off x="6808248" y="3911904"/>
                <a:ext cx="313920" cy="352800"/>
              </p14:xfrm>
            </p:contentPart>
          </mc:Choice>
          <mc:Fallback xmlns="">
            <p:pic>
              <p:nvPicPr>
                <p:cNvPr id="214" name="Ink 213">
                  <a:extLst>
                    <a:ext uri="{FF2B5EF4-FFF2-40B4-BE49-F238E27FC236}">
                      <a16:creationId xmlns:a16="http://schemas.microsoft.com/office/drawing/2014/main" id="{9A7A1CAC-B101-EED1-CC1D-1073102C0B5C}"/>
                    </a:ext>
                  </a:extLst>
                </p:cNvPr>
                <p:cNvPicPr/>
                <p:nvPr/>
              </p:nvPicPr>
              <p:blipFill>
                <a:blip r:embed="rId268"/>
                <a:stretch>
                  <a:fillRect/>
                </a:stretch>
              </p:blipFill>
              <p:spPr>
                <a:xfrm>
                  <a:off x="6799248" y="3903264"/>
                  <a:ext cx="331560" cy="37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9">
              <p14:nvContentPartPr>
                <p14:cNvPr id="215" name="Ink 214">
                  <a:extLst>
                    <a:ext uri="{FF2B5EF4-FFF2-40B4-BE49-F238E27FC236}">
                      <a16:creationId xmlns:a16="http://schemas.microsoft.com/office/drawing/2014/main" id="{6FDD6BBA-EE44-4D57-272F-7952F78B8641}"/>
                    </a:ext>
                  </a:extLst>
                </p14:cNvPr>
                <p14:cNvContentPartPr/>
                <p14:nvPr/>
              </p14:nvContentPartPr>
              <p14:xfrm>
                <a:off x="7129008" y="4105944"/>
                <a:ext cx="28080" cy="40680"/>
              </p14:xfrm>
            </p:contentPart>
          </mc:Choice>
          <mc:Fallback xmlns="">
            <p:pic>
              <p:nvPicPr>
                <p:cNvPr id="215" name="Ink 214">
                  <a:extLst>
                    <a:ext uri="{FF2B5EF4-FFF2-40B4-BE49-F238E27FC236}">
                      <a16:creationId xmlns:a16="http://schemas.microsoft.com/office/drawing/2014/main" id="{6FDD6BBA-EE44-4D57-272F-7952F78B8641}"/>
                    </a:ext>
                  </a:extLst>
                </p:cNvPr>
                <p:cNvPicPr/>
                <p:nvPr/>
              </p:nvPicPr>
              <p:blipFill>
                <a:blip r:embed="rId270"/>
                <a:stretch>
                  <a:fillRect/>
                </a:stretch>
              </p:blipFill>
              <p:spPr>
                <a:xfrm>
                  <a:off x="7120008" y="4097304"/>
                  <a:ext cx="45720" cy="5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1">
              <p14:nvContentPartPr>
                <p14:cNvPr id="216" name="Ink 215">
                  <a:extLst>
                    <a:ext uri="{FF2B5EF4-FFF2-40B4-BE49-F238E27FC236}">
                      <a16:creationId xmlns:a16="http://schemas.microsoft.com/office/drawing/2014/main" id="{1E90C245-2338-8111-CD17-DEFEFA2125A4}"/>
                    </a:ext>
                  </a:extLst>
                </p14:cNvPr>
                <p14:cNvContentPartPr/>
                <p14:nvPr/>
              </p14:nvContentPartPr>
              <p14:xfrm>
                <a:off x="7233768" y="4148784"/>
                <a:ext cx="144720" cy="88560"/>
              </p14:xfrm>
            </p:contentPart>
          </mc:Choice>
          <mc:Fallback xmlns="">
            <p:pic>
              <p:nvPicPr>
                <p:cNvPr id="216" name="Ink 215">
                  <a:extLst>
                    <a:ext uri="{FF2B5EF4-FFF2-40B4-BE49-F238E27FC236}">
                      <a16:creationId xmlns:a16="http://schemas.microsoft.com/office/drawing/2014/main" id="{1E90C245-2338-8111-CD17-DEFEFA2125A4}"/>
                    </a:ext>
                  </a:extLst>
                </p:cNvPr>
                <p:cNvPicPr/>
                <p:nvPr/>
              </p:nvPicPr>
              <p:blipFill>
                <a:blip r:embed="rId272"/>
                <a:stretch>
                  <a:fillRect/>
                </a:stretch>
              </p:blipFill>
              <p:spPr>
                <a:xfrm>
                  <a:off x="7225128" y="4140144"/>
                  <a:ext cx="162360" cy="10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3">
              <p14:nvContentPartPr>
                <p14:cNvPr id="217" name="Ink 216">
                  <a:extLst>
                    <a:ext uri="{FF2B5EF4-FFF2-40B4-BE49-F238E27FC236}">
                      <a16:creationId xmlns:a16="http://schemas.microsoft.com/office/drawing/2014/main" id="{BFF6944C-D600-482F-154E-83CC58880AC7}"/>
                    </a:ext>
                  </a:extLst>
                </p14:cNvPr>
                <p14:cNvContentPartPr/>
                <p14:nvPr/>
              </p14:nvContentPartPr>
              <p14:xfrm>
                <a:off x="7495848" y="4246704"/>
                <a:ext cx="27360" cy="23400"/>
              </p14:xfrm>
            </p:contentPart>
          </mc:Choice>
          <mc:Fallback xmlns="">
            <p:pic>
              <p:nvPicPr>
                <p:cNvPr id="217" name="Ink 216">
                  <a:extLst>
                    <a:ext uri="{FF2B5EF4-FFF2-40B4-BE49-F238E27FC236}">
                      <a16:creationId xmlns:a16="http://schemas.microsoft.com/office/drawing/2014/main" id="{BFF6944C-D600-482F-154E-83CC58880AC7}"/>
                    </a:ext>
                  </a:extLst>
                </p:cNvPr>
                <p:cNvPicPr/>
                <p:nvPr/>
              </p:nvPicPr>
              <p:blipFill>
                <a:blip r:embed="rId274"/>
                <a:stretch>
                  <a:fillRect/>
                </a:stretch>
              </p:blipFill>
              <p:spPr>
                <a:xfrm>
                  <a:off x="7487208" y="4237704"/>
                  <a:ext cx="45000" cy="4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5">
              <p14:nvContentPartPr>
                <p14:cNvPr id="229" name="Ink 228">
                  <a:extLst>
                    <a:ext uri="{FF2B5EF4-FFF2-40B4-BE49-F238E27FC236}">
                      <a16:creationId xmlns:a16="http://schemas.microsoft.com/office/drawing/2014/main" id="{EAF82FBB-B55B-A811-A356-293569D8C548}"/>
                    </a:ext>
                  </a:extLst>
                </p14:cNvPr>
                <p14:cNvContentPartPr/>
                <p14:nvPr/>
              </p14:nvContentPartPr>
              <p14:xfrm>
                <a:off x="6834528" y="4402224"/>
                <a:ext cx="846360" cy="74880"/>
              </p14:xfrm>
            </p:contentPart>
          </mc:Choice>
          <mc:Fallback xmlns="">
            <p:pic>
              <p:nvPicPr>
                <p:cNvPr id="229" name="Ink 228">
                  <a:extLst>
                    <a:ext uri="{FF2B5EF4-FFF2-40B4-BE49-F238E27FC236}">
                      <a16:creationId xmlns:a16="http://schemas.microsoft.com/office/drawing/2014/main" id="{EAF82FBB-B55B-A811-A356-293569D8C548}"/>
                    </a:ext>
                  </a:extLst>
                </p:cNvPr>
                <p:cNvPicPr/>
                <p:nvPr/>
              </p:nvPicPr>
              <p:blipFill>
                <a:blip r:embed="rId276"/>
                <a:stretch>
                  <a:fillRect/>
                </a:stretch>
              </p:blipFill>
              <p:spPr>
                <a:xfrm>
                  <a:off x="6825528" y="4393224"/>
                  <a:ext cx="864000" cy="9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7">
              <p14:nvContentPartPr>
                <p14:cNvPr id="230" name="Ink 229">
                  <a:extLst>
                    <a:ext uri="{FF2B5EF4-FFF2-40B4-BE49-F238E27FC236}">
                      <a16:creationId xmlns:a16="http://schemas.microsoft.com/office/drawing/2014/main" id="{FB2E50BE-F25E-983C-540F-D0E9387A9166}"/>
                    </a:ext>
                  </a:extLst>
                </p14:cNvPr>
                <p14:cNvContentPartPr/>
                <p14:nvPr/>
              </p14:nvContentPartPr>
              <p14:xfrm>
                <a:off x="7112448" y="4629024"/>
                <a:ext cx="130320" cy="129600"/>
              </p14:xfrm>
            </p:contentPart>
          </mc:Choice>
          <mc:Fallback xmlns="">
            <p:pic>
              <p:nvPicPr>
                <p:cNvPr id="230" name="Ink 229">
                  <a:extLst>
                    <a:ext uri="{FF2B5EF4-FFF2-40B4-BE49-F238E27FC236}">
                      <a16:creationId xmlns:a16="http://schemas.microsoft.com/office/drawing/2014/main" id="{FB2E50BE-F25E-983C-540F-D0E9387A9166}"/>
                    </a:ext>
                  </a:extLst>
                </p:cNvPr>
                <p:cNvPicPr/>
                <p:nvPr/>
              </p:nvPicPr>
              <p:blipFill>
                <a:blip r:embed="rId278"/>
                <a:stretch>
                  <a:fillRect/>
                </a:stretch>
              </p:blipFill>
              <p:spPr>
                <a:xfrm>
                  <a:off x="7103448" y="4620384"/>
                  <a:ext cx="147960" cy="14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9">
              <p14:nvContentPartPr>
                <p14:cNvPr id="231" name="Ink 230">
                  <a:extLst>
                    <a:ext uri="{FF2B5EF4-FFF2-40B4-BE49-F238E27FC236}">
                      <a16:creationId xmlns:a16="http://schemas.microsoft.com/office/drawing/2014/main" id="{DF42462F-7BCF-A653-B99C-23474506B0AB}"/>
                    </a:ext>
                  </a:extLst>
                </p14:cNvPr>
                <p14:cNvContentPartPr/>
                <p14:nvPr/>
              </p14:nvContentPartPr>
              <p14:xfrm>
                <a:off x="7328088" y="4551984"/>
                <a:ext cx="304920" cy="159480"/>
              </p14:xfrm>
            </p:contentPart>
          </mc:Choice>
          <mc:Fallback xmlns="">
            <p:pic>
              <p:nvPicPr>
                <p:cNvPr id="231" name="Ink 230">
                  <a:extLst>
                    <a:ext uri="{FF2B5EF4-FFF2-40B4-BE49-F238E27FC236}">
                      <a16:creationId xmlns:a16="http://schemas.microsoft.com/office/drawing/2014/main" id="{DF42462F-7BCF-A653-B99C-23474506B0AB}"/>
                    </a:ext>
                  </a:extLst>
                </p:cNvPr>
                <p:cNvPicPr/>
                <p:nvPr/>
              </p:nvPicPr>
              <p:blipFill>
                <a:blip r:embed="rId280"/>
                <a:stretch>
                  <a:fillRect/>
                </a:stretch>
              </p:blipFill>
              <p:spPr>
                <a:xfrm>
                  <a:off x="7319448" y="4542984"/>
                  <a:ext cx="322560" cy="17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1">
              <p14:nvContentPartPr>
                <p14:cNvPr id="232" name="Ink 231">
                  <a:extLst>
                    <a:ext uri="{FF2B5EF4-FFF2-40B4-BE49-F238E27FC236}">
                      <a16:creationId xmlns:a16="http://schemas.microsoft.com/office/drawing/2014/main" id="{06F47080-7E87-E092-F13D-80AFB9D20CFD}"/>
                    </a:ext>
                  </a:extLst>
                </p14:cNvPr>
                <p14:cNvContentPartPr/>
                <p14:nvPr/>
              </p14:nvContentPartPr>
              <p14:xfrm>
                <a:off x="7730928" y="4656744"/>
                <a:ext cx="28440" cy="34200"/>
              </p14:xfrm>
            </p:contentPart>
          </mc:Choice>
          <mc:Fallback xmlns="">
            <p:pic>
              <p:nvPicPr>
                <p:cNvPr id="232" name="Ink 231">
                  <a:extLst>
                    <a:ext uri="{FF2B5EF4-FFF2-40B4-BE49-F238E27FC236}">
                      <a16:creationId xmlns:a16="http://schemas.microsoft.com/office/drawing/2014/main" id="{06F47080-7E87-E092-F13D-80AFB9D20CFD}"/>
                    </a:ext>
                  </a:extLst>
                </p:cNvPr>
                <p:cNvPicPr/>
                <p:nvPr/>
              </p:nvPicPr>
              <p:blipFill>
                <a:blip r:embed="rId282"/>
                <a:stretch>
                  <a:fillRect/>
                </a:stretch>
              </p:blipFill>
              <p:spPr>
                <a:xfrm>
                  <a:off x="7721928" y="4648104"/>
                  <a:ext cx="46080" cy="5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3">
              <p14:nvContentPartPr>
                <p14:cNvPr id="233" name="Ink 232">
                  <a:extLst>
                    <a:ext uri="{FF2B5EF4-FFF2-40B4-BE49-F238E27FC236}">
                      <a16:creationId xmlns:a16="http://schemas.microsoft.com/office/drawing/2014/main" id="{E78720AB-43E3-273D-E136-0D6266403322}"/>
                    </a:ext>
                  </a:extLst>
                </p14:cNvPr>
                <p14:cNvContentPartPr/>
                <p14:nvPr/>
              </p14:nvContentPartPr>
              <p14:xfrm>
                <a:off x="7489008" y="4827384"/>
                <a:ext cx="108720" cy="25200"/>
              </p14:xfrm>
            </p:contentPart>
          </mc:Choice>
          <mc:Fallback xmlns="">
            <p:pic>
              <p:nvPicPr>
                <p:cNvPr id="233" name="Ink 232">
                  <a:extLst>
                    <a:ext uri="{FF2B5EF4-FFF2-40B4-BE49-F238E27FC236}">
                      <a16:creationId xmlns:a16="http://schemas.microsoft.com/office/drawing/2014/main" id="{E78720AB-43E3-273D-E136-0D6266403322}"/>
                    </a:ext>
                  </a:extLst>
                </p:cNvPr>
                <p:cNvPicPr/>
                <p:nvPr/>
              </p:nvPicPr>
              <p:blipFill>
                <a:blip r:embed="rId284"/>
                <a:stretch>
                  <a:fillRect/>
                </a:stretch>
              </p:blipFill>
              <p:spPr>
                <a:xfrm>
                  <a:off x="7480008" y="4818744"/>
                  <a:ext cx="126360" cy="4284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2378006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F6078E-F8EC-8694-DE9C-165583D76C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Phrase Level Constructions:</a:t>
            </a:r>
            <a:endParaRPr lang="en-IN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59" name="Ink 58">
                <a:extLst>
                  <a:ext uri="{FF2B5EF4-FFF2-40B4-BE49-F238E27FC236}">
                    <a16:creationId xmlns:a16="http://schemas.microsoft.com/office/drawing/2014/main" id="{578DC995-41AF-F0EC-A28F-7FD70C7AD763}"/>
                  </a:ext>
                </a:extLst>
              </p14:cNvPr>
              <p14:cNvContentPartPr/>
              <p14:nvPr/>
            </p14:nvContentPartPr>
            <p14:xfrm>
              <a:off x="9997848" y="1633824"/>
              <a:ext cx="3600" cy="1080"/>
            </p14:xfrm>
          </p:contentPart>
        </mc:Choice>
        <mc:Fallback xmlns="">
          <p:pic>
            <p:nvPicPr>
              <p:cNvPr id="59" name="Ink 58">
                <a:extLst>
                  <a:ext uri="{FF2B5EF4-FFF2-40B4-BE49-F238E27FC236}">
                    <a16:creationId xmlns:a16="http://schemas.microsoft.com/office/drawing/2014/main" id="{578DC995-41AF-F0EC-A28F-7FD70C7AD763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987848" y="1620324"/>
                <a:ext cx="23200" cy="275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08" name="Ink 107">
                <a:extLst>
                  <a:ext uri="{FF2B5EF4-FFF2-40B4-BE49-F238E27FC236}">
                    <a16:creationId xmlns:a16="http://schemas.microsoft.com/office/drawing/2014/main" id="{A29EFE7E-8466-F00F-17AA-72EE82C73811}"/>
                  </a:ext>
                </a:extLst>
              </p14:cNvPr>
              <p14:cNvContentPartPr/>
              <p14:nvPr/>
            </p14:nvContentPartPr>
            <p14:xfrm>
              <a:off x="10428408" y="2647584"/>
              <a:ext cx="28080" cy="3240"/>
            </p14:xfrm>
          </p:contentPart>
        </mc:Choice>
        <mc:Fallback xmlns="">
          <p:pic>
            <p:nvPicPr>
              <p:cNvPr id="108" name="Ink 107">
                <a:extLst>
                  <a:ext uri="{FF2B5EF4-FFF2-40B4-BE49-F238E27FC236}">
                    <a16:creationId xmlns:a16="http://schemas.microsoft.com/office/drawing/2014/main" id="{A29EFE7E-8466-F00F-17AA-72EE82C73811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0419408" y="2638584"/>
                <a:ext cx="45720" cy="20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09" name="Ink 108">
                <a:extLst>
                  <a:ext uri="{FF2B5EF4-FFF2-40B4-BE49-F238E27FC236}">
                    <a16:creationId xmlns:a16="http://schemas.microsoft.com/office/drawing/2014/main" id="{312A2B19-84BF-38C9-EA80-A0F6B613F63A}"/>
                  </a:ext>
                </a:extLst>
              </p14:cNvPr>
              <p14:cNvContentPartPr/>
              <p14:nvPr/>
            </p14:nvContentPartPr>
            <p14:xfrm>
              <a:off x="10763568" y="2771064"/>
              <a:ext cx="1800" cy="3600"/>
            </p14:xfrm>
          </p:contentPart>
        </mc:Choice>
        <mc:Fallback xmlns="">
          <p:pic>
            <p:nvPicPr>
              <p:cNvPr id="109" name="Ink 108">
                <a:extLst>
                  <a:ext uri="{FF2B5EF4-FFF2-40B4-BE49-F238E27FC236}">
                    <a16:creationId xmlns:a16="http://schemas.microsoft.com/office/drawing/2014/main" id="{312A2B19-84BF-38C9-EA80-A0F6B613F63A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0754568" y="2762064"/>
                <a:ext cx="19440" cy="21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92" name="Ink 191">
                <a:extLst>
                  <a:ext uri="{FF2B5EF4-FFF2-40B4-BE49-F238E27FC236}">
                    <a16:creationId xmlns:a16="http://schemas.microsoft.com/office/drawing/2014/main" id="{5D519595-49FE-D41B-C0B6-CD6868ECB314}"/>
                  </a:ext>
                </a:extLst>
              </p14:cNvPr>
              <p14:cNvContentPartPr/>
              <p14:nvPr/>
            </p14:nvContentPartPr>
            <p14:xfrm>
              <a:off x="3774888" y="6755904"/>
              <a:ext cx="360" cy="4680"/>
            </p14:xfrm>
          </p:contentPart>
        </mc:Choice>
        <mc:Fallback xmlns="">
          <p:pic>
            <p:nvPicPr>
              <p:cNvPr id="192" name="Ink 191">
                <a:extLst>
                  <a:ext uri="{FF2B5EF4-FFF2-40B4-BE49-F238E27FC236}">
                    <a16:creationId xmlns:a16="http://schemas.microsoft.com/office/drawing/2014/main" id="{5D519595-49FE-D41B-C0B6-CD6868ECB314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765888" y="6746904"/>
                <a:ext cx="18000" cy="22320"/>
              </a:xfrm>
              <a:prstGeom prst="rect">
                <a:avLst/>
              </a:prstGeom>
            </p:spPr>
          </p:pic>
        </mc:Fallback>
      </mc:AlternateContent>
      <p:grpSp>
        <p:nvGrpSpPr>
          <p:cNvPr id="8" name="Group 7">
            <a:extLst>
              <a:ext uri="{FF2B5EF4-FFF2-40B4-BE49-F238E27FC236}">
                <a16:creationId xmlns:a16="http://schemas.microsoft.com/office/drawing/2014/main" id="{9C5176FB-9C42-8691-0887-DC8D4F15C614}"/>
              </a:ext>
            </a:extLst>
          </p:cNvPr>
          <p:cNvGrpSpPr/>
          <p:nvPr/>
        </p:nvGrpSpPr>
        <p:grpSpPr>
          <a:xfrm>
            <a:off x="2011968" y="555984"/>
            <a:ext cx="949680" cy="283680"/>
            <a:chOff x="2011968" y="555984"/>
            <a:chExt cx="949680" cy="283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2FFAF675-2FD8-6004-88C8-93A328A1DC73}"/>
                    </a:ext>
                  </a:extLst>
                </p14:cNvPr>
                <p14:cNvContentPartPr/>
                <p14:nvPr/>
              </p14:nvContentPartPr>
              <p14:xfrm>
                <a:off x="2050128" y="595944"/>
                <a:ext cx="11520" cy="243720"/>
              </p14:xfrm>
            </p:contentPart>
          </mc:Choice>
          <mc:Fallback xmlns=""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2FFAF675-2FD8-6004-88C8-93A328A1DC73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2041128" y="586944"/>
                  <a:ext cx="29160" cy="26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BF8C8D9B-BF83-BE52-686B-870F4AFDE110}"/>
                    </a:ext>
                  </a:extLst>
                </p14:cNvPr>
                <p14:cNvContentPartPr/>
                <p14:nvPr/>
              </p14:nvContentPartPr>
              <p14:xfrm>
                <a:off x="2268648" y="555984"/>
                <a:ext cx="20520" cy="23724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BF8C8D9B-BF83-BE52-686B-870F4AFDE110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2259648" y="547344"/>
                  <a:ext cx="38160" cy="25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268002D6-96B3-EBA6-9C49-CDC82AE9FF35}"/>
                    </a:ext>
                  </a:extLst>
                </p14:cNvPr>
                <p14:cNvContentPartPr/>
                <p14:nvPr/>
              </p14:nvContentPartPr>
              <p14:xfrm>
                <a:off x="2011968" y="739584"/>
                <a:ext cx="194400" cy="3528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268002D6-96B3-EBA6-9C49-CDC82AE9FF35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2003328" y="730584"/>
                  <a:ext cx="212040" cy="5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574F0827-D75D-271D-0D8C-242007FC97BC}"/>
                    </a:ext>
                  </a:extLst>
                </p14:cNvPr>
                <p14:cNvContentPartPr/>
                <p14:nvPr/>
              </p14:nvContentPartPr>
              <p14:xfrm>
                <a:off x="2425968" y="704664"/>
                <a:ext cx="349560" cy="10620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574F0827-D75D-271D-0D8C-242007FC97BC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2417328" y="695664"/>
                  <a:ext cx="367200" cy="12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4183FC33-A3DB-6E16-EAB9-70028A7E7384}"/>
                    </a:ext>
                  </a:extLst>
                </p14:cNvPr>
                <p14:cNvContentPartPr/>
                <p14:nvPr/>
              </p14:nvContentPartPr>
              <p14:xfrm>
                <a:off x="2855808" y="734544"/>
                <a:ext cx="105840" cy="4464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4183FC33-A3DB-6E16-EAB9-70028A7E7384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2846808" y="725544"/>
                  <a:ext cx="123480" cy="62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830A7421-0FBF-4420-4E30-C1568B3D4894}"/>
              </a:ext>
            </a:extLst>
          </p:cNvPr>
          <p:cNvGrpSpPr/>
          <p:nvPr/>
        </p:nvGrpSpPr>
        <p:grpSpPr>
          <a:xfrm>
            <a:off x="3382128" y="654264"/>
            <a:ext cx="922680" cy="256320"/>
            <a:chOff x="3382128" y="654264"/>
            <a:chExt cx="922680" cy="256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08EA5827-910A-BAFB-EF24-EA982DB745C4}"/>
                    </a:ext>
                  </a:extLst>
                </p14:cNvPr>
                <p14:cNvContentPartPr/>
                <p14:nvPr/>
              </p14:nvContentPartPr>
              <p14:xfrm>
                <a:off x="3382128" y="739944"/>
                <a:ext cx="623880" cy="17064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08EA5827-910A-BAFB-EF24-EA982DB745C4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3373128" y="731304"/>
                  <a:ext cx="641520" cy="18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21966CA1-6B70-2089-9AFD-259996368FA2}"/>
                    </a:ext>
                  </a:extLst>
                </p14:cNvPr>
                <p14:cNvContentPartPr/>
                <p14:nvPr/>
              </p14:nvContentPartPr>
              <p14:xfrm>
                <a:off x="4094568" y="654264"/>
                <a:ext cx="210240" cy="18756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21966CA1-6B70-2089-9AFD-259996368FA2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4085928" y="645624"/>
                  <a:ext cx="227880" cy="2052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3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359D02F4-03F1-C504-4352-ED074E6BEC23}"/>
                  </a:ext>
                </a:extLst>
              </p14:cNvPr>
              <p14:cNvContentPartPr/>
              <p14:nvPr/>
            </p14:nvContentPartPr>
            <p14:xfrm>
              <a:off x="4752648" y="749664"/>
              <a:ext cx="120600" cy="6048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359D02F4-03F1-C504-4352-ED074E6BEC23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4743648" y="741024"/>
                <a:ext cx="138240" cy="78120"/>
              </a:xfrm>
              <a:prstGeom prst="rect">
                <a:avLst/>
              </a:prstGeom>
            </p:spPr>
          </p:pic>
        </mc:Fallback>
      </mc:AlternateContent>
      <p:grpSp>
        <p:nvGrpSpPr>
          <p:cNvPr id="19" name="Group 18">
            <a:extLst>
              <a:ext uri="{FF2B5EF4-FFF2-40B4-BE49-F238E27FC236}">
                <a16:creationId xmlns:a16="http://schemas.microsoft.com/office/drawing/2014/main" id="{033F6118-DA09-BFB9-FF71-20BBE1FD3CAF}"/>
              </a:ext>
            </a:extLst>
          </p:cNvPr>
          <p:cNvGrpSpPr/>
          <p:nvPr/>
        </p:nvGrpSpPr>
        <p:grpSpPr>
          <a:xfrm>
            <a:off x="5233608" y="613224"/>
            <a:ext cx="825120" cy="210600"/>
            <a:chOff x="5233608" y="613224"/>
            <a:chExt cx="825120" cy="210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C5DE3029-5B72-805E-8DA3-E4A22EBF5859}"/>
                    </a:ext>
                  </a:extLst>
                </p14:cNvPr>
                <p14:cNvContentPartPr/>
                <p14:nvPr/>
              </p14:nvContentPartPr>
              <p14:xfrm>
                <a:off x="5233608" y="613224"/>
                <a:ext cx="130320" cy="19584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C5DE3029-5B72-805E-8DA3-E4A22EBF5859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5224968" y="604224"/>
                  <a:ext cx="147960" cy="21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5FB40446-D7C0-E608-0D7A-C757D7F43C05}"/>
                    </a:ext>
                  </a:extLst>
                </p14:cNvPr>
                <p14:cNvContentPartPr/>
                <p14:nvPr/>
              </p14:nvContentPartPr>
              <p14:xfrm>
                <a:off x="5492808" y="731304"/>
                <a:ext cx="29160" cy="5292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5FB40446-D7C0-E608-0D7A-C757D7F43C05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5483808" y="722664"/>
                  <a:ext cx="46800" cy="7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FE880962-EB75-81E2-1095-5342F241A941}"/>
                    </a:ext>
                  </a:extLst>
                </p14:cNvPr>
                <p14:cNvContentPartPr/>
                <p14:nvPr/>
              </p14:nvContentPartPr>
              <p14:xfrm>
                <a:off x="5634288" y="735264"/>
                <a:ext cx="54360" cy="5292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FE880962-EB75-81E2-1095-5342F241A941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5625648" y="726264"/>
                  <a:ext cx="72000" cy="7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BA6680D2-A31D-5453-95E8-FE2FE84C1925}"/>
                    </a:ext>
                  </a:extLst>
                </p14:cNvPr>
                <p14:cNvContentPartPr/>
                <p14:nvPr/>
              </p14:nvContentPartPr>
              <p14:xfrm>
                <a:off x="5743728" y="680544"/>
                <a:ext cx="193320" cy="13464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BA6680D2-A31D-5453-95E8-FE2FE84C1925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5734728" y="671544"/>
                  <a:ext cx="210960" cy="15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12320CD3-E163-1F46-31B1-979EC7103CE0}"/>
                    </a:ext>
                  </a:extLst>
                </p14:cNvPr>
                <p14:cNvContentPartPr/>
                <p14:nvPr/>
              </p14:nvContentPartPr>
              <p14:xfrm>
                <a:off x="6038928" y="801864"/>
                <a:ext cx="19800" cy="2196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12320CD3-E163-1F46-31B1-979EC7103CE0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6029928" y="792864"/>
                  <a:ext cx="37440" cy="39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2F966E72-2847-9ADA-4341-F714FAA4F61C}"/>
              </a:ext>
            </a:extLst>
          </p:cNvPr>
          <p:cNvGrpSpPr/>
          <p:nvPr/>
        </p:nvGrpSpPr>
        <p:grpSpPr>
          <a:xfrm>
            <a:off x="3404808" y="1175544"/>
            <a:ext cx="774360" cy="257760"/>
            <a:chOff x="3404808" y="1175544"/>
            <a:chExt cx="774360" cy="257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5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95D91951-B60E-F123-D925-E24D3617AAD8}"/>
                    </a:ext>
                  </a:extLst>
                </p14:cNvPr>
                <p14:cNvContentPartPr/>
                <p14:nvPr/>
              </p14:nvContentPartPr>
              <p14:xfrm>
                <a:off x="3404808" y="1200384"/>
                <a:ext cx="548640" cy="23292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95D91951-B60E-F123-D925-E24D3617AAD8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3396168" y="1191384"/>
                  <a:ext cx="566280" cy="25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BF127281-DFE9-A0CF-2220-5512612DB451}"/>
                    </a:ext>
                  </a:extLst>
                </p14:cNvPr>
                <p14:cNvContentPartPr/>
                <p14:nvPr/>
              </p14:nvContentPartPr>
              <p14:xfrm>
                <a:off x="4011048" y="1175544"/>
                <a:ext cx="168120" cy="17676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BF127281-DFE9-A0CF-2220-5512612DB451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4002408" y="1166544"/>
                  <a:ext cx="185760" cy="1944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9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5A797FDE-E545-6EEE-F796-C96D52A25408}"/>
                  </a:ext>
                </a:extLst>
              </p14:cNvPr>
              <p14:cNvContentPartPr/>
              <p14:nvPr/>
            </p14:nvContentPartPr>
            <p14:xfrm>
              <a:off x="4713408" y="1248264"/>
              <a:ext cx="111600" cy="63360"/>
            </p14:xfrm>
          </p:contentPart>
        </mc:Choice>
        <mc:Fallback xmlns=""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5A797FDE-E545-6EEE-F796-C96D52A25408}"/>
                  </a:ext>
                </a:extLst>
              </p:cNvPr>
              <p:cNvPicPr/>
              <p:nvPr/>
            </p:nvPicPr>
            <p:blipFill>
              <a:blip r:embed="rId40"/>
              <a:stretch>
                <a:fillRect/>
              </a:stretch>
            </p:blipFill>
            <p:spPr>
              <a:xfrm>
                <a:off x="4704408" y="1239624"/>
                <a:ext cx="129240" cy="81000"/>
              </a:xfrm>
              <a:prstGeom prst="rect">
                <a:avLst/>
              </a:prstGeom>
            </p:spPr>
          </p:pic>
        </mc:Fallback>
      </mc:AlternateContent>
      <p:grpSp>
        <p:nvGrpSpPr>
          <p:cNvPr id="39" name="Group 38">
            <a:extLst>
              <a:ext uri="{FF2B5EF4-FFF2-40B4-BE49-F238E27FC236}">
                <a16:creationId xmlns:a16="http://schemas.microsoft.com/office/drawing/2014/main" id="{4E2E7F2A-CDC3-A684-33A9-8773C5FB021E}"/>
              </a:ext>
            </a:extLst>
          </p:cNvPr>
          <p:cNvGrpSpPr/>
          <p:nvPr/>
        </p:nvGrpSpPr>
        <p:grpSpPr>
          <a:xfrm>
            <a:off x="5273928" y="1174824"/>
            <a:ext cx="1630800" cy="341280"/>
            <a:chOff x="5273928" y="1174824"/>
            <a:chExt cx="1630800" cy="341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1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B2C9F932-57C2-C442-F136-E07656F48463}"/>
                    </a:ext>
                  </a:extLst>
                </p14:cNvPr>
                <p14:cNvContentPartPr/>
                <p14:nvPr/>
              </p14:nvContentPartPr>
              <p14:xfrm>
                <a:off x="5273928" y="1211904"/>
                <a:ext cx="256680" cy="13572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B2C9F932-57C2-C442-F136-E07656F48463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5264928" y="1202904"/>
                  <a:ext cx="274320" cy="15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22C747D8-6A50-D1F2-3FD8-35F1EB32F0F6}"/>
                    </a:ext>
                  </a:extLst>
                </p14:cNvPr>
                <p14:cNvContentPartPr/>
                <p14:nvPr/>
              </p14:nvContentPartPr>
              <p14:xfrm>
                <a:off x="5601168" y="1196424"/>
                <a:ext cx="43200" cy="13608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22C747D8-6A50-D1F2-3FD8-35F1EB32F0F6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5592168" y="1187424"/>
                  <a:ext cx="60840" cy="15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F3A4F80B-A56E-8845-7DC2-A7715330E53A}"/>
                    </a:ext>
                  </a:extLst>
                </p14:cNvPr>
                <p14:cNvContentPartPr/>
                <p14:nvPr/>
              </p14:nvContentPartPr>
              <p14:xfrm>
                <a:off x="5600088" y="1254744"/>
                <a:ext cx="158400" cy="4032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F3A4F80B-A56E-8845-7DC2-A7715330E53A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5591088" y="1246104"/>
                  <a:ext cx="176040" cy="5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662ABEE8-B668-3096-34A4-7370CD43C360}"/>
                    </a:ext>
                  </a:extLst>
                </p14:cNvPr>
                <p14:cNvContentPartPr/>
                <p14:nvPr/>
              </p14:nvContentPartPr>
              <p14:xfrm>
                <a:off x="5806728" y="1259064"/>
                <a:ext cx="78480" cy="4464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662ABEE8-B668-3096-34A4-7370CD43C360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5797728" y="1250064"/>
                  <a:ext cx="96120" cy="6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5CAFA3A1-9EEA-9208-F1C2-7AC1237521B7}"/>
                    </a:ext>
                  </a:extLst>
                </p14:cNvPr>
                <p14:cNvContentPartPr/>
                <p14:nvPr/>
              </p14:nvContentPartPr>
              <p14:xfrm>
                <a:off x="5888448" y="1248984"/>
                <a:ext cx="84600" cy="26712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5CAFA3A1-9EEA-9208-F1C2-7AC1237521B7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5879448" y="1240344"/>
                  <a:ext cx="102240" cy="28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C2030F68-DC88-D814-411E-E3519D795352}"/>
                    </a:ext>
                  </a:extLst>
                </p14:cNvPr>
                <p14:cNvContentPartPr/>
                <p14:nvPr/>
              </p14:nvContentPartPr>
              <p14:xfrm>
                <a:off x="6101208" y="1174824"/>
                <a:ext cx="67320" cy="13608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C2030F68-DC88-D814-411E-E3519D795352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6092208" y="1166184"/>
                  <a:ext cx="84960" cy="15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5409D4FB-D5D1-BE27-3A1B-F0A8C230670B}"/>
                    </a:ext>
                  </a:extLst>
                </p14:cNvPr>
                <p14:cNvContentPartPr/>
                <p14:nvPr/>
              </p14:nvContentPartPr>
              <p14:xfrm>
                <a:off x="6261048" y="1211904"/>
                <a:ext cx="450000" cy="14004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5409D4FB-D5D1-BE27-3A1B-F0A8C230670B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6252408" y="1203264"/>
                  <a:ext cx="467640" cy="15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5482E885-EE06-795B-8C72-C19404BB19EF}"/>
                    </a:ext>
                  </a:extLst>
                </p14:cNvPr>
                <p14:cNvContentPartPr/>
                <p14:nvPr/>
              </p14:nvContentPartPr>
              <p14:xfrm>
                <a:off x="6891768" y="1275984"/>
                <a:ext cx="12960" cy="2808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5482E885-EE06-795B-8C72-C19404BB19EF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6883128" y="1266984"/>
                  <a:ext cx="30600" cy="45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65AA42F3-B255-239B-46EF-2767AEBEA17A}"/>
              </a:ext>
            </a:extLst>
          </p:cNvPr>
          <p:cNvGrpSpPr/>
          <p:nvPr/>
        </p:nvGrpSpPr>
        <p:grpSpPr>
          <a:xfrm>
            <a:off x="1969128" y="1601784"/>
            <a:ext cx="895320" cy="363960"/>
            <a:chOff x="1969128" y="1601784"/>
            <a:chExt cx="895320" cy="363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7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4DBCF48A-14F3-5D44-9FE0-7FAB11D9B119}"/>
                    </a:ext>
                  </a:extLst>
                </p14:cNvPr>
                <p14:cNvContentPartPr/>
                <p14:nvPr/>
              </p14:nvContentPartPr>
              <p14:xfrm>
                <a:off x="2072088" y="1716264"/>
                <a:ext cx="93600" cy="24948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4DBCF48A-14F3-5D44-9FE0-7FAB11D9B119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2063448" y="1707264"/>
                  <a:ext cx="111240" cy="26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265DD200-C135-6E21-C64A-0B66F21C55E1}"/>
                    </a:ext>
                  </a:extLst>
                </p14:cNvPr>
                <p14:cNvContentPartPr/>
                <p14:nvPr/>
              </p14:nvContentPartPr>
              <p14:xfrm>
                <a:off x="1969128" y="1601784"/>
                <a:ext cx="606240" cy="33372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265DD200-C135-6E21-C64A-0B66F21C55E1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1960488" y="1592784"/>
                  <a:ext cx="623880" cy="35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C5E2EE77-1E12-1475-442E-7CC6AE64EE39}"/>
                    </a:ext>
                  </a:extLst>
                </p14:cNvPr>
                <p14:cNvContentPartPr/>
                <p14:nvPr/>
              </p14:nvContentPartPr>
              <p14:xfrm>
                <a:off x="2633328" y="1818504"/>
                <a:ext cx="231120" cy="12240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C5E2EE77-1E12-1475-442E-7CC6AE64EE39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2624688" y="1809504"/>
                  <a:ext cx="248760" cy="140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9D3451DF-A970-A577-F2DA-254BB012FA32}"/>
              </a:ext>
            </a:extLst>
          </p:cNvPr>
          <p:cNvGrpSpPr/>
          <p:nvPr/>
        </p:nvGrpSpPr>
        <p:grpSpPr>
          <a:xfrm>
            <a:off x="3382848" y="1703664"/>
            <a:ext cx="713520" cy="429480"/>
            <a:chOff x="3382848" y="1703664"/>
            <a:chExt cx="713520" cy="429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3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4E33521F-E189-F371-EB49-F14079BA074F}"/>
                    </a:ext>
                  </a:extLst>
                </p14:cNvPr>
                <p14:cNvContentPartPr/>
                <p14:nvPr/>
              </p14:nvContentPartPr>
              <p14:xfrm>
                <a:off x="3382848" y="1760184"/>
                <a:ext cx="249120" cy="37296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4E33521F-E189-F371-EB49-F14079BA074F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3373848" y="1751184"/>
                  <a:ext cx="266760" cy="39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8E84352D-285D-3452-944D-9722FBA9A53E}"/>
                    </a:ext>
                  </a:extLst>
                </p14:cNvPr>
                <p14:cNvContentPartPr/>
                <p14:nvPr/>
              </p14:nvContentPartPr>
              <p14:xfrm>
                <a:off x="3639888" y="1754064"/>
                <a:ext cx="1800" cy="3168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8E84352D-285D-3452-944D-9722FBA9A53E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3630888" y="1745064"/>
                  <a:ext cx="19440" cy="4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6189F761-72EF-AD04-D681-0B67D429105C}"/>
                    </a:ext>
                  </a:extLst>
                </p14:cNvPr>
                <p14:cNvContentPartPr/>
                <p14:nvPr/>
              </p14:nvContentPartPr>
              <p14:xfrm>
                <a:off x="3721968" y="1809504"/>
                <a:ext cx="98640" cy="7884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6189F761-72EF-AD04-D681-0B67D429105C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3713328" y="1800504"/>
                  <a:ext cx="116280" cy="9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9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D98D1F2C-0FEE-EF20-CF9A-005CD8EBC4B0}"/>
                    </a:ext>
                  </a:extLst>
                </p14:cNvPr>
                <p14:cNvContentPartPr/>
                <p14:nvPr/>
              </p14:nvContentPartPr>
              <p14:xfrm>
                <a:off x="3880368" y="1703664"/>
                <a:ext cx="40320" cy="25488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D98D1F2C-0FEE-EF20-CF9A-005CD8EBC4B0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3871368" y="1694664"/>
                  <a:ext cx="57960" cy="27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1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5B2EC1BD-ACC9-3C8F-44A6-1DF1F0C43366}"/>
                    </a:ext>
                  </a:extLst>
                </p14:cNvPr>
                <p14:cNvContentPartPr/>
                <p14:nvPr/>
              </p14:nvContentPartPr>
              <p14:xfrm>
                <a:off x="3974688" y="1820304"/>
                <a:ext cx="121680" cy="12636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5B2EC1BD-ACC9-3C8F-44A6-1DF1F0C43366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3966048" y="1811304"/>
                  <a:ext cx="139320" cy="144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F57AE279-1640-6668-5629-93D6413739BC}"/>
              </a:ext>
            </a:extLst>
          </p:cNvPr>
          <p:cNvGrpSpPr/>
          <p:nvPr/>
        </p:nvGrpSpPr>
        <p:grpSpPr>
          <a:xfrm>
            <a:off x="4576968" y="1704024"/>
            <a:ext cx="667080" cy="219960"/>
            <a:chOff x="4576968" y="1704024"/>
            <a:chExt cx="667080" cy="219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3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AA61F470-E79D-DE04-434B-FDFA7F70C88C}"/>
                    </a:ext>
                  </a:extLst>
                </p14:cNvPr>
                <p14:cNvContentPartPr/>
                <p14:nvPr/>
              </p14:nvContentPartPr>
              <p14:xfrm>
                <a:off x="4576968" y="1731024"/>
                <a:ext cx="519480" cy="19296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AA61F470-E79D-DE04-434B-FDFA7F70C88C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4567968" y="1722384"/>
                  <a:ext cx="537120" cy="21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5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E1119C26-8E2F-A497-6C63-21FE2C8FDDB2}"/>
                    </a:ext>
                  </a:extLst>
                </p14:cNvPr>
                <p14:cNvContentPartPr/>
                <p14:nvPr/>
              </p14:nvContentPartPr>
              <p14:xfrm>
                <a:off x="5145408" y="1704024"/>
                <a:ext cx="98640" cy="16308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E1119C26-8E2F-A497-6C63-21FE2C8FDDB2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5136408" y="1695024"/>
                  <a:ext cx="116280" cy="1807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77">
            <p14:nvContentPartPr>
              <p14:cNvPr id="52" name="Ink 51">
                <a:extLst>
                  <a:ext uri="{FF2B5EF4-FFF2-40B4-BE49-F238E27FC236}">
                    <a16:creationId xmlns:a16="http://schemas.microsoft.com/office/drawing/2014/main" id="{A6BBF52B-F31B-1765-9BE6-DE702069FD7F}"/>
                  </a:ext>
                </a:extLst>
              </p14:cNvPr>
              <p14:cNvContentPartPr/>
              <p14:nvPr/>
            </p14:nvContentPartPr>
            <p14:xfrm>
              <a:off x="5713848" y="1770264"/>
              <a:ext cx="105480" cy="57240"/>
            </p14:xfrm>
          </p:contentPart>
        </mc:Choice>
        <mc:Fallback xmlns="">
          <p:pic>
            <p:nvPicPr>
              <p:cNvPr id="52" name="Ink 51">
                <a:extLst>
                  <a:ext uri="{FF2B5EF4-FFF2-40B4-BE49-F238E27FC236}">
                    <a16:creationId xmlns:a16="http://schemas.microsoft.com/office/drawing/2014/main" id="{A6BBF52B-F31B-1765-9BE6-DE702069FD7F}"/>
                  </a:ext>
                </a:extLst>
              </p:cNvPr>
              <p:cNvPicPr/>
              <p:nvPr/>
            </p:nvPicPr>
            <p:blipFill>
              <a:blip r:embed="rId78"/>
              <a:stretch>
                <a:fillRect/>
              </a:stretch>
            </p:blipFill>
            <p:spPr>
              <a:xfrm>
                <a:off x="5705208" y="1761264"/>
                <a:ext cx="123120" cy="74880"/>
              </a:xfrm>
              <a:prstGeom prst="rect">
                <a:avLst/>
              </a:prstGeom>
            </p:spPr>
          </p:pic>
        </mc:Fallback>
      </mc:AlternateContent>
      <p:grpSp>
        <p:nvGrpSpPr>
          <p:cNvPr id="61" name="Group 60">
            <a:extLst>
              <a:ext uri="{FF2B5EF4-FFF2-40B4-BE49-F238E27FC236}">
                <a16:creationId xmlns:a16="http://schemas.microsoft.com/office/drawing/2014/main" id="{91B14E69-B34D-7ECD-C47F-F2C36A5AA47D}"/>
              </a:ext>
            </a:extLst>
          </p:cNvPr>
          <p:cNvGrpSpPr/>
          <p:nvPr/>
        </p:nvGrpSpPr>
        <p:grpSpPr>
          <a:xfrm>
            <a:off x="6256728" y="1643544"/>
            <a:ext cx="607320" cy="262080"/>
            <a:chOff x="6256728" y="1643544"/>
            <a:chExt cx="607320" cy="262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9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55648A79-A81C-6878-DA8A-A79B7EF241EA}"/>
                    </a:ext>
                  </a:extLst>
                </p14:cNvPr>
                <p14:cNvContentPartPr/>
                <p14:nvPr/>
              </p14:nvContentPartPr>
              <p14:xfrm>
                <a:off x="6256728" y="1643544"/>
                <a:ext cx="139680" cy="26208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55648A79-A81C-6878-DA8A-A79B7EF241EA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6248088" y="1634544"/>
                  <a:ext cx="157320" cy="27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1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89F94185-D338-158F-5DBF-31472C3653B3}"/>
                    </a:ext>
                  </a:extLst>
                </p14:cNvPr>
                <p14:cNvContentPartPr/>
                <p14:nvPr/>
              </p14:nvContentPartPr>
              <p14:xfrm>
                <a:off x="6469848" y="1822104"/>
                <a:ext cx="56520" cy="7668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89F94185-D338-158F-5DBF-31472C3653B3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6460848" y="1813104"/>
                  <a:ext cx="74160" cy="9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3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4D199022-8A89-9A2E-E15A-324F1CC5AC4C}"/>
                    </a:ext>
                  </a:extLst>
                </p14:cNvPr>
                <p14:cNvContentPartPr/>
                <p14:nvPr/>
              </p14:nvContentPartPr>
              <p14:xfrm>
                <a:off x="6609528" y="1807344"/>
                <a:ext cx="56880" cy="6876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4D199022-8A89-9A2E-E15A-324F1CC5AC4C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6600888" y="1798704"/>
                  <a:ext cx="74520" cy="8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5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D74EB37F-40AC-EAA9-37D8-C84CDA2FEE8D}"/>
                    </a:ext>
                  </a:extLst>
                </p14:cNvPr>
                <p14:cNvContentPartPr/>
                <p14:nvPr/>
              </p14:nvContentPartPr>
              <p14:xfrm>
                <a:off x="6725448" y="1739664"/>
                <a:ext cx="138600" cy="16092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D74EB37F-40AC-EAA9-37D8-C84CDA2FEE8D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6716448" y="1731024"/>
                  <a:ext cx="156240" cy="1785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87">
            <p14:nvContentPartPr>
              <p14:cNvPr id="60" name="Ink 59">
                <a:extLst>
                  <a:ext uri="{FF2B5EF4-FFF2-40B4-BE49-F238E27FC236}">
                    <a16:creationId xmlns:a16="http://schemas.microsoft.com/office/drawing/2014/main" id="{E93E2B61-D288-F035-5966-245AC0E29B7C}"/>
                  </a:ext>
                </a:extLst>
              </p14:cNvPr>
              <p14:cNvContentPartPr/>
              <p14:nvPr/>
            </p14:nvContentPartPr>
            <p14:xfrm>
              <a:off x="7086528" y="1890864"/>
              <a:ext cx="12960" cy="6480"/>
            </p14:xfrm>
          </p:contentPart>
        </mc:Choice>
        <mc:Fallback xmlns="">
          <p:pic>
            <p:nvPicPr>
              <p:cNvPr id="60" name="Ink 59">
                <a:extLst>
                  <a:ext uri="{FF2B5EF4-FFF2-40B4-BE49-F238E27FC236}">
                    <a16:creationId xmlns:a16="http://schemas.microsoft.com/office/drawing/2014/main" id="{E93E2B61-D288-F035-5966-245AC0E29B7C}"/>
                  </a:ext>
                </a:extLst>
              </p:cNvPr>
              <p:cNvPicPr/>
              <p:nvPr/>
            </p:nvPicPr>
            <p:blipFill>
              <a:blip r:embed="rId88"/>
              <a:stretch>
                <a:fillRect/>
              </a:stretch>
            </p:blipFill>
            <p:spPr>
              <a:xfrm>
                <a:off x="7077888" y="1882224"/>
                <a:ext cx="30600" cy="24120"/>
              </a:xfrm>
              <a:prstGeom prst="rect">
                <a:avLst/>
              </a:prstGeom>
            </p:spPr>
          </p:pic>
        </mc:Fallback>
      </mc:AlternateContent>
      <p:grpSp>
        <p:nvGrpSpPr>
          <p:cNvPr id="64" name="Group 63">
            <a:extLst>
              <a:ext uri="{FF2B5EF4-FFF2-40B4-BE49-F238E27FC236}">
                <a16:creationId xmlns:a16="http://schemas.microsoft.com/office/drawing/2014/main" id="{73E2ECF2-E90B-C2AF-19CA-B7C88B6E7275}"/>
              </a:ext>
            </a:extLst>
          </p:cNvPr>
          <p:cNvGrpSpPr/>
          <p:nvPr/>
        </p:nvGrpSpPr>
        <p:grpSpPr>
          <a:xfrm>
            <a:off x="2129688" y="2348784"/>
            <a:ext cx="565560" cy="280800"/>
            <a:chOff x="2129688" y="2348784"/>
            <a:chExt cx="565560" cy="280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9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C2A5DF33-0FF1-C63C-595E-37A6BE148C45}"/>
                    </a:ext>
                  </a:extLst>
                </p14:cNvPr>
                <p14:cNvContentPartPr/>
                <p14:nvPr/>
              </p14:nvContentPartPr>
              <p14:xfrm>
                <a:off x="2129688" y="2366784"/>
                <a:ext cx="210960" cy="26280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C2A5DF33-0FF1-C63C-595E-37A6BE148C45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2121048" y="2358144"/>
                  <a:ext cx="228600" cy="28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1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6E71E6F2-E365-DE10-01F8-9BB43BA91CB0}"/>
                    </a:ext>
                  </a:extLst>
                </p14:cNvPr>
                <p14:cNvContentPartPr/>
                <p14:nvPr/>
              </p14:nvContentPartPr>
              <p14:xfrm>
                <a:off x="2447928" y="2348784"/>
                <a:ext cx="247320" cy="25704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6E71E6F2-E365-DE10-01F8-9BB43BA91CB0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2439288" y="2340144"/>
                  <a:ext cx="264960" cy="274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5" name="Group 74">
            <a:extLst>
              <a:ext uri="{FF2B5EF4-FFF2-40B4-BE49-F238E27FC236}">
                <a16:creationId xmlns:a16="http://schemas.microsoft.com/office/drawing/2014/main" id="{99F4CB3A-38EE-F329-6213-C4216E88F173}"/>
              </a:ext>
            </a:extLst>
          </p:cNvPr>
          <p:cNvGrpSpPr/>
          <p:nvPr/>
        </p:nvGrpSpPr>
        <p:grpSpPr>
          <a:xfrm>
            <a:off x="3148488" y="2386224"/>
            <a:ext cx="774360" cy="218880"/>
            <a:chOff x="3148488" y="2386224"/>
            <a:chExt cx="774360" cy="218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3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781F6F6F-2C25-9050-C863-216006E6ED02}"/>
                    </a:ext>
                  </a:extLst>
                </p14:cNvPr>
                <p14:cNvContentPartPr/>
                <p14:nvPr/>
              </p14:nvContentPartPr>
              <p14:xfrm>
                <a:off x="3148488" y="2417184"/>
                <a:ext cx="467640" cy="17712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781F6F6F-2C25-9050-C863-216006E6ED02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3139488" y="2408184"/>
                  <a:ext cx="485280" cy="19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5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700F54D2-C4E5-509B-4666-DE315E9F2FAF}"/>
                    </a:ext>
                  </a:extLst>
                </p14:cNvPr>
                <p14:cNvContentPartPr/>
                <p14:nvPr/>
              </p14:nvContentPartPr>
              <p14:xfrm>
                <a:off x="3665808" y="2386224"/>
                <a:ext cx="79920" cy="21060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700F54D2-C4E5-509B-4666-DE315E9F2FAF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3656808" y="2377224"/>
                  <a:ext cx="97560" cy="22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7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7B0E23DA-BCD0-9D59-D1AA-EB8220BCD0B8}"/>
                    </a:ext>
                  </a:extLst>
                </p14:cNvPr>
                <p14:cNvContentPartPr/>
                <p14:nvPr/>
              </p14:nvContentPartPr>
              <p14:xfrm>
                <a:off x="3823848" y="2475864"/>
                <a:ext cx="99000" cy="12924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7B0E23DA-BCD0-9D59-D1AA-EB8220BCD0B8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3815208" y="2467224"/>
                  <a:ext cx="116640" cy="1468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99">
            <p14:nvContentPartPr>
              <p14:cNvPr id="69" name="Ink 68">
                <a:extLst>
                  <a:ext uri="{FF2B5EF4-FFF2-40B4-BE49-F238E27FC236}">
                    <a16:creationId xmlns:a16="http://schemas.microsoft.com/office/drawing/2014/main" id="{7A6E19CC-C4E8-FA38-AA0D-6BFBC55C857E}"/>
                  </a:ext>
                </a:extLst>
              </p14:cNvPr>
              <p14:cNvContentPartPr/>
              <p14:nvPr/>
            </p14:nvContentPartPr>
            <p14:xfrm>
              <a:off x="4655448" y="2423664"/>
              <a:ext cx="101160" cy="64800"/>
            </p14:xfrm>
          </p:contentPart>
        </mc:Choice>
        <mc:Fallback xmlns="">
          <p:pic>
            <p:nvPicPr>
              <p:cNvPr id="69" name="Ink 68">
                <a:extLst>
                  <a:ext uri="{FF2B5EF4-FFF2-40B4-BE49-F238E27FC236}">
                    <a16:creationId xmlns:a16="http://schemas.microsoft.com/office/drawing/2014/main" id="{7A6E19CC-C4E8-FA38-AA0D-6BFBC55C857E}"/>
                  </a:ext>
                </a:extLst>
              </p:cNvPr>
              <p:cNvPicPr/>
              <p:nvPr/>
            </p:nvPicPr>
            <p:blipFill>
              <a:blip r:embed="rId100"/>
              <a:stretch>
                <a:fillRect/>
              </a:stretch>
            </p:blipFill>
            <p:spPr>
              <a:xfrm>
                <a:off x="4646448" y="2414664"/>
                <a:ext cx="118800" cy="82440"/>
              </a:xfrm>
              <a:prstGeom prst="rect">
                <a:avLst/>
              </a:prstGeom>
            </p:spPr>
          </p:pic>
        </mc:Fallback>
      </mc:AlternateContent>
      <p:grpSp>
        <p:nvGrpSpPr>
          <p:cNvPr id="74" name="Group 73">
            <a:extLst>
              <a:ext uri="{FF2B5EF4-FFF2-40B4-BE49-F238E27FC236}">
                <a16:creationId xmlns:a16="http://schemas.microsoft.com/office/drawing/2014/main" id="{A2285ABA-EC31-854D-0CAF-90FE6D1EBB55}"/>
              </a:ext>
            </a:extLst>
          </p:cNvPr>
          <p:cNvGrpSpPr/>
          <p:nvPr/>
        </p:nvGrpSpPr>
        <p:grpSpPr>
          <a:xfrm>
            <a:off x="5121648" y="2341944"/>
            <a:ext cx="875520" cy="155520"/>
            <a:chOff x="5121648" y="2341944"/>
            <a:chExt cx="875520" cy="155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1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37037515-6DF1-D9B1-7248-18F377A83670}"/>
                    </a:ext>
                  </a:extLst>
                </p14:cNvPr>
                <p14:cNvContentPartPr/>
                <p14:nvPr/>
              </p14:nvContentPartPr>
              <p14:xfrm>
                <a:off x="5121648" y="2354904"/>
                <a:ext cx="318240" cy="14256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37037515-6DF1-D9B1-7248-18F377A83670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5113008" y="2346264"/>
                  <a:ext cx="335880" cy="16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3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10DEC28E-3099-7773-33BB-029C255026D1}"/>
                    </a:ext>
                  </a:extLst>
                </p14:cNvPr>
                <p14:cNvContentPartPr/>
                <p14:nvPr/>
              </p14:nvContentPartPr>
              <p14:xfrm>
                <a:off x="5491008" y="2422584"/>
                <a:ext cx="306360" cy="5148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10DEC28E-3099-7773-33BB-029C255026D1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5482368" y="2413944"/>
                  <a:ext cx="324000" cy="6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5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2AE3F310-8A0D-F543-0D12-42929C753D71}"/>
                    </a:ext>
                  </a:extLst>
                </p14:cNvPr>
                <p14:cNvContentPartPr/>
                <p14:nvPr/>
              </p14:nvContentPartPr>
              <p14:xfrm>
                <a:off x="5812848" y="2341944"/>
                <a:ext cx="3600" cy="2772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2AE3F310-8A0D-F543-0D12-42929C753D71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5804208" y="2332944"/>
                  <a:ext cx="21240" cy="4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7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FB1BE96A-A004-E82F-3FAA-0314E3FB4692}"/>
                    </a:ext>
                  </a:extLst>
                </p14:cNvPr>
                <p14:cNvContentPartPr/>
                <p14:nvPr/>
              </p14:nvContentPartPr>
              <p14:xfrm>
                <a:off x="5914008" y="2419704"/>
                <a:ext cx="83160" cy="6948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FB1BE96A-A004-E82F-3FAA-0314E3FB4692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5905008" y="2410704"/>
                  <a:ext cx="100800" cy="87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1" name="Group 80">
            <a:extLst>
              <a:ext uri="{FF2B5EF4-FFF2-40B4-BE49-F238E27FC236}">
                <a16:creationId xmlns:a16="http://schemas.microsoft.com/office/drawing/2014/main" id="{0D325AB0-D945-57F4-FFB7-09A9FAF47C8D}"/>
              </a:ext>
            </a:extLst>
          </p:cNvPr>
          <p:cNvGrpSpPr/>
          <p:nvPr/>
        </p:nvGrpSpPr>
        <p:grpSpPr>
          <a:xfrm>
            <a:off x="6400008" y="2286864"/>
            <a:ext cx="823320" cy="262800"/>
            <a:chOff x="6400008" y="2286864"/>
            <a:chExt cx="823320" cy="262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9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D8E7BAFB-5A1B-ACB5-6678-5839F77BF709}"/>
                    </a:ext>
                  </a:extLst>
                </p14:cNvPr>
                <p14:cNvContentPartPr/>
                <p14:nvPr/>
              </p14:nvContentPartPr>
              <p14:xfrm>
                <a:off x="6400008" y="2286864"/>
                <a:ext cx="133200" cy="22896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D8E7BAFB-5A1B-ACB5-6678-5839F77BF709}"/>
                    </a:ext>
                  </a:extLst>
                </p:cNvPr>
                <p:cNvPicPr/>
                <p:nvPr/>
              </p:nvPicPr>
              <p:blipFill>
                <a:blip r:embed="rId110"/>
                <a:stretch>
                  <a:fillRect/>
                </a:stretch>
              </p:blipFill>
              <p:spPr>
                <a:xfrm>
                  <a:off x="6391008" y="2278224"/>
                  <a:ext cx="150840" cy="24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1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5B95D8E1-D8FE-B3F4-C004-09608F64ACC1}"/>
                    </a:ext>
                  </a:extLst>
                </p14:cNvPr>
                <p14:cNvContentPartPr/>
                <p14:nvPr/>
              </p14:nvContentPartPr>
              <p14:xfrm>
                <a:off x="6627168" y="2448864"/>
                <a:ext cx="46440" cy="6192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5B95D8E1-D8FE-B3F4-C004-09608F64ACC1}"/>
                    </a:ext>
                  </a:extLst>
                </p:cNvPr>
                <p:cNvPicPr/>
                <p:nvPr/>
              </p:nvPicPr>
              <p:blipFill>
                <a:blip r:embed="rId112"/>
                <a:stretch>
                  <a:fillRect/>
                </a:stretch>
              </p:blipFill>
              <p:spPr>
                <a:xfrm>
                  <a:off x="6618528" y="2440224"/>
                  <a:ext cx="64080" cy="7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3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219DD1BF-06BA-19E4-1737-041501E402DB}"/>
                    </a:ext>
                  </a:extLst>
                </p14:cNvPr>
                <p14:cNvContentPartPr/>
                <p14:nvPr/>
              </p14:nvContentPartPr>
              <p14:xfrm>
                <a:off x="6775128" y="2445264"/>
                <a:ext cx="47520" cy="5184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219DD1BF-06BA-19E4-1737-041501E402DB}"/>
                    </a:ext>
                  </a:extLst>
                </p:cNvPr>
                <p:cNvPicPr/>
                <p:nvPr/>
              </p:nvPicPr>
              <p:blipFill>
                <a:blip r:embed="rId114"/>
                <a:stretch>
                  <a:fillRect/>
                </a:stretch>
              </p:blipFill>
              <p:spPr>
                <a:xfrm>
                  <a:off x="6766128" y="2436264"/>
                  <a:ext cx="65160" cy="6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5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D30FFFC9-1D60-08EF-F8F6-5A56B75D81B3}"/>
                    </a:ext>
                  </a:extLst>
                </p14:cNvPr>
                <p14:cNvContentPartPr/>
                <p14:nvPr/>
              </p14:nvContentPartPr>
              <p14:xfrm>
                <a:off x="6905448" y="2394864"/>
                <a:ext cx="151560" cy="14652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D30FFFC9-1D60-08EF-F8F6-5A56B75D81B3}"/>
                    </a:ext>
                  </a:extLst>
                </p:cNvPr>
                <p:cNvPicPr/>
                <p:nvPr/>
              </p:nvPicPr>
              <p:blipFill>
                <a:blip r:embed="rId116"/>
                <a:stretch>
                  <a:fillRect/>
                </a:stretch>
              </p:blipFill>
              <p:spPr>
                <a:xfrm>
                  <a:off x="6896808" y="2385864"/>
                  <a:ext cx="169200" cy="16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7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00E5C767-42A7-3349-DD3F-488B07A4ABFD}"/>
                    </a:ext>
                  </a:extLst>
                </p14:cNvPr>
                <p14:cNvContentPartPr/>
                <p14:nvPr/>
              </p14:nvContentPartPr>
              <p14:xfrm>
                <a:off x="7213248" y="2513304"/>
                <a:ext cx="10080" cy="3636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00E5C767-42A7-3349-DD3F-488B07A4ABFD}"/>
                    </a:ext>
                  </a:extLst>
                </p:cNvPr>
                <p:cNvPicPr/>
                <p:nvPr/>
              </p:nvPicPr>
              <p:blipFill>
                <a:blip r:embed="rId118"/>
                <a:stretch>
                  <a:fillRect/>
                </a:stretch>
              </p:blipFill>
              <p:spPr>
                <a:xfrm>
                  <a:off x="7204248" y="2504304"/>
                  <a:ext cx="27720" cy="54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19">
            <p14:nvContentPartPr>
              <p14:cNvPr id="82" name="Ink 81">
                <a:extLst>
                  <a:ext uri="{FF2B5EF4-FFF2-40B4-BE49-F238E27FC236}">
                    <a16:creationId xmlns:a16="http://schemas.microsoft.com/office/drawing/2014/main" id="{F6CD6655-0592-2800-19A6-726D664AE7F2}"/>
                  </a:ext>
                </a:extLst>
              </p14:cNvPr>
              <p14:cNvContentPartPr/>
              <p14:nvPr/>
            </p14:nvContentPartPr>
            <p14:xfrm>
              <a:off x="4638888" y="2408544"/>
              <a:ext cx="201240" cy="152280"/>
            </p14:xfrm>
          </p:contentPart>
        </mc:Choice>
        <mc:Fallback xmlns="">
          <p:pic>
            <p:nvPicPr>
              <p:cNvPr id="82" name="Ink 81">
                <a:extLst>
                  <a:ext uri="{FF2B5EF4-FFF2-40B4-BE49-F238E27FC236}">
                    <a16:creationId xmlns:a16="http://schemas.microsoft.com/office/drawing/2014/main" id="{F6CD6655-0592-2800-19A6-726D664AE7F2}"/>
                  </a:ext>
                </a:extLst>
              </p:cNvPr>
              <p:cNvPicPr/>
              <p:nvPr/>
            </p:nvPicPr>
            <p:blipFill>
              <a:blip r:embed="rId120"/>
              <a:stretch>
                <a:fillRect/>
              </a:stretch>
            </p:blipFill>
            <p:spPr>
              <a:xfrm>
                <a:off x="4629888" y="2399544"/>
                <a:ext cx="218880" cy="169920"/>
              </a:xfrm>
              <a:prstGeom prst="rect">
                <a:avLst/>
              </a:prstGeom>
            </p:spPr>
          </p:pic>
        </mc:Fallback>
      </mc:AlternateContent>
      <p:grpSp>
        <p:nvGrpSpPr>
          <p:cNvPr id="84" name="Group 83">
            <a:extLst>
              <a:ext uri="{FF2B5EF4-FFF2-40B4-BE49-F238E27FC236}">
                <a16:creationId xmlns:a16="http://schemas.microsoft.com/office/drawing/2014/main" id="{1F736E48-465C-38A1-7936-09AF24DEDC02}"/>
              </a:ext>
            </a:extLst>
          </p:cNvPr>
          <p:cNvGrpSpPr/>
          <p:nvPr/>
        </p:nvGrpSpPr>
        <p:grpSpPr>
          <a:xfrm>
            <a:off x="2104128" y="1128744"/>
            <a:ext cx="855000" cy="243360"/>
            <a:chOff x="2104128" y="1128744"/>
            <a:chExt cx="855000" cy="243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1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4698F1E2-BFE7-EACA-3E5B-1E91F3AEF759}"/>
                    </a:ext>
                  </a:extLst>
                </p14:cNvPr>
                <p14:cNvContentPartPr/>
                <p14:nvPr/>
              </p14:nvContentPartPr>
              <p14:xfrm>
                <a:off x="2104128" y="1141704"/>
                <a:ext cx="31320" cy="23040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4698F1E2-BFE7-EACA-3E5B-1E91F3AEF759}"/>
                    </a:ext>
                  </a:extLst>
                </p:cNvPr>
                <p:cNvPicPr/>
                <p:nvPr/>
              </p:nvPicPr>
              <p:blipFill>
                <a:blip r:embed="rId122"/>
                <a:stretch>
                  <a:fillRect/>
                </a:stretch>
              </p:blipFill>
              <p:spPr>
                <a:xfrm>
                  <a:off x="2095488" y="1133064"/>
                  <a:ext cx="48960" cy="24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3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73B438A6-4C6C-592D-1A87-F73944C0149C}"/>
                    </a:ext>
                  </a:extLst>
                </p14:cNvPr>
                <p14:cNvContentPartPr/>
                <p14:nvPr/>
              </p14:nvContentPartPr>
              <p14:xfrm>
                <a:off x="2296728" y="1128744"/>
                <a:ext cx="34560" cy="22824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73B438A6-4C6C-592D-1A87-F73944C0149C}"/>
                    </a:ext>
                  </a:extLst>
                </p:cNvPr>
                <p:cNvPicPr/>
                <p:nvPr/>
              </p:nvPicPr>
              <p:blipFill>
                <a:blip r:embed="rId124"/>
                <a:stretch>
                  <a:fillRect/>
                </a:stretch>
              </p:blipFill>
              <p:spPr>
                <a:xfrm>
                  <a:off x="2288088" y="1120104"/>
                  <a:ext cx="52200" cy="24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5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65C1491E-2D09-EE9A-1885-3785CC49EAFD}"/>
                    </a:ext>
                  </a:extLst>
                </p14:cNvPr>
                <p14:cNvContentPartPr/>
                <p14:nvPr/>
              </p14:nvContentPartPr>
              <p14:xfrm>
                <a:off x="2146968" y="1254384"/>
                <a:ext cx="222840" cy="3132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65C1491E-2D09-EE9A-1885-3785CC49EAFD}"/>
                    </a:ext>
                  </a:extLst>
                </p:cNvPr>
                <p:cNvPicPr/>
                <p:nvPr/>
              </p:nvPicPr>
              <p:blipFill>
                <a:blip r:embed="rId126"/>
                <a:stretch>
                  <a:fillRect/>
                </a:stretch>
              </p:blipFill>
              <p:spPr>
                <a:xfrm>
                  <a:off x="2137968" y="1245744"/>
                  <a:ext cx="240480" cy="4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7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EB6FA612-F39F-FA85-36D9-62232B0C4605}"/>
                    </a:ext>
                  </a:extLst>
                </p14:cNvPr>
                <p14:cNvContentPartPr/>
                <p14:nvPr/>
              </p14:nvContentPartPr>
              <p14:xfrm>
                <a:off x="2439288" y="1239624"/>
                <a:ext cx="151200" cy="9720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EB6FA612-F39F-FA85-36D9-62232B0C4605}"/>
                    </a:ext>
                  </a:extLst>
                </p:cNvPr>
                <p:cNvPicPr/>
                <p:nvPr/>
              </p:nvPicPr>
              <p:blipFill>
                <a:blip r:embed="rId128"/>
                <a:stretch>
                  <a:fillRect/>
                </a:stretch>
              </p:blipFill>
              <p:spPr>
                <a:xfrm>
                  <a:off x="2430288" y="1230624"/>
                  <a:ext cx="168840" cy="11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9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F4C85DD3-9A01-131B-AEFA-4CE249CB319E}"/>
                    </a:ext>
                  </a:extLst>
                </p14:cNvPr>
                <p14:cNvContentPartPr/>
                <p14:nvPr/>
              </p14:nvContentPartPr>
              <p14:xfrm>
                <a:off x="2625048" y="1262304"/>
                <a:ext cx="334080" cy="6372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F4C85DD3-9A01-131B-AEFA-4CE249CB319E}"/>
                    </a:ext>
                  </a:extLst>
                </p:cNvPr>
                <p:cNvPicPr/>
                <p:nvPr/>
              </p:nvPicPr>
              <p:blipFill>
                <a:blip r:embed="rId130"/>
                <a:stretch>
                  <a:fillRect/>
                </a:stretch>
              </p:blipFill>
              <p:spPr>
                <a:xfrm>
                  <a:off x="2616408" y="1253304"/>
                  <a:ext cx="351720" cy="813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31">
            <p14:nvContentPartPr>
              <p14:cNvPr id="86" name="Ink 85">
                <a:extLst>
                  <a:ext uri="{FF2B5EF4-FFF2-40B4-BE49-F238E27FC236}">
                    <a16:creationId xmlns:a16="http://schemas.microsoft.com/office/drawing/2014/main" id="{DA9AB03B-116E-7FD7-729B-E3848D22275B}"/>
                  </a:ext>
                </a:extLst>
              </p14:cNvPr>
              <p14:cNvContentPartPr/>
              <p14:nvPr/>
            </p14:nvContentPartPr>
            <p14:xfrm>
              <a:off x="2021328" y="974304"/>
              <a:ext cx="997920" cy="40320"/>
            </p14:xfrm>
          </p:contentPart>
        </mc:Choice>
        <mc:Fallback xmlns="">
          <p:pic>
            <p:nvPicPr>
              <p:cNvPr id="86" name="Ink 85">
                <a:extLst>
                  <a:ext uri="{FF2B5EF4-FFF2-40B4-BE49-F238E27FC236}">
                    <a16:creationId xmlns:a16="http://schemas.microsoft.com/office/drawing/2014/main" id="{DA9AB03B-116E-7FD7-729B-E3848D22275B}"/>
                  </a:ext>
                </a:extLst>
              </p:cNvPr>
              <p:cNvPicPr/>
              <p:nvPr/>
            </p:nvPicPr>
            <p:blipFill>
              <a:blip r:embed="rId132"/>
              <a:stretch>
                <a:fillRect/>
              </a:stretch>
            </p:blipFill>
            <p:spPr>
              <a:xfrm>
                <a:off x="2003688" y="938304"/>
                <a:ext cx="1033560" cy="111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3">
            <p14:nvContentPartPr>
              <p14:cNvPr id="87" name="Ink 86">
                <a:extLst>
                  <a:ext uri="{FF2B5EF4-FFF2-40B4-BE49-F238E27FC236}">
                    <a16:creationId xmlns:a16="http://schemas.microsoft.com/office/drawing/2014/main" id="{469CE541-C76F-5DBC-E73B-41E8BB836E98}"/>
                  </a:ext>
                </a:extLst>
              </p14:cNvPr>
              <p14:cNvContentPartPr/>
              <p14:nvPr/>
            </p14:nvContentPartPr>
            <p14:xfrm>
              <a:off x="2112768" y="2065104"/>
              <a:ext cx="2048040" cy="37440"/>
            </p14:xfrm>
          </p:contentPart>
        </mc:Choice>
        <mc:Fallback xmlns="">
          <p:pic>
            <p:nvPicPr>
              <p:cNvPr id="87" name="Ink 86">
                <a:extLst>
                  <a:ext uri="{FF2B5EF4-FFF2-40B4-BE49-F238E27FC236}">
                    <a16:creationId xmlns:a16="http://schemas.microsoft.com/office/drawing/2014/main" id="{469CE541-C76F-5DBC-E73B-41E8BB836E98}"/>
                  </a:ext>
                </a:extLst>
              </p:cNvPr>
              <p:cNvPicPr/>
              <p:nvPr/>
            </p:nvPicPr>
            <p:blipFill>
              <a:blip r:embed="rId134"/>
              <a:stretch>
                <a:fillRect/>
              </a:stretch>
            </p:blipFill>
            <p:spPr>
              <a:xfrm>
                <a:off x="2094768" y="2029104"/>
                <a:ext cx="2083680" cy="109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5">
            <p14:nvContentPartPr>
              <p14:cNvPr id="88" name="Ink 87">
                <a:extLst>
                  <a:ext uri="{FF2B5EF4-FFF2-40B4-BE49-F238E27FC236}">
                    <a16:creationId xmlns:a16="http://schemas.microsoft.com/office/drawing/2014/main" id="{0A8267A8-3691-44DF-2D97-3F70E696E89B}"/>
                  </a:ext>
                </a:extLst>
              </p14:cNvPr>
              <p14:cNvContentPartPr/>
              <p14:nvPr/>
            </p14:nvContentPartPr>
            <p14:xfrm>
              <a:off x="2213568" y="2768184"/>
              <a:ext cx="550800" cy="47880"/>
            </p14:xfrm>
          </p:contentPart>
        </mc:Choice>
        <mc:Fallback xmlns="">
          <p:pic>
            <p:nvPicPr>
              <p:cNvPr id="88" name="Ink 87">
                <a:extLst>
                  <a:ext uri="{FF2B5EF4-FFF2-40B4-BE49-F238E27FC236}">
                    <a16:creationId xmlns:a16="http://schemas.microsoft.com/office/drawing/2014/main" id="{0A8267A8-3691-44DF-2D97-3F70E696E89B}"/>
                  </a:ext>
                </a:extLst>
              </p:cNvPr>
              <p:cNvPicPr/>
              <p:nvPr/>
            </p:nvPicPr>
            <p:blipFill>
              <a:blip r:embed="rId136"/>
              <a:stretch>
                <a:fillRect/>
              </a:stretch>
            </p:blipFill>
            <p:spPr>
              <a:xfrm>
                <a:off x="2195928" y="2732544"/>
                <a:ext cx="586440" cy="119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7">
            <p14:nvContentPartPr>
              <p14:cNvPr id="89" name="Ink 88">
                <a:extLst>
                  <a:ext uri="{FF2B5EF4-FFF2-40B4-BE49-F238E27FC236}">
                    <a16:creationId xmlns:a16="http://schemas.microsoft.com/office/drawing/2014/main" id="{61433F36-29F8-5023-80B0-C9C3F399105A}"/>
                  </a:ext>
                </a:extLst>
              </p14:cNvPr>
              <p14:cNvContentPartPr/>
              <p14:nvPr/>
            </p14:nvContentPartPr>
            <p14:xfrm>
              <a:off x="5671008" y="1996704"/>
              <a:ext cx="1257840" cy="32040"/>
            </p14:xfrm>
          </p:contentPart>
        </mc:Choice>
        <mc:Fallback xmlns="">
          <p:pic>
            <p:nvPicPr>
              <p:cNvPr id="89" name="Ink 88">
                <a:extLst>
                  <a:ext uri="{FF2B5EF4-FFF2-40B4-BE49-F238E27FC236}">
                    <a16:creationId xmlns:a16="http://schemas.microsoft.com/office/drawing/2014/main" id="{61433F36-29F8-5023-80B0-C9C3F399105A}"/>
                  </a:ext>
                </a:extLst>
              </p:cNvPr>
              <p:cNvPicPr/>
              <p:nvPr/>
            </p:nvPicPr>
            <p:blipFill>
              <a:blip r:embed="rId138"/>
              <a:stretch>
                <a:fillRect/>
              </a:stretch>
            </p:blipFill>
            <p:spPr>
              <a:xfrm>
                <a:off x="5653368" y="1960704"/>
                <a:ext cx="1293480" cy="103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9">
            <p14:nvContentPartPr>
              <p14:cNvPr id="90" name="Ink 89">
                <a:extLst>
                  <a:ext uri="{FF2B5EF4-FFF2-40B4-BE49-F238E27FC236}">
                    <a16:creationId xmlns:a16="http://schemas.microsoft.com/office/drawing/2014/main" id="{AE72142B-DAFD-FF11-DCF2-12C38F7ECADC}"/>
                  </a:ext>
                </a:extLst>
              </p14:cNvPr>
              <p14:cNvContentPartPr/>
              <p14:nvPr/>
            </p14:nvContentPartPr>
            <p14:xfrm>
              <a:off x="4644648" y="1419984"/>
              <a:ext cx="2157480" cy="92880"/>
            </p14:xfrm>
          </p:contentPart>
        </mc:Choice>
        <mc:Fallback xmlns="">
          <p:pic>
            <p:nvPicPr>
              <p:cNvPr id="90" name="Ink 89">
                <a:extLst>
                  <a:ext uri="{FF2B5EF4-FFF2-40B4-BE49-F238E27FC236}">
                    <a16:creationId xmlns:a16="http://schemas.microsoft.com/office/drawing/2014/main" id="{AE72142B-DAFD-FF11-DCF2-12C38F7ECADC}"/>
                  </a:ext>
                </a:extLst>
              </p:cNvPr>
              <p:cNvPicPr/>
              <p:nvPr/>
            </p:nvPicPr>
            <p:blipFill>
              <a:blip r:embed="rId140"/>
              <a:stretch>
                <a:fillRect/>
              </a:stretch>
            </p:blipFill>
            <p:spPr>
              <a:xfrm>
                <a:off x="4627008" y="1384344"/>
                <a:ext cx="2193120" cy="164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1">
            <p14:nvContentPartPr>
              <p14:cNvPr id="91" name="Ink 90">
                <a:extLst>
                  <a:ext uri="{FF2B5EF4-FFF2-40B4-BE49-F238E27FC236}">
                    <a16:creationId xmlns:a16="http://schemas.microsoft.com/office/drawing/2014/main" id="{73EF6397-259B-CC11-30A0-330B8130EA5D}"/>
                  </a:ext>
                </a:extLst>
              </p14:cNvPr>
              <p14:cNvContentPartPr/>
              <p14:nvPr/>
            </p14:nvContentPartPr>
            <p14:xfrm>
              <a:off x="4684608" y="2715624"/>
              <a:ext cx="2363400" cy="63360"/>
            </p14:xfrm>
          </p:contentPart>
        </mc:Choice>
        <mc:Fallback xmlns="">
          <p:pic>
            <p:nvPicPr>
              <p:cNvPr id="91" name="Ink 90">
                <a:extLst>
                  <a:ext uri="{FF2B5EF4-FFF2-40B4-BE49-F238E27FC236}">
                    <a16:creationId xmlns:a16="http://schemas.microsoft.com/office/drawing/2014/main" id="{73EF6397-259B-CC11-30A0-330B8130EA5D}"/>
                  </a:ext>
                </a:extLst>
              </p:cNvPr>
              <p:cNvPicPr/>
              <p:nvPr/>
            </p:nvPicPr>
            <p:blipFill>
              <a:blip r:embed="rId142"/>
              <a:stretch>
                <a:fillRect/>
              </a:stretch>
            </p:blipFill>
            <p:spPr>
              <a:xfrm>
                <a:off x="4666968" y="2679624"/>
                <a:ext cx="2399040" cy="135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3">
            <p14:nvContentPartPr>
              <p14:cNvPr id="196" name="Ink 195">
                <a:extLst>
                  <a:ext uri="{FF2B5EF4-FFF2-40B4-BE49-F238E27FC236}">
                    <a16:creationId xmlns:a16="http://schemas.microsoft.com/office/drawing/2014/main" id="{5A435D57-62C2-32D5-3DEB-471D3C6E4183}"/>
                  </a:ext>
                </a:extLst>
              </p14:cNvPr>
              <p14:cNvContentPartPr/>
              <p14:nvPr/>
            </p14:nvContentPartPr>
            <p14:xfrm>
              <a:off x="9420048" y="1444104"/>
              <a:ext cx="270000" cy="68760"/>
            </p14:xfrm>
          </p:contentPart>
        </mc:Choice>
        <mc:Fallback xmlns="">
          <p:pic>
            <p:nvPicPr>
              <p:cNvPr id="196" name="Ink 195">
                <a:extLst>
                  <a:ext uri="{FF2B5EF4-FFF2-40B4-BE49-F238E27FC236}">
                    <a16:creationId xmlns:a16="http://schemas.microsoft.com/office/drawing/2014/main" id="{5A435D57-62C2-32D5-3DEB-471D3C6E4183}"/>
                  </a:ext>
                </a:extLst>
              </p:cNvPr>
              <p:cNvPicPr/>
              <p:nvPr/>
            </p:nvPicPr>
            <p:blipFill>
              <a:blip r:embed="rId144"/>
              <a:stretch>
                <a:fillRect/>
              </a:stretch>
            </p:blipFill>
            <p:spPr>
              <a:xfrm>
                <a:off x="9411408" y="1435464"/>
                <a:ext cx="287640" cy="86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5">
            <p14:nvContentPartPr>
              <p14:cNvPr id="197" name="Ink 196">
                <a:extLst>
                  <a:ext uri="{FF2B5EF4-FFF2-40B4-BE49-F238E27FC236}">
                    <a16:creationId xmlns:a16="http://schemas.microsoft.com/office/drawing/2014/main" id="{D121342F-4B11-027E-17BF-DC0E7D0FFC91}"/>
                  </a:ext>
                </a:extLst>
              </p14:cNvPr>
              <p14:cNvContentPartPr/>
              <p14:nvPr/>
            </p14:nvContentPartPr>
            <p14:xfrm>
              <a:off x="9985608" y="1383264"/>
              <a:ext cx="203400" cy="135000"/>
            </p14:xfrm>
          </p:contentPart>
        </mc:Choice>
        <mc:Fallback xmlns="">
          <p:pic>
            <p:nvPicPr>
              <p:cNvPr id="197" name="Ink 196">
                <a:extLst>
                  <a:ext uri="{FF2B5EF4-FFF2-40B4-BE49-F238E27FC236}">
                    <a16:creationId xmlns:a16="http://schemas.microsoft.com/office/drawing/2014/main" id="{D121342F-4B11-027E-17BF-DC0E7D0FFC91}"/>
                  </a:ext>
                </a:extLst>
              </p:cNvPr>
              <p:cNvPicPr/>
              <p:nvPr/>
            </p:nvPicPr>
            <p:blipFill>
              <a:blip r:embed="rId146"/>
              <a:stretch>
                <a:fillRect/>
              </a:stretch>
            </p:blipFill>
            <p:spPr>
              <a:xfrm>
                <a:off x="9976608" y="1374264"/>
                <a:ext cx="221040" cy="152640"/>
              </a:xfrm>
              <a:prstGeom prst="rect">
                <a:avLst/>
              </a:prstGeom>
            </p:spPr>
          </p:pic>
        </mc:Fallback>
      </mc:AlternateContent>
      <p:grpSp>
        <p:nvGrpSpPr>
          <p:cNvPr id="207" name="Group 206">
            <a:extLst>
              <a:ext uri="{FF2B5EF4-FFF2-40B4-BE49-F238E27FC236}">
                <a16:creationId xmlns:a16="http://schemas.microsoft.com/office/drawing/2014/main" id="{3964BE2E-D8C5-5E94-78A7-B7EEE142B144}"/>
              </a:ext>
            </a:extLst>
          </p:cNvPr>
          <p:cNvGrpSpPr/>
          <p:nvPr/>
        </p:nvGrpSpPr>
        <p:grpSpPr>
          <a:xfrm>
            <a:off x="8776728" y="1779624"/>
            <a:ext cx="393840" cy="221040"/>
            <a:chOff x="8776728" y="1779624"/>
            <a:chExt cx="393840" cy="221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7">
              <p14:nvContentPartPr>
                <p14:cNvPr id="198" name="Ink 197">
                  <a:extLst>
                    <a:ext uri="{FF2B5EF4-FFF2-40B4-BE49-F238E27FC236}">
                      <a16:creationId xmlns:a16="http://schemas.microsoft.com/office/drawing/2014/main" id="{F08C62E1-2098-3070-90A6-4E2D1DB08169}"/>
                    </a:ext>
                  </a:extLst>
                </p14:cNvPr>
                <p14:cNvContentPartPr/>
                <p14:nvPr/>
              </p14:nvContentPartPr>
              <p14:xfrm>
                <a:off x="8776728" y="1786464"/>
                <a:ext cx="241200" cy="214200"/>
              </p14:xfrm>
            </p:contentPart>
          </mc:Choice>
          <mc:Fallback xmlns="">
            <p:pic>
              <p:nvPicPr>
                <p:cNvPr id="198" name="Ink 197">
                  <a:extLst>
                    <a:ext uri="{FF2B5EF4-FFF2-40B4-BE49-F238E27FC236}">
                      <a16:creationId xmlns:a16="http://schemas.microsoft.com/office/drawing/2014/main" id="{F08C62E1-2098-3070-90A6-4E2D1DB08169}"/>
                    </a:ext>
                  </a:extLst>
                </p:cNvPr>
                <p:cNvPicPr/>
                <p:nvPr/>
              </p:nvPicPr>
              <p:blipFill>
                <a:blip r:embed="rId148"/>
                <a:stretch>
                  <a:fillRect/>
                </a:stretch>
              </p:blipFill>
              <p:spPr>
                <a:xfrm>
                  <a:off x="8768088" y="1777464"/>
                  <a:ext cx="258840" cy="23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9">
              <p14:nvContentPartPr>
                <p14:cNvPr id="199" name="Ink 198">
                  <a:extLst>
                    <a:ext uri="{FF2B5EF4-FFF2-40B4-BE49-F238E27FC236}">
                      <a16:creationId xmlns:a16="http://schemas.microsoft.com/office/drawing/2014/main" id="{561EE13F-01C0-81A7-28F5-35F25C89E1C1}"/>
                    </a:ext>
                  </a:extLst>
                </p14:cNvPr>
                <p14:cNvContentPartPr/>
                <p14:nvPr/>
              </p14:nvContentPartPr>
              <p14:xfrm>
                <a:off x="9119448" y="1779624"/>
                <a:ext cx="51120" cy="185760"/>
              </p14:xfrm>
            </p:contentPart>
          </mc:Choice>
          <mc:Fallback xmlns="">
            <p:pic>
              <p:nvPicPr>
                <p:cNvPr id="199" name="Ink 198">
                  <a:extLst>
                    <a:ext uri="{FF2B5EF4-FFF2-40B4-BE49-F238E27FC236}">
                      <a16:creationId xmlns:a16="http://schemas.microsoft.com/office/drawing/2014/main" id="{561EE13F-01C0-81A7-28F5-35F25C89E1C1}"/>
                    </a:ext>
                  </a:extLst>
                </p:cNvPr>
                <p:cNvPicPr/>
                <p:nvPr/>
              </p:nvPicPr>
              <p:blipFill>
                <a:blip r:embed="rId150"/>
                <a:stretch>
                  <a:fillRect/>
                </a:stretch>
              </p:blipFill>
              <p:spPr>
                <a:xfrm>
                  <a:off x="9110448" y="1770624"/>
                  <a:ext cx="68760" cy="2034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51">
            <p14:nvContentPartPr>
              <p14:cNvPr id="200" name="Ink 199">
                <a:extLst>
                  <a:ext uri="{FF2B5EF4-FFF2-40B4-BE49-F238E27FC236}">
                    <a16:creationId xmlns:a16="http://schemas.microsoft.com/office/drawing/2014/main" id="{FF7B579D-D529-04A8-0B68-CF1DF219E0FE}"/>
                  </a:ext>
                </a:extLst>
              </p14:cNvPr>
              <p14:cNvContentPartPr/>
              <p14:nvPr/>
            </p14:nvContentPartPr>
            <p14:xfrm>
              <a:off x="9422928" y="1888704"/>
              <a:ext cx="298440" cy="61920"/>
            </p14:xfrm>
          </p:contentPart>
        </mc:Choice>
        <mc:Fallback xmlns="">
          <p:pic>
            <p:nvPicPr>
              <p:cNvPr id="200" name="Ink 199">
                <a:extLst>
                  <a:ext uri="{FF2B5EF4-FFF2-40B4-BE49-F238E27FC236}">
                    <a16:creationId xmlns:a16="http://schemas.microsoft.com/office/drawing/2014/main" id="{FF7B579D-D529-04A8-0B68-CF1DF219E0FE}"/>
                  </a:ext>
                </a:extLst>
              </p:cNvPr>
              <p:cNvPicPr/>
              <p:nvPr/>
            </p:nvPicPr>
            <p:blipFill>
              <a:blip r:embed="rId152"/>
              <a:stretch>
                <a:fillRect/>
              </a:stretch>
            </p:blipFill>
            <p:spPr>
              <a:xfrm>
                <a:off x="9413928" y="1880064"/>
                <a:ext cx="316080" cy="79560"/>
              </a:xfrm>
              <a:prstGeom prst="rect">
                <a:avLst/>
              </a:prstGeom>
            </p:spPr>
          </p:pic>
        </mc:Fallback>
      </mc:AlternateContent>
      <p:grpSp>
        <p:nvGrpSpPr>
          <p:cNvPr id="212" name="Group 211">
            <a:extLst>
              <a:ext uri="{FF2B5EF4-FFF2-40B4-BE49-F238E27FC236}">
                <a16:creationId xmlns:a16="http://schemas.microsoft.com/office/drawing/2014/main" id="{FA760D04-62C1-C447-4DAE-646E21265773}"/>
              </a:ext>
            </a:extLst>
          </p:cNvPr>
          <p:cNvGrpSpPr/>
          <p:nvPr/>
        </p:nvGrpSpPr>
        <p:grpSpPr>
          <a:xfrm>
            <a:off x="9940248" y="1798344"/>
            <a:ext cx="1316880" cy="379800"/>
            <a:chOff x="9940248" y="1798344"/>
            <a:chExt cx="1316880" cy="379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3">
              <p14:nvContentPartPr>
                <p14:cNvPr id="201" name="Ink 200">
                  <a:extLst>
                    <a:ext uri="{FF2B5EF4-FFF2-40B4-BE49-F238E27FC236}">
                      <a16:creationId xmlns:a16="http://schemas.microsoft.com/office/drawing/2014/main" id="{B389F70F-9854-FFC8-5550-E2B947FBF87E}"/>
                    </a:ext>
                  </a:extLst>
                </p14:cNvPr>
                <p14:cNvContentPartPr/>
                <p14:nvPr/>
              </p14:nvContentPartPr>
              <p14:xfrm>
                <a:off x="9940248" y="1815264"/>
                <a:ext cx="179280" cy="160560"/>
              </p14:xfrm>
            </p:contentPart>
          </mc:Choice>
          <mc:Fallback xmlns="">
            <p:pic>
              <p:nvPicPr>
                <p:cNvPr id="201" name="Ink 200">
                  <a:extLst>
                    <a:ext uri="{FF2B5EF4-FFF2-40B4-BE49-F238E27FC236}">
                      <a16:creationId xmlns:a16="http://schemas.microsoft.com/office/drawing/2014/main" id="{B389F70F-9854-FFC8-5550-E2B947FBF87E}"/>
                    </a:ext>
                  </a:extLst>
                </p:cNvPr>
                <p:cNvPicPr/>
                <p:nvPr/>
              </p:nvPicPr>
              <p:blipFill>
                <a:blip r:embed="rId154"/>
                <a:stretch>
                  <a:fillRect/>
                </a:stretch>
              </p:blipFill>
              <p:spPr>
                <a:xfrm>
                  <a:off x="9931248" y="1806264"/>
                  <a:ext cx="196920" cy="17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5">
              <p14:nvContentPartPr>
                <p14:cNvPr id="202" name="Ink 201">
                  <a:extLst>
                    <a:ext uri="{FF2B5EF4-FFF2-40B4-BE49-F238E27FC236}">
                      <a16:creationId xmlns:a16="http://schemas.microsoft.com/office/drawing/2014/main" id="{8BD8C7B4-DBEA-C783-6449-6EC9AFF604D3}"/>
                    </a:ext>
                  </a:extLst>
                </p14:cNvPr>
                <p14:cNvContentPartPr/>
                <p14:nvPr/>
              </p14:nvContentPartPr>
              <p14:xfrm>
                <a:off x="10037448" y="1916424"/>
                <a:ext cx="91080" cy="26640"/>
              </p14:xfrm>
            </p:contentPart>
          </mc:Choice>
          <mc:Fallback xmlns="">
            <p:pic>
              <p:nvPicPr>
                <p:cNvPr id="202" name="Ink 201">
                  <a:extLst>
                    <a:ext uri="{FF2B5EF4-FFF2-40B4-BE49-F238E27FC236}">
                      <a16:creationId xmlns:a16="http://schemas.microsoft.com/office/drawing/2014/main" id="{8BD8C7B4-DBEA-C783-6449-6EC9AFF604D3}"/>
                    </a:ext>
                  </a:extLst>
                </p:cNvPr>
                <p:cNvPicPr/>
                <p:nvPr/>
              </p:nvPicPr>
              <p:blipFill>
                <a:blip r:embed="rId156"/>
                <a:stretch>
                  <a:fillRect/>
                </a:stretch>
              </p:blipFill>
              <p:spPr>
                <a:xfrm>
                  <a:off x="10028448" y="1907424"/>
                  <a:ext cx="108720" cy="4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7">
              <p14:nvContentPartPr>
                <p14:cNvPr id="203" name="Ink 202">
                  <a:extLst>
                    <a:ext uri="{FF2B5EF4-FFF2-40B4-BE49-F238E27FC236}">
                      <a16:creationId xmlns:a16="http://schemas.microsoft.com/office/drawing/2014/main" id="{116CD5D5-9DB9-A9B5-7458-81610B7B1289}"/>
                    </a:ext>
                  </a:extLst>
                </p14:cNvPr>
                <p14:cNvContentPartPr/>
                <p14:nvPr/>
              </p14:nvContentPartPr>
              <p14:xfrm>
                <a:off x="10218528" y="1805184"/>
                <a:ext cx="61920" cy="149400"/>
              </p14:xfrm>
            </p:contentPart>
          </mc:Choice>
          <mc:Fallback xmlns="">
            <p:pic>
              <p:nvPicPr>
                <p:cNvPr id="203" name="Ink 202">
                  <a:extLst>
                    <a:ext uri="{FF2B5EF4-FFF2-40B4-BE49-F238E27FC236}">
                      <a16:creationId xmlns:a16="http://schemas.microsoft.com/office/drawing/2014/main" id="{116CD5D5-9DB9-A9B5-7458-81610B7B1289}"/>
                    </a:ext>
                  </a:extLst>
                </p:cNvPr>
                <p:cNvPicPr/>
                <p:nvPr/>
              </p:nvPicPr>
              <p:blipFill>
                <a:blip r:embed="rId158"/>
                <a:stretch>
                  <a:fillRect/>
                </a:stretch>
              </p:blipFill>
              <p:spPr>
                <a:xfrm>
                  <a:off x="10209888" y="1796544"/>
                  <a:ext cx="79560" cy="16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9">
              <p14:nvContentPartPr>
                <p14:cNvPr id="204" name="Ink 203">
                  <a:extLst>
                    <a:ext uri="{FF2B5EF4-FFF2-40B4-BE49-F238E27FC236}">
                      <a16:creationId xmlns:a16="http://schemas.microsoft.com/office/drawing/2014/main" id="{C77D13A9-A733-D28F-1C6B-B6280F54EAA9}"/>
                    </a:ext>
                  </a:extLst>
                </p14:cNvPr>
                <p14:cNvContentPartPr/>
                <p14:nvPr/>
              </p14:nvContentPartPr>
              <p14:xfrm>
                <a:off x="10294128" y="1899504"/>
                <a:ext cx="95040" cy="278640"/>
              </p14:xfrm>
            </p:contentPart>
          </mc:Choice>
          <mc:Fallback xmlns="">
            <p:pic>
              <p:nvPicPr>
                <p:cNvPr id="204" name="Ink 203">
                  <a:extLst>
                    <a:ext uri="{FF2B5EF4-FFF2-40B4-BE49-F238E27FC236}">
                      <a16:creationId xmlns:a16="http://schemas.microsoft.com/office/drawing/2014/main" id="{C77D13A9-A733-D28F-1C6B-B6280F54EAA9}"/>
                    </a:ext>
                  </a:extLst>
                </p:cNvPr>
                <p:cNvPicPr/>
                <p:nvPr/>
              </p:nvPicPr>
              <p:blipFill>
                <a:blip r:embed="rId160"/>
                <a:stretch>
                  <a:fillRect/>
                </a:stretch>
              </p:blipFill>
              <p:spPr>
                <a:xfrm>
                  <a:off x="10285488" y="1890864"/>
                  <a:ext cx="112680" cy="29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1">
              <p14:nvContentPartPr>
                <p14:cNvPr id="205" name="Ink 204">
                  <a:extLst>
                    <a:ext uri="{FF2B5EF4-FFF2-40B4-BE49-F238E27FC236}">
                      <a16:creationId xmlns:a16="http://schemas.microsoft.com/office/drawing/2014/main" id="{F02D2FEC-99DF-69DE-6E76-D7542ADFD313}"/>
                    </a:ext>
                  </a:extLst>
                </p14:cNvPr>
                <p14:cNvContentPartPr/>
                <p14:nvPr/>
              </p14:nvContentPartPr>
              <p14:xfrm>
                <a:off x="10389168" y="1798344"/>
                <a:ext cx="14760" cy="19440"/>
              </p14:xfrm>
            </p:contentPart>
          </mc:Choice>
          <mc:Fallback xmlns="">
            <p:pic>
              <p:nvPicPr>
                <p:cNvPr id="205" name="Ink 204">
                  <a:extLst>
                    <a:ext uri="{FF2B5EF4-FFF2-40B4-BE49-F238E27FC236}">
                      <a16:creationId xmlns:a16="http://schemas.microsoft.com/office/drawing/2014/main" id="{F02D2FEC-99DF-69DE-6E76-D7542ADFD313}"/>
                    </a:ext>
                  </a:extLst>
                </p:cNvPr>
                <p:cNvPicPr/>
                <p:nvPr/>
              </p:nvPicPr>
              <p:blipFill>
                <a:blip r:embed="rId162"/>
                <a:stretch>
                  <a:fillRect/>
                </a:stretch>
              </p:blipFill>
              <p:spPr>
                <a:xfrm>
                  <a:off x="10380168" y="1789704"/>
                  <a:ext cx="32400" cy="3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3">
              <p14:nvContentPartPr>
                <p14:cNvPr id="208" name="Ink 207">
                  <a:extLst>
                    <a:ext uri="{FF2B5EF4-FFF2-40B4-BE49-F238E27FC236}">
                      <a16:creationId xmlns:a16="http://schemas.microsoft.com/office/drawing/2014/main" id="{3A148362-11F3-AA39-7115-DB07D0A4B081}"/>
                    </a:ext>
                  </a:extLst>
                </p14:cNvPr>
                <p14:cNvContentPartPr/>
                <p14:nvPr/>
              </p14:nvContentPartPr>
              <p14:xfrm>
                <a:off x="10583928" y="1813104"/>
                <a:ext cx="204480" cy="192600"/>
              </p14:xfrm>
            </p:contentPart>
          </mc:Choice>
          <mc:Fallback xmlns="">
            <p:pic>
              <p:nvPicPr>
                <p:cNvPr id="208" name="Ink 207">
                  <a:extLst>
                    <a:ext uri="{FF2B5EF4-FFF2-40B4-BE49-F238E27FC236}">
                      <a16:creationId xmlns:a16="http://schemas.microsoft.com/office/drawing/2014/main" id="{3A148362-11F3-AA39-7115-DB07D0A4B081}"/>
                    </a:ext>
                  </a:extLst>
                </p:cNvPr>
                <p:cNvPicPr/>
                <p:nvPr/>
              </p:nvPicPr>
              <p:blipFill>
                <a:blip r:embed="rId164"/>
                <a:stretch>
                  <a:fillRect/>
                </a:stretch>
              </p:blipFill>
              <p:spPr>
                <a:xfrm>
                  <a:off x="10574928" y="1804464"/>
                  <a:ext cx="222120" cy="21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5">
              <p14:nvContentPartPr>
                <p14:cNvPr id="209" name="Ink 208">
                  <a:extLst>
                    <a:ext uri="{FF2B5EF4-FFF2-40B4-BE49-F238E27FC236}">
                      <a16:creationId xmlns:a16="http://schemas.microsoft.com/office/drawing/2014/main" id="{9DA90E3C-0F20-0181-E994-DBD8EC55F675}"/>
                    </a:ext>
                  </a:extLst>
                </p14:cNvPr>
                <p14:cNvContentPartPr/>
                <p14:nvPr/>
              </p14:nvContentPartPr>
              <p14:xfrm>
                <a:off x="10836648" y="1864944"/>
                <a:ext cx="83160" cy="110160"/>
              </p14:xfrm>
            </p:contentPart>
          </mc:Choice>
          <mc:Fallback xmlns="">
            <p:pic>
              <p:nvPicPr>
                <p:cNvPr id="209" name="Ink 208">
                  <a:extLst>
                    <a:ext uri="{FF2B5EF4-FFF2-40B4-BE49-F238E27FC236}">
                      <a16:creationId xmlns:a16="http://schemas.microsoft.com/office/drawing/2014/main" id="{9DA90E3C-0F20-0181-E994-DBD8EC55F675}"/>
                    </a:ext>
                  </a:extLst>
                </p:cNvPr>
                <p:cNvPicPr/>
                <p:nvPr/>
              </p:nvPicPr>
              <p:blipFill>
                <a:blip r:embed="rId166"/>
                <a:stretch>
                  <a:fillRect/>
                </a:stretch>
              </p:blipFill>
              <p:spPr>
                <a:xfrm>
                  <a:off x="10827648" y="1855944"/>
                  <a:ext cx="100800" cy="12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7">
              <p14:nvContentPartPr>
                <p14:cNvPr id="210" name="Ink 209">
                  <a:extLst>
                    <a:ext uri="{FF2B5EF4-FFF2-40B4-BE49-F238E27FC236}">
                      <a16:creationId xmlns:a16="http://schemas.microsoft.com/office/drawing/2014/main" id="{E7CF7DC7-A4E9-56E0-4164-FDE9D38FA79C}"/>
                    </a:ext>
                  </a:extLst>
                </p14:cNvPr>
                <p14:cNvContentPartPr/>
                <p14:nvPr/>
              </p14:nvContentPartPr>
              <p14:xfrm>
                <a:off x="10994328" y="1886184"/>
                <a:ext cx="61920" cy="70920"/>
              </p14:xfrm>
            </p:contentPart>
          </mc:Choice>
          <mc:Fallback xmlns="">
            <p:pic>
              <p:nvPicPr>
                <p:cNvPr id="210" name="Ink 209">
                  <a:extLst>
                    <a:ext uri="{FF2B5EF4-FFF2-40B4-BE49-F238E27FC236}">
                      <a16:creationId xmlns:a16="http://schemas.microsoft.com/office/drawing/2014/main" id="{E7CF7DC7-A4E9-56E0-4164-FDE9D38FA79C}"/>
                    </a:ext>
                  </a:extLst>
                </p:cNvPr>
                <p:cNvPicPr/>
                <p:nvPr/>
              </p:nvPicPr>
              <p:blipFill>
                <a:blip r:embed="rId168"/>
                <a:stretch>
                  <a:fillRect/>
                </a:stretch>
              </p:blipFill>
              <p:spPr>
                <a:xfrm>
                  <a:off x="10985688" y="1877544"/>
                  <a:ext cx="79560" cy="8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9">
              <p14:nvContentPartPr>
                <p14:cNvPr id="211" name="Ink 210">
                  <a:extLst>
                    <a:ext uri="{FF2B5EF4-FFF2-40B4-BE49-F238E27FC236}">
                      <a16:creationId xmlns:a16="http://schemas.microsoft.com/office/drawing/2014/main" id="{C6953EA4-4F0A-DA08-6856-AC4BC77D37B0}"/>
                    </a:ext>
                  </a:extLst>
                </p14:cNvPr>
                <p14:cNvContentPartPr/>
                <p14:nvPr/>
              </p14:nvContentPartPr>
              <p14:xfrm>
                <a:off x="11133648" y="1889064"/>
                <a:ext cx="123480" cy="65160"/>
              </p14:xfrm>
            </p:contentPart>
          </mc:Choice>
          <mc:Fallback xmlns="">
            <p:pic>
              <p:nvPicPr>
                <p:cNvPr id="211" name="Ink 210">
                  <a:extLst>
                    <a:ext uri="{FF2B5EF4-FFF2-40B4-BE49-F238E27FC236}">
                      <a16:creationId xmlns:a16="http://schemas.microsoft.com/office/drawing/2014/main" id="{C6953EA4-4F0A-DA08-6856-AC4BC77D37B0}"/>
                    </a:ext>
                  </a:extLst>
                </p:cNvPr>
                <p:cNvPicPr/>
                <p:nvPr/>
              </p:nvPicPr>
              <p:blipFill>
                <a:blip r:embed="rId170"/>
                <a:stretch>
                  <a:fillRect/>
                </a:stretch>
              </p:blipFill>
              <p:spPr>
                <a:xfrm>
                  <a:off x="11124648" y="1880064"/>
                  <a:ext cx="141120" cy="82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7" name="Group 216">
            <a:extLst>
              <a:ext uri="{FF2B5EF4-FFF2-40B4-BE49-F238E27FC236}">
                <a16:creationId xmlns:a16="http://schemas.microsoft.com/office/drawing/2014/main" id="{7E387FFD-23BD-BDF6-783F-8B47664AE7E6}"/>
              </a:ext>
            </a:extLst>
          </p:cNvPr>
          <p:cNvGrpSpPr/>
          <p:nvPr/>
        </p:nvGrpSpPr>
        <p:grpSpPr>
          <a:xfrm>
            <a:off x="8669088" y="2201544"/>
            <a:ext cx="525600" cy="273240"/>
            <a:chOff x="8669088" y="2201544"/>
            <a:chExt cx="525600" cy="273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71">
              <p14:nvContentPartPr>
                <p14:cNvPr id="213" name="Ink 212">
                  <a:extLst>
                    <a:ext uri="{FF2B5EF4-FFF2-40B4-BE49-F238E27FC236}">
                      <a16:creationId xmlns:a16="http://schemas.microsoft.com/office/drawing/2014/main" id="{4D1E738D-7588-982F-2E09-110E5C5CBF4B}"/>
                    </a:ext>
                  </a:extLst>
                </p14:cNvPr>
                <p14:cNvContentPartPr/>
                <p14:nvPr/>
              </p14:nvContentPartPr>
              <p14:xfrm>
                <a:off x="8669088" y="2235024"/>
                <a:ext cx="192960" cy="203400"/>
              </p14:xfrm>
            </p:contentPart>
          </mc:Choice>
          <mc:Fallback xmlns="">
            <p:pic>
              <p:nvPicPr>
                <p:cNvPr id="213" name="Ink 212">
                  <a:extLst>
                    <a:ext uri="{FF2B5EF4-FFF2-40B4-BE49-F238E27FC236}">
                      <a16:creationId xmlns:a16="http://schemas.microsoft.com/office/drawing/2014/main" id="{4D1E738D-7588-982F-2E09-110E5C5CBF4B}"/>
                    </a:ext>
                  </a:extLst>
                </p:cNvPr>
                <p:cNvPicPr/>
                <p:nvPr/>
              </p:nvPicPr>
              <p:blipFill>
                <a:blip r:embed="rId172"/>
                <a:stretch>
                  <a:fillRect/>
                </a:stretch>
              </p:blipFill>
              <p:spPr>
                <a:xfrm>
                  <a:off x="8660448" y="2226384"/>
                  <a:ext cx="210600" cy="22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3">
              <p14:nvContentPartPr>
                <p14:cNvPr id="214" name="Ink 213">
                  <a:extLst>
                    <a:ext uri="{FF2B5EF4-FFF2-40B4-BE49-F238E27FC236}">
                      <a16:creationId xmlns:a16="http://schemas.microsoft.com/office/drawing/2014/main" id="{98251DC1-F196-2560-9377-13C7E78B7E96}"/>
                    </a:ext>
                  </a:extLst>
                </p14:cNvPr>
                <p14:cNvContentPartPr/>
                <p14:nvPr/>
              </p14:nvContentPartPr>
              <p14:xfrm>
                <a:off x="8896248" y="2227824"/>
                <a:ext cx="47520" cy="189720"/>
              </p14:xfrm>
            </p:contentPart>
          </mc:Choice>
          <mc:Fallback xmlns="">
            <p:pic>
              <p:nvPicPr>
                <p:cNvPr id="214" name="Ink 213">
                  <a:extLst>
                    <a:ext uri="{FF2B5EF4-FFF2-40B4-BE49-F238E27FC236}">
                      <a16:creationId xmlns:a16="http://schemas.microsoft.com/office/drawing/2014/main" id="{98251DC1-F196-2560-9377-13C7E78B7E96}"/>
                    </a:ext>
                  </a:extLst>
                </p:cNvPr>
                <p:cNvPicPr/>
                <p:nvPr/>
              </p:nvPicPr>
              <p:blipFill>
                <a:blip r:embed="rId174"/>
                <a:stretch>
                  <a:fillRect/>
                </a:stretch>
              </p:blipFill>
              <p:spPr>
                <a:xfrm>
                  <a:off x="8887248" y="2219184"/>
                  <a:ext cx="65160" cy="20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5">
              <p14:nvContentPartPr>
                <p14:cNvPr id="215" name="Ink 214">
                  <a:extLst>
                    <a:ext uri="{FF2B5EF4-FFF2-40B4-BE49-F238E27FC236}">
                      <a16:creationId xmlns:a16="http://schemas.microsoft.com/office/drawing/2014/main" id="{971F06B2-2F87-067A-2FB4-3ABAE0F73C4E}"/>
                    </a:ext>
                  </a:extLst>
                </p14:cNvPr>
                <p14:cNvContentPartPr/>
                <p14:nvPr/>
              </p14:nvContentPartPr>
              <p14:xfrm>
                <a:off x="9068328" y="2201544"/>
                <a:ext cx="126360" cy="273240"/>
              </p14:xfrm>
            </p:contentPart>
          </mc:Choice>
          <mc:Fallback xmlns="">
            <p:pic>
              <p:nvPicPr>
                <p:cNvPr id="215" name="Ink 214">
                  <a:extLst>
                    <a:ext uri="{FF2B5EF4-FFF2-40B4-BE49-F238E27FC236}">
                      <a16:creationId xmlns:a16="http://schemas.microsoft.com/office/drawing/2014/main" id="{971F06B2-2F87-067A-2FB4-3ABAE0F73C4E}"/>
                    </a:ext>
                  </a:extLst>
                </p:cNvPr>
                <p:cNvPicPr/>
                <p:nvPr/>
              </p:nvPicPr>
              <p:blipFill>
                <a:blip r:embed="rId176"/>
                <a:stretch>
                  <a:fillRect/>
                </a:stretch>
              </p:blipFill>
              <p:spPr>
                <a:xfrm>
                  <a:off x="9059328" y="2192544"/>
                  <a:ext cx="144000" cy="2908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77">
            <p14:nvContentPartPr>
              <p14:cNvPr id="216" name="Ink 215">
                <a:extLst>
                  <a:ext uri="{FF2B5EF4-FFF2-40B4-BE49-F238E27FC236}">
                    <a16:creationId xmlns:a16="http://schemas.microsoft.com/office/drawing/2014/main" id="{1E25F9F6-D4DA-1C79-2DF0-01FB6F03FEC4}"/>
                  </a:ext>
                </a:extLst>
              </p14:cNvPr>
              <p14:cNvContentPartPr/>
              <p14:nvPr/>
            </p14:nvContentPartPr>
            <p14:xfrm>
              <a:off x="9432288" y="2354184"/>
              <a:ext cx="309600" cy="73800"/>
            </p14:xfrm>
          </p:contentPart>
        </mc:Choice>
        <mc:Fallback xmlns="">
          <p:pic>
            <p:nvPicPr>
              <p:cNvPr id="216" name="Ink 215">
                <a:extLst>
                  <a:ext uri="{FF2B5EF4-FFF2-40B4-BE49-F238E27FC236}">
                    <a16:creationId xmlns:a16="http://schemas.microsoft.com/office/drawing/2014/main" id="{1E25F9F6-D4DA-1C79-2DF0-01FB6F03FEC4}"/>
                  </a:ext>
                </a:extLst>
              </p:cNvPr>
              <p:cNvPicPr/>
              <p:nvPr/>
            </p:nvPicPr>
            <p:blipFill>
              <a:blip r:embed="rId178"/>
              <a:stretch>
                <a:fillRect/>
              </a:stretch>
            </p:blipFill>
            <p:spPr>
              <a:xfrm>
                <a:off x="9423288" y="2345544"/>
                <a:ext cx="327240" cy="91440"/>
              </a:xfrm>
              <a:prstGeom prst="rect">
                <a:avLst/>
              </a:prstGeom>
            </p:spPr>
          </p:pic>
        </mc:Fallback>
      </mc:AlternateContent>
      <p:grpSp>
        <p:nvGrpSpPr>
          <p:cNvPr id="227" name="Group 226">
            <a:extLst>
              <a:ext uri="{FF2B5EF4-FFF2-40B4-BE49-F238E27FC236}">
                <a16:creationId xmlns:a16="http://schemas.microsoft.com/office/drawing/2014/main" id="{C7B099D1-2D78-FD07-F8CC-6A61A01E8A66}"/>
              </a:ext>
            </a:extLst>
          </p:cNvPr>
          <p:cNvGrpSpPr/>
          <p:nvPr/>
        </p:nvGrpSpPr>
        <p:grpSpPr>
          <a:xfrm>
            <a:off x="9902448" y="2244744"/>
            <a:ext cx="500040" cy="261000"/>
            <a:chOff x="9902448" y="2244744"/>
            <a:chExt cx="500040" cy="261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79">
              <p14:nvContentPartPr>
                <p14:cNvPr id="218" name="Ink 217">
                  <a:extLst>
                    <a:ext uri="{FF2B5EF4-FFF2-40B4-BE49-F238E27FC236}">
                      <a16:creationId xmlns:a16="http://schemas.microsoft.com/office/drawing/2014/main" id="{8FE89C68-E398-0C3B-5B73-8EB247026AF1}"/>
                    </a:ext>
                  </a:extLst>
                </p14:cNvPr>
                <p14:cNvContentPartPr/>
                <p14:nvPr/>
              </p14:nvContentPartPr>
              <p14:xfrm>
                <a:off x="9902448" y="2244744"/>
                <a:ext cx="163440" cy="248760"/>
              </p14:xfrm>
            </p:contentPart>
          </mc:Choice>
          <mc:Fallback xmlns="">
            <p:pic>
              <p:nvPicPr>
                <p:cNvPr id="218" name="Ink 217">
                  <a:extLst>
                    <a:ext uri="{FF2B5EF4-FFF2-40B4-BE49-F238E27FC236}">
                      <a16:creationId xmlns:a16="http://schemas.microsoft.com/office/drawing/2014/main" id="{8FE89C68-E398-0C3B-5B73-8EB247026AF1}"/>
                    </a:ext>
                  </a:extLst>
                </p:cNvPr>
                <p:cNvPicPr/>
                <p:nvPr/>
              </p:nvPicPr>
              <p:blipFill>
                <a:blip r:embed="rId180"/>
                <a:stretch>
                  <a:fillRect/>
                </a:stretch>
              </p:blipFill>
              <p:spPr>
                <a:xfrm>
                  <a:off x="9893448" y="2236104"/>
                  <a:ext cx="181080" cy="26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1">
              <p14:nvContentPartPr>
                <p14:cNvPr id="219" name="Ink 218">
                  <a:extLst>
                    <a:ext uri="{FF2B5EF4-FFF2-40B4-BE49-F238E27FC236}">
                      <a16:creationId xmlns:a16="http://schemas.microsoft.com/office/drawing/2014/main" id="{E1B5698E-BA49-F811-51CA-E108951F32D0}"/>
                    </a:ext>
                  </a:extLst>
                </p14:cNvPr>
                <p14:cNvContentPartPr/>
                <p14:nvPr/>
              </p14:nvContentPartPr>
              <p14:xfrm>
                <a:off x="10151928" y="2306664"/>
                <a:ext cx="175680" cy="199080"/>
              </p14:xfrm>
            </p:contentPart>
          </mc:Choice>
          <mc:Fallback xmlns="">
            <p:pic>
              <p:nvPicPr>
                <p:cNvPr id="219" name="Ink 218">
                  <a:extLst>
                    <a:ext uri="{FF2B5EF4-FFF2-40B4-BE49-F238E27FC236}">
                      <a16:creationId xmlns:a16="http://schemas.microsoft.com/office/drawing/2014/main" id="{E1B5698E-BA49-F811-51CA-E108951F32D0}"/>
                    </a:ext>
                  </a:extLst>
                </p:cNvPr>
                <p:cNvPicPr/>
                <p:nvPr/>
              </p:nvPicPr>
              <p:blipFill>
                <a:blip r:embed="rId182"/>
                <a:stretch>
                  <a:fillRect/>
                </a:stretch>
              </p:blipFill>
              <p:spPr>
                <a:xfrm>
                  <a:off x="10143288" y="2297664"/>
                  <a:ext cx="193320" cy="21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3">
              <p14:nvContentPartPr>
                <p14:cNvPr id="220" name="Ink 219">
                  <a:extLst>
                    <a:ext uri="{FF2B5EF4-FFF2-40B4-BE49-F238E27FC236}">
                      <a16:creationId xmlns:a16="http://schemas.microsoft.com/office/drawing/2014/main" id="{6C8FB033-86E3-5545-DEEA-457F3BF9F963}"/>
                    </a:ext>
                  </a:extLst>
                </p14:cNvPr>
                <p14:cNvContentPartPr/>
                <p14:nvPr/>
              </p14:nvContentPartPr>
              <p14:xfrm>
                <a:off x="10301328" y="2423664"/>
                <a:ext cx="101160" cy="33840"/>
              </p14:xfrm>
            </p:contentPart>
          </mc:Choice>
          <mc:Fallback xmlns="">
            <p:pic>
              <p:nvPicPr>
                <p:cNvPr id="220" name="Ink 219">
                  <a:extLst>
                    <a:ext uri="{FF2B5EF4-FFF2-40B4-BE49-F238E27FC236}">
                      <a16:creationId xmlns:a16="http://schemas.microsoft.com/office/drawing/2014/main" id="{6C8FB033-86E3-5545-DEEA-457F3BF9F963}"/>
                    </a:ext>
                  </a:extLst>
                </p:cNvPr>
                <p:cNvPicPr/>
                <p:nvPr/>
              </p:nvPicPr>
              <p:blipFill>
                <a:blip r:embed="rId184"/>
                <a:stretch>
                  <a:fillRect/>
                </a:stretch>
              </p:blipFill>
              <p:spPr>
                <a:xfrm>
                  <a:off x="10292688" y="2414664"/>
                  <a:ext cx="118800" cy="51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2" name="Group 231">
            <a:extLst>
              <a:ext uri="{FF2B5EF4-FFF2-40B4-BE49-F238E27FC236}">
                <a16:creationId xmlns:a16="http://schemas.microsoft.com/office/drawing/2014/main" id="{D9996BD5-8F45-C8C2-BA37-7D5A276D774F}"/>
              </a:ext>
            </a:extLst>
          </p:cNvPr>
          <p:cNvGrpSpPr/>
          <p:nvPr/>
        </p:nvGrpSpPr>
        <p:grpSpPr>
          <a:xfrm>
            <a:off x="10589688" y="2296584"/>
            <a:ext cx="1268640" cy="417600"/>
            <a:chOff x="10589688" y="2296584"/>
            <a:chExt cx="1268640" cy="417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5">
              <p14:nvContentPartPr>
                <p14:cNvPr id="221" name="Ink 220">
                  <a:extLst>
                    <a:ext uri="{FF2B5EF4-FFF2-40B4-BE49-F238E27FC236}">
                      <a16:creationId xmlns:a16="http://schemas.microsoft.com/office/drawing/2014/main" id="{B372DBD3-33BF-29B4-03C1-893D3E46BFB8}"/>
                    </a:ext>
                  </a:extLst>
                </p14:cNvPr>
                <p14:cNvContentPartPr/>
                <p14:nvPr/>
              </p14:nvContentPartPr>
              <p14:xfrm>
                <a:off x="10589688" y="2326464"/>
                <a:ext cx="153360" cy="164880"/>
              </p14:xfrm>
            </p:contentPart>
          </mc:Choice>
          <mc:Fallback xmlns="">
            <p:pic>
              <p:nvPicPr>
                <p:cNvPr id="221" name="Ink 220">
                  <a:extLst>
                    <a:ext uri="{FF2B5EF4-FFF2-40B4-BE49-F238E27FC236}">
                      <a16:creationId xmlns:a16="http://schemas.microsoft.com/office/drawing/2014/main" id="{B372DBD3-33BF-29B4-03C1-893D3E46BFB8}"/>
                    </a:ext>
                  </a:extLst>
                </p:cNvPr>
                <p:cNvPicPr/>
                <p:nvPr/>
              </p:nvPicPr>
              <p:blipFill>
                <a:blip r:embed="rId186"/>
                <a:stretch>
                  <a:fillRect/>
                </a:stretch>
              </p:blipFill>
              <p:spPr>
                <a:xfrm>
                  <a:off x="10580688" y="2317464"/>
                  <a:ext cx="171000" cy="18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7">
              <p14:nvContentPartPr>
                <p14:cNvPr id="222" name="Ink 221">
                  <a:extLst>
                    <a:ext uri="{FF2B5EF4-FFF2-40B4-BE49-F238E27FC236}">
                      <a16:creationId xmlns:a16="http://schemas.microsoft.com/office/drawing/2014/main" id="{3756DAA4-1092-82BB-C052-6A7E759462BC}"/>
                    </a:ext>
                  </a:extLst>
                </p14:cNvPr>
                <p14:cNvContentPartPr/>
                <p14:nvPr/>
              </p14:nvContentPartPr>
              <p14:xfrm>
                <a:off x="10690848" y="2436984"/>
                <a:ext cx="105840" cy="20880"/>
              </p14:xfrm>
            </p:contentPart>
          </mc:Choice>
          <mc:Fallback xmlns="">
            <p:pic>
              <p:nvPicPr>
                <p:cNvPr id="222" name="Ink 221">
                  <a:extLst>
                    <a:ext uri="{FF2B5EF4-FFF2-40B4-BE49-F238E27FC236}">
                      <a16:creationId xmlns:a16="http://schemas.microsoft.com/office/drawing/2014/main" id="{3756DAA4-1092-82BB-C052-6A7E759462BC}"/>
                    </a:ext>
                  </a:extLst>
                </p:cNvPr>
                <p:cNvPicPr/>
                <p:nvPr/>
              </p:nvPicPr>
              <p:blipFill>
                <a:blip r:embed="rId188"/>
                <a:stretch>
                  <a:fillRect/>
                </a:stretch>
              </p:blipFill>
              <p:spPr>
                <a:xfrm>
                  <a:off x="10681848" y="2427984"/>
                  <a:ext cx="123480" cy="3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9">
              <p14:nvContentPartPr>
                <p14:cNvPr id="223" name="Ink 222">
                  <a:extLst>
                    <a:ext uri="{FF2B5EF4-FFF2-40B4-BE49-F238E27FC236}">
                      <a16:creationId xmlns:a16="http://schemas.microsoft.com/office/drawing/2014/main" id="{ABF6DE92-8CDC-3BA1-9C82-3711E434C205}"/>
                    </a:ext>
                  </a:extLst>
                </p14:cNvPr>
                <p14:cNvContentPartPr/>
                <p14:nvPr/>
              </p14:nvContentPartPr>
              <p14:xfrm>
                <a:off x="10821888" y="2302344"/>
                <a:ext cx="73800" cy="169920"/>
              </p14:xfrm>
            </p:contentPart>
          </mc:Choice>
          <mc:Fallback xmlns="">
            <p:pic>
              <p:nvPicPr>
                <p:cNvPr id="223" name="Ink 222">
                  <a:extLst>
                    <a:ext uri="{FF2B5EF4-FFF2-40B4-BE49-F238E27FC236}">
                      <a16:creationId xmlns:a16="http://schemas.microsoft.com/office/drawing/2014/main" id="{ABF6DE92-8CDC-3BA1-9C82-3711E434C205}"/>
                    </a:ext>
                  </a:extLst>
                </p:cNvPr>
                <p:cNvPicPr/>
                <p:nvPr/>
              </p:nvPicPr>
              <p:blipFill>
                <a:blip r:embed="rId190"/>
                <a:stretch>
                  <a:fillRect/>
                </a:stretch>
              </p:blipFill>
              <p:spPr>
                <a:xfrm>
                  <a:off x="10813248" y="2293344"/>
                  <a:ext cx="91440" cy="18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1">
              <p14:nvContentPartPr>
                <p14:cNvPr id="224" name="Ink 223">
                  <a:extLst>
                    <a:ext uri="{FF2B5EF4-FFF2-40B4-BE49-F238E27FC236}">
                      <a16:creationId xmlns:a16="http://schemas.microsoft.com/office/drawing/2014/main" id="{9ED32C70-348A-9435-FFC9-1213566C8A51}"/>
                    </a:ext>
                  </a:extLst>
                </p14:cNvPr>
                <p14:cNvContentPartPr/>
                <p14:nvPr/>
              </p14:nvContentPartPr>
              <p14:xfrm>
                <a:off x="10900728" y="2431584"/>
                <a:ext cx="81000" cy="282600"/>
              </p14:xfrm>
            </p:contentPart>
          </mc:Choice>
          <mc:Fallback xmlns="">
            <p:pic>
              <p:nvPicPr>
                <p:cNvPr id="224" name="Ink 223">
                  <a:extLst>
                    <a:ext uri="{FF2B5EF4-FFF2-40B4-BE49-F238E27FC236}">
                      <a16:creationId xmlns:a16="http://schemas.microsoft.com/office/drawing/2014/main" id="{9ED32C70-348A-9435-FFC9-1213566C8A51}"/>
                    </a:ext>
                  </a:extLst>
                </p:cNvPr>
                <p:cNvPicPr/>
                <p:nvPr/>
              </p:nvPicPr>
              <p:blipFill>
                <a:blip r:embed="rId192"/>
                <a:stretch>
                  <a:fillRect/>
                </a:stretch>
              </p:blipFill>
              <p:spPr>
                <a:xfrm>
                  <a:off x="10891728" y="2422584"/>
                  <a:ext cx="98640" cy="30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3">
              <p14:nvContentPartPr>
                <p14:cNvPr id="225" name="Ink 224">
                  <a:extLst>
                    <a:ext uri="{FF2B5EF4-FFF2-40B4-BE49-F238E27FC236}">
                      <a16:creationId xmlns:a16="http://schemas.microsoft.com/office/drawing/2014/main" id="{FB419373-3F10-C1EB-15E2-D29C5D7C9818}"/>
                    </a:ext>
                  </a:extLst>
                </p14:cNvPr>
                <p14:cNvContentPartPr/>
                <p14:nvPr/>
              </p14:nvContentPartPr>
              <p14:xfrm>
                <a:off x="11036088" y="2296584"/>
                <a:ext cx="2520" cy="27720"/>
              </p14:xfrm>
            </p:contentPart>
          </mc:Choice>
          <mc:Fallback xmlns="">
            <p:pic>
              <p:nvPicPr>
                <p:cNvPr id="225" name="Ink 224">
                  <a:extLst>
                    <a:ext uri="{FF2B5EF4-FFF2-40B4-BE49-F238E27FC236}">
                      <a16:creationId xmlns:a16="http://schemas.microsoft.com/office/drawing/2014/main" id="{FB419373-3F10-C1EB-15E2-D29C5D7C9818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11027088" y="2287584"/>
                  <a:ext cx="20160" cy="4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4">
              <p14:nvContentPartPr>
                <p14:cNvPr id="228" name="Ink 227">
                  <a:extLst>
                    <a:ext uri="{FF2B5EF4-FFF2-40B4-BE49-F238E27FC236}">
                      <a16:creationId xmlns:a16="http://schemas.microsoft.com/office/drawing/2014/main" id="{3D51C941-957B-7ECA-9B60-94A389E6F959}"/>
                    </a:ext>
                  </a:extLst>
                </p14:cNvPr>
                <p14:cNvContentPartPr/>
                <p14:nvPr/>
              </p14:nvContentPartPr>
              <p14:xfrm>
                <a:off x="11159928" y="2389104"/>
                <a:ext cx="190800" cy="142920"/>
              </p14:xfrm>
            </p:contentPart>
          </mc:Choice>
          <mc:Fallback xmlns="">
            <p:pic>
              <p:nvPicPr>
                <p:cNvPr id="228" name="Ink 227">
                  <a:extLst>
                    <a:ext uri="{FF2B5EF4-FFF2-40B4-BE49-F238E27FC236}">
                      <a16:creationId xmlns:a16="http://schemas.microsoft.com/office/drawing/2014/main" id="{3D51C941-957B-7ECA-9B60-94A389E6F959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11151288" y="2380104"/>
                  <a:ext cx="208440" cy="16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6">
              <p14:nvContentPartPr>
                <p14:cNvPr id="229" name="Ink 228">
                  <a:extLst>
                    <a:ext uri="{FF2B5EF4-FFF2-40B4-BE49-F238E27FC236}">
                      <a16:creationId xmlns:a16="http://schemas.microsoft.com/office/drawing/2014/main" id="{23AEDE54-511B-30D9-93B5-F5B549D6EA4F}"/>
                    </a:ext>
                  </a:extLst>
                </p14:cNvPr>
                <p14:cNvContentPartPr/>
                <p14:nvPr/>
              </p14:nvContentPartPr>
              <p14:xfrm>
                <a:off x="11411928" y="2425464"/>
                <a:ext cx="44640" cy="105120"/>
              </p14:xfrm>
            </p:contentPart>
          </mc:Choice>
          <mc:Fallback xmlns="">
            <p:pic>
              <p:nvPicPr>
                <p:cNvPr id="229" name="Ink 228">
                  <a:extLst>
                    <a:ext uri="{FF2B5EF4-FFF2-40B4-BE49-F238E27FC236}">
                      <a16:creationId xmlns:a16="http://schemas.microsoft.com/office/drawing/2014/main" id="{23AEDE54-511B-30D9-93B5-F5B549D6EA4F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11403288" y="2416824"/>
                  <a:ext cx="62280" cy="12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8">
              <p14:nvContentPartPr>
                <p14:cNvPr id="230" name="Ink 229">
                  <a:extLst>
                    <a:ext uri="{FF2B5EF4-FFF2-40B4-BE49-F238E27FC236}">
                      <a16:creationId xmlns:a16="http://schemas.microsoft.com/office/drawing/2014/main" id="{49F811AF-E11D-17C9-0AE6-BFD6EED8FEFA}"/>
                    </a:ext>
                  </a:extLst>
                </p14:cNvPr>
                <p14:cNvContentPartPr/>
                <p14:nvPr/>
              </p14:nvContentPartPr>
              <p14:xfrm>
                <a:off x="11538648" y="2445624"/>
                <a:ext cx="82080" cy="64800"/>
              </p14:xfrm>
            </p:contentPart>
          </mc:Choice>
          <mc:Fallback xmlns="">
            <p:pic>
              <p:nvPicPr>
                <p:cNvPr id="230" name="Ink 229">
                  <a:extLst>
                    <a:ext uri="{FF2B5EF4-FFF2-40B4-BE49-F238E27FC236}">
                      <a16:creationId xmlns:a16="http://schemas.microsoft.com/office/drawing/2014/main" id="{49F811AF-E11D-17C9-0AE6-BFD6EED8FEFA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11530008" y="2436624"/>
                  <a:ext cx="99720" cy="8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0">
              <p14:nvContentPartPr>
                <p14:cNvPr id="231" name="Ink 230">
                  <a:extLst>
                    <a:ext uri="{FF2B5EF4-FFF2-40B4-BE49-F238E27FC236}">
                      <a16:creationId xmlns:a16="http://schemas.microsoft.com/office/drawing/2014/main" id="{A8FD53F9-F60E-89AA-1EA4-A701F5AEFD17}"/>
                    </a:ext>
                  </a:extLst>
                </p14:cNvPr>
                <p14:cNvContentPartPr/>
                <p14:nvPr/>
              </p14:nvContentPartPr>
              <p14:xfrm>
                <a:off x="11719728" y="2453184"/>
                <a:ext cx="138600" cy="60840"/>
              </p14:xfrm>
            </p:contentPart>
          </mc:Choice>
          <mc:Fallback xmlns="">
            <p:pic>
              <p:nvPicPr>
                <p:cNvPr id="231" name="Ink 230">
                  <a:extLst>
                    <a:ext uri="{FF2B5EF4-FFF2-40B4-BE49-F238E27FC236}">
                      <a16:creationId xmlns:a16="http://schemas.microsoft.com/office/drawing/2014/main" id="{A8FD53F9-F60E-89AA-1EA4-A701F5AEFD17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11710728" y="2444544"/>
                  <a:ext cx="156240" cy="78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7" name="Group 236">
            <a:extLst>
              <a:ext uri="{FF2B5EF4-FFF2-40B4-BE49-F238E27FC236}">
                <a16:creationId xmlns:a16="http://schemas.microsoft.com/office/drawing/2014/main" id="{A338B566-FFFE-6B4C-CF6E-629ADD53EDFF}"/>
              </a:ext>
            </a:extLst>
          </p:cNvPr>
          <p:cNvGrpSpPr/>
          <p:nvPr/>
        </p:nvGrpSpPr>
        <p:grpSpPr>
          <a:xfrm>
            <a:off x="8826408" y="1163664"/>
            <a:ext cx="415080" cy="383040"/>
            <a:chOff x="8826408" y="1163664"/>
            <a:chExt cx="415080" cy="383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02">
              <p14:nvContentPartPr>
                <p14:cNvPr id="193" name="Ink 192">
                  <a:extLst>
                    <a:ext uri="{FF2B5EF4-FFF2-40B4-BE49-F238E27FC236}">
                      <a16:creationId xmlns:a16="http://schemas.microsoft.com/office/drawing/2014/main" id="{2188ADD8-176A-4582-9344-EE6D8601165B}"/>
                    </a:ext>
                  </a:extLst>
                </p14:cNvPr>
                <p14:cNvContentPartPr/>
                <p14:nvPr/>
              </p14:nvContentPartPr>
              <p14:xfrm>
                <a:off x="8826408" y="1358424"/>
                <a:ext cx="182160" cy="188280"/>
              </p14:xfrm>
            </p:contentPart>
          </mc:Choice>
          <mc:Fallback xmlns="">
            <p:pic>
              <p:nvPicPr>
                <p:cNvPr id="193" name="Ink 192">
                  <a:extLst>
                    <a:ext uri="{FF2B5EF4-FFF2-40B4-BE49-F238E27FC236}">
                      <a16:creationId xmlns:a16="http://schemas.microsoft.com/office/drawing/2014/main" id="{2188ADD8-176A-4582-9344-EE6D8601165B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8817408" y="1349424"/>
                  <a:ext cx="199800" cy="20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4">
              <p14:nvContentPartPr>
                <p14:cNvPr id="194" name="Ink 193">
                  <a:extLst>
                    <a:ext uri="{FF2B5EF4-FFF2-40B4-BE49-F238E27FC236}">
                      <a16:creationId xmlns:a16="http://schemas.microsoft.com/office/drawing/2014/main" id="{879700DE-80F4-8C21-CB2C-1B42FC7392DD}"/>
                    </a:ext>
                  </a:extLst>
                </p14:cNvPr>
                <p14:cNvContentPartPr/>
                <p14:nvPr/>
              </p14:nvContentPartPr>
              <p14:xfrm>
                <a:off x="9103968" y="1341504"/>
                <a:ext cx="82080" cy="204480"/>
              </p14:xfrm>
            </p:contentPart>
          </mc:Choice>
          <mc:Fallback xmlns="">
            <p:pic>
              <p:nvPicPr>
                <p:cNvPr id="194" name="Ink 193">
                  <a:extLst>
                    <a:ext uri="{FF2B5EF4-FFF2-40B4-BE49-F238E27FC236}">
                      <a16:creationId xmlns:a16="http://schemas.microsoft.com/office/drawing/2014/main" id="{879700DE-80F4-8C21-CB2C-1B42FC7392DD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9095328" y="1332504"/>
                  <a:ext cx="99720" cy="22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6">
              <p14:nvContentPartPr>
                <p14:cNvPr id="233" name="Ink 232">
                  <a:extLst>
                    <a:ext uri="{FF2B5EF4-FFF2-40B4-BE49-F238E27FC236}">
                      <a16:creationId xmlns:a16="http://schemas.microsoft.com/office/drawing/2014/main" id="{1CB9F5BC-57AA-A3B5-DEA3-F6269D8ED2F7}"/>
                    </a:ext>
                  </a:extLst>
                </p14:cNvPr>
                <p14:cNvContentPartPr/>
                <p14:nvPr/>
              </p14:nvContentPartPr>
              <p14:xfrm>
                <a:off x="8921088" y="1183464"/>
                <a:ext cx="162720" cy="102960"/>
              </p14:xfrm>
            </p:contentPart>
          </mc:Choice>
          <mc:Fallback xmlns="">
            <p:pic>
              <p:nvPicPr>
                <p:cNvPr id="233" name="Ink 232">
                  <a:extLst>
                    <a:ext uri="{FF2B5EF4-FFF2-40B4-BE49-F238E27FC236}">
                      <a16:creationId xmlns:a16="http://schemas.microsoft.com/office/drawing/2014/main" id="{1CB9F5BC-57AA-A3B5-DEA3-F6269D8ED2F7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8912088" y="1174824"/>
                  <a:ext cx="180360" cy="12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8">
              <p14:nvContentPartPr>
                <p14:cNvPr id="234" name="Ink 233">
                  <a:extLst>
                    <a:ext uri="{FF2B5EF4-FFF2-40B4-BE49-F238E27FC236}">
                      <a16:creationId xmlns:a16="http://schemas.microsoft.com/office/drawing/2014/main" id="{2F230CB3-F0DB-498C-66ED-693AD7F4384E}"/>
                    </a:ext>
                  </a:extLst>
                </p14:cNvPr>
                <p14:cNvContentPartPr/>
                <p14:nvPr/>
              </p14:nvContentPartPr>
              <p14:xfrm>
                <a:off x="9162648" y="1163664"/>
                <a:ext cx="78840" cy="112680"/>
              </p14:xfrm>
            </p:contentPart>
          </mc:Choice>
          <mc:Fallback xmlns="">
            <p:pic>
              <p:nvPicPr>
                <p:cNvPr id="234" name="Ink 233">
                  <a:extLst>
                    <a:ext uri="{FF2B5EF4-FFF2-40B4-BE49-F238E27FC236}">
                      <a16:creationId xmlns:a16="http://schemas.microsoft.com/office/drawing/2014/main" id="{2F230CB3-F0DB-498C-66ED-693AD7F4384E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9154008" y="1155024"/>
                  <a:ext cx="96480" cy="1303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10">
            <p14:nvContentPartPr>
              <p14:cNvPr id="235" name="Ink 234">
                <a:extLst>
                  <a:ext uri="{FF2B5EF4-FFF2-40B4-BE49-F238E27FC236}">
                    <a16:creationId xmlns:a16="http://schemas.microsoft.com/office/drawing/2014/main" id="{9785E7D0-1844-FEB5-4A54-086C7C1F667A}"/>
                  </a:ext>
                </a:extLst>
              </p14:cNvPr>
              <p14:cNvContentPartPr/>
              <p14:nvPr/>
            </p14:nvContentPartPr>
            <p14:xfrm>
              <a:off x="9481608" y="1250784"/>
              <a:ext cx="291600" cy="54360"/>
            </p14:xfrm>
          </p:contentPart>
        </mc:Choice>
        <mc:Fallback xmlns="">
          <p:pic>
            <p:nvPicPr>
              <p:cNvPr id="235" name="Ink 234">
                <a:extLst>
                  <a:ext uri="{FF2B5EF4-FFF2-40B4-BE49-F238E27FC236}">
                    <a16:creationId xmlns:a16="http://schemas.microsoft.com/office/drawing/2014/main" id="{9785E7D0-1844-FEB5-4A54-086C7C1F667A}"/>
                  </a:ext>
                </a:extLst>
              </p:cNvPr>
              <p:cNvPicPr/>
              <p:nvPr/>
            </p:nvPicPr>
            <p:blipFill>
              <a:blip r:embed="rId211"/>
              <a:stretch>
                <a:fillRect/>
              </a:stretch>
            </p:blipFill>
            <p:spPr>
              <a:xfrm>
                <a:off x="9472608" y="1242144"/>
                <a:ext cx="309240" cy="72000"/>
              </a:xfrm>
              <a:prstGeom prst="rect">
                <a:avLst/>
              </a:prstGeom>
            </p:spPr>
          </p:pic>
        </mc:Fallback>
      </mc:AlternateContent>
      <p:grpSp>
        <p:nvGrpSpPr>
          <p:cNvPr id="241" name="Group 240">
            <a:extLst>
              <a:ext uri="{FF2B5EF4-FFF2-40B4-BE49-F238E27FC236}">
                <a16:creationId xmlns:a16="http://schemas.microsoft.com/office/drawing/2014/main" id="{E22F70B2-BED1-8CAE-B38F-57B821F06743}"/>
              </a:ext>
            </a:extLst>
          </p:cNvPr>
          <p:cNvGrpSpPr/>
          <p:nvPr/>
        </p:nvGrpSpPr>
        <p:grpSpPr>
          <a:xfrm>
            <a:off x="9961128" y="1190664"/>
            <a:ext cx="794520" cy="150840"/>
            <a:chOff x="9961128" y="1190664"/>
            <a:chExt cx="794520" cy="150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12">
              <p14:nvContentPartPr>
                <p14:cNvPr id="236" name="Ink 235">
                  <a:extLst>
                    <a:ext uri="{FF2B5EF4-FFF2-40B4-BE49-F238E27FC236}">
                      <a16:creationId xmlns:a16="http://schemas.microsoft.com/office/drawing/2014/main" id="{48E7872C-2ACE-14EA-204A-EC6A733244C1}"/>
                    </a:ext>
                  </a:extLst>
                </p14:cNvPr>
                <p14:cNvContentPartPr/>
                <p14:nvPr/>
              </p14:nvContentPartPr>
              <p14:xfrm>
                <a:off x="9961128" y="1225584"/>
                <a:ext cx="92880" cy="115920"/>
              </p14:xfrm>
            </p:contentPart>
          </mc:Choice>
          <mc:Fallback xmlns="">
            <p:pic>
              <p:nvPicPr>
                <p:cNvPr id="236" name="Ink 235">
                  <a:extLst>
                    <a:ext uri="{FF2B5EF4-FFF2-40B4-BE49-F238E27FC236}">
                      <a16:creationId xmlns:a16="http://schemas.microsoft.com/office/drawing/2014/main" id="{48E7872C-2ACE-14EA-204A-EC6A733244C1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9952488" y="1216584"/>
                  <a:ext cx="110520" cy="13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4">
              <p14:nvContentPartPr>
                <p14:cNvPr id="238" name="Ink 237">
                  <a:extLst>
                    <a:ext uri="{FF2B5EF4-FFF2-40B4-BE49-F238E27FC236}">
                      <a16:creationId xmlns:a16="http://schemas.microsoft.com/office/drawing/2014/main" id="{23DC1C67-0D4B-4015-E9AD-3185D5623927}"/>
                    </a:ext>
                  </a:extLst>
                </p14:cNvPr>
                <p14:cNvContentPartPr/>
                <p14:nvPr/>
              </p14:nvContentPartPr>
              <p14:xfrm>
                <a:off x="10173888" y="1190664"/>
                <a:ext cx="190440" cy="149040"/>
              </p14:xfrm>
            </p:contentPart>
          </mc:Choice>
          <mc:Fallback xmlns="">
            <p:pic>
              <p:nvPicPr>
                <p:cNvPr id="238" name="Ink 237">
                  <a:extLst>
                    <a:ext uri="{FF2B5EF4-FFF2-40B4-BE49-F238E27FC236}">
                      <a16:creationId xmlns:a16="http://schemas.microsoft.com/office/drawing/2014/main" id="{23DC1C67-0D4B-4015-E9AD-3185D5623927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10164888" y="1181664"/>
                  <a:ext cx="208080" cy="16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6">
              <p14:nvContentPartPr>
                <p14:cNvPr id="239" name="Ink 238">
                  <a:extLst>
                    <a:ext uri="{FF2B5EF4-FFF2-40B4-BE49-F238E27FC236}">
                      <a16:creationId xmlns:a16="http://schemas.microsoft.com/office/drawing/2014/main" id="{A710E935-26CE-5F87-9CCD-0EBF3448BB19}"/>
                    </a:ext>
                  </a:extLst>
                </p14:cNvPr>
                <p14:cNvContentPartPr/>
                <p14:nvPr/>
              </p14:nvContentPartPr>
              <p14:xfrm>
                <a:off x="10323288" y="1256904"/>
                <a:ext cx="127440" cy="17280"/>
              </p14:xfrm>
            </p:contentPart>
          </mc:Choice>
          <mc:Fallback xmlns="">
            <p:pic>
              <p:nvPicPr>
                <p:cNvPr id="239" name="Ink 238">
                  <a:extLst>
                    <a:ext uri="{FF2B5EF4-FFF2-40B4-BE49-F238E27FC236}">
                      <a16:creationId xmlns:a16="http://schemas.microsoft.com/office/drawing/2014/main" id="{A710E935-26CE-5F87-9CCD-0EBF3448BB19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10314648" y="1248264"/>
                  <a:ext cx="145080" cy="3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8">
              <p14:nvContentPartPr>
                <p14:cNvPr id="240" name="Ink 239">
                  <a:extLst>
                    <a:ext uri="{FF2B5EF4-FFF2-40B4-BE49-F238E27FC236}">
                      <a16:creationId xmlns:a16="http://schemas.microsoft.com/office/drawing/2014/main" id="{412F23EE-97D8-E13F-216C-B0288C22E874}"/>
                    </a:ext>
                  </a:extLst>
                </p14:cNvPr>
                <p14:cNvContentPartPr/>
                <p14:nvPr/>
              </p14:nvContentPartPr>
              <p14:xfrm>
                <a:off x="10603008" y="1222704"/>
                <a:ext cx="152640" cy="116280"/>
              </p14:xfrm>
            </p:contentPart>
          </mc:Choice>
          <mc:Fallback xmlns="">
            <p:pic>
              <p:nvPicPr>
                <p:cNvPr id="240" name="Ink 239">
                  <a:extLst>
                    <a:ext uri="{FF2B5EF4-FFF2-40B4-BE49-F238E27FC236}">
                      <a16:creationId xmlns:a16="http://schemas.microsoft.com/office/drawing/2014/main" id="{412F23EE-97D8-E13F-216C-B0288C22E874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10594368" y="1213704"/>
                  <a:ext cx="170280" cy="133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45" name="Group 244">
            <a:extLst>
              <a:ext uri="{FF2B5EF4-FFF2-40B4-BE49-F238E27FC236}">
                <a16:creationId xmlns:a16="http://schemas.microsoft.com/office/drawing/2014/main" id="{9696A48D-5827-B3AD-0E7B-F0BAED738DEF}"/>
              </a:ext>
            </a:extLst>
          </p:cNvPr>
          <p:cNvGrpSpPr/>
          <p:nvPr/>
        </p:nvGrpSpPr>
        <p:grpSpPr>
          <a:xfrm>
            <a:off x="8916048" y="848304"/>
            <a:ext cx="362160" cy="218160"/>
            <a:chOff x="8916048" y="848304"/>
            <a:chExt cx="362160" cy="218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20">
              <p14:nvContentPartPr>
                <p14:cNvPr id="242" name="Ink 241">
                  <a:extLst>
                    <a:ext uri="{FF2B5EF4-FFF2-40B4-BE49-F238E27FC236}">
                      <a16:creationId xmlns:a16="http://schemas.microsoft.com/office/drawing/2014/main" id="{1B1A67FB-25B4-98C7-626F-19F80C71FFA9}"/>
                    </a:ext>
                  </a:extLst>
                </p14:cNvPr>
                <p14:cNvContentPartPr/>
                <p14:nvPr/>
              </p14:nvContentPartPr>
              <p14:xfrm>
                <a:off x="8916048" y="908424"/>
                <a:ext cx="165600" cy="158040"/>
              </p14:xfrm>
            </p:contentPart>
          </mc:Choice>
          <mc:Fallback xmlns="">
            <p:pic>
              <p:nvPicPr>
                <p:cNvPr id="242" name="Ink 241">
                  <a:extLst>
                    <a:ext uri="{FF2B5EF4-FFF2-40B4-BE49-F238E27FC236}">
                      <a16:creationId xmlns:a16="http://schemas.microsoft.com/office/drawing/2014/main" id="{1B1A67FB-25B4-98C7-626F-19F80C71FFA9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8907408" y="899424"/>
                  <a:ext cx="183240" cy="17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2">
              <p14:nvContentPartPr>
                <p14:cNvPr id="243" name="Ink 242">
                  <a:extLst>
                    <a:ext uri="{FF2B5EF4-FFF2-40B4-BE49-F238E27FC236}">
                      <a16:creationId xmlns:a16="http://schemas.microsoft.com/office/drawing/2014/main" id="{A8D36EE7-45F5-2BF7-F106-006516BF2D6A}"/>
                    </a:ext>
                  </a:extLst>
                </p14:cNvPr>
                <p14:cNvContentPartPr/>
                <p14:nvPr/>
              </p14:nvContentPartPr>
              <p14:xfrm>
                <a:off x="9165168" y="848304"/>
                <a:ext cx="113040" cy="201960"/>
              </p14:xfrm>
            </p:contentPart>
          </mc:Choice>
          <mc:Fallback xmlns="">
            <p:pic>
              <p:nvPicPr>
                <p:cNvPr id="243" name="Ink 242">
                  <a:extLst>
                    <a:ext uri="{FF2B5EF4-FFF2-40B4-BE49-F238E27FC236}">
                      <a16:creationId xmlns:a16="http://schemas.microsoft.com/office/drawing/2014/main" id="{A8D36EE7-45F5-2BF7-F106-006516BF2D6A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9156168" y="839304"/>
                  <a:ext cx="130680" cy="2196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24">
            <p14:nvContentPartPr>
              <p14:cNvPr id="244" name="Ink 243">
                <a:extLst>
                  <a:ext uri="{FF2B5EF4-FFF2-40B4-BE49-F238E27FC236}">
                    <a16:creationId xmlns:a16="http://schemas.microsoft.com/office/drawing/2014/main" id="{11D6DBB9-CCB8-F72E-996B-6DAC079E050B}"/>
                  </a:ext>
                </a:extLst>
              </p14:cNvPr>
              <p14:cNvContentPartPr/>
              <p14:nvPr/>
            </p14:nvContentPartPr>
            <p14:xfrm>
              <a:off x="9539208" y="959904"/>
              <a:ext cx="304560" cy="65160"/>
            </p14:xfrm>
          </p:contentPart>
        </mc:Choice>
        <mc:Fallback xmlns="">
          <p:pic>
            <p:nvPicPr>
              <p:cNvPr id="244" name="Ink 243">
                <a:extLst>
                  <a:ext uri="{FF2B5EF4-FFF2-40B4-BE49-F238E27FC236}">
                    <a16:creationId xmlns:a16="http://schemas.microsoft.com/office/drawing/2014/main" id="{11D6DBB9-CCB8-F72E-996B-6DAC079E050B}"/>
                  </a:ext>
                </a:extLst>
              </p:cNvPr>
              <p:cNvPicPr/>
              <p:nvPr/>
            </p:nvPicPr>
            <p:blipFill>
              <a:blip r:embed="rId225"/>
              <a:stretch>
                <a:fillRect/>
              </a:stretch>
            </p:blipFill>
            <p:spPr>
              <a:xfrm>
                <a:off x="9530208" y="951264"/>
                <a:ext cx="322200" cy="82800"/>
              </a:xfrm>
              <a:prstGeom prst="rect">
                <a:avLst/>
              </a:prstGeom>
            </p:spPr>
          </p:pic>
        </mc:Fallback>
      </mc:AlternateContent>
      <p:grpSp>
        <p:nvGrpSpPr>
          <p:cNvPr id="254" name="Group 253">
            <a:extLst>
              <a:ext uri="{FF2B5EF4-FFF2-40B4-BE49-F238E27FC236}">
                <a16:creationId xmlns:a16="http://schemas.microsoft.com/office/drawing/2014/main" id="{F3DDFBF8-6051-9C13-101B-EC59B2F2005E}"/>
              </a:ext>
            </a:extLst>
          </p:cNvPr>
          <p:cNvGrpSpPr/>
          <p:nvPr/>
        </p:nvGrpSpPr>
        <p:grpSpPr>
          <a:xfrm>
            <a:off x="9991008" y="824544"/>
            <a:ext cx="874440" cy="200160"/>
            <a:chOff x="9991008" y="824544"/>
            <a:chExt cx="874440" cy="200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26">
              <p14:nvContentPartPr>
                <p14:cNvPr id="246" name="Ink 245">
                  <a:extLst>
                    <a:ext uri="{FF2B5EF4-FFF2-40B4-BE49-F238E27FC236}">
                      <a16:creationId xmlns:a16="http://schemas.microsoft.com/office/drawing/2014/main" id="{CD41DF67-8441-9478-A3EB-D1AD0E63DB9B}"/>
                    </a:ext>
                  </a:extLst>
                </p14:cNvPr>
                <p14:cNvContentPartPr/>
                <p14:nvPr/>
              </p14:nvContentPartPr>
              <p14:xfrm>
                <a:off x="9991008" y="824544"/>
                <a:ext cx="103320" cy="200160"/>
              </p14:xfrm>
            </p:contentPart>
          </mc:Choice>
          <mc:Fallback xmlns="">
            <p:pic>
              <p:nvPicPr>
                <p:cNvPr id="246" name="Ink 245">
                  <a:extLst>
                    <a:ext uri="{FF2B5EF4-FFF2-40B4-BE49-F238E27FC236}">
                      <a16:creationId xmlns:a16="http://schemas.microsoft.com/office/drawing/2014/main" id="{CD41DF67-8441-9478-A3EB-D1AD0E63DB9B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9982368" y="815904"/>
                  <a:ext cx="120960" cy="21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8">
              <p14:nvContentPartPr>
                <p14:cNvPr id="247" name="Ink 246">
                  <a:extLst>
                    <a:ext uri="{FF2B5EF4-FFF2-40B4-BE49-F238E27FC236}">
                      <a16:creationId xmlns:a16="http://schemas.microsoft.com/office/drawing/2014/main" id="{19F5B30F-76C5-8081-B78E-8BA451954CB6}"/>
                    </a:ext>
                  </a:extLst>
                </p14:cNvPr>
                <p14:cNvContentPartPr/>
                <p14:nvPr/>
              </p14:nvContentPartPr>
              <p14:xfrm>
                <a:off x="10130328" y="930384"/>
                <a:ext cx="142920" cy="83880"/>
              </p14:xfrm>
            </p:contentPart>
          </mc:Choice>
          <mc:Fallback xmlns="">
            <p:pic>
              <p:nvPicPr>
                <p:cNvPr id="247" name="Ink 246">
                  <a:extLst>
                    <a:ext uri="{FF2B5EF4-FFF2-40B4-BE49-F238E27FC236}">
                      <a16:creationId xmlns:a16="http://schemas.microsoft.com/office/drawing/2014/main" id="{19F5B30F-76C5-8081-B78E-8BA451954CB6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10121688" y="921384"/>
                  <a:ext cx="160560" cy="10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0">
              <p14:nvContentPartPr>
                <p14:cNvPr id="248" name="Ink 247">
                  <a:extLst>
                    <a:ext uri="{FF2B5EF4-FFF2-40B4-BE49-F238E27FC236}">
                      <a16:creationId xmlns:a16="http://schemas.microsoft.com/office/drawing/2014/main" id="{6C2AE0C6-2FD4-F5F1-D00B-B586170B9512}"/>
                    </a:ext>
                  </a:extLst>
                </p14:cNvPr>
                <p14:cNvContentPartPr/>
                <p14:nvPr/>
              </p14:nvContentPartPr>
              <p14:xfrm>
                <a:off x="10327248" y="895464"/>
                <a:ext cx="54720" cy="105120"/>
              </p14:xfrm>
            </p:contentPart>
          </mc:Choice>
          <mc:Fallback xmlns="">
            <p:pic>
              <p:nvPicPr>
                <p:cNvPr id="248" name="Ink 247">
                  <a:extLst>
                    <a:ext uri="{FF2B5EF4-FFF2-40B4-BE49-F238E27FC236}">
                      <a16:creationId xmlns:a16="http://schemas.microsoft.com/office/drawing/2014/main" id="{6C2AE0C6-2FD4-F5F1-D00B-B586170B9512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10318608" y="886464"/>
                  <a:ext cx="72360" cy="12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2">
              <p14:nvContentPartPr>
                <p14:cNvPr id="250" name="Ink 249">
                  <a:extLst>
                    <a:ext uri="{FF2B5EF4-FFF2-40B4-BE49-F238E27FC236}">
                      <a16:creationId xmlns:a16="http://schemas.microsoft.com/office/drawing/2014/main" id="{C703B093-D49F-2B5A-D112-5C9B82D5FF6D}"/>
                    </a:ext>
                  </a:extLst>
                </p14:cNvPr>
                <p14:cNvContentPartPr/>
                <p14:nvPr/>
              </p14:nvContentPartPr>
              <p14:xfrm>
                <a:off x="10333008" y="908424"/>
                <a:ext cx="120960" cy="94320"/>
              </p14:xfrm>
            </p:contentPart>
          </mc:Choice>
          <mc:Fallback xmlns="">
            <p:pic>
              <p:nvPicPr>
                <p:cNvPr id="250" name="Ink 249">
                  <a:extLst>
                    <a:ext uri="{FF2B5EF4-FFF2-40B4-BE49-F238E27FC236}">
                      <a16:creationId xmlns:a16="http://schemas.microsoft.com/office/drawing/2014/main" id="{C703B093-D49F-2B5A-D112-5C9B82D5FF6D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10324368" y="899784"/>
                  <a:ext cx="138600" cy="11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4">
              <p14:nvContentPartPr>
                <p14:cNvPr id="251" name="Ink 250">
                  <a:extLst>
                    <a:ext uri="{FF2B5EF4-FFF2-40B4-BE49-F238E27FC236}">
                      <a16:creationId xmlns:a16="http://schemas.microsoft.com/office/drawing/2014/main" id="{BE06D919-41D5-3E14-D06A-A0BF67220B0F}"/>
                    </a:ext>
                  </a:extLst>
                </p14:cNvPr>
                <p14:cNvContentPartPr/>
                <p14:nvPr/>
              </p14:nvContentPartPr>
              <p14:xfrm>
                <a:off x="10509048" y="927144"/>
                <a:ext cx="67680" cy="69120"/>
              </p14:xfrm>
            </p:contentPart>
          </mc:Choice>
          <mc:Fallback xmlns="">
            <p:pic>
              <p:nvPicPr>
                <p:cNvPr id="251" name="Ink 250">
                  <a:extLst>
                    <a:ext uri="{FF2B5EF4-FFF2-40B4-BE49-F238E27FC236}">
                      <a16:creationId xmlns:a16="http://schemas.microsoft.com/office/drawing/2014/main" id="{BE06D919-41D5-3E14-D06A-A0BF67220B0F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10500408" y="918144"/>
                  <a:ext cx="85320" cy="8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6">
              <p14:nvContentPartPr>
                <p14:cNvPr id="252" name="Ink 251">
                  <a:extLst>
                    <a:ext uri="{FF2B5EF4-FFF2-40B4-BE49-F238E27FC236}">
                      <a16:creationId xmlns:a16="http://schemas.microsoft.com/office/drawing/2014/main" id="{426985D1-C058-1A30-C847-281F688F58EC}"/>
                    </a:ext>
                  </a:extLst>
                </p14:cNvPr>
                <p14:cNvContentPartPr/>
                <p14:nvPr/>
              </p14:nvContentPartPr>
              <p14:xfrm>
                <a:off x="10626048" y="928584"/>
                <a:ext cx="52920" cy="53280"/>
              </p14:xfrm>
            </p:contentPart>
          </mc:Choice>
          <mc:Fallback xmlns="">
            <p:pic>
              <p:nvPicPr>
                <p:cNvPr id="252" name="Ink 251">
                  <a:extLst>
                    <a:ext uri="{FF2B5EF4-FFF2-40B4-BE49-F238E27FC236}">
                      <a16:creationId xmlns:a16="http://schemas.microsoft.com/office/drawing/2014/main" id="{426985D1-C058-1A30-C847-281F688F58EC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10617408" y="919944"/>
                  <a:ext cx="70560" cy="7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8">
              <p14:nvContentPartPr>
                <p14:cNvPr id="253" name="Ink 252">
                  <a:extLst>
                    <a:ext uri="{FF2B5EF4-FFF2-40B4-BE49-F238E27FC236}">
                      <a16:creationId xmlns:a16="http://schemas.microsoft.com/office/drawing/2014/main" id="{4D151453-02CF-5BB3-02AF-99DD905B9FCA}"/>
                    </a:ext>
                  </a:extLst>
                </p14:cNvPr>
                <p14:cNvContentPartPr/>
                <p14:nvPr/>
              </p14:nvContentPartPr>
              <p14:xfrm>
                <a:off x="10759608" y="929664"/>
                <a:ext cx="105840" cy="47520"/>
              </p14:xfrm>
            </p:contentPart>
          </mc:Choice>
          <mc:Fallback xmlns="">
            <p:pic>
              <p:nvPicPr>
                <p:cNvPr id="253" name="Ink 252">
                  <a:extLst>
                    <a:ext uri="{FF2B5EF4-FFF2-40B4-BE49-F238E27FC236}">
                      <a16:creationId xmlns:a16="http://schemas.microsoft.com/office/drawing/2014/main" id="{4D151453-02CF-5BB3-02AF-99DD905B9FCA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10750608" y="921024"/>
                  <a:ext cx="123480" cy="651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40">
            <p14:nvContentPartPr>
              <p14:cNvPr id="255" name="Ink 254">
                <a:extLst>
                  <a:ext uri="{FF2B5EF4-FFF2-40B4-BE49-F238E27FC236}">
                    <a16:creationId xmlns:a16="http://schemas.microsoft.com/office/drawing/2014/main" id="{628DEBEB-A6C0-7D10-F66A-82A79BCB6EA6}"/>
                  </a:ext>
                </a:extLst>
              </p14:cNvPr>
              <p14:cNvContentPartPr/>
              <p14:nvPr/>
            </p14:nvContentPartPr>
            <p14:xfrm>
              <a:off x="8907408" y="337824"/>
              <a:ext cx="93600" cy="154800"/>
            </p14:xfrm>
          </p:contentPart>
        </mc:Choice>
        <mc:Fallback xmlns="">
          <p:pic>
            <p:nvPicPr>
              <p:cNvPr id="255" name="Ink 254">
                <a:extLst>
                  <a:ext uri="{FF2B5EF4-FFF2-40B4-BE49-F238E27FC236}">
                    <a16:creationId xmlns:a16="http://schemas.microsoft.com/office/drawing/2014/main" id="{628DEBEB-A6C0-7D10-F66A-82A79BCB6EA6}"/>
                  </a:ext>
                </a:extLst>
              </p:cNvPr>
              <p:cNvPicPr/>
              <p:nvPr/>
            </p:nvPicPr>
            <p:blipFill>
              <a:blip r:embed="rId241"/>
              <a:stretch>
                <a:fillRect/>
              </a:stretch>
            </p:blipFill>
            <p:spPr>
              <a:xfrm>
                <a:off x="8898768" y="329184"/>
                <a:ext cx="111240" cy="172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2">
            <p14:nvContentPartPr>
              <p14:cNvPr id="256" name="Ink 255">
                <a:extLst>
                  <a:ext uri="{FF2B5EF4-FFF2-40B4-BE49-F238E27FC236}">
                    <a16:creationId xmlns:a16="http://schemas.microsoft.com/office/drawing/2014/main" id="{92A4331F-1F54-9EA5-EDBA-702D7C503945}"/>
                  </a:ext>
                </a:extLst>
              </p14:cNvPr>
              <p14:cNvContentPartPr/>
              <p14:nvPr/>
            </p14:nvContentPartPr>
            <p14:xfrm>
              <a:off x="9280728" y="438984"/>
              <a:ext cx="398880" cy="70560"/>
            </p14:xfrm>
          </p:contentPart>
        </mc:Choice>
        <mc:Fallback xmlns="">
          <p:pic>
            <p:nvPicPr>
              <p:cNvPr id="256" name="Ink 255">
                <a:extLst>
                  <a:ext uri="{FF2B5EF4-FFF2-40B4-BE49-F238E27FC236}">
                    <a16:creationId xmlns:a16="http://schemas.microsoft.com/office/drawing/2014/main" id="{92A4331F-1F54-9EA5-EDBA-702D7C503945}"/>
                  </a:ext>
                </a:extLst>
              </p:cNvPr>
              <p:cNvPicPr/>
              <p:nvPr/>
            </p:nvPicPr>
            <p:blipFill>
              <a:blip r:embed="rId243"/>
              <a:stretch>
                <a:fillRect/>
              </a:stretch>
            </p:blipFill>
            <p:spPr>
              <a:xfrm>
                <a:off x="9271728" y="430344"/>
                <a:ext cx="416520" cy="88200"/>
              </a:xfrm>
              <a:prstGeom prst="rect">
                <a:avLst/>
              </a:prstGeom>
            </p:spPr>
          </p:pic>
        </mc:Fallback>
      </mc:AlternateContent>
      <p:grpSp>
        <p:nvGrpSpPr>
          <p:cNvPr id="262" name="Group 261">
            <a:extLst>
              <a:ext uri="{FF2B5EF4-FFF2-40B4-BE49-F238E27FC236}">
                <a16:creationId xmlns:a16="http://schemas.microsoft.com/office/drawing/2014/main" id="{801ECAE5-7DF3-D9FD-0353-331756196A8D}"/>
              </a:ext>
            </a:extLst>
          </p:cNvPr>
          <p:cNvGrpSpPr/>
          <p:nvPr/>
        </p:nvGrpSpPr>
        <p:grpSpPr>
          <a:xfrm>
            <a:off x="9923688" y="351144"/>
            <a:ext cx="462960" cy="186120"/>
            <a:chOff x="9923688" y="351144"/>
            <a:chExt cx="462960" cy="186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44">
              <p14:nvContentPartPr>
                <p14:cNvPr id="257" name="Ink 256">
                  <a:extLst>
                    <a:ext uri="{FF2B5EF4-FFF2-40B4-BE49-F238E27FC236}">
                      <a16:creationId xmlns:a16="http://schemas.microsoft.com/office/drawing/2014/main" id="{2E693BC6-FC1E-94F1-F392-17C6BCA739B4}"/>
                    </a:ext>
                  </a:extLst>
                </p14:cNvPr>
                <p14:cNvContentPartPr/>
                <p14:nvPr/>
              </p14:nvContentPartPr>
              <p14:xfrm>
                <a:off x="9923688" y="390384"/>
                <a:ext cx="223920" cy="146880"/>
              </p14:xfrm>
            </p:contentPart>
          </mc:Choice>
          <mc:Fallback xmlns="">
            <p:pic>
              <p:nvPicPr>
                <p:cNvPr id="257" name="Ink 256">
                  <a:extLst>
                    <a:ext uri="{FF2B5EF4-FFF2-40B4-BE49-F238E27FC236}">
                      <a16:creationId xmlns:a16="http://schemas.microsoft.com/office/drawing/2014/main" id="{2E693BC6-FC1E-94F1-F392-17C6BCA739B4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9915048" y="381384"/>
                  <a:ext cx="241560" cy="16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6">
              <p14:nvContentPartPr>
                <p14:cNvPr id="258" name="Ink 257">
                  <a:extLst>
                    <a:ext uri="{FF2B5EF4-FFF2-40B4-BE49-F238E27FC236}">
                      <a16:creationId xmlns:a16="http://schemas.microsoft.com/office/drawing/2014/main" id="{17983934-7A43-6586-5386-DBAC5CFE0FCA}"/>
                    </a:ext>
                  </a:extLst>
                </p14:cNvPr>
                <p14:cNvContentPartPr/>
                <p14:nvPr/>
              </p14:nvContentPartPr>
              <p14:xfrm>
                <a:off x="10258488" y="351144"/>
                <a:ext cx="128160" cy="161280"/>
              </p14:xfrm>
            </p:contentPart>
          </mc:Choice>
          <mc:Fallback xmlns="">
            <p:pic>
              <p:nvPicPr>
                <p:cNvPr id="258" name="Ink 257">
                  <a:extLst>
                    <a:ext uri="{FF2B5EF4-FFF2-40B4-BE49-F238E27FC236}">
                      <a16:creationId xmlns:a16="http://schemas.microsoft.com/office/drawing/2014/main" id="{17983934-7A43-6586-5386-DBAC5CFE0FCA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10249488" y="342504"/>
                  <a:ext cx="145800" cy="178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61" name="Group 260">
            <a:extLst>
              <a:ext uri="{FF2B5EF4-FFF2-40B4-BE49-F238E27FC236}">
                <a16:creationId xmlns:a16="http://schemas.microsoft.com/office/drawing/2014/main" id="{8EA59786-8777-E5C1-38F4-57A1796ADE7A}"/>
              </a:ext>
            </a:extLst>
          </p:cNvPr>
          <p:cNvGrpSpPr/>
          <p:nvPr/>
        </p:nvGrpSpPr>
        <p:grpSpPr>
          <a:xfrm>
            <a:off x="10685448" y="325584"/>
            <a:ext cx="392760" cy="242280"/>
            <a:chOff x="10685448" y="325584"/>
            <a:chExt cx="392760" cy="242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48">
              <p14:nvContentPartPr>
                <p14:cNvPr id="259" name="Ink 258">
                  <a:extLst>
                    <a:ext uri="{FF2B5EF4-FFF2-40B4-BE49-F238E27FC236}">
                      <a16:creationId xmlns:a16="http://schemas.microsoft.com/office/drawing/2014/main" id="{7908068B-927C-55B7-0AF3-A3209FB60C25}"/>
                    </a:ext>
                  </a:extLst>
                </p14:cNvPr>
                <p14:cNvContentPartPr/>
                <p14:nvPr/>
              </p14:nvContentPartPr>
              <p14:xfrm>
                <a:off x="10685448" y="380664"/>
                <a:ext cx="117720" cy="152640"/>
              </p14:xfrm>
            </p:contentPart>
          </mc:Choice>
          <mc:Fallback xmlns="">
            <p:pic>
              <p:nvPicPr>
                <p:cNvPr id="259" name="Ink 258">
                  <a:extLst>
                    <a:ext uri="{FF2B5EF4-FFF2-40B4-BE49-F238E27FC236}">
                      <a16:creationId xmlns:a16="http://schemas.microsoft.com/office/drawing/2014/main" id="{7908068B-927C-55B7-0AF3-A3209FB60C25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10676808" y="372024"/>
                  <a:ext cx="135360" cy="17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0">
              <p14:nvContentPartPr>
                <p14:cNvPr id="260" name="Ink 259">
                  <a:extLst>
                    <a:ext uri="{FF2B5EF4-FFF2-40B4-BE49-F238E27FC236}">
                      <a16:creationId xmlns:a16="http://schemas.microsoft.com/office/drawing/2014/main" id="{36527990-EBD9-6B92-2938-34113B30C84F}"/>
                    </a:ext>
                  </a:extLst>
                </p14:cNvPr>
                <p14:cNvContentPartPr/>
                <p14:nvPr/>
              </p14:nvContentPartPr>
              <p14:xfrm>
                <a:off x="10884528" y="325584"/>
                <a:ext cx="193680" cy="242280"/>
              </p14:xfrm>
            </p:contentPart>
          </mc:Choice>
          <mc:Fallback xmlns="">
            <p:pic>
              <p:nvPicPr>
                <p:cNvPr id="260" name="Ink 259">
                  <a:extLst>
                    <a:ext uri="{FF2B5EF4-FFF2-40B4-BE49-F238E27FC236}">
                      <a16:creationId xmlns:a16="http://schemas.microsoft.com/office/drawing/2014/main" id="{36527990-EBD9-6B92-2938-34113B30C84F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10875888" y="316584"/>
                  <a:ext cx="211320" cy="259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68" name="Group 267">
            <a:extLst>
              <a:ext uri="{FF2B5EF4-FFF2-40B4-BE49-F238E27FC236}">
                <a16:creationId xmlns:a16="http://schemas.microsoft.com/office/drawing/2014/main" id="{F48F1609-144D-5C62-999B-55D2D816BD2E}"/>
              </a:ext>
            </a:extLst>
          </p:cNvPr>
          <p:cNvGrpSpPr/>
          <p:nvPr/>
        </p:nvGrpSpPr>
        <p:grpSpPr>
          <a:xfrm>
            <a:off x="8761248" y="3031344"/>
            <a:ext cx="963360" cy="274320"/>
            <a:chOff x="8761248" y="3031344"/>
            <a:chExt cx="963360" cy="274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52">
              <p14:nvContentPartPr>
                <p14:cNvPr id="263" name="Ink 262">
                  <a:extLst>
                    <a:ext uri="{FF2B5EF4-FFF2-40B4-BE49-F238E27FC236}">
                      <a16:creationId xmlns:a16="http://schemas.microsoft.com/office/drawing/2014/main" id="{2707BDD6-3848-2F61-DB3B-2E78E47406E5}"/>
                    </a:ext>
                  </a:extLst>
                </p14:cNvPr>
                <p14:cNvContentPartPr/>
                <p14:nvPr/>
              </p14:nvContentPartPr>
              <p14:xfrm>
                <a:off x="8761248" y="3080304"/>
                <a:ext cx="205920" cy="225360"/>
              </p14:xfrm>
            </p:contentPart>
          </mc:Choice>
          <mc:Fallback xmlns="">
            <p:pic>
              <p:nvPicPr>
                <p:cNvPr id="263" name="Ink 262">
                  <a:extLst>
                    <a:ext uri="{FF2B5EF4-FFF2-40B4-BE49-F238E27FC236}">
                      <a16:creationId xmlns:a16="http://schemas.microsoft.com/office/drawing/2014/main" id="{2707BDD6-3848-2F61-DB3B-2E78E47406E5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8752608" y="3071664"/>
                  <a:ext cx="223560" cy="24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4">
              <p14:nvContentPartPr>
                <p14:cNvPr id="264" name="Ink 263">
                  <a:extLst>
                    <a:ext uri="{FF2B5EF4-FFF2-40B4-BE49-F238E27FC236}">
                      <a16:creationId xmlns:a16="http://schemas.microsoft.com/office/drawing/2014/main" id="{C128791B-007B-9EF1-4DAD-56FD6E401C57}"/>
                    </a:ext>
                  </a:extLst>
                </p14:cNvPr>
                <p14:cNvContentPartPr/>
                <p14:nvPr/>
              </p14:nvContentPartPr>
              <p14:xfrm>
                <a:off x="9039168" y="3031344"/>
                <a:ext cx="164880" cy="230760"/>
              </p14:xfrm>
            </p:contentPart>
          </mc:Choice>
          <mc:Fallback xmlns="">
            <p:pic>
              <p:nvPicPr>
                <p:cNvPr id="264" name="Ink 263">
                  <a:extLst>
                    <a:ext uri="{FF2B5EF4-FFF2-40B4-BE49-F238E27FC236}">
                      <a16:creationId xmlns:a16="http://schemas.microsoft.com/office/drawing/2014/main" id="{C128791B-007B-9EF1-4DAD-56FD6E401C57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9030528" y="3022344"/>
                  <a:ext cx="182520" cy="24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6">
              <p14:nvContentPartPr>
                <p14:cNvPr id="266" name="Ink 265">
                  <a:extLst>
                    <a:ext uri="{FF2B5EF4-FFF2-40B4-BE49-F238E27FC236}">
                      <a16:creationId xmlns:a16="http://schemas.microsoft.com/office/drawing/2014/main" id="{103F91DA-81DB-E94C-D832-E1ACDDE490A5}"/>
                    </a:ext>
                  </a:extLst>
                </p14:cNvPr>
                <p14:cNvContentPartPr/>
                <p14:nvPr/>
              </p14:nvContentPartPr>
              <p14:xfrm>
                <a:off x="9344808" y="3184704"/>
                <a:ext cx="379800" cy="74880"/>
              </p14:xfrm>
            </p:contentPart>
          </mc:Choice>
          <mc:Fallback xmlns="">
            <p:pic>
              <p:nvPicPr>
                <p:cNvPr id="266" name="Ink 265">
                  <a:extLst>
                    <a:ext uri="{FF2B5EF4-FFF2-40B4-BE49-F238E27FC236}">
                      <a16:creationId xmlns:a16="http://schemas.microsoft.com/office/drawing/2014/main" id="{103F91DA-81DB-E94C-D832-E1ACDDE490A5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9335808" y="3175704"/>
                  <a:ext cx="397440" cy="925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58">
            <p14:nvContentPartPr>
              <p14:cNvPr id="267" name="Ink 266">
                <a:extLst>
                  <a:ext uri="{FF2B5EF4-FFF2-40B4-BE49-F238E27FC236}">
                    <a16:creationId xmlns:a16="http://schemas.microsoft.com/office/drawing/2014/main" id="{0EDC9CA7-0A61-B070-4938-28A2E6160A92}"/>
                  </a:ext>
                </a:extLst>
              </p14:cNvPr>
              <p14:cNvContentPartPr/>
              <p14:nvPr/>
            </p14:nvContentPartPr>
            <p14:xfrm>
              <a:off x="9976248" y="3092184"/>
              <a:ext cx="257760" cy="194760"/>
            </p14:xfrm>
          </p:contentPart>
        </mc:Choice>
        <mc:Fallback xmlns="">
          <p:pic>
            <p:nvPicPr>
              <p:cNvPr id="267" name="Ink 266">
                <a:extLst>
                  <a:ext uri="{FF2B5EF4-FFF2-40B4-BE49-F238E27FC236}">
                    <a16:creationId xmlns:a16="http://schemas.microsoft.com/office/drawing/2014/main" id="{0EDC9CA7-0A61-B070-4938-28A2E6160A92}"/>
                  </a:ext>
                </a:extLst>
              </p:cNvPr>
              <p:cNvPicPr/>
              <p:nvPr/>
            </p:nvPicPr>
            <p:blipFill>
              <a:blip r:embed="rId259"/>
              <a:stretch>
                <a:fillRect/>
              </a:stretch>
            </p:blipFill>
            <p:spPr>
              <a:xfrm>
                <a:off x="9967248" y="3083184"/>
                <a:ext cx="275400" cy="212400"/>
              </a:xfrm>
              <a:prstGeom prst="rect">
                <a:avLst/>
              </a:prstGeom>
            </p:spPr>
          </p:pic>
        </mc:Fallback>
      </mc:AlternateContent>
      <p:grpSp>
        <p:nvGrpSpPr>
          <p:cNvPr id="271" name="Group 270">
            <a:extLst>
              <a:ext uri="{FF2B5EF4-FFF2-40B4-BE49-F238E27FC236}">
                <a16:creationId xmlns:a16="http://schemas.microsoft.com/office/drawing/2014/main" id="{F35B7D9F-DDBA-2651-1944-9E6C67B432FE}"/>
              </a:ext>
            </a:extLst>
          </p:cNvPr>
          <p:cNvGrpSpPr/>
          <p:nvPr/>
        </p:nvGrpSpPr>
        <p:grpSpPr>
          <a:xfrm>
            <a:off x="8862408" y="3501864"/>
            <a:ext cx="374760" cy="190800"/>
            <a:chOff x="8862408" y="3501864"/>
            <a:chExt cx="374760" cy="190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60">
              <p14:nvContentPartPr>
                <p14:cNvPr id="269" name="Ink 268">
                  <a:extLst>
                    <a:ext uri="{FF2B5EF4-FFF2-40B4-BE49-F238E27FC236}">
                      <a16:creationId xmlns:a16="http://schemas.microsoft.com/office/drawing/2014/main" id="{46C9D518-F9FE-249D-42B1-3586E7B1D442}"/>
                    </a:ext>
                  </a:extLst>
                </p14:cNvPr>
                <p14:cNvContentPartPr/>
                <p14:nvPr/>
              </p14:nvContentPartPr>
              <p14:xfrm>
                <a:off x="8862408" y="3509784"/>
                <a:ext cx="157320" cy="182880"/>
              </p14:xfrm>
            </p:contentPart>
          </mc:Choice>
          <mc:Fallback xmlns="">
            <p:pic>
              <p:nvPicPr>
                <p:cNvPr id="269" name="Ink 268">
                  <a:extLst>
                    <a:ext uri="{FF2B5EF4-FFF2-40B4-BE49-F238E27FC236}">
                      <a16:creationId xmlns:a16="http://schemas.microsoft.com/office/drawing/2014/main" id="{46C9D518-F9FE-249D-42B1-3586E7B1D442}"/>
                    </a:ext>
                  </a:extLst>
                </p:cNvPr>
                <p:cNvPicPr/>
                <p:nvPr/>
              </p:nvPicPr>
              <p:blipFill>
                <a:blip r:embed="rId261"/>
                <a:stretch>
                  <a:fillRect/>
                </a:stretch>
              </p:blipFill>
              <p:spPr>
                <a:xfrm>
                  <a:off x="8853408" y="3501144"/>
                  <a:ext cx="174960" cy="20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2">
              <p14:nvContentPartPr>
                <p14:cNvPr id="270" name="Ink 269">
                  <a:extLst>
                    <a:ext uri="{FF2B5EF4-FFF2-40B4-BE49-F238E27FC236}">
                      <a16:creationId xmlns:a16="http://schemas.microsoft.com/office/drawing/2014/main" id="{D1810B14-8CD3-6D2A-27FE-80B9206E839E}"/>
                    </a:ext>
                  </a:extLst>
                </p14:cNvPr>
                <p14:cNvContentPartPr/>
                <p14:nvPr/>
              </p14:nvContentPartPr>
              <p14:xfrm>
                <a:off x="9127008" y="3501864"/>
                <a:ext cx="110160" cy="145800"/>
              </p14:xfrm>
            </p:contentPart>
          </mc:Choice>
          <mc:Fallback xmlns="">
            <p:pic>
              <p:nvPicPr>
                <p:cNvPr id="270" name="Ink 269">
                  <a:extLst>
                    <a:ext uri="{FF2B5EF4-FFF2-40B4-BE49-F238E27FC236}">
                      <a16:creationId xmlns:a16="http://schemas.microsoft.com/office/drawing/2014/main" id="{D1810B14-8CD3-6D2A-27FE-80B9206E839E}"/>
                    </a:ext>
                  </a:extLst>
                </p:cNvPr>
                <p:cNvPicPr/>
                <p:nvPr/>
              </p:nvPicPr>
              <p:blipFill>
                <a:blip r:embed="rId263"/>
                <a:stretch>
                  <a:fillRect/>
                </a:stretch>
              </p:blipFill>
              <p:spPr>
                <a:xfrm>
                  <a:off x="9118368" y="3493224"/>
                  <a:ext cx="127800" cy="1634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64">
            <p14:nvContentPartPr>
              <p14:cNvPr id="272" name="Ink 271">
                <a:extLst>
                  <a:ext uri="{FF2B5EF4-FFF2-40B4-BE49-F238E27FC236}">
                    <a16:creationId xmlns:a16="http://schemas.microsoft.com/office/drawing/2014/main" id="{AB369283-C1CB-AEEC-3DF9-71AA6675205F}"/>
                  </a:ext>
                </a:extLst>
              </p14:cNvPr>
              <p14:cNvContentPartPr/>
              <p14:nvPr/>
            </p14:nvContentPartPr>
            <p14:xfrm>
              <a:off x="9510408" y="3545424"/>
              <a:ext cx="321480" cy="84240"/>
            </p14:xfrm>
          </p:contentPart>
        </mc:Choice>
        <mc:Fallback xmlns="">
          <p:pic>
            <p:nvPicPr>
              <p:cNvPr id="272" name="Ink 271">
                <a:extLst>
                  <a:ext uri="{FF2B5EF4-FFF2-40B4-BE49-F238E27FC236}">
                    <a16:creationId xmlns:a16="http://schemas.microsoft.com/office/drawing/2014/main" id="{AB369283-C1CB-AEEC-3DF9-71AA6675205F}"/>
                  </a:ext>
                </a:extLst>
              </p:cNvPr>
              <p:cNvPicPr/>
              <p:nvPr/>
            </p:nvPicPr>
            <p:blipFill>
              <a:blip r:embed="rId265"/>
              <a:stretch>
                <a:fillRect/>
              </a:stretch>
            </p:blipFill>
            <p:spPr>
              <a:xfrm>
                <a:off x="9501408" y="3536784"/>
                <a:ext cx="339120" cy="101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6">
            <p14:nvContentPartPr>
              <p14:cNvPr id="273" name="Ink 272">
                <a:extLst>
                  <a:ext uri="{FF2B5EF4-FFF2-40B4-BE49-F238E27FC236}">
                    <a16:creationId xmlns:a16="http://schemas.microsoft.com/office/drawing/2014/main" id="{C2C5D77F-FF2D-CD03-28FD-5D90FE06F64B}"/>
                  </a:ext>
                </a:extLst>
              </p14:cNvPr>
              <p14:cNvContentPartPr/>
              <p14:nvPr/>
            </p14:nvContentPartPr>
            <p14:xfrm>
              <a:off x="10043568" y="3531384"/>
              <a:ext cx="208440" cy="157320"/>
            </p14:xfrm>
          </p:contentPart>
        </mc:Choice>
        <mc:Fallback xmlns="">
          <p:pic>
            <p:nvPicPr>
              <p:cNvPr id="273" name="Ink 272">
                <a:extLst>
                  <a:ext uri="{FF2B5EF4-FFF2-40B4-BE49-F238E27FC236}">
                    <a16:creationId xmlns:a16="http://schemas.microsoft.com/office/drawing/2014/main" id="{C2C5D77F-FF2D-CD03-28FD-5D90FE06F64B}"/>
                  </a:ext>
                </a:extLst>
              </p:cNvPr>
              <p:cNvPicPr/>
              <p:nvPr/>
            </p:nvPicPr>
            <p:blipFill>
              <a:blip r:embed="rId267"/>
              <a:stretch>
                <a:fillRect/>
              </a:stretch>
            </p:blipFill>
            <p:spPr>
              <a:xfrm>
                <a:off x="10034568" y="3522744"/>
                <a:ext cx="226080" cy="174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8">
            <p14:nvContentPartPr>
              <p14:cNvPr id="275" name="Ink 274">
                <a:extLst>
                  <a:ext uri="{FF2B5EF4-FFF2-40B4-BE49-F238E27FC236}">
                    <a16:creationId xmlns:a16="http://schemas.microsoft.com/office/drawing/2014/main" id="{B2364266-E98D-577E-589B-7493607C8825}"/>
                  </a:ext>
                </a:extLst>
              </p14:cNvPr>
              <p14:cNvContentPartPr/>
              <p14:nvPr/>
            </p14:nvContentPartPr>
            <p14:xfrm>
              <a:off x="10870848" y="3533544"/>
              <a:ext cx="110520" cy="158760"/>
            </p14:xfrm>
          </p:contentPart>
        </mc:Choice>
        <mc:Fallback xmlns="">
          <p:pic>
            <p:nvPicPr>
              <p:cNvPr id="275" name="Ink 274">
                <a:extLst>
                  <a:ext uri="{FF2B5EF4-FFF2-40B4-BE49-F238E27FC236}">
                    <a16:creationId xmlns:a16="http://schemas.microsoft.com/office/drawing/2014/main" id="{B2364266-E98D-577E-589B-7493607C8825}"/>
                  </a:ext>
                </a:extLst>
              </p:cNvPr>
              <p:cNvPicPr/>
              <p:nvPr/>
            </p:nvPicPr>
            <p:blipFill>
              <a:blip r:embed="rId269"/>
              <a:stretch>
                <a:fillRect/>
              </a:stretch>
            </p:blipFill>
            <p:spPr>
              <a:xfrm>
                <a:off x="10862208" y="3524544"/>
                <a:ext cx="128160" cy="176400"/>
              </a:xfrm>
              <a:prstGeom prst="rect">
                <a:avLst/>
              </a:prstGeom>
            </p:spPr>
          </p:pic>
        </mc:Fallback>
      </mc:AlternateContent>
      <p:grpSp>
        <p:nvGrpSpPr>
          <p:cNvPr id="278" name="Group 277">
            <a:extLst>
              <a:ext uri="{FF2B5EF4-FFF2-40B4-BE49-F238E27FC236}">
                <a16:creationId xmlns:a16="http://schemas.microsoft.com/office/drawing/2014/main" id="{C8D4D70B-43E1-0E20-1389-CECDB5BBD014}"/>
              </a:ext>
            </a:extLst>
          </p:cNvPr>
          <p:cNvGrpSpPr/>
          <p:nvPr/>
        </p:nvGrpSpPr>
        <p:grpSpPr>
          <a:xfrm>
            <a:off x="11315448" y="3585024"/>
            <a:ext cx="313560" cy="194040"/>
            <a:chOff x="11315448" y="3585024"/>
            <a:chExt cx="313560" cy="194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70">
              <p14:nvContentPartPr>
                <p14:cNvPr id="276" name="Ink 275">
                  <a:extLst>
                    <a:ext uri="{FF2B5EF4-FFF2-40B4-BE49-F238E27FC236}">
                      <a16:creationId xmlns:a16="http://schemas.microsoft.com/office/drawing/2014/main" id="{6273FCDC-1779-650D-386F-D3D9832BA016}"/>
                    </a:ext>
                  </a:extLst>
                </p14:cNvPr>
                <p14:cNvContentPartPr/>
                <p14:nvPr/>
              </p14:nvContentPartPr>
              <p14:xfrm>
                <a:off x="11315448" y="3590064"/>
                <a:ext cx="105120" cy="189000"/>
              </p14:xfrm>
            </p:contentPart>
          </mc:Choice>
          <mc:Fallback xmlns="">
            <p:pic>
              <p:nvPicPr>
                <p:cNvPr id="276" name="Ink 275">
                  <a:extLst>
                    <a:ext uri="{FF2B5EF4-FFF2-40B4-BE49-F238E27FC236}">
                      <a16:creationId xmlns:a16="http://schemas.microsoft.com/office/drawing/2014/main" id="{6273FCDC-1779-650D-386F-D3D9832BA016}"/>
                    </a:ext>
                  </a:extLst>
                </p:cNvPr>
                <p:cNvPicPr/>
                <p:nvPr/>
              </p:nvPicPr>
              <p:blipFill>
                <a:blip r:embed="rId271"/>
                <a:stretch>
                  <a:fillRect/>
                </a:stretch>
              </p:blipFill>
              <p:spPr>
                <a:xfrm>
                  <a:off x="11306448" y="3581064"/>
                  <a:ext cx="122760" cy="20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2">
              <p14:nvContentPartPr>
                <p14:cNvPr id="277" name="Ink 276">
                  <a:extLst>
                    <a:ext uri="{FF2B5EF4-FFF2-40B4-BE49-F238E27FC236}">
                      <a16:creationId xmlns:a16="http://schemas.microsoft.com/office/drawing/2014/main" id="{94CCE55D-C00B-9618-F42B-C4FB6D5DA5AD}"/>
                    </a:ext>
                  </a:extLst>
                </p14:cNvPr>
                <p14:cNvContentPartPr/>
                <p14:nvPr/>
              </p14:nvContentPartPr>
              <p14:xfrm>
                <a:off x="11461248" y="3585024"/>
                <a:ext cx="167760" cy="171000"/>
              </p14:xfrm>
            </p:contentPart>
          </mc:Choice>
          <mc:Fallback xmlns="">
            <p:pic>
              <p:nvPicPr>
                <p:cNvPr id="277" name="Ink 276">
                  <a:extLst>
                    <a:ext uri="{FF2B5EF4-FFF2-40B4-BE49-F238E27FC236}">
                      <a16:creationId xmlns:a16="http://schemas.microsoft.com/office/drawing/2014/main" id="{94CCE55D-C00B-9618-F42B-C4FB6D5DA5AD}"/>
                    </a:ext>
                  </a:extLst>
                </p:cNvPr>
                <p:cNvPicPr/>
                <p:nvPr/>
              </p:nvPicPr>
              <p:blipFill>
                <a:blip r:embed="rId273"/>
                <a:stretch>
                  <a:fillRect/>
                </a:stretch>
              </p:blipFill>
              <p:spPr>
                <a:xfrm>
                  <a:off x="11452248" y="3576384"/>
                  <a:ext cx="185400" cy="188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02" name="Group 301">
            <a:extLst>
              <a:ext uri="{FF2B5EF4-FFF2-40B4-BE49-F238E27FC236}">
                <a16:creationId xmlns:a16="http://schemas.microsoft.com/office/drawing/2014/main" id="{496B0F36-2EDF-8982-CB98-E8A74CFB288C}"/>
              </a:ext>
            </a:extLst>
          </p:cNvPr>
          <p:cNvGrpSpPr/>
          <p:nvPr/>
        </p:nvGrpSpPr>
        <p:grpSpPr>
          <a:xfrm>
            <a:off x="886248" y="6110064"/>
            <a:ext cx="3669840" cy="570240"/>
            <a:chOff x="886248" y="6110064"/>
            <a:chExt cx="3669840" cy="570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74">
              <p14:nvContentPartPr>
                <p14:cNvPr id="280" name="Ink 279">
                  <a:extLst>
                    <a:ext uri="{FF2B5EF4-FFF2-40B4-BE49-F238E27FC236}">
                      <a16:creationId xmlns:a16="http://schemas.microsoft.com/office/drawing/2014/main" id="{A4CCFBA4-EA20-6517-8DDB-A6F8F4BFF983}"/>
                    </a:ext>
                  </a:extLst>
                </p14:cNvPr>
                <p14:cNvContentPartPr/>
                <p14:nvPr/>
              </p14:nvContentPartPr>
              <p14:xfrm>
                <a:off x="886248" y="6209424"/>
                <a:ext cx="294840" cy="274320"/>
              </p14:xfrm>
            </p:contentPart>
          </mc:Choice>
          <mc:Fallback xmlns="">
            <p:pic>
              <p:nvPicPr>
                <p:cNvPr id="280" name="Ink 279">
                  <a:extLst>
                    <a:ext uri="{FF2B5EF4-FFF2-40B4-BE49-F238E27FC236}">
                      <a16:creationId xmlns:a16="http://schemas.microsoft.com/office/drawing/2014/main" id="{A4CCFBA4-EA20-6517-8DDB-A6F8F4BFF983}"/>
                    </a:ext>
                  </a:extLst>
                </p:cNvPr>
                <p:cNvPicPr/>
                <p:nvPr/>
              </p:nvPicPr>
              <p:blipFill>
                <a:blip r:embed="rId275"/>
                <a:stretch>
                  <a:fillRect/>
                </a:stretch>
              </p:blipFill>
              <p:spPr>
                <a:xfrm>
                  <a:off x="877608" y="6200424"/>
                  <a:ext cx="312480" cy="29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6">
              <p14:nvContentPartPr>
                <p14:cNvPr id="281" name="Ink 280">
                  <a:extLst>
                    <a:ext uri="{FF2B5EF4-FFF2-40B4-BE49-F238E27FC236}">
                      <a16:creationId xmlns:a16="http://schemas.microsoft.com/office/drawing/2014/main" id="{CFCF100D-EB9C-9490-8DEE-D136CF280D8D}"/>
                    </a:ext>
                  </a:extLst>
                </p14:cNvPr>
                <p14:cNvContentPartPr/>
                <p14:nvPr/>
              </p14:nvContentPartPr>
              <p14:xfrm>
                <a:off x="1202688" y="6290784"/>
                <a:ext cx="677160" cy="168120"/>
              </p14:xfrm>
            </p:contentPart>
          </mc:Choice>
          <mc:Fallback xmlns="">
            <p:pic>
              <p:nvPicPr>
                <p:cNvPr id="281" name="Ink 280">
                  <a:extLst>
                    <a:ext uri="{FF2B5EF4-FFF2-40B4-BE49-F238E27FC236}">
                      <a16:creationId xmlns:a16="http://schemas.microsoft.com/office/drawing/2014/main" id="{CFCF100D-EB9C-9490-8DEE-D136CF280D8D}"/>
                    </a:ext>
                  </a:extLst>
                </p:cNvPr>
                <p:cNvPicPr/>
                <p:nvPr/>
              </p:nvPicPr>
              <p:blipFill>
                <a:blip r:embed="rId277"/>
                <a:stretch>
                  <a:fillRect/>
                </a:stretch>
              </p:blipFill>
              <p:spPr>
                <a:xfrm>
                  <a:off x="1194048" y="6282144"/>
                  <a:ext cx="694800" cy="18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8">
              <p14:nvContentPartPr>
                <p14:cNvPr id="282" name="Ink 281">
                  <a:extLst>
                    <a:ext uri="{FF2B5EF4-FFF2-40B4-BE49-F238E27FC236}">
                      <a16:creationId xmlns:a16="http://schemas.microsoft.com/office/drawing/2014/main" id="{9E9D1616-2653-CFA3-1D12-CF84B0090232}"/>
                    </a:ext>
                  </a:extLst>
                </p14:cNvPr>
                <p14:cNvContentPartPr/>
                <p14:nvPr/>
              </p14:nvContentPartPr>
              <p14:xfrm>
                <a:off x="1624968" y="6311664"/>
                <a:ext cx="71640" cy="10440"/>
              </p14:xfrm>
            </p:contentPart>
          </mc:Choice>
          <mc:Fallback xmlns="">
            <p:pic>
              <p:nvPicPr>
                <p:cNvPr id="282" name="Ink 281">
                  <a:extLst>
                    <a:ext uri="{FF2B5EF4-FFF2-40B4-BE49-F238E27FC236}">
                      <a16:creationId xmlns:a16="http://schemas.microsoft.com/office/drawing/2014/main" id="{9E9D1616-2653-CFA3-1D12-CF84B0090232}"/>
                    </a:ext>
                  </a:extLst>
                </p:cNvPr>
                <p:cNvPicPr/>
                <p:nvPr/>
              </p:nvPicPr>
              <p:blipFill>
                <a:blip r:embed="rId279"/>
                <a:stretch>
                  <a:fillRect/>
                </a:stretch>
              </p:blipFill>
              <p:spPr>
                <a:xfrm>
                  <a:off x="1616328" y="6303024"/>
                  <a:ext cx="89280" cy="2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0">
              <p14:nvContentPartPr>
                <p14:cNvPr id="283" name="Ink 282">
                  <a:extLst>
                    <a:ext uri="{FF2B5EF4-FFF2-40B4-BE49-F238E27FC236}">
                      <a16:creationId xmlns:a16="http://schemas.microsoft.com/office/drawing/2014/main" id="{4100F64E-CAC1-C2CD-0257-648EFF9B646B}"/>
                    </a:ext>
                  </a:extLst>
                </p14:cNvPr>
                <p14:cNvContentPartPr/>
                <p14:nvPr/>
              </p14:nvContentPartPr>
              <p14:xfrm>
                <a:off x="2072808" y="6243264"/>
                <a:ext cx="16200" cy="123480"/>
              </p14:xfrm>
            </p:contentPart>
          </mc:Choice>
          <mc:Fallback xmlns="">
            <p:pic>
              <p:nvPicPr>
                <p:cNvPr id="283" name="Ink 282">
                  <a:extLst>
                    <a:ext uri="{FF2B5EF4-FFF2-40B4-BE49-F238E27FC236}">
                      <a16:creationId xmlns:a16="http://schemas.microsoft.com/office/drawing/2014/main" id="{4100F64E-CAC1-C2CD-0257-648EFF9B646B}"/>
                    </a:ext>
                  </a:extLst>
                </p:cNvPr>
                <p:cNvPicPr/>
                <p:nvPr/>
              </p:nvPicPr>
              <p:blipFill>
                <a:blip r:embed="rId281"/>
                <a:stretch>
                  <a:fillRect/>
                </a:stretch>
              </p:blipFill>
              <p:spPr>
                <a:xfrm>
                  <a:off x="2064168" y="6234264"/>
                  <a:ext cx="33840" cy="14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2">
              <p14:nvContentPartPr>
                <p14:cNvPr id="284" name="Ink 283">
                  <a:extLst>
                    <a:ext uri="{FF2B5EF4-FFF2-40B4-BE49-F238E27FC236}">
                      <a16:creationId xmlns:a16="http://schemas.microsoft.com/office/drawing/2014/main" id="{96ABD2C8-7426-2253-560E-10F6CBACF75B}"/>
                    </a:ext>
                  </a:extLst>
                </p14:cNvPr>
                <p14:cNvContentPartPr/>
                <p14:nvPr/>
              </p14:nvContentPartPr>
              <p14:xfrm>
                <a:off x="2056248" y="6461784"/>
                <a:ext cx="7200" cy="22320"/>
              </p14:xfrm>
            </p:contentPart>
          </mc:Choice>
          <mc:Fallback xmlns="">
            <p:pic>
              <p:nvPicPr>
                <p:cNvPr id="284" name="Ink 283">
                  <a:extLst>
                    <a:ext uri="{FF2B5EF4-FFF2-40B4-BE49-F238E27FC236}">
                      <a16:creationId xmlns:a16="http://schemas.microsoft.com/office/drawing/2014/main" id="{96ABD2C8-7426-2253-560E-10F6CBACF75B}"/>
                    </a:ext>
                  </a:extLst>
                </p:cNvPr>
                <p:cNvPicPr/>
                <p:nvPr/>
              </p:nvPicPr>
              <p:blipFill>
                <a:blip r:embed="rId283"/>
                <a:stretch>
                  <a:fillRect/>
                </a:stretch>
              </p:blipFill>
              <p:spPr>
                <a:xfrm>
                  <a:off x="2047608" y="6452784"/>
                  <a:ext cx="24840" cy="3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4">
              <p14:nvContentPartPr>
                <p14:cNvPr id="287" name="Ink 286">
                  <a:extLst>
                    <a:ext uri="{FF2B5EF4-FFF2-40B4-BE49-F238E27FC236}">
                      <a16:creationId xmlns:a16="http://schemas.microsoft.com/office/drawing/2014/main" id="{2B55C939-AD09-BB7D-25FF-E5F33F5B8881}"/>
                    </a:ext>
                  </a:extLst>
                </p14:cNvPr>
                <p14:cNvContentPartPr/>
                <p14:nvPr/>
              </p14:nvContentPartPr>
              <p14:xfrm>
                <a:off x="2036808" y="6219144"/>
                <a:ext cx="203040" cy="334080"/>
              </p14:xfrm>
            </p:contentPart>
          </mc:Choice>
          <mc:Fallback xmlns="">
            <p:pic>
              <p:nvPicPr>
                <p:cNvPr id="287" name="Ink 286">
                  <a:extLst>
                    <a:ext uri="{FF2B5EF4-FFF2-40B4-BE49-F238E27FC236}">
                      <a16:creationId xmlns:a16="http://schemas.microsoft.com/office/drawing/2014/main" id="{2B55C939-AD09-BB7D-25FF-E5F33F5B8881}"/>
                    </a:ext>
                  </a:extLst>
                </p:cNvPr>
                <p:cNvPicPr/>
                <p:nvPr/>
              </p:nvPicPr>
              <p:blipFill>
                <a:blip r:embed="rId285"/>
                <a:stretch>
                  <a:fillRect/>
                </a:stretch>
              </p:blipFill>
              <p:spPr>
                <a:xfrm>
                  <a:off x="2027808" y="6210144"/>
                  <a:ext cx="220680" cy="35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6">
              <p14:nvContentPartPr>
                <p14:cNvPr id="288" name="Ink 287">
                  <a:extLst>
                    <a:ext uri="{FF2B5EF4-FFF2-40B4-BE49-F238E27FC236}">
                      <a16:creationId xmlns:a16="http://schemas.microsoft.com/office/drawing/2014/main" id="{BF006987-C91F-3C36-EED0-1D745194F2C2}"/>
                    </a:ext>
                  </a:extLst>
                </p14:cNvPr>
                <p14:cNvContentPartPr/>
                <p14:nvPr/>
              </p14:nvContentPartPr>
              <p14:xfrm>
                <a:off x="2308608" y="6256584"/>
                <a:ext cx="195840" cy="169920"/>
              </p14:xfrm>
            </p:contentPart>
          </mc:Choice>
          <mc:Fallback xmlns="">
            <p:pic>
              <p:nvPicPr>
                <p:cNvPr id="288" name="Ink 287">
                  <a:extLst>
                    <a:ext uri="{FF2B5EF4-FFF2-40B4-BE49-F238E27FC236}">
                      <a16:creationId xmlns:a16="http://schemas.microsoft.com/office/drawing/2014/main" id="{BF006987-C91F-3C36-EED0-1D745194F2C2}"/>
                    </a:ext>
                  </a:extLst>
                </p:cNvPr>
                <p:cNvPicPr/>
                <p:nvPr/>
              </p:nvPicPr>
              <p:blipFill>
                <a:blip r:embed="rId287"/>
                <a:stretch>
                  <a:fillRect/>
                </a:stretch>
              </p:blipFill>
              <p:spPr>
                <a:xfrm>
                  <a:off x="2299968" y="6247944"/>
                  <a:ext cx="213480" cy="18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8">
              <p14:nvContentPartPr>
                <p14:cNvPr id="289" name="Ink 288">
                  <a:extLst>
                    <a:ext uri="{FF2B5EF4-FFF2-40B4-BE49-F238E27FC236}">
                      <a16:creationId xmlns:a16="http://schemas.microsoft.com/office/drawing/2014/main" id="{6DD21159-A42C-967D-F41B-E5D378742A05}"/>
                    </a:ext>
                  </a:extLst>
                </p14:cNvPr>
                <p14:cNvContentPartPr/>
                <p14:nvPr/>
              </p14:nvContentPartPr>
              <p14:xfrm>
                <a:off x="2557008" y="6178824"/>
                <a:ext cx="137160" cy="221760"/>
              </p14:xfrm>
            </p:contentPart>
          </mc:Choice>
          <mc:Fallback xmlns="">
            <p:pic>
              <p:nvPicPr>
                <p:cNvPr id="289" name="Ink 288">
                  <a:extLst>
                    <a:ext uri="{FF2B5EF4-FFF2-40B4-BE49-F238E27FC236}">
                      <a16:creationId xmlns:a16="http://schemas.microsoft.com/office/drawing/2014/main" id="{6DD21159-A42C-967D-F41B-E5D378742A05}"/>
                    </a:ext>
                  </a:extLst>
                </p:cNvPr>
                <p:cNvPicPr/>
                <p:nvPr/>
              </p:nvPicPr>
              <p:blipFill>
                <a:blip r:embed="rId289"/>
                <a:stretch>
                  <a:fillRect/>
                </a:stretch>
              </p:blipFill>
              <p:spPr>
                <a:xfrm>
                  <a:off x="2548368" y="6169824"/>
                  <a:ext cx="154800" cy="23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0">
              <p14:nvContentPartPr>
                <p14:cNvPr id="290" name="Ink 289">
                  <a:extLst>
                    <a:ext uri="{FF2B5EF4-FFF2-40B4-BE49-F238E27FC236}">
                      <a16:creationId xmlns:a16="http://schemas.microsoft.com/office/drawing/2014/main" id="{45F73ACE-2855-AFFE-6844-B35DA07701D4}"/>
                    </a:ext>
                  </a:extLst>
                </p14:cNvPr>
                <p14:cNvContentPartPr/>
                <p14:nvPr/>
              </p14:nvContentPartPr>
              <p14:xfrm>
                <a:off x="2942208" y="6191064"/>
                <a:ext cx="174600" cy="172080"/>
              </p14:xfrm>
            </p:contentPart>
          </mc:Choice>
          <mc:Fallback xmlns="">
            <p:pic>
              <p:nvPicPr>
                <p:cNvPr id="290" name="Ink 289">
                  <a:extLst>
                    <a:ext uri="{FF2B5EF4-FFF2-40B4-BE49-F238E27FC236}">
                      <a16:creationId xmlns:a16="http://schemas.microsoft.com/office/drawing/2014/main" id="{45F73ACE-2855-AFFE-6844-B35DA07701D4}"/>
                    </a:ext>
                  </a:extLst>
                </p:cNvPr>
                <p:cNvPicPr/>
                <p:nvPr/>
              </p:nvPicPr>
              <p:blipFill>
                <a:blip r:embed="rId291"/>
                <a:stretch>
                  <a:fillRect/>
                </a:stretch>
              </p:blipFill>
              <p:spPr>
                <a:xfrm>
                  <a:off x="2933208" y="6182064"/>
                  <a:ext cx="192240" cy="18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2">
              <p14:nvContentPartPr>
                <p14:cNvPr id="291" name="Ink 290">
                  <a:extLst>
                    <a:ext uri="{FF2B5EF4-FFF2-40B4-BE49-F238E27FC236}">
                      <a16:creationId xmlns:a16="http://schemas.microsoft.com/office/drawing/2014/main" id="{804BD8BF-4CA2-BCFF-0BD3-2093838ADB3F}"/>
                    </a:ext>
                  </a:extLst>
                </p14:cNvPr>
                <p14:cNvContentPartPr/>
                <p14:nvPr/>
              </p14:nvContentPartPr>
              <p14:xfrm>
                <a:off x="3183768" y="6179904"/>
                <a:ext cx="122400" cy="189720"/>
              </p14:xfrm>
            </p:contentPart>
          </mc:Choice>
          <mc:Fallback xmlns="">
            <p:pic>
              <p:nvPicPr>
                <p:cNvPr id="291" name="Ink 290">
                  <a:extLst>
                    <a:ext uri="{FF2B5EF4-FFF2-40B4-BE49-F238E27FC236}">
                      <a16:creationId xmlns:a16="http://schemas.microsoft.com/office/drawing/2014/main" id="{804BD8BF-4CA2-BCFF-0BD3-2093838ADB3F}"/>
                    </a:ext>
                  </a:extLst>
                </p:cNvPr>
                <p:cNvPicPr/>
                <p:nvPr/>
              </p:nvPicPr>
              <p:blipFill>
                <a:blip r:embed="rId293"/>
                <a:stretch>
                  <a:fillRect/>
                </a:stretch>
              </p:blipFill>
              <p:spPr>
                <a:xfrm>
                  <a:off x="3174768" y="6170904"/>
                  <a:ext cx="140040" cy="20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4">
              <p14:nvContentPartPr>
                <p14:cNvPr id="292" name="Ink 291">
                  <a:extLst>
                    <a:ext uri="{FF2B5EF4-FFF2-40B4-BE49-F238E27FC236}">
                      <a16:creationId xmlns:a16="http://schemas.microsoft.com/office/drawing/2014/main" id="{A2D16B3B-29CE-0535-138B-55A540A57868}"/>
                    </a:ext>
                  </a:extLst>
                </p14:cNvPr>
                <p14:cNvContentPartPr/>
                <p14:nvPr/>
              </p14:nvContentPartPr>
              <p14:xfrm>
                <a:off x="2788128" y="6378984"/>
                <a:ext cx="36360" cy="99720"/>
              </p14:xfrm>
            </p:contentPart>
          </mc:Choice>
          <mc:Fallback xmlns="">
            <p:pic>
              <p:nvPicPr>
                <p:cNvPr id="292" name="Ink 291">
                  <a:extLst>
                    <a:ext uri="{FF2B5EF4-FFF2-40B4-BE49-F238E27FC236}">
                      <a16:creationId xmlns:a16="http://schemas.microsoft.com/office/drawing/2014/main" id="{A2D16B3B-29CE-0535-138B-55A540A57868}"/>
                    </a:ext>
                  </a:extLst>
                </p:cNvPr>
                <p:cNvPicPr/>
                <p:nvPr/>
              </p:nvPicPr>
              <p:blipFill>
                <a:blip r:embed="rId295"/>
                <a:stretch>
                  <a:fillRect/>
                </a:stretch>
              </p:blipFill>
              <p:spPr>
                <a:xfrm>
                  <a:off x="2779488" y="6370344"/>
                  <a:ext cx="54000" cy="11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6">
              <p14:nvContentPartPr>
                <p14:cNvPr id="293" name="Ink 292">
                  <a:extLst>
                    <a:ext uri="{FF2B5EF4-FFF2-40B4-BE49-F238E27FC236}">
                      <a16:creationId xmlns:a16="http://schemas.microsoft.com/office/drawing/2014/main" id="{D1D00C2F-A7C3-A207-25AE-AF436B8A332C}"/>
                    </a:ext>
                  </a:extLst>
                </p14:cNvPr>
                <p14:cNvContentPartPr/>
                <p14:nvPr/>
              </p14:nvContentPartPr>
              <p14:xfrm>
                <a:off x="3361248" y="6427584"/>
                <a:ext cx="53640" cy="70200"/>
              </p14:xfrm>
            </p:contentPart>
          </mc:Choice>
          <mc:Fallback xmlns="">
            <p:pic>
              <p:nvPicPr>
                <p:cNvPr id="293" name="Ink 292">
                  <a:extLst>
                    <a:ext uri="{FF2B5EF4-FFF2-40B4-BE49-F238E27FC236}">
                      <a16:creationId xmlns:a16="http://schemas.microsoft.com/office/drawing/2014/main" id="{D1D00C2F-A7C3-A207-25AE-AF436B8A332C}"/>
                    </a:ext>
                  </a:extLst>
                </p:cNvPr>
                <p:cNvPicPr/>
                <p:nvPr/>
              </p:nvPicPr>
              <p:blipFill>
                <a:blip r:embed="rId297"/>
                <a:stretch>
                  <a:fillRect/>
                </a:stretch>
              </p:blipFill>
              <p:spPr>
                <a:xfrm>
                  <a:off x="3352608" y="6418584"/>
                  <a:ext cx="71280" cy="8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8">
              <p14:nvContentPartPr>
                <p14:cNvPr id="294" name="Ink 293">
                  <a:extLst>
                    <a:ext uri="{FF2B5EF4-FFF2-40B4-BE49-F238E27FC236}">
                      <a16:creationId xmlns:a16="http://schemas.microsoft.com/office/drawing/2014/main" id="{AB9AC2CA-1D16-8B9B-0F8B-059B0C53746E}"/>
                    </a:ext>
                  </a:extLst>
                </p14:cNvPr>
                <p14:cNvContentPartPr/>
                <p14:nvPr/>
              </p14:nvContentPartPr>
              <p14:xfrm>
                <a:off x="3636288" y="6190344"/>
                <a:ext cx="177840" cy="213840"/>
              </p14:xfrm>
            </p:contentPart>
          </mc:Choice>
          <mc:Fallback xmlns="">
            <p:pic>
              <p:nvPicPr>
                <p:cNvPr id="294" name="Ink 293">
                  <a:extLst>
                    <a:ext uri="{FF2B5EF4-FFF2-40B4-BE49-F238E27FC236}">
                      <a16:creationId xmlns:a16="http://schemas.microsoft.com/office/drawing/2014/main" id="{AB9AC2CA-1D16-8B9B-0F8B-059B0C53746E}"/>
                    </a:ext>
                  </a:extLst>
                </p:cNvPr>
                <p:cNvPicPr/>
                <p:nvPr/>
              </p:nvPicPr>
              <p:blipFill>
                <a:blip r:embed="rId299"/>
                <a:stretch>
                  <a:fillRect/>
                </a:stretch>
              </p:blipFill>
              <p:spPr>
                <a:xfrm>
                  <a:off x="3627648" y="6181704"/>
                  <a:ext cx="195480" cy="23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0">
              <p14:nvContentPartPr>
                <p14:cNvPr id="296" name="Ink 295">
                  <a:extLst>
                    <a:ext uri="{FF2B5EF4-FFF2-40B4-BE49-F238E27FC236}">
                      <a16:creationId xmlns:a16="http://schemas.microsoft.com/office/drawing/2014/main" id="{31520841-2032-21FA-F7E0-F2D0A587FDEA}"/>
                    </a:ext>
                  </a:extLst>
                </p14:cNvPr>
                <p14:cNvContentPartPr/>
                <p14:nvPr/>
              </p14:nvContentPartPr>
              <p14:xfrm>
                <a:off x="3977208" y="6174864"/>
                <a:ext cx="119160" cy="242280"/>
              </p14:xfrm>
            </p:contentPart>
          </mc:Choice>
          <mc:Fallback xmlns="">
            <p:pic>
              <p:nvPicPr>
                <p:cNvPr id="296" name="Ink 295">
                  <a:extLst>
                    <a:ext uri="{FF2B5EF4-FFF2-40B4-BE49-F238E27FC236}">
                      <a16:creationId xmlns:a16="http://schemas.microsoft.com/office/drawing/2014/main" id="{31520841-2032-21FA-F7E0-F2D0A587FDEA}"/>
                    </a:ext>
                  </a:extLst>
                </p:cNvPr>
                <p:cNvPicPr/>
                <p:nvPr/>
              </p:nvPicPr>
              <p:blipFill>
                <a:blip r:embed="rId301"/>
                <a:stretch>
                  <a:fillRect/>
                </a:stretch>
              </p:blipFill>
              <p:spPr>
                <a:xfrm>
                  <a:off x="3968568" y="6166224"/>
                  <a:ext cx="136800" cy="25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2">
              <p14:nvContentPartPr>
                <p14:cNvPr id="297" name="Ink 296">
                  <a:extLst>
                    <a:ext uri="{FF2B5EF4-FFF2-40B4-BE49-F238E27FC236}">
                      <a16:creationId xmlns:a16="http://schemas.microsoft.com/office/drawing/2014/main" id="{8B787EDF-F268-4EF1-6B9F-127D78C9B942}"/>
                    </a:ext>
                  </a:extLst>
                </p14:cNvPr>
                <p14:cNvContentPartPr/>
                <p14:nvPr/>
              </p14:nvContentPartPr>
              <p14:xfrm>
                <a:off x="4207248" y="6187104"/>
                <a:ext cx="96480" cy="170640"/>
              </p14:xfrm>
            </p:contentPart>
          </mc:Choice>
          <mc:Fallback xmlns="">
            <p:pic>
              <p:nvPicPr>
                <p:cNvPr id="297" name="Ink 296">
                  <a:extLst>
                    <a:ext uri="{FF2B5EF4-FFF2-40B4-BE49-F238E27FC236}">
                      <a16:creationId xmlns:a16="http://schemas.microsoft.com/office/drawing/2014/main" id="{8B787EDF-F268-4EF1-6B9F-127D78C9B942}"/>
                    </a:ext>
                  </a:extLst>
                </p:cNvPr>
                <p:cNvPicPr/>
                <p:nvPr/>
              </p:nvPicPr>
              <p:blipFill>
                <a:blip r:embed="rId303"/>
                <a:stretch>
                  <a:fillRect/>
                </a:stretch>
              </p:blipFill>
              <p:spPr>
                <a:xfrm>
                  <a:off x="4198248" y="6178464"/>
                  <a:ext cx="114120" cy="18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4">
              <p14:nvContentPartPr>
                <p14:cNvPr id="298" name="Ink 297">
                  <a:extLst>
                    <a:ext uri="{FF2B5EF4-FFF2-40B4-BE49-F238E27FC236}">
                      <a16:creationId xmlns:a16="http://schemas.microsoft.com/office/drawing/2014/main" id="{A3842315-477B-BE1A-E805-14E0C7428ABF}"/>
                    </a:ext>
                  </a:extLst>
                </p14:cNvPr>
                <p14:cNvContentPartPr/>
                <p14:nvPr/>
              </p14:nvContentPartPr>
              <p14:xfrm>
                <a:off x="3955608" y="6110064"/>
                <a:ext cx="600480" cy="570240"/>
              </p14:xfrm>
            </p:contentPart>
          </mc:Choice>
          <mc:Fallback xmlns="">
            <p:pic>
              <p:nvPicPr>
                <p:cNvPr id="298" name="Ink 297">
                  <a:extLst>
                    <a:ext uri="{FF2B5EF4-FFF2-40B4-BE49-F238E27FC236}">
                      <a16:creationId xmlns:a16="http://schemas.microsoft.com/office/drawing/2014/main" id="{A3842315-477B-BE1A-E805-14E0C7428ABF}"/>
                    </a:ext>
                  </a:extLst>
                </p:cNvPr>
                <p:cNvPicPr/>
                <p:nvPr/>
              </p:nvPicPr>
              <p:blipFill>
                <a:blip r:embed="rId305"/>
                <a:stretch>
                  <a:fillRect/>
                </a:stretch>
              </p:blipFill>
              <p:spPr>
                <a:xfrm>
                  <a:off x="3946968" y="6101424"/>
                  <a:ext cx="618120" cy="58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6">
              <p14:nvContentPartPr>
                <p14:cNvPr id="300" name="Ink 299">
                  <a:extLst>
                    <a:ext uri="{FF2B5EF4-FFF2-40B4-BE49-F238E27FC236}">
                      <a16:creationId xmlns:a16="http://schemas.microsoft.com/office/drawing/2014/main" id="{D05D5A7F-FCD5-CD0C-72C5-57A87DF36AD3}"/>
                    </a:ext>
                  </a:extLst>
                </p14:cNvPr>
                <p14:cNvContentPartPr/>
                <p14:nvPr/>
              </p14:nvContentPartPr>
              <p14:xfrm>
                <a:off x="3573288" y="6132384"/>
                <a:ext cx="207720" cy="255960"/>
              </p14:xfrm>
            </p:contentPart>
          </mc:Choice>
          <mc:Fallback xmlns="">
            <p:pic>
              <p:nvPicPr>
                <p:cNvPr id="300" name="Ink 299">
                  <a:extLst>
                    <a:ext uri="{FF2B5EF4-FFF2-40B4-BE49-F238E27FC236}">
                      <a16:creationId xmlns:a16="http://schemas.microsoft.com/office/drawing/2014/main" id="{D05D5A7F-FCD5-CD0C-72C5-57A87DF36AD3}"/>
                    </a:ext>
                  </a:extLst>
                </p:cNvPr>
                <p:cNvPicPr/>
                <p:nvPr/>
              </p:nvPicPr>
              <p:blipFill>
                <a:blip r:embed="rId307"/>
                <a:stretch>
                  <a:fillRect/>
                </a:stretch>
              </p:blipFill>
              <p:spPr>
                <a:xfrm>
                  <a:off x="3564648" y="6123384"/>
                  <a:ext cx="225360" cy="27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8">
              <p14:nvContentPartPr>
                <p14:cNvPr id="301" name="Ink 300">
                  <a:extLst>
                    <a:ext uri="{FF2B5EF4-FFF2-40B4-BE49-F238E27FC236}">
                      <a16:creationId xmlns:a16="http://schemas.microsoft.com/office/drawing/2014/main" id="{498E5D8C-9417-548D-C0D6-0793EF2D6CEF}"/>
                    </a:ext>
                  </a:extLst>
                </p14:cNvPr>
                <p14:cNvContentPartPr/>
                <p14:nvPr/>
              </p14:nvContentPartPr>
              <p14:xfrm>
                <a:off x="3583728" y="6140304"/>
                <a:ext cx="173160" cy="266400"/>
              </p14:xfrm>
            </p:contentPart>
          </mc:Choice>
          <mc:Fallback xmlns="">
            <p:pic>
              <p:nvPicPr>
                <p:cNvPr id="301" name="Ink 300">
                  <a:extLst>
                    <a:ext uri="{FF2B5EF4-FFF2-40B4-BE49-F238E27FC236}">
                      <a16:creationId xmlns:a16="http://schemas.microsoft.com/office/drawing/2014/main" id="{498E5D8C-9417-548D-C0D6-0793EF2D6CEF}"/>
                    </a:ext>
                  </a:extLst>
                </p:cNvPr>
                <p:cNvPicPr/>
                <p:nvPr/>
              </p:nvPicPr>
              <p:blipFill>
                <a:blip r:embed="rId309"/>
                <a:stretch>
                  <a:fillRect/>
                </a:stretch>
              </p:blipFill>
              <p:spPr>
                <a:xfrm>
                  <a:off x="3574728" y="6131304"/>
                  <a:ext cx="190800" cy="2840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10">
            <p14:nvContentPartPr>
              <p14:cNvPr id="303" name="Ink 302">
                <a:extLst>
                  <a:ext uri="{FF2B5EF4-FFF2-40B4-BE49-F238E27FC236}">
                    <a16:creationId xmlns:a16="http://schemas.microsoft.com/office/drawing/2014/main" id="{02EA8884-49EB-73EF-32F7-1B4EF472CFA3}"/>
                  </a:ext>
                </a:extLst>
              </p14:cNvPr>
              <p14:cNvContentPartPr/>
              <p14:nvPr/>
            </p14:nvContentPartPr>
            <p14:xfrm>
              <a:off x="4827888" y="6111144"/>
              <a:ext cx="11160" cy="140760"/>
            </p14:xfrm>
          </p:contentPart>
        </mc:Choice>
        <mc:Fallback xmlns="">
          <p:pic>
            <p:nvPicPr>
              <p:cNvPr id="303" name="Ink 302">
                <a:extLst>
                  <a:ext uri="{FF2B5EF4-FFF2-40B4-BE49-F238E27FC236}">
                    <a16:creationId xmlns:a16="http://schemas.microsoft.com/office/drawing/2014/main" id="{02EA8884-49EB-73EF-32F7-1B4EF472CFA3}"/>
                  </a:ext>
                </a:extLst>
              </p:cNvPr>
              <p:cNvPicPr/>
              <p:nvPr/>
            </p:nvPicPr>
            <p:blipFill>
              <a:blip r:embed="rId311"/>
              <a:stretch>
                <a:fillRect/>
              </a:stretch>
            </p:blipFill>
            <p:spPr>
              <a:xfrm>
                <a:off x="4819248" y="6102144"/>
                <a:ext cx="28800" cy="158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2">
            <p14:nvContentPartPr>
              <p14:cNvPr id="304" name="Ink 303">
                <a:extLst>
                  <a:ext uri="{FF2B5EF4-FFF2-40B4-BE49-F238E27FC236}">
                    <a16:creationId xmlns:a16="http://schemas.microsoft.com/office/drawing/2014/main" id="{2930143E-8B2D-CB8B-0B3A-1B76C11810E5}"/>
                  </a:ext>
                </a:extLst>
              </p14:cNvPr>
              <p14:cNvContentPartPr/>
              <p14:nvPr/>
            </p14:nvContentPartPr>
            <p14:xfrm>
              <a:off x="4839048" y="6454584"/>
              <a:ext cx="22680" cy="20880"/>
            </p14:xfrm>
          </p:contentPart>
        </mc:Choice>
        <mc:Fallback xmlns="">
          <p:pic>
            <p:nvPicPr>
              <p:cNvPr id="304" name="Ink 303">
                <a:extLst>
                  <a:ext uri="{FF2B5EF4-FFF2-40B4-BE49-F238E27FC236}">
                    <a16:creationId xmlns:a16="http://schemas.microsoft.com/office/drawing/2014/main" id="{2930143E-8B2D-CB8B-0B3A-1B76C11810E5}"/>
                  </a:ext>
                </a:extLst>
              </p:cNvPr>
              <p:cNvPicPr/>
              <p:nvPr/>
            </p:nvPicPr>
            <p:blipFill>
              <a:blip r:embed="rId313"/>
              <a:stretch>
                <a:fillRect/>
              </a:stretch>
            </p:blipFill>
            <p:spPr>
              <a:xfrm>
                <a:off x="4830048" y="6445944"/>
                <a:ext cx="40320" cy="38520"/>
              </a:xfrm>
              <a:prstGeom prst="rect">
                <a:avLst/>
              </a:prstGeom>
            </p:spPr>
          </p:pic>
        </mc:Fallback>
      </mc:AlternateContent>
      <p:grpSp>
        <p:nvGrpSpPr>
          <p:cNvPr id="312" name="Group 311">
            <a:extLst>
              <a:ext uri="{FF2B5EF4-FFF2-40B4-BE49-F238E27FC236}">
                <a16:creationId xmlns:a16="http://schemas.microsoft.com/office/drawing/2014/main" id="{715E04BE-28DD-9EB0-0FDA-85D76851679D}"/>
              </a:ext>
            </a:extLst>
          </p:cNvPr>
          <p:cNvGrpSpPr/>
          <p:nvPr/>
        </p:nvGrpSpPr>
        <p:grpSpPr>
          <a:xfrm>
            <a:off x="5190048" y="6053544"/>
            <a:ext cx="512640" cy="320040"/>
            <a:chOff x="5190048" y="6053544"/>
            <a:chExt cx="512640" cy="320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14">
              <p14:nvContentPartPr>
                <p14:cNvPr id="305" name="Ink 304">
                  <a:extLst>
                    <a:ext uri="{FF2B5EF4-FFF2-40B4-BE49-F238E27FC236}">
                      <a16:creationId xmlns:a16="http://schemas.microsoft.com/office/drawing/2014/main" id="{E3BA96EF-7FDF-0D27-35E3-338AF52BF062}"/>
                    </a:ext>
                  </a:extLst>
                </p14:cNvPr>
                <p14:cNvContentPartPr/>
                <p14:nvPr/>
              </p14:nvContentPartPr>
              <p14:xfrm>
                <a:off x="5196888" y="6163704"/>
                <a:ext cx="33120" cy="209880"/>
              </p14:xfrm>
            </p:contentPart>
          </mc:Choice>
          <mc:Fallback xmlns="">
            <p:pic>
              <p:nvPicPr>
                <p:cNvPr id="305" name="Ink 304">
                  <a:extLst>
                    <a:ext uri="{FF2B5EF4-FFF2-40B4-BE49-F238E27FC236}">
                      <a16:creationId xmlns:a16="http://schemas.microsoft.com/office/drawing/2014/main" id="{E3BA96EF-7FDF-0D27-35E3-338AF52BF062}"/>
                    </a:ext>
                  </a:extLst>
                </p:cNvPr>
                <p:cNvPicPr/>
                <p:nvPr/>
              </p:nvPicPr>
              <p:blipFill>
                <a:blip r:embed="rId315"/>
                <a:stretch>
                  <a:fillRect/>
                </a:stretch>
              </p:blipFill>
              <p:spPr>
                <a:xfrm>
                  <a:off x="5187888" y="6155064"/>
                  <a:ext cx="50760" cy="22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6">
              <p14:nvContentPartPr>
                <p14:cNvPr id="306" name="Ink 305">
                  <a:extLst>
                    <a:ext uri="{FF2B5EF4-FFF2-40B4-BE49-F238E27FC236}">
                      <a16:creationId xmlns:a16="http://schemas.microsoft.com/office/drawing/2014/main" id="{123BEE94-4E28-FB2B-0E7F-352EFBEFB45C}"/>
                    </a:ext>
                  </a:extLst>
                </p14:cNvPr>
                <p14:cNvContentPartPr/>
                <p14:nvPr/>
              </p14:nvContentPartPr>
              <p14:xfrm>
                <a:off x="5190048" y="6053544"/>
                <a:ext cx="512640" cy="287280"/>
              </p14:xfrm>
            </p:contentPart>
          </mc:Choice>
          <mc:Fallback xmlns="">
            <p:pic>
              <p:nvPicPr>
                <p:cNvPr id="306" name="Ink 305">
                  <a:extLst>
                    <a:ext uri="{FF2B5EF4-FFF2-40B4-BE49-F238E27FC236}">
                      <a16:creationId xmlns:a16="http://schemas.microsoft.com/office/drawing/2014/main" id="{123BEE94-4E28-FB2B-0E7F-352EFBEFB45C}"/>
                    </a:ext>
                  </a:extLst>
                </p:cNvPr>
                <p:cNvPicPr/>
                <p:nvPr/>
              </p:nvPicPr>
              <p:blipFill>
                <a:blip r:embed="rId317"/>
                <a:stretch>
                  <a:fillRect/>
                </a:stretch>
              </p:blipFill>
              <p:spPr>
                <a:xfrm>
                  <a:off x="5181408" y="6044904"/>
                  <a:ext cx="530280" cy="304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11" name="Group 310">
            <a:extLst>
              <a:ext uri="{FF2B5EF4-FFF2-40B4-BE49-F238E27FC236}">
                <a16:creationId xmlns:a16="http://schemas.microsoft.com/office/drawing/2014/main" id="{20F53079-9B45-76F3-2B5F-F57FF77FAFC9}"/>
              </a:ext>
            </a:extLst>
          </p:cNvPr>
          <p:cNvGrpSpPr/>
          <p:nvPr/>
        </p:nvGrpSpPr>
        <p:grpSpPr>
          <a:xfrm>
            <a:off x="6067368" y="6146784"/>
            <a:ext cx="434160" cy="367920"/>
            <a:chOff x="6067368" y="6146784"/>
            <a:chExt cx="434160" cy="367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18">
              <p14:nvContentPartPr>
                <p14:cNvPr id="307" name="Ink 306">
                  <a:extLst>
                    <a:ext uri="{FF2B5EF4-FFF2-40B4-BE49-F238E27FC236}">
                      <a16:creationId xmlns:a16="http://schemas.microsoft.com/office/drawing/2014/main" id="{352D90E9-0DFE-CC03-A6DE-841F44D1E541}"/>
                    </a:ext>
                  </a:extLst>
                </p14:cNvPr>
                <p14:cNvContentPartPr/>
                <p14:nvPr/>
              </p14:nvContentPartPr>
              <p14:xfrm>
                <a:off x="6067368" y="6178104"/>
                <a:ext cx="231120" cy="336600"/>
              </p14:xfrm>
            </p:contentPart>
          </mc:Choice>
          <mc:Fallback xmlns="">
            <p:pic>
              <p:nvPicPr>
                <p:cNvPr id="307" name="Ink 306">
                  <a:extLst>
                    <a:ext uri="{FF2B5EF4-FFF2-40B4-BE49-F238E27FC236}">
                      <a16:creationId xmlns:a16="http://schemas.microsoft.com/office/drawing/2014/main" id="{352D90E9-0DFE-CC03-A6DE-841F44D1E541}"/>
                    </a:ext>
                  </a:extLst>
                </p:cNvPr>
                <p:cNvPicPr/>
                <p:nvPr/>
              </p:nvPicPr>
              <p:blipFill>
                <a:blip r:embed="rId319"/>
                <a:stretch>
                  <a:fillRect/>
                </a:stretch>
              </p:blipFill>
              <p:spPr>
                <a:xfrm>
                  <a:off x="6058368" y="6169464"/>
                  <a:ext cx="248760" cy="35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0">
              <p14:nvContentPartPr>
                <p14:cNvPr id="308" name="Ink 307">
                  <a:extLst>
                    <a:ext uri="{FF2B5EF4-FFF2-40B4-BE49-F238E27FC236}">
                      <a16:creationId xmlns:a16="http://schemas.microsoft.com/office/drawing/2014/main" id="{AE2743F6-6FF4-2E4C-7A29-7A7BF626EE7F}"/>
                    </a:ext>
                  </a:extLst>
                </p14:cNvPr>
                <p14:cNvContentPartPr/>
                <p14:nvPr/>
              </p14:nvContentPartPr>
              <p14:xfrm>
                <a:off x="6284808" y="6180984"/>
                <a:ext cx="13320" cy="20160"/>
              </p14:xfrm>
            </p:contentPart>
          </mc:Choice>
          <mc:Fallback xmlns="">
            <p:pic>
              <p:nvPicPr>
                <p:cNvPr id="308" name="Ink 307">
                  <a:extLst>
                    <a:ext uri="{FF2B5EF4-FFF2-40B4-BE49-F238E27FC236}">
                      <a16:creationId xmlns:a16="http://schemas.microsoft.com/office/drawing/2014/main" id="{AE2743F6-6FF4-2E4C-7A29-7A7BF626EE7F}"/>
                    </a:ext>
                  </a:extLst>
                </p:cNvPr>
                <p:cNvPicPr/>
                <p:nvPr/>
              </p:nvPicPr>
              <p:blipFill>
                <a:blip r:embed="rId321"/>
                <a:stretch>
                  <a:fillRect/>
                </a:stretch>
              </p:blipFill>
              <p:spPr>
                <a:xfrm>
                  <a:off x="6276168" y="6172344"/>
                  <a:ext cx="30960" cy="3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2">
              <p14:nvContentPartPr>
                <p14:cNvPr id="309" name="Ink 308">
                  <a:extLst>
                    <a:ext uri="{FF2B5EF4-FFF2-40B4-BE49-F238E27FC236}">
                      <a16:creationId xmlns:a16="http://schemas.microsoft.com/office/drawing/2014/main" id="{B2E59BC9-759F-2B56-18D6-9C1BA0F9FEAF}"/>
                    </a:ext>
                  </a:extLst>
                </p14:cNvPr>
                <p14:cNvContentPartPr/>
                <p14:nvPr/>
              </p14:nvContentPartPr>
              <p14:xfrm>
                <a:off x="6361128" y="6252624"/>
                <a:ext cx="48960" cy="60480"/>
              </p14:xfrm>
            </p:contentPart>
          </mc:Choice>
          <mc:Fallback xmlns="">
            <p:pic>
              <p:nvPicPr>
                <p:cNvPr id="309" name="Ink 308">
                  <a:extLst>
                    <a:ext uri="{FF2B5EF4-FFF2-40B4-BE49-F238E27FC236}">
                      <a16:creationId xmlns:a16="http://schemas.microsoft.com/office/drawing/2014/main" id="{B2E59BC9-759F-2B56-18D6-9C1BA0F9FEAF}"/>
                    </a:ext>
                  </a:extLst>
                </p:cNvPr>
                <p:cNvPicPr/>
                <p:nvPr/>
              </p:nvPicPr>
              <p:blipFill>
                <a:blip r:embed="rId323"/>
                <a:stretch>
                  <a:fillRect/>
                </a:stretch>
              </p:blipFill>
              <p:spPr>
                <a:xfrm>
                  <a:off x="6352488" y="6243984"/>
                  <a:ext cx="66600" cy="7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4">
              <p14:nvContentPartPr>
                <p14:cNvPr id="310" name="Ink 309">
                  <a:extLst>
                    <a:ext uri="{FF2B5EF4-FFF2-40B4-BE49-F238E27FC236}">
                      <a16:creationId xmlns:a16="http://schemas.microsoft.com/office/drawing/2014/main" id="{F8BF1DB3-68DA-DC2D-4DE8-D1B5F8B81DDA}"/>
                    </a:ext>
                  </a:extLst>
                </p14:cNvPr>
                <p14:cNvContentPartPr/>
                <p14:nvPr/>
              </p14:nvContentPartPr>
              <p14:xfrm>
                <a:off x="6489288" y="6146784"/>
                <a:ext cx="12240" cy="238320"/>
              </p14:xfrm>
            </p:contentPart>
          </mc:Choice>
          <mc:Fallback xmlns="">
            <p:pic>
              <p:nvPicPr>
                <p:cNvPr id="310" name="Ink 309">
                  <a:extLst>
                    <a:ext uri="{FF2B5EF4-FFF2-40B4-BE49-F238E27FC236}">
                      <a16:creationId xmlns:a16="http://schemas.microsoft.com/office/drawing/2014/main" id="{F8BF1DB3-68DA-DC2D-4DE8-D1B5F8B81DDA}"/>
                    </a:ext>
                  </a:extLst>
                </p:cNvPr>
                <p:cNvPicPr/>
                <p:nvPr/>
              </p:nvPicPr>
              <p:blipFill>
                <a:blip r:embed="rId325"/>
                <a:stretch>
                  <a:fillRect/>
                </a:stretch>
              </p:blipFill>
              <p:spPr>
                <a:xfrm>
                  <a:off x="6480648" y="6137784"/>
                  <a:ext cx="29880" cy="255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24" name="Group 323">
            <a:extLst>
              <a:ext uri="{FF2B5EF4-FFF2-40B4-BE49-F238E27FC236}">
                <a16:creationId xmlns:a16="http://schemas.microsoft.com/office/drawing/2014/main" id="{B10D3B42-2D81-D460-AF81-26690729B27C}"/>
              </a:ext>
            </a:extLst>
          </p:cNvPr>
          <p:cNvGrpSpPr/>
          <p:nvPr/>
        </p:nvGrpSpPr>
        <p:grpSpPr>
          <a:xfrm>
            <a:off x="9070488" y="5936544"/>
            <a:ext cx="878040" cy="506520"/>
            <a:chOff x="9070488" y="5936544"/>
            <a:chExt cx="878040" cy="506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26">
              <p14:nvContentPartPr>
                <p14:cNvPr id="320" name="Ink 319">
                  <a:extLst>
                    <a:ext uri="{FF2B5EF4-FFF2-40B4-BE49-F238E27FC236}">
                      <a16:creationId xmlns:a16="http://schemas.microsoft.com/office/drawing/2014/main" id="{3A9613D7-D660-F996-B44A-C7A15CFB0480}"/>
                    </a:ext>
                  </a:extLst>
                </p14:cNvPr>
                <p14:cNvContentPartPr/>
                <p14:nvPr/>
              </p14:nvContentPartPr>
              <p14:xfrm>
                <a:off x="9119448" y="5969304"/>
                <a:ext cx="140400" cy="473760"/>
              </p14:xfrm>
            </p:contentPart>
          </mc:Choice>
          <mc:Fallback xmlns="">
            <p:pic>
              <p:nvPicPr>
                <p:cNvPr id="320" name="Ink 319">
                  <a:extLst>
                    <a:ext uri="{FF2B5EF4-FFF2-40B4-BE49-F238E27FC236}">
                      <a16:creationId xmlns:a16="http://schemas.microsoft.com/office/drawing/2014/main" id="{3A9613D7-D660-F996-B44A-C7A15CFB0480}"/>
                    </a:ext>
                  </a:extLst>
                </p:cNvPr>
                <p:cNvPicPr/>
                <p:nvPr/>
              </p:nvPicPr>
              <p:blipFill>
                <a:blip r:embed="rId327"/>
                <a:stretch>
                  <a:fillRect/>
                </a:stretch>
              </p:blipFill>
              <p:spPr>
                <a:xfrm>
                  <a:off x="9110448" y="5960664"/>
                  <a:ext cx="158040" cy="49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8">
              <p14:nvContentPartPr>
                <p14:cNvPr id="321" name="Ink 320">
                  <a:extLst>
                    <a:ext uri="{FF2B5EF4-FFF2-40B4-BE49-F238E27FC236}">
                      <a16:creationId xmlns:a16="http://schemas.microsoft.com/office/drawing/2014/main" id="{B27297F7-67EA-9265-5077-B60934639579}"/>
                    </a:ext>
                  </a:extLst>
                </p14:cNvPr>
                <p14:cNvContentPartPr/>
                <p14:nvPr/>
              </p14:nvContentPartPr>
              <p14:xfrm>
                <a:off x="9070488" y="5936544"/>
                <a:ext cx="392040" cy="378000"/>
              </p14:xfrm>
            </p:contentPart>
          </mc:Choice>
          <mc:Fallback xmlns="">
            <p:pic>
              <p:nvPicPr>
                <p:cNvPr id="321" name="Ink 320">
                  <a:extLst>
                    <a:ext uri="{FF2B5EF4-FFF2-40B4-BE49-F238E27FC236}">
                      <a16:creationId xmlns:a16="http://schemas.microsoft.com/office/drawing/2014/main" id="{B27297F7-67EA-9265-5077-B60934639579}"/>
                    </a:ext>
                  </a:extLst>
                </p:cNvPr>
                <p:cNvPicPr/>
                <p:nvPr/>
              </p:nvPicPr>
              <p:blipFill>
                <a:blip r:embed="rId329"/>
                <a:stretch>
                  <a:fillRect/>
                </a:stretch>
              </p:blipFill>
              <p:spPr>
                <a:xfrm>
                  <a:off x="9061488" y="5927904"/>
                  <a:ext cx="409680" cy="39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0">
              <p14:nvContentPartPr>
                <p14:cNvPr id="322" name="Ink 321">
                  <a:extLst>
                    <a:ext uri="{FF2B5EF4-FFF2-40B4-BE49-F238E27FC236}">
                      <a16:creationId xmlns:a16="http://schemas.microsoft.com/office/drawing/2014/main" id="{7D8DA1A7-54EA-FC2A-55FC-44DDF2E05777}"/>
                    </a:ext>
                  </a:extLst>
                </p14:cNvPr>
                <p14:cNvContentPartPr/>
                <p14:nvPr/>
              </p14:nvContentPartPr>
              <p14:xfrm>
                <a:off x="9549288" y="6129864"/>
                <a:ext cx="97920" cy="77400"/>
              </p14:xfrm>
            </p:contentPart>
          </mc:Choice>
          <mc:Fallback xmlns="">
            <p:pic>
              <p:nvPicPr>
                <p:cNvPr id="322" name="Ink 321">
                  <a:extLst>
                    <a:ext uri="{FF2B5EF4-FFF2-40B4-BE49-F238E27FC236}">
                      <a16:creationId xmlns:a16="http://schemas.microsoft.com/office/drawing/2014/main" id="{7D8DA1A7-54EA-FC2A-55FC-44DDF2E05777}"/>
                    </a:ext>
                  </a:extLst>
                </p:cNvPr>
                <p:cNvPicPr/>
                <p:nvPr/>
              </p:nvPicPr>
              <p:blipFill>
                <a:blip r:embed="rId331"/>
                <a:stretch>
                  <a:fillRect/>
                </a:stretch>
              </p:blipFill>
              <p:spPr>
                <a:xfrm>
                  <a:off x="9540288" y="6120864"/>
                  <a:ext cx="115560" cy="9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2">
              <p14:nvContentPartPr>
                <p14:cNvPr id="323" name="Ink 322">
                  <a:extLst>
                    <a:ext uri="{FF2B5EF4-FFF2-40B4-BE49-F238E27FC236}">
                      <a16:creationId xmlns:a16="http://schemas.microsoft.com/office/drawing/2014/main" id="{2443ECC1-4C2F-8055-6F73-DB5698D616DB}"/>
                    </a:ext>
                  </a:extLst>
                </p14:cNvPr>
                <p14:cNvContentPartPr/>
                <p14:nvPr/>
              </p14:nvContentPartPr>
              <p14:xfrm>
                <a:off x="9721728" y="6122304"/>
                <a:ext cx="226800" cy="72000"/>
              </p14:xfrm>
            </p:contentPart>
          </mc:Choice>
          <mc:Fallback xmlns="">
            <p:pic>
              <p:nvPicPr>
                <p:cNvPr id="323" name="Ink 322">
                  <a:extLst>
                    <a:ext uri="{FF2B5EF4-FFF2-40B4-BE49-F238E27FC236}">
                      <a16:creationId xmlns:a16="http://schemas.microsoft.com/office/drawing/2014/main" id="{2443ECC1-4C2F-8055-6F73-DB5698D616DB}"/>
                    </a:ext>
                  </a:extLst>
                </p:cNvPr>
                <p:cNvPicPr/>
                <p:nvPr/>
              </p:nvPicPr>
              <p:blipFill>
                <a:blip r:embed="rId333"/>
                <a:stretch>
                  <a:fillRect/>
                </a:stretch>
              </p:blipFill>
              <p:spPr>
                <a:xfrm>
                  <a:off x="9713088" y="6113664"/>
                  <a:ext cx="244440" cy="89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30" name="Group 329">
            <a:extLst>
              <a:ext uri="{FF2B5EF4-FFF2-40B4-BE49-F238E27FC236}">
                <a16:creationId xmlns:a16="http://schemas.microsoft.com/office/drawing/2014/main" id="{42F609A1-4BB8-9561-2A22-9C7D5080943C}"/>
              </a:ext>
            </a:extLst>
          </p:cNvPr>
          <p:cNvGrpSpPr/>
          <p:nvPr/>
        </p:nvGrpSpPr>
        <p:grpSpPr>
          <a:xfrm>
            <a:off x="10158768" y="5986584"/>
            <a:ext cx="611640" cy="209880"/>
            <a:chOff x="10158768" y="5986584"/>
            <a:chExt cx="611640" cy="209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34">
              <p14:nvContentPartPr>
                <p14:cNvPr id="326" name="Ink 325">
                  <a:extLst>
                    <a:ext uri="{FF2B5EF4-FFF2-40B4-BE49-F238E27FC236}">
                      <a16:creationId xmlns:a16="http://schemas.microsoft.com/office/drawing/2014/main" id="{9B9A3CBA-45F1-16DB-0C5F-413FA6879408}"/>
                    </a:ext>
                  </a:extLst>
                </p14:cNvPr>
                <p14:cNvContentPartPr/>
                <p14:nvPr/>
              </p14:nvContentPartPr>
              <p14:xfrm>
                <a:off x="10158768" y="6095304"/>
                <a:ext cx="280800" cy="101160"/>
              </p14:xfrm>
            </p:contentPart>
          </mc:Choice>
          <mc:Fallback xmlns="">
            <p:pic>
              <p:nvPicPr>
                <p:cNvPr id="326" name="Ink 325">
                  <a:extLst>
                    <a:ext uri="{FF2B5EF4-FFF2-40B4-BE49-F238E27FC236}">
                      <a16:creationId xmlns:a16="http://schemas.microsoft.com/office/drawing/2014/main" id="{9B9A3CBA-45F1-16DB-0C5F-413FA6879408}"/>
                    </a:ext>
                  </a:extLst>
                </p:cNvPr>
                <p:cNvPicPr/>
                <p:nvPr/>
              </p:nvPicPr>
              <p:blipFill>
                <a:blip r:embed="rId335"/>
                <a:stretch>
                  <a:fillRect/>
                </a:stretch>
              </p:blipFill>
              <p:spPr>
                <a:xfrm>
                  <a:off x="10150128" y="6086304"/>
                  <a:ext cx="298440" cy="11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6">
              <p14:nvContentPartPr>
                <p14:cNvPr id="327" name="Ink 326">
                  <a:extLst>
                    <a:ext uri="{FF2B5EF4-FFF2-40B4-BE49-F238E27FC236}">
                      <a16:creationId xmlns:a16="http://schemas.microsoft.com/office/drawing/2014/main" id="{90ADF5BE-E18B-0C9D-77C6-B8E49E03874F}"/>
                    </a:ext>
                  </a:extLst>
                </p14:cNvPr>
                <p14:cNvContentPartPr/>
                <p14:nvPr/>
              </p14:nvContentPartPr>
              <p14:xfrm>
                <a:off x="10505088" y="6043104"/>
                <a:ext cx="1800" cy="7920"/>
              </p14:xfrm>
            </p:contentPart>
          </mc:Choice>
          <mc:Fallback xmlns="">
            <p:pic>
              <p:nvPicPr>
                <p:cNvPr id="327" name="Ink 326">
                  <a:extLst>
                    <a:ext uri="{FF2B5EF4-FFF2-40B4-BE49-F238E27FC236}">
                      <a16:creationId xmlns:a16="http://schemas.microsoft.com/office/drawing/2014/main" id="{90ADF5BE-E18B-0C9D-77C6-B8E49E03874F}"/>
                    </a:ext>
                  </a:extLst>
                </p:cNvPr>
                <p:cNvPicPr/>
                <p:nvPr/>
              </p:nvPicPr>
              <p:blipFill>
                <a:blip r:embed="rId337"/>
                <a:stretch>
                  <a:fillRect/>
                </a:stretch>
              </p:blipFill>
              <p:spPr>
                <a:xfrm>
                  <a:off x="10496448" y="6034104"/>
                  <a:ext cx="19440" cy="2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8">
              <p14:nvContentPartPr>
                <p14:cNvPr id="328" name="Ink 327">
                  <a:extLst>
                    <a:ext uri="{FF2B5EF4-FFF2-40B4-BE49-F238E27FC236}">
                      <a16:creationId xmlns:a16="http://schemas.microsoft.com/office/drawing/2014/main" id="{1786F572-8925-09CF-1281-69857948B882}"/>
                    </a:ext>
                  </a:extLst>
                </p14:cNvPr>
                <p14:cNvContentPartPr/>
                <p14:nvPr/>
              </p14:nvContentPartPr>
              <p14:xfrm>
                <a:off x="10551168" y="5995584"/>
                <a:ext cx="36720" cy="185760"/>
              </p14:xfrm>
            </p:contentPart>
          </mc:Choice>
          <mc:Fallback xmlns="">
            <p:pic>
              <p:nvPicPr>
                <p:cNvPr id="328" name="Ink 327">
                  <a:extLst>
                    <a:ext uri="{FF2B5EF4-FFF2-40B4-BE49-F238E27FC236}">
                      <a16:creationId xmlns:a16="http://schemas.microsoft.com/office/drawing/2014/main" id="{1786F572-8925-09CF-1281-69857948B882}"/>
                    </a:ext>
                  </a:extLst>
                </p:cNvPr>
                <p:cNvPicPr/>
                <p:nvPr/>
              </p:nvPicPr>
              <p:blipFill>
                <a:blip r:embed="rId339"/>
                <a:stretch>
                  <a:fillRect/>
                </a:stretch>
              </p:blipFill>
              <p:spPr>
                <a:xfrm>
                  <a:off x="10542168" y="5986944"/>
                  <a:ext cx="54360" cy="20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0">
              <p14:nvContentPartPr>
                <p14:cNvPr id="329" name="Ink 328">
                  <a:extLst>
                    <a:ext uri="{FF2B5EF4-FFF2-40B4-BE49-F238E27FC236}">
                      <a16:creationId xmlns:a16="http://schemas.microsoft.com/office/drawing/2014/main" id="{A9D26DAB-CC45-68E6-A2AA-2E25523B30DE}"/>
                    </a:ext>
                  </a:extLst>
                </p14:cNvPr>
                <p14:cNvContentPartPr/>
                <p14:nvPr/>
              </p14:nvContentPartPr>
              <p14:xfrm>
                <a:off x="10590408" y="5986584"/>
                <a:ext cx="180000" cy="153720"/>
              </p14:xfrm>
            </p:contentPart>
          </mc:Choice>
          <mc:Fallback xmlns="">
            <p:pic>
              <p:nvPicPr>
                <p:cNvPr id="329" name="Ink 328">
                  <a:extLst>
                    <a:ext uri="{FF2B5EF4-FFF2-40B4-BE49-F238E27FC236}">
                      <a16:creationId xmlns:a16="http://schemas.microsoft.com/office/drawing/2014/main" id="{A9D26DAB-CC45-68E6-A2AA-2E25523B30DE}"/>
                    </a:ext>
                  </a:extLst>
                </p:cNvPr>
                <p:cNvPicPr/>
                <p:nvPr/>
              </p:nvPicPr>
              <p:blipFill>
                <a:blip r:embed="rId341"/>
                <a:stretch>
                  <a:fillRect/>
                </a:stretch>
              </p:blipFill>
              <p:spPr>
                <a:xfrm>
                  <a:off x="10581408" y="5977584"/>
                  <a:ext cx="197640" cy="171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40" name="Group 339">
            <a:extLst>
              <a:ext uri="{FF2B5EF4-FFF2-40B4-BE49-F238E27FC236}">
                <a16:creationId xmlns:a16="http://schemas.microsoft.com/office/drawing/2014/main" id="{21C2A5E0-91F8-ECD3-3A9C-661DBD4A3756}"/>
              </a:ext>
            </a:extLst>
          </p:cNvPr>
          <p:cNvGrpSpPr/>
          <p:nvPr/>
        </p:nvGrpSpPr>
        <p:grpSpPr>
          <a:xfrm>
            <a:off x="11001528" y="5926104"/>
            <a:ext cx="1180800" cy="508320"/>
            <a:chOff x="11001528" y="5926104"/>
            <a:chExt cx="1180800" cy="508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42">
              <p14:nvContentPartPr>
                <p14:cNvPr id="331" name="Ink 330">
                  <a:extLst>
                    <a:ext uri="{FF2B5EF4-FFF2-40B4-BE49-F238E27FC236}">
                      <a16:creationId xmlns:a16="http://schemas.microsoft.com/office/drawing/2014/main" id="{E9EC8ECD-B938-56EB-4090-A2EC2D56A829}"/>
                    </a:ext>
                  </a:extLst>
                </p14:cNvPr>
                <p14:cNvContentPartPr/>
                <p14:nvPr/>
              </p14:nvContentPartPr>
              <p14:xfrm>
                <a:off x="11001528" y="6085224"/>
                <a:ext cx="75240" cy="81720"/>
              </p14:xfrm>
            </p:contentPart>
          </mc:Choice>
          <mc:Fallback xmlns="">
            <p:pic>
              <p:nvPicPr>
                <p:cNvPr id="331" name="Ink 330">
                  <a:extLst>
                    <a:ext uri="{FF2B5EF4-FFF2-40B4-BE49-F238E27FC236}">
                      <a16:creationId xmlns:a16="http://schemas.microsoft.com/office/drawing/2014/main" id="{E9EC8ECD-B938-56EB-4090-A2EC2D56A829}"/>
                    </a:ext>
                  </a:extLst>
                </p:cNvPr>
                <p:cNvPicPr/>
                <p:nvPr/>
              </p:nvPicPr>
              <p:blipFill>
                <a:blip r:embed="rId343"/>
                <a:stretch>
                  <a:fillRect/>
                </a:stretch>
              </p:blipFill>
              <p:spPr>
                <a:xfrm>
                  <a:off x="10992528" y="6076584"/>
                  <a:ext cx="92880" cy="9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4">
              <p14:nvContentPartPr>
                <p14:cNvPr id="332" name="Ink 331">
                  <a:extLst>
                    <a:ext uri="{FF2B5EF4-FFF2-40B4-BE49-F238E27FC236}">
                      <a16:creationId xmlns:a16="http://schemas.microsoft.com/office/drawing/2014/main" id="{5E6343BF-E027-475E-078F-8976C0423CF6}"/>
                    </a:ext>
                  </a:extLst>
                </p14:cNvPr>
                <p14:cNvContentPartPr/>
                <p14:nvPr/>
              </p14:nvContentPartPr>
              <p14:xfrm>
                <a:off x="11215728" y="5926104"/>
                <a:ext cx="162720" cy="233640"/>
              </p14:xfrm>
            </p:contentPart>
          </mc:Choice>
          <mc:Fallback xmlns="">
            <p:pic>
              <p:nvPicPr>
                <p:cNvPr id="332" name="Ink 331">
                  <a:extLst>
                    <a:ext uri="{FF2B5EF4-FFF2-40B4-BE49-F238E27FC236}">
                      <a16:creationId xmlns:a16="http://schemas.microsoft.com/office/drawing/2014/main" id="{5E6343BF-E027-475E-078F-8976C0423CF6}"/>
                    </a:ext>
                  </a:extLst>
                </p:cNvPr>
                <p:cNvPicPr/>
                <p:nvPr/>
              </p:nvPicPr>
              <p:blipFill>
                <a:blip r:embed="rId345"/>
                <a:stretch>
                  <a:fillRect/>
                </a:stretch>
              </p:blipFill>
              <p:spPr>
                <a:xfrm>
                  <a:off x="11207088" y="5917104"/>
                  <a:ext cx="180360" cy="25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6">
              <p14:nvContentPartPr>
                <p14:cNvPr id="333" name="Ink 332">
                  <a:extLst>
                    <a:ext uri="{FF2B5EF4-FFF2-40B4-BE49-F238E27FC236}">
                      <a16:creationId xmlns:a16="http://schemas.microsoft.com/office/drawing/2014/main" id="{FF0A4E0C-FA9A-12D9-CEE2-274E8A1A2D50}"/>
                    </a:ext>
                  </a:extLst>
                </p14:cNvPr>
                <p14:cNvContentPartPr/>
                <p14:nvPr/>
              </p14:nvContentPartPr>
              <p14:xfrm>
                <a:off x="11447208" y="6116184"/>
                <a:ext cx="239400" cy="318240"/>
              </p14:xfrm>
            </p:contentPart>
          </mc:Choice>
          <mc:Fallback xmlns="">
            <p:pic>
              <p:nvPicPr>
                <p:cNvPr id="333" name="Ink 332">
                  <a:extLst>
                    <a:ext uri="{FF2B5EF4-FFF2-40B4-BE49-F238E27FC236}">
                      <a16:creationId xmlns:a16="http://schemas.microsoft.com/office/drawing/2014/main" id="{FF0A4E0C-FA9A-12D9-CEE2-274E8A1A2D50}"/>
                    </a:ext>
                  </a:extLst>
                </p:cNvPr>
                <p:cNvPicPr/>
                <p:nvPr/>
              </p:nvPicPr>
              <p:blipFill>
                <a:blip r:embed="rId347"/>
                <a:stretch>
                  <a:fillRect/>
                </a:stretch>
              </p:blipFill>
              <p:spPr>
                <a:xfrm>
                  <a:off x="11438568" y="6107184"/>
                  <a:ext cx="257040" cy="33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8">
              <p14:nvContentPartPr>
                <p14:cNvPr id="334" name="Ink 333">
                  <a:extLst>
                    <a:ext uri="{FF2B5EF4-FFF2-40B4-BE49-F238E27FC236}">
                      <a16:creationId xmlns:a16="http://schemas.microsoft.com/office/drawing/2014/main" id="{FE757BA4-D8DB-6F91-291F-E84CA412CDAE}"/>
                    </a:ext>
                  </a:extLst>
                </p14:cNvPr>
                <p14:cNvContentPartPr/>
                <p14:nvPr/>
              </p14:nvContentPartPr>
              <p14:xfrm>
                <a:off x="11782008" y="6004224"/>
                <a:ext cx="110520" cy="194760"/>
              </p14:xfrm>
            </p:contentPart>
          </mc:Choice>
          <mc:Fallback xmlns="">
            <p:pic>
              <p:nvPicPr>
                <p:cNvPr id="334" name="Ink 333">
                  <a:extLst>
                    <a:ext uri="{FF2B5EF4-FFF2-40B4-BE49-F238E27FC236}">
                      <a16:creationId xmlns:a16="http://schemas.microsoft.com/office/drawing/2014/main" id="{FE757BA4-D8DB-6F91-291F-E84CA412CDAE}"/>
                    </a:ext>
                  </a:extLst>
                </p:cNvPr>
                <p:cNvPicPr/>
                <p:nvPr/>
              </p:nvPicPr>
              <p:blipFill>
                <a:blip r:embed="rId349"/>
                <a:stretch>
                  <a:fillRect/>
                </a:stretch>
              </p:blipFill>
              <p:spPr>
                <a:xfrm>
                  <a:off x="11773368" y="5995224"/>
                  <a:ext cx="128160" cy="21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0">
              <p14:nvContentPartPr>
                <p14:cNvPr id="335" name="Ink 334">
                  <a:extLst>
                    <a:ext uri="{FF2B5EF4-FFF2-40B4-BE49-F238E27FC236}">
                      <a16:creationId xmlns:a16="http://schemas.microsoft.com/office/drawing/2014/main" id="{24881724-A2ED-4B33-8992-52400906DCDB}"/>
                    </a:ext>
                  </a:extLst>
                </p14:cNvPr>
                <p14:cNvContentPartPr/>
                <p14:nvPr/>
              </p14:nvContentPartPr>
              <p14:xfrm>
                <a:off x="11870208" y="6038064"/>
                <a:ext cx="95040" cy="169200"/>
              </p14:xfrm>
            </p:contentPart>
          </mc:Choice>
          <mc:Fallback xmlns="">
            <p:pic>
              <p:nvPicPr>
                <p:cNvPr id="335" name="Ink 334">
                  <a:extLst>
                    <a:ext uri="{FF2B5EF4-FFF2-40B4-BE49-F238E27FC236}">
                      <a16:creationId xmlns:a16="http://schemas.microsoft.com/office/drawing/2014/main" id="{24881724-A2ED-4B33-8992-52400906DCDB}"/>
                    </a:ext>
                  </a:extLst>
                </p:cNvPr>
                <p:cNvPicPr/>
                <p:nvPr/>
              </p:nvPicPr>
              <p:blipFill>
                <a:blip r:embed="rId351"/>
                <a:stretch>
                  <a:fillRect/>
                </a:stretch>
              </p:blipFill>
              <p:spPr>
                <a:xfrm>
                  <a:off x="11861568" y="6029064"/>
                  <a:ext cx="112680" cy="18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2">
              <p14:nvContentPartPr>
                <p14:cNvPr id="336" name="Ink 335">
                  <a:extLst>
                    <a:ext uri="{FF2B5EF4-FFF2-40B4-BE49-F238E27FC236}">
                      <a16:creationId xmlns:a16="http://schemas.microsoft.com/office/drawing/2014/main" id="{B9C26FA8-3640-0CA7-6F7C-ABE98292A0A9}"/>
                    </a:ext>
                  </a:extLst>
                </p14:cNvPr>
                <p14:cNvContentPartPr/>
                <p14:nvPr/>
              </p14:nvContentPartPr>
              <p14:xfrm>
                <a:off x="11887488" y="6141384"/>
                <a:ext cx="87840" cy="61920"/>
              </p14:xfrm>
            </p:contentPart>
          </mc:Choice>
          <mc:Fallback xmlns="">
            <p:pic>
              <p:nvPicPr>
                <p:cNvPr id="336" name="Ink 335">
                  <a:extLst>
                    <a:ext uri="{FF2B5EF4-FFF2-40B4-BE49-F238E27FC236}">
                      <a16:creationId xmlns:a16="http://schemas.microsoft.com/office/drawing/2014/main" id="{B9C26FA8-3640-0CA7-6F7C-ABE98292A0A9}"/>
                    </a:ext>
                  </a:extLst>
                </p:cNvPr>
                <p:cNvPicPr/>
                <p:nvPr/>
              </p:nvPicPr>
              <p:blipFill>
                <a:blip r:embed="rId353"/>
                <a:stretch>
                  <a:fillRect/>
                </a:stretch>
              </p:blipFill>
              <p:spPr>
                <a:xfrm>
                  <a:off x="11878848" y="6132744"/>
                  <a:ext cx="105480" cy="7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4">
              <p14:nvContentPartPr>
                <p14:cNvPr id="337" name="Ink 336">
                  <a:extLst>
                    <a:ext uri="{FF2B5EF4-FFF2-40B4-BE49-F238E27FC236}">
                      <a16:creationId xmlns:a16="http://schemas.microsoft.com/office/drawing/2014/main" id="{53074B9D-2208-BD7E-D7AA-ECC67583769C}"/>
                    </a:ext>
                  </a:extLst>
                </p14:cNvPr>
                <p14:cNvContentPartPr/>
                <p14:nvPr/>
              </p14:nvContentPartPr>
              <p14:xfrm>
                <a:off x="12016728" y="6099624"/>
                <a:ext cx="3960" cy="7920"/>
              </p14:xfrm>
            </p:contentPart>
          </mc:Choice>
          <mc:Fallback xmlns="">
            <p:pic>
              <p:nvPicPr>
                <p:cNvPr id="337" name="Ink 336">
                  <a:extLst>
                    <a:ext uri="{FF2B5EF4-FFF2-40B4-BE49-F238E27FC236}">
                      <a16:creationId xmlns:a16="http://schemas.microsoft.com/office/drawing/2014/main" id="{53074B9D-2208-BD7E-D7AA-ECC67583769C}"/>
                    </a:ext>
                  </a:extLst>
                </p:cNvPr>
                <p:cNvPicPr/>
                <p:nvPr/>
              </p:nvPicPr>
              <p:blipFill>
                <a:blip r:embed="rId337"/>
                <a:stretch>
                  <a:fillRect/>
                </a:stretch>
              </p:blipFill>
              <p:spPr>
                <a:xfrm>
                  <a:off x="12008088" y="6090624"/>
                  <a:ext cx="21600" cy="2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5">
              <p14:nvContentPartPr>
                <p14:cNvPr id="338" name="Ink 337">
                  <a:extLst>
                    <a:ext uri="{FF2B5EF4-FFF2-40B4-BE49-F238E27FC236}">
                      <a16:creationId xmlns:a16="http://schemas.microsoft.com/office/drawing/2014/main" id="{E2F868DF-3BBA-BFBE-ACB0-09E71EB4F0CA}"/>
                    </a:ext>
                  </a:extLst>
                </p14:cNvPr>
                <p14:cNvContentPartPr/>
                <p14:nvPr/>
              </p14:nvContentPartPr>
              <p14:xfrm>
                <a:off x="12020328" y="6116904"/>
                <a:ext cx="126360" cy="124200"/>
              </p14:xfrm>
            </p:contentPart>
          </mc:Choice>
          <mc:Fallback xmlns="">
            <p:pic>
              <p:nvPicPr>
                <p:cNvPr id="338" name="Ink 337">
                  <a:extLst>
                    <a:ext uri="{FF2B5EF4-FFF2-40B4-BE49-F238E27FC236}">
                      <a16:creationId xmlns:a16="http://schemas.microsoft.com/office/drawing/2014/main" id="{E2F868DF-3BBA-BFBE-ACB0-09E71EB4F0CA}"/>
                    </a:ext>
                  </a:extLst>
                </p:cNvPr>
                <p:cNvPicPr/>
                <p:nvPr/>
              </p:nvPicPr>
              <p:blipFill>
                <a:blip r:embed="rId356"/>
                <a:stretch>
                  <a:fillRect/>
                </a:stretch>
              </p:blipFill>
              <p:spPr>
                <a:xfrm>
                  <a:off x="12011328" y="6108264"/>
                  <a:ext cx="144000" cy="14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7">
              <p14:nvContentPartPr>
                <p14:cNvPr id="339" name="Ink 338">
                  <a:extLst>
                    <a:ext uri="{FF2B5EF4-FFF2-40B4-BE49-F238E27FC236}">
                      <a16:creationId xmlns:a16="http://schemas.microsoft.com/office/drawing/2014/main" id="{E616B3B2-7F64-A492-1511-F58B64FB6267}"/>
                    </a:ext>
                  </a:extLst>
                </p14:cNvPr>
                <p14:cNvContentPartPr/>
                <p14:nvPr/>
              </p14:nvContentPartPr>
              <p14:xfrm>
                <a:off x="12172248" y="6276744"/>
                <a:ext cx="10080" cy="4680"/>
              </p14:xfrm>
            </p:contentPart>
          </mc:Choice>
          <mc:Fallback xmlns="">
            <p:pic>
              <p:nvPicPr>
                <p:cNvPr id="339" name="Ink 338">
                  <a:extLst>
                    <a:ext uri="{FF2B5EF4-FFF2-40B4-BE49-F238E27FC236}">
                      <a16:creationId xmlns:a16="http://schemas.microsoft.com/office/drawing/2014/main" id="{E616B3B2-7F64-A492-1511-F58B64FB6267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12163608" y="6268104"/>
                  <a:ext cx="27720" cy="223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58">
            <p14:nvContentPartPr>
              <p14:cNvPr id="355" name="Ink 354">
                <a:extLst>
                  <a:ext uri="{FF2B5EF4-FFF2-40B4-BE49-F238E27FC236}">
                    <a16:creationId xmlns:a16="http://schemas.microsoft.com/office/drawing/2014/main" id="{F7F6BAB6-BC1D-CDC5-8B22-CEF9405F9889}"/>
                  </a:ext>
                </a:extLst>
              </p14:cNvPr>
              <p14:cNvContentPartPr/>
              <p14:nvPr/>
            </p14:nvContentPartPr>
            <p14:xfrm>
              <a:off x="10697328" y="3536424"/>
              <a:ext cx="152280" cy="140040"/>
            </p14:xfrm>
          </p:contentPart>
        </mc:Choice>
        <mc:Fallback xmlns="">
          <p:pic>
            <p:nvPicPr>
              <p:cNvPr id="355" name="Ink 354">
                <a:extLst>
                  <a:ext uri="{FF2B5EF4-FFF2-40B4-BE49-F238E27FC236}">
                    <a16:creationId xmlns:a16="http://schemas.microsoft.com/office/drawing/2014/main" id="{F7F6BAB6-BC1D-CDC5-8B22-CEF9405F9889}"/>
                  </a:ext>
                </a:extLst>
              </p:cNvPr>
              <p:cNvPicPr/>
              <p:nvPr/>
            </p:nvPicPr>
            <p:blipFill>
              <a:blip r:embed="rId359"/>
              <a:stretch>
                <a:fillRect/>
              </a:stretch>
            </p:blipFill>
            <p:spPr>
              <a:xfrm>
                <a:off x="10688688" y="3527424"/>
                <a:ext cx="169920" cy="157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0">
            <p14:nvContentPartPr>
              <p14:cNvPr id="356" name="Ink 355">
                <a:extLst>
                  <a:ext uri="{FF2B5EF4-FFF2-40B4-BE49-F238E27FC236}">
                    <a16:creationId xmlns:a16="http://schemas.microsoft.com/office/drawing/2014/main" id="{285DAAFA-A699-F087-9780-E292809AAF2B}"/>
                  </a:ext>
                </a:extLst>
              </p14:cNvPr>
              <p14:cNvContentPartPr/>
              <p14:nvPr/>
            </p14:nvContentPartPr>
            <p14:xfrm>
              <a:off x="4604328" y="4992984"/>
              <a:ext cx="203760" cy="196200"/>
            </p14:xfrm>
          </p:contentPart>
        </mc:Choice>
        <mc:Fallback xmlns="">
          <p:pic>
            <p:nvPicPr>
              <p:cNvPr id="356" name="Ink 355">
                <a:extLst>
                  <a:ext uri="{FF2B5EF4-FFF2-40B4-BE49-F238E27FC236}">
                    <a16:creationId xmlns:a16="http://schemas.microsoft.com/office/drawing/2014/main" id="{285DAAFA-A699-F087-9780-E292809AAF2B}"/>
                  </a:ext>
                </a:extLst>
              </p:cNvPr>
              <p:cNvPicPr/>
              <p:nvPr/>
            </p:nvPicPr>
            <p:blipFill>
              <a:blip r:embed="rId361"/>
              <a:stretch>
                <a:fillRect/>
              </a:stretch>
            </p:blipFill>
            <p:spPr>
              <a:xfrm>
                <a:off x="4595688" y="4983984"/>
                <a:ext cx="221400" cy="213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2">
            <p14:nvContentPartPr>
              <p14:cNvPr id="367" name="Ink 366">
                <a:extLst>
                  <a:ext uri="{FF2B5EF4-FFF2-40B4-BE49-F238E27FC236}">
                    <a16:creationId xmlns:a16="http://schemas.microsoft.com/office/drawing/2014/main" id="{6F0D7F91-E892-A984-24C2-B287F8FDADA3}"/>
                  </a:ext>
                </a:extLst>
              </p14:cNvPr>
              <p14:cNvContentPartPr/>
              <p14:nvPr/>
            </p14:nvContentPartPr>
            <p14:xfrm>
              <a:off x="4800168" y="6124104"/>
              <a:ext cx="83160" cy="95040"/>
            </p14:xfrm>
          </p:contentPart>
        </mc:Choice>
        <mc:Fallback xmlns="">
          <p:pic>
            <p:nvPicPr>
              <p:cNvPr id="367" name="Ink 366">
                <a:extLst>
                  <a:ext uri="{FF2B5EF4-FFF2-40B4-BE49-F238E27FC236}">
                    <a16:creationId xmlns:a16="http://schemas.microsoft.com/office/drawing/2014/main" id="{6F0D7F91-E892-A984-24C2-B287F8FDADA3}"/>
                  </a:ext>
                </a:extLst>
              </p:cNvPr>
              <p:cNvPicPr/>
              <p:nvPr/>
            </p:nvPicPr>
            <p:blipFill>
              <a:blip r:embed="rId363"/>
              <a:stretch>
                <a:fillRect/>
              </a:stretch>
            </p:blipFill>
            <p:spPr>
              <a:xfrm>
                <a:off x="4791528" y="6115104"/>
                <a:ext cx="100800" cy="112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4">
            <p14:nvContentPartPr>
              <p14:cNvPr id="368" name="Ink 367">
                <a:extLst>
                  <a:ext uri="{FF2B5EF4-FFF2-40B4-BE49-F238E27FC236}">
                    <a16:creationId xmlns:a16="http://schemas.microsoft.com/office/drawing/2014/main" id="{5AA30EB1-238C-95E2-ABEE-946155012E9A}"/>
                  </a:ext>
                </a:extLst>
              </p14:cNvPr>
              <p14:cNvContentPartPr/>
              <p14:nvPr/>
            </p14:nvContentPartPr>
            <p14:xfrm>
              <a:off x="4852008" y="6466104"/>
              <a:ext cx="10080" cy="17640"/>
            </p14:xfrm>
          </p:contentPart>
        </mc:Choice>
        <mc:Fallback xmlns="">
          <p:pic>
            <p:nvPicPr>
              <p:cNvPr id="368" name="Ink 367">
                <a:extLst>
                  <a:ext uri="{FF2B5EF4-FFF2-40B4-BE49-F238E27FC236}">
                    <a16:creationId xmlns:a16="http://schemas.microsoft.com/office/drawing/2014/main" id="{5AA30EB1-238C-95E2-ABEE-946155012E9A}"/>
                  </a:ext>
                </a:extLst>
              </p:cNvPr>
              <p:cNvPicPr/>
              <p:nvPr/>
            </p:nvPicPr>
            <p:blipFill>
              <a:blip r:embed="rId365"/>
              <a:stretch>
                <a:fillRect/>
              </a:stretch>
            </p:blipFill>
            <p:spPr>
              <a:xfrm>
                <a:off x="4843368" y="6457464"/>
                <a:ext cx="27720" cy="35280"/>
              </a:xfrm>
              <a:prstGeom prst="rect">
                <a:avLst/>
              </a:prstGeom>
            </p:spPr>
          </p:pic>
        </mc:Fallback>
      </mc:AlternateContent>
      <p:grpSp>
        <p:nvGrpSpPr>
          <p:cNvPr id="389" name="Group 388">
            <a:extLst>
              <a:ext uri="{FF2B5EF4-FFF2-40B4-BE49-F238E27FC236}">
                <a16:creationId xmlns:a16="http://schemas.microsoft.com/office/drawing/2014/main" id="{B3472E9F-9E56-EC30-AFC7-0A73B3795DD8}"/>
              </a:ext>
            </a:extLst>
          </p:cNvPr>
          <p:cNvGrpSpPr/>
          <p:nvPr/>
        </p:nvGrpSpPr>
        <p:grpSpPr>
          <a:xfrm>
            <a:off x="8941248" y="3925224"/>
            <a:ext cx="272520" cy="246240"/>
            <a:chOff x="8941248" y="3925224"/>
            <a:chExt cx="272520" cy="246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66">
              <p14:nvContentPartPr>
                <p14:cNvPr id="379" name="Ink 378">
                  <a:extLst>
                    <a:ext uri="{FF2B5EF4-FFF2-40B4-BE49-F238E27FC236}">
                      <a16:creationId xmlns:a16="http://schemas.microsoft.com/office/drawing/2014/main" id="{D0A94D85-7072-AD0B-CD5E-B0D35DA4DC7F}"/>
                    </a:ext>
                  </a:extLst>
                </p14:cNvPr>
                <p14:cNvContentPartPr/>
                <p14:nvPr/>
              </p14:nvContentPartPr>
              <p14:xfrm>
                <a:off x="8941248" y="3933864"/>
                <a:ext cx="97560" cy="237600"/>
              </p14:xfrm>
            </p:contentPart>
          </mc:Choice>
          <mc:Fallback xmlns="">
            <p:pic>
              <p:nvPicPr>
                <p:cNvPr id="379" name="Ink 378">
                  <a:extLst>
                    <a:ext uri="{FF2B5EF4-FFF2-40B4-BE49-F238E27FC236}">
                      <a16:creationId xmlns:a16="http://schemas.microsoft.com/office/drawing/2014/main" id="{D0A94D85-7072-AD0B-CD5E-B0D35DA4DC7F}"/>
                    </a:ext>
                  </a:extLst>
                </p:cNvPr>
                <p:cNvPicPr/>
                <p:nvPr/>
              </p:nvPicPr>
              <p:blipFill>
                <a:blip r:embed="rId367"/>
                <a:stretch>
                  <a:fillRect/>
                </a:stretch>
              </p:blipFill>
              <p:spPr>
                <a:xfrm>
                  <a:off x="8932248" y="3924864"/>
                  <a:ext cx="115200" cy="25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8">
              <p14:nvContentPartPr>
                <p14:cNvPr id="380" name="Ink 379">
                  <a:extLst>
                    <a:ext uri="{FF2B5EF4-FFF2-40B4-BE49-F238E27FC236}">
                      <a16:creationId xmlns:a16="http://schemas.microsoft.com/office/drawing/2014/main" id="{D2942F65-555E-00FD-BD57-2B282EB2D98F}"/>
                    </a:ext>
                  </a:extLst>
                </p14:cNvPr>
                <p14:cNvContentPartPr/>
                <p14:nvPr/>
              </p14:nvContentPartPr>
              <p14:xfrm>
                <a:off x="9131688" y="3925224"/>
                <a:ext cx="82080" cy="186120"/>
              </p14:xfrm>
            </p:contentPart>
          </mc:Choice>
          <mc:Fallback xmlns="">
            <p:pic>
              <p:nvPicPr>
                <p:cNvPr id="380" name="Ink 379">
                  <a:extLst>
                    <a:ext uri="{FF2B5EF4-FFF2-40B4-BE49-F238E27FC236}">
                      <a16:creationId xmlns:a16="http://schemas.microsoft.com/office/drawing/2014/main" id="{D2942F65-555E-00FD-BD57-2B282EB2D98F}"/>
                    </a:ext>
                  </a:extLst>
                </p:cNvPr>
                <p:cNvPicPr/>
                <p:nvPr/>
              </p:nvPicPr>
              <p:blipFill>
                <a:blip r:embed="rId369"/>
                <a:stretch>
                  <a:fillRect/>
                </a:stretch>
              </p:blipFill>
              <p:spPr>
                <a:xfrm>
                  <a:off x="9123048" y="3916584"/>
                  <a:ext cx="99720" cy="2037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70">
            <p14:nvContentPartPr>
              <p14:cNvPr id="381" name="Ink 380">
                <a:extLst>
                  <a:ext uri="{FF2B5EF4-FFF2-40B4-BE49-F238E27FC236}">
                    <a16:creationId xmlns:a16="http://schemas.microsoft.com/office/drawing/2014/main" id="{3A0E4AEB-3896-3519-F7DA-AED2F6B97068}"/>
                  </a:ext>
                </a:extLst>
              </p14:cNvPr>
              <p14:cNvContentPartPr/>
              <p14:nvPr/>
            </p14:nvContentPartPr>
            <p14:xfrm>
              <a:off x="9420768" y="4041144"/>
              <a:ext cx="358920" cy="45360"/>
            </p14:xfrm>
          </p:contentPart>
        </mc:Choice>
        <mc:Fallback xmlns="">
          <p:pic>
            <p:nvPicPr>
              <p:cNvPr id="381" name="Ink 380">
                <a:extLst>
                  <a:ext uri="{FF2B5EF4-FFF2-40B4-BE49-F238E27FC236}">
                    <a16:creationId xmlns:a16="http://schemas.microsoft.com/office/drawing/2014/main" id="{3A0E4AEB-3896-3519-F7DA-AED2F6B97068}"/>
                  </a:ext>
                </a:extLst>
              </p:cNvPr>
              <p:cNvPicPr/>
              <p:nvPr/>
            </p:nvPicPr>
            <p:blipFill>
              <a:blip r:embed="rId371"/>
              <a:stretch>
                <a:fillRect/>
              </a:stretch>
            </p:blipFill>
            <p:spPr>
              <a:xfrm>
                <a:off x="9412128" y="4032144"/>
                <a:ext cx="376560" cy="63000"/>
              </a:xfrm>
              <a:prstGeom prst="rect">
                <a:avLst/>
              </a:prstGeom>
            </p:spPr>
          </p:pic>
        </mc:Fallback>
      </mc:AlternateContent>
      <p:grpSp>
        <p:nvGrpSpPr>
          <p:cNvPr id="388" name="Group 387">
            <a:extLst>
              <a:ext uri="{FF2B5EF4-FFF2-40B4-BE49-F238E27FC236}">
                <a16:creationId xmlns:a16="http://schemas.microsoft.com/office/drawing/2014/main" id="{A998F742-E67B-52DD-2927-944D5837A046}"/>
              </a:ext>
            </a:extLst>
          </p:cNvPr>
          <p:cNvGrpSpPr/>
          <p:nvPr/>
        </p:nvGrpSpPr>
        <p:grpSpPr>
          <a:xfrm>
            <a:off x="10031688" y="3988224"/>
            <a:ext cx="365400" cy="138600"/>
            <a:chOff x="10031688" y="3988224"/>
            <a:chExt cx="365400" cy="138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72">
              <p14:nvContentPartPr>
                <p14:cNvPr id="382" name="Ink 381">
                  <a:extLst>
                    <a:ext uri="{FF2B5EF4-FFF2-40B4-BE49-F238E27FC236}">
                      <a16:creationId xmlns:a16="http://schemas.microsoft.com/office/drawing/2014/main" id="{55C8473B-C7D8-3BFF-C9A0-7001E8A32A89}"/>
                    </a:ext>
                  </a:extLst>
                </p14:cNvPr>
                <p14:cNvContentPartPr/>
                <p14:nvPr/>
              </p14:nvContentPartPr>
              <p14:xfrm>
                <a:off x="10090368" y="4008384"/>
                <a:ext cx="25560" cy="117360"/>
              </p14:xfrm>
            </p:contentPart>
          </mc:Choice>
          <mc:Fallback xmlns="">
            <p:pic>
              <p:nvPicPr>
                <p:cNvPr id="382" name="Ink 381">
                  <a:extLst>
                    <a:ext uri="{FF2B5EF4-FFF2-40B4-BE49-F238E27FC236}">
                      <a16:creationId xmlns:a16="http://schemas.microsoft.com/office/drawing/2014/main" id="{55C8473B-C7D8-3BFF-C9A0-7001E8A32A89}"/>
                    </a:ext>
                  </a:extLst>
                </p:cNvPr>
                <p:cNvPicPr/>
                <p:nvPr/>
              </p:nvPicPr>
              <p:blipFill>
                <a:blip r:embed="rId373"/>
                <a:stretch>
                  <a:fillRect/>
                </a:stretch>
              </p:blipFill>
              <p:spPr>
                <a:xfrm>
                  <a:off x="10081728" y="3999744"/>
                  <a:ext cx="43200" cy="13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4">
              <p14:nvContentPartPr>
                <p14:cNvPr id="383" name="Ink 382">
                  <a:extLst>
                    <a:ext uri="{FF2B5EF4-FFF2-40B4-BE49-F238E27FC236}">
                      <a16:creationId xmlns:a16="http://schemas.microsoft.com/office/drawing/2014/main" id="{53B40EB4-56F1-6B8A-6A7E-86609E721D07}"/>
                    </a:ext>
                  </a:extLst>
                </p14:cNvPr>
                <p14:cNvContentPartPr/>
                <p14:nvPr/>
              </p14:nvContentPartPr>
              <p14:xfrm>
                <a:off x="10031688" y="3988224"/>
                <a:ext cx="149040" cy="138600"/>
              </p14:xfrm>
            </p:contentPart>
          </mc:Choice>
          <mc:Fallback xmlns="">
            <p:pic>
              <p:nvPicPr>
                <p:cNvPr id="383" name="Ink 382">
                  <a:extLst>
                    <a:ext uri="{FF2B5EF4-FFF2-40B4-BE49-F238E27FC236}">
                      <a16:creationId xmlns:a16="http://schemas.microsoft.com/office/drawing/2014/main" id="{53B40EB4-56F1-6B8A-6A7E-86609E721D07}"/>
                    </a:ext>
                  </a:extLst>
                </p:cNvPr>
                <p:cNvPicPr/>
                <p:nvPr/>
              </p:nvPicPr>
              <p:blipFill>
                <a:blip r:embed="rId375"/>
                <a:stretch>
                  <a:fillRect/>
                </a:stretch>
              </p:blipFill>
              <p:spPr>
                <a:xfrm>
                  <a:off x="10023048" y="3979584"/>
                  <a:ext cx="166680" cy="15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6">
              <p14:nvContentPartPr>
                <p14:cNvPr id="384" name="Ink 383">
                  <a:extLst>
                    <a:ext uri="{FF2B5EF4-FFF2-40B4-BE49-F238E27FC236}">
                      <a16:creationId xmlns:a16="http://schemas.microsoft.com/office/drawing/2014/main" id="{8D5D9BE8-DE0F-50ED-3E2A-C1ABF902CFD8}"/>
                    </a:ext>
                  </a:extLst>
                </p14:cNvPr>
                <p14:cNvContentPartPr/>
                <p14:nvPr/>
              </p14:nvContentPartPr>
              <p14:xfrm>
                <a:off x="10217808" y="4015584"/>
                <a:ext cx="179280" cy="89640"/>
              </p14:xfrm>
            </p:contentPart>
          </mc:Choice>
          <mc:Fallback xmlns="">
            <p:pic>
              <p:nvPicPr>
                <p:cNvPr id="384" name="Ink 383">
                  <a:extLst>
                    <a:ext uri="{FF2B5EF4-FFF2-40B4-BE49-F238E27FC236}">
                      <a16:creationId xmlns:a16="http://schemas.microsoft.com/office/drawing/2014/main" id="{8D5D9BE8-DE0F-50ED-3E2A-C1ABF902CFD8}"/>
                    </a:ext>
                  </a:extLst>
                </p:cNvPr>
                <p:cNvPicPr/>
                <p:nvPr/>
              </p:nvPicPr>
              <p:blipFill>
                <a:blip r:embed="rId377"/>
                <a:stretch>
                  <a:fillRect/>
                </a:stretch>
              </p:blipFill>
              <p:spPr>
                <a:xfrm>
                  <a:off x="10208808" y="4006584"/>
                  <a:ext cx="196920" cy="107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87" name="Group 386">
            <a:extLst>
              <a:ext uri="{FF2B5EF4-FFF2-40B4-BE49-F238E27FC236}">
                <a16:creationId xmlns:a16="http://schemas.microsoft.com/office/drawing/2014/main" id="{9E1CA9E3-C0E6-2C0E-4D63-D68C1EF289E0}"/>
              </a:ext>
            </a:extLst>
          </p:cNvPr>
          <p:cNvGrpSpPr/>
          <p:nvPr/>
        </p:nvGrpSpPr>
        <p:grpSpPr>
          <a:xfrm>
            <a:off x="10822248" y="4003704"/>
            <a:ext cx="396360" cy="167040"/>
            <a:chOff x="10822248" y="4003704"/>
            <a:chExt cx="396360" cy="167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78">
              <p14:nvContentPartPr>
                <p14:cNvPr id="385" name="Ink 384">
                  <a:extLst>
                    <a:ext uri="{FF2B5EF4-FFF2-40B4-BE49-F238E27FC236}">
                      <a16:creationId xmlns:a16="http://schemas.microsoft.com/office/drawing/2014/main" id="{1276A51B-D3C4-23EA-84C7-B6F874EF4106}"/>
                    </a:ext>
                  </a:extLst>
                </p14:cNvPr>
                <p14:cNvContentPartPr/>
                <p14:nvPr/>
              </p14:nvContentPartPr>
              <p14:xfrm>
                <a:off x="10822248" y="4009104"/>
                <a:ext cx="187920" cy="155520"/>
              </p14:xfrm>
            </p:contentPart>
          </mc:Choice>
          <mc:Fallback xmlns="">
            <p:pic>
              <p:nvPicPr>
                <p:cNvPr id="385" name="Ink 384">
                  <a:extLst>
                    <a:ext uri="{FF2B5EF4-FFF2-40B4-BE49-F238E27FC236}">
                      <a16:creationId xmlns:a16="http://schemas.microsoft.com/office/drawing/2014/main" id="{1276A51B-D3C4-23EA-84C7-B6F874EF4106}"/>
                    </a:ext>
                  </a:extLst>
                </p:cNvPr>
                <p:cNvPicPr/>
                <p:nvPr/>
              </p:nvPicPr>
              <p:blipFill>
                <a:blip r:embed="rId379"/>
                <a:stretch>
                  <a:fillRect/>
                </a:stretch>
              </p:blipFill>
              <p:spPr>
                <a:xfrm>
                  <a:off x="10813248" y="4000464"/>
                  <a:ext cx="205560" cy="17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0">
              <p14:nvContentPartPr>
                <p14:cNvPr id="386" name="Ink 385">
                  <a:extLst>
                    <a:ext uri="{FF2B5EF4-FFF2-40B4-BE49-F238E27FC236}">
                      <a16:creationId xmlns:a16="http://schemas.microsoft.com/office/drawing/2014/main" id="{5C844F57-7043-560F-891B-AF6612360B4E}"/>
                    </a:ext>
                  </a:extLst>
                </p14:cNvPr>
                <p14:cNvContentPartPr/>
                <p14:nvPr/>
              </p14:nvContentPartPr>
              <p14:xfrm>
                <a:off x="11051928" y="4003704"/>
                <a:ext cx="166680" cy="167040"/>
              </p14:xfrm>
            </p:contentPart>
          </mc:Choice>
          <mc:Fallback xmlns="">
            <p:pic>
              <p:nvPicPr>
                <p:cNvPr id="386" name="Ink 385">
                  <a:extLst>
                    <a:ext uri="{FF2B5EF4-FFF2-40B4-BE49-F238E27FC236}">
                      <a16:creationId xmlns:a16="http://schemas.microsoft.com/office/drawing/2014/main" id="{5C844F57-7043-560F-891B-AF6612360B4E}"/>
                    </a:ext>
                  </a:extLst>
                </p:cNvPr>
                <p:cNvPicPr/>
                <p:nvPr/>
              </p:nvPicPr>
              <p:blipFill>
                <a:blip r:embed="rId381"/>
                <a:stretch>
                  <a:fillRect/>
                </a:stretch>
              </p:blipFill>
              <p:spPr>
                <a:xfrm>
                  <a:off x="11043288" y="3994704"/>
                  <a:ext cx="184320" cy="1846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82">
            <p14:nvContentPartPr>
              <p14:cNvPr id="116" name="Ink 115">
                <a:extLst>
                  <a:ext uri="{FF2B5EF4-FFF2-40B4-BE49-F238E27FC236}">
                    <a16:creationId xmlns:a16="http://schemas.microsoft.com/office/drawing/2014/main" id="{A49619F4-6044-75BB-5BF9-78F3CA74ED09}"/>
                  </a:ext>
                </a:extLst>
              </p14:cNvPr>
              <p14:cNvContentPartPr/>
              <p14:nvPr/>
            </p14:nvContentPartPr>
            <p14:xfrm>
              <a:off x="3973608" y="4406544"/>
              <a:ext cx="2213640" cy="403560"/>
            </p14:xfrm>
          </p:contentPart>
        </mc:Choice>
        <mc:Fallback xmlns="">
          <p:pic>
            <p:nvPicPr>
              <p:cNvPr id="116" name="Ink 115">
                <a:extLst>
                  <a:ext uri="{FF2B5EF4-FFF2-40B4-BE49-F238E27FC236}">
                    <a16:creationId xmlns:a16="http://schemas.microsoft.com/office/drawing/2014/main" id="{A49619F4-6044-75BB-5BF9-78F3CA74ED09}"/>
                  </a:ext>
                </a:extLst>
              </p:cNvPr>
              <p:cNvPicPr/>
              <p:nvPr/>
            </p:nvPicPr>
            <p:blipFill>
              <a:blip r:embed="rId383"/>
              <a:stretch>
                <a:fillRect/>
              </a:stretch>
            </p:blipFill>
            <p:spPr>
              <a:xfrm>
                <a:off x="3964968" y="4397544"/>
                <a:ext cx="2231280" cy="421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4">
            <p14:nvContentPartPr>
              <p14:cNvPr id="117" name="Ink 116">
                <a:extLst>
                  <a:ext uri="{FF2B5EF4-FFF2-40B4-BE49-F238E27FC236}">
                    <a16:creationId xmlns:a16="http://schemas.microsoft.com/office/drawing/2014/main" id="{52580F53-9D7F-C9A0-4374-859B319817DE}"/>
                  </a:ext>
                </a:extLst>
              </p14:cNvPr>
              <p14:cNvContentPartPr/>
              <p14:nvPr/>
            </p14:nvContentPartPr>
            <p14:xfrm>
              <a:off x="6139368" y="4912344"/>
              <a:ext cx="109440" cy="255600"/>
            </p14:xfrm>
          </p:contentPart>
        </mc:Choice>
        <mc:Fallback xmlns="">
          <p:pic>
            <p:nvPicPr>
              <p:cNvPr id="117" name="Ink 116">
                <a:extLst>
                  <a:ext uri="{FF2B5EF4-FFF2-40B4-BE49-F238E27FC236}">
                    <a16:creationId xmlns:a16="http://schemas.microsoft.com/office/drawing/2014/main" id="{52580F53-9D7F-C9A0-4374-859B319817DE}"/>
                  </a:ext>
                </a:extLst>
              </p:cNvPr>
              <p:cNvPicPr/>
              <p:nvPr/>
            </p:nvPicPr>
            <p:blipFill>
              <a:blip r:embed="rId385"/>
              <a:stretch>
                <a:fillRect/>
              </a:stretch>
            </p:blipFill>
            <p:spPr>
              <a:xfrm>
                <a:off x="6130368" y="4903344"/>
                <a:ext cx="127080" cy="273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6">
            <p14:nvContentPartPr>
              <p14:cNvPr id="118" name="Ink 117">
                <a:extLst>
                  <a:ext uri="{FF2B5EF4-FFF2-40B4-BE49-F238E27FC236}">
                    <a16:creationId xmlns:a16="http://schemas.microsoft.com/office/drawing/2014/main" id="{8F5BD0CA-AB51-F735-CF55-D728435052EF}"/>
                  </a:ext>
                </a:extLst>
              </p14:cNvPr>
              <p14:cNvContentPartPr/>
              <p14:nvPr/>
            </p14:nvContentPartPr>
            <p14:xfrm>
              <a:off x="6304968" y="4899384"/>
              <a:ext cx="176400" cy="238320"/>
            </p14:xfrm>
          </p:contentPart>
        </mc:Choice>
        <mc:Fallback xmlns="">
          <p:pic>
            <p:nvPicPr>
              <p:cNvPr id="118" name="Ink 117">
                <a:extLst>
                  <a:ext uri="{FF2B5EF4-FFF2-40B4-BE49-F238E27FC236}">
                    <a16:creationId xmlns:a16="http://schemas.microsoft.com/office/drawing/2014/main" id="{8F5BD0CA-AB51-F735-CF55-D728435052EF}"/>
                  </a:ext>
                </a:extLst>
              </p:cNvPr>
              <p:cNvPicPr/>
              <p:nvPr/>
            </p:nvPicPr>
            <p:blipFill>
              <a:blip r:embed="rId387"/>
              <a:stretch>
                <a:fillRect/>
              </a:stretch>
            </p:blipFill>
            <p:spPr>
              <a:xfrm>
                <a:off x="6296328" y="4890744"/>
                <a:ext cx="194040" cy="255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8">
            <p14:nvContentPartPr>
              <p14:cNvPr id="369" name="Ink 368">
                <a:extLst>
                  <a:ext uri="{FF2B5EF4-FFF2-40B4-BE49-F238E27FC236}">
                    <a16:creationId xmlns:a16="http://schemas.microsoft.com/office/drawing/2014/main" id="{27A81C3F-9DBF-DDB0-95B3-918B1480BBA4}"/>
                  </a:ext>
                </a:extLst>
              </p14:cNvPr>
              <p14:cNvContentPartPr/>
              <p14:nvPr/>
            </p14:nvContentPartPr>
            <p14:xfrm>
              <a:off x="6112008" y="5153544"/>
              <a:ext cx="238680" cy="305280"/>
            </p14:xfrm>
          </p:contentPart>
        </mc:Choice>
        <mc:Fallback xmlns="">
          <p:pic>
            <p:nvPicPr>
              <p:cNvPr id="369" name="Ink 368">
                <a:extLst>
                  <a:ext uri="{FF2B5EF4-FFF2-40B4-BE49-F238E27FC236}">
                    <a16:creationId xmlns:a16="http://schemas.microsoft.com/office/drawing/2014/main" id="{27A81C3F-9DBF-DDB0-95B3-918B1480BBA4}"/>
                  </a:ext>
                </a:extLst>
              </p:cNvPr>
              <p:cNvPicPr/>
              <p:nvPr/>
            </p:nvPicPr>
            <p:blipFill>
              <a:blip r:embed="rId389"/>
              <a:stretch>
                <a:fillRect/>
              </a:stretch>
            </p:blipFill>
            <p:spPr>
              <a:xfrm>
                <a:off x="6103368" y="5144904"/>
                <a:ext cx="256320" cy="322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90">
            <p14:nvContentPartPr>
              <p14:cNvPr id="370" name="Ink 369">
                <a:extLst>
                  <a:ext uri="{FF2B5EF4-FFF2-40B4-BE49-F238E27FC236}">
                    <a16:creationId xmlns:a16="http://schemas.microsoft.com/office/drawing/2014/main" id="{7789B21A-735D-071D-F419-996AB0D800BE}"/>
                  </a:ext>
                </a:extLst>
              </p14:cNvPr>
              <p14:cNvContentPartPr/>
              <p14:nvPr/>
            </p14:nvContentPartPr>
            <p14:xfrm>
              <a:off x="6324408" y="5192064"/>
              <a:ext cx="433800" cy="207720"/>
            </p14:xfrm>
          </p:contentPart>
        </mc:Choice>
        <mc:Fallback xmlns="">
          <p:pic>
            <p:nvPicPr>
              <p:cNvPr id="370" name="Ink 369">
                <a:extLst>
                  <a:ext uri="{FF2B5EF4-FFF2-40B4-BE49-F238E27FC236}">
                    <a16:creationId xmlns:a16="http://schemas.microsoft.com/office/drawing/2014/main" id="{7789B21A-735D-071D-F419-996AB0D800BE}"/>
                  </a:ext>
                </a:extLst>
              </p:cNvPr>
              <p:cNvPicPr/>
              <p:nvPr/>
            </p:nvPicPr>
            <p:blipFill>
              <a:blip r:embed="rId391"/>
              <a:stretch>
                <a:fillRect/>
              </a:stretch>
            </p:blipFill>
            <p:spPr>
              <a:xfrm>
                <a:off x="6315408" y="5183424"/>
                <a:ext cx="451440" cy="225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92">
            <p14:nvContentPartPr>
              <p14:cNvPr id="371" name="Ink 370">
                <a:extLst>
                  <a:ext uri="{FF2B5EF4-FFF2-40B4-BE49-F238E27FC236}">
                    <a16:creationId xmlns:a16="http://schemas.microsoft.com/office/drawing/2014/main" id="{01D5EB79-A759-B130-0BF2-F5EAC3CD3C43}"/>
                  </a:ext>
                </a:extLst>
              </p14:cNvPr>
              <p14:cNvContentPartPr/>
              <p14:nvPr/>
            </p14:nvContentPartPr>
            <p14:xfrm>
              <a:off x="6053328" y="5528664"/>
              <a:ext cx="7920" cy="122040"/>
            </p14:xfrm>
          </p:contentPart>
        </mc:Choice>
        <mc:Fallback xmlns="">
          <p:pic>
            <p:nvPicPr>
              <p:cNvPr id="371" name="Ink 370">
                <a:extLst>
                  <a:ext uri="{FF2B5EF4-FFF2-40B4-BE49-F238E27FC236}">
                    <a16:creationId xmlns:a16="http://schemas.microsoft.com/office/drawing/2014/main" id="{01D5EB79-A759-B130-0BF2-F5EAC3CD3C43}"/>
                  </a:ext>
                </a:extLst>
              </p:cNvPr>
              <p:cNvPicPr/>
              <p:nvPr/>
            </p:nvPicPr>
            <p:blipFill>
              <a:blip r:embed="rId393"/>
              <a:stretch>
                <a:fillRect/>
              </a:stretch>
            </p:blipFill>
            <p:spPr>
              <a:xfrm>
                <a:off x="6044688" y="5520024"/>
                <a:ext cx="25560" cy="139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94">
            <p14:nvContentPartPr>
              <p14:cNvPr id="372" name="Ink 371">
                <a:extLst>
                  <a:ext uri="{FF2B5EF4-FFF2-40B4-BE49-F238E27FC236}">
                    <a16:creationId xmlns:a16="http://schemas.microsoft.com/office/drawing/2014/main" id="{F45FB599-FC8A-4BCC-34CF-F492A25EAB3C}"/>
                  </a:ext>
                </a:extLst>
              </p14:cNvPr>
              <p14:cNvContentPartPr/>
              <p14:nvPr/>
            </p14:nvContentPartPr>
            <p14:xfrm>
              <a:off x="6015888" y="5510304"/>
              <a:ext cx="129240" cy="18720"/>
            </p14:xfrm>
          </p:contentPart>
        </mc:Choice>
        <mc:Fallback xmlns="">
          <p:pic>
            <p:nvPicPr>
              <p:cNvPr id="372" name="Ink 371">
                <a:extLst>
                  <a:ext uri="{FF2B5EF4-FFF2-40B4-BE49-F238E27FC236}">
                    <a16:creationId xmlns:a16="http://schemas.microsoft.com/office/drawing/2014/main" id="{F45FB599-FC8A-4BCC-34CF-F492A25EAB3C}"/>
                  </a:ext>
                </a:extLst>
              </p:cNvPr>
              <p:cNvPicPr/>
              <p:nvPr/>
            </p:nvPicPr>
            <p:blipFill>
              <a:blip r:embed="rId395"/>
              <a:stretch>
                <a:fillRect/>
              </a:stretch>
            </p:blipFill>
            <p:spPr>
              <a:xfrm>
                <a:off x="6007248" y="5501304"/>
                <a:ext cx="146880" cy="36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96">
            <p14:nvContentPartPr>
              <p14:cNvPr id="373" name="Ink 372">
                <a:extLst>
                  <a:ext uri="{FF2B5EF4-FFF2-40B4-BE49-F238E27FC236}">
                    <a16:creationId xmlns:a16="http://schemas.microsoft.com/office/drawing/2014/main" id="{852BF822-0513-18D8-7C00-A03956B36AC4}"/>
                  </a:ext>
                </a:extLst>
              </p14:cNvPr>
              <p14:cNvContentPartPr/>
              <p14:nvPr/>
            </p14:nvContentPartPr>
            <p14:xfrm>
              <a:off x="6020568" y="5644584"/>
              <a:ext cx="120240" cy="12960"/>
            </p14:xfrm>
          </p:contentPart>
        </mc:Choice>
        <mc:Fallback xmlns="">
          <p:pic>
            <p:nvPicPr>
              <p:cNvPr id="373" name="Ink 372">
                <a:extLst>
                  <a:ext uri="{FF2B5EF4-FFF2-40B4-BE49-F238E27FC236}">
                    <a16:creationId xmlns:a16="http://schemas.microsoft.com/office/drawing/2014/main" id="{852BF822-0513-18D8-7C00-A03956B36AC4}"/>
                  </a:ext>
                </a:extLst>
              </p:cNvPr>
              <p:cNvPicPr/>
              <p:nvPr/>
            </p:nvPicPr>
            <p:blipFill>
              <a:blip r:embed="rId397"/>
              <a:stretch>
                <a:fillRect/>
              </a:stretch>
            </p:blipFill>
            <p:spPr>
              <a:xfrm>
                <a:off x="6011568" y="5635584"/>
                <a:ext cx="137880" cy="30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98">
            <p14:nvContentPartPr>
              <p14:cNvPr id="374" name="Ink 373">
                <a:extLst>
                  <a:ext uri="{FF2B5EF4-FFF2-40B4-BE49-F238E27FC236}">
                    <a16:creationId xmlns:a16="http://schemas.microsoft.com/office/drawing/2014/main" id="{527EE156-D8B8-4F27-B096-F6778807020D}"/>
                  </a:ext>
                </a:extLst>
              </p14:cNvPr>
              <p14:cNvContentPartPr/>
              <p14:nvPr/>
            </p14:nvContentPartPr>
            <p14:xfrm>
              <a:off x="6185448" y="5538744"/>
              <a:ext cx="153000" cy="101880"/>
            </p14:xfrm>
          </p:contentPart>
        </mc:Choice>
        <mc:Fallback xmlns="">
          <p:pic>
            <p:nvPicPr>
              <p:cNvPr id="374" name="Ink 373">
                <a:extLst>
                  <a:ext uri="{FF2B5EF4-FFF2-40B4-BE49-F238E27FC236}">
                    <a16:creationId xmlns:a16="http://schemas.microsoft.com/office/drawing/2014/main" id="{527EE156-D8B8-4F27-B096-F6778807020D}"/>
                  </a:ext>
                </a:extLst>
              </p:cNvPr>
              <p:cNvPicPr/>
              <p:nvPr/>
            </p:nvPicPr>
            <p:blipFill>
              <a:blip r:embed="rId399"/>
              <a:stretch>
                <a:fillRect/>
              </a:stretch>
            </p:blipFill>
            <p:spPr>
              <a:xfrm>
                <a:off x="6176808" y="5529744"/>
                <a:ext cx="170640" cy="119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0">
            <p14:nvContentPartPr>
              <p14:cNvPr id="390" name="Ink 389">
                <a:extLst>
                  <a:ext uri="{FF2B5EF4-FFF2-40B4-BE49-F238E27FC236}">
                    <a16:creationId xmlns:a16="http://schemas.microsoft.com/office/drawing/2014/main" id="{DA280830-5718-0532-5222-12568FC9BE5B}"/>
                  </a:ext>
                </a:extLst>
              </p14:cNvPr>
              <p14:cNvContentPartPr/>
              <p14:nvPr/>
            </p14:nvContentPartPr>
            <p14:xfrm>
              <a:off x="6154848" y="5745744"/>
              <a:ext cx="18000" cy="96120"/>
            </p14:xfrm>
          </p:contentPart>
        </mc:Choice>
        <mc:Fallback xmlns="">
          <p:pic>
            <p:nvPicPr>
              <p:cNvPr id="390" name="Ink 389">
                <a:extLst>
                  <a:ext uri="{FF2B5EF4-FFF2-40B4-BE49-F238E27FC236}">
                    <a16:creationId xmlns:a16="http://schemas.microsoft.com/office/drawing/2014/main" id="{DA280830-5718-0532-5222-12568FC9BE5B}"/>
                  </a:ext>
                </a:extLst>
              </p:cNvPr>
              <p:cNvPicPr/>
              <p:nvPr/>
            </p:nvPicPr>
            <p:blipFill>
              <a:blip r:embed="rId401"/>
              <a:stretch>
                <a:fillRect/>
              </a:stretch>
            </p:blipFill>
            <p:spPr>
              <a:xfrm>
                <a:off x="6145848" y="5737104"/>
                <a:ext cx="35640" cy="113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2">
            <p14:nvContentPartPr>
              <p14:cNvPr id="391" name="Ink 390">
                <a:extLst>
                  <a:ext uri="{FF2B5EF4-FFF2-40B4-BE49-F238E27FC236}">
                    <a16:creationId xmlns:a16="http://schemas.microsoft.com/office/drawing/2014/main" id="{CE7BEA02-2108-D71A-43E6-93661D66FEE6}"/>
                  </a:ext>
                </a:extLst>
              </p14:cNvPr>
              <p14:cNvContentPartPr/>
              <p14:nvPr/>
            </p14:nvContentPartPr>
            <p14:xfrm>
              <a:off x="5996808" y="5896584"/>
              <a:ext cx="146160" cy="86040"/>
            </p14:xfrm>
          </p:contentPart>
        </mc:Choice>
        <mc:Fallback xmlns="">
          <p:pic>
            <p:nvPicPr>
              <p:cNvPr id="391" name="Ink 390">
                <a:extLst>
                  <a:ext uri="{FF2B5EF4-FFF2-40B4-BE49-F238E27FC236}">
                    <a16:creationId xmlns:a16="http://schemas.microsoft.com/office/drawing/2014/main" id="{CE7BEA02-2108-D71A-43E6-93661D66FEE6}"/>
                  </a:ext>
                </a:extLst>
              </p:cNvPr>
              <p:cNvPicPr/>
              <p:nvPr/>
            </p:nvPicPr>
            <p:blipFill>
              <a:blip r:embed="rId403"/>
              <a:stretch>
                <a:fillRect/>
              </a:stretch>
            </p:blipFill>
            <p:spPr>
              <a:xfrm>
                <a:off x="5987808" y="5887584"/>
                <a:ext cx="163800" cy="103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4">
            <p14:nvContentPartPr>
              <p14:cNvPr id="392" name="Ink 391">
                <a:extLst>
                  <a:ext uri="{FF2B5EF4-FFF2-40B4-BE49-F238E27FC236}">
                    <a16:creationId xmlns:a16="http://schemas.microsoft.com/office/drawing/2014/main" id="{BDBB99BF-4AFF-21F1-2069-C02A975D5EF4}"/>
                  </a:ext>
                </a:extLst>
              </p14:cNvPr>
              <p14:cNvContentPartPr/>
              <p14:nvPr/>
            </p14:nvContentPartPr>
            <p14:xfrm>
              <a:off x="6202728" y="5897664"/>
              <a:ext cx="2880" cy="51120"/>
            </p14:xfrm>
          </p:contentPart>
        </mc:Choice>
        <mc:Fallback xmlns="">
          <p:pic>
            <p:nvPicPr>
              <p:cNvPr id="392" name="Ink 391">
                <a:extLst>
                  <a:ext uri="{FF2B5EF4-FFF2-40B4-BE49-F238E27FC236}">
                    <a16:creationId xmlns:a16="http://schemas.microsoft.com/office/drawing/2014/main" id="{BDBB99BF-4AFF-21F1-2069-C02A975D5EF4}"/>
                  </a:ext>
                </a:extLst>
              </p:cNvPr>
              <p:cNvPicPr/>
              <p:nvPr/>
            </p:nvPicPr>
            <p:blipFill>
              <a:blip r:embed="rId405"/>
              <a:stretch>
                <a:fillRect/>
              </a:stretch>
            </p:blipFill>
            <p:spPr>
              <a:xfrm>
                <a:off x="6193728" y="5888664"/>
                <a:ext cx="20520" cy="68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6">
            <p14:nvContentPartPr>
              <p14:cNvPr id="393" name="Ink 392">
                <a:extLst>
                  <a:ext uri="{FF2B5EF4-FFF2-40B4-BE49-F238E27FC236}">
                    <a16:creationId xmlns:a16="http://schemas.microsoft.com/office/drawing/2014/main" id="{ECF072B0-A2C9-FD0A-8836-44A5A25881AC}"/>
                  </a:ext>
                </a:extLst>
              </p14:cNvPr>
              <p14:cNvContentPartPr/>
              <p14:nvPr/>
            </p14:nvContentPartPr>
            <p14:xfrm>
              <a:off x="6255288" y="5819544"/>
              <a:ext cx="164880" cy="112320"/>
            </p14:xfrm>
          </p:contentPart>
        </mc:Choice>
        <mc:Fallback xmlns="">
          <p:pic>
            <p:nvPicPr>
              <p:cNvPr id="393" name="Ink 392">
                <a:extLst>
                  <a:ext uri="{FF2B5EF4-FFF2-40B4-BE49-F238E27FC236}">
                    <a16:creationId xmlns:a16="http://schemas.microsoft.com/office/drawing/2014/main" id="{ECF072B0-A2C9-FD0A-8836-44A5A25881AC}"/>
                  </a:ext>
                </a:extLst>
              </p:cNvPr>
              <p:cNvPicPr/>
              <p:nvPr/>
            </p:nvPicPr>
            <p:blipFill>
              <a:blip r:embed="rId407"/>
              <a:stretch>
                <a:fillRect/>
              </a:stretch>
            </p:blipFill>
            <p:spPr>
              <a:xfrm>
                <a:off x="6246288" y="5810904"/>
                <a:ext cx="182520" cy="129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8">
            <p14:nvContentPartPr>
              <p14:cNvPr id="92" name="Ink 91">
                <a:extLst>
                  <a:ext uri="{FF2B5EF4-FFF2-40B4-BE49-F238E27FC236}">
                    <a16:creationId xmlns:a16="http://schemas.microsoft.com/office/drawing/2014/main" id="{F22534C6-5666-E6CC-54EE-08CBD3C1AFE6}"/>
                  </a:ext>
                </a:extLst>
              </p14:cNvPr>
              <p14:cNvContentPartPr/>
              <p14:nvPr/>
            </p14:nvContentPartPr>
            <p14:xfrm>
              <a:off x="2896128" y="3362904"/>
              <a:ext cx="300600" cy="280080"/>
            </p14:xfrm>
          </p:contentPart>
        </mc:Choice>
        <mc:Fallback xmlns="">
          <p:pic>
            <p:nvPicPr>
              <p:cNvPr id="92" name="Ink 91">
                <a:extLst>
                  <a:ext uri="{FF2B5EF4-FFF2-40B4-BE49-F238E27FC236}">
                    <a16:creationId xmlns:a16="http://schemas.microsoft.com/office/drawing/2014/main" id="{F22534C6-5666-E6CC-54EE-08CBD3C1AFE6}"/>
                  </a:ext>
                </a:extLst>
              </p:cNvPr>
              <p:cNvPicPr/>
              <p:nvPr/>
            </p:nvPicPr>
            <p:blipFill>
              <a:blip r:embed="rId409"/>
              <a:stretch>
                <a:fillRect/>
              </a:stretch>
            </p:blipFill>
            <p:spPr>
              <a:xfrm>
                <a:off x="2887488" y="3353904"/>
                <a:ext cx="318240" cy="297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10">
            <p14:nvContentPartPr>
              <p14:cNvPr id="93" name="Ink 92">
                <a:extLst>
                  <a:ext uri="{FF2B5EF4-FFF2-40B4-BE49-F238E27FC236}">
                    <a16:creationId xmlns:a16="http://schemas.microsoft.com/office/drawing/2014/main" id="{D7602179-D9D6-847C-94FB-75DE2547128C}"/>
                  </a:ext>
                </a:extLst>
              </p14:cNvPr>
              <p14:cNvContentPartPr/>
              <p14:nvPr/>
            </p14:nvContentPartPr>
            <p14:xfrm>
              <a:off x="2626128" y="3686184"/>
              <a:ext cx="457560" cy="370440"/>
            </p14:xfrm>
          </p:contentPart>
        </mc:Choice>
        <mc:Fallback xmlns="">
          <p:pic>
            <p:nvPicPr>
              <p:cNvPr id="93" name="Ink 92">
                <a:extLst>
                  <a:ext uri="{FF2B5EF4-FFF2-40B4-BE49-F238E27FC236}">
                    <a16:creationId xmlns:a16="http://schemas.microsoft.com/office/drawing/2014/main" id="{D7602179-D9D6-847C-94FB-75DE2547128C}"/>
                  </a:ext>
                </a:extLst>
              </p:cNvPr>
              <p:cNvPicPr/>
              <p:nvPr/>
            </p:nvPicPr>
            <p:blipFill>
              <a:blip r:embed="rId411"/>
              <a:stretch>
                <a:fillRect/>
              </a:stretch>
            </p:blipFill>
            <p:spPr>
              <a:xfrm>
                <a:off x="2617128" y="3677184"/>
                <a:ext cx="475200" cy="388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12">
            <p14:nvContentPartPr>
              <p14:cNvPr id="94" name="Ink 93">
                <a:extLst>
                  <a:ext uri="{FF2B5EF4-FFF2-40B4-BE49-F238E27FC236}">
                    <a16:creationId xmlns:a16="http://schemas.microsoft.com/office/drawing/2014/main" id="{F3C30A5D-1A93-0576-3FED-20DA4F061141}"/>
                  </a:ext>
                </a:extLst>
              </p14:cNvPr>
              <p14:cNvContentPartPr/>
              <p14:nvPr/>
            </p14:nvContentPartPr>
            <p14:xfrm>
              <a:off x="3138768" y="3738024"/>
              <a:ext cx="685080" cy="470520"/>
            </p14:xfrm>
          </p:contentPart>
        </mc:Choice>
        <mc:Fallback xmlns="">
          <p:pic>
            <p:nvPicPr>
              <p:cNvPr id="94" name="Ink 93">
                <a:extLst>
                  <a:ext uri="{FF2B5EF4-FFF2-40B4-BE49-F238E27FC236}">
                    <a16:creationId xmlns:a16="http://schemas.microsoft.com/office/drawing/2014/main" id="{F3C30A5D-1A93-0576-3FED-20DA4F061141}"/>
                  </a:ext>
                </a:extLst>
              </p:cNvPr>
              <p:cNvPicPr/>
              <p:nvPr/>
            </p:nvPicPr>
            <p:blipFill>
              <a:blip r:embed="rId413"/>
              <a:stretch>
                <a:fillRect/>
              </a:stretch>
            </p:blipFill>
            <p:spPr>
              <a:xfrm>
                <a:off x="3129768" y="3729384"/>
                <a:ext cx="702720" cy="488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14">
            <p14:nvContentPartPr>
              <p14:cNvPr id="99" name="Ink 98">
                <a:extLst>
                  <a:ext uri="{FF2B5EF4-FFF2-40B4-BE49-F238E27FC236}">
                    <a16:creationId xmlns:a16="http://schemas.microsoft.com/office/drawing/2014/main" id="{A2AE3AD7-87D9-8317-B9C9-E5589AA4C21D}"/>
                  </a:ext>
                </a:extLst>
              </p14:cNvPr>
              <p14:cNvContentPartPr/>
              <p14:nvPr/>
            </p14:nvContentPartPr>
            <p14:xfrm>
              <a:off x="3593448" y="4210704"/>
              <a:ext cx="181080" cy="200520"/>
            </p14:xfrm>
          </p:contentPart>
        </mc:Choice>
        <mc:Fallback xmlns="">
          <p:pic>
            <p:nvPicPr>
              <p:cNvPr id="99" name="Ink 98">
                <a:extLst>
                  <a:ext uri="{FF2B5EF4-FFF2-40B4-BE49-F238E27FC236}">
                    <a16:creationId xmlns:a16="http://schemas.microsoft.com/office/drawing/2014/main" id="{A2AE3AD7-87D9-8317-B9C9-E5589AA4C21D}"/>
                  </a:ext>
                </a:extLst>
              </p:cNvPr>
              <p:cNvPicPr/>
              <p:nvPr/>
            </p:nvPicPr>
            <p:blipFill>
              <a:blip r:embed="rId415"/>
              <a:stretch>
                <a:fillRect/>
              </a:stretch>
            </p:blipFill>
            <p:spPr>
              <a:xfrm>
                <a:off x="3584448" y="4201704"/>
                <a:ext cx="198720" cy="218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16">
            <p14:nvContentPartPr>
              <p14:cNvPr id="100" name="Ink 99">
                <a:extLst>
                  <a:ext uri="{FF2B5EF4-FFF2-40B4-BE49-F238E27FC236}">
                    <a16:creationId xmlns:a16="http://schemas.microsoft.com/office/drawing/2014/main" id="{3FC73448-92E3-33C7-96BE-A2755C3EDB20}"/>
                  </a:ext>
                </a:extLst>
              </p14:cNvPr>
              <p14:cNvContentPartPr/>
              <p14:nvPr/>
            </p14:nvContentPartPr>
            <p14:xfrm>
              <a:off x="3844368" y="4220424"/>
              <a:ext cx="183600" cy="187920"/>
            </p14:xfrm>
          </p:contentPart>
        </mc:Choice>
        <mc:Fallback xmlns="">
          <p:pic>
            <p:nvPicPr>
              <p:cNvPr id="100" name="Ink 99">
                <a:extLst>
                  <a:ext uri="{FF2B5EF4-FFF2-40B4-BE49-F238E27FC236}">
                    <a16:creationId xmlns:a16="http://schemas.microsoft.com/office/drawing/2014/main" id="{3FC73448-92E3-33C7-96BE-A2755C3EDB20}"/>
                  </a:ext>
                </a:extLst>
              </p:cNvPr>
              <p:cNvPicPr/>
              <p:nvPr/>
            </p:nvPicPr>
            <p:blipFill>
              <a:blip r:embed="rId417"/>
              <a:stretch>
                <a:fillRect/>
              </a:stretch>
            </p:blipFill>
            <p:spPr>
              <a:xfrm>
                <a:off x="3835728" y="4211424"/>
                <a:ext cx="201240" cy="205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18">
            <p14:nvContentPartPr>
              <p14:cNvPr id="110" name="Ink 109">
                <a:extLst>
                  <a:ext uri="{FF2B5EF4-FFF2-40B4-BE49-F238E27FC236}">
                    <a16:creationId xmlns:a16="http://schemas.microsoft.com/office/drawing/2014/main" id="{F3D01488-9B4F-555C-FB0B-3F807E422F40}"/>
                  </a:ext>
                </a:extLst>
              </p14:cNvPr>
              <p14:cNvContentPartPr/>
              <p14:nvPr/>
            </p14:nvContentPartPr>
            <p14:xfrm>
              <a:off x="3731688" y="4506624"/>
              <a:ext cx="228240" cy="374040"/>
            </p14:xfrm>
          </p:contentPart>
        </mc:Choice>
        <mc:Fallback xmlns="">
          <p:pic>
            <p:nvPicPr>
              <p:cNvPr id="110" name="Ink 109">
                <a:extLst>
                  <a:ext uri="{FF2B5EF4-FFF2-40B4-BE49-F238E27FC236}">
                    <a16:creationId xmlns:a16="http://schemas.microsoft.com/office/drawing/2014/main" id="{F3D01488-9B4F-555C-FB0B-3F807E422F40}"/>
                  </a:ext>
                </a:extLst>
              </p:cNvPr>
              <p:cNvPicPr/>
              <p:nvPr/>
            </p:nvPicPr>
            <p:blipFill>
              <a:blip r:embed="rId419"/>
              <a:stretch>
                <a:fillRect/>
              </a:stretch>
            </p:blipFill>
            <p:spPr>
              <a:xfrm>
                <a:off x="3723048" y="4497624"/>
                <a:ext cx="245880" cy="391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0">
            <p14:nvContentPartPr>
              <p14:cNvPr id="111" name="Ink 110">
                <a:extLst>
                  <a:ext uri="{FF2B5EF4-FFF2-40B4-BE49-F238E27FC236}">
                    <a16:creationId xmlns:a16="http://schemas.microsoft.com/office/drawing/2014/main" id="{6B5C35A1-212A-2F36-D0F2-8EDB4A17E808}"/>
                  </a:ext>
                </a:extLst>
              </p14:cNvPr>
              <p14:cNvContentPartPr/>
              <p14:nvPr/>
            </p14:nvContentPartPr>
            <p14:xfrm>
              <a:off x="3929328" y="4535064"/>
              <a:ext cx="743760" cy="342360"/>
            </p14:xfrm>
          </p:contentPart>
        </mc:Choice>
        <mc:Fallback xmlns="">
          <p:pic>
            <p:nvPicPr>
              <p:cNvPr id="111" name="Ink 110">
                <a:extLst>
                  <a:ext uri="{FF2B5EF4-FFF2-40B4-BE49-F238E27FC236}">
                    <a16:creationId xmlns:a16="http://schemas.microsoft.com/office/drawing/2014/main" id="{6B5C35A1-212A-2F36-D0F2-8EDB4A17E808}"/>
                  </a:ext>
                </a:extLst>
              </p:cNvPr>
              <p:cNvPicPr/>
              <p:nvPr/>
            </p:nvPicPr>
            <p:blipFill>
              <a:blip r:embed="rId421"/>
              <a:stretch>
                <a:fillRect/>
              </a:stretch>
            </p:blipFill>
            <p:spPr>
              <a:xfrm>
                <a:off x="3920688" y="4526424"/>
                <a:ext cx="761400" cy="36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2">
            <p14:nvContentPartPr>
              <p14:cNvPr id="112" name="Ink 111">
                <a:extLst>
                  <a:ext uri="{FF2B5EF4-FFF2-40B4-BE49-F238E27FC236}">
                    <a16:creationId xmlns:a16="http://schemas.microsoft.com/office/drawing/2014/main" id="{F4A057EE-A982-D949-20B0-1D8805D6F667}"/>
                  </a:ext>
                </a:extLst>
              </p14:cNvPr>
              <p14:cNvContentPartPr/>
              <p14:nvPr/>
            </p14:nvContentPartPr>
            <p14:xfrm>
              <a:off x="3604968" y="5019984"/>
              <a:ext cx="172800" cy="163800"/>
            </p14:xfrm>
          </p:contentPart>
        </mc:Choice>
        <mc:Fallback xmlns="">
          <p:pic>
            <p:nvPicPr>
              <p:cNvPr id="112" name="Ink 111">
                <a:extLst>
                  <a:ext uri="{FF2B5EF4-FFF2-40B4-BE49-F238E27FC236}">
                    <a16:creationId xmlns:a16="http://schemas.microsoft.com/office/drawing/2014/main" id="{F4A057EE-A982-D949-20B0-1D8805D6F667}"/>
                  </a:ext>
                </a:extLst>
              </p:cNvPr>
              <p:cNvPicPr/>
              <p:nvPr/>
            </p:nvPicPr>
            <p:blipFill>
              <a:blip r:embed="rId423"/>
              <a:stretch>
                <a:fillRect/>
              </a:stretch>
            </p:blipFill>
            <p:spPr>
              <a:xfrm>
                <a:off x="3596328" y="5011344"/>
                <a:ext cx="190440" cy="181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4">
            <p14:nvContentPartPr>
              <p14:cNvPr id="114" name="Ink 113">
                <a:extLst>
                  <a:ext uri="{FF2B5EF4-FFF2-40B4-BE49-F238E27FC236}">
                    <a16:creationId xmlns:a16="http://schemas.microsoft.com/office/drawing/2014/main" id="{DB1383FB-0BCE-1437-709B-53943650097E}"/>
                  </a:ext>
                </a:extLst>
              </p14:cNvPr>
              <p14:cNvContentPartPr/>
              <p14:nvPr/>
            </p14:nvContentPartPr>
            <p14:xfrm>
              <a:off x="4861728" y="4982904"/>
              <a:ext cx="154440" cy="218880"/>
            </p14:xfrm>
          </p:contentPart>
        </mc:Choice>
        <mc:Fallback xmlns="">
          <p:pic>
            <p:nvPicPr>
              <p:cNvPr id="114" name="Ink 113">
                <a:extLst>
                  <a:ext uri="{FF2B5EF4-FFF2-40B4-BE49-F238E27FC236}">
                    <a16:creationId xmlns:a16="http://schemas.microsoft.com/office/drawing/2014/main" id="{DB1383FB-0BCE-1437-709B-53943650097E}"/>
                  </a:ext>
                </a:extLst>
              </p:cNvPr>
              <p:cNvPicPr/>
              <p:nvPr/>
            </p:nvPicPr>
            <p:blipFill>
              <a:blip r:embed="rId425"/>
              <a:stretch>
                <a:fillRect/>
              </a:stretch>
            </p:blipFill>
            <p:spPr>
              <a:xfrm>
                <a:off x="4853088" y="4973904"/>
                <a:ext cx="172080" cy="236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6">
            <p14:nvContentPartPr>
              <p14:cNvPr id="348" name="Ink 347">
                <a:extLst>
                  <a:ext uri="{FF2B5EF4-FFF2-40B4-BE49-F238E27FC236}">
                    <a16:creationId xmlns:a16="http://schemas.microsoft.com/office/drawing/2014/main" id="{1F85D996-5E0F-3551-8E39-FA9152AAD662}"/>
                  </a:ext>
                </a:extLst>
              </p14:cNvPr>
              <p14:cNvContentPartPr/>
              <p14:nvPr/>
            </p14:nvContentPartPr>
            <p14:xfrm>
              <a:off x="3644568" y="5297904"/>
              <a:ext cx="28800" cy="174960"/>
            </p14:xfrm>
          </p:contentPart>
        </mc:Choice>
        <mc:Fallback xmlns="">
          <p:pic>
            <p:nvPicPr>
              <p:cNvPr id="348" name="Ink 347">
                <a:extLst>
                  <a:ext uri="{FF2B5EF4-FFF2-40B4-BE49-F238E27FC236}">
                    <a16:creationId xmlns:a16="http://schemas.microsoft.com/office/drawing/2014/main" id="{1F85D996-5E0F-3551-8E39-FA9152AAD662}"/>
                  </a:ext>
                </a:extLst>
              </p:cNvPr>
              <p:cNvPicPr/>
              <p:nvPr/>
            </p:nvPicPr>
            <p:blipFill>
              <a:blip r:embed="rId427"/>
              <a:stretch>
                <a:fillRect/>
              </a:stretch>
            </p:blipFill>
            <p:spPr>
              <a:xfrm>
                <a:off x="3635928" y="5289264"/>
                <a:ext cx="46440" cy="19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8">
            <p14:nvContentPartPr>
              <p14:cNvPr id="349" name="Ink 348">
                <a:extLst>
                  <a:ext uri="{FF2B5EF4-FFF2-40B4-BE49-F238E27FC236}">
                    <a16:creationId xmlns:a16="http://schemas.microsoft.com/office/drawing/2014/main" id="{0A229F06-B06A-05D1-1046-1C0DF9813F98}"/>
                  </a:ext>
                </a:extLst>
              </p14:cNvPr>
              <p14:cNvContentPartPr/>
              <p14:nvPr/>
            </p14:nvContentPartPr>
            <p14:xfrm>
              <a:off x="3316968" y="5499864"/>
              <a:ext cx="86040" cy="252360"/>
            </p14:xfrm>
          </p:contentPart>
        </mc:Choice>
        <mc:Fallback xmlns="">
          <p:pic>
            <p:nvPicPr>
              <p:cNvPr id="349" name="Ink 348">
                <a:extLst>
                  <a:ext uri="{FF2B5EF4-FFF2-40B4-BE49-F238E27FC236}">
                    <a16:creationId xmlns:a16="http://schemas.microsoft.com/office/drawing/2014/main" id="{0A229F06-B06A-05D1-1046-1C0DF9813F98}"/>
                  </a:ext>
                </a:extLst>
              </p:cNvPr>
              <p:cNvPicPr/>
              <p:nvPr/>
            </p:nvPicPr>
            <p:blipFill>
              <a:blip r:embed="rId429"/>
              <a:stretch>
                <a:fillRect/>
              </a:stretch>
            </p:blipFill>
            <p:spPr>
              <a:xfrm>
                <a:off x="3308328" y="5490864"/>
                <a:ext cx="103680" cy="27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30">
            <p14:nvContentPartPr>
              <p14:cNvPr id="351" name="Ink 350">
                <a:extLst>
                  <a:ext uri="{FF2B5EF4-FFF2-40B4-BE49-F238E27FC236}">
                    <a16:creationId xmlns:a16="http://schemas.microsoft.com/office/drawing/2014/main" id="{AADF1235-EE1B-E980-A60E-5991370D0F3E}"/>
                  </a:ext>
                </a:extLst>
              </p14:cNvPr>
              <p14:cNvContentPartPr/>
              <p14:nvPr/>
            </p14:nvContentPartPr>
            <p14:xfrm>
              <a:off x="3444048" y="5464224"/>
              <a:ext cx="114480" cy="199440"/>
            </p14:xfrm>
          </p:contentPart>
        </mc:Choice>
        <mc:Fallback xmlns="">
          <p:pic>
            <p:nvPicPr>
              <p:cNvPr id="351" name="Ink 350">
                <a:extLst>
                  <a:ext uri="{FF2B5EF4-FFF2-40B4-BE49-F238E27FC236}">
                    <a16:creationId xmlns:a16="http://schemas.microsoft.com/office/drawing/2014/main" id="{AADF1235-EE1B-E980-A60E-5991370D0F3E}"/>
                  </a:ext>
                </a:extLst>
              </p:cNvPr>
              <p:cNvPicPr/>
              <p:nvPr/>
            </p:nvPicPr>
            <p:blipFill>
              <a:blip r:embed="rId431"/>
              <a:stretch>
                <a:fillRect/>
              </a:stretch>
            </p:blipFill>
            <p:spPr>
              <a:xfrm>
                <a:off x="3435048" y="5455584"/>
                <a:ext cx="132120" cy="217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32">
            <p14:nvContentPartPr>
              <p14:cNvPr id="352" name="Ink 351">
                <a:extLst>
                  <a:ext uri="{FF2B5EF4-FFF2-40B4-BE49-F238E27FC236}">
                    <a16:creationId xmlns:a16="http://schemas.microsoft.com/office/drawing/2014/main" id="{838BBDB7-975A-6A4A-D396-73BCC9A2D83D}"/>
                  </a:ext>
                </a:extLst>
              </p14:cNvPr>
              <p14:cNvContentPartPr/>
              <p14:nvPr/>
            </p14:nvContentPartPr>
            <p14:xfrm>
              <a:off x="3603168" y="5545224"/>
              <a:ext cx="240840" cy="117360"/>
            </p14:xfrm>
          </p:contentPart>
        </mc:Choice>
        <mc:Fallback xmlns="">
          <p:pic>
            <p:nvPicPr>
              <p:cNvPr id="352" name="Ink 351">
                <a:extLst>
                  <a:ext uri="{FF2B5EF4-FFF2-40B4-BE49-F238E27FC236}">
                    <a16:creationId xmlns:a16="http://schemas.microsoft.com/office/drawing/2014/main" id="{838BBDB7-975A-6A4A-D396-73BCC9A2D83D}"/>
                  </a:ext>
                </a:extLst>
              </p:cNvPr>
              <p:cNvPicPr/>
              <p:nvPr/>
            </p:nvPicPr>
            <p:blipFill>
              <a:blip r:embed="rId433"/>
              <a:stretch>
                <a:fillRect/>
              </a:stretch>
            </p:blipFill>
            <p:spPr>
              <a:xfrm>
                <a:off x="3594168" y="5536224"/>
                <a:ext cx="258480" cy="135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34">
            <p14:nvContentPartPr>
              <p14:cNvPr id="353" name="Ink 352">
                <a:extLst>
                  <a:ext uri="{FF2B5EF4-FFF2-40B4-BE49-F238E27FC236}">
                    <a16:creationId xmlns:a16="http://schemas.microsoft.com/office/drawing/2014/main" id="{F986439A-9355-7A8D-B699-1A3288F685E3}"/>
                  </a:ext>
                </a:extLst>
              </p14:cNvPr>
              <p14:cNvContentPartPr/>
              <p14:nvPr/>
            </p14:nvContentPartPr>
            <p14:xfrm>
              <a:off x="3895848" y="5513904"/>
              <a:ext cx="69840" cy="138600"/>
            </p14:xfrm>
          </p:contentPart>
        </mc:Choice>
        <mc:Fallback xmlns="">
          <p:pic>
            <p:nvPicPr>
              <p:cNvPr id="353" name="Ink 352">
                <a:extLst>
                  <a:ext uri="{FF2B5EF4-FFF2-40B4-BE49-F238E27FC236}">
                    <a16:creationId xmlns:a16="http://schemas.microsoft.com/office/drawing/2014/main" id="{F986439A-9355-7A8D-B699-1A3288F685E3}"/>
                  </a:ext>
                </a:extLst>
              </p:cNvPr>
              <p:cNvPicPr/>
              <p:nvPr/>
            </p:nvPicPr>
            <p:blipFill>
              <a:blip r:embed="rId435"/>
              <a:stretch>
                <a:fillRect/>
              </a:stretch>
            </p:blipFill>
            <p:spPr>
              <a:xfrm>
                <a:off x="3886848" y="5504904"/>
                <a:ext cx="87480" cy="156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36">
            <p14:nvContentPartPr>
              <p14:cNvPr id="357" name="Ink 356">
                <a:extLst>
                  <a:ext uri="{FF2B5EF4-FFF2-40B4-BE49-F238E27FC236}">
                    <a16:creationId xmlns:a16="http://schemas.microsoft.com/office/drawing/2014/main" id="{46B7856F-F6DB-9E87-4E56-38DE39DC7140}"/>
                  </a:ext>
                </a:extLst>
              </p14:cNvPr>
              <p14:cNvContentPartPr/>
              <p14:nvPr/>
            </p14:nvContentPartPr>
            <p14:xfrm>
              <a:off x="4611528" y="5240664"/>
              <a:ext cx="175320" cy="252360"/>
            </p14:xfrm>
          </p:contentPart>
        </mc:Choice>
        <mc:Fallback xmlns="">
          <p:pic>
            <p:nvPicPr>
              <p:cNvPr id="357" name="Ink 356">
                <a:extLst>
                  <a:ext uri="{FF2B5EF4-FFF2-40B4-BE49-F238E27FC236}">
                    <a16:creationId xmlns:a16="http://schemas.microsoft.com/office/drawing/2014/main" id="{46B7856F-F6DB-9E87-4E56-38DE39DC7140}"/>
                  </a:ext>
                </a:extLst>
              </p:cNvPr>
              <p:cNvPicPr/>
              <p:nvPr/>
            </p:nvPicPr>
            <p:blipFill>
              <a:blip r:embed="rId437"/>
              <a:stretch>
                <a:fillRect/>
              </a:stretch>
            </p:blipFill>
            <p:spPr>
              <a:xfrm>
                <a:off x="4602528" y="5232024"/>
                <a:ext cx="192960" cy="27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38">
            <p14:nvContentPartPr>
              <p14:cNvPr id="358" name="Ink 357">
                <a:extLst>
                  <a:ext uri="{FF2B5EF4-FFF2-40B4-BE49-F238E27FC236}">
                    <a16:creationId xmlns:a16="http://schemas.microsoft.com/office/drawing/2014/main" id="{C1623488-9EDE-0231-14CB-9C10EB187F79}"/>
                  </a:ext>
                </a:extLst>
              </p14:cNvPr>
              <p14:cNvContentPartPr/>
              <p14:nvPr/>
            </p14:nvContentPartPr>
            <p14:xfrm>
              <a:off x="4748328" y="5264064"/>
              <a:ext cx="374040" cy="166320"/>
            </p14:xfrm>
          </p:contentPart>
        </mc:Choice>
        <mc:Fallback xmlns="">
          <p:pic>
            <p:nvPicPr>
              <p:cNvPr id="358" name="Ink 357">
                <a:extLst>
                  <a:ext uri="{FF2B5EF4-FFF2-40B4-BE49-F238E27FC236}">
                    <a16:creationId xmlns:a16="http://schemas.microsoft.com/office/drawing/2014/main" id="{C1623488-9EDE-0231-14CB-9C10EB187F79}"/>
                  </a:ext>
                </a:extLst>
              </p:cNvPr>
              <p:cNvPicPr/>
              <p:nvPr/>
            </p:nvPicPr>
            <p:blipFill>
              <a:blip r:embed="rId439"/>
              <a:stretch>
                <a:fillRect/>
              </a:stretch>
            </p:blipFill>
            <p:spPr>
              <a:xfrm>
                <a:off x="4739688" y="5255064"/>
                <a:ext cx="391680" cy="183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0">
            <p14:nvContentPartPr>
              <p14:cNvPr id="359" name="Ink 358">
                <a:extLst>
                  <a:ext uri="{FF2B5EF4-FFF2-40B4-BE49-F238E27FC236}">
                    <a16:creationId xmlns:a16="http://schemas.microsoft.com/office/drawing/2014/main" id="{A3AC04FC-6C7A-340D-DEC4-8383A709FD2E}"/>
                  </a:ext>
                </a:extLst>
              </p14:cNvPr>
              <p14:cNvContentPartPr/>
              <p14:nvPr/>
            </p14:nvContentPartPr>
            <p14:xfrm>
              <a:off x="4632408" y="5464944"/>
              <a:ext cx="513720" cy="30960"/>
            </p14:xfrm>
          </p:contentPart>
        </mc:Choice>
        <mc:Fallback xmlns="">
          <p:pic>
            <p:nvPicPr>
              <p:cNvPr id="359" name="Ink 358">
                <a:extLst>
                  <a:ext uri="{FF2B5EF4-FFF2-40B4-BE49-F238E27FC236}">
                    <a16:creationId xmlns:a16="http://schemas.microsoft.com/office/drawing/2014/main" id="{A3AC04FC-6C7A-340D-DEC4-8383A709FD2E}"/>
                  </a:ext>
                </a:extLst>
              </p:cNvPr>
              <p:cNvPicPr/>
              <p:nvPr/>
            </p:nvPicPr>
            <p:blipFill>
              <a:blip r:embed="rId441"/>
              <a:stretch>
                <a:fillRect/>
              </a:stretch>
            </p:blipFill>
            <p:spPr>
              <a:xfrm>
                <a:off x="4623408" y="5455944"/>
                <a:ext cx="531360" cy="48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2">
            <p14:nvContentPartPr>
              <p14:cNvPr id="360" name="Ink 359">
                <a:extLst>
                  <a:ext uri="{FF2B5EF4-FFF2-40B4-BE49-F238E27FC236}">
                    <a16:creationId xmlns:a16="http://schemas.microsoft.com/office/drawing/2014/main" id="{02FACC08-CCA4-21EB-FA9F-42DEF9315595}"/>
                  </a:ext>
                </a:extLst>
              </p14:cNvPr>
              <p14:cNvContentPartPr/>
              <p14:nvPr/>
            </p14:nvContentPartPr>
            <p14:xfrm>
              <a:off x="5164488" y="5480424"/>
              <a:ext cx="11520" cy="5400"/>
            </p14:xfrm>
          </p:contentPart>
        </mc:Choice>
        <mc:Fallback xmlns="">
          <p:pic>
            <p:nvPicPr>
              <p:cNvPr id="360" name="Ink 359">
                <a:extLst>
                  <a:ext uri="{FF2B5EF4-FFF2-40B4-BE49-F238E27FC236}">
                    <a16:creationId xmlns:a16="http://schemas.microsoft.com/office/drawing/2014/main" id="{02FACC08-CCA4-21EB-FA9F-42DEF9315595}"/>
                  </a:ext>
                </a:extLst>
              </p:cNvPr>
              <p:cNvPicPr/>
              <p:nvPr/>
            </p:nvPicPr>
            <p:blipFill>
              <a:blip r:embed="rId88"/>
              <a:stretch>
                <a:fillRect/>
              </a:stretch>
            </p:blipFill>
            <p:spPr>
              <a:xfrm>
                <a:off x="5155848" y="5471424"/>
                <a:ext cx="29160" cy="23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3">
            <p14:nvContentPartPr>
              <p14:cNvPr id="361" name="Ink 360">
                <a:extLst>
                  <a:ext uri="{FF2B5EF4-FFF2-40B4-BE49-F238E27FC236}">
                    <a16:creationId xmlns:a16="http://schemas.microsoft.com/office/drawing/2014/main" id="{D04EA389-1820-9B2A-D882-395AD1B350EA}"/>
                  </a:ext>
                </a:extLst>
              </p14:cNvPr>
              <p14:cNvContentPartPr/>
              <p14:nvPr/>
            </p14:nvContentPartPr>
            <p14:xfrm>
              <a:off x="4475448" y="5585904"/>
              <a:ext cx="16920" cy="144360"/>
            </p14:xfrm>
          </p:contentPart>
        </mc:Choice>
        <mc:Fallback xmlns="">
          <p:pic>
            <p:nvPicPr>
              <p:cNvPr id="361" name="Ink 360">
                <a:extLst>
                  <a:ext uri="{FF2B5EF4-FFF2-40B4-BE49-F238E27FC236}">
                    <a16:creationId xmlns:a16="http://schemas.microsoft.com/office/drawing/2014/main" id="{D04EA389-1820-9B2A-D882-395AD1B350EA}"/>
                  </a:ext>
                </a:extLst>
              </p:cNvPr>
              <p:cNvPicPr/>
              <p:nvPr/>
            </p:nvPicPr>
            <p:blipFill>
              <a:blip r:embed="rId444"/>
              <a:stretch>
                <a:fillRect/>
              </a:stretch>
            </p:blipFill>
            <p:spPr>
              <a:xfrm>
                <a:off x="4466808" y="5577264"/>
                <a:ext cx="34560" cy="16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5">
            <p14:nvContentPartPr>
              <p14:cNvPr id="362" name="Ink 361">
                <a:extLst>
                  <a:ext uri="{FF2B5EF4-FFF2-40B4-BE49-F238E27FC236}">
                    <a16:creationId xmlns:a16="http://schemas.microsoft.com/office/drawing/2014/main" id="{E604B82D-2F54-5C58-E111-2ED073D278BD}"/>
                  </a:ext>
                </a:extLst>
              </p14:cNvPr>
              <p14:cNvContentPartPr/>
              <p14:nvPr/>
            </p14:nvContentPartPr>
            <p14:xfrm>
              <a:off x="4441608" y="5568624"/>
              <a:ext cx="263520" cy="152640"/>
            </p14:xfrm>
          </p:contentPart>
        </mc:Choice>
        <mc:Fallback xmlns="">
          <p:pic>
            <p:nvPicPr>
              <p:cNvPr id="362" name="Ink 361">
                <a:extLst>
                  <a:ext uri="{FF2B5EF4-FFF2-40B4-BE49-F238E27FC236}">
                    <a16:creationId xmlns:a16="http://schemas.microsoft.com/office/drawing/2014/main" id="{E604B82D-2F54-5C58-E111-2ED073D278BD}"/>
                  </a:ext>
                </a:extLst>
              </p:cNvPr>
              <p:cNvPicPr/>
              <p:nvPr/>
            </p:nvPicPr>
            <p:blipFill>
              <a:blip r:embed="rId446"/>
              <a:stretch>
                <a:fillRect/>
              </a:stretch>
            </p:blipFill>
            <p:spPr>
              <a:xfrm>
                <a:off x="4432608" y="5559984"/>
                <a:ext cx="281160" cy="170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7">
            <p14:nvContentPartPr>
              <p14:cNvPr id="363" name="Ink 362">
                <a:extLst>
                  <a:ext uri="{FF2B5EF4-FFF2-40B4-BE49-F238E27FC236}">
                    <a16:creationId xmlns:a16="http://schemas.microsoft.com/office/drawing/2014/main" id="{5003B420-16C0-2617-1B97-C6B528F19615}"/>
                  </a:ext>
                </a:extLst>
              </p14:cNvPr>
              <p14:cNvContentPartPr/>
              <p14:nvPr/>
            </p14:nvContentPartPr>
            <p14:xfrm>
              <a:off x="4831488" y="5539464"/>
              <a:ext cx="249480" cy="273960"/>
            </p14:xfrm>
          </p:contentPart>
        </mc:Choice>
        <mc:Fallback xmlns="">
          <p:pic>
            <p:nvPicPr>
              <p:cNvPr id="363" name="Ink 362">
                <a:extLst>
                  <a:ext uri="{FF2B5EF4-FFF2-40B4-BE49-F238E27FC236}">
                    <a16:creationId xmlns:a16="http://schemas.microsoft.com/office/drawing/2014/main" id="{5003B420-16C0-2617-1B97-C6B528F19615}"/>
                  </a:ext>
                </a:extLst>
              </p:cNvPr>
              <p:cNvPicPr/>
              <p:nvPr/>
            </p:nvPicPr>
            <p:blipFill>
              <a:blip r:embed="rId448"/>
              <a:stretch>
                <a:fillRect/>
              </a:stretch>
            </p:blipFill>
            <p:spPr>
              <a:xfrm>
                <a:off x="4822488" y="5530464"/>
                <a:ext cx="267120" cy="291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9">
            <p14:nvContentPartPr>
              <p14:cNvPr id="364" name="Ink 363">
                <a:extLst>
                  <a:ext uri="{FF2B5EF4-FFF2-40B4-BE49-F238E27FC236}">
                    <a16:creationId xmlns:a16="http://schemas.microsoft.com/office/drawing/2014/main" id="{4256E7D3-3E34-E8A9-7E42-F7D304FF0327}"/>
                  </a:ext>
                </a:extLst>
              </p14:cNvPr>
              <p14:cNvContentPartPr/>
              <p14:nvPr/>
            </p14:nvContentPartPr>
            <p14:xfrm>
              <a:off x="5142528" y="5629464"/>
              <a:ext cx="67680" cy="47520"/>
            </p14:xfrm>
          </p:contentPart>
        </mc:Choice>
        <mc:Fallback xmlns="">
          <p:pic>
            <p:nvPicPr>
              <p:cNvPr id="364" name="Ink 363">
                <a:extLst>
                  <a:ext uri="{FF2B5EF4-FFF2-40B4-BE49-F238E27FC236}">
                    <a16:creationId xmlns:a16="http://schemas.microsoft.com/office/drawing/2014/main" id="{4256E7D3-3E34-E8A9-7E42-F7D304FF0327}"/>
                  </a:ext>
                </a:extLst>
              </p:cNvPr>
              <p:cNvPicPr/>
              <p:nvPr/>
            </p:nvPicPr>
            <p:blipFill>
              <a:blip r:embed="rId450"/>
              <a:stretch>
                <a:fillRect/>
              </a:stretch>
            </p:blipFill>
            <p:spPr>
              <a:xfrm>
                <a:off x="5133528" y="5620824"/>
                <a:ext cx="85320" cy="65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51">
            <p14:nvContentPartPr>
              <p14:cNvPr id="365" name="Ink 364">
                <a:extLst>
                  <a:ext uri="{FF2B5EF4-FFF2-40B4-BE49-F238E27FC236}">
                    <a16:creationId xmlns:a16="http://schemas.microsoft.com/office/drawing/2014/main" id="{910E887F-E8F2-FD24-2C73-8F4D53D1DC55}"/>
                  </a:ext>
                </a:extLst>
              </p14:cNvPr>
              <p14:cNvContentPartPr/>
              <p14:nvPr/>
            </p14:nvContentPartPr>
            <p14:xfrm>
              <a:off x="5275728" y="5625504"/>
              <a:ext cx="97920" cy="60840"/>
            </p14:xfrm>
          </p:contentPart>
        </mc:Choice>
        <mc:Fallback xmlns="">
          <p:pic>
            <p:nvPicPr>
              <p:cNvPr id="365" name="Ink 364">
                <a:extLst>
                  <a:ext uri="{FF2B5EF4-FFF2-40B4-BE49-F238E27FC236}">
                    <a16:creationId xmlns:a16="http://schemas.microsoft.com/office/drawing/2014/main" id="{910E887F-E8F2-FD24-2C73-8F4D53D1DC55}"/>
                  </a:ext>
                </a:extLst>
              </p:cNvPr>
              <p:cNvPicPr/>
              <p:nvPr/>
            </p:nvPicPr>
            <p:blipFill>
              <a:blip r:embed="rId452"/>
              <a:stretch>
                <a:fillRect/>
              </a:stretch>
            </p:blipFill>
            <p:spPr>
              <a:xfrm>
                <a:off x="5267088" y="5616864"/>
                <a:ext cx="115560" cy="78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53">
            <p14:nvContentPartPr>
              <p14:cNvPr id="394" name="Ink 393">
                <a:extLst>
                  <a:ext uri="{FF2B5EF4-FFF2-40B4-BE49-F238E27FC236}">
                    <a16:creationId xmlns:a16="http://schemas.microsoft.com/office/drawing/2014/main" id="{BB457857-CBCE-DB47-A464-2860DA9408C3}"/>
                  </a:ext>
                </a:extLst>
              </p14:cNvPr>
              <p14:cNvContentPartPr/>
              <p14:nvPr/>
            </p14:nvContentPartPr>
            <p14:xfrm>
              <a:off x="5386968" y="5580864"/>
              <a:ext cx="102960" cy="246600"/>
            </p14:xfrm>
          </p:contentPart>
        </mc:Choice>
        <mc:Fallback xmlns="">
          <p:pic>
            <p:nvPicPr>
              <p:cNvPr id="394" name="Ink 393">
                <a:extLst>
                  <a:ext uri="{FF2B5EF4-FFF2-40B4-BE49-F238E27FC236}">
                    <a16:creationId xmlns:a16="http://schemas.microsoft.com/office/drawing/2014/main" id="{BB457857-CBCE-DB47-A464-2860DA9408C3}"/>
                  </a:ext>
                </a:extLst>
              </p:cNvPr>
              <p:cNvPicPr/>
              <p:nvPr/>
            </p:nvPicPr>
            <p:blipFill>
              <a:blip r:embed="rId454"/>
              <a:stretch>
                <a:fillRect/>
              </a:stretch>
            </p:blipFill>
            <p:spPr>
              <a:xfrm>
                <a:off x="5378328" y="5572224"/>
                <a:ext cx="120600" cy="264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55">
            <p14:nvContentPartPr>
              <p14:cNvPr id="395" name="Ink 394">
                <a:extLst>
                  <a:ext uri="{FF2B5EF4-FFF2-40B4-BE49-F238E27FC236}">
                    <a16:creationId xmlns:a16="http://schemas.microsoft.com/office/drawing/2014/main" id="{675EC898-3FEB-8F66-61BB-62900B6126B6}"/>
                  </a:ext>
                </a:extLst>
              </p14:cNvPr>
              <p14:cNvContentPartPr/>
              <p14:nvPr/>
            </p14:nvContentPartPr>
            <p14:xfrm>
              <a:off x="4339368" y="5643144"/>
              <a:ext cx="164880" cy="167040"/>
            </p14:xfrm>
          </p:contentPart>
        </mc:Choice>
        <mc:Fallback xmlns="">
          <p:pic>
            <p:nvPicPr>
              <p:cNvPr id="395" name="Ink 394">
                <a:extLst>
                  <a:ext uri="{FF2B5EF4-FFF2-40B4-BE49-F238E27FC236}">
                    <a16:creationId xmlns:a16="http://schemas.microsoft.com/office/drawing/2014/main" id="{675EC898-3FEB-8F66-61BB-62900B6126B6}"/>
                  </a:ext>
                </a:extLst>
              </p:cNvPr>
              <p:cNvPicPr/>
              <p:nvPr/>
            </p:nvPicPr>
            <p:blipFill>
              <a:blip r:embed="rId456"/>
              <a:stretch>
                <a:fillRect/>
              </a:stretch>
            </p:blipFill>
            <p:spPr>
              <a:xfrm>
                <a:off x="4330368" y="5634504"/>
                <a:ext cx="182520" cy="184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57">
            <p14:nvContentPartPr>
              <p14:cNvPr id="398" name="Ink 397">
                <a:extLst>
                  <a:ext uri="{FF2B5EF4-FFF2-40B4-BE49-F238E27FC236}">
                    <a16:creationId xmlns:a16="http://schemas.microsoft.com/office/drawing/2014/main" id="{1FD89B67-0E6A-9896-E79F-8DA8583136AB}"/>
                  </a:ext>
                </a:extLst>
              </p14:cNvPr>
              <p14:cNvContentPartPr/>
              <p14:nvPr/>
            </p14:nvContentPartPr>
            <p14:xfrm>
              <a:off x="3988008" y="5511384"/>
              <a:ext cx="117720" cy="237960"/>
            </p14:xfrm>
          </p:contentPart>
        </mc:Choice>
        <mc:Fallback xmlns="">
          <p:pic>
            <p:nvPicPr>
              <p:cNvPr id="398" name="Ink 397">
                <a:extLst>
                  <a:ext uri="{FF2B5EF4-FFF2-40B4-BE49-F238E27FC236}">
                    <a16:creationId xmlns:a16="http://schemas.microsoft.com/office/drawing/2014/main" id="{1FD89B67-0E6A-9896-E79F-8DA8583136AB}"/>
                  </a:ext>
                </a:extLst>
              </p:cNvPr>
              <p:cNvPicPr/>
              <p:nvPr/>
            </p:nvPicPr>
            <p:blipFill>
              <a:blip r:embed="rId458"/>
              <a:stretch>
                <a:fillRect/>
              </a:stretch>
            </p:blipFill>
            <p:spPr>
              <a:xfrm>
                <a:off x="3979368" y="5502384"/>
                <a:ext cx="135360" cy="255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59">
            <p14:nvContentPartPr>
              <p14:cNvPr id="399" name="Ink 398">
                <a:extLst>
                  <a:ext uri="{FF2B5EF4-FFF2-40B4-BE49-F238E27FC236}">
                    <a16:creationId xmlns:a16="http://schemas.microsoft.com/office/drawing/2014/main" id="{E7EFB9BB-2DA2-D8CC-80C4-BE4E796A6E32}"/>
                  </a:ext>
                </a:extLst>
              </p14:cNvPr>
              <p14:cNvContentPartPr/>
              <p14:nvPr/>
            </p14:nvContentPartPr>
            <p14:xfrm>
              <a:off x="3197448" y="5536224"/>
              <a:ext cx="135720" cy="320760"/>
            </p14:xfrm>
          </p:contentPart>
        </mc:Choice>
        <mc:Fallback xmlns="">
          <p:pic>
            <p:nvPicPr>
              <p:cNvPr id="399" name="Ink 398">
                <a:extLst>
                  <a:ext uri="{FF2B5EF4-FFF2-40B4-BE49-F238E27FC236}">
                    <a16:creationId xmlns:a16="http://schemas.microsoft.com/office/drawing/2014/main" id="{E7EFB9BB-2DA2-D8CC-80C4-BE4E796A6E32}"/>
                  </a:ext>
                </a:extLst>
              </p:cNvPr>
              <p:cNvPicPr/>
              <p:nvPr/>
            </p:nvPicPr>
            <p:blipFill>
              <a:blip r:embed="rId460"/>
              <a:stretch>
                <a:fillRect/>
              </a:stretch>
            </p:blipFill>
            <p:spPr>
              <a:xfrm>
                <a:off x="3188808" y="5527584"/>
                <a:ext cx="153360" cy="338400"/>
              </a:xfrm>
              <a:prstGeom prst="rect">
                <a:avLst/>
              </a:prstGeom>
            </p:spPr>
          </p:pic>
        </mc:Fallback>
      </mc:AlternateContent>
      <p:grpSp>
        <p:nvGrpSpPr>
          <p:cNvPr id="403" name="Group 402">
            <a:extLst>
              <a:ext uri="{FF2B5EF4-FFF2-40B4-BE49-F238E27FC236}">
                <a16:creationId xmlns:a16="http://schemas.microsoft.com/office/drawing/2014/main" id="{6F249F89-A289-5D6A-725B-C3B86CB820AD}"/>
              </a:ext>
            </a:extLst>
          </p:cNvPr>
          <p:cNvGrpSpPr/>
          <p:nvPr/>
        </p:nvGrpSpPr>
        <p:grpSpPr>
          <a:xfrm>
            <a:off x="1357128" y="4189824"/>
            <a:ext cx="1337400" cy="1225440"/>
            <a:chOff x="1357128" y="4189824"/>
            <a:chExt cx="1337400" cy="1225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61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DDB6C83C-E297-4028-5912-F68193D3E475}"/>
                    </a:ext>
                  </a:extLst>
                </p14:cNvPr>
                <p14:cNvContentPartPr/>
                <p14:nvPr/>
              </p14:nvContentPartPr>
              <p14:xfrm>
                <a:off x="2145168" y="4189824"/>
                <a:ext cx="206640" cy="170280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DDB6C83C-E297-4028-5912-F68193D3E475}"/>
                    </a:ext>
                  </a:extLst>
                </p:cNvPr>
                <p:cNvPicPr/>
                <p:nvPr/>
              </p:nvPicPr>
              <p:blipFill>
                <a:blip r:embed="rId462"/>
                <a:stretch>
                  <a:fillRect/>
                </a:stretch>
              </p:blipFill>
              <p:spPr>
                <a:xfrm>
                  <a:off x="2136168" y="4180824"/>
                  <a:ext cx="224280" cy="18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3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D89F61AF-2F71-38EF-3BC3-BF193FB009CB}"/>
                    </a:ext>
                  </a:extLst>
                </p14:cNvPr>
                <p14:cNvContentPartPr/>
                <p14:nvPr/>
              </p14:nvContentPartPr>
              <p14:xfrm>
                <a:off x="2413728" y="4195944"/>
                <a:ext cx="108720" cy="185760"/>
              </p14:xfrm>
            </p:contentPart>
          </mc:Choice>
          <mc:Fallback xmlns=""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D89F61AF-2F71-38EF-3BC3-BF193FB009CB}"/>
                    </a:ext>
                  </a:extLst>
                </p:cNvPr>
                <p:cNvPicPr/>
                <p:nvPr/>
              </p:nvPicPr>
              <p:blipFill>
                <a:blip r:embed="rId464"/>
                <a:stretch>
                  <a:fillRect/>
                </a:stretch>
              </p:blipFill>
              <p:spPr>
                <a:xfrm>
                  <a:off x="2404728" y="4187304"/>
                  <a:ext cx="126360" cy="20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5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14599DE9-524C-71F1-2BD4-1597FEA0A1AC}"/>
                    </a:ext>
                  </a:extLst>
                </p14:cNvPr>
                <p14:cNvContentPartPr/>
                <p14:nvPr/>
              </p14:nvContentPartPr>
              <p14:xfrm>
                <a:off x="2004408" y="4472784"/>
                <a:ext cx="278280" cy="331560"/>
              </p14:xfrm>
            </p:contentPart>
          </mc:Choice>
          <mc:Fallback xmlns=""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14599DE9-524C-71F1-2BD4-1597FEA0A1AC}"/>
                    </a:ext>
                  </a:extLst>
                </p:cNvPr>
                <p:cNvPicPr/>
                <p:nvPr/>
              </p:nvPicPr>
              <p:blipFill>
                <a:blip r:embed="rId466"/>
                <a:stretch>
                  <a:fillRect/>
                </a:stretch>
              </p:blipFill>
              <p:spPr>
                <a:xfrm>
                  <a:off x="1995768" y="4464144"/>
                  <a:ext cx="295920" cy="34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7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ACD44EAF-6D0D-4E5F-812F-F85FB978F150}"/>
                    </a:ext>
                  </a:extLst>
                </p14:cNvPr>
                <p14:cNvContentPartPr/>
                <p14:nvPr/>
              </p14:nvContentPartPr>
              <p14:xfrm>
                <a:off x="2295648" y="4472784"/>
                <a:ext cx="257760" cy="340560"/>
              </p14:xfrm>
            </p:contentPart>
          </mc:Choice>
          <mc:Fallback xmlns=""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ACD44EAF-6D0D-4E5F-812F-F85FB978F150}"/>
                    </a:ext>
                  </a:extLst>
                </p:cNvPr>
                <p:cNvPicPr/>
                <p:nvPr/>
              </p:nvPicPr>
              <p:blipFill>
                <a:blip r:embed="rId468"/>
                <a:stretch>
                  <a:fillRect/>
                </a:stretch>
              </p:blipFill>
              <p:spPr>
                <a:xfrm>
                  <a:off x="2286648" y="4463784"/>
                  <a:ext cx="275400" cy="35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9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8F49642D-7CEF-0372-57D0-9CFC53EBEC85}"/>
                    </a:ext>
                  </a:extLst>
                </p14:cNvPr>
                <p14:cNvContentPartPr/>
                <p14:nvPr/>
              </p14:nvContentPartPr>
              <p14:xfrm>
                <a:off x="1949328" y="4835664"/>
                <a:ext cx="28800" cy="8280"/>
              </p14:xfrm>
            </p:contentPart>
          </mc:Choice>
          <mc:Fallback xmlns=""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8F49642D-7CEF-0372-57D0-9CFC53EBEC85}"/>
                    </a:ext>
                  </a:extLst>
                </p:cNvPr>
                <p:cNvPicPr/>
                <p:nvPr/>
              </p:nvPicPr>
              <p:blipFill>
                <a:blip r:embed="rId470"/>
                <a:stretch>
                  <a:fillRect/>
                </a:stretch>
              </p:blipFill>
              <p:spPr>
                <a:xfrm>
                  <a:off x="1940328" y="4826664"/>
                  <a:ext cx="46440" cy="2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1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FF07C5DE-F03F-CE64-8068-C931F68BCBA4}"/>
                    </a:ext>
                  </a:extLst>
                </p14:cNvPr>
                <p14:cNvContentPartPr/>
                <p14:nvPr/>
              </p14:nvContentPartPr>
              <p14:xfrm>
                <a:off x="1972008" y="4816944"/>
                <a:ext cx="603000" cy="16560"/>
              </p14:xfrm>
            </p:contentPart>
          </mc:Choice>
          <mc:Fallback xmlns=""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FF07C5DE-F03F-CE64-8068-C931F68BCBA4}"/>
                    </a:ext>
                  </a:extLst>
                </p:cNvPr>
                <p:cNvPicPr/>
                <p:nvPr/>
              </p:nvPicPr>
              <p:blipFill>
                <a:blip r:embed="rId472"/>
                <a:stretch>
                  <a:fillRect/>
                </a:stretch>
              </p:blipFill>
              <p:spPr>
                <a:xfrm>
                  <a:off x="1963368" y="4808304"/>
                  <a:ext cx="620640" cy="3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3">
              <p14:nvContentPartPr>
                <p14:cNvPr id="341" name="Ink 340">
                  <a:extLst>
                    <a:ext uri="{FF2B5EF4-FFF2-40B4-BE49-F238E27FC236}">
                      <a16:creationId xmlns:a16="http://schemas.microsoft.com/office/drawing/2014/main" id="{57AEAB87-5BDD-C660-F68F-662DF8927081}"/>
                    </a:ext>
                  </a:extLst>
                </p14:cNvPr>
                <p14:cNvContentPartPr/>
                <p14:nvPr/>
              </p14:nvContentPartPr>
              <p14:xfrm>
                <a:off x="1598688" y="4975704"/>
                <a:ext cx="21960" cy="228960"/>
              </p14:xfrm>
            </p:contentPart>
          </mc:Choice>
          <mc:Fallback xmlns="">
            <p:pic>
              <p:nvPicPr>
                <p:cNvPr id="341" name="Ink 340">
                  <a:extLst>
                    <a:ext uri="{FF2B5EF4-FFF2-40B4-BE49-F238E27FC236}">
                      <a16:creationId xmlns:a16="http://schemas.microsoft.com/office/drawing/2014/main" id="{57AEAB87-5BDD-C660-F68F-662DF8927081}"/>
                    </a:ext>
                  </a:extLst>
                </p:cNvPr>
                <p:cNvPicPr/>
                <p:nvPr/>
              </p:nvPicPr>
              <p:blipFill>
                <a:blip r:embed="rId474"/>
                <a:stretch>
                  <a:fillRect/>
                </a:stretch>
              </p:blipFill>
              <p:spPr>
                <a:xfrm>
                  <a:off x="1589688" y="4967064"/>
                  <a:ext cx="39600" cy="24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5">
              <p14:nvContentPartPr>
                <p14:cNvPr id="342" name="Ink 341">
                  <a:extLst>
                    <a:ext uri="{FF2B5EF4-FFF2-40B4-BE49-F238E27FC236}">
                      <a16:creationId xmlns:a16="http://schemas.microsoft.com/office/drawing/2014/main" id="{E4C6F51E-A1E8-9DEA-050A-13DFB206240B}"/>
                    </a:ext>
                  </a:extLst>
                </p14:cNvPr>
                <p14:cNvContentPartPr/>
                <p14:nvPr/>
              </p14:nvContentPartPr>
              <p14:xfrm>
                <a:off x="1548288" y="4870224"/>
                <a:ext cx="448200" cy="316800"/>
              </p14:xfrm>
            </p:contentPart>
          </mc:Choice>
          <mc:Fallback xmlns="">
            <p:pic>
              <p:nvPicPr>
                <p:cNvPr id="342" name="Ink 341">
                  <a:extLst>
                    <a:ext uri="{FF2B5EF4-FFF2-40B4-BE49-F238E27FC236}">
                      <a16:creationId xmlns:a16="http://schemas.microsoft.com/office/drawing/2014/main" id="{E4C6F51E-A1E8-9DEA-050A-13DFB206240B}"/>
                    </a:ext>
                  </a:extLst>
                </p:cNvPr>
                <p:cNvPicPr/>
                <p:nvPr/>
              </p:nvPicPr>
              <p:blipFill>
                <a:blip r:embed="rId476"/>
                <a:stretch>
                  <a:fillRect/>
                </a:stretch>
              </p:blipFill>
              <p:spPr>
                <a:xfrm>
                  <a:off x="1539648" y="4861224"/>
                  <a:ext cx="465840" cy="33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7">
              <p14:nvContentPartPr>
                <p14:cNvPr id="343" name="Ink 342">
                  <a:extLst>
                    <a:ext uri="{FF2B5EF4-FFF2-40B4-BE49-F238E27FC236}">
                      <a16:creationId xmlns:a16="http://schemas.microsoft.com/office/drawing/2014/main" id="{EE7DD9C3-1311-3FEC-9581-91618F1D85D3}"/>
                    </a:ext>
                  </a:extLst>
                </p14:cNvPr>
                <p14:cNvContentPartPr/>
                <p14:nvPr/>
              </p14:nvContentPartPr>
              <p14:xfrm>
                <a:off x="2182248" y="5018904"/>
                <a:ext cx="200880" cy="302400"/>
              </p14:xfrm>
            </p:contentPart>
          </mc:Choice>
          <mc:Fallback xmlns="">
            <p:pic>
              <p:nvPicPr>
                <p:cNvPr id="343" name="Ink 342">
                  <a:extLst>
                    <a:ext uri="{FF2B5EF4-FFF2-40B4-BE49-F238E27FC236}">
                      <a16:creationId xmlns:a16="http://schemas.microsoft.com/office/drawing/2014/main" id="{EE7DD9C3-1311-3FEC-9581-91618F1D85D3}"/>
                    </a:ext>
                  </a:extLst>
                </p:cNvPr>
                <p:cNvPicPr/>
                <p:nvPr/>
              </p:nvPicPr>
              <p:blipFill>
                <a:blip r:embed="rId478"/>
                <a:stretch>
                  <a:fillRect/>
                </a:stretch>
              </p:blipFill>
              <p:spPr>
                <a:xfrm>
                  <a:off x="2173608" y="5009904"/>
                  <a:ext cx="218520" cy="32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9">
              <p14:nvContentPartPr>
                <p14:cNvPr id="344" name="Ink 343">
                  <a:extLst>
                    <a:ext uri="{FF2B5EF4-FFF2-40B4-BE49-F238E27FC236}">
                      <a16:creationId xmlns:a16="http://schemas.microsoft.com/office/drawing/2014/main" id="{A4CD3E0B-CA09-410A-DECB-0DE73E4D4572}"/>
                    </a:ext>
                  </a:extLst>
                </p14:cNvPr>
                <p14:cNvContentPartPr/>
                <p14:nvPr/>
              </p14:nvContentPartPr>
              <p14:xfrm>
                <a:off x="2377728" y="4993704"/>
                <a:ext cx="14760" cy="26640"/>
              </p14:xfrm>
            </p:contentPart>
          </mc:Choice>
          <mc:Fallback xmlns="">
            <p:pic>
              <p:nvPicPr>
                <p:cNvPr id="344" name="Ink 343">
                  <a:extLst>
                    <a:ext uri="{FF2B5EF4-FFF2-40B4-BE49-F238E27FC236}">
                      <a16:creationId xmlns:a16="http://schemas.microsoft.com/office/drawing/2014/main" id="{A4CD3E0B-CA09-410A-DECB-0DE73E4D4572}"/>
                    </a:ext>
                  </a:extLst>
                </p:cNvPr>
                <p:cNvPicPr/>
                <p:nvPr/>
              </p:nvPicPr>
              <p:blipFill>
                <a:blip r:embed="rId480"/>
                <a:stretch>
                  <a:fillRect/>
                </a:stretch>
              </p:blipFill>
              <p:spPr>
                <a:xfrm>
                  <a:off x="2369088" y="4984704"/>
                  <a:ext cx="32400" cy="4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1">
              <p14:nvContentPartPr>
                <p14:cNvPr id="345" name="Ink 344">
                  <a:extLst>
                    <a:ext uri="{FF2B5EF4-FFF2-40B4-BE49-F238E27FC236}">
                      <a16:creationId xmlns:a16="http://schemas.microsoft.com/office/drawing/2014/main" id="{0C85387C-79B1-6727-5406-14B3086DF057}"/>
                    </a:ext>
                  </a:extLst>
                </p14:cNvPr>
                <p14:cNvContentPartPr/>
                <p14:nvPr/>
              </p14:nvContentPartPr>
              <p14:xfrm>
                <a:off x="2452248" y="5096304"/>
                <a:ext cx="28080" cy="39960"/>
              </p14:xfrm>
            </p:contentPart>
          </mc:Choice>
          <mc:Fallback xmlns="">
            <p:pic>
              <p:nvPicPr>
                <p:cNvPr id="345" name="Ink 344">
                  <a:extLst>
                    <a:ext uri="{FF2B5EF4-FFF2-40B4-BE49-F238E27FC236}">
                      <a16:creationId xmlns:a16="http://schemas.microsoft.com/office/drawing/2014/main" id="{0C85387C-79B1-6727-5406-14B3086DF057}"/>
                    </a:ext>
                  </a:extLst>
                </p:cNvPr>
                <p:cNvPicPr/>
                <p:nvPr/>
              </p:nvPicPr>
              <p:blipFill>
                <a:blip r:embed="rId482"/>
                <a:stretch>
                  <a:fillRect/>
                </a:stretch>
              </p:blipFill>
              <p:spPr>
                <a:xfrm>
                  <a:off x="2443608" y="5087664"/>
                  <a:ext cx="45720" cy="5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3">
              <p14:nvContentPartPr>
                <p14:cNvPr id="346" name="Ink 345">
                  <a:extLst>
                    <a:ext uri="{FF2B5EF4-FFF2-40B4-BE49-F238E27FC236}">
                      <a16:creationId xmlns:a16="http://schemas.microsoft.com/office/drawing/2014/main" id="{66B1F766-24BE-7E77-2451-FC8DA1E2B153}"/>
                    </a:ext>
                  </a:extLst>
                </p14:cNvPr>
                <p14:cNvContentPartPr/>
                <p14:nvPr/>
              </p14:nvContentPartPr>
              <p14:xfrm>
                <a:off x="2525688" y="4926744"/>
                <a:ext cx="93600" cy="312120"/>
              </p14:xfrm>
            </p:contentPart>
          </mc:Choice>
          <mc:Fallback xmlns="">
            <p:pic>
              <p:nvPicPr>
                <p:cNvPr id="346" name="Ink 345">
                  <a:extLst>
                    <a:ext uri="{FF2B5EF4-FFF2-40B4-BE49-F238E27FC236}">
                      <a16:creationId xmlns:a16="http://schemas.microsoft.com/office/drawing/2014/main" id="{66B1F766-24BE-7E77-2451-FC8DA1E2B153}"/>
                    </a:ext>
                  </a:extLst>
                </p:cNvPr>
                <p:cNvPicPr/>
                <p:nvPr/>
              </p:nvPicPr>
              <p:blipFill>
                <a:blip r:embed="rId484"/>
                <a:stretch>
                  <a:fillRect/>
                </a:stretch>
              </p:blipFill>
              <p:spPr>
                <a:xfrm>
                  <a:off x="2516688" y="4917744"/>
                  <a:ext cx="111240" cy="32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5">
              <p14:nvContentPartPr>
                <p14:cNvPr id="401" name="Ink 400">
                  <a:extLst>
                    <a:ext uri="{FF2B5EF4-FFF2-40B4-BE49-F238E27FC236}">
                      <a16:creationId xmlns:a16="http://schemas.microsoft.com/office/drawing/2014/main" id="{54749832-9AE3-A122-B7A8-46800CD5C792}"/>
                    </a:ext>
                  </a:extLst>
                </p14:cNvPr>
                <p14:cNvContentPartPr/>
                <p14:nvPr/>
              </p14:nvContentPartPr>
              <p14:xfrm>
                <a:off x="2511288" y="4954824"/>
                <a:ext cx="183240" cy="304200"/>
              </p14:xfrm>
            </p:contentPart>
          </mc:Choice>
          <mc:Fallback xmlns="">
            <p:pic>
              <p:nvPicPr>
                <p:cNvPr id="401" name="Ink 400">
                  <a:extLst>
                    <a:ext uri="{FF2B5EF4-FFF2-40B4-BE49-F238E27FC236}">
                      <a16:creationId xmlns:a16="http://schemas.microsoft.com/office/drawing/2014/main" id="{54749832-9AE3-A122-B7A8-46800CD5C792}"/>
                    </a:ext>
                  </a:extLst>
                </p:cNvPr>
                <p:cNvPicPr/>
                <p:nvPr/>
              </p:nvPicPr>
              <p:blipFill>
                <a:blip r:embed="rId486"/>
                <a:stretch>
                  <a:fillRect/>
                </a:stretch>
              </p:blipFill>
              <p:spPr>
                <a:xfrm>
                  <a:off x="2502288" y="4945824"/>
                  <a:ext cx="200880" cy="32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7">
              <p14:nvContentPartPr>
                <p14:cNvPr id="402" name="Ink 401">
                  <a:extLst>
                    <a:ext uri="{FF2B5EF4-FFF2-40B4-BE49-F238E27FC236}">
                      <a16:creationId xmlns:a16="http://schemas.microsoft.com/office/drawing/2014/main" id="{59C8FF73-E423-9837-E465-7CACD586D9FA}"/>
                    </a:ext>
                  </a:extLst>
                </p14:cNvPr>
                <p14:cNvContentPartPr/>
                <p14:nvPr/>
              </p14:nvContentPartPr>
              <p14:xfrm>
                <a:off x="1357128" y="4961304"/>
                <a:ext cx="288360" cy="453960"/>
              </p14:xfrm>
            </p:contentPart>
          </mc:Choice>
          <mc:Fallback xmlns="">
            <p:pic>
              <p:nvPicPr>
                <p:cNvPr id="402" name="Ink 401">
                  <a:extLst>
                    <a:ext uri="{FF2B5EF4-FFF2-40B4-BE49-F238E27FC236}">
                      <a16:creationId xmlns:a16="http://schemas.microsoft.com/office/drawing/2014/main" id="{59C8FF73-E423-9837-E465-7CACD586D9FA}"/>
                    </a:ext>
                  </a:extLst>
                </p:cNvPr>
                <p:cNvPicPr/>
                <p:nvPr/>
              </p:nvPicPr>
              <p:blipFill>
                <a:blip r:embed="rId488"/>
                <a:stretch>
                  <a:fillRect/>
                </a:stretch>
              </p:blipFill>
              <p:spPr>
                <a:xfrm>
                  <a:off x="1348128" y="4952664"/>
                  <a:ext cx="306000" cy="471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18" name="Group 417">
            <a:extLst>
              <a:ext uri="{FF2B5EF4-FFF2-40B4-BE49-F238E27FC236}">
                <a16:creationId xmlns:a16="http://schemas.microsoft.com/office/drawing/2014/main" id="{D08C9268-3020-0EEF-262D-2B66FF95A122}"/>
              </a:ext>
            </a:extLst>
          </p:cNvPr>
          <p:cNvGrpSpPr/>
          <p:nvPr/>
        </p:nvGrpSpPr>
        <p:grpSpPr>
          <a:xfrm>
            <a:off x="6807528" y="5462784"/>
            <a:ext cx="1956240" cy="971280"/>
            <a:chOff x="6807528" y="5462784"/>
            <a:chExt cx="1956240" cy="971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89">
              <p14:nvContentPartPr>
                <p14:cNvPr id="313" name="Ink 312">
                  <a:extLst>
                    <a:ext uri="{FF2B5EF4-FFF2-40B4-BE49-F238E27FC236}">
                      <a16:creationId xmlns:a16="http://schemas.microsoft.com/office/drawing/2014/main" id="{81BFB88F-FBE6-57C8-808C-22A2EF43664A}"/>
                    </a:ext>
                  </a:extLst>
                </p14:cNvPr>
                <p14:cNvContentPartPr/>
                <p14:nvPr/>
              </p14:nvContentPartPr>
              <p14:xfrm>
                <a:off x="6870888" y="6135264"/>
                <a:ext cx="151920" cy="298800"/>
              </p14:xfrm>
            </p:contentPart>
          </mc:Choice>
          <mc:Fallback xmlns="">
            <p:pic>
              <p:nvPicPr>
                <p:cNvPr id="313" name="Ink 312">
                  <a:extLst>
                    <a:ext uri="{FF2B5EF4-FFF2-40B4-BE49-F238E27FC236}">
                      <a16:creationId xmlns:a16="http://schemas.microsoft.com/office/drawing/2014/main" id="{81BFB88F-FBE6-57C8-808C-22A2EF43664A}"/>
                    </a:ext>
                  </a:extLst>
                </p:cNvPr>
                <p:cNvPicPr/>
                <p:nvPr/>
              </p:nvPicPr>
              <p:blipFill>
                <a:blip r:embed="rId490"/>
                <a:stretch>
                  <a:fillRect/>
                </a:stretch>
              </p:blipFill>
              <p:spPr>
                <a:xfrm>
                  <a:off x="6861888" y="6126264"/>
                  <a:ext cx="169560" cy="31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1">
              <p14:nvContentPartPr>
                <p14:cNvPr id="314" name="Ink 313">
                  <a:extLst>
                    <a:ext uri="{FF2B5EF4-FFF2-40B4-BE49-F238E27FC236}">
                      <a16:creationId xmlns:a16="http://schemas.microsoft.com/office/drawing/2014/main" id="{D43B6A85-B164-55AB-B162-75EADC11F1FA}"/>
                    </a:ext>
                  </a:extLst>
                </p14:cNvPr>
                <p14:cNvContentPartPr/>
                <p14:nvPr/>
              </p14:nvContentPartPr>
              <p14:xfrm>
                <a:off x="7111008" y="6098544"/>
                <a:ext cx="219960" cy="212760"/>
              </p14:xfrm>
            </p:contentPart>
          </mc:Choice>
          <mc:Fallback xmlns="">
            <p:pic>
              <p:nvPicPr>
                <p:cNvPr id="314" name="Ink 313">
                  <a:extLst>
                    <a:ext uri="{FF2B5EF4-FFF2-40B4-BE49-F238E27FC236}">
                      <a16:creationId xmlns:a16="http://schemas.microsoft.com/office/drawing/2014/main" id="{D43B6A85-B164-55AB-B162-75EADC11F1FA}"/>
                    </a:ext>
                  </a:extLst>
                </p:cNvPr>
                <p:cNvPicPr/>
                <p:nvPr/>
              </p:nvPicPr>
              <p:blipFill>
                <a:blip r:embed="rId492"/>
                <a:stretch>
                  <a:fillRect/>
                </a:stretch>
              </p:blipFill>
              <p:spPr>
                <a:xfrm>
                  <a:off x="7102368" y="6089544"/>
                  <a:ext cx="237600" cy="23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3">
              <p14:nvContentPartPr>
                <p14:cNvPr id="315" name="Ink 314">
                  <a:extLst>
                    <a:ext uri="{FF2B5EF4-FFF2-40B4-BE49-F238E27FC236}">
                      <a16:creationId xmlns:a16="http://schemas.microsoft.com/office/drawing/2014/main" id="{CBD8BDF4-CCE0-09FA-BD5A-39DCC08402EE}"/>
                    </a:ext>
                  </a:extLst>
                </p14:cNvPr>
                <p14:cNvContentPartPr/>
                <p14:nvPr/>
              </p14:nvContentPartPr>
              <p14:xfrm>
                <a:off x="7389288" y="6120144"/>
                <a:ext cx="415440" cy="191520"/>
              </p14:xfrm>
            </p:contentPart>
          </mc:Choice>
          <mc:Fallback xmlns="">
            <p:pic>
              <p:nvPicPr>
                <p:cNvPr id="315" name="Ink 314">
                  <a:extLst>
                    <a:ext uri="{FF2B5EF4-FFF2-40B4-BE49-F238E27FC236}">
                      <a16:creationId xmlns:a16="http://schemas.microsoft.com/office/drawing/2014/main" id="{CBD8BDF4-CCE0-09FA-BD5A-39DCC08402EE}"/>
                    </a:ext>
                  </a:extLst>
                </p:cNvPr>
                <p:cNvPicPr/>
                <p:nvPr/>
              </p:nvPicPr>
              <p:blipFill>
                <a:blip r:embed="rId494"/>
                <a:stretch>
                  <a:fillRect/>
                </a:stretch>
              </p:blipFill>
              <p:spPr>
                <a:xfrm>
                  <a:off x="7380288" y="6111144"/>
                  <a:ext cx="433080" cy="20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5">
              <p14:nvContentPartPr>
                <p14:cNvPr id="316" name="Ink 315">
                  <a:extLst>
                    <a:ext uri="{FF2B5EF4-FFF2-40B4-BE49-F238E27FC236}">
                      <a16:creationId xmlns:a16="http://schemas.microsoft.com/office/drawing/2014/main" id="{F0C65104-A73B-4D8F-FD06-D651D8887D5B}"/>
                    </a:ext>
                  </a:extLst>
                </p14:cNvPr>
                <p14:cNvContentPartPr/>
                <p14:nvPr/>
              </p14:nvContentPartPr>
              <p14:xfrm>
                <a:off x="7838928" y="6094584"/>
                <a:ext cx="141840" cy="230040"/>
              </p14:xfrm>
            </p:contentPart>
          </mc:Choice>
          <mc:Fallback xmlns="">
            <p:pic>
              <p:nvPicPr>
                <p:cNvPr id="316" name="Ink 315">
                  <a:extLst>
                    <a:ext uri="{FF2B5EF4-FFF2-40B4-BE49-F238E27FC236}">
                      <a16:creationId xmlns:a16="http://schemas.microsoft.com/office/drawing/2014/main" id="{F0C65104-A73B-4D8F-FD06-D651D8887D5B}"/>
                    </a:ext>
                  </a:extLst>
                </p:cNvPr>
                <p:cNvPicPr/>
                <p:nvPr/>
              </p:nvPicPr>
              <p:blipFill>
                <a:blip r:embed="rId496"/>
                <a:stretch>
                  <a:fillRect/>
                </a:stretch>
              </p:blipFill>
              <p:spPr>
                <a:xfrm>
                  <a:off x="7829928" y="6085584"/>
                  <a:ext cx="159480" cy="24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7">
              <p14:nvContentPartPr>
                <p14:cNvPr id="318" name="Ink 317">
                  <a:extLst>
                    <a:ext uri="{FF2B5EF4-FFF2-40B4-BE49-F238E27FC236}">
                      <a16:creationId xmlns:a16="http://schemas.microsoft.com/office/drawing/2014/main" id="{2D1949DA-D1AB-055C-3374-2087136D7611}"/>
                    </a:ext>
                  </a:extLst>
                </p14:cNvPr>
                <p14:cNvContentPartPr/>
                <p14:nvPr/>
              </p14:nvContentPartPr>
              <p14:xfrm>
                <a:off x="8486208" y="6069024"/>
                <a:ext cx="28080" cy="258480"/>
              </p14:xfrm>
            </p:contentPart>
          </mc:Choice>
          <mc:Fallback xmlns="">
            <p:pic>
              <p:nvPicPr>
                <p:cNvPr id="318" name="Ink 317">
                  <a:extLst>
                    <a:ext uri="{FF2B5EF4-FFF2-40B4-BE49-F238E27FC236}">
                      <a16:creationId xmlns:a16="http://schemas.microsoft.com/office/drawing/2014/main" id="{2D1949DA-D1AB-055C-3374-2087136D7611}"/>
                    </a:ext>
                  </a:extLst>
                </p:cNvPr>
                <p:cNvPicPr/>
                <p:nvPr/>
              </p:nvPicPr>
              <p:blipFill>
                <a:blip r:embed="rId498"/>
                <a:stretch>
                  <a:fillRect/>
                </a:stretch>
              </p:blipFill>
              <p:spPr>
                <a:xfrm>
                  <a:off x="8477208" y="6060384"/>
                  <a:ext cx="45720" cy="27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9">
              <p14:nvContentPartPr>
                <p14:cNvPr id="319" name="Ink 318">
                  <a:extLst>
                    <a:ext uri="{FF2B5EF4-FFF2-40B4-BE49-F238E27FC236}">
                      <a16:creationId xmlns:a16="http://schemas.microsoft.com/office/drawing/2014/main" id="{8CC920E6-53EC-732A-195C-6510A530E34A}"/>
                    </a:ext>
                  </a:extLst>
                </p14:cNvPr>
                <p14:cNvContentPartPr/>
                <p14:nvPr/>
              </p14:nvContentPartPr>
              <p14:xfrm>
                <a:off x="8508528" y="6103584"/>
                <a:ext cx="255240" cy="237240"/>
              </p14:xfrm>
            </p:contentPart>
          </mc:Choice>
          <mc:Fallback xmlns="">
            <p:pic>
              <p:nvPicPr>
                <p:cNvPr id="319" name="Ink 318">
                  <a:extLst>
                    <a:ext uri="{FF2B5EF4-FFF2-40B4-BE49-F238E27FC236}">
                      <a16:creationId xmlns:a16="http://schemas.microsoft.com/office/drawing/2014/main" id="{8CC920E6-53EC-732A-195C-6510A530E34A}"/>
                    </a:ext>
                  </a:extLst>
                </p:cNvPr>
                <p:cNvPicPr/>
                <p:nvPr/>
              </p:nvPicPr>
              <p:blipFill>
                <a:blip r:embed="rId500"/>
                <a:stretch>
                  <a:fillRect/>
                </a:stretch>
              </p:blipFill>
              <p:spPr>
                <a:xfrm>
                  <a:off x="8499528" y="6094944"/>
                  <a:ext cx="272880" cy="25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1">
              <p14:nvContentPartPr>
                <p14:cNvPr id="376" name="Ink 375">
                  <a:extLst>
                    <a:ext uri="{FF2B5EF4-FFF2-40B4-BE49-F238E27FC236}">
                      <a16:creationId xmlns:a16="http://schemas.microsoft.com/office/drawing/2014/main" id="{BC2195FE-3CA3-B5F2-87DA-0CD3A72F8736}"/>
                    </a:ext>
                  </a:extLst>
                </p14:cNvPr>
                <p14:cNvContentPartPr/>
                <p14:nvPr/>
              </p14:nvContentPartPr>
              <p14:xfrm>
                <a:off x="6807528" y="5486904"/>
                <a:ext cx="149400" cy="122760"/>
              </p14:xfrm>
            </p:contentPart>
          </mc:Choice>
          <mc:Fallback xmlns="">
            <p:pic>
              <p:nvPicPr>
                <p:cNvPr id="376" name="Ink 375">
                  <a:extLst>
                    <a:ext uri="{FF2B5EF4-FFF2-40B4-BE49-F238E27FC236}">
                      <a16:creationId xmlns:a16="http://schemas.microsoft.com/office/drawing/2014/main" id="{BC2195FE-3CA3-B5F2-87DA-0CD3A72F8736}"/>
                    </a:ext>
                  </a:extLst>
                </p:cNvPr>
                <p:cNvPicPr/>
                <p:nvPr/>
              </p:nvPicPr>
              <p:blipFill>
                <a:blip r:embed="rId502"/>
                <a:stretch>
                  <a:fillRect/>
                </a:stretch>
              </p:blipFill>
              <p:spPr>
                <a:xfrm>
                  <a:off x="6798888" y="5478264"/>
                  <a:ext cx="167040" cy="14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3">
              <p14:nvContentPartPr>
                <p14:cNvPr id="377" name="Ink 376">
                  <a:extLst>
                    <a:ext uri="{FF2B5EF4-FFF2-40B4-BE49-F238E27FC236}">
                      <a16:creationId xmlns:a16="http://schemas.microsoft.com/office/drawing/2014/main" id="{5B9D9067-70C1-4F78-4931-7686FDDEE44E}"/>
                    </a:ext>
                  </a:extLst>
                </p14:cNvPr>
                <p14:cNvContentPartPr/>
                <p14:nvPr/>
              </p14:nvContentPartPr>
              <p14:xfrm>
                <a:off x="7010568" y="5462784"/>
                <a:ext cx="81720" cy="146520"/>
              </p14:xfrm>
            </p:contentPart>
          </mc:Choice>
          <mc:Fallback xmlns="">
            <p:pic>
              <p:nvPicPr>
                <p:cNvPr id="377" name="Ink 376">
                  <a:extLst>
                    <a:ext uri="{FF2B5EF4-FFF2-40B4-BE49-F238E27FC236}">
                      <a16:creationId xmlns:a16="http://schemas.microsoft.com/office/drawing/2014/main" id="{5B9D9067-70C1-4F78-4931-7686FDDEE44E}"/>
                    </a:ext>
                  </a:extLst>
                </p:cNvPr>
                <p:cNvPicPr/>
                <p:nvPr/>
              </p:nvPicPr>
              <p:blipFill>
                <a:blip r:embed="rId504"/>
                <a:stretch>
                  <a:fillRect/>
                </a:stretch>
              </p:blipFill>
              <p:spPr>
                <a:xfrm>
                  <a:off x="7001928" y="5454144"/>
                  <a:ext cx="99360" cy="16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5">
              <p14:nvContentPartPr>
                <p14:cNvPr id="404" name="Ink 403">
                  <a:extLst>
                    <a:ext uri="{FF2B5EF4-FFF2-40B4-BE49-F238E27FC236}">
                      <a16:creationId xmlns:a16="http://schemas.microsoft.com/office/drawing/2014/main" id="{535BD275-B1EA-42C5-95E5-9E0C411A66F1}"/>
                    </a:ext>
                  </a:extLst>
                </p14:cNvPr>
                <p14:cNvContentPartPr/>
                <p14:nvPr/>
              </p14:nvContentPartPr>
              <p14:xfrm>
                <a:off x="6899688" y="5590224"/>
                <a:ext cx="138240" cy="158400"/>
              </p14:xfrm>
            </p:contentPart>
          </mc:Choice>
          <mc:Fallback xmlns="">
            <p:pic>
              <p:nvPicPr>
                <p:cNvPr id="404" name="Ink 403">
                  <a:extLst>
                    <a:ext uri="{FF2B5EF4-FFF2-40B4-BE49-F238E27FC236}">
                      <a16:creationId xmlns:a16="http://schemas.microsoft.com/office/drawing/2014/main" id="{535BD275-B1EA-42C5-95E5-9E0C411A66F1}"/>
                    </a:ext>
                  </a:extLst>
                </p:cNvPr>
                <p:cNvPicPr/>
                <p:nvPr/>
              </p:nvPicPr>
              <p:blipFill>
                <a:blip r:embed="rId506"/>
                <a:stretch>
                  <a:fillRect/>
                </a:stretch>
              </p:blipFill>
              <p:spPr>
                <a:xfrm>
                  <a:off x="6891048" y="5581584"/>
                  <a:ext cx="155880" cy="17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7">
              <p14:nvContentPartPr>
                <p14:cNvPr id="405" name="Ink 404">
                  <a:extLst>
                    <a:ext uri="{FF2B5EF4-FFF2-40B4-BE49-F238E27FC236}">
                      <a16:creationId xmlns:a16="http://schemas.microsoft.com/office/drawing/2014/main" id="{542D2E34-12E5-58F9-ED4D-00CD22DA95DA}"/>
                    </a:ext>
                  </a:extLst>
                </p14:cNvPr>
                <p14:cNvContentPartPr/>
                <p14:nvPr/>
              </p14:nvContentPartPr>
              <p14:xfrm>
                <a:off x="7022448" y="5644944"/>
                <a:ext cx="210240" cy="128880"/>
              </p14:xfrm>
            </p:contentPart>
          </mc:Choice>
          <mc:Fallback xmlns="">
            <p:pic>
              <p:nvPicPr>
                <p:cNvPr id="405" name="Ink 404">
                  <a:extLst>
                    <a:ext uri="{FF2B5EF4-FFF2-40B4-BE49-F238E27FC236}">
                      <a16:creationId xmlns:a16="http://schemas.microsoft.com/office/drawing/2014/main" id="{542D2E34-12E5-58F9-ED4D-00CD22DA95DA}"/>
                    </a:ext>
                  </a:extLst>
                </p:cNvPr>
                <p:cNvPicPr/>
                <p:nvPr/>
              </p:nvPicPr>
              <p:blipFill>
                <a:blip r:embed="rId508"/>
                <a:stretch>
                  <a:fillRect/>
                </a:stretch>
              </p:blipFill>
              <p:spPr>
                <a:xfrm>
                  <a:off x="7013448" y="5635944"/>
                  <a:ext cx="227880" cy="14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9">
              <p14:nvContentPartPr>
                <p14:cNvPr id="406" name="Ink 405">
                  <a:extLst>
                    <a:ext uri="{FF2B5EF4-FFF2-40B4-BE49-F238E27FC236}">
                      <a16:creationId xmlns:a16="http://schemas.microsoft.com/office/drawing/2014/main" id="{6040E4DC-2684-7B37-7103-323AB9DAFA6A}"/>
                    </a:ext>
                  </a:extLst>
                </p14:cNvPr>
                <p14:cNvContentPartPr/>
                <p14:nvPr/>
              </p14:nvContentPartPr>
              <p14:xfrm>
                <a:off x="6901488" y="5778864"/>
                <a:ext cx="396000" cy="24480"/>
              </p14:xfrm>
            </p:contentPart>
          </mc:Choice>
          <mc:Fallback xmlns="">
            <p:pic>
              <p:nvPicPr>
                <p:cNvPr id="406" name="Ink 405">
                  <a:extLst>
                    <a:ext uri="{FF2B5EF4-FFF2-40B4-BE49-F238E27FC236}">
                      <a16:creationId xmlns:a16="http://schemas.microsoft.com/office/drawing/2014/main" id="{6040E4DC-2684-7B37-7103-323AB9DAFA6A}"/>
                    </a:ext>
                  </a:extLst>
                </p:cNvPr>
                <p:cNvPicPr/>
                <p:nvPr/>
              </p:nvPicPr>
              <p:blipFill>
                <a:blip r:embed="rId510"/>
                <a:stretch>
                  <a:fillRect/>
                </a:stretch>
              </p:blipFill>
              <p:spPr>
                <a:xfrm>
                  <a:off x="6892488" y="5769864"/>
                  <a:ext cx="413640" cy="4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1">
              <p14:nvContentPartPr>
                <p14:cNvPr id="407" name="Ink 406">
                  <a:extLst>
                    <a:ext uri="{FF2B5EF4-FFF2-40B4-BE49-F238E27FC236}">
                      <a16:creationId xmlns:a16="http://schemas.microsoft.com/office/drawing/2014/main" id="{95C23243-1135-371F-7782-2B71B89C6D50}"/>
                    </a:ext>
                  </a:extLst>
                </p14:cNvPr>
                <p14:cNvContentPartPr/>
                <p14:nvPr/>
              </p14:nvContentPartPr>
              <p14:xfrm>
                <a:off x="7334928" y="5831064"/>
                <a:ext cx="16200" cy="8280"/>
              </p14:xfrm>
            </p:contentPart>
          </mc:Choice>
          <mc:Fallback xmlns="">
            <p:pic>
              <p:nvPicPr>
                <p:cNvPr id="407" name="Ink 406">
                  <a:extLst>
                    <a:ext uri="{FF2B5EF4-FFF2-40B4-BE49-F238E27FC236}">
                      <a16:creationId xmlns:a16="http://schemas.microsoft.com/office/drawing/2014/main" id="{95C23243-1135-371F-7782-2B71B89C6D50}"/>
                    </a:ext>
                  </a:extLst>
                </p:cNvPr>
                <p:cNvPicPr/>
                <p:nvPr/>
              </p:nvPicPr>
              <p:blipFill>
                <a:blip r:embed="rId512"/>
                <a:stretch>
                  <a:fillRect/>
                </a:stretch>
              </p:blipFill>
              <p:spPr>
                <a:xfrm>
                  <a:off x="7325928" y="5822424"/>
                  <a:ext cx="33840" cy="2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3">
              <p14:nvContentPartPr>
                <p14:cNvPr id="409" name="Ink 408">
                  <a:extLst>
                    <a:ext uri="{FF2B5EF4-FFF2-40B4-BE49-F238E27FC236}">
                      <a16:creationId xmlns:a16="http://schemas.microsoft.com/office/drawing/2014/main" id="{D8E7AB60-B8FC-0017-FAEA-DC9477BFC903}"/>
                    </a:ext>
                  </a:extLst>
                </p14:cNvPr>
                <p14:cNvContentPartPr/>
                <p14:nvPr/>
              </p14:nvContentPartPr>
              <p14:xfrm>
                <a:off x="6941808" y="5911704"/>
                <a:ext cx="123840" cy="63720"/>
              </p14:xfrm>
            </p:contentPart>
          </mc:Choice>
          <mc:Fallback xmlns="">
            <p:pic>
              <p:nvPicPr>
                <p:cNvPr id="409" name="Ink 408">
                  <a:extLst>
                    <a:ext uri="{FF2B5EF4-FFF2-40B4-BE49-F238E27FC236}">
                      <a16:creationId xmlns:a16="http://schemas.microsoft.com/office/drawing/2014/main" id="{D8E7AB60-B8FC-0017-FAEA-DC9477BFC903}"/>
                    </a:ext>
                  </a:extLst>
                </p:cNvPr>
                <p:cNvPicPr/>
                <p:nvPr/>
              </p:nvPicPr>
              <p:blipFill>
                <a:blip r:embed="rId514"/>
                <a:stretch>
                  <a:fillRect/>
                </a:stretch>
              </p:blipFill>
              <p:spPr>
                <a:xfrm>
                  <a:off x="6932808" y="5902704"/>
                  <a:ext cx="141480" cy="8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5">
              <p14:nvContentPartPr>
                <p14:cNvPr id="410" name="Ink 409">
                  <a:extLst>
                    <a:ext uri="{FF2B5EF4-FFF2-40B4-BE49-F238E27FC236}">
                      <a16:creationId xmlns:a16="http://schemas.microsoft.com/office/drawing/2014/main" id="{2FDDC566-7CC9-7F10-AB02-BD1ECE8A0730}"/>
                    </a:ext>
                  </a:extLst>
                </p14:cNvPr>
                <p14:cNvContentPartPr/>
                <p14:nvPr/>
              </p14:nvContentPartPr>
              <p14:xfrm>
                <a:off x="7233408" y="5837184"/>
                <a:ext cx="141840" cy="127800"/>
              </p14:xfrm>
            </p:contentPart>
          </mc:Choice>
          <mc:Fallback xmlns="">
            <p:pic>
              <p:nvPicPr>
                <p:cNvPr id="410" name="Ink 409">
                  <a:extLst>
                    <a:ext uri="{FF2B5EF4-FFF2-40B4-BE49-F238E27FC236}">
                      <a16:creationId xmlns:a16="http://schemas.microsoft.com/office/drawing/2014/main" id="{2FDDC566-7CC9-7F10-AB02-BD1ECE8A0730}"/>
                    </a:ext>
                  </a:extLst>
                </p:cNvPr>
                <p:cNvPicPr/>
                <p:nvPr/>
              </p:nvPicPr>
              <p:blipFill>
                <a:blip r:embed="rId516"/>
                <a:stretch>
                  <a:fillRect/>
                </a:stretch>
              </p:blipFill>
              <p:spPr>
                <a:xfrm>
                  <a:off x="7224408" y="5828544"/>
                  <a:ext cx="159480" cy="14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7">
              <p14:nvContentPartPr>
                <p14:cNvPr id="411" name="Ink 410">
                  <a:extLst>
                    <a:ext uri="{FF2B5EF4-FFF2-40B4-BE49-F238E27FC236}">
                      <a16:creationId xmlns:a16="http://schemas.microsoft.com/office/drawing/2014/main" id="{1CD6A2EE-BE59-C502-195C-BFEAA3FCC338}"/>
                    </a:ext>
                  </a:extLst>
                </p14:cNvPr>
                <p14:cNvContentPartPr/>
                <p14:nvPr/>
              </p14:nvContentPartPr>
              <p14:xfrm>
                <a:off x="7423128" y="5856624"/>
                <a:ext cx="203400" cy="159480"/>
              </p14:xfrm>
            </p:contentPart>
          </mc:Choice>
          <mc:Fallback xmlns="">
            <p:pic>
              <p:nvPicPr>
                <p:cNvPr id="411" name="Ink 410">
                  <a:extLst>
                    <a:ext uri="{FF2B5EF4-FFF2-40B4-BE49-F238E27FC236}">
                      <a16:creationId xmlns:a16="http://schemas.microsoft.com/office/drawing/2014/main" id="{1CD6A2EE-BE59-C502-195C-BFEAA3FCC338}"/>
                    </a:ext>
                  </a:extLst>
                </p:cNvPr>
                <p:cNvPicPr/>
                <p:nvPr/>
              </p:nvPicPr>
              <p:blipFill>
                <a:blip r:embed="rId518"/>
                <a:stretch>
                  <a:fillRect/>
                </a:stretch>
              </p:blipFill>
              <p:spPr>
                <a:xfrm>
                  <a:off x="7414488" y="5847624"/>
                  <a:ext cx="221040" cy="17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9">
              <p14:nvContentPartPr>
                <p14:cNvPr id="412" name="Ink 411">
                  <a:extLst>
                    <a:ext uri="{FF2B5EF4-FFF2-40B4-BE49-F238E27FC236}">
                      <a16:creationId xmlns:a16="http://schemas.microsoft.com/office/drawing/2014/main" id="{9C04D923-480E-6BFD-0F37-23F39401228E}"/>
                    </a:ext>
                  </a:extLst>
                </p14:cNvPr>
                <p14:cNvContentPartPr/>
                <p14:nvPr/>
              </p14:nvContentPartPr>
              <p14:xfrm>
                <a:off x="7817328" y="5796504"/>
                <a:ext cx="85320" cy="116640"/>
              </p14:xfrm>
            </p:contentPart>
          </mc:Choice>
          <mc:Fallback xmlns="">
            <p:pic>
              <p:nvPicPr>
                <p:cNvPr id="412" name="Ink 411">
                  <a:extLst>
                    <a:ext uri="{FF2B5EF4-FFF2-40B4-BE49-F238E27FC236}">
                      <a16:creationId xmlns:a16="http://schemas.microsoft.com/office/drawing/2014/main" id="{9C04D923-480E-6BFD-0F37-23F39401228E}"/>
                    </a:ext>
                  </a:extLst>
                </p:cNvPr>
                <p:cNvPicPr/>
                <p:nvPr/>
              </p:nvPicPr>
              <p:blipFill>
                <a:blip r:embed="rId520"/>
                <a:stretch>
                  <a:fillRect/>
                </a:stretch>
              </p:blipFill>
              <p:spPr>
                <a:xfrm>
                  <a:off x="7808328" y="5787504"/>
                  <a:ext cx="102960" cy="13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1">
              <p14:nvContentPartPr>
                <p14:cNvPr id="413" name="Ink 412">
                  <a:extLst>
                    <a:ext uri="{FF2B5EF4-FFF2-40B4-BE49-F238E27FC236}">
                      <a16:creationId xmlns:a16="http://schemas.microsoft.com/office/drawing/2014/main" id="{547E6AF0-E0F9-0B12-7F7C-105486F39A39}"/>
                    </a:ext>
                  </a:extLst>
                </p14:cNvPr>
                <p14:cNvContentPartPr/>
                <p14:nvPr/>
              </p14:nvContentPartPr>
              <p14:xfrm>
                <a:off x="7972848" y="5746824"/>
                <a:ext cx="15480" cy="156600"/>
              </p14:xfrm>
            </p:contentPart>
          </mc:Choice>
          <mc:Fallback xmlns="">
            <p:pic>
              <p:nvPicPr>
                <p:cNvPr id="413" name="Ink 412">
                  <a:extLst>
                    <a:ext uri="{FF2B5EF4-FFF2-40B4-BE49-F238E27FC236}">
                      <a16:creationId xmlns:a16="http://schemas.microsoft.com/office/drawing/2014/main" id="{547E6AF0-E0F9-0B12-7F7C-105486F39A39}"/>
                    </a:ext>
                  </a:extLst>
                </p:cNvPr>
                <p:cNvPicPr/>
                <p:nvPr/>
              </p:nvPicPr>
              <p:blipFill>
                <a:blip r:embed="rId522"/>
                <a:stretch>
                  <a:fillRect/>
                </a:stretch>
              </p:blipFill>
              <p:spPr>
                <a:xfrm>
                  <a:off x="7963848" y="5738184"/>
                  <a:ext cx="33120" cy="17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3">
              <p14:nvContentPartPr>
                <p14:cNvPr id="414" name="Ink 413">
                  <a:extLst>
                    <a:ext uri="{FF2B5EF4-FFF2-40B4-BE49-F238E27FC236}">
                      <a16:creationId xmlns:a16="http://schemas.microsoft.com/office/drawing/2014/main" id="{C53FAA94-C4B7-AC21-03A6-EE66C5960F09}"/>
                    </a:ext>
                  </a:extLst>
                </p14:cNvPr>
                <p14:cNvContentPartPr/>
                <p14:nvPr/>
              </p14:nvContentPartPr>
              <p14:xfrm>
                <a:off x="7954848" y="5814864"/>
                <a:ext cx="124560" cy="63360"/>
              </p14:xfrm>
            </p:contentPart>
          </mc:Choice>
          <mc:Fallback xmlns="">
            <p:pic>
              <p:nvPicPr>
                <p:cNvPr id="414" name="Ink 413">
                  <a:extLst>
                    <a:ext uri="{FF2B5EF4-FFF2-40B4-BE49-F238E27FC236}">
                      <a16:creationId xmlns:a16="http://schemas.microsoft.com/office/drawing/2014/main" id="{C53FAA94-C4B7-AC21-03A6-EE66C5960F09}"/>
                    </a:ext>
                  </a:extLst>
                </p:cNvPr>
                <p:cNvPicPr/>
                <p:nvPr/>
              </p:nvPicPr>
              <p:blipFill>
                <a:blip r:embed="rId524"/>
                <a:stretch>
                  <a:fillRect/>
                </a:stretch>
              </p:blipFill>
              <p:spPr>
                <a:xfrm>
                  <a:off x="7945848" y="5806224"/>
                  <a:ext cx="142200" cy="8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5">
              <p14:nvContentPartPr>
                <p14:cNvPr id="415" name="Ink 414">
                  <a:extLst>
                    <a:ext uri="{FF2B5EF4-FFF2-40B4-BE49-F238E27FC236}">
                      <a16:creationId xmlns:a16="http://schemas.microsoft.com/office/drawing/2014/main" id="{384E469F-6146-9185-603C-AECAFA40BBA7}"/>
                    </a:ext>
                  </a:extLst>
                </p14:cNvPr>
                <p14:cNvContentPartPr/>
                <p14:nvPr/>
              </p14:nvContentPartPr>
              <p14:xfrm>
                <a:off x="8114328" y="5730984"/>
                <a:ext cx="11520" cy="23400"/>
              </p14:xfrm>
            </p:contentPart>
          </mc:Choice>
          <mc:Fallback xmlns="">
            <p:pic>
              <p:nvPicPr>
                <p:cNvPr id="415" name="Ink 414">
                  <a:extLst>
                    <a:ext uri="{FF2B5EF4-FFF2-40B4-BE49-F238E27FC236}">
                      <a16:creationId xmlns:a16="http://schemas.microsoft.com/office/drawing/2014/main" id="{384E469F-6146-9185-603C-AECAFA40BBA7}"/>
                    </a:ext>
                  </a:extLst>
                </p:cNvPr>
                <p:cNvPicPr/>
                <p:nvPr/>
              </p:nvPicPr>
              <p:blipFill>
                <a:blip r:embed="rId526"/>
                <a:stretch>
                  <a:fillRect/>
                </a:stretch>
              </p:blipFill>
              <p:spPr>
                <a:xfrm>
                  <a:off x="8105688" y="5721984"/>
                  <a:ext cx="29160" cy="4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7">
              <p14:nvContentPartPr>
                <p14:cNvPr id="416" name="Ink 415">
                  <a:extLst>
                    <a:ext uri="{FF2B5EF4-FFF2-40B4-BE49-F238E27FC236}">
                      <a16:creationId xmlns:a16="http://schemas.microsoft.com/office/drawing/2014/main" id="{2F3AB90D-D3FA-0B45-A996-B104BB0D8888}"/>
                    </a:ext>
                  </a:extLst>
                </p14:cNvPr>
                <p14:cNvContentPartPr/>
                <p14:nvPr/>
              </p14:nvContentPartPr>
              <p14:xfrm>
                <a:off x="8153568" y="5700384"/>
                <a:ext cx="230760" cy="144360"/>
              </p14:xfrm>
            </p:contentPart>
          </mc:Choice>
          <mc:Fallback xmlns="">
            <p:pic>
              <p:nvPicPr>
                <p:cNvPr id="416" name="Ink 415">
                  <a:extLst>
                    <a:ext uri="{FF2B5EF4-FFF2-40B4-BE49-F238E27FC236}">
                      <a16:creationId xmlns:a16="http://schemas.microsoft.com/office/drawing/2014/main" id="{2F3AB90D-D3FA-0B45-A996-B104BB0D8888}"/>
                    </a:ext>
                  </a:extLst>
                </p:cNvPr>
                <p:cNvPicPr/>
                <p:nvPr/>
              </p:nvPicPr>
              <p:blipFill>
                <a:blip r:embed="rId528"/>
                <a:stretch>
                  <a:fillRect/>
                </a:stretch>
              </p:blipFill>
              <p:spPr>
                <a:xfrm>
                  <a:off x="8144928" y="5691744"/>
                  <a:ext cx="248400" cy="162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529">
            <p14:nvContentPartPr>
              <p14:cNvPr id="420" name="Ink 419">
                <a:extLst>
                  <a:ext uri="{FF2B5EF4-FFF2-40B4-BE49-F238E27FC236}">
                    <a16:creationId xmlns:a16="http://schemas.microsoft.com/office/drawing/2014/main" id="{A94EEF8E-F25C-4F88-FD85-3FD4B8B453B6}"/>
                  </a:ext>
                </a:extLst>
              </p14:cNvPr>
              <p14:cNvContentPartPr/>
              <p14:nvPr/>
            </p14:nvContentPartPr>
            <p14:xfrm>
              <a:off x="4802328" y="6096384"/>
              <a:ext cx="70560" cy="122760"/>
            </p14:xfrm>
          </p:contentPart>
        </mc:Choice>
        <mc:Fallback xmlns="">
          <p:pic>
            <p:nvPicPr>
              <p:cNvPr id="420" name="Ink 419">
                <a:extLst>
                  <a:ext uri="{FF2B5EF4-FFF2-40B4-BE49-F238E27FC236}">
                    <a16:creationId xmlns:a16="http://schemas.microsoft.com/office/drawing/2014/main" id="{A94EEF8E-F25C-4F88-FD85-3FD4B8B453B6}"/>
                  </a:ext>
                </a:extLst>
              </p:cNvPr>
              <p:cNvPicPr/>
              <p:nvPr/>
            </p:nvPicPr>
            <p:blipFill>
              <a:blip r:embed="rId530"/>
              <a:stretch>
                <a:fillRect/>
              </a:stretch>
            </p:blipFill>
            <p:spPr>
              <a:xfrm>
                <a:off x="4793328" y="6087384"/>
                <a:ext cx="88200" cy="140400"/>
              </a:xfrm>
              <a:prstGeom prst="rect">
                <a:avLst/>
              </a:prstGeom>
            </p:spPr>
          </p:pic>
        </mc:Fallback>
      </mc:AlternateContent>
      <p:grpSp>
        <p:nvGrpSpPr>
          <p:cNvPr id="422" name="Group 421">
            <a:extLst>
              <a:ext uri="{FF2B5EF4-FFF2-40B4-BE49-F238E27FC236}">
                <a16:creationId xmlns:a16="http://schemas.microsoft.com/office/drawing/2014/main" id="{72547EF7-616D-DEA3-F238-4A112C551AD3}"/>
              </a:ext>
            </a:extLst>
          </p:cNvPr>
          <p:cNvGrpSpPr/>
          <p:nvPr/>
        </p:nvGrpSpPr>
        <p:grpSpPr>
          <a:xfrm>
            <a:off x="4805208" y="6413904"/>
            <a:ext cx="73440" cy="83880"/>
            <a:chOff x="4805208" y="6413904"/>
            <a:chExt cx="73440" cy="83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31">
              <p14:nvContentPartPr>
                <p14:cNvPr id="419" name="Ink 418">
                  <a:extLst>
                    <a:ext uri="{FF2B5EF4-FFF2-40B4-BE49-F238E27FC236}">
                      <a16:creationId xmlns:a16="http://schemas.microsoft.com/office/drawing/2014/main" id="{2AA5964A-F584-2695-B281-48846C06B910}"/>
                    </a:ext>
                  </a:extLst>
                </p14:cNvPr>
                <p14:cNvContentPartPr/>
                <p14:nvPr/>
              </p14:nvContentPartPr>
              <p14:xfrm>
                <a:off x="4805208" y="6413904"/>
                <a:ext cx="73440" cy="61920"/>
              </p14:xfrm>
            </p:contentPart>
          </mc:Choice>
          <mc:Fallback xmlns="">
            <p:pic>
              <p:nvPicPr>
                <p:cNvPr id="419" name="Ink 418">
                  <a:extLst>
                    <a:ext uri="{FF2B5EF4-FFF2-40B4-BE49-F238E27FC236}">
                      <a16:creationId xmlns:a16="http://schemas.microsoft.com/office/drawing/2014/main" id="{2AA5964A-F584-2695-B281-48846C06B910}"/>
                    </a:ext>
                  </a:extLst>
                </p:cNvPr>
                <p:cNvPicPr/>
                <p:nvPr/>
              </p:nvPicPr>
              <p:blipFill>
                <a:blip r:embed="rId532"/>
                <a:stretch>
                  <a:fillRect/>
                </a:stretch>
              </p:blipFill>
              <p:spPr>
                <a:xfrm>
                  <a:off x="4796568" y="6405264"/>
                  <a:ext cx="91080" cy="7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3">
              <p14:nvContentPartPr>
                <p14:cNvPr id="421" name="Ink 420">
                  <a:extLst>
                    <a:ext uri="{FF2B5EF4-FFF2-40B4-BE49-F238E27FC236}">
                      <a16:creationId xmlns:a16="http://schemas.microsoft.com/office/drawing/2014/main" id="{9AE28976-1824-81EC-93CA-78E66A589E7E}"/>
                    </a:ext>
                  </a:extLst>
                </p14:cNvPr>
                <p14:cNvContentPartPr/>
                <p14:nvPr/>
              </p14:nvContentPartPr>
              <p14:xfrm>
                <a:off x="4825008" y="6473664"/>
                <a:ext cx="46080" cy="24120"/>
              </p14:xfrm>
            </p:contentPart>
          </mc:Choice>
          <mc:Fallback xmlns="">
            <p:pic>
              <p:nvPicPr>
                <p:cNvPr id="421" name="Ink 420">
                  <a:extLst>
                    <a:ext uri="{FF2B5EF4-FFF2-40B4-BE49-F238E27FC236}">
                      <a16:creationId xmlns:a16="http://schemas.microsoft.com/office/drawing/2014/main" id="{9AE28976-1824-81EC-93CA-78E66A589E7E}"/>
                    </a:ext>
                  </a:extLst>
                </p:cNvPr>
                <p:cNvPicPr/>
                <p:nvPr/>
              </p:nvPicPr>
              <p:blipFill>
                <a:blip r:embed="rId534"/>
                <a:stretch>
                  <a:fillRect/>
                </a:stretch>
              </p:blipFill>
              <p:spPr>
                <a:xfrm>
                  <a:off x="4816368" y="6464664"/>
                  <a:ext cx="63720" cy="4176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2594492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F6078E-F8EC-8694-DE9C-165583D76C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endParaRPr lang="en-IN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59" name="Ink 58">
                <a:extLst>
                  <a:ext uri="{FF2B5EF4-FFF2-40B4-BE49-F238E27FC236}">
                    <a16:creationId xmlns:a16="http://schemas.microsoft.com/office/drawing/2014/main" id="{578DC995-41AF-F0EC-A28F-7FD70C7AD763}"/>
                  </a:ext>
                </a:extLst>
              </p14:cNvPr>
              <p14:cNvContentPartPr/>
              <p14:nvPr/>
            </p14:nvContentPartPr>
            <p14:xfrm>
              <a:off x="9997848" y="1633824"/>
              <a:ext cx="3600" cy="1080"/>
            </p14:xfrm>
          </p:contentPart>
        </mc:Choice>
        <mc:Fallback xmlns="">
          <p:pic>
            <p:nvPicPr>
              <p:cNvPr id="59" name="Ink 58">
                <a:extLst>
                  <a:ext uri="{FF2B5EF4-FFF2-40B4-BE49-F238E27FC236}">
                    <a16:creationId xmlns:a16="http://schemas.microsoft.com/office/drawing/2014/main" id="{578DC995-41AF-F0EC-A28F-7FD70C7AD763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987848" y="1620324"/>
                <a:ext cx="23200" cy="275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08" name="Ink 107">
                <a:extLst>
                  <a:ext uri="{FF2B5EF4-FFF2-40B4-BE49-F238E27FC236}">
                    <a16:creationId xmlns:a16="http://schemas.microsoft.com/office/drawing/2014/main" id="{A29EFE7E-8466-F00F-17AA-72EE82C73811}"/>
                  </a:ext>
                </a:extLst>
              </p14:cNvPr>
              <p14:cNvContentPartPr/>
              <p14:nvPr/>
            </p14:nvContentPartPr>
            <p14:xfrm>
              <a:off x="10428408" y="2647584"/>
              <a:ext cx="28080" cy="3240"/>
            </p14:xfrm>
          </p:contentPart>
        </mc:Choice>
        <mc:Fallback xmlns="">
          <p:pic>
            <p:nvPicPr>
              <p:cNvPr id="108" name="Ink 107">
                <a:extLst>
                  <a:ext uri="{FF2B5EF4-FFF2-40B4-BE49-F238E27FC236}">
                    <a16:creationId xmlns:a16="http://schemas.microsoft.com/office/drawing/2014/main" id="{A29EFE7E-8466-F00F-17AA-72EE82C73811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0419408" y="2638584"/>
                <a:ext cx="45720" cy="20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09" name="Ink 108">
                <a:extLst>
                  <a:ext uri="{FF2B5EF4-FFF2-40B4-BE49-F238E27FC236}">
                    <a16:creationId xmlns:a16="http://schemas.microsoft.com/office/drawing/2014/main" id="{312A2B19-84BF-38C9-EA80-A0F6B613F63A}"/>
                  </a:ext>
                </a:extLst>
              </p14:cNvPr>
              <p14:cNvContentPartPr/>
              <p14:nvPr/>
            </p14:nvContentPartPr>
            <p14:xfrm>
              <a:off x="10763568" y="2771064"/>
              <a:ext cx="1800" cy="3600"/>
            </p14:xfrm>
          </p:contentPart>
        </mc:Choice>
        <mc:Fallback xmlns="">
          <p:pic>
            <p:nvPicPr>
              <p:cNvPr id="109" name="Ink 108">
                <a:extLst>
                  <a:ext uri="{FF2B5EF4-FFF2-40B4-BE49-F238E27FC236}">
                    <a16:creationId xmlns:a16="http://schemas.microsoft.com/office/drawing/2014/main" id="{312A2B19-84BF-38C9-EA80-A0F6B613F63A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0754568" y="2762064"/>
                <a:ext cx="19440" cy="21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92" name="Ink 191">
                <a:extLst>
                  <a:ext uri="{FF2B5EF4-FFF2-40B4-BE49-F238E27FC236}">
                    <a16:creationId xmlns:a16="http://schemas.microsoft.com/office/drawing/2014/main" id="{5D519595-49FE-D41B-C0B6-CD6868ECB314}"/>
                  </a:ext>
                </a:extLst>
              </p14:cNvPr>
              <p14:cNvContentPartPr/>
              <p14:nvPr/>
            </p14:nvContentPartPr>
            <p14:xfrm>
              <a:off x="3774888" y="6755904"/>
              <a:ext cx="360" cy="4680"/>
            </p14:xfrm>
          </p:contentPart>
        </mc:Choice>
        <mc:Fallback xmlns="">
          <p:pic>
            <p:nvPicPr>
              <p:cNvPr id="192" name="Ink 191">
                <a:extLst>
                  <a:ext uri="{FF2B5EF4-FFF2-40B4-BE49-F238E27FC236}">
                    <a16:creationId xmlns:a16="http://schemas.microsoft.com/office/drawing/2014/main" id="{5D519595-49FE-D41B-C0B6-CD6868ECB314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765888" y="6746904"/>
                <a:ext cx="18000" cy="22320"/>
              </a:xfrm>
              <a:prstGeom prst="rect">
                <a:avLst/>
              </a:prstGeom>
            </p:spPr>
          </p:pic>
        </mc:Fallback>
      </mc:AlternateContent>
      <p:grpSp>
        <p:nvGrpSpPr>
          <p:cNvPr id="26" name="Group 25">
            <a:extLst>
              <a:ext uri="{FF2B5EF4-FFF2-40B4-BE49-F238E27FC236}">
                <a16:creationId xmlns:a16="http://schemas.microsoft.com/office/drawing/2014/main" id="{8113B804-E0AA-A622-6BE4-895AED8FA6DC}"/>
              </a:ext>
            </a:extLst>
          </p:cNvPr>
          <p:cNvGrpSpPr/>
          <p:nvPr/>
        </p:nvGrpSpPr>
        <p:grpSpPr>
          <a:xfrm>
            <a:off x="4677408" y="957024"/>
            <a:ext cx="854280" cy="227160"/>
            <a:chOff x="4677408" y="957024"/>
            <a:chExt cx="854280" cy="227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7400BB9F-208F-6354-094B-6F0A82C4AED2}"/>
                    </a:ext>
                  </a:extLst>
                </p14:cNvPr>
                <p14:cNvContentPartPr/>
                <p14:nvPr/>
              </p14:nvContentPartPr>
              <p14:xfrm>
                <a:off x="4677408" y="957024"/>
                <a:ext cx="224280" cy="22716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7400BB9F-208F-6354-094B-6F0A82C4AED2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4668768" y="948384"/>
                  <a:ext cx="241920" cy="24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2C021F6C-525F-3F0E-724F-B3200F05B41C}"/>
                    </a:ext>
                  </a:extLst>
                </p14:cNvPr>
                <p14:cNvContentPartPr/>
                <p14:nvPr/>
              </p14:nvContentPartPr>
              <p14:xfrm>
                <a:off x="5041008" y="1005984"/>
                <a:ext cx="76320" cy="11340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2C021F6C-525F-3F0E-724F-B3200F05B41C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5032008" y="997344"/>
                  <a:ext cx="93960" cy="13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8B72E70A-004E-AA54-F1A0-C5CA4579D815}"/>
                    </a:ext>
                  </a:extLst>
                </p14:cNvPr>
                <p14:cNvContentPartPr/>
                <p14:nvPr/>
              </p14:nvContentPartPr>
              <p14:xfrm>
                <a:off x="5228928" y="1011384"/>
                <a:ext cx="83520" cy="8532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8B72E70A-004E-AA54-F1A0-C5CA4579D815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5220288" y="1002384"/>
                  <a:ext cx="101160" cy="10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883439D7-2D6F-5E61-002F-755B37A2B8FD}"/>
                    </a:ext>
                  </a:extLst>
                </p14:cNvPr>
                <p14:cNvContentPartPr/>
                <p14:nvPr/>
              </p14:nvContentPartPr>
              <p14:xfrm>
                <a:off x="5414688" y="1023624"/>
                <a:ext cx="117000" cy="6696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883439D7-2D6F-5E61-002F-755B37A2B8FD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5406048" y="1014984"/>
                  <a:ext cx="134640" cy="846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0EE7BDC5-4FCB-1EE0-2878-935D7214D3D2}"/>
                  </a:ext>
                </a:extLst>
              </p14:cNvPr>
              <p14:cNvContentPartPr/>
              <p14:nvPr/>
            </p14:nvContentPartPr>
            <p14:xfrm>
              <a:off x="5743008" y="870264"/>
              <a:ext cx="61560" cy="478080"/>
            </p14:xfrm>
          </p:contentPart>
        </mc:Choice>
        <mc:Fallback xmlns=""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0EE7BDC5-4FCB-1EE0-2878-935D7214D3D2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5734368" y="861264"/>
                <a:ext cx="79200" cy="495720"/>
              </a:xfrm>
              <a:prstGeom prst="rect">
                <a:avLst/>
              </a:prstGeom>
            </p:spPr>
          </p:pic>
        </mc:Fallback>
      </mc:AlternateContent>
      <p:grpSp>
        <p:nvGrpSpPr>
          <p:cNvPr id="34" name="Group 33">
            <a:extLst>
              <a:ext uri="{FF2B5EF4-FFF2-40B4-BE49-F238E27FC236}">
                <a16:creationId xmlns:a16="http://schemas.microsoft.com/office/drawing/2014/main" id="{665694B3-F246-676B-6170-526C367AAEB0}"/>
              </a:ext>
            </a:extLst>
          </p:cNvPr>
          <p:cNvGrpSpPr/>
          <p:nvPr/>
        </p:nvGrpSpPr>
        <p:grpSpPr>
          <a:xfrm>
            <a:off x="6003288" y="877824"/>
            <a:ext cx="1174680" cy="356400"/>
            <a:chOff x="6003288" y="877824"/>
            <a:chExt cx="1174680" cy="356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DABCD7FE-5F0E-9325-6B67-E4028F0EC602}"/>
                    </a:ext>
                  </a:extLst>
                </p14:cNvPr>
                <p14:cNvContentPartPr/>
                <p14:nvPr/>
              </p14:nvContentPartPr>
              <p14:xfrm>
                <a:off x="6003288" y="877824"/>
                <a:ext cx="132120" cy="35640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DABCD7FE-5F0E-9325-6B67-E4028F0EC602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5994288" y="868824"/>
                  <a:ext cx="149760" cy="37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6B6F8D44-B61F-6120-31B7-ABC6E019F0DB}"/>
                    </a:ext>
                  </a:extLst>
                </p14:cNvPr>
                <p14:cNvContentPartPr/>
                <p14:nvPr/>
              </p14:nvContentPartPr>
              <p14:xfrm>
                <a:off x="6166008" y="1064664"/>
                <a:ext cx="122760" cy="10764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6B6F8D44-B61F-6120-31B7-ABC6E019F0DB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6157008" y="1056024"/>
                  <a:ext cx="140400" cy="12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D0C8C501-9A39-A0EA-9EAA-9FABB0897774}"/>
                    </a:ext>
                  </a:extLst>
                </p14:cNvPr>
                <p14:cNvContentPartPr/>
                <p14:nvPr/>
              </p14:nvContentPartPr>
              <p14:xfrm>
                <a:off x="6323328" y="1079064"/>
                <a:ext cx="70920" cy="9072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D0C8C501-9A39-A0EA-9EAA-9FABB0897774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6314328" y="1070424"/>
                  <a:ext cx="88560" cy="10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CBFA233F-6CB0-8C73-3BDF-0302F6A218AA}"/>
                    </a:ext>
                  </a:extLst>
                </p14:cNvPr>
                <p14:cNvContentPartPr/>
                <p14:nvPr/>
              </p14:nvContentPartPr>
              <p14:xfrm>
                <a:off x="6445368" y="1108584"/>
                <a:ext cx="162000" cy="8280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CBFA233F-6CB0-8C73-3BDF-0302F6A218AA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6436368" y="1099944"/>
                  <a:ext cx="179640" cy="10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0930DB10-F4B9-9FD0-62DE-298AB81DBA6E}"/>
                    </a:ext>
                  </a:extLst>
                </p14:cNvPr>
                <p14:cNvContentPartPr/>
                <p14:nvPr/>
              </p14:nvContentPartPr>
              <p14:xfrm>
                <a:off x="6711768" y="1100664"/>
                <a:ext cx="62640" cy="6876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0930DB10-F4B9-9FD0-62DE-298AB81DBA6E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6702768" y="1091664"/>
                  <a:ext cx="80280" cy="8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0A96A2F6-75E8-DF3E-0D5D-EA09495F83D8}"/>
                    </a:ext>
                  </a:extLst>
                </p14:cNvPr>
                <p14:cNvContentPartPr/>
                <p14:nvPr/>
              </p14:nvContentPartPr>
              <p14:xfrm>
                <a:off x="6869448" y="1098504"/>
                <a:ext cx="93600" cy="7092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0A96A2F6-75E8-DF3E-0D5D-EA09495F83D8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6860448" y="1089864"/>
                  <a:ext cx="111240" cy="8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936DEC0E-DBDA-9CEB-3F9F-E3F6D06AB3CE}"/>
                    </a:ext>
                  </a:extLst>
                </p14:cNvPr>
                <p14:cNvContentPartPr/>
                <p14:nvPr/>
              </p14:nvContentPartPr>
              <p14:xfrm>
                <a:off x="7063128" y="1096344"/>
                <a:ext cx="114840" cy="7776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936DEC0E-DBDA-9CEB-3F9F-E3F6D06AB3CE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7054488" y="1087344"/>
                  <a:ext cx="132480" cy="95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5" name="Group 54">
            <a:extLst>
              <a:ext uri="{FF2B5EF4-FFF2-40B4-BE49-F238E27FC236}">
                <a16:creationId xmlns:a16="http://schemas.microsoft.com/office/drawing/2014/main" id="{5453FA5A-D38B-8B09-CD36-AA163F454DB0}"/>
              </a:ext>
            </a:extLst>
          </p:cNvPr>
          <p:cNvGrpSpPr/>
          <p:nvPr/>
        </p:nvGrpSpPr>
        <p:grpSpPr>
          <a:xfrm>
            <a:off x="494568" y="471744"/>
            <a:ext cx="3907800" cy="1917000"/>
            <a:chOff x="494568" y="471744"/>
            <a:chExt cx="3907800" cy="1917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3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4AA29284-357B-E705-96C4-BC76150F64BD}"/>
                    </a:ext>
                  </a:extLst>
                </p14:cNvPr>
                <p14:cNvContentPartPr/>
                <p14:nvPr/>
              </p14:nvContentPartPr>
              <p14:xfrm>
                <a:off x="919368" y="1000224"/>
                <a:ext cx="227880" cy="185760"/>
              </p14:xfrm>
            </p:contentPart>
          </mc:Choice>
          <mc:Fallback xmlns=""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4AA29284-357B-E705-96C4-BC76150F64BD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910368" y="991224"/>
                  <a:ext cx="245520" cy="20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827C096B-DCE7-BE03-5C65-643228A39334}"/>
                    </a:ext>
                  </a:extLst>
                </p14:cNvPr>
                <p14:cNvContentPartPr/>
                <p14:nvPr/>
              </p14:nvContentPartPr>
              <p14:xfrm>
                <a:off x="1271448" y="975384"/>
                <a:ext cx="129240" cy="20520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827C096B-DCE7-BE03-5C65-643228A39334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1262448" y="966744"/>
                  <a:ext cx="146880" cy="22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47DD3E00-21DF-A245-32B7-D23B83BD85CC}"/>
                    </a:ext>
                  </a:extLst>
                </p14:cNvPr>
                <p14:cNvContentPartPr/>
                <p14:nvPr/>
              </p14:nvContentPartPr>
              <p14:xfrm>
                <a:off x="1507608" y="1013544"/>
                <a:ext cx="503280" cy="13104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47DD3E00-21DF-A245-32B7-D23B83BD85CC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1498608" y="1004904"/>
                  <a:ext cx="520920" cy="14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F7363764-D722-B5F2-3D37-16DDBB31D06D}"/>
                    </a:ext>
                  </a:extLst>
                </p14:cNvPr>
                <p14:cNvContentPartPr/>
                <p14:nvPr/>
              </p14:nvContentPartPr>
              <p14:xfrm>
                <a:off x="2091888" y="926064"/>
                <a:ext cx="202680" cy="31392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F7363764-D722-B5F2-3D37-16DDBB31D06D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2082888" y="917424"/>
                  <a:ext cx="220320" cy="33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D9D6BD8C-8311-19B6-FFBE-C6C71B122176}"/>
                    </a:ext>
                  </a:extLst>
                </p14:cNvPr>
                <p14:cNvContentPartPr/>
                <p14:nvPr/>
              </p14:nvContentPartPr>
              <p14:xfrm>
                <a:off x="2446488" y="971784"/>
                <a:ext cx="182520" cy="16920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D9D6BD8C-8311-19B6-FFBE-C6C71B122176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2437488" y="963144"/>
                  <a:ext cx="200160" cy="18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440A9A2D-59E0-34EB-20DB-267566FF03D2}"/>
                    </a:ext>
                  </a:extLst>
                </p14:cNvPr>
                <p14:cNvContentPartPr/>
                <p14:nvPr/>
              </p14:nvContentPartPr>
              <p14:xfrm>
                <a:off x="2718648" y="915624"/>
                <a:ext cx="185040" cy="20268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440A9A2D-59E0-34EB-20DB-267566FF03D2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2709648" y="906624"/>
                  <a:ext cx="202680" cy="22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692ABCEA-5A12-6FF8-3A07-8E641658FF4C}"/>
                    </a:ext>
                  </a:extLst>
                </p14:cNvPr>
                <p14:cNvContentPartPr/>
                <p14:nvPr/>
              </p14:nvContentPartPr>
              <p14:xfrm>
                <a:off x="2856168" y="1016784"/>
                <a:ext cx="101160" cy="3276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692ABCEA-5A12-6FF8-3A07-8E641658FF4C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2847168" y="1008144"/>
                  <a:ext cx="118800" cy="5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C2EC0119-1FFD-2F49-F337-49ED6F824F08}"/>
                    </a:ext>
                  </a:extLst>
                </p14:cNvPr>
                <p14:cNvContentPartPr/>
                <p14:nvPr/>
              </p14:nvContentPartPr>
              <p14:xfrm>
                <a:off x="2898288" y="911304"/>
                <a:ext cx="218880" cy="33516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C2EC0119-1FFD-2F49-F337-49ED6F824F08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2889288" y="902304"/>
                  <a:ext cx="236520" cy="35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05DE81FF-EDD0-3425-C329-9C75FE8480FF}"/>
                    </a:ext>
                  </a:extLst>
                </p14:cNvPr>
                <p14:cNvContentPartPr/>
                <p14:nvPr/>
              </p14:nvContentPartPr>
              <p14:xfrm>
                <a:off x="3332448" y="957744"/>
                <a:ext cx="129600" cy="28152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05DE81FF-EDD0-3425-C329-9C75FE8480FF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3323448" y="949104"/>
                  <a:ext cx="147240" cy="29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62B28121-2035-E61F-F98C-4D70438A3CC2}"/>
                    </a:ext>
                  </a:extLst>
                </p14:cNvPr>
                <p14:cNvContentPartPr/>
                <p14:nvPr/>
              </p14:nvContentPartPr>
              <p14:xfrm>
                <a:off x="3575448" y="989784"/>
                <a:ext cx="226080" cy="19728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62B28121-2035-E61F-F98C-4D70438A3CC2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3566448" y="980784"/>
                  <a:ext cx="243720" cy="21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47CE7F9C-9B75-A72B-D580-6FE90A6B4A88}"/>
                    </a:ext>
                  </a:extLst>
                </p14:cNvPr>
                <p14:cNvContentPartPr/>
                <p14:nvPr/>
              </p14:nvContentPartPr>
              <p14:xfrm>
                <a:off x="3687408" y="1098864"/>
                <a:ext cx="128160" cy="2016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47CE7F9C-9B75-A72B-D580-6FE90A6B4A88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3678768" y="1090224"/>
                  <a:ext cx="145800" cy="3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54232F92-25D1-DFF0-0D17-EE8700EEE6F3}"/>
                    </a:ext>
                  </a:extLst>
                </p14:cNvPr>
                <p14:cNvContentPartPr/>
                <p14:nvPr/>
              </p14:nvContentPartPr>
              <p14:xfrm>
                <a:off x="3886488" y="966384"/>
                <a:ext cx="45360" cy="17676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54232F92-25D1-DFF0-0D17-EE8700EEE6F3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3877488" y="957744"/>
                  <a:ext cx="63000" cy="19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0290E858-E2BF-8199-F2F3-F84F99C0881C}"/>
                    </a:ext>
                  </a:extLst>
                </p14:cNvPr>
                <p14:cNvContentPartPr/>
                <p14:nvPr/>
              </p14:nvContentPartPr>
              <p14:xfrm>
                <a:off x="4040928" y="1085184"/>
                <a:ext cx="76680" cy="23472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0290E858-E2BF-8199-F2F3-F84F99C0881C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4031928" y="1076544"/>
                  <a:ext cx="94320" cy="25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863F82D1-FF34-9D60-EA61-D47AA4553590}"/>
                    </a:ext>
                  </a:extLst>
                </p14:cNvPr>
                <p14:cNvContentPartPr/>
                <p14:nvPr/>
              </p14:nvContentPartPr>
              <p14:xfrm>
                <a:off x="4117248" y="938664"/>
                <a:ext cx="19800" cy="2880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863F82D1-FF34-9D60-EA61-D47AA4553590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4108608" y="929664"/>
                  <a:ext cx="37440" cy="4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67A2FAF4-AA68-084A-A5C6-214861B36F94}"/>
                    </a:ext>
                  </a:extLst>
                </p14:cNvPr>
                <p14:cNvContentPartPr/>
                <p14:nvPr/>
              </p14:nvContentPartPr>
              <p14:xfrm>
                <a:off x="4145688" y="936144"/>
                <a:ext cx="256680" cy="42048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67A2FAF4-AA68-084A-A5C6-214861B36F94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4137048" y="927144"/>
                  <a:ext cx="274320" cy="43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130197A5-CF29-B9CD-596D-AE0DDF5CE14B}"/>
                    </a:ext>
                  </a:extLst>
                </p14:cNvPr>
                <p14:cNvContentPartPr/>
                <p14:nvPr/>
              </p14:nvContentPartPr>
              <p14:xfrm>
                <a:off x="2800728" y="1453824"/>
                <a:ext cx="195120" cy="52308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130197A5-CF29-B9CD-596D-AE0DDF5CE14B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2791728" y="1445184"/>
                  <a:ext cx="212760" cy="54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7F22637B-A949-82C1-9CFD-28C6C811C2DF}"/>
                    </a:ext>
                  </a:extLst>
                </p14:cNvPr>
                <p14:cNvContentPartPr/>
                <p14:nvPr/>
              </p14:nvContentPartPr>
              <p14:xfrm>
                <a:off x="3277008" y="1421784"/>
                <a:ext cx="410400" cy="51732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7F22637B-A949-82C1-9CFD-28C6C811C2DF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3268008" y="1413144"/>
                  <a:ext cx="428040" cy="53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B577F25E-CF5D-6EFF-BBDC-86130F3AFCBB}"/>
                    </a:ext>
                  </a:extLst>
                </p14:cNvPr>
                <p14:cNvContentPartPr/>
                <p14:nvPr/>
              </p14:nvContentPartPr>
              <p14:xfrm>
                <a:off x="2890728" y="2060784"/>
                <a:ext cx="310320" cy="32796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B577F25E-CF5D-6EFF-BBDC-86130F3AFCBB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2882088" y="2052144"/>
                  <a:ext cx="327960" cy="34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9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EF039ECA-4963-9947-124A-DF71B361CA7B}"/>
                    </a:ext>
                  </a:extLst>
                </p14:cNvPr>
                <p14:cNvContentPartPr/>
                <p14:nvPr/>
              </p14:nvContentPartPr>
              <p14:xfrm>
                <a:off x="3287808" y="2013264"/>
                <a:ext cx="63000" cy="20376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EF039ECA-4963-9947-124A-DF71B361CA7B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3278808" y="2004624"/>
                  <a:ext cx="80640" cy="22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1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3312A354-0770-4B43-C09C-8F79FE95B0B4}"/>
                    </a:ext>
                  </a:extLst>
                </p14:cNvPr>
                <p14:cNvContentPartPr/>
                <p14:nvPr/>
              </p14:nvContentPartPr>
              <p14:xfrm>
                <a:off x="3379968" y="2105064"/>
                <a:ext cx="15480" cy="3384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3312A354-0770-4B43-C09C-8F79FE95B0B4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3370968" y="2096064"/>
                  <a:ext cx="33120" cy="5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3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B14BC29A-FE88-0638-8DC0-12018E9883E0}"/>
                    </a:ext>
                  </a:extLst>
                </p14:cNvPr>
                <p14:cNvContentPartPr/>
                <p14:nvPr/>
              </p14:nvContentPartPr>
              <p14:xfrm>
                <a:off x="3439728" y="2142144"/>
                <a:ext cx="33120" cy="5148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B14BC29A-FE88-0638-8DC0-12018E9883E0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3431088" y="2133144"/>
                  <a:ext cx="50760" cy="6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5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E121D8EB-1D0A-38C1-0F10-6F2D5A070014}"/>
                    </a:ext>
                  </a:extLst>
                </p14:cNvPr>
                <p14:cNvContentPartPr/>
                <p14:nvPr/>
              </p14:nvContentPartPr>
              <p14:xfrm>
                <a:off x="3526488" y="2035224"/>
                <a:ext cx="375840" cy="13824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E121D8EB-1D0A-38C1-0F10-6F2D5A070014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3517488" y="2026224"/>
                  <a:ext cx="393480" cy="15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7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2CCAC3F0-3050-2739-A177-55F2983AD901}"/>
                    </a:ext>
                  </a:extLst>
                </p14:cNvPr>
                <p14:cNvContentPartPr/>
                <p14:nvPr/>
              </p14:nvContentPartPr>
              <p14:xfrm>
                <a:off x="3661848" y="2028384"/>
                <a:ext cx="44640" cy="2664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2CCAC3F0-3050-2739-A177-55F2983AD901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3653208" y="2019384"/>
                  <a:ext cx="62280" cy="4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9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29413D06-9EFC-23A1-C6A6-7BEC35B5E984}"/>
                    </a:ext>
                  </a:extLst>
                </p14:cNvPr>
                <p14:cNvContentPartPr/>
                <p14:nvPr/>
              </p14:nvContentPartPr>
              <p14:xfrm>
                <a:off x="535248" y="552744"/>
                <a:ext cx="217440" cy="17244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29413D06-9EFC-23A1-C6A6-7BEC35B5E984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526248" y="543744"/>
                  <a:ext cx="235080" cy="19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1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9B93802E-5CB9-B193-BD91-B031B8BF2E54}"/>
                    </a:ext>
                  </a:extLst>
                </p14:cNvPr>
                <p14:cNvContentPartPr/>
                <p14:nvPr/>
              </p14:nvContentPartPr>
              <p14:xfrm>
                <a:off x="843408" y="586224"/>
                <a:ext cx="86400" cy="8316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9B93802E-5CB9-B193-BD91-B031B8BF2E54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834408" y="577584"/>
                  <a:ext cx="104040" cy="10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3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95DA1D7F-87CD-1F0B-3EC4-D0D47A601C25}"/>
                    </a:ext>
                  </a:extLst>
                </p14:cNvPr>
                <p14:cNvContentPartPr/>
                <p14:nvPr/>
              </p14:nvContentPartPr>
              <p14:xfrm>
                <a:off x="1033488" y="551664"/>
                <a:ext cx="93960" cy="9144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95DA1D7F-87CD-1F0B-3EC4-D0D47A601C25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1024488" y="542664"/>
                  <a:ext cx="111600" cy="10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5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D646088C-EEA6-5ACA-6E29-A24FEF0813D5}"/>
                    </a:ext>
                  </a:extLst>
                </p14:cNvPr>
                <p14:cNvContentPartPr/>
                <p14:nvPr/>
              </p14:nvContentPartPr>
              <p14:xfrm>
                <a:off x="1192248" y="559584"/>
                <a:ext cx="137160" cy="4284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D646088C-EEA6-5ACA-6E29-A24FEF0813D5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1183608" y="550944"/>
                  <a:ext cx="154800" cy="6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7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0BB3FE48-3DBE-EC15-B3D0-7599D3213449}"/>
                    </a:ext>
                  </a:extLst>
                </p14:cNvPr>
                <p14:cNvContentPartPr/>
                <p14:nvPr/>
              </p14:nvContentPartPr>
              <p14:xfrm>
                <a:off x="1582488" y="471744"/>
                <a:ext cx="149040" cy="20736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0BB3FE48-3DBE-EC15-B3D0-7599D3213449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1573488" y="462744"/>
                  <a:ext cx="166680" cy="22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9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D6DED106-513F-713F-04A7-9CAD6571C79F}"/>
                    </a:ext>
                  </a:extLst>
                </p14:cNvPr>
                <p14:cNvContentPartPr/>
                <p14:nvPr/>
              </p14:nvContentPartPr>
              <p14:xfrm>
                <a:off x="1830168" y="474624"/>
                <a:ext cx="112320" cy="13356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D6DED106-513F-713F-04A7-9CAD6571C79F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1821528" y="465624"/>
                  <a:ext cx="129960" cy="15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1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BCF0A5B3-AC99-BA99-B7F3-E327784EE253}"/>
                    </a:ext>
                  </a:extLst>
                </p14:cNvPr>
                <p14:cNvContentPartPr/>
                <p14:nvPr/>
              </p14:nvContentPartPr>
              <p14:xfrm>
                <a:off x="1996128" y="558504"/>
                <a:ext cx="83880" cy="3924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BCF0A5B3-AC99-BA99-B7F3-E327784EE253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1987488" y="549504"/>
                  <a:ext cx="101520" cy="5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3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166BE5B8-BD82-8F28-2EE0-CA253C4FA190}"/>
                    </a:ext>
                  </a:extLst>
                </p14:cNvPr>
                <p14:cNvContentPartPr/>
                <p14:nvPr/>
              </p14:nvContentPartPr>
              <p14:xfrm>
                <a:off x="2151648" y="531864"/>
                <a:ext cx="273240" cy="6048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166BE5B8-BD82-8F28-2EE0-CA253C4FA190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2143008" y="522864"/>
                  <a:ext cx="290880" cy="7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5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1A6E7632-C7BA-DE9F-0481-12259B8237E0}"/>
                    </a:ext>
                  </a:extLst>
                </p14:cNvPr>
                <p14:cNvContentPartPr/>
                <p14:nvPr/>
              </p14:nvContentPartPr>
              <p14:xfrm>
                <a:off x="2567808" y="578664"/>
                <a:ext cx="78480" cy="1872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1A6E7632-C7BA-DE9F-0481-12259B8237E0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2558808" y="569664"/>
                  <a:ext cx="96120" cy="3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7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285C96F8-BCCF-A741-656D-473A0FF6E71D}"/>
                    </a:ext>
                  </a:extLst>
                </p14:cNvPr>
                <p14:cNvContentPartPr/>
                <p14:nvPr/>
              </p14:nvContentPartPr>
              <p14:xfrm>
                <a:off x="494568" y="772704"/>
                <a:ext cx="2446200" cy="7560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285C96F8-BCCF-A741-656D-473A0FF6E71D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485568" y="763704"/>
                  <a:ext cx="2463840" cy="9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9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6C4F5237-669C-B8E3-53FD-222452F0BA35}"/>
                    </a:ext>
                  </a:extLst>
                </p14:cNvPr>
                <p14:cNvContentPartPr/>
                <p14:nvPr/>
              </p14:nvContentPartPr>
              <p14:xfrm>
                <a:off x="2940408" y="774144"/>
                <a:ext cx="19800" cy="2016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6C4F5237-669C-B8E3-53FD-222452F0BA35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2931408" y="765504"/>
                  <a:ext cx="37440" cy="37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1" name="Group 70">
            <a:extLst>
              <a:ext uri="{FF2B5EF4-FFF2-40B4-BE49-F238E27FC236}">
                <a16:creationId xmlns:a16="http://schemas.microsoft.com/office/drawing/2014/main" id="{D1A983E3-FE71-F9AC-4A67-A4AC995088C3}"/>
              </a:ext>
            </a:extLst>
          </p:cNvPr>
          <p:cNvGrpSpPr/>
          <p:nvPr/>
        </p:nvGrpSpPr>
        <p:grpSpPr>
          <a:xfrm>
            <a:off x="911088" y="2884104"/>
            <a:ext cx="2618280" cy="344160"/>
            <a:chOff x="911088" y="2884104"/>
            <a:chExt cx="2618280" cy="344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1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9F067B2C-A1EB-E7E1-532B-2E5740A00B60}"/>
                    </a:ext>
                  </a:extLst>
                </p14:cNvPr>
                <p14:cNvContentPartPr/>
                <p14:nvPr/>
              </p14:nvContentPartPr>
              <p14:xfrm>
                <a:off x="911088" y="2900304"/>
                <a:ext cx="254160" cy="27144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9F067B2C-A1EB-E7E1-532B-2E5740A00B60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902088" y="2891664"/>
                  <a:ext cx="271800" cy="28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3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22EEBBF4-5861-5D57-2C6F-FFD8A2D5FFAC}"/>
                    </a:ext>
                  </a:extLst>
                </p14:cNvPr>
                <p14:cNvContentPartPr/>
                <p14:nvPr/>
              </p14:nvContentPartPr>
              <p14:xfrm>
                <a:off x="1248048" y="2916504"/>
                <a:ext cx="395280" cy="21744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22EEBBF4-5861-5D57-2C6F-FFD8A2D5FFAC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1239408" y="2907864"/>
                  <a:ext cx="412920" cy="23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5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3DA53849-73DD-9A24-D1AB-E964DBAE8BE7}"/>
                    </a:ext>
                  </a:extLst>
                </p14:cNvPr>
                <p14:cNvContentPartPr/>
                <p14:nvPr/>
              </p14:nvContentPartPr>
              <p14:xfrm>
                <a:off x="1944288" y="2929464"/>
                <a:ext cx="187200" cy="29880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3DA53849-73DD-9A24-D1AB-E964DBAE8BE7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1935288" y="2920464"/>
                  <a:ext cx="204840" cy="31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7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7538A0A3-256E-E2E4-B32E-255AD3D35B7D}"/>
                    </a:ext>
                  </a:extLst>
                </p14:cNvPr>
                <p14:cNvContentPartPr/>
                <p14:nvPr/>
              </p14:nvContentPartPr>
              <p14:xfrm>
                <a:off x="2253888" y="2884104"/>
                <a:ext cx="73080" cy="19152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7538A0A3-256E-E2E4-B32E-255AD3D35B7D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2245248" y="2875464"/>
                  <a:ext cx="90720" cy="20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9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1650030D-A96A-AE70-3C39-4C8F75E8392C}"/>
                    </a:ext>
                  </a:extLst>
                </p14:cNvPr>
                <p14:cNvContentPartPr/>
                <p14:nvPr/>
              </p14:nvContentPartPr>
              <p14:xfrm>
                <a:off x="2398968" y="2998224"/>
                <a:ext cx="49680" cy="6156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1650030D-A96A-AE70-3C39-4C8F75E8392C}"/>
                    </a:ext>
                  </a:extLst>
                </p:cNvPr>
                <p:cNvPicPr/>
                <p:nvPr/>
              </p:nvPicPr>
              <p:blipFill>
                <a:blip r:embed="rId110"/>
                <a:stretch>
                  <a:fillRect/>
                </a:stretch>
              </p:blipFill>
              <p:spPr>
                <a:xfrm>
                  <a:off x="2389968" y="2989224"/>
                  <a:ext cx="67320" cy="7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1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0236819C-9D99-E563-0DF2-FC7DAC93B70F}"/>
                    </a:ext>
                  </a:extLst>
                </p14:cNvPr>
                <p14:cNvContentPartPr/>
                <p14:nvPr/>
              </p14:nvContentPartPr>
              <p14:xfrm>
                <a:off x="2511288" y="3004344"/>
                <a:ext cx="166680" cy="5184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0236819C-9D99-E563-0DF2-FC7DAC93B70F}"/>
                    </a:ext>
                  </a:extLst>
                </p:cNvPr>
                <p:cNvPicPr/>
                <p:nvPr/>
              </p:nvPicPr>
              <p:blipFill>
                <a:blip r:embed="rId112"/>
                <a:stretch>
                  <a:fillRect/>
                </a:stretch>
              </p:blipFill>
              <p:spPr>
                <a:xfrm>
                  <a:off x="2502648" y="2995344"/>
                  <a:ext cx="184320" cy="6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3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26D0431C-37CF-DEAB-9BFD-8DB44FDC5FDA}"/>
                    </a:ext>
                  </a:extLst>
                </p14:cNvPr>
                <p14:cNvContentPartPr/>
                <p14:nvPr/>
              </p14:nvContentPartPr>
              <p14:xfrm>
                <a:off x="2875968" y="2923704"/>
                <a:ext cx="81360" cy="25704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26D0431C-37CF-DEAB-9BFD-8DB44FDC5FDA}"/>
                    </a:ext>
                  </a:extLst>
                </p:cNvPr>
                <p:cNvPicPr/>
                <p:nvPr/>
              </p:nvPicPr>
              <p:blipFill>
                <a:blip r:embed="rId114"/>
                <a:stretch>
                  <a:fillRect/>
                </a:stretch>
              </p:blipFill>
              <p:spPr>
                <a:xfrm>
                  <a:off x="2866968" y="2914704"/>
                  <a:ext cx="99000" cy="27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5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7FB8F043-2A53-6776-EB17-AD4CBA47A9AD}"/>
                    </a:ext>
                  </a:extLst>
                </p14:cNvPr>
                <p14:cNvContentPartPr/>
                <p14:nvPr/>
              </p14:nvContentPartPr>
              <p14:xfrm>
                <a:off x="3071808" y="2971584"/>
                <a:ext cx="111600" cy="15084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7FB8F043-2A53-6776-EB17-AD4CBA47A9AD}"/>
                    </a:ext>
                  </a:extLst>
                </p:cNvPr>
                <p:cNvPicPr/>
                <p:nvPr/>
              </p:nvPicPr>
              <p:blipFill>
                <a:blip r:embed="rId116"/>
                <a:stretch>
                  <a:fillRect/>
                </a:stretch>
              </p:blipFill>
              <p:spPr>
                <a:xfrm>
                  <a:off x="3062808" y="2962584"/>
                  <a:ext cx="129240" cy="16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7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2CB0BC29-EC11-6806-A5EE-D6B41C3AB046}"/>
                    </a:ext>
                  </a:extLst>
                </p14:cNvPr>
                <p14:cNvContentPartPr/>
                <p14:nvPr/>
              </p14:nvContentPartPr>
              <p14:xfrm>
                <a:off x="3290688" y="2953224"/>
                <a:ext cx="75240" cy="13464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2CB0BC29-EC11-6806-A5EE-D6B41C3AB046}"/>
                    </a:ext>
                  </a:extLst>
                </p:cNvPr>
                <p:cNvPicPr/>
                <p:nvPr/>
              </p:nvPicPr>
              <p:blipFill>
                <a:blip r:embed="rId118"/>
                <a:stretch>
                  <a:fillRect/>
                </a:stretch>
              </p:blipFill>
              <p:spPr>
                <a:xfrm>
                  <a:off x="3282048" y="2944584"/>
                  <a:ext cx="92880" cy="15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9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B7A64863-A978-72EA-FDAA-F892FE76C7B3}"/>
                    </a:ext>
                  </a:extLst>
                </p14:cNvPr>
                <p14:cNvContentPartPr/>
                <p14:nvPr/>
              </p14:nvContentPartPr>
              <p14:xfrm>
                <a:off x="3288528" y="2927304"/>
                <a:ext cx="240840" cy="28224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B7A64863-A978-72EA-FDAA-F892FE76C7B3}"/>
                    </a:ext>
                  </a:extLst>
                </p:cNvPr>
                <p:cNvPicPr/>
                <p:nvPr/>
              </p:nvPicPr>
              <p:blipFill>
                <a:blip r:embed="rId120"/>
                <a:stretch>
                  <a:fillRect/>
                </a:stretch>
              </p:blipFill>
              <p:spPr>
                <a:xfrm>
                  <a:off x="3279888" y="2918304"/>
                  <a:ext cx="258480" cy="299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9" name="Group 68">
            <a:extLst>
              <a:ext uri="{FF2B5EF4-FFF2-40B4-BE49-F238E27FC236}">
                <a16:creationId xmlns:a16="http://schemas.microsoft.com/office/drawing/2014/main" id="{E1F4BCB7-5BC5-0CB3-31B1-E391D92EAFC2}"/>
              </a:ext>
            </a:extLst>
          </p:cNvPr>
          <p:cNvGrpSpPr/>
          <p:nvPr/>
        </p:nvGrpSpPr>
        <p:grpSpPr>
          <a:xfrm>
            <a:off x="874368" y="3392424"/>
            <a:ext cx="2950200" cy="91080"/>
            <a:chOff x="874368" y="3392424"/>
            <a:chExt cx="2950200" cy="91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1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39B2AA0C-842F-9E0F-ED00-E7DE2176FACC}"/>
                    </a:ext>
                  </a:extLst>
                </p14:cNvPr>
                <p14:cNvContentPartPr/>
                <p14:nvPr/>
              </p14:nvContentPartPr>
              <p14:xfrm>
                <a:off x="874368" y="3392424"/>
                <a:ext cx="2950200" cy="3708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39B2AA0C-842F-9E0F-ED00-E7DE2176FACC}"/>
                    </a:ext>
                  </a:extLst>
                </p:cNvPr>
                <p:cNvPicPr/>
                <p:nvPr/>
              </p:nvPicPr>
              <p:blipFill>
                <a:blip r:embed="rId122"/>
                <a:stretch>
                  <a:fillRect/>
                </a:stretch>
              </p:blipFill>
              <p:spPr>
                <a:xfrm>
                  <a:off x="865368" y="3383784"/>
                  <a:ext cx="2967840" cy="5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3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68C5E62A-A6EF-6D92-B5DB-8AE408896EF6}"/>
                    </a:ext>
                  </a:extLst>
                </p14:cNvPr>
                <p14:cNvContentPartPr/>
                <p14:nvPr/>
              </p14:nvContentPartPr>
              <p14:xfrm>
                <a:off x="3778128" y="3447864"/>
                <a:ext cx="21960" cy="3564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68C5E62A-A6EF-6D92-B5DB-8AE408896EF6}"/>
                    </a:ext>
                  </a:extLst>
                </p:cNvPr>
                <p:cNvPicPr/>
                <p:nvPr/>
              </p:nvPicPr>
              <p:blipFill>
                <a:blip r:embed="rId124"/>
                <a:stretch>
                  <a:fillRect/>
                </a:stretch>
              </p:blipFill>
              <p:spPr>
                <a:xfrm>
                  <a:off x="3769128" y="3438864"/>
                  <a:ext cx="39600" cy="532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25">
            <p14:nvContentPartPr>
              <p14:cNvPr id="72" name="Ink 71">
                <a:extLst>
                  <a:ext uri="{FF2B5EF4-FFF2-40B4-BE49-F238E27FC236}">
                    <a16:creationId xmlns:a16="http://schemas.microsoft.com/office/drawing/2014/main" id="{ECB03119-B9A2-4B3D-52C1-4EF3339DB7A3}"/>
                  </a:ext>
                </a:extLst>
              </p14:cNvPr>
              <p14:cNvContentPartPr/>
              <p14:nvPr/>
            </p14:nvContentPartPr>
            <p14:xfrm>
              <a:off x="1980288" y="3631824"/>
              <a:ext cx="135720" cy="239760"/>
            </p14:xfrm>
          </p:contentPart>
        </mc:Choice>
        <mc:Fallback xmlns="">
          <p:pic>
            <p:nvPicPr>
              <p:cNvPr id="72" name="Ink 71">
                <a:extLst>
                  <a:ext uri="{FF2B5EF4-FFF2-40B4-BE49-F238E27FC236}">
                    <a16:creationId xmlns:a16="http://schemas.microsoft.com/office/drawing/2014/main" id="{ECB03119-B9A2-4B3D-52C1-4EF3339DB7A3}"/>
                  </a:ext>
                </a:extLst>
              </p:cNvPr>
              <p:cNvPicPr/>
              <p:nvPr/>
            </p:nvPicPr>
            <p:blipFill>
              <a:blip r:embed="rId126"/>
              <a:stretch>
                <a:fillRect/>
              </a:stretch>
            </p:blipFill>
            <p:spPr>
              <a:xfrm>
                <a:off x="1971648" y="3623184"/>
                <a:ext cx="153360" cy="257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7">
            <p14:nvContentPartPr>
              <p14:cNvPr id="73" name="Ink 72">
                <a:extLst>
                  <a:ext uri="{FF2B5EF4-FFF2-40B4-BE49-F238E27FC236}">
                    <a16:creationId xmlns:a16="http://schemas.microsoft.com/office/drawing/2014/main" id="{16670816-B592-6BF8-1376-D5A562F41585}"/>
                  </a:ext>
                </a:extLst>
              </p14:cNvPr>
              <p14:cNvContentPartPr/>
              <p14:nvPr/>
            </p14:nvContentPartPr>
            <p14:xfrm>
              <a:off x="2150928" y="3632184"/>
              <a:ext cx="145440" cy="188280"/>
            </p14:xfrm>
          </p:contentPart>
        </mc:Choice>
        <mc:Fallback xmlns="">
          <p:pic>
            <p:nvPicPr>
              <p:cNvPr id="73" name="Ink 72">
                <a:extLst>
                  <a:ext uri="{FF2B5EF4-FFF2-40B4-BE49-F238E27FC236}">
                    <a16:creationId xmlns:a16="http://schemas.microsoft.com/office/drawing/2014/main" id="{16670816-B592-6BF8-1376-D5A562F41585}"/>
                  </a:ext>
                </a:extLst>
              </p:cNvPr>
              <p:cNvPicPr/>
              <p:nvPr/>
            </p:nvPicPr>
            <p:blipFill>
              <a:blip r:embed="rId128"/>
              <a:stretch>
                <a:fillRect/>
              </a:stretch>
            </p:blipFill>
            <p:spPr>
              <a:xfrm>
                <a:off x="2141928" y="3623184"/>
                <a:ext cx="163080" cy="205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9">
            <p14:nvContentPartPr>
              <p14:cNvPr id="74" name="Ink 73">
                <a:extLst>
                  <a:ext uri="{FF2B5EF4-FFF2-40B4-BE49-F238E27FC236}">
                    <a16:creationId xmlns:a16="http://schemas.microsoft.com/office/drawing/2014/main" id="{0DC72153-F8A3-9246-70D6-8A4AF514D366}"/>
                  </a:ext>
                </a:extLst>
              </p14:cNvPr>
              <p14:cNvContentPartPr/>
              <p14:nvPr/>
            </p14:nvContentPartPr>
            <p14:xfrm>
              <a:off x="2457648" y="3742704"/>
              <a:ext cx="488160" cy="120240"/>
            </p14:xfrm>
          </p:contentPart>
        </mc:Choice>
        <mc:Fallback xmlns="">
          <p:pic>
            <p:nvPicPr>
              <p:cNvPr id="74" name="Ink 73">
                <a:extLst>
                  <a:ext uri="{FF2B5EF4-FFF2-40B4-BE49-F238E27FC236}">
                    <a16:creationId xmlns:a16="http://schemas.microsoft.com/office/drawing/2014/main" id="{0DC72153-F8A3-9246-70D6-8A4AF514D366}"/>
                  </a:ext>
                </a:extLst>
              </p:cNvPr>
              <p:cNvPicPr/>
              <p:nvPr/>
            </p:nvPicPr>
            <p:blipFill>
              <a:blip r:embed="rId130"/>
              <a:stretch>
                <a:fillRect/>
              </a:stretch>
            </p:blipFill>
            <p:spPr>
              <a:xfrm>
                <a:off x="2448648" y="3733704"/>
                <a:ext cx="505800" cy="137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1">
            <p14:nvContentPartPr>
              <p14:cNvPr id="76" name="Ink 75">
                <a:extLst>
                  <a:ext uri="{FF2B5EF4-FFF2-40B4-BE49-F238E27FC236}">
                    <a16:creationId xmlns:a16="http://schemas.microsoft.com/office/drawing/2014/main" id="{BC1278B6-8FA0-4AFF-5516-F881EDAE903F}"/>
                  </a:ext>
                </a:extLst>
              </p14:cNvPr>
              <p14:cNvContentPartPr/>
              <p14:nvPr/>
            </p14:nvContentPartPr>
            <p14:xfrm>
              <a:off x="3157488" y="3700944"/>
              <a:ext cx="201600" cy="134640"/>
            </p14:xfrm>
          </p:contentPart>
        </mc:Choice>
        <mc:Fallback xmlns="">
          <p:pic>
            <p:nvPicPr>
              <p:cNvPr id="76" name="Ink 75">
                <a:extLst>
                  <a:ext uri="{FF2B5EF4-FFF2-40B4-BE49-F238E27FC236}">
                    <a16:creationId xmlns:a16="http://schemas.microsoft.com/office/drawing/2014/main" id="{BC1278B6-8FA0-4AFF-5516-F881EDAE903F}"/>
                  </a:ext>
                </a:extLst>
              </p:cNvPr>
              <p:cNvPicPr/>
              <p:nvPr/>
            </p:nvPicPr>
            <p:blipFill>
              <a:blip r:embed="rId132"/>
              <a:stretch>
                <a:fillRect/>
              </a:stretch>
            </p:blipFill>
            <p:spPr>
              <a:xfrm>
                <a:off x="3148488" y="3692304"/>
                <a:ext cx="219240" cy="152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3">
            <p14:nvContentPartPr>
              <p14:cNvPr id="77" name="Ink 76">
                <a:extLst>
                  <a:ext uri="{FF2B5EF4-FFF2-40B4-BE49-F238E27FC236}">
                    <a16:creationId xmlns:a16="http://schemas.microsoft.com/office/drawing/2014/main" id="{3C63D1C1-E53D-6B8F-BBD9-AFC8C438ADB0}"/>
                  </a:ext>
                </a:extLst>
              </p14:cNvPr>
              <p14:cNvContentPartPr/>
              <p14:nvPr/>
            </p14:nvContentPartPr>
            <p14:xfrm>
              <a:off x="3397248" y="3671064"/>
              <a:ext cx="405360" cy="141120"/>
            </p14:xfrm>
          </p:contentPart>
        </mc:Choice>
        <mc:Fallback xmlns="">
          <p:pic>
            <p:nvPicPr>
              <p:cNvPr id="77" name="Ink 76">
                <a:extLst>
                  <a:ext uri="{FF2B5EF4-FFF2-40B4-BE49-F238E27FC236}">
                    <a16:creationId xmlns:a16="http://schemas.microsoft.com/office/drawing/2014/main" id="{3C63D1C1-E53D-6B8F-BBD9-AFC8C438ADB0}"/>
                  </a:ext>
                </a:extLst>
              </p:cNvPr>
              <p:cNvPicPr/>
              <p:nvPr/>
            </p:nvPicPr>
            <p:blipFill>
              <a:blip r:embed="rId134"/>
              <a:stretch>
                <a:fillRect/>
              </a:stretch>
            </p:blipFill>
            <p:spPr>
              <a:xfrm>
                <a:off x="3388608" y="3662424"/>
                <a:ext cx="423000" cy="158760"/>
              </a:xfrm>
              <a:prstGeom prst="rect">
                <a:avLst/>
              </a:prstGeom>
            </p:spPr>
          </p:pic>
        </mc:Fallback>
      </mc:AlternateContent>
      <p:grpSp>
        <p:nvGrpSpPr>
          <p:cNvPr id="88" name="Group 87">
            <a:extLst>
              <a:ext uri="{FF2B5EF4-FFF2-40B4-BE49-F238E27FC236}">
                <a16:creationId xmlns:a16="http://schemas.microsoft.com/office/drawing/2014/main" id="{04AD49CB-A59E-7EB8-5810-6950F140592C}"/>
              </a:ext>
            </a:extLst>
          </p:cNvPr>
          <p:cNvGrpSpPr/>
          <p:nvPr/>
        </p:nvGrpSpPr>
        <p:grpSpPr>
          <a:xfrm>
            <a:off x="4057848" y="3602664"/>
            <a:ext cx="1737000" cy="348120"/>
            <a:chOff x="4057848" y="3602664"/>
            <a:chExt cx="1737000" cy="348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5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7FFBD650-6180-EC3F-B31F-7B16EC9F26B1}"/>
                    </a:ext>
                  </a:extLst>
                </p14:cNvPr>
                <p14:cNvContentPartPr/>
                <p14:nvPr/>
              </p14:nvContentPartPr>
              <p14:xfrm>
                <a:off x="4057848" y="3602664"/>
                <a:ext cx="189720" cy="34416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7FFBD650-6180-EC3F-B31F-7B16EC9F26B1}"/>
                    </a:ext>
                  </a:extLst>
                </p:cNvPr>
                <p:cNvPicPr/>
                <p:nvPr/>
              </p:nvPicPr>
              <p:blipFill>
                <a:blip r:embed="rId136"/>
                <a:stretch>
                  <a:fillRect/>
                </a:stretch>
              </p:blipFill>
              <p:spPr>
                <a:xfrm>
                  <a:off x="4049208" y="3594024"/>
                  <a:ext cx="207360" cy="36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7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C8D058BF-ED2B-44E7-900A-CA0BB542153D}"/>
                    </a:ext>
                  </a:extLst>
                </p14:cNvPr>
                <p14:cNvContentPartPr/>
                <p14:nvPr/>
              </p14:nvContentPartPr>
              <p14:xfrm>
                <a:off x="4320288" y="3676824"/>
                <a:ext cx="177120" cy="14040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C8D058BF-ED2B-44E7-900A-CA0BB542153D}"/>
                    </a:ext>
                  </a:extLst>
                </p:cNvPr>
                <p:cNvPicPr/>
                <p:nvPr/>
              </p:nvPicPr>
              <p:blipFill>
                <a:blip r:embed="rId138"/>
                <a:stretch>
                  <a:fillRect/>
                </a:stretch>
              </p:blipFill>
              <p:spPr>
                <a:xfrm>
                  <a:off x="4311288" y="3667824"/>
                  <a:ext cx="194760" cy="15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9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759A0778-CF19-C4B0-4016-0C23FF6FB9A5}"/>
                    </a:ext>
                  </a:extLst>
                </p14:cNvPr>
                <p14:cNvContentPartPr/>
                <p14:nvPr/>
              </p14:nvContentPartPr>
              <p14:xfrm>
                <a:off x="4576968" y="3668184"/>
                <a:ext cx="98640" cy="15120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759A0778-CF19-C4B0-4016-0C23FF6FB9A5}"/>
                    </a:ext>
                  </a:extLst>
                </p:cNvPr>
                <p:cNvPicPr/>
                <p:nvPr/>
              </p:nvPicPr>
              <p:blipFill>
                <a:blip r:embed="rId140"/>
                <a:stretch>
                  <a:fillRect/>
                </a:stretch>
              </p:blipFill>
              <p:spPr>
                <a:xfrm>
                  <a:off x="4567968" y="3659184"/>
                  <a:ext cx="116280" cy="16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1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DB98CC6C-4E92-AF45-F1EE-C39B903F04A3}"/>
                    </a:ext>
                  </a:extLst>
                </p14:cNvPr>
                <p14:cNvContentPartPr/>
                <p14:nvPr/>
              </p14:nvContentPartPr>
              <p14:xfrm>
                <a:off x="4682088" y="3640104"/>
                <a:ext cx="167040" cy="23796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DB98CC6C-4E92-AF45-F1EE-C39B903F04A3}"/>
                    </a:ext>
                  </a:extLst>
                </p:cNvPr>
                <p:cNvPicPr/>
                <p:nvPr/>
              </p:nvPicPr>
              <p:blipFill>
                <a:blip r:embed="rId142"/>
                <a:stretch>
                  <a:fillRect/>
                </a:stretch>
              </p:blipFill>
              <p:spPr>
                <a:xfrm>
                  <a:off x="4673448" y="3631104"/>
                  <a:ext cx="184680" cy="25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3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BB87C7A2-3890-B4E8-AA13-D0F997474657}"/>
                    </a:ext>
                  </a:extLst>
                </p14:cNvPr>
                <p14:cNvContentPartPr/>
                <p14:nvPr/>
              </p14:nvContentPartPr>
              <p14:xfrm>
                <a:off x="5026968" y="3650544"/>
                <a:ext cx="117720" cy="30024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BB87C7A2-3890-B4E8-AA13-D0F997474657}"/>
                    </a:ext>
                  </a:extLst>
                </p:cNvPr>
                <p:cNvPicPr/>
                <p:nvPr/>
              </p:nvPicPr>
              <p:blipFill>
                <a:blip r:embed="rId144"/>
                <a:stretch>
                  <a:fillRect/>
                </a:stretch>
              </p:blipFill>
              <p:spPr>
                <a:xfrm>
                  <a:off x="5018328" y="3641544"/>
                  <a:ext cx="135360" cy="31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5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0163432A-1AE0-737B-5EAD-FD5BED47E7C3}"/>
                    </a:ext>
                  </a:extLst>
                </p14:cNvPr>
                <p14:cNvContentPartPr/>
                <p14:nvPr/>
              </p14:nvContentPartPr>
              <p14:xfrm>
                <a:off x="5242608" y="3707784"/>
                <a:ext cx="176760" cy="13680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0163432A-1AE0-737B-5EAD-FD5BED47E7C3}"/>
                    </a:ext>
                  </a:extLst>
                </p:cNvPr>
                <p:cNvPicPr/>
                <p:nvPr/>
              </p:nvPicPr>
              <p:blipFill>
                <a:blip r:embed="rId146"/>
                <a:stretch>
                  <a:fillRect/>
                </a:stretch>
              </p:blipFill>
              <p:spPr>
                <a:xfrm>
                  <a:off x="5233968" y="3699144"/>
                  <a:ext cx="194400" cy="15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7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92D06CE1-04A7-D95F-F0E2-1E453EB04C56}"/>
                    </a:ext>
                  </a:extLst>
                </p14:cNvPr>
                <p14:cNvContentPartPr/>
                <p14:nvPr/>
              </p14:nvContentPartPr>
              <p14:xfrm>
                <a:off x="5512248" y="3695544"/>
                <a:ext cx="96480" cy="171720"/>
              </p14:xfrm>
            </p:contentPart>
          </mc:Choice>
          <mc:Fallback xmlns=""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92D06CE1-04A7-D95F-F0E2-1E453EB04C56}"/>
                    </a:ext>
                  </a:extLst>
                </p:cNvPr>
                <p:cNvPicPr/>
                <p:nvPr/>
              </p:nvPicPr>
              <p:blipFill>
                <a:blip r:embed="rId148"/>
                <a:stretch>
                  <a:fillRect/>
                </a:stretch>
              </p:blipFill>
              <p:spPr>
                <a:xfrm>
                  <a:off x="5503608" y="3686904"/>
                  <a:ext cx="114120" cy="18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9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4C30756E-835B-C30B-4B4E-FF719D792234}"/>
                    </a:ext>
                  </a:extLst>
                </p14:cNvPr>
                <p14:cNvContentPartPr/>
                <p14:nvPr/>
              </p14:nvContentPartPr>
              <p14:xfrm>
                <a:off x="5611608" y="3663144"/>
                <a:ext cx="183240" cy="275400"/>
              </p14:xfrm>
            </p:contentPart>
          </mc:Choice>
          <mc:Fallback xmlns=""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4C30756E-835B-C30B-4B4E-FF719D792234}"/>
                    </a:ext>
                  </a:extLst>
                </p:cNvPr>
                <p:cNvPicPr/>
                <p:nvPr/>
              </p:nvPicPr>
              <p:blipFill>
                <a:blip r:embed="rId150"/>
                <a:stretch>
                  <a:fillRect/>
                </a:stretch>
              </p:blipFill>
              <p:spPr>
                <a:xfrm>
                  <a:off x="5602968" y="3654144"/>
                  <a:ext cx="200880" cy="293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5" name="Group 94">
            <a:extLst>
              <a:ext uri="{FF2B5EF4-FFF2-40B4-BE49-F238E27FC236}">
                <a16:creationId xmlns:a16="http://schemas.microsoft.com/office/drawing/2014/main" id="{C41EF0B0-6592-9BD5-6CE0-A8A453145F3A}"/>
              </a:ext>
            </a:extLst>
          </p:cNvPr>
          <p:cNvGrpSpPr/>
          <p:nvPr/>
        </p:nvGrpSpPr>
        <p:grpSpPr>
          <a:xfrm>
            <a:off x="6032448" y="3567384"/>
            <a:ext cx="1010880" cy="420480"/>
            <a:chOff x="6032448" y="3567384"/>
            <a:chExt cx="1010880" cy="420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1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E091B3C4-21EF-C005-98AB-1F49C1C84456}"/>
                    </a:ext>
                  </a:extLst>
                </p14:cNvPr>
                <p14:cNvContentPartPr/>
                <p14:nvPr/>
              </p14:nvContentPartPr>
              <p14:xfrm>
                <a:off x="6032448" y="3654144"/>
                <a:ext cx="152640" cy="30924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E091B3C4-21EF-C005-98AB-1F49C1C84456}"/>
                    </a:ext>
                  </a:extLst>
                </p:cNvPr>
                <p:cNvPicPr/>
                <p:nvPr/>
              </p:nvPicPr>
              <p:blipFill>
                <a:blip r:embed="rId152"/>
                <a:stretch>
                  <a:fillRect/>
                </a:stretch>
              </p:blipFill>
              <p:spPr>
                <a:xfrm>
                  <a:off x="6023808" y="3645144"/>
                  <a:ext cx="170280" cy="32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3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3CA141C6-517F-5CF0-8423-7D6E10BCF805}"/>
                    </a:ext>
                  </a:extLst>
                </p14:cNvPr>
                <p14:cNvContentPartPr/>
                <p14:nvPr/>
              </p14:nvContentPartPr>
              <p14:xfrm>
                <a:off x="6305328" y="3664584"/>
                <a:ext cx="97200" cy="242280"/>
              </p14:xfrm>
            </p:contentPart>
          </mc:Choice>
          <mc:Fallback xmlns=""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3CA141C6-517F-5CF0-8423-7D6E10BCF805}"/>
                    </a:ext>
                  </a:extLst>
                </p:cNvPr>
                <p:cNvPicPr/>
                <p:nvPr/>
              </p:nvPicPr>
              <p:blipFill>
                <a:blip r:embed="rId154"/>
                <a:stretch>
                  <a:fillRect/>
                </a:stretch>
              </p:blipFill>
              <p:spPr>
                <a:xfrm>
                  <a:off x="6296328" y="3655944"/>
                  <a:ext cx="114840" cy="25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5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187A693F-58F9-7BBF-5288-1C6F573BBFA9}"/>
                    </a:ext>
                  </a:extLst>
                </p14:cNvPr>
                <p14:cNvContentPartPr/>
                <p14:nvPr/>
              </p14:nvContentPartPr>
              <p14:xfrm>
                <a:off x="6483888" y="3678624"/>
                <a:ext cx="102960" cy="21132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187A693F-58F9-7BBF-5288-1C6F573BBFA9}"/>
                    </a:ext>
                  </a:extLst>
                </p:cNvPr>
                <p:cNvPicPr/>
                <p:nvPr/>
              </p:nvPicPr>
              <p:blipFill>
                <a:blip r:embed="rId156"/>
                <a:stretch>
                  <a:fillRect/>
                </a:stretch>
              </p:blipFill>
              <p:spPr>
                <a:xfrm>
                  <a:off x="6475248" y="3669984"/>
                  <a:ext cx="120600" cy="22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7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F8ED9A88-07B7-6B7D-05F7-28D70001D808}"/>
                    </a:ext>
                  </a:extLst>
                </p14:cNvPr>
                <p14:cNvContentPartPr/>
                <p14:nvPr/>
              </p14:nvContentPartPr>
              <p14:xfrm>
                <a:off x="6609888" y="3677544"/>
                <a:ext cx="136080" cy="31032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F8ED9A88-07B7-6B7D-05F7-28D70001D808}"/>
                    </a:ext>
                  </a:extLst>
                </p:cNvPr>
                <p:cNvPicPr/>
                <p:nvPr/>
              </p:nvPicPr>
              <p:blipFill>
                <a:blip r:embed="rId158"/>
                <a:stretch>
                  <a:fillRect/>
                </a:stretch>
              </p:blipFill>
              <p:spPr>
                <a:xfrm>
                  <a:off x="6600888" y="3668544"/>
                  <a:ext cx="153720" cy="32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9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2DDAFA06-2AD6-9A7F-F86C-1C3D6867ABBE}"/>
                    </a:ext>
                  </a:extLst>
                </p14:cNvPr>
                <p14:cNvContentPartPr/>
                <p14:nvPr/>
              </p14:nvContentPartPr>
              <p14:xfrm>
                <a:off x="6870528" y="3567384"/>
                <a:ext cx="125280" cy="20880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2DDAFA06-2AD6-9A7F-F86C-1C3D6867ABBE}"/>
                    </a:ext>
                  </a:extLst>
                </p:cNvPr>
                <p:cNvPicPr/>
                <p:nvPr/>
              </p:nvPicPr>
              <p:blipFill>
                <a:blip r:embed="rId160"/>
                <a:stretch>
                  <a:fillRect/>
                </a:stretch>
              </p:blipFill>
              <p:spPr>
                <a:xfrm>
                  <a:off x="6861528" y="3558384"/>
                  <a:ext cx="142920" cy="22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1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DD352827-1BB7-78D1-770D-6F202CEC24B9}"/>
                    </a:ext>
                  </a:extLst>
                </p14:cNvPr>
                <p14:cNvContentPartPr/>
                <p14:nvPr/>
              </p14:nvContentPartPr>
              <p14:xfrm>
                <a:off x="6839208" y="3681144"/>
                <a:ext cx="204120" cy="24120"/>
              </p14:xfrm>
            </p:contentPart>
          </mc:Choice>
          <mc:Fallback xmlns=""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DD352827-1BB7-78D1-770D-6F202CEC24B9}"/>
                    </a:ext>
                  </a:extLst>
                </p:cNvPr>
                <p:cNvPicPr/>
                <p:nvPr/>
              </p:nvPicPr>
              <p:blipFill>
                <a:blip r:embed="rId162"/>
                <a:stretch>
                  <a:fillRect/>
                </a:stretch>
              </p:blipFill>
              <p:spPr>
                <a:xfrm>
                  <a:off x="6830568" y="3672144"/>
                  <a:ext cx="221760" cy="41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5" name="Group 104">
            <a:extLst>
              <a:ext uri="{FF2B5EF4-FFF2-40B4-BE49-F238E27FC236}">
                <a16:creationId xmlns:a16="http://schemas.microsoft.com/office/drawing/2014/main" id="{BC5B7353-D7BE-EFF4-F10E-920F98C0485E}"/>
              </a:ext>
            </a:extLst>
          </p:cNvPr>
          <p:cNvGrpSpPr/>
          <p:nvPr/>
        </p:nvGrpSpPr>
        <p:grpSpPr>
          <a:xfrm>
            <a:off x="1871208" y="4282704"/>
            <a:ext cx="1038600" cy="274680"/>
            <a:chOff x="1871208" y="4282704"/>
            <a:chExt cx="1038600" cy="274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3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EC04ABD1-26DA-387E-4501-250AD1970BCB}"/>
                    </a:ext>
                  </a:extLst>
                </p14:cNvPr>
                <p14:cNvContentPartPr/>
                <p14:nvPr/>
              </p14:nvContentPartPr>
              <p14:xfrm>
                <a:off x="1871208" y="4321944"/>
                <a:ext cx="229680" cy="235440"/>
              </p14:xfrm>
            </p:contentPart>
          </mc:Choice>
          <mc:Fallback xmlns=""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EC04ABD1-26DA-387E-4501-250AD1970BCB}"/>
                    </a:ext>
                  </a:extLst>
                </p:cNvPr>
                <p:cNvPicPr/>
                <p:nvPr/>
              </p:nvPicPr>
              <p:blipFill>
                <a:blip r:embed="rId164"/>
                <a:stretch>
                  <a:fillRect/>
                </a:stretch>
              </p:blipFill>
              <p:spPr>
                <a:xfrm>
                  <a:off x="1862208" y="4312944"/>
                  <a:ext cx="247320" cy="25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5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0AFA5A4F-6AF1-FFED-7164-7B447CF297BB}"/>
                    </a:ext>
                  </a:extLst>
                </p14:cNvPr>
                <p14:cNvContentPartPr/>
                <p14:nvPr/>
              </p14:nvContentPartPr>
              <p14:xfrm>
                <a:off x="2220768" y="4282704"/>
                <a:ext cx="151560" cy="221040"/>
              </p14:xfrm>
            </p:contentPart>
          </mc:Choice>
          <mc:Fallback xmlns=""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0AFA5A4F-6AF1-FFED-7164-7B447CF297BB}"/>
                    </a:ext>
                  </a:extLst>
                </p:cNvPr>
                <p:cNvPicPr/>
                <p:nvPr/>
              </p:nvPicPr>
              <p:blipFill>
                <a:blip r:embed="rId166"/>
                <a:stretch>
                  <a:fillRect/>
                </a:stretch>
              </p:blipFill>
              <p:spPr>
                <a:xfrm>
                  <a:off x="2211768" y="4274064"/>
                  <a:ext cx="169200" cy="23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7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2DBD56E6-DB1A-B4C1-A3FF-D56BA631C9ED}"/>
                    </a:ext>
                  </a:extLst>
                </p14:cNvPr>
                <p14:cNvContentPartPr/>
                <p14:nvPr/>
              </p14:nvContentPartPr>
              <p14:xfrm>
                <a:off x="2580048" y="4424184"/>
                <a:ext cx="329760" cy="92520"/>
              </p14:xfrm>
            </p:contentPart>
          </mc:Choice>
          <mc:Fallback xmlns=""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2DBD56E6-DB1A-B4C1-A3FF-D56BA631C9ED}"/>
                    </a:ext>
                  </a:extLst>
                </p:cNvPr>
                <p:cNvPicPr/>
                <p:nvPr/>
              </p:nvPicPr>
              <p:blipFill>
                <a:blip r:embed="rId168"/>
                <a:stretch>
                  <a:fillRect/>
                </a:stretch>
              </p:blipFill>
              <p:spPr>
                <a:xfrm>
                  <a:off x="2571408" y="4415544"/>
                  <a:ext cx="347400" cy="110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4" name="Group 103">
            <a:extLst>
              <a:ext uri="{FF2B5EF4-FFF2-40B4-BE49-F238E27FC236}">
                <a16:creationId xmlns:a16="http://schemas.microsoft.com/office/drawing/2014/main" id="{39614500-E3AB-A07B-D041-99A5BFBBBE0C}"/>
              </a:ext>
            </a:extLst>
          </p:cNvPr>
          <p:cNvGrpSpPr/>
          <p:nvPr/>
        </p:nvGrpSpPr>
        <p:grpSpPr>
          <a:xfrm>
            <a:off x="3157128" y="4361544"/>
            <a:ext cx="729360" cy="157680"/>
            <a:chOff x="3157128" y="4361544"/>
            <a:chExt cx="729360" cy="157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9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3D7EA6DA-2BAC-D2FB-6369-07393D8BF1AF}"/>
                    </a:ext>
                  </a:extLst>
                </p14:cNvPr>
                <p14:cNvContentPartPr/>
                <p14:nvPr/>
              </p14:nvContentPartPr>
              <p14:xfrm>
                <a:off x="3157128" y="4382064"/>
                <a:ext cx="145800" cy="135720"/>
              </p14:xfrm>
            </p:contentPart>
          </mc:Choice>
          <mc:Fallback xmlns=""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3D7EA6DA-2BAC-D2FB-6369-07393D8BF1AF}"/>
                    </a:ext>
                  </a:extLst>
                </p:cNvPr>
                <p:cNvPicPr/>
                <p:nvPr/>
              </p:nvPicPr>
              <p:blipFill>
                <a:blip r:embed="rId170"/>
                <a:stretch>
                  <a:fillRect/>
                </a:stretch>
              </p:blipFill>
              <p:spPr>
                <a:xfrm>
                  <a:off x="3148128" y="4373424"/>
                  <a:ext cx="163440" cy="15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1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25493764-291B-7611-AB6E-741A4124532E}"/>
                    </a:ext>
                  </a:extLst>
                </p14:cNvPr>
                <p14:cNvContentPartPr/>
                <p14:nvPr/>
              </p14:nvContentPartPr>
              <p14:xfrm>
                <a:off x="3393648" y="4427784"/>
                <a:ext cx="112320" cy="91440"/>
              </p14:xfrm>
            </p:contentPart>
          </mc:Choice>
          <mc:Fallback xmlns=""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25493764-291B-7611-AB6E-741A4124532E}"/>
                    </a:ext>
                  </a:extLst>
                </p:cNvPr>
                <p:cNvPicPr/>
                <p:nvPr/>
              </p:nvPicPr>
              <p:blipFill>
                <a:blip r:embed="rId172"/>
                <a:stretch>
                  <a:fillRect/>
                </a:stretch>
              </p:blipFill>
              <p:spPr>
                <a:xfrm>
                  <a:off x="3385008" y="4419144"/>
                  <a:ext cx="129960" cy="10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3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68849C56-964E-14C6-EC99-DD7B8F2BDB23}"/>
                    </a:ext>
                  </a:extLst>
                </p14:cNvPr>
                <p14:cNvContentPartPr/>
                <p14:nvPr/>
              </p14:nvContentPartPr>
              <p14:xfrm>
                <a:off x="3579048" y="4434984"/>
                <a:ext cx="148320" cy="74880"/>
              </p14:xfrm>
            </p:contentPart>
          </mc:Choice>
          <mc:Fallback xmlns=""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68849C56-964E-14C6-EC99-DD7B8F2BDB23}"/>
                    </a:ext>
                  </a:extLst>
                </p:cNvPr>
                <p:cNvPicPr/>
                <p:nvPr/>
              </p:nvPicPr>
              <p:blipFill>
                <a:blip r:embed="rId174"/>
                <a:stretch>
                  <a:fillRect/>
                </a:stretch>
              </p:blipFill>
              <p:spPr>
                <a:xfrm>
                  <a:off x="3570048" y="4426344"/>
                  <a:ext cx="165960" cy="9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5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2729E471-8211-F1EA-3611-D60BB3068F33}"/>
                    </a:ext>
                  </a:extLst>
                </p14:cNvPr>
                <p14:cNvContentPartPr/>
                <p14:nvPr/>
              </p14:nvContentPartPr>
              <p14:xfrm>
                <a:off x="3790368" y="4361544"/>
                <a:ext cx="96120" cy="134640"/>
              </p14:xfrm>
            </p:contentPart>
          </mc:Choice>
          <mc:Fallback xmlns=""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2729E471-8211-F1EA-3611-D60BB3068F33}"/>
                    </a:ext>
                  </a:extLst>
                </p:cNvPr>
                <p:cNvPicPr/>
                <p:nvPr/>
              </p:nvPicPr>
              <p:blipFill>
                <a:blip r:embed="rId176"/>
                <a:stretch>
                  <a:fillRect/>
                </a:stretch>
              </p:blipFill>
              <p:spPr>
                <a:xfrm>
                  <a:off x="3781728" y="4352904"/>
                  <a:ext cx="113760" cy="1522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77">
            <p14:nvContentPartPr>
              <p14:cNvPr id="103" name="Ink 102">
                <a:extLst>
                  <a:ext uri="{FF2B5EF4-FFF2-40B4-BE49-F238E27FC236}">
                    <a16:creationId xmlns:a16="http://schemas.microsoft.com/office/drawing/2014/main" id="{01587FD2-7A6B-8F22-8483-0AB4E504E0CE}"/>
                  </a:ext>
                </a:extLst>
              </p14:cNvPr>
              <p14:cNvContentPartPr/>
              <p14:nvPr/>
            </p14:nvContentPartPr>
            <p14:xfrm>
              <a:off x="4160448" y="4316904"/>
              <a:ext cx="213840" cy="233280"/>
            </p14:xfrm>
          </p:contentPart>
        </mc:Choice>
        <mc:Fallback xmlns="">
          <p:pic>
            <p:nvPicPr>
              <p:cNvPr id="103" name="Ink 102">
                <a:extLst>
                  <a:ext uri="{FF2B5EF4-FFF2-40B4-BE49-F238E27FC236}">
                    <a16:creationId xmlns:a16="http://schemas.microsoft.com/office/drawing/2014/main" id="{01587FD2-7A6B-8F22-8483-0AB4E504E0CE}"/>
                  </a:ext>
                </a:extLst>
              </p:cNvPr>
              <p:cNvPicPr/>
              <p:nvPr/>
            </p:nvPicPr>
            <p:blipFill>
              <a:blip r:embed="rId178"/>
              <a:stretch>
                <a:fillRect/>
              </a:stretch>
            </p:blipFill>
            <p:spPr>
              <a:xfrm>
                <a:off x="4151808" y="4307904"/>
                <a:ext cx="231480" cy="2509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9372234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F6078E-F8EC-8694-DE9C-165583D76C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endParaRPr lang="en-IN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59" name="Ink 58">
                <a:extLst>
                  <a:ext uri="{FF2B5EF4-FFF2-40B4-BE49-F238E27FC236}">
                    <a16:creationId xmlns:a16="http://schemas.microsoft.com/office/drawing/2014/main" id="{578DC995-41AF-F0EC-A28F-7FD70C7AD763}"/>
                  </a:ext>
                </a:extLst>
              </p14:cNvPr>
              <p14:cNvContentPartPr/>
              <p14:nvPr/>
            </p14:nvContentPartPr>
            <p14:xfrm>
              <a:off x="9997848" y="1633824"/>
              <a:ext cx="3600" cy="1080"/>
            </p14:xfrm>
          </p:contentPart>
        </mc:Choice>
        <mc:Fallback xmlns="">
          <p:pic>
            <p:nvPicPr>
              <p:cNvPr id="59" name="Ink 58">
                <a:extLst>
                  <a:ext uri="{FF2B5EF4-FFF2-40B4-BE49-F238E27FC236}">
                    <a16:creationId xmlns:a16="http://schemas.microsoft.com/office/drawing/2014/main" id="{578DC995-41AF-F0EC-A28F-7FD70C7AD763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987848" y="1620324"/>
                <a:ext cx="23200" cy="275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08" name="Ink 107">
                <a:extLst>
                  <a:ext uri="{FF2B5EF4-FFF2-40B4-BE49-F238E27FC236}">
                    <a16:creationId xmlns:a16="http://schemas.microsoft.com/office/drawing/2014/main" id="{A29EFE7E-8466-F00F-17AA-72EE82C73811}"/>
                  </a:ext>
                </a:extLst>
              </p14:cNvPr>
              <p14:cNvContentPartPr/>
              <p14:nvPr/>
            </p14:nvContentPartPr>
            <p14:xfrm>
              <a:off x="10428408" y="2647584"/>
              <a:ext cx="28080" cy="3240"/>
            </p14:xfrm>
          </p:contentPart>
        </mc:Choice>
        <mc:Fallback xmlns="">
          <p:pic>
            <p:nvPicPr>
              <p:cNvPr id="108" name="Ink 107">
                <a:extLst>
                  <a:ext uri="{FF2B5EF4-FFF2-40B4-BE49-F238E27FC236}">
                    <a16:creationId xmlns:a16="http://schemas.microsoft.com/office/drawing/2014/main" id="{A29EFE7E-8466-F00F-17AA-72EE82C73811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0419408" y="2638584"/>
                <a:ext cx="45720" cy="20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09" name="Ink 108">
                <a:extLst>
                  <a:ext uri="{FF2B5EF4-FFF2-40B4-BE49-F238E27FC236}">
                    <a16:creationId xmlns:a16="http://schemas.microsoft.com/office/drawing/2014/main" id="{312A2B19-84BF-38C9-EA80-A0F6B613F63A}"/>
                  </a:ext>
                </a:extLst>
              </p14:cNvPr>
              <p14:cNvContentPartPr/>
              <p14:nvPr/>
            </p14:nvContentPartPr>
            <p14:xfrm>
              <a:off x="10763568" y="2771064"/>
              <a:ext cx="1800" cy="3600"/>
            </p14:xfrm>
          </p:contentPart>
        </mc:Choice>
        <mc:Fallback xmlns="">
          <p:pic>
            <p:nvPicPr>
              <p:cNvPr id="109" name="Ink 108">
                <a:extLst>
                  <a:ext uri="{FF2B5EF4-FFF2-40B4-BE49-F238E27FC236}">
                    <a16:creationId xmlns:a16="http://schemas.microsoft.com/office/drawing/2014/main" id="{312A2B19-84BF-38C9-EA80-A0F6B613F63A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0754568" y="2762064"/>
                <a:ext cx="19440" cy="21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92" name="Ink 191">
                <a:extLst>
                  <a:ext uri="{FF2B5EF4-FFF2-40B4-BE49-F238E27FC236}">
                    <a16:creationId xmlns:a16="http://schemas.microsoft.com/office/drawing/2014/main" id="{5D519595-49FE-D41B-C0B6-CD6868ECB314}"/>
                  </a:ext>
                </a:extLst>
              </p14:cNvPr>
              <p14:cNvContentPartPr/>
              <p14:nvPr/>
            </p14:nvContentPartPr>
            <p14:xfrm>
              <a:off x="3774888" y="6755904"/>
              <a:ext cx="360" cy="4680"/>
            </p14:xfrm>
          </p:contentPart>
        </mc:Choice>
        <mc:Fallback xmlns="">
          <p:pic>
            <p:nvPicPr>
              <p:cNvPr id="192" name="Ink 191">
                <a:extLst>
                  <a:ext uri="{FF2B5EF4-FFF2-40B4-BE49-F238E27FC236}">
                    <a16:creationId xmlns:a16="http://schemas.microsoft.com/office/drawing/2014/main" id="{5D519595-49FE-D41B-C0B6-CD6868ECB314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765888" y="6746904"/>
                <a:ext cx="18000" cy="22320"/>
              </a:xfrm>
              <a:prstGeom prst="rect">
                <a:avLst/>
              </a:prstGeom>
            </p:spPr>
          </p:pic>
        </mc:Fallback>
      </mc:AlternateContent>
      <p:grpSp>
        <p:nvGrpSpPr>
          <p:cNvPr id="51" name="Group 50">
            <a:extLst>
              <a:ext uri="{FF2B5EF4-FFF2-40B4-BE49-F238E27FC236}">
                <a16:creationId xmlns:a16="http://schemas.microsoft.com/office/drawing/2014/main" id="{85195A23-3D4C-23A2-4B87-29DC1DDB82A3}"/>
              </a:ext>
            </a:extLst>
          </p:cNvPr>
          <p:cNvGrpSpPr/>
          <p:nvPr/>
        </p:nvGrpSpPr>
        <p:grpSpPr>
          <a:xfrm>
            <a:off x="5365728" y="581184"/>
            <a:ext cx="1313280" cy="330840"/>
            <a:chOff x="5365728" y="581184"/>
            <a:chExt cx="1313280" cy="330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1B2D8F2B-A4D8-B369-5682-3D7E5EEA1DB3}"/>
                    </a:ext>
                  </a:extLst>
                </p14:cNvPr>
                <p14:cNvContentPartPr/>
                <p14:nvPr/>
              </p14:nvContentPartPr>
              <p14:xfrm>
                <a:off x="5365728" y="581184"/>
                <a:ext cx="38880" cy="29952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1B2D8F2B-A4D8-B369-5682-3D7E5EEA1DB3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5357088" y="572184"/>
                  <a:ext cx="56520" cy="31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0AA72A37-C630-2223-68F2-2750D7B323CD}"/>
                    </a:ext>
                  </a:extLst>
                </p14:cNvPr>
                <p14:cNvContentPartPr/>
                <p14:nvPr/>
              </p14:nvContentPartPr>
              <p14:xfrm>
                <a:off x="5546088" y="600624"/>
                <a:ext cx="39240" cy="31140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0AA72A37-C630-2223-68F2-2750D7B323CD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5537088" y="591984"/>
                  <a:ext cx="56880" cy="32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4DFD9113-9D9F-A658-AA4C-F13A199AFA15}"/>
                    </a:ext>
                  </a:extLst>
                </p14:cNvPr>
                <p14:cNvContentPartPr/>
                <p14:nvPr/>
              </p14:nvContentPartPr>
              <p14:xfrm>
                <a:off x="5429808" y="793584"/>
                <a:ext cx="195120" cy="3636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4DFD9113-9D9F-A658-AA4C-F13A199AFA15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5421168" y="784944"/>
                  <a:ext cx="212760" cy="5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9031BFB4-B0C9-EC8B-F6F3-5011BB7AA1E6}"/>
                    </a:ext>
                  </a:extLst>
                </p14:cNvPr>
                <p14:cNvContentPartPr/>
                <p14:nvPr/>
              </p14:nvContentPartPr>
              <p14:xfrm>
                <a:off x="5689728" y="758664"/>
                <a:ext cx="474480" cy="10116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9031BFB4-B0C9-EC8B-F6F3-5011BB7AA1E6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5681088" y="750024"/>
                  <a:ext cx="492120" cy="11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36610254-4FDF-CD25-D4EC-856EF3CC2615}"/>
                    </a:ext>
                  </a:extLst>
                </p14:cNvPr>
                <p14:cNvContentPartPr/>
                <p14:nvPr/>
              </p14:nvContentPartPr>
              <p14:xfrm>
                <a:off x="6251328" y="631584"/>
                <a:ext cx="257400" cy="19728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36610254-4FDF-CD25-D4EC-856EF3CC2615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6242328" y="622944"/>
                  <a:ext cx="275040" cy="21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8F1BDB00-214A-E687-31DC-A4F22BA25742}"/>
                    </a:ext>
                  </a:extLst>
                </p14:cNvPr>
                <p14:cNvContentPartPr/>
                <p14:nvPr/>
              </p14:nvContentPartPr>
              <p14:xfrm>
                <a:off x="6555888" y="643824"/>
                <a:ext cx="123120" cy="19260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8F1BDB00-214A-E687-31DC-A4F22BA25742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6546888" y="634824"/>
                  <a:ext cx="140760" cy="2102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52" name="Ink 51">
                <a:extLst>
                  <a:ext uri="{FF2B5EF4-FFF2-40B4-BE49-F238E27FC236}">
                    <a16:creationId xmlns:a16="http://schemas.microsoft.com/office/drawing/2014/main" id="{6F64AEA6-3480-8578-EAFC-08E65F064847}"/>
                  </a:ext>
                </a:extLst>
              </p14:cNvPr>
              <p14:cNvContentPartPr/>
              <p14:nvPr/>
            </p14:nvContentPartPr>
            <p14:xfrm>
              <a:off x="7818768" y="608184"/>
              <a:ext cx="235080" cy="321840"/>
            </p14:xfrm>
          </p:contentPart>
        </mc:Choice>
        <mc:Fallback xmlns="">
          <p:pic>
            <p:nvPicPr>
              <p:cNvPr id="52" name="Ink 51">
                <a:extLst>
                  <a:ext uri="{FF2B5EF4-FFF2-40B4-BE49-F238E27FC236}">
                    <a16:creationId xmlns:a16="http://schemas.microsoft.com/office/drawing/2014/main" id="{6F64AEA6-3480-8578-EAFC-08E65F064847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7809768" y="599544"/>
                <a:ext cx="252720" cy="339480"/>
              </a:xfrm>
              <a:prstGeom prst="rect">
                <a:avLst/>
              </a:prstGeom>
            </p:spPr>
          </p:pic>
        </mc:Fallback>
      </mc:AlternateContent>
      <p:grpSp>
        <p:nvGrpSpPr>
          <p:cNvPr id="67" name="Group 66">
            <a:extLst>
              <a:ext uri="{FF2B5EF4-FFF2-40B4-BE49-F238E27FC236}">
                <a16:creationId xmlns:a16="http://schemas.microsoft.com/office/drawing/2014/main" id="{FB05936B-3BE6-E15D-5BBF-82F4D53DDA9F}"/>
              </a:ext>
            </a:extLst>
          </p:cNvPr>
          <p:cNvGrpSpPr/>
          <p:nvPr/>
        </p:nvGrpSpPr>
        <p:grpSpPr>
          <a:xfrm>
            <a:off x="7008768" y="588384"/>
            <a:ext cx="300240" cy="514800"/>
            <a:chOff x="7008768" y="588384"/>
            <a:chExt cx="300240" cy="514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E6AA5431-5CA0-887C-C2E8-42E171C05EBB}"/>
                    </a:ext>
                  </a:extLst>
                </p14:cNvPr>
                <p14:cNvContentPartPr/>
                <p14:nvPr/>
              </p14:nvContentPartPr>
              <p14:xfrm>
                <a:off x="7008768" y="620064"/>
                <a:ext cx="79560" cy="20952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E6AA5431-5CA0-887C-C2E8-42E171C05EBB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7000128" y="611064"/>
                  <a:ext cx="97200" cy="22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F466A8DB-D533-80EA-5F5F-9CCB0642909B}"/>
                    </a:ext>
                  </a:extLst>
                </p14:cNvPr>
                <p14:cNvContentPartPr/>
                <p14:nvPr/>
              </p14:nvContentPartPr>
              <p14:xfrm>
                <a:off x="7085808" y="744264"/>
                <a:ext cx="223200" cy="35892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F466A8DB-D533-80EA-5F5F-9CCB0642909B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7077168" y="735624"/>
                  <a:ext cx="240840" cy="37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C6DA35D7-D2BB-7513-9DA0-2DFD1559E4B9}"/>
                    </a:ext>
                  </a:extLst>
                </p14:cNvPr>
                <p14:cNvContentPartPr/>
                <p14:nvPr/>
              </p14:nvContentPartPr>
              <p14:xfrm>
                <a:off x="7067448" y="588384"/>
                <a:ext cx="16200" cy="25776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C6DA35D7-D2BB-7513-9DA0-2DFD1559E4B9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7058808" y="579384"/>
                  <a:ext cx="33840" cy="27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78C35892-90D4-8B4F-24D6-90AE2EEF4980}"/>
                    </a:ext>
                  </a:extLst>
                </p14:cNvPr>
                <p14:cNvContentPartPr/>
                <p14:nvPr/>
              </p14:nvContentPartPr>
              <p14:xfrm>
                <a:off x="7013088" y="759384"/>
                <a:ext cx="113040" cy="9000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78C35892-90D4-8B4F-24D6-90AE2EEF4980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7004448" y="750744"/>
                  <a:ext cx="130680" cy="10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7C941BBF-6960-BC40-8DD8-1673EB7D80BE}"/>
                    </a:ext>
                  </a:extLst>
                </p14:cNvPr>
                <p14:cNvContentPartPr/>
                <p14:nvPr/>
              </p14:nvContentPartPr>
              <p14:xfrm>
                <a:off x="7052688" y="733464"/>
                <a:ext cx="101160" cy="11880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7C941BBF-6960-BC40-8DD8-1673EB7D80BE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7043688" y="724464"/>
                  <a:ext cx="118800" cy="136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9" name="Group 68">
            <a:extLst>
              <a:ext uri="{FF2B5EF4-FFF2-40B4-BE49-F238E27FC236}">
                <a16:creationId xmlns:a16="http://schemas.microsoft.com/office/drawing/2014/main" id="{033D620E-B57A-95A3-ED6C-EE28A4E38451}"/>
              </a:ext>
            </a:extLst>
          </p:cNvPr>
          <p:cNvGrpSpPr/>
          <p:nvPr/>
        </p:nvGrpSpPr>
        <p:grpSpPr>
          <a:xfrm>
            <a:off x="8133048" y="523584"/>
            <a:ext cx="1414080" cy="443880"/>
            <a:chOff x="8133048" y="523584"/>
            <a:chExt cx="1414080" cy="443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3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879F643F-0425-AE54-F91E-86CC763735BF}"/>
                    </a:ext>
                  </a:extLst>
                </p14:cNvPr>
                <p14:cNvContentPartPr/>
                <p14:nvPr/>
              </p14:nvContentPartPr>
              <p14:xfrm>
                <a:off x="8133048" y="671904"/>
                <a:ext cx="124200" cy="7416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879F643F-0425-AE54-F91E-86CC763735BF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8124408" y="663264"/>
                  <a:ext cx="141840" cy="9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698C8454-AAFD-FA11-E96B-FE330D377429}"/>
                    </a:ext>
                  </a:extLst>
                </p14:cNvPr>
                <p14:cNvContentPartPr/>
                <p14:nvPr/>
              </p14:nvContentPartPr>
              <p14:xfrm>
                <a:off x="8334288" y="644904"/>
                <a:ext cx="224280" cy="32256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698C8454-AAFD-FA11-E96B-FE330D377429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8325288" y="636264"/>
                  <a:ext cx="241920" cy="34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A46F9D2B-3525-DD21-5FF3-0CFC5C8B2C60}"/>
                    </a:ext>
                  </a:extLst>
                </p14:cNvPr>
                <p14:cNvContentPartPr/>
                <p14:nvPr/>
              </p14:nvContentPartPr>
              <p14:xfrm>
                <a:off x="8634888" y="670104"/>
                <a:ext cx="70920" cy="6444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A46F9D2B-3525-DD21-5FF3-0CFC5C8B2C60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8626248" y="661464"/>
                  <a:ext cx="88560" cy="8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CA4DC8D1-4FD4-5FE7-0683-160F3F41069E}"/>
                    </a:ext>
                  </a:extLst>
                </p14:cNvPr>
                <p14:cNvContentPartPr/>
                <p14:nvPr/>
              </p14:nvContentPartPr>
              <p14:xfrm>
                <a:off x="8808768" y="661104"/>
                <a:ext cx="111240" cy="11916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CA4DC8D1-4FD4-5FE7-0683-160F3F41069E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8800128" y="652104"/>
                  <a:ext cx="128880" cy="13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11200B16-C2B3-FDA3-24A7-F7D412E5030F}"/>
                    </a:ext>
                  </a:extLst>
                </p14:cNvPr>
                <p14:cNvContentPartPr/>
                <p14:nvPr/>
              </p14:nvContentPartPr>
              <p14:xfrm>
                <a:off x="9015048" y="523584"/>
                <a:ext cx="104400" cy="26352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11200B16-C2B3-FDA3-24A7-F7D412E5030F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9006408" y="514584"/>
                  <a:ext cx="122040" cy="28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F7AB77BE-047F-E295-8A9E-85B371BD3F2A}"/>
                    </a:ext>
                  </a:extLst>
                </p14:cNvPr>
                <p14:cNvContentPartPr/>
                <p14:nvPr/>
              </p14:nvContentPartPr>
              <p14:xfrm>
                <a:off x="9161568" y="707904"/>
                <a:ext cx="12960" cy="3204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F7AB77BE-047F-E295-8A9E-85B371BD3F2A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9152928" y="698904"/>
                  <a:ext cx="30600" cy="4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AE014176-576E-CFB5-89D2-7B08BA040D08}"/>
                    </a:ext>
                  </a:extLst>
                </p14:cNvPr>
                <p14:cNvContentPartPr/>
                <p14:nvPr/>
              </p14:nvContentPartPr>
              <p14:xfrm>
                <a:off x="9244008" y="706104"/>
                <a:ext cx="176760" cy="6336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AE014176-576E-CFB5-89D2-7B08BA040D08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9235008" y="697464"/>
                  <a:ext cx="194400" cy="8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8F99BD81-1AA4-A882-989A-7F3CCEFB4592}"/>
                    </a:ext>
                  </a:extLst>
                </p14:cNvPr>
                <p14:cNvContentPartPr/>
                <p14:nvPr/>
              </p14:nvContentPartPr>
              <p14:xfrm>
                <a:off x="9317808" y="601344"/>
                <a:ext cx="56520" cy="2016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8F99BD81-1AA4-A882-989A-7F3CCEFB4592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9308808" y="592704"/>
                  <a:ext cx="74160" cy="3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862BB6A7-19DE-6B67-0700-4907532D1204}"/>
                    </a:ext>
                  </a:extLst>
                </p14:cNvPr>
                <p14:cNvContentPartPr/>
                <p14:nvPr/>
              </p14:nvContentPartPr>
              <p14:xfrm>
                <a:off x="9543888" y="764424"/>
                <a:ext cx="3240" cy="252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862BB6A7-19DE-6B67-0700-4907532D1204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9534888" y="755424"/>
                  <a:ext cx="20880" cy="20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3" name="Group 72">
            <a:extLst>
              <a:ext uri="{FF2B5EF4-FFF2-40B4-BE49-F238E27FC236}">
                <a16:creationId xmlns:a16="http://schemas.microsoft.com/office/drawing/2014/main" id="{D98A0F66-9C91-EC2A-A68F-F37264F27DAD}"/>
              </a:ext>
            </a:extLst>
          </p:cNvPr>
          <p:cNvGrpSpPr/>
          <p:nvPr/>
        </p:nvGrpSpPr>
        <p:grpSpPr>
          <a:xfrm>
            <a:off x="3121848" y="1414224"/>
            <a:ext cx="1193400" cy="361440"/>
            <a:chOff x="3121848" y="1414224"/>
            <a:chExt cx="1193400" cy="361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1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A48A0D5D-8BB1-4BD6-00C9-79B9073B55C4}"/>
                    </a:ext>
                  </a:extLst>
                </p14:cNvPr>
                <p14:cNvContentPartPr/>
                <p14:nvPr/>
              </p14:nvContentPartPr>
              <p14:xfrm>
                <a:off x="3121848" y="1414224"/>
                <a:ext cx="180720" cy="36144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A48A0D5D-8BB1-4BD6-00C9-79B9073B55C4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3112848" y="1405224"/>
                  <a:ext cx="198360" cy="37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B3DD3219-2200-AC3B-B921-11FE169DEBAE}"/>
                    </a:ext>
                  </a:extLst>
                </p14:cNvPr>
                <p14:cNvContentPartPr/>
                <p14:nvPr/>
              </p14:nvContentPartPr>
              <p14:xfrm>
                <a:off x="3402288" y="1431864"/>
                <a:ext cx="168480" cy="27252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B3DD3219-2200-AC3B-B921-11FE169DEBAE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3393288" y="1423224"/>
                  <a:ext cx="186120" cy="29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F88F93CA-FC12-F160-2EAB-317C03D0D579}"/>
                    </a:ext>
                  </a:extLst>
                </p14:cNvPr>
                <p14:cNvContentPartPr/>
                <p14:nvPr/>
              </p14:nvContentPartPr>
              <p14:xfrm>
                <a:off x="3778848" y="1557864"/>
                <a:ext cx="536400" cy="8208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F88F93CA-FC12-F160-2EAB-317C03D0D579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3769848" y="1549224"/>
                  <a:ext cx="554040" cy="99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2" name="Group 81">
            <a:extLst>
              <a:ext uri="{FF2B5EF4-FFF2-40B4-BE49-F238E27FC236}">
                <a16:creationId xmlns:a16="http://schemas.microsoft.com/office/drawing/2014/main" id="{CEF1484F-D7BC-7556-E89B-948AAF990BC5}"/>
              </a:ext>
            </a:extLst>
          </p:cNvPr>
          <p:cNvGrpSpPr/>
          <p:nvPr/>
        </p:nvGrpSpPr>
        <p:grpSpPr>
          <a:xfrm>
            <a:off x="4512168" y="1338624"/>
            <a:ext cx="633600" cy="418320"/>
            <a:chOff x="4512168" y="1338624"/>
            <a:chExt cx="633600" cy="418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7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3FF0E17F-6F63-ED22-6B4D-0342230FD1EA}"/>
                    </a:ext>
                  </a:extLst>
                </p14:cNvPr>
                <p14:cNvContentPartPr/>
                <p14:nvPr/>
              </p14:nvContentPartPr>
              <p14:xfrm>
                <a:off x="4512168" y="1338624"/>
                <a:ext cx="117000" cy="41148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3FF0E17F-6F63-ED22-6B4D-0342230FD1EA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4503528" y="1329984"/>
                  <a:ext cx="134640" cy="42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94FF5604-9E21-A305-B50B-3259050EBE9D}"/>
                    </a:ext>
                  </a:extLst>
                </p14:cNvPr>
                <p14:cNvContentPartPr/>
                <p14:nvPr/>
              </p14:nvContentPartPr>
              <p14:xfrm>
                <a:off x="4667328" y="1535544"/>
                <a:ext cx="70560" cy="11052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94FF5604-9E21-A305-B50B-3259050EBE9D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4658688" y="1526904"/>
                  <a:ext cx="88200" cy="12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7ED50DFD-9B58-9EE0-FFE8-44FF32993BCC}"/>
                    </a:ext>
                  </a:extLst>
                </p14:cNvPr>
                <p14:cNvContentPartPr/>
                <p14:nvPr/>
              </p14:nvContentPartPr>
              <p14:xfrm>
                <a:off x="4837608" y="1518264"/>
                <a:ext cx="308160" cy="23868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7ED50DFD-9B58-9EE0-FFE8-44FF32993BCC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4828968" y="1509624"/>
                  <a:ext cx="325800" cy="256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1" name="Group 80">
            <a:extLst>
              <a:ext uri="{FF2B5EF4-FFF2-40B4-BE49-F238E27FC236}">
                <a16:creationId xmlns:a16="http://schemas.microsoft.com/office/drawing/2014/main" id="{AD550255-89A3-B647-B697-1C8F461BBFFA}"/>
              </a:ext>
            </a:extLst>
          </p:cNvPr>
          <p:cNvGrpSpPr/>
          <p:nvPr/>
        </p:nvGrpSpPr>
        <p:grpSpPr>
          <a:xfrm>
            <a:off x="5411448" y="1352664"/>
            <a:ext cx="822240" cy="460800"/>
            <a:chOff x="5411448" y="1352664"/>
            <a:chExt cx="822240" cy="460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3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B6B1B2C0-E208-AF42-F7CE-0D7BE3D5041C}"/>
                    </a:ext>
                  </a:extLst>
                </p14:cNvPr>
                <p14:cNvContentPartPr/>
                <p14:nvPr/>
              </p14:nvContentPartPr>
              <p14:xfrm>
                <a:off x="5411448" y="1360224"/>
                <a:ext cx="105840" cy="32688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B6B1B2C0-E208-AF42-F7CE-0D7BE3D5041C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5402808" y="1351584"/>
                  <a:ext cx="123480" cy="34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00A2D62F-882F-64E8-B508-04E9E5E30457}"/>
                    </a:ext>
                  </a:extLst>
                </p14:cNvPr>
                <p14:cNvContentPartPr/>
                <p14:nvPr/>
              </p14:nvContentPartPr>
              <p14:xfrm>
                <a:off x="5636448" y="1454184"/>
                <a:ext cx="200160" cy="13356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00A2D62F-882F-64E8-B508-04E9E5E30457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5627808" y="1445184"/>
                  <a:ext cx="217800" cy="15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74BCCF79-ACC2-EB37-FB36-683A74C8023E}"/>
                    </a:ext>
                  </a:extLst>
                </p14:cNvPr>
                <p14:cNvContentPartPr/>
                <p14:nvPr/>
              </p14:nvContentPartPr>
              <p14:xfrm>
                <a:off x="5915088" y="1454544"/>
                <a:ext cx="105120" cy="17784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74BCCF79-ACC2-EB37-FB36-683A74C8023E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5906448" y="1445544"/>
                  <a:ext cx="122760" cy="19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9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5F64A363-A905-BB0D-972D-0C0C4C839BF3}"/>
                    </a:ext>
                  </a:extLst>
                </p14:cNvPr>
                <p14:cNvContentPartPr/>
                <p14:nvPr/>
              </p14:nvContentPartPr>
              <p14:xfrm>
                <a:off x="5812128" y="1352664"/>
                <a:ext cx="421560" cy="46080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5F64A363-A905-BB0D-972D-0C0C4C839BF3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5803488" y="1344024"/>
                  <a:ext cx="439200" cy="478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6" name="Group 105">
            <a:extLst>
              <a:ext uri="{FF2B5EF4-FFF2-40B4-BE49-F238E27FC236}">
                <a16:creationId xmlns:a16="http://schemas.microsoft.com/office/drawing/2014/main" id="{CA14FF1E-6937-BF54-17F2-96090654F956}"/>
              </a:ext>
            </a:extLst>
          </p:cNvPr>
          <p:cNvGrpSpPr/>
          <p:nvPr/>
        </p:nvGrpSpPr>
        <p:grpSpPr>
          <a:xfrm>
            <a:off x="933408" y="2078784"/>
            <a:ext cx="3963600" cy="678240"/>
            <a:chOff x="933408" y="2078784"/>
            <a:chExt cx="3963600" cy="678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1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94B58F26-CCD3-1D36-88FB-B9A98B01D377}"/>
                    </a:ext>
                  </a:extLst>
                </p14:cNvPr>
                <p14:cNvContentPartPr/>
                <p14:nvPr/>
              </p14:nvContentPartPr>
              <p14:xfrm>
                <a:off x="933408" y="2138544"/>
                <a:ext cx="410400" cy="36504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94B58F26-CCD3-1D36-88FB-B9A98B01D377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924768" y="2129904"/>
                  <a:ext cx="428040" cy="38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3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9D65CE51-74C9-59DE-7B90-1CC7A4A64C7D}"/>
                    </a:ext>
                  </a:extLst>
                </p14:cNvPr>
                <p14:cNvContentPartPr/>
                <p14:nvPr/>
              </p14:nvContentPartPr>
              <p14:xfrm>
                <a:off x="1145448" y="2366064"/>
                <a:ext cx="243720" cy="3456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9D65CE51-74C9-59DE-7B90-1CC7A4A64C7D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1136448" y="2357424"/>
                  <a:ext cx="261360" cy="5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5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B23B7510-973C-6E21-8780-B9EB637B2F4E}"/>
                    </a:ext>
                  </a:extLst>
                </p14:cNvPr>
                <p14:cNvContentPartPr/>
                <p14:nvPr/>
              </p14:nvContentPartPr>
              <p14:xfrm>
                <a:off x="1447848" y="2201544"/>
                <a:ext cx="105840" cy="23904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B23B7510-973C-6E21-8780-B9EB637B2F4E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1438848" y="2192544"/>
                  <a:ext cx="123480" cy="25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7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27181499-6387-F63B-99BA-D099F31D8C86}"/>
                    </a:ext>
                  </a:extLst>
                </p14:cNvPr>
                <p14:cNvContentPartPr/>
                <p14:nvPr/>
              </p14:nvContentPartPr>
              <p14:xfrm>
                <a:off x="1549368" y="2372184"/>
                <a:ext cx="100800" cy="384840"/>
              </p14:xfrm>
            </p:contentPart>
          </mc:Choice>
          <mc:Fallback xmlns=""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27181499-6387-F63B-99BA-D099F31D8C86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1540728" y="2363184"/>
                  <a:ext cx="118440" cy="40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9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308EF607-8708-2DEB-DD56-E95EB49D8303}"/>
                    </a:ext>
                  </a:extLst>
                </p14:cNvPr>
                <p14:cNvContentPartPr/>
                <p14:nvPr/>
              </p14:nvContentPartPr>
              <p14:xfrm>
                <a:off x="1642248" y="2185704"/>
                <a:ext cx="68040" cy="60120"/>
              </p14:xfrm>
            </p:contentPart>
          </mc:Choice>
          <mc:Fallback xmlns=""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308EF607-8708-2DEB-DD56-E95EB49D8303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1633608" y="2176704"/>
                  <a:ext cx="85680" cy="7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1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54231A3D-B51D-C9A3-BE44-99458B9BC804}"/>
                    </a:ext>
                  </a:extLst>
                </p14:cNvPr>
                <p14:cNvContentPartPr/>
                <p14:nvPr/>
              </p14:nvContentPartPr>
              <p14:xfrm>
                <a:off x="1748088" y="2370744"/>
                <a:ext cx="114840" cy="5616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54231A3D-B51D-C9A3-BE44-99458B9BC804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1739088" y="2361744"/>
                  <a:ext cx="132480" cy="7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3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B7B70BF3-435B-CB96-6C7A-519800341226}"/>
                    </a:ext>
                  </a:extLst>
                </p14:cNvPr>
                <p14:cNvContentPartPr/>
                <p14:nvPr/>
              </p14:nvContentPartPr>
              <p14:xfrm>
                <a:off x="1967688" y="2109744"/>
                <a:ext cx="213480" cy="29376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B7B70BF3-435B-CB96-6C7A-519800341226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1959048" y="2101104"/>
                  <a:ext cx="231120" cy="31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5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4EFC454C-58C7-9BDD-8EDA-5DBFFA04A3C1}"/>
                    </a:ext>
                  </a:extLst>
                </p14:cNvPr>
                <p14:cNvContentPartPr/>
                <p14:nvPr/>
              </p14:nvContentPartPr>
              <p14:xfrm>
                <a:off x="2200968" y="2336184"/>
                <a:ext cx="3240" cy="30240"/>
              </p14:xfrm>
            </p:contentPart>
          </mc:Choice>
          <mc:Fallback xmlns=""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4EFC454C-58C7-9BDD-8EDA-5DBFFA04A3C1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2191968" y="2327544"/>
                  <a:ext cx="20880" cy="4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7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2CF60490-7094-18D9-BE13-BBE9975B30A6}"/>
                    </a:ext>
                  </a:extLst>
                </p14:cNvPr>
                <p14:cNvContentPartPr/>
                <p14:nvPr/>
              </p14:nvContentPartPr>
              <p14:xfrm>
                <a:off x="2252088" y="2342664"/>
                <a:ext cx="196200" cy="6408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2CF60490-7094-18D9-BE13-BBE9975B30A6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2243088" y="2333664"/>
                  <a:ext cx="213840" cy="8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9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D10579EE-3CD4-1410-2E96-CEA00A77E4C5}"/>
                    </a:ext>
                  </a:extLst>
                </p14:cNvPr>
                <p14:cNvContentPartPr/>
                <p14:nvPr/>
              </p14:nvContentPartPr>
              <p14:xfrm>
                <a:off x="2343168" y="2200824"/>
                <a:ext cx="109440" cy="4248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D10579EE-3CD4-1410-2E96-CEA00A77E4C5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2334528" y="2191824"/>
                  <a:ext cx="127080" cy="6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1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830E9F68-5F2E-D848-F9AA-FF4A4F5382B5}"/>
                    </a:ext>
                  </a:extLst>
                </p14:cNvPr>
                <p14:cNvContentPartPr/>
                <p14:nvPr/>
              </p14:nvContentPartPr>
              <p14:xfrm>
                <a:off x="2941848" y="2078784"/>
                <a:ext cx="195840" cy="36972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830E9F68-5F2E-D848-F9AA-FF4A4F5382B5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2933208" y="2070144"/>
                  <a:ext cx="213480" cy="38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3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850B8A59-2D0F-145E-83BE-71B47086F9DB}"/>
                    </a:ext>
                  </a:extLst>
                </p14:cNvPr>
                <p14:cNvContentPartPr/>
                <p14:nvPr/>
              </p14:nvContentPartPr>
              <p14:xfrm>
                <a:off x="3230568" y="2156904"/>
                <a:ext cx="119880" cy="221400"/>
              </p14:xfrm>
            </p:contentPart>
          </mc:Choice>
          <mc:Fallback xmlns=""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850B8A59-2D0F-145E-83BE-71B47086F9DB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3221928" y="2148264"/>
                  <a:ext cx="137520" cy="23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5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9A3C735B-53BE-6893-845D-F62AB00622DC}"/>
                    </a:ext>
                  </a:extLst>
                </p14:cNvPr>
                <p14:cNvContentPartPr/>
                <p14:nvPr/>
              </p14:nvContentPartPr>
              <p14:xfrm>
                <a:off x="3414528" y="2286504"/>
                <a:ext cx="174600" cy="55440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9A3C735B-53BE-6893-845D-F62AB00622DC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3405528" y="2277864"/>
                  <a:ext cx="192240" cy="7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7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A90A62E7-63C5-BE9A-D6A9-D38430B2517E}"/>
                    </a:ext>
                  </a:extLst>
                </p14:cNvPr>
                <p14:cNvContentPartPr/>
                <p14:nvPr/>
              </p14:nvContentPartPr>
              <p14:xfrm>
                <a:off x="3621888" y="2260584"/>
                <a:ext cx="331560" cy="63000"/>
              </p14:xfrm>
            </p:contentPart>
          </mc:Choice>
          <mc:Fallback xmlns=""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A90A62E7-63C5-BE9A-D6A9-D38430B2517E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3612888" y="2251944"/>
                  <a:ext cx="349200" cy="8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9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CAD4CA90-00BB-F912-3189-8AFD9FA74262}"/>
                    </a:ext>
                  </a:extLst>
                </p14:cNvPr>
                <p14:cNvContentPartPr/>
                <p14:nvPr/>
              </p14:nvContentPartPr>
              <p14:xfrm>
                <a:off x="4163688" y="2278584"/>
                <a:ext cx="10080" cy="17640"/>
              </p14:xfrm>
            </p:contentPart>
          </mc:Choice>
          <mc:Fallback xmlns=""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CAD4CA90-00BB-F912-3189-8AFD9FA74262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4155048" y="2269584"/>
                  <a:ext cx="27720" cy="3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1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5EA2329A-15BA-2414-5E68-52EDBA938D01}"/>
                    </a:ext>
                  </a:extLst>
                </p14:cNvPr>
                <p14:cNvContentPartPr/>
                <p14:nvPr/>
              </p14:nvContentPartPr>
              <p14:xfrm>
                <a:off x="1119888" y="2620584"/>
                <a:ext cx="3004560" cy="68040"/>
              </p14:xfrm>
            </p:contentPart>
          </mc:Choice>
          <mc:Fallback xmlns=""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5EA2329A-15BA-2414-5E68-52EDBA938D01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1110888" y="2611944"/>
                  <a:ext cx="3022200" cy="8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3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8A94A7B2-CBA4-6F5A-41C0-48CA1988D23B}"/>
                    </a:ext>
                  </a:extLst>
                </p14:cNvPr>
                <p14:cNvContentPartPr/>
                <p14:nvPr/>
              </p14:nvContentPartPr>
              <p14:xfrm>
                <a:off x="4207968" y="2159064"/>
                <a:ext cx="117000" cy="384480"/>
              </p14:xfrm>
            </p:contentPart>
          </mc:Choice>
          <mc:Fallback xmlns=""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8A94A7B2-CBA4-6F5A-41C0-48CA1988D23B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4199328" y="2150064"/>
                  <a:ext cx="134640" cy="40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5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BF225EBB-3DE5-5C3F-5A02-18A00A0F9425}"/>
                    </a:ext>
                  </a:extLst>
                </p14:cNvPr>
                <p14:cNvContentPartPr/>
                <p14:nvPr/>
              </p14:nvContentPartPr>
              <p14:xfrm>
                <a:off x="4435848" y="2183904"/>
                <a:ext cx="113400" cy="260280"/>
              </p14:xfrm>
            </p:contentPart>
          </mc:Choice>
          <mc:Fallback xmlns=""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BF225EBB-3DE5-5C3F-5A02-18A00A0F9425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4426848" y="2175264"/>
                  <a:ext cx="131040" cy="27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7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8DD97C75-E7EC-765E-CAB2-9F7177C1281B}"/>
                    </a:ext>
                  </a:extLst>
                </p14:cNvPr>
                <p14:cNvContentPartPr/>
                <p14:nvPr/>
              </p14:nvContentPartPr>
              <p14:xfrm>
                <a:off x="4463568" y="2310264"/>
                <a:ext cx="126720" cy="22320"/>
              </p14:xfrm>
            </p:contentPart>
          </mc:Choice>
          <mc:Fallback xmlns=""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8DD97C75-E7EC-765E-CAB2-9F7177C1281B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4454928" y="2301264"/>
                  <a:ext cx="144360" cy="3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9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DE8A0FD8-750F-35F0-599D-5814EA4609F7}"/>
                    </a:ext>
                  </a:extLst>
                </p14:cNvPr>
                <p14:cNvContentPartPr/>
                <p14:nvPr/>
              </p14:nvContentPartPr>
              <p14:xfrm>
                <a:off x="4682448" y="2224944"/>
                <a:ext cx="82080" cy="205560"/>
              </p14:xfrm>
            </p:contentPart>
          </mc:Choice>
          <mc:Fallback xmlns=""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DE8A0FD8-750F-35F0-599D-5814EA4609F7}"/>
                    </a:ext>
                  </a:extLst>
                </p:cNvPr>
                <p:cNvPicPr/>
                <p:nvPr/>
              </p:nvPicPr>
              <p:blipFill>
                <a:blip r:embed="rId110"/>
                <a:stretch>
                  <a:fillRect/>
                </a:stretch>
              </p:blipFill>
              <p:spPr>
                <a:xfrm>
                  <a:off x="4673808" y="2216304"/>
                  <a:ext cx="99720" cy="22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1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A35F1C83-A36D-DB9E-3F42-07A48FDE75C5}"/>
                    </a:ext>
                  </a:extLst>
                </p14:cNvPr>
                <p14:cNvContentPartPr/>
                <p14:nvPr/>
              </p14:nvContentPartPr>
              <p14:xfrm>
                <a:off x="4676688" y="2236824"/>
                <a:ext cx="220320" cy="279000"/>
              </p14:xfrm>
            </p:contentPart>
          </mc:Choice>
          <mc:Fallback xmlns=""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A35F1C83-A36D-DB9E-3F42-07A48FDE75C5}"/>
                    </a:ext>
                  </a:extLst>
                </p:cNvPr>
                <p:cNvPicPr/>
                <p:nvPr/>
              </p:nvPicPr>
              <p:blipFill>
                <a:blip r:embed="rId112"/>
                <a:stretch>
                  <a:fillRect/>
                </a:stretch>
              </p:blipFill>
              <p:spPr>
                <a:xfrm>
                  <a:off x="4667688" y="2227824"/>
                  <a:ext cx="237960" cy="296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4" name="Group 113">
            <a:extLst>
              <a:ext uri="{FF2B5EF4-FFF2-40B4-BE49-F238E27FC236}">
                <a16:creationId xmlns:a16="http://schemas.microsoft.com/office/drawing/2014/main" id="{63F6F98B-74CF-973C-104F-D991FA12EDAD}"/>
              </a:ext>
            </a:extLst>
          </p:cNvPr>
          <p:cNvGrpSpPr/>
          <p:nvPr/>
        </p:nvGrpSpPr>
        <p:grpSpPr>
          <a:xfrm>
            <a:off x="629208" y="521784"/>
            <a:ext cx="4316760" cy="625680"/>
            <a:chOff x="629208" y="521784"/>
            <a:chExt cx="4316760" cy="625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3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4C349BCF-3F7A-D75F-DBBE-77CC3104D15C}"/>
                    </a:ext>
                  </a:extLst>
                </p14:cNvPr>
                <p14:cNvContentPartPr/>
                <p14:nvPr/>
              </p14:nvContentPartPr>
              <p14:xfrm>
                <a:off x="658728" y="521784"/>
                <a:ext cx="170280" cy="397800"/>
              </p14:xfrm>
            </p:contentPart>
          </mc:Choice>
          <mc:Fallback xmlns=""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4C349BCF-3F7A-D75F-DBBE-77CC3104D15C}"/>
                    </a:ext>
                  </a:extLst>
                </p:cNvPr>
                <p:cNvPicPr/>
                <p:nvPr/>
              </p:nvPicPr>
              <p:blipFill>
                <a:blip r:embed="rId114"/>
                <a:stretch>
                  <a:fillRect/>
                </a:stretch>
              </p:blipFill>
              <p:spPr>
                <a:xfrm>
                  <a:off x="650088" y="513144"/>
                  <a:ext cx="187920" cy="41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5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F9A243AB-43C3-6D70-F99F-A64860EC1D48}"/>
                    </a:ext>
                  </a:extLst>
                </p14:cNvPr>
                <p14:cNvContentPartPr/>
                <p14:nvPr/>
              </p14:nvContentPartPr>
              <p14:xfrm>
                <a:off x="881208" y="696744"/>
                <a:ext cx="106920" cy="11484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F9A243AB-43C3-6D70-F99F-A64860EC1D48}"/>
                    </a:ext>
                  </a:extLst>
                </p:cNvPr>
                <p:cNvPicPr/>
                <p:nvPr/>
              </p:nvPicPr>
              <p:blipFill>
                <a:blip r:embed="rId116"/>
                <a:stretch>
                  <a:fillRect/>
                </a:stretch>
              </p:blipFill>
              <p:spPr>
                <a:xfrm>
                  <a:off x="872568" y="687744"/>
                  <a:ext cx="124560" cy="13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7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256EA745-8D31-1805-1534-5BB2E338132A}"/>
                    </a:ext>
                  </a:extLst>
                </p14:cNvPr>
                <p14:cNvContentPartPr/>
                <p14:nvPr/>
              </p14:nvContentPartPr>
              <p14:xfrm>
                <a:off x="1046088" y="704664"/>
                <a:ext cx="116280" cy="8316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256EA745-8D31-1805-1534-5BB2E338132A}"/>
                    </a:ext>
                  </a:extLst>
                </p:cNvPr>
                <p:cNvPicPr/>
                <p:nvPr/>
              </p:nvPicPr>
              <p:blipFill>
                <a:blip r:embed="rId118"/>
                <a:stretch>
                  <a:fillRect/>
                </a:stretch>
              </p:blipFill>
              <p:spPr>
                <a:xfrm>
                  <a:off x="1037448" y="695664"/>
                  <a:ext cx="133920" cy="10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9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B9AA4D3E-7CFE-18B8-C1BB-779628B8D945}"/>
                    </a:ext>
                  </a:extLst>
                </p14:cNvPr>
                <p14:cNvContentPartPr/>
                <p14:nvPr/>
              </p14:nvContentPartPr>
              <p14:xfrm>
                <a:off x="1204848" y="644184"/>
                <a:ext cx="12600" cy="36936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B9AA4D3E-7CFE-18B8-C1BB-779628B8D945}"/>
                    </a:ext>
                  </a:extLst>
                </p:cNvPr>
                <p:cNvPicPr/>
                <p:nvPr/>
              </p:nvPicPr>
              <p:blipFill>
                <a:blip r:embed="rId120"/>
                <a:stretch>
                  <a:fillRect/>
                </a:stretch>
              </p:blipFill>
              <p:spPr>
                <a:xfrm>
                  <a:off x="1196208" y="635544"/>
                  <a:ext cx="30240" cy="38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1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1D383D18-F33A-B61F-CA0C-6D34FC1C8B94}"/>
                    </a:ext>
                  </a:extLst>
                </p14:cNvPr>
                <p14:cNvContentPartPr/>
                <p14:nvPr/>
              </p14:nvContentPartPr>
              <p14:xfrm>
                <a:off x="1236528" y="734904"/>
                <a:ext cx="101160" cy="8388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1D383D18-F33A-B61F-CA0C-6D34FC1C8B94}"/>
                    </a:ext>
                  </a:extLst>
                </p:cNvPr>
                <p:cNvPicPr/>
                <p:nvPr/>
              </p:nvPicPr>
              <p:blipFill>
                <a:blip r:embed="rId122"/>
                <a:stretch>
                  <a:fillRect/>
                </a:stretch>
              </p:blipFill>
              <p:spPr>
                <a:xfrm>
                  <a:off x="1227888" y="726264"/>
                  <a:ext cx="118800" cy="10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3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A14F53D5-0CAA-E940-9976-3689DE609D28}"/>
                    </a:ext>
                  </a:extLst>
                </p14:cNvPr>
                <p14:cNvContentPartPr/>
                <p14:nvPr/>
              </p14:nvContentPartPr>
              <p14:xfrm>
                <a:off x="1421208" y="737784"/>
                <a:ext cx="53280" cy="8712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A14F53D5-0CAA-E940-9976-3689DE609D28}"/>
                    </a:ext>
                  </a:extLst>
                </p:cNvPr>
                <p:cNvPicPr/>
                <p:nvPr/>
              </p:nvPicPr>
              <p:blipFill>
                <a:blip r:embed="rId124"/>
                <a:stretch>
                  <a:fillRect/>
                </a:stretch>
              </p:blipFill>
              <p:spPr>
                <a:xfrm>
                  <a:off x="1412208" y="728784"/>
                  <a:ext cx="70920" cy="10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5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DE944A81-04CE-AC69-89B9-B7508B62AD0E}"/>
                    </a:ext>
                  </a:extLst>
                </p14:cNvPr>
                <p14:cNvContentPartPr/>
                <p14:nvPr/>
              </p14:nvContentPartPr>
              <p14:xfrm>
                <a:off x="1642608" y="707904"/>
                <a:ext cx="83160" cy="12276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DE944A81-04CE-AC69-89B9-B7508B62AD0E}"/>
                    </a:ext>
                  </a:extLst>
                </p:cNvPr>
                <p:cNvPicPr/>
                <p:nvPr/>
              </p:nvPicPr>
              <p:blipFill>
                <a:blip r:embed="rId126"/>
                <a:stretch>
                  <a:fillRect/>
                </a:stretch>
              </p:blipFill>
              <p:spPr>
                <a:xfrm>
                  <a:off x="1633608" y="698904"/>
                  <a:ext cx="100800" cy="14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7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21D85784-D521-2F30-2410-2CFE87046B1E}"/>
                    </a:ext>
                  </a:extLst>
                </p14:cNvPr>
                <p14:cNvContentPartPr/>
                <p14:nvPr/>
              </p14:nvContentPartPr>
              <p14:xfrm>
                <a:off x="1801368" y="778104"/>
                <a:ext cx="8640" cy="5148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21D85784-D521-2F30-2410-2CFE87046B1E}"/>
                    </a:ext>
                  </a:extLst>
                </p:cNvPr>
                <p:cNvPicPr/>
                <p:nvPr/>
              </p:nvPicPr>
              <p:blipFill>
                <a:blip r:embed="rId128"/>
                <a:stretch>
                  <a:fillRect/>
                </a:stretch>
              </p:blipFill>
              <p:spPr>
                <a:xfrm>
                  <a:off x="1792368" y="769104"/>
                  <a:ext cx="26280" cy="6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9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F2E49B92-C0CE-EE5D-A6A1-F689241D160A}"/>
                    </a:ext>
                  </a:extLst>
                </p14:cNvPr>
                <p14:cNvContentPartPr/>
                <p14:nvPr/>
              </p14:nvContentPartPr>
              <p14:xfrm>
                <a:off x="1822608" y="691344"/>
                <a:ext cx="11520" cy="1296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F2E49B92-C0CE-EE5D-A6A1-F689241D160A}"/>
                    </a:ext>
                  </a:extLst>
                </p:cNvPr>
                <p:cNvPicPr/>
                <p:nvPr/>
              </p:nvPicPr>
              <p:blipFill>
                <a:blip r:embed="rId130"/>
                <a:stretch>
                  <a:fillRect/>
                </a:stretch>
              </p:blipFill>
              <p:spPr>
                <a:xfrm>
                  <a:off x="1813968" y="682704"/>
                  <a:ext cx="29160" cy="3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1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87750F35-CFD5-F24F-E780-19EC36A2EF3F}"/>
                    </a:ext>
                  </a:extLst>
                </p14:cNvPr>
                <p14:cNvContentPartPr/>
                <p14:nvPr/>
              </p14:nvContentPartPr>
              <p14:xfrm>
                <a:off x="1937448" y="573264"/>
                <a:ext cx="92880" cy="24984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87750F35-CFD5-F24F-E780-19EC36A2EF3F}"/>
                    </a:ext>
                  </a:extLst>
                </p:cNvPr>
                <p:cNvPicPr/>
                <p:nvPr/>
              </p:nvPicPr>
              <p:blipFill>
                <a:blip r:embed="rId132"/>
                <a:stretch>
                  <a:fillRect/>
                </a:stretch>
              </p:blipFill>
              <p:spPr>
                <a:xfrm>
                  <a:off x="1928448" y="564624"/>
                  <a:ext cx="110520" cy="26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3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6C032009-BD8B-CD8F-3738-79CD51D1064C}"/>
                    </a:ext>
                  </a:extLst>
                </p14:cNvPr>
                <p14:cNvContentPartPr/>
                <p14:nvPr/>
              </p14:nvContentPartPr>
              <p14:xfrm>
                <a:off x="2050488" y="741744"/>
                <a:ext cx="3600" cy="1296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6C032009-BD8B-CD8F-3738-79CD51D1064C}"/>
                    </a:ext>
                  </a:extLst>
                </p:cNvPr>
                <p:cNvPicPr/>
                <p:nvPr/>
              </p:nvPicPr>
              <p:blipFill>
                <a:blip r:embed="rId134"/>
                <a:stretch>
                  <a:fillRect/>
                </a:stretch>
              </p:blipFill>
              <p:spPr>
                <a:xfrm>
                  <a:off x="2041848" y="732744"/>
                  <a:ext cx="21240" cy="3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5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967D7614-AD5C-5698-47D6-9F0D30091FEC}"/>
                    </a:ext>
                  </a:extLst>
                </p14:cNvPr>
                <p14:cNvContentPartPr/>
                <p14:nvPr/>
              </p14:nvContentPartPr>
              <p14:xfrm>
                <a:off x="2120328" y="774504"/>
                <a:ext cx="30600" cy="4356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967D7614-AD5C-5698-47D6-9F0D30091FEC}"/>
                    </a:ext>
                  </a:extLst>
                </p:cNvPr>
                <p:cNvPicPr/>
                <p:nvPr/>
              </p:nvPicPr>
              <p:blipFill>
                <a:blip r:embed="rId136"/>
                <a:stretch>
                  <a:fillRect/>
                </a:stretch>
              </p:blipFill>
              <p:spPr>
                <a:xfrm>
                  <a:off x="2111328" y="765864"/>
                  <a:ext cx="48240" cy="6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7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738A276D-6488-061A-8DE2-FC9B6119B9F0}"/>
                    </a:ext>
                  </a:extLst>
                </p14:cNvPr>
                <p14:cNvContentPartPr/>
                <p14:nvPr/>
              </p14:nvContentPartPr>
              <p14:xfrm>
                <a:off x="2213208" y="643104"/>
                <a:ext cx="408240" cy="15048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738A276D-6488-061A-8DE2-FC9B6119B9F0}"/>
                    </a:ext>
                  </a:extLst>
                </p:cNvPr>
                <p:cNvPicPr/>
                <p:nvPr/>
              </p:nvPicPr>
              <p:blipFill>
                <a:blip r:embed="rId138"/>
                <a:stretch>
                  <a:fillRect/>
                </a:stretch>
              </p:blipFill>
              <p:spPr>
                <a:xfrm>
                  <a:off x="2204568" y="634104"/>
                  <a:ext cx="425880" cy="16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9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25846272-B50E-9DA7-2CA0-AC6FC1CC1F25}"/>
                    </a:ext>
                  </a:extLst>
                </p14:cNvPr>
                <p14:cNvContentPartPr/>
                <p14:nvPr/>
              </p14:nvContentPartPr>
              <p14:xfrm>
                <a:off x="2349288" y="605304"/>
                <a:ext cx="52920" cy="1476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25846272-B50E-9DA7-2CA0-AC6FC1CC1F25}"/>
                    </a:ext>
                  </a:extLst>
                </p:cNvPr>
                <p:cNvPicPr/>
                <p:nvPr/>
              </p:nvPicPr>
              <p:blipFill>
                <a:blip r:embed="rId140"/>
                <a:stretch>
                  <a:fillRect/>
                </a:stretch>
              </p:blipFill>
              <p:spPr>
                <a:xfrm>
                  <a:off x="2340648" y="596304"/>
                  <a:ext cx="70560" cy="3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1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7CF401CD-BCC7-BFCE-90E6-12262A144BE8}"/>
                    </a:ext>
                  </a:extLst>
                </p14:cNvPr>
                <p14:cNvContentPartPr/>
                <p14:nvPr/>
              </p14:nvContentPartPr>
              <p14:xfrm>
                <a:off x="3238848" y="546624"/>
                <a:ext cx="226080" cy="30672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7CF401CD-BCC7-BFCE-90E6-12262A144BE8}"/>
                    </a:ext>
                  </a:extLst>
                </p:cNvPr>
                <p:cNvPicPr/>
                <p:nvPr/>
              </p:nvPicPr>
              <p:blipFill>
                <a:blip r:embed="rId142"/>
                <a:stretch>
                  <a:fillRect/>
                </a:stretch>
              </p:blipFill>
              <p:spPr>
                <a:xfrm>
                  <a:off x="3229848" y="537624"/>
                  <a:ext cx="243720" cy="32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3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F1F9F275-9D2E-9BCE-4955-9E3567A7FBF4}"/>
                    </a:ext>
                  </a:extLst>
                </p14:cNvPr>
                <p14:cNvContentPartPr/>
                <p14:nvPr/>
              </p14:nvContentPartPr>
              <p14:xfrm>
                <a:off x="3538368" y="529704"/>
                <a:ext cx="140040" cy="20952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F1F9F275-9D2E-9BCE-4955-9E3567A7FBF4}"/>
                    </a:ext>
                  </a:extLst>
                </p:cNvPr>
                <p:cNvPicPr/>
                <p:nvPr/>
              </p:nvPicPr>
              <p:blipFill>
                <a:blip r:embed="rId144"/>
                <a:stretch>
                  <a:fillRect/>
                </a:stretch>
              </p:blipFill>
              <p:spPr>
                <a:xfrm>
                  <a:off x="3529368" y="521064"/>
                  <a:ext cx="157680" cy="22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5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7EC0E302-43E7-5AE3-7628-042798A08FA1}"/>
                    </a:ext>
                  </a:extLst>
                </p14:cNvPr>
                <p14:cNvContentPartPr/>
                <p14:nvPr/>
              </p14:nvContentPartPr>
              <p14:xfrm>
                <a:off x="3757968" y="661824"/>
                <a:ext cx="106920" cy="5688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7EC0E302-43E7-5AE3-7628-042798A08FA1}"/>
                    </a:ext>
                  </a:extLst>
                </p:cNvPr>
                <p:cNvPicPr/>
                <p:nvPr/>
              </p:nvPicPr>
              <p:blipFill>
                <a:blip r:embed="rId146"/>
                <a:stretch>
                  <a:fillRect/>
                </a:stretch>
              </p:blipFill>
              <p:spPr>
                <a:xfrm>
                  <a:off x="3749328" y="652824"/>
                  <a:ext cx="124560" cy="7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7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3DB79C8F-E371-B871-BEDC-9F07F3F1BA66}"/>
                    </a:ext>
                  </a:extLst>
                </p14:cNvPr>
                <p14:cNvContentPartPr/>
                <p14:nvPr/>
              </p14:nvContentPartPr>
              <p14:xfrm>
                <a:off x="3918528" y="654264"/>
                <a:ext cx="395280" cy="8676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3DB79C8F-E371-B871-BEDC-9F07F3F1BA66}"/>
                    </a:ext>
                  </a:extLst>
                </p:cNvPr>
                <p:cNvPicPr/>
                <p:nvPr/>
              </p:nvPicPr>
              <p:blipFill>
                <a:blip r:embed="rId148"/>
                <a:stretch>
                  <a:fillRect/>
                </a:stretch>
              </p:blipFill>
              <p:spPr>
                <a:xfrm>
                  <a:off x="3909888" y="645624"/>
                  <a:ext cx="412920" cy="10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9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65FDEB54-9931-4C46-967A-107D77FB8BEC}"/>
                    </a:ext>
                  </a:extLst>
                </p14:cNvPr>
                <p14:cNvContentPartPr/>
                <p14:nvPr/>
              </p14:nvContentPartPr>
              <p14:xfrm>
                <a:off x="4410288" y="700344"/>
                <a:ext cx="14760" cy="1224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65FDEB54-9931-4C46-967A-107D77FB8BEC}"/>
                    </a:ext>
                  </a:extLst>
                </p:cNvPr>
                <p:cNvPicPr/>
                <p:nvPr/>
              </p:nvPicPr>
              <p:blipFill>
                <a:blip r:embed="rId150"/>
                <a:stretch>
                  <a:fillRect/>
                </a:stretch>
              </p:blipFill>
              <p:spPr>
                <a:xfrm>
                  <a:off x="4401648" y="691344"/>
                  <a:ext cx="32400" cy="2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1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6B58A6E0-0070-4D4A-69F9-98ADA12AB754}"/>
                    </a:ext>
                  </a:extLst>
                </p14:cNvPr>
                <p14:cNvContentPartPr/>
                <p14:nvPr/>
              </p14:nvContentPartPr>
              <p14:xfrm>
                <a:off x="629208" y="1037304"/>
                <a:ext cx="4060440" cy="11016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6B58A6E0-0070-4D4A-69F9-98ADA12AB754}"/>
                    </a:ext>
                  </a:extLst>
                </p:cNvPr>
                <p:cNvPicPr/>
                <p:nvPr/>
              </p:nvPicPr>
              <p:blipFill>
                <a:blip r:embed="rId152"/>
                <a:stretch>
                  <a:fillRect/>
                </a:stretch>
              </p:blipFill>
              <p:spPr>
                <a:xfrm>
                  <a:off x="620208" y="1028664"/>
                  <a:ext cx="4078080" cy="12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3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0FE91588-A1E9-E16F-A884-EF815AF89444}"/>
                    </a:ext>
                  </a:extLst>
                </p14:cNvPr>
                <p14:cNvContentPartPr/>
                <p14:nvPr/>
              </p14:nvContentPartPr>
              <p14:xfrm>
                <a:off x="4893048" y="629064"/>
                <a:ext cx="15480" cy="3168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0FE91588-A1E9-E16F-A884-EF815AF89444}"/>
                    </a:ext>
                  </a:extLst>
                </p:cNvPr>
                <p:cNvPicPr/>
                <p:nvPr/>
              </p:nvPicPr>
              <p:blipFill>
                <a:blip r:embed="rId154"/>
                <a:stretch>
                  <a:fillRect/>
                </a:stretch>
              </p:blipFill>
              <p:spPr>
                <a:xfrm>
                  <a:off x="4884048" y="620064"/>
                  <a:ext cx="33120" cy="4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5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C5FAA607-3989-3537-326E-8AFB2ABE6D9B}"/>
                    </a:ext>
                  </a:extLst>
                </p14:cNvPr>
                <p14:cNvContentPartPr/>
                <p14:nvPr/>
              </p14:nvContentPartPr>
              <p14:xfrm>
                <a:off x="4941288" y="962064"/>
                <a:ext cx="4680" cy="2268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C5FAA607-3989-3537-326E-8AFB2ABE6D9B}"/>
                    </a:ext>
                  </a:extLst>
                </p:cNvPr>
                <p:cNvPicPr/>
                <p:nvPr/>
              </p:nvPicPr>
              <p:blipFill>
                <a:blip r:embed="rId156"/>
                <a:stretch>
                  <a:fillRect/>
                </a:stretch>
              </p:blipFill>
              <p:spPr>
                <a:xfrm>
                  <a:off x="4932288" y="953424"/>
                  <a:ext cx="22320" cy="4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7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264D581A-64FA-EEC7-E154-FB4E13FE4E78}"/>
                    </a:ext>
                  </a:extLst>
                </p14:cNvPr>
                <p14:cNvContentPartPr/>
                <p14:nvPr/>
              </p14:nvContentPartPr>
              <p14:xfrm>
                <a:off x="4468968" y="532944"/>
                <a:ext cx="88200" cy="435960"/>
              </p14:xfrm>
            </p:contentPart>
          </mc:Choice>
          <mc:Fallback xmlns=""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264D581A-64FA-EEC7-E154-FB4E13FE4E78}"/>
                    </a:ext>
                  </a:extLst>
                </p:cNvPr>
                <p:cNvPicPr/>
                <p:nvPr/>
              </p:nvPicPr>
              <p:blipFill>
                <a:blip r:embed="rId158"/>
                <a:stretch>
                  <a:fillRect/>
                </a:stretch>
              </p:blipFill>
              <p:spPr>
                <a:xfrm>
                  <a:off x="4460328" y="523944"/>
                  <a:ext cx="105840" cy="45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9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5022F1F3-210C-D5C7-E142-FF7080466E17}"/>
                    </a:ext>
                  </a:extLst>
                </p14:cNvPr>
                <p14:cNvContentPartPr/>
                <p14:nvPr/>
              </p14:nvContentPartPr>
              <p14:xfrm>
                <a:off x="4601448" y="644544"/>
                <a:ext cx="78120" cy="230400"/>
              </p14:xfrm>
            </p:contentPart>
          </mc:Choice>
          <mc:Fallback xmlns=""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5022F1F3-210C-D5C7-E142-FF7080466E17}"/>
                    </a:ext>
                  </a:extLst>
                </p:cNvPr>
                <p:cNvPicPr/>
                <p:nvPr/>
              </p:nvPicPr>
              <p:blipFill>
                <a:blip r:embed="rId160"/>
                <a:stretch>
                  <a:fillRect/>
                </a:stretch>
              </p:blipFill>
              <p:spPr>
                <a:xfrm>
                  <a:off x="4592808" y="635904"/>
                  <a:ext cx="95760" cy="24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1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1BDE6B14-B932-01DC-AB75-19F3464F51CB}"/>
                    </a:ext>
                  </a:extLst>
                </p14:cNvPr>
                <p14:cNvContentPartPr/>
                <p14:nvPr/>
              </p14:nvContentPartPr>
              <p14:xfrm>
                <a:off x="4700088" y="674784"/>
                <a:ext cx="61560" cy="201240"/>
              </p14:xfrm>
            </p:contentPart>
          </mc:Choice>
          <mc:Fallback xmlns=""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1BDE6B14-B932-01DC-AB75-19F3464F51CB}"/>
                    </a:ext>
                  </a:extLst>
                </p:cNvPr>
                <p:cNvPicPr/>
                <p:nvPr/>
              </p:nvPicPr>
              <p:blipFill>
                <a:blip r:embed="rId162"/>
                <a:stretch>
                  <a:fillRect/>
                </a:stretch>
              </p:blipFill>
              <p:spPr>
                <a:xfrm>
                  <a:off x="4691448" y="666144"/>
                  <a:ext cx="79200" cy="21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3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839AB232-ADFF-3BC4-374B-E9492629D57A}"/>
                    </a:ext>
                  </a:extLst>
                </p14:cNvPr>
                <p14:cNvContentPartPr/>
                <p14:nvPr/>
              </p14:nvContentPartPr>
              <p14:xfrm>
                <a:off x="4616568" y="557064"/>
                <a:ext cx="226800" cy="496800"/>
              </p14:xfrm>
            </p:contentPart>
          </mc:Choice>
          <mc:Fallback xmlns=""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839AB232-ADFF-3BC4-374B-E9492629D57A}"/>
                    </a:ext>
                  </a:extLst>
                </p:cNvPr>
                <p:cNvPicPr/>
                <p:nvPr/>
              </p:nvPicPr>
              <p:blipFill>
                <a:blip r:embed="rId164"/>
                <a:stretch>
                  <a:fillRect/>
                </a:stretch>
              </p:blipFill>
              <p:spPr>
                <a:xfrm>
                  <a:off x="4607568" y="548424"/>
                  <a:ext cx="244440" cy="51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5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82FA1259-AF0B-633A-9EF1-75FDBCA808EF}"/>
                    </a:ext>
                  </a:extLst>
                </p14:cNvPr>
                <p14:cNvContentPartPr/>
                <p14:nvPr/>
              </p14:nvContentPartPr>
              <p14:xfrm>
                <a:off x="4790448" y="1038024"/>
                <a:ext cx="38520" cy="17640"/>
              </p14:xfrm>
            </p:contentPart>
          </mc:Choice>
          <mc:Fallback xmlns=""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82FA1259-AF0B-633A-9EF1-75FDBCA808EF}"/>
                    </a:ext>
                  </a:extLst>
                </p:cNvPr>
                <p:cNvPicPr/>
                <p:nvPr/>
              </p:nvPicPr>
              <p:blipFill>
                <a:blip r:embed="rId166"/>
                <a:stretch>
                  <a:fillRect/>
                </a:stretch>
              </p:blipFill>
              <p:spPr>
                <a:xfrm>
                  <a:off x="4781808" y="1029384"/>
                  <a:ext cx="56160" cy="35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9" name="Group 118">
            <a:extLst>
              <a:ext uri="{FF2B5EF4-FFF2-40B4-BE49-F238E27FC236}">
                <a16:creationId xmlns:a16="http://schemas.microsoft.com/office/drawing/2014/main" id="{9243DCAE-8918-7CC5-02A7-921EC54805E4}"/>
              </a:ext>
            </a:extLst>
          </p:cNvPr>
          <p:cNvGrpSpPr/>
          <p:nvPr/>
        </p:nvGrpSpPr>
        <p:grpSpPr>
          <a:xfrm>
            <a:off x="2789568" y="2901744"/>
            <a:ext cx="1299600" cy="297720"/>
            <a:chOff x="2789568" y="2901744"/>
            <a:chExt cx="1299600" cy="297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7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AE402ACB-D258-6F0E-AC9B-BF65AE58B8EA}"/>
                    </a:ext>
                  </a:extLst>
                </p14:cNvPr>
                <p14:cNvContentPartPr/>
                <p14:nvPr/>
              </p14:nvContentPartPr>
              <p14:xfrm>
                <a:off x="2789568" y="2928744"/>
                <a:ext cx="342360" cy="270720"/>
              </p14:xfrm>
            </p:contentPart>
          </mc:Choice>
          <mc:Fallback xmlns=""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AE402ACB-D258-6F0E-AC9B-BF65AE58B8EA}"/>
                    </a:ext>
                  </a:extLst>
                </p:cNvPr>
                <p:cNvPicPr/>
                <p:nvPr/>
              </p:nvPicPr>
              <p:blipFill>
                <a:blip r:embed="rId168"/>
                <a:stretch>
                  <a:fillRect/>
                </a:stretch>
              </p:blipFill>
              <p:spPr>
                <a:xfrm>
                  <a:off x="2780928" y="2920104"/>
                  <a:ext cx="360000" cy="28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9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DD0D701E-59E4-392D-C14B-749DF50E1795}"/>
                    </a:ext>
                  </a:extLst>
                </p14:cNvPr>
                <p14:cNvContentPartPr/>
                <p14:nvPr/>
              </p14:nvContentPartPr>
              <p14:xfrm>
                <a:off x="2972448" y="3057264"/>
                <a:ext cx="224640" cy="48960"/>
              </p14:xfrm>
            </p:contentPart>
          </mc:Choice>
          <mc:Fallback xmlns=""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DD0D701E-59E4-392D-C14B-749DF50E1795}"/>
                    </a:ext>
                  </a:extLst>
                </p:cNvPr>
                <p:cNvPicPr/>
                <p:nvPr/>
              </p:nvPicPr>
              <p:blipFill>
                <a:blip r:embed="rId170"/>
                <a:stretch>
                  <a:fillRect/>
                </a:stretch>
              </p:blipFill>
              <p:spPr>
                <a:xfrm>
                  <a:off x="2963808" y="3048264"/>
                  <a:ext cx="242280" cy="6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1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784D1FA2-6E06-40BA-37FA-4B65F9CED286}"/>
                    </a:ext>
                  </a:extLst>
                </p14:cNvPr>
                <p14:cNvContentPartPr/>
                <p14:nvPr/>
              </p14:nvContentPartPr>
              <p14:xfrm>
                <a:off x="3290688" y="2901744"/>
                <a:ext cx="117720" cy="279360"/>
              </p14:xfrm>
            </p:contentPart>
          </mc:Choice>
          <mc:Fallback xmlns=""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784D1FA2-6E06-40BA-37FA-4B65F9CED286}"/>
                    </a:ext>
                  </a:extLst>
                </p:cNvPr>
                <p:cNvPicPr/>
                <p:nvPr/>
              </p:nvPicPr>
              <p:blipFill>
                <a:blip r:embed="rId172"/>
                <a:stretch>
                  <a:fillRect/>
                </a:stretch>
              </p:blipFill>
              <p:spPr>
                <a:xfrm>
                  <a:off x="3282048" y="2893104"/>
                  <a:ext cx="135360" cy="29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3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01415C30-978E-10EC-D9DD-90C4F9307FBD}"/>
                    </a:ext>
                  </a:extLst>
                </p14:cNvPr>
                <p14:cNvContentPartPr/>
                <p14:nvPr/>
              </p14:nvContentPartPr>
              <p14:xfrm>
                <a:off x="3590928" y="3041064"/>
                <a:ext cx="498240" cy="103680"/>
              </p14:xfrm>
            </p:contentPart>
          </mc:Choice>
          <mc:Fallback xmlns=""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01415C30-978E-10EC-D9DD-90C4F9307FBD}"/>
                    </a:ext>
                  </a:extLst>
                </p:cNvPr>
                <p:cNvPicPr/>
                <p:nvPr/>
              </p:nvPicPr>
              <p:blipFill>
                <a:blip r:embed="rId174"/>
                <a:stretch>
                  <a:fillRect/>
                </a:stretch>
              </p:blipFill>
              <p:spPr>
                <a:xfrm>
                  <a:off x="3581928" y="3032064"/>
                  <a:ext cx="515880" cy="1213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75">
            <p14:nvContentPartPr>
              <p14:cNvPr id="120" name="Ink 119">
                <a:extLst>
                  <a:ext uri="{FF2B5EF4-FFF2-40B4-BE49-F238E27FC236}">
                    <a16:creationId xmlns:a16="http://schemas.microsoft.com/office/drawing/2014/main" id="{9397E0D0-A2AE-DF46-9E84-DA2306477641}"/>
                  </a:ext>
                </a:extLst>
              </p14:cNvPr>
              <p14:cNvContentPartPr/>
              <p14:nvPr/>
            </p14:nvContentPartPr>
            <p14:xfrm>
              <a:off x="4385808" y="2922624"/>
              <a:ext cx="160560" cy="387360"/>
            </p14:xfrm>
          </p:contentPart>
        </mc:Choice>
        <mc:Fallback xmlns="">
          <p:pic>
            <p:nvPicPr>
              <p:cNvPr id="120" name="Ink 119">
                <a:extLst>
                  <a:ext uri="{FF2B5EF4-FFF2-40B4-BE49-F238E27FC236}">
                    <a16:creationId xmlns:a16="http://schemas.microsoft.com/office/drawing/2014/main" id="{9397E0D0-A2AE-DF46-9E84-DA2306477641}"/>
                  </a:ext>
                </a:extLst>
              </p:cNvPr>
              <p:cNvPicPr/>
              <p:nvPr/>
            </p:nvPicPr>
            <p:blipFill>
              <a:blip r:embed="rId176"/>
              <a:stretch>
                <a:fillRect/>
              </a:stretch>
            </p:blipFill>
            <p:spPr>
              <a:xfrm>
                <a:off x="4376808" y="2913984"/>
                <a:ext cx="178200" cy="405000"/>
              </a:xfrm>
              <a:prstGeom prst="rect">
                <a:avLst/>
              </a:prstGeom>
            </p:spPr>
          </p:pic>
        </mc:Fallback>
      </mc:AlternateContent>
      <p:grpSp>
        <p:nvGrpSpPr>
          <p:cNvPr id="203" name="Group 202">
            <a:extLst>
              <a:ext uri="{FF2B5EF4-FFF2-40B4-BE49-F238E27FC236}">
                <a16:creationId xmlns:a16="http://schemas.microsoft.com/office/drawing/2014/main" id="{44DACF84-06C9-6708-CB77-70DD0AF4EBCF}"/>
              </a:ext>
            </a:extLst>
          </p:cNvPr>
          <p:cNvGrpSpPr/>
          <p:nvPr/>
        </p:nvGrpSpPr>
        <p:grpSpPr>
          <a:xfrm>
            <a:off x="4742208" y="2875104"/>
            <a:ext cx="2647080" cy="537480"/>
            <a:chOff x="4742208" y="2875104"/>
            <a:chExt cx="2647080" cy="537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77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51894066-1C8D-BD15-AD3E-6A620C0F5FFA}"/>
                    </a:ext>
                  </a:extLst>
                </p14:cNvPr>
                <p14:cNvContentPartPr/>
                <p14:nvPr/>
              </p14:nvContentPartPr>
              <p14:xfrm>
                <a:off x="4742208" y="2966184"/>
                <a:ext cx="254520" cy="234720"/>
              </p14:xfrm>
            </p:contentPart>
          </mc:Choice>
          <mc:Fallback xmlns=""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51894066-1C8D-BD15-AD3E-6A620C0F5FFA}"/>
                    </a:ext>
                  </a:extLst>
                </p:cNvPr>
                <p:cNvPicPr/>
                <p:nvPr/>
              </p:nvPicPr>
              <p:blipFill>
                <a:blip r:embed="rId178"/>
                <a:stretch>
                  <a:fillRect/>
                </a:stretch>
              </p:blipFill>
              <p:spPr>
                <a:xfrm>
                  <a:off x="4733208" y="2957544"/>
                  <a:ext cx="272160" cy="25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9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49BB16E1-874C-FFC7-5B06-BF904F12BC2D}"/>
                    </a:ext>
                  </a:extLst>
                </p14:cNvPr>
                <p14:cNvContentPartPr/>
                <p14:nvPr/>
              </p14:nvContentPartPr>
              <p14:xfrm>
                <a:off x="4893768" y="3093264"/>
                <a:ext cx="159480" cy="23040"/>
              </p14:xfrm>
            </p:contentPart>
          </mc:Choice>
          <mc:Fallback xmlns=""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49BB16E1-874C-FFC7-5B06-BF904F12BC2D}"/>
                    </a:ext>
                  </a:extLst>
                </p:cNvPr>
                <p:cNvPicPr/>
                <p:nvPr/>
              </p:nvPicPr>
              <p:blipFill>
                <a:blip r:embed="rId180"/>
                <a:stretch>
                  <a:fillRect/>
                </a:stretch>
              </p:blipFill>
              <p:spPr>
                <a:xfrm>
                  <a:off x="4884768" y="3084264"/>
                  <a:ext cx="177120" cy="4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1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912B2B8B-85D2-92BB-3DFA-98FCA6B74B72}"/>
                    </a:ext>
                  </a:extLst>
                </p14:cNvPr>
                <p14:cNvContentPartPr/>
                <p14:nvPr/>
              </p14:nvContentPartPr>
              <p14:xfrm>
                <a:off x="5067648" y="2939544"/>
                <a:ext cx="86040" cy="222120"/>
              </p14:xfrm>
            </p:contentPart>
          </mc:Choice>
          <mc:Fallback xmlns=""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912B2B8B-85D2-92BB-3DFA-98FCA6B74B72}"/>
                    </a:ext>
                  </a:extLst>
                </p:cNvPr>
                <p:cNvPicPr/>
                <p:nvPr/>
              </p:nvPicPr>
              <p:blipFill>
                <a:blip r:embed="rId182"/>
                <a:stretch>
                  <a:fillRect/>
                </a:stretch>
              </p:blipFill>
              <p:spPr>
                <a:xfrm>
                  <a:off x="5059008" y="2930544"/>
                  <a:ext cx="103680" cy="23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3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EAF5E528-0C8B-4598-2028-7C3B7E87624C}"/>
                    </a:ext>
                  </a:extLst>
                </p14:cNvPr>
                <p14:cNvContentPartPr/>
                <p14:nvPr/>
              </p14:nvContentPartPr>
              <p14:xfrm>
                <a:off x="5231448" y="3058344"/>
                <a:ext cx="94320" cy="93960"/>
              </p14:xfrm>
            </p:contentPart>
          </mc:Choice>
          <mc:Fallback xmlns=""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EAF5E528-0C8B-4598-2028-7C3B7E87624C}"/>
                    </a:ext>
                  </a:extLst>
                </p:cNvPr>
                <p:cNvPicPr/>
                <p:nvPr/>
              </p:nvPicPr>
              <p:blipFill>
                <a:blip r:embed="rId184"/>
                <a:stretch>
                  <a:fillRect/>
                </a:stretch>
              </p:blipFill>
              <p:spPr>
                <a:xfrm>
                  <a:off x="5222808" y="3049704"/>
                  <a:ext cx="111960" cy="11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5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AABE3074-CB6C-C9D8-F9C7-14D03D42619C}"/>
                    </a:ext>
                  </a:extLst>
                </p14:cNvPr>
                <p14:cNvContentPartPr/>
                <p14:nvPr/>
              </p14:nvContentPartPr>
              <p14:xfrm>
                <a:off x="5325408" y="2915424"/>
                <a:ext cx="219240" cy="367200"/>
              </p14:xfrm>
            </p:contentPart>
          </mc:Choice>
          <mc:Fallback xmlns=""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AABE3074-CB6C-C9D8-F9C7-14D03D42619C}"/>
                    </a:ext>
                  </a:extLst>
                </p:cNvPr>
                <p:cNvPicPr/>
                <p:nvPr/>
              </p:nvPicPr>
              <p:blipFill>
                <a:blip r:embed="rId186"/>
                <a:stretch>
                  <a:fillRect/>
                </a:stretch>
              </p:blipFill>
              <p:spPr>
                <a:xfrm>
                  <a:off x="5316768" y="2906424"/>
                  <a:ext cx="236880" cy="38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7">
              <p14:nvContentPartPr>
                <p14:cNvPr id="193" name="Ink 192">
                  <a:extLst>
                    <a:ext uri="{FF2B5EF4-FFF2-40B4-BE49-F238E27FC236}">
                      <a16:creationId xmlns:a16="http://schemas.microsoft.com/office/drawing/2014/main" id="{EEC14C5F-E57B-E0FB-979E-A85452AA0D92}"/>
                    </a:ext>
                  </a:extLst>
                </p14:cNvPr>
                <p14:cNvContentPartPr/>
                <p14:nvPr/>
              </p14:nvContentPartPr>
              <p14:xfrm>
                <a:off x="5620248" y="2889144"/>
                <a:ext cx="305640" cy="279720"/>
              </p14:xfrm>
            </p:contentPart>
          </mc:Choice>
          <mc:Fallback xmlns="">
            <p:pic>
              <p:nvPicPr>
                <p:cNvPr id="193" name="Ink 192">
                  <a:extLst>
                    <a:ext uri="{FF2B5EF4-FFF2-40B4-BE49-F238E27FC236}">
                      <a16:creationId xmlns:a16="http://schemas.microsoft.com/office/drawing/2014/main" id="{EEC14C5F-E57B-E0FB-979E-A85452AA0D92}"/>
                    </a:ext>
                  </a:extLst>
                </p:cNvPr>
                <p:cNvPicPr/>
                <p:nvPr/>
              </p:nvPicPr>
              <p:blipFill>
                <a:blip r:embed="rId188"/>
                <a:stretch>
                  <a:fillRect/>
                </a:stretch>
              </p:blipFill>
              <p:spPr>
                <a:xfrm>
                  <a:off x="5611608" y="2880144"/>
                  <a:ext cx="323280" cy="29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9">
              <p14:nvContentPartPr>
                <p14:cNvPr id="194" name="Ink 193">
                  <a:extLst>
                    <a:ext uri="{FF2B5EF4-FFF2-40B4-BE49-F238E27FC236}">
                      <a16:creationId xmlns:a16="http://schemas.microsoft.com/office/drawing/2014/main" id="{32543E08-F9CC-EE46-2CD0-2AABC6591E76}"/>
                    </a:ext>
                  </a:extLst>
                </p14:cNvPr>
                <p14:cNvContentPartPr/>
                <p14:nvPr/>
              </p14:nvContentPartPr>
              <p14:xfrm>
                <a:off x="5792688" y="3075624"/>
                <a:ext cx="235440" cy="36720"/>
              </p14:xfrm>
            </p:contentPart>
          </mc:Choice>
          <mc:Fallback xmlns="">
            <p:pic>
              <p:nvPicPr>
                <p:cNvPr id="194" name="Ink 193">
                  <a:extLst>
                    <a:ext uri="{FF2B5EF4-FFF2-40B4-BE49-F238E27FC236}">
                      <a16:creationId xmlns:a16="http://schemas.microsoft.com/office/drawing/2014/main" id="{32543E08-F9CC-EE46-2CD0-2AABC6591E76}"/>
                    </a:ext>
                  </a:extLst>
                </p:cNvPr>
                <p:cNvPicPr/>
                <p:nvPr/>
              </p:nvPicPr>
              <p:blipFill>
                <a:blip r:embed="rId190"/>
                <a:stretch>
                  <a:fillRect/>
                </a:stretch>
              </p:blipFill>
              <p:spPr>
                <a:xfrm>
                  <a:off x="5784048" y="3066984"/>
                  <a:ext cx="253080" cy="5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1">
              <p14:nvContentPartPr>
                <p14:cNvPr id="195" name="Ink 194">
                  <a:extLst>
                    <a:ext uri="{FF2B5EF4-FFF2-40B4-BE49-F238E27FC236}">
                      <a16:creationId xmlns:a16="http://schemas.microsoft.com/office/drawing/2014/main" id="{B24145AE-F091-EAD3-AB1E-84D57C773935}"/>
                    </a:ext>
                  </a:extLst>
                </p14:cNvPr>
                <p14:cNvContentPartPr/>
                <p14:nvPr/>
              </p14:nvContentPartPr>
              <p14:xfrm>
                <a:off x="6041088" y="2896344"/>
                <a:ext cx="91440" cy="206640"/>
              </p14:xfrm>
            </p:contentPart>
          </mc:Choice>
          <mc:Fallback xmlns="">
            <p:pic>
              <p:nvPicPr>
                <p:cNvPr id="195" name="Ink 194">
                  <a:extLst>
                    <a:ext uri="{FF2B5EF4-FFF2-40B4-BE49-F238E27FC236}">
                      <a16:creationId xmlns:a16="http://schemas.microsoft.com/office/drawing/2014/main" id="{B24145AE-F091-EAD3-AB1E-84D57C773935}"/>
                    </a:ext>
                  </a:extLst>
                </p:cNvPr>
                <p:cNvPicPr/>
                <p:nvPr/>
              </p:nvPicPr>
              <p:blipFill>
                <a:blip r:embed="rId192"/>
                <a:stretch>
                  <a:fillRect/>
                </a:stretch>
              </p:blipFill>
              <p:spPr>
                <a:xfrm>
                  <a:off x="6032088" y="2887344"/>
                  <a:ext cx="109080" cy="22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3">
              <p14:nvContentPartPr>
                <p14:cNvPr id="196" name="Ink 195">
                  <a:extLst>
                    <a:ext uri="{FF2B5EF4-FFF2-40B4-BE49-F238E27FC236}">
                      <a16:creationId xmlns:a16="http://schemas.microsoft.com/office/drawing/2014/main" id="{7C736642-8A88-D5D0-08E6-2063B412578D}"/>
                    </a:ext>
                  </a:extLst>
                </p14:cNvPr>
                <p14:cNvContentPartPr/>
                <p14:nvPr/>
              </p14:nvContentPartPr>
              <p14:xfrm>
                <a:off x="6118128" y="3055824"/>
                <a:ext cx="139320" cy="356760"/>
              </p14:xfrm>
            </p:contentPart>
          </mc:Choice>
          <mc:Fallback xmlns="">
            <p:pic>
              <p:nvPicPr>
                <p:cNvPr id="196" name="Ink 195">
                  <a:extLst>
                    <a:ext uri="{FF2B5EF4-FFF2-40B4-BE49-F238E27FC236}">
                      <a16:creationId xmlns:a16="http://schemas.microsoft.com/office/drawing/2014/main" id="{7C736642-8A88-D5D0-08E6-2063B412578D}"/>
                    </a:ext>
                  </a:extLst>
                </p:cNvPr>
                <p:cNvPicPr/>
                <p:nvPr/>
              </p:nvPicPr>
              <p:blipFill>
                <a:blip r:embed="rId194"/>
                <a:stretch>
                  <a:fillRect/>
                </a:stretch>
              </p:blipFill>
              <p:spPr>
                <a:xfrm>
                  <a:off x="6109488" y="3047184"/>
                  <a:ext cx="156960" cy="37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5">
              <p14:nvContentPartPr>
                <p14:cNvPr id="197" name="Ink 196">
                  <a:extLst>
                    <a:ext uri="{FF2B5EF4-FFF2-40B4-BE49-F238E27FC236}">
                      <a16:creationId xmlns:a16="http://schemas.microsoft.com/office/drawing/2014/main" id="{5EE577E4-7C2B-F367-575B-B8616C8F505E}"/>
                    </a:ext>
                  </a:extLst>
                </p14:cNvPr>
                <p14:cNvContentPartPr/>
                <p14:nvPr/>
              </p14:nvContentPartPr>
              <p14:xfrm>
                <a:off x="6310368" y="2899224"/>
                <a:ext cx="32040" cy="48960"/>
              </p14:xfrm>
            </p:contentPart>
          </mc:Choice>
          <mc:Fallback xmlns="">
            <p:pic>
              <p:nvPicPr>
                <p:cNvPr id="197" name="Ink 196">
                  <a:extLst>
                    <a:ext uri="{FF2B5EF4-FFF2-40B4-BE49-F238E27FC236}">
                      <a16:creationId xmlns:a16="http://schemas.microsoft.com/office/drawing/2014/main" id="{5EE577E4-7C2B-F367-575B-B8616C8F505E}"/>
                    </a:ext>
                  </a:extLst>
                </p:cNvPr>
                <p:cNvPicPr/>
                <p:nvPr/>
              </p:nvPicPr>
              <p:blipFill>
                <a:blip r:embed="rId196"/>
                <a:stretch>
                  <a:fillRect/>
                </a:stretch>
              </p:blipFill>
              <p:spPr>
                <a:xfrm>
                  <a:off x="6301728" y="2890584"/>
                  <a:ext cx="49680" cy="6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7">
              <p14:nvContentPartPr>
                <p14:cNvPr id="198" name="Ink 197">
                  <a:extLst>
                    <a:ext uri="{FF2B5EF4-FFF2-40B4-BE49-F238E27FC236}">
                      <a16:creationId xmlns:a16="http://schemas.microsoft.com/office/drawing/2014/main" id="{DA592212-02D0-352F-1CD4-17E46E968600}"/>
                    </a:ext>
                  </a:extLst>
                </p14:cNvPr>
                <p14:cNvContentPartPr/>
                <p14:nvPr/>
              </p14:nvContentPartPr>
              <p14:xfrm>
                <a:off x="6537528" y="2880864"/>
                <a:ext cx="172800" cy="398160"/>
              </p14:xfrm>
            </p:contentPart>
          </mc:Choice>
          <mc:Fallback xmlns="">
            <p:pic>
              <p:nvPicPr>
                <p:cNvPr id="198" name="Ink 197">
                  <a:extLst>
                    <a:ext uri="{FF2B5EF4-FFF2-40B4-BE49-F238E27FC236}">
                      <a16:creationId xmlns:a16="http://schemas.microsoft.com/office/drawing/2014/main" id="{DA592212-02D0-352F-1CD4-17E46E968600}"/>
                    </a:ext>
                  </a:extLst>
                </p:cNvPr>
                <p:cNvPicPr/>
                <p:nvPr/>
              </p:nvPicPr>
              <p:blipFill>
                <a:blip r:embed="rId198"/>
                <a:stretch>
                  <a:fillRect/>
                </a:stretch>
              </p:blipFill>
              <p:spPr>
                <a:xfrm>
                  <a:off x="6528528" y="2871864"/>
                  <a:ext cx="190440" cy="41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9">
              <p14:nvContentPartPr>
                <p14:cNvPr id="199" name="Ink 198">
                  <a:extLst>
                    <a:ext uri="{FF2B5EF4-FFF2-40B4-BE49-F238E27FC236}">
                      <a16:creationId xmlns:a16="http://schemas.microsoft.com/office/drawing/2014/main" id="{77F2D2F0-3177-D243-C2AD-1A88A4AC07E8}"/>
                    </a:ext>
                  </a:extLst>
                </p14:cNvPr>
                <p14:cNvContentPartPr/>
                <p14:nvPr/>
              </p14:nvContentPartPr>
              <p14:xfrm>
                <a:off x="6774768" y="2914344"/>
                <a:ext cx="112680" cy="247320"/>
              </p14:xfrm>
            </p:contentPart>
          </mc:Choice>
          <mc:Fallback xmlns="">
            <p:pic>
              <p:nvPicPr>
                <p:cNvPr id="199" name="Ink 198">
                  <a:extLst>
                    <a:ext uri="{FF2B5EF4-FFF2-40B4-BE49-F238E27FC236}">
                      <a16:creationId xmlns:a16="http://schemas.microsoft.com/office/drawing/2014/main" id="{77F2D2F0-3177-D243-C2AD-1A88A4AC07E8}"/>
                    </a:ext>
                  </a:extLst>
                </p:cNvPr>
                <p:cNvPicPr/>
                <p:nvPr/>
              </p:nvPicPr>
              <p:blipFill>
                <a:blip r:embed="rId200"/>
                <a:stretch>
                  <a:fillRect/>
                </a:stretch>
              </p:blipFill>
              <p:spPr>
                <a:xfrm>
                  <a:off x="6765768" y="2905344"/>
                  <a:ext cx="130320" cy="26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1">
              <p14:nvContentPartPr>
                <p14:cNvPr id="200" name="Ink 199">
                  <a:extLst>
                    <a:ext uri="{FF2B5EF4-FFF2-40B4-BE49-F238E27FC236}">
                      <a16:creationId xmlns:a16="http://schemas.microsoft.com/office/drawing/2014/main" id="{A989DB39-12EB-5B56-D474-8DFFA0F26DF5}"/>
                    </a:ext>
                  </a:extLst>
                </p14:cNvPr>
                <p14:cNvContentPartPr/>
                <p14:nvPr/>
              </p14:nvContentPartPr>
              <p14:xfrm>
                <a:off x="6999048" y="2928384"/>
                <a:ext cx="130680" cy="257040"/>
              </p14:xfrm>
            </p:contentPart>
          </mc:Choice>
          <mc:Fallback xmlns="">
            <p:pic>
              <p:nvPicPr>
                <p:cNvPr id="200" name="Ink 199">
                  <a:extLst>
                    <a:ext uri="{FF2B5EF4-FFF2-40B4-BE49-F238E27FC236}">
                      <a16:creationId xmlns:a16="http://schemas.microsoft.com/office/drawing/2014/main" id="{A989DB39-12EB-5B56-D474-8DFFA0F26DF5}"/>
                    </a:ext>
                  </a:extLst>
                </p:cNvPr>
                <p:cNvPicPr/>
                <p:nvPr/>
              </p:nvPicPr>
              <p:blipFill>
                <a:blip r:embed="rId202"/>
                <a:stretch>
                  <a:fillRect/>
                </a:stretch>
              </p:blipFill>
              <p:spPr>
                <a:xfrm>
                  <a:off x="6990048" y="2919744"/>
                  <a:ext cx="148320" cy="27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3">
              <p14:nvContentPartPr>
                <p14:cNvPr id="201" name="Ink 200">
                  <a:extLst>
                    <a:ext uri="{FF2B5EF4-FFF2-40B4-BE49-F238E27FC236}">
                      <a16:creationId xmlns:a16="http://schemas.microsoft.com/office/drawing/2014/main" id="{91C921E9-D937-291F-E6F0-455D10F1E24A}"/>
                    </a:ext>
                  </a:extLst>
                </p14:cNvPr>
                <p14:cNvContentPartPr/>
                <p14:nvPr/>
              </p14:nvContentPartPr>
              <p14:xfrm>
                <a:off x="6896448" y="2875104"/>
                <a:ext cx="492840" cy="499680"/>
              </p14:xfrm>
            </p:contentPart>
          </mc:Choice>
          <mc:Fallback xmlns="">
            <p:pic>
              <p:nvPicPr>
                <p:cNvPr id="201" name="Ink 200">
                  <a:extLst>
                    <a:ext uri="{FF2B5EF4-FFF2-40B4-BE49-F238E27FC236}">
                      <a16:creationId xmlns:a16="http://schemas.microsoft.com/office/drawing/2014/main" id="{91C921E9-D937-291F-E6F0-455D10F1E24A}"/>
                    </a:ext>
                  </a:extLst>
                </p:cNvPr>
                <p:cNvPicPr/>
                <p:nvPr/>
              </p:nvPicPr>
              <p:blipFill>
                <a:blip r:embed="rId204"/>
                <a:stretch>
                  <a:fillRect/>
                </a:stretch>
              </p:blipFill>
              <p:spPr>
                <a:xfrm>
                  <a:off x="6887808" y="2866104"/>
                  <a:ext cx="510480" cy="517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26" name="Group 225">
            <a:extLst>
              <a:ext uri="{FF2B5EF4-FFF2-40B4-BE49-F238E27FC236}">
                <a16:creationId xmlns:a16="http://schemas.microsoft.com/office/drawing/2014/main" id="{9C64E10A-BD9D-5280-CE0D-2D5537CB23C7}"/>
              </a:ext>
            </a:extLst>
          </p:cNvPr>
          <p:cNvGrpSpPr/>
          <p:nvPr/>
        </p:nvGrpSpPr>
        <p:grpSpPr>
          <a:xfrm>
            <a:off x="1205928" y="3824424"/>
            <a:ext cx="4037040" cy="777600"/>
            <a:chOff x="1205928" y="3824424"/>
            <a:chExt cx="4037040" cy="777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05">
              <p14:nvContentPartPr>
                <p14:cNvPr id="204" name="Ink 203">
                  <a:extLst>
                    <a:ext uri="{FF2B5EF4-FFF2-40B4-BE49-F238E27FC236}">
                      <a16:creationId xmlns:a16="http://schemas.microsoft.com/office/drawing/2014/main" id="{51B5BC43-0C9E-A555-2AF1-BD5C6542C71B}"/>
                    </a:ext>
                  </a:extLst>
                </p14:cNvPr>
                <p14:cNvContentPartPr/>
                <p14:nvPr/>
              </p14:nvContentPartPr>
              <p14:xfrm>
                <a:off x="1205928" y="3899664"/>
                <a:ext cx="455760" cy="329760"/>
              </p14:xfrm>
            </p:contentPart>
          </mc:Choice>
          <mc:Fallback xmlns="">
            <p:pic>
              <p:nvPicPr>
                <p:cNvPr id="204" name="Ink 203">
                  <a:extLst>
                    <a:ext uri="{FF2B5EF4-FFF2-40B4-BE49-F238E27FC236}">
                      <a16:creationId xmlns:a16="http://schemas.microsoft.com/office/drawing/2014/main" id="{51B5BC43-0C9E-A555-2AF1-BD5C6542C71B}"/>
                    </a:ext>
                  </a:extLst>
                </p:cNvPr>
                <p:cNvPicPr/>
                <p:nvPr/>
              </p:nvPicPr>
              <p:blipFill>
                <a:blip r:embed="rId206"/>
                <a:stretch>
                  <a:fillRect/>
                </a:stretch>
              </p:blipFill>
              <p:spPr>
                <a:xfrm>
                  <a:off x="1197288" y="3890664"/>
                  <a:ext cx="473400" cy="34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7">
              <p14:nvContentPartPr>
                <p14:cNvPr id="205" name="Ink 204">
                  <a:extLst>
                    <a:ext uri="{FF2B5EF4-FFF2-40B4-BE49-F238E27FC236}">
                      <a16:creationId xmlns:a16="http://schemas.microsoft.com/office/drawing/2014/main" id="{E710B992-842E-1A16-BD19-B30DB5D581AF}"/>
                    </a:ext>
                  </a:extLst>
                </p14:cNvPr>
                <p14:cNvContentPartPr/>
                <p14:nvPr/>
              </p14:nvContentPartPr>
              <p14:xfrm>
                <a:off x="1445688" y="4073544"/>
                <a:ext cx="291600" cy="65520"/>
              </p14:xfrm>
            </p:contentPart>
          </mc:Choice>
          <mc:Fallback xmlns="">
            <p:pic>
              <p:nvPicPr>
                <p:cNvPr id="205" name="Ink 204">
                  <a:extLst>
                    <a:ext uri="{FF2B5EF4-FFF2-40B4-BE49-F238E27FC236}">
                      <a16:creationId xmlns:a16="http://schemas.microsoft.com/office/drawing/2014/main" id="{E710B992-842E-1A16-BD19-B30DB5D581AF}"/>
                    </a:ext>
                  </a:extLst>
                </p:cNvPr>
                <p:cNvPicPr/>
                <p:nvPr/>
              </p:nvPicPr>
              <p:blipFill>
                <a:blip r:embed="rId208"/>
                <a:stretch>
                  <a:fillRect/>
                </a:stretch>
              </p:blipFill>
              <p:spPr>
                <a:xfrm>
                  <a:off x="1436688" y="4064904"/>
                  <a:ext cx="309240" cy="8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9">
              <p14:nvContentPartPr>
                <p14:cNvPr id="206" name="Ink 205">
                  <a:extLst>
                    <a:ext uri="{FF2B5EF4-FFF2-40B4-BE49-F238E27FC236}">
                      <a16:creationId xmlns:a16="http://schemas.microsoft.com/office/drawing/2014/main" id="{3AFEFA9B-EE26-625F-F315-F49DE2E4666B}"/>
                    </a:ext>
                  </a:extLst>
                </p14:cNvPr>
                <p14:cNvContentPartPr/>
                <p14:nvPr/>
              </p14:nvContentPartPr>
              <p14:xfrm>
                <a:off x="1782288" y="3915144"/>
                <a:ext cx="146520" cy="243720"/>
              </p14:xfrm>
            </p:contentPart>
          </mc:Choice>
          <mc:Fallback xmlns="">
            <p:pic>
              <p:nvPicPr>
                <p:cNvPr id="206" name="Ink 205">
                  <a:extLst>
                    <a:ext uri="{FF2B5EF4-FFF2-40B4-BE49-F238E27FC236}">
                      <a16:creationId xmlns:a16="http://schemas.microsoft.com/office/drawing/2014/main" id="{3AFEFA9B-EE26-625F-F315-F49DE2E4666B}"/>
                    </a:ext>
                  </a:extLst>
                </p:cNvPr>
                <p:cNvPicPr/>
                <p:nvPr/>
              </p:nvPicPr>
              <p:blipFill>
                <a:blip r:embed="rId210"/>
                <a:stretch>
                  <a:fillRect/>
                </a:stretch>
              </p:blipFill>
              <p:spPr>
                <a:xfrm>
                  <a:off x="1773288" y="3906144"/>
                  <a:ext cx="164160" cy="26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1">
              <p14:nvContentPartPr>
                <p14:cNvPr id="208" name="Ink 207">
                  <a:extLst>
                    <a:ext uri="{FF2B5EF4-FFF2-40B4-BE49-F238E27FC236}">
                      <a16:creationId xmlns:a16="http://schemas.microsoft.com/office/drawing/2014/main" id="{EB782801-EC6F-FF00-94B6-DB8730915081}"/>
                    </a:ext>
                  </a:extLst>
                </p14:cNvPr>
                <p14:cNvContentPartPr/>
                <p14:nvPr/>
              </p14:nvContentPartPr>
              <p14:xfrm>
                <a:off x="2001888" y="4009104"/>
                <a:ext cx="91440" cy="138600"/>
              </p14:xfrm>
            </p:contentPart>
          </mc:Choice>
          <mc:Fallback xmlns="">
            <p:pic>
              <p:nvPicPr>
                <p:cNvPr id="208" name="Ink 207">
                  <a:extLst>
                    <a:ext uri="{FF2B5EF4-FFF2-40B4-BE49-F238E27FC236}">
                      <a16:creationId xmlns:a16="http://schemas.microsoft.com/office/drawing/2014/main" id="{EB782801-EC6F-FF00-94B6-DB8730915081}"/>
                    </a:ext>
                  </a:extLst>
                </p:cNvPr>
                <p:cNvPicPr/>
                <p:nvPr/>
              </p:nvPicPr>
              <p:blipFill>
                <a:blip r:embed="rId212"/>
                <a:stretch>
                  <a:fillRect/>
                </a:stretch>
              </p:blipFill>
              <p:spPr>
                <a:xfrm>
                  <a:off x="1992888" y="4000464"/>
                  <a:ext cx="109080" cy="15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3">
              <p14:nvContentPartPr>
                <p14:cNvPr id="209" name="Ink 208">
                  <a:extLst>
                    <a:ext uri="{FF2B5EF4-FFF2-40B4-BE49-F238E27FC236}">
                      <a16:creationId xmlns:a16="http://schemas.microsoft.com/office/drawing/2014/main" id="{7C5228C1-72BF-94FC-8AF6-944D03C5781F}"/>
                    </a:ext>
                  </a:extLst>
                </p14:cNvPr>
                <p14:cNvContentPartPr/>
                <p14:nvPr/>
              </p14:nvContentPartPr>
              <p14:xfrm>
                <a:off x="2152368" y="4014144"/>
                <a:ext cx="101880" cy="92880"/>
              </p14:xfrm>
            </p:contentPart>
          </mc:Choice>
          <mc:Fallback xmlns="">
            <p:pic>
              <p:nvPicPr>
                <p:cNvPr id="209" name="Ink 208">
                  <a:extLst>
                    <a:ext uri="{FF2B5EF4-FFF2-40B4-BE49-F238E27FC236}">
                      <a16:creationId xmlns:a16="http://schemas.microsoft.com/office/drawing/2014/main" id="{7C5228C1-72BF-94FC-8AF6-944D03C5781F}"/>
                    </a:ext>
                  </a:extLst>
                </p:cNvPr>
                <p:cNvPicPr/>
                <p:nvPr/>
              </p:nvPicPr>
              <p:blipFill>
                <a:blip r:embed="rId214"/>
                <a:stretch>
                  <a:fillRect/>
                </a:stretch>
              </p:blipFill>
              <p:spPr>
                <a:xfrm>
                  <a:off x="2143368" y="4005144"/>
                  <a:ext cx="119520" cy="11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5">
              <p14:nvContentPartPr>
                <p14:cNvPr id="210" name="Ink 209">
                  <a:extLst>
                    <a:ext uri="{FF2B5EF4-FFF2-40B4-BE49-F238E27FC236}">
                      <a16:creationId xmlns:a16="http://schemas.microsoft.com/office/drawing/2014/main" id="{C7B978E3-5364-B497-E025-1933D0C025CB}"/>
                    </a:ext>
                  </a:extLst>
                </p14:cNvPr>
                <p14:cNvContentPartPr/>
                <p14:nvPr/>
              </p14:nvContentPartPr>
              <p14:xfrm>
                <a:off x="2267928" y="3910824"/>
                <a:ext cx="218520" cy="189720"/>
              </p14:xfrm>
            </p:contentPart>
          </mc:Choice>
          <mc:Fallback xmlns="">
            <p:pic>
              <p:nvPicPr>
                <p:cNvPr id="210" name="Ink 209">
                  <a:extLst>
                    <a:ext uri="{FF2B5EF4-FFF2-40B4-BE49-F238E27FC236}">
                      <a16:creationId xmlns:a16="http://schemas.microsoft.com/office/drawing/2014/main" id="{C7B978E3-5364-B497-E025-1933D0C025CB}"/>
                    </a:ext>
                  </a:extLst>
                </p:cNvPr>
                <p:cNvPicPr/>
                <p:nvPr/>
              </p:nvPicPr>
              <p:blipFill>
                <a:blip r:embed="rId216"/>
                <a:stretch>
                  <a:fillRect/>
                </a:stretch>
              </p:blipFill>
              <p:spPr>
                <a:xfrm>
                  <a:off x="2258928" y="3901824"/>
                  <a:ext cx="236160" cy="20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7">
              <p14:nvContentPartPr>
                <p14:cNvPr id="211" name="Ink 210">
                  <a:extLst>
                    <a:ext uri="{FF2B5EF4-FFF2-40B4-BE49-F238E27FC236}">
                      <a16:creationId xmlns:a16="http://schemas.microsoft.com/office/drawing/2014/main" id="{6B50C72C-730E-C425-14A2-6F6C342D4C14}"/>
                    </a:ext>
                  </a:extLst>
                </p14:cNvPr>
                <p14:cNvContentPartPr/>
                <p14:nvPr/>
              </p14:nvContentPartPr>
              <p14:xfrm>
                <a:off x="2860488" y="3923784"/>
                <a:ext cx="140040" cy="294120"/>
              </p14:xfrm>
            </p:contentPart>
          </mc:Choice>
          <mc:Fallback xmlns="">
            <p:pic>
              <p:nvPicPr>
                <p:cNvPr id="211" name="Ink 210">
                  <a:extLst>
                    <a:ext uri="{FF2B5EF4-FFF2-40B4-BE49-F238E27FC236}">
                      <a16:creationId xmlns:a16="http://schemas.microsoft.com/office/drawing/2014/main" id="{6B50C72C-730E-C425-14A2-6F6C342D4C14}"/>
                    </a:ext>
                  </a:extLst>
                </p:cNvPr>
                <p:cNvPicPr/>
                <p:nvPr/>
              </p:nvPicPr>
              <p:blipFill>
                <a:blip r:embed="rId218"/>
                <a:stretch>
                  <a:fillRect/>
                </a:stretch>
              </p:blipFill>
              <p:spPr>
                <a:xfrm>
                  <a:off x="2851848" y="3914784"/>
                  <a:ext cx="157680" cy="31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9">
              <p14:nvContentPartPr>
                <p14:cNvPr id="212" name="Ink 211">
                  <a:extLst>
                    <a:ext uri="{FF2B5EF4-FFF2-40B4-BE49-F238E27FC236}">
                      <a16:creationId xmlns:a16="http://schemas.microsoft.com/office/drawing/2014/main" id="{84AA6D7E-9C8D-B024-781E-F8D8F53EF0C0}"/>
                    </a:ext>
                  </a:extLst>
                </p14:cNvPr>
                <p14:cNvContentPartPr/>
                <p14:nvPr/>
              </p14:nvContentPartPr>
              <p14:xfrm>
                <a:off x="3081888" y="3909024"/>
                <a:ext cx="104040" cy="211320"/>
              </p14:xfrm>
            </p:contentPart>
          </mc:Choice>
          <mc:Fallback xmlns="">
            <p:pic>
              <p:nvPicPr>
                <p:cNvPr id="212" name="Ink 211">
                  <a:extLst>
                    <a:ext uri="{FF2B5EF4-FFF2-40B4-BE49-F238E27FC236}">
                      <a16:creationId xmlns:a16="http://schemas.microsoft.com/office/drawing/2014/main" id="{84AA6D7E-9C8D-B024-781E-F8D8F53EF0C0}"/>
                    </a:ext>
                  </a:extLst>
                </p:cNvPr>
                <p:cNvPicPr/>
                <p:nvPr/>
              </p:nvPicPr>
              <p:blipFill>
                <a:blip r:embed="rId220"/>
                <a:stretch>
                  <a:fillRect/>
                </a:stretch>
              </p:blipFill>
              <p:spPr>
                <a:xfrm>
                  <a:off x="3073248" y="3900024"/>
                  <a:ext cx="121680" cy="22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1">
              <p14:nvContentPartPr>
                <p14:cNvPr id="213" name="Ink 212">
                  <a:extLst>
                    <a:ext uri="{FF2B5EF4-FFF2-40B4-BE49-F238E27FC236}">
                      <a16:creationId xmlns:a16="http://schemas.microsoft.com/office/drawing/2014/main" id="{62578911-E67A-FBF6-C641-08310B3B1AB3}"/>
                    </a:ext>
                  </a:extLst>
                </p14:cNvPr>
                <p14:cNvContentPartPr/>
                <p14:nvPr/>
              </p14:nvContentPartPr>
              <p14:xfrm>
                <a:off x="3253608" y="4053024"/>
                <a:ext cx="86040" cy="42840"/>
              </p14:xfrm>
            </p:contentPart>
          </mc:Choice>
          <mc:Fallback xmlns="">
            <p:pic>
              <p:nvPicPr>
                <p:cNvPr id="213" name="Ink 212">
                  <a:extLst>
                    <a:ext uri="{FF2B5EF4-FFF2-40B4-BE49-F238E27FC236}">
                      <a16:creationId xmlns:a16="http://schemas.microsoft.com/office/drawing/2014/main" id="{62578911-E67A-FBF6-C641-08310B3B1AB3}"/>
                    </a:ext>
                  </a:extLst>
                </p:cNvPr>
                <p:cNvPicPr/>
                <p:nvPr/>
              </p:nvPicPr>
              <p:blipFill>
                <a:blip r:embed="rId222"/>
                <a:stretch>
                  <a:fillRect/>
                </a:stretch>
              </p:blipFill>
              <p:spPr>
                <a:xfrm>
                  <a:off x="3244608" y="4044024"/>
                  <a:ext cx="103680" cy="6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3">
              <p14:nvContentPartPr>
                <p14:cNvPr id="214" name="Ink 213">
                  <a:extLst>
                    <a:ext uri="{FF2B5EF4-FFF2-40B4-BE49-F238E27FC236}">
                      <a16:creationId xmlns:a16="http://schemas.microsoft.com/office/drawing/2014/main" id="{D3DDB638-3740-7BE8-76AA-B0B7040BD29D}"/>
                    </a:ext>
                  </a:extLst>
                </p14:cNvPr>
                <p14:cNvContentPartPr/>
                <p14:nvPr/>
              </p14:nvContentPartPr>
              <p14:xfrm>
                <a:off x="3379248" y="4026744"/>
                <a:ext cx="216720" cy="73800"/>
              </p14:xfrm>
            </p:contentPart>
          </mc:Choice>
          <mc:Fallback xmlns="">
            <p:pic>
              <p:nvPicPr>
                <p:cNvPr id="214" name="Ink 213">
                  <a:extLst>
                    <a:ext uri="{FF2B5EF4-FFF2-40B4-BE49-F238E27FC236}">
                      <a16:creationId xmlns:a16="http://schemas.microsoft.com/office/drawing/2014/main" id="{D3DDB638-3740-7BE8-76AA-B0B7040BD29D}"/>
                    </a:ext>
                  </a:extLst>
                </p:cNvPr>
                <p:cNvPicPr/>
                <p:nvPr/>
              </p:nvPicPr>
              <p:blipFill>
                <a:blip r:embed="rId224"/>
                <a:stretch>
                  <a:fillRect/>
                </a:stretch>
              </p:blipFill>
              <p:spPr>
                <a:xfrm>
                  <a:off x="3370248" y="4017744"/>
                  <a:ext cx="234360" cy="9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5">
              <p14:nvContentPartPr>
                <p14:cNvPr id="217" name="Ink 216">
                  <a:extLst>
                    <a:ext uri="{FF2B5EF4-FFF2-40B4-BE49-F238E27FC236}">
                      <a16:creationId xmlns:a16="http://schemas.microsoft.com/office/drawing/2014/main" id="{FF1FE5A4-F823-4CB4-808B-C962BD394AE8}"/>
                    </a:ext>
                  </a:extLst>
                </p14:cNvPr>
                <p14:cNvContentPartPr/>
                <p14:nvPr/>
              </p14:nvContentPartPr>
              <p14:xfrm>
                <a:off x="3865968" y="3824424"/>
                <a:ext cx="190440" cy="469800"/>
              </p14:xfrm>
            </p:contentPart>
          </mc:Choice>
          <mc:Fallback xmlns="">
            <p:pic>
              <p:nvPicPr>
                <p:cNvPr id="217" name="Ink 216">
                  <a:extLst>
                    <a:ext uri="{FF2B5EF4-FFF2-40B4-BE49-F238E27FC236}">
                      <a16:creationId xmlns:a16="http://schemas.microsoft.com/office/drawing/2014/main" id="{FF1FE5A4-F823-4CB4-808B-C962BD394AE8}"/>
                    </a:ext>
                  </a:extLst>
                </p:cNvPr>
                <p:cNvPicPr/>
                <p:nvPr/>
              </p:nvPicPr>
              <p:blipFill>
                <a:blip r:embed="rId226"/>
                <a:stretch>
                  <a:fillRect/>
                </a:stretch>
              </p:blipFill>
              <p:spPr>
                <a:xfrm>
                  <a:off x="3856968" y="3815424"/>
                  <a:ext cx="208080" cy="48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7">
              <p14:nvContentPartPr>
                <p14:cNvPr id="218" name="Ink 217">
                  <a:extLst>
                    <a:ext uri="{FF2B5EF4-FFF2-40B4-BE49-F238E27FC236}">
                      <a16:creationId xmlns:a16="http://schemas.microsoft.com/office/drawing/2014/main" id="{715506E1-9284-F750-15E2-D396F2EE4F57}"/>
                    </a:ext>
                  </a:extLst>
                </p14:cNvPr>
                <p14:cNvContentPartPr/>
                <p14:nvPr/>
              </p14:nvContentPartPr>
              <p14:xfrm>
                <a:off x="4152888" y="3916944"/>
                <a:ext cx="136080" cy="242280"/>
              </p14:xfrm>
            </p:contentPart>
          </mc:Choice>
          <mc:Fallback xmlns="">
            <p:pic>
              <p:nvPicPr>
                <p:cNvPr id="218" name="Ink 217">
                  <a:extLst>
                    <a:ext uri="{FF2B5EF4-FFF2-40B4-BE49-F238E27FC236}">
                      <a16:creationId xmlns:a16="http://schemas.microsoft.com/office/drawing/2014/main" id="{715506E1-9284-F750-15E2-D396F2EE4F57}"/>
                    </a:ext>
                  </a:extLst>
                </p:cNvPr>
                <p:cNvPicPr/>
                <p:nvPr/>
              </p:nvPicPr>
              <p:blipFill>
                <a:blip r:embed="rId228"/>
                <a:stretch>
                  <a:fillRect/>
                </a:stretch>
              </p:blipFill>
              <p:spPr>
                <a:xfrm>
                  <a:off x="4143888" y="3908304"/>
                  <a:ext cx="153720" cy="25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9">
              <p14:nvContentPartPr>
                <p14:cNvPr id="219" name="Ink 218">
                  <a:extLst>
                    <a:ext uri="{FF2B5EF4-FFF2-40B4-BE49-F238E27FC236}">
                      <a16:creationId xmlns:a16="http://schemas.microsoft.com/office/drawing/2014/main" id="{A79D063F-7253-5478-5A9C-CDEF5CD759ED}"/>
                    </a:ext>
                  </a:extLst>
                </p14:cNvPr>
                <p14:cNvContentPartPr/>
                <p14:nvPr/>
              </p14:nvContentPartPr>
              <p14:xfrm>
                <a:off x="4235688" y="4086144"/>
                <a:ext cx="146880" cy="16920"/>
              </p14:xfrm>
            </p:contentPart>
          </mc:Choice>
          <mc:Fallback xmlns="">
            <p:pic>
              <p:nvPicPr>
                <p:cNvPr id="219" name="Ink 218">
                  <a:extLst>
                    <a:ext uri="{FF2B5EF4-FFF2-40B4-BE49-F238E27FC236}">
                      <a16:creationId xmlns:a16="http://schemas.microsoft.com/office/drawing/2014/main" id="{A79D063F-7253-5478-5A9C-CDEF5CD759ED}"/>
                    </a:ext>
                  </a:extLst>
                </p:cNvPr>
                <p:cNvPicPr/>
                <p:nvPr/>
              </p:nvPicPr>
              <p:blipFill>
                <a:blip r:embed="rId230"/>
                <a:stretch>
                  <a:fillRect/>
                </a:stretch>
              </p:blipFill>
              <p:spPr>
                <a:xfrm>
                  <a:off x="4226688" y="4077504"/>
                  <a:ext cx="164520" cy="3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1">
              <p14:nvContentPartPr>
                <p14:cNvPr id="220" name="Ink 219">
                  <a:extLst>
                    <a:ext uri="{FF2B5EF4-FFF2-40B4-BE49-F238E27FC236}">
                      <a16:creationId xmlns:a16="http://schemas.microsoft.com/office/drawing/2014/main" id="{A9385DF7-D7C8-4925-CCB8-484C9FDA4852}"/>
                    </a:ext>
                  </a:extLst>
                </p14:cNvPr>
                <p14:cNvContentPartPr/>
                <p14:nvPr/>
              </p14:nvContentPartPr>
              <p14:xfrm>
                <a:off x="4389768" y="3938544"/>
                <a:ext cx="86760" cy="187560"/>
              </p14:xfrm>
            </p:contentPart>
          </mc:Choice>
          <mc:Fallback xmlns="">
            <p:pic>
              <p:nvPicPr>
                <p:cNvPr id="220" name="Ink 219">
                  <a:extLst>
                    <a:ext uri="{FF2B5EF4-FFF2-40B4-BE49-F238E27FC236}">
                      <a16:creationId xmlns:a16="http://schemas.microsoft.com/office/drawing/2014/main" id="{A9385DF7-D7C8-4925-CCB8-484C9FDA4852}"/>
                    </a:ext>
                  </a:extLst>
                </p:cNvPr>
                <p:cNvPicPr/>
                <p:nvPr/>
              </p:nvPicPr>
              <p:blipFill>
                <a:blip r:embed="rId232"/>
                <a:stretch>
                  <a:fillRect/>
                </a:stretch>
              </p:blipFill>
              <p:spPr>
                <a:xfrm>
                  <a:off x="4381128" y="3929544"/>
                  <a:ext cx="104400" cy="20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3">
              <p14:nvContentPartPr>
                <p14:cNvPr id="221" name="Ink 220">
                  <a:extLst>
                    <a:ext uri="{FF2B5EF4-FFF2-40B4-BE49-F238E27FC236}">
                      <a16:creationId xmlns:a16="http://schemas.microsoft.com/office/drawing/2014/main" id="{8BB20D5D-9A07-6F41-EC3B-5E8D6C6B78DE}"/>
                    </a:ext>
                  </a:extLst>
                </p14:cNvPr>
                <p14:cNvContentPartPr/>
                <p14:nvPr/>
              </p14:nvContentPartPr>
              <p14:xfrm>
                <a:off x="4543488" y="4063824"/>
                <a:ext cx="84240" cy="70920"/>
              </p14:xfrm>
            </p:contentPart>
          </mc:Choice>
          <mc:Fallback xmlns="">
            <p:pic>
              <p:nvPicPr>
                <p:cNvPr id="221" name="Ink 220">
                  <a:extLst>
                    <a:ext uri="{FF2B5EF4-FFF2-40B4-BE49-F238E27FC236}">
                      <a16:creationId xmlns:a16="http://schemas.microsoft.com/office/drawing/2014/main" id="{8BB20D5D-9A07-6F41-EC3B-5E8D6C6B78DE}"/>
                    </a:ext>
                  </a:extLst>
                </p:cNvPr>
                <p:cNvPicPr/>
                <p:nvPr/>
              </p:nvPicPr>
              <p:blipFill>
                <a:blip r:embed="rId234"/>
                <a:stretch>
                  <a:fillRect/>
                </a:stretch>
              </p:blipFill>
              <p:spPr>
                <a:xfrm>
                  <a:off x="4534488" y="4054824"/>
                  <a:ext cx="101880" cy="8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5">
              <p14:nvContentPartPr>
                <p14:cNvPr id="222" name="Ink 221">
                  <a:extLst>
                    <a:ext uri="{FF2B5EF4-FFF2-40B4-BE49-F238E27FC236}">
                      <a16:creationId xmlns:a16="http://schemas.microsoft.com/office/drawing/2014/main" id="{CDC93046-3A14-90D5-35F0-12B548E238A5}"/>
                    </a:ext>
                  </a:extLst>
                </p14:cNvPr>
                <p14:cNvContentPartPr/>
                <p14:nvPr/>
              </p14:nvContentPartPr>
              <p14:xfrm>
                <a:off x="4707288" y="3912264"/>
                <a:ext cx="149040" cy="273240"/>
              </p14:xfrm>
            </p:contentPart>
          </mc:Choice>
          <mc:Fallback xmlns="">
            <p:pic>
              <p:nvPicPr>
                <p:cNvPr id="222" name="Ink 221">
                  <a:extLst>
                    <a:ext uri="{FF2B5EF4-FFF2-40B4-BE49-F238E27FC236}">
                      <a16:creationId xmlns:a16="http://schemas.microsoft.com/office/drawing/2014/main" id="{CDC93046-3A14-90D5-35F0-12B548E238A5}"/>
                    </a:ext>
                  </a:extLst>
                </p:cNvPr>
                <p:cNvPicPr/>
                <p:nvPr/>
              </p:nvPicPr>
              <p:blipFill>
                <a:blip r:embed="rId236"/>
                <a:stretch>
                  <a:fillRect/>
                </a:stretch>
              </p:blipFill>
              <p:spPr>
                <a:xfrm>
                  <a:off x="4698288" y="3903264"/>
                  <a:ext cx="166680" cy="29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7">
              <p14:nvContentPartPr>
                <p14:cNvPr id="223" name="Ink 222">
                  <a:extLst>
                    <a:ext uri="{FF2B5EF4-FFF2-40B4-BE49-F238E27FC236}">
                      <a16:creationId xmlns:a16="http://schemas.microsoft.com/office/drawing/2014/main" id="{CCD54ADF-106A-DBC8-4634-2EBA190DA349}"/>
                    </a:ext>
                  </a:extLst>
                </p14:cNvPr>
                <p14:cNvContentPartPr/>
                <p14:nvPr/>
              </p14:nvContentPartPr>
              <p14:xfrm>
                <a:off x="4679928" y="3905064"/>
                <a:ext cx="381240" cy="430920"/>
              </p14:xfrm>
            </p:contentPart>
          </mc:Choice>
          <mc:Fallback xmlns="">
            <p:pic>
              <p:nvPicPr>
                <p:cNvPr id="223" name="Ink 222">
                  <a:extLst>
                    <a:ext uri="{FF2B5EF4-FFF2-40B4-BE49-F238E27FC236}">
                      <a16:creationId xmlns:a16="http://schemas.microsoft.com/office/drawing/2014/main" id="{CCD54ADF-106A-DBC8-4634-2EBA190DA349}"/>
                    </a:ext>
                  </a:extLst>
                </p:cNvPr>
                <p:cNvPicPr/>
                <p:nvPr/>
              </p:nvPicPr>
              <p:blipFill>
                <a:blip r:embed="rId238"/>
                <a:stretch>
                  <a:fillRect/>
                </a:stretch>
              </p:blipFill>
              <p:spPr>
                <a:xfrm>
                  <a:off x="4671288" y="3896064"/>
                  <a:ext cx="398880" cy="44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9">
              <p14:nvContentPartPr>
                <p14:cNvPr id="224" name="Ink 223">
                  <a:extLst>
                    <a:ext uri="{FF2B5EF4-FFF2-40B4-BE49-F238E27FC236}">
                      <a16:creationId xmlns:a16="http://schemas.microsoft.com/office/drawing/2014/main" id="{5D4862A6-828F-08D6-000F-8DAC0952EEB0}"/>
                    </a:ext>
                  </a:extLst>
                </p14:cNvPr>
                <p14:cNvContentPartPr/>
                <p14:nvPr/>
              </p14:nvContentPartPr>
              <p14:xfrm>
                <a:off x="1390608" y="4443624"/>
                <a:ext cx="3754080" cy="108360"/>
              </p14:xfrm>
            </p:contentPart>
          </mc:Choice>
          <mc:Fallback xmlns="">
            <p:pic>
              <p:nvPicPr>
                <p:cNvPr id="224" name="Ink 223">
                  <a:extLst>
                    <a:ext uri="{FF2B5EF4-FFF2-40B4-BE49-F238E27FC236}">
                      <a16:creationId xmlns:a16="http://schemas.microsoft.com/office/drawing/2014/main" id="{5D4862A6-828F-08D6-000F-8DAC0952EEB0}"/>
                    </a:ext>
                  </a:extLst>
                </p:cNvPr>
                <p:cNvPicPr/>
                <p:nvPr/>
              </p:nvPicPr>
              <p:blipFill>
                <a:blip r:embed="rId240"/>
                <a:stretch>
                  <a:fillRect/>
                </a:stretch>
              </p:blipFill>
              <p:spPr>
                <a:xfrm>
                  <a:off x="1381968" y="4434624"/>
                  <a:ext cx="377172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1">
              <p14:nvContentPartPr>
                <p14:cNvPr id="225" name="Ink 224">
                  <a:extLst>
                    <a:ext uri="{FF2B5EF4-FFF2-40B4-BE49-F238E27FC236}">
                      <a16:creationId xmlns:a16="http://schemas.microsoft.com/office/drawing/2014/main" id="{CC0C5153-DFF0-3192-86B7-A17A01DAB5AB}"/>
                    </a:ext>
                  </a:extLst>
                </p14:cNvPr>
                <p14:cNvContentPartPr/>
                <p14:nvPr/>
              </p14:nvContentPartPr>
              <p14:xfrm>
                <a:off x="5148648" y="4586904"/>
                <a:ext cx="94320" cy="15120"/>
              </p14:xfrm>
            </p:contentPart>
          </mc:Choice>
          <mc:Fallback xmlns="">
            <p:pic>
              <p:nvPicPr>
                <p:cNvPr id="225" name="Ink 224">
                  <a:extLst>
                    <a:ext uri="{FF2B5EF4-FFF2-40B4-BE49-F238E27FC236}">
                      <a16:creationId xmlns:a16="http://schemas.microsoft.com/office/drawing/2014/main" id="{CC0C5153-DFF0-3192-86B7-A17A01DAB5AB}"/>
                    </a:ext>
                  </a:extLst>
                </p:cNvPr>
                <p:cNvPicPr/>
                <p:nvPr/>
              </p:nvPicPr>
              <p:blipFill>
                <a:blip r:embed="rId242"/>
                <a:stretch>
                  <a:fillRect/>
                </a:stretch>
              </p:blipFill>
              <p:spPr>
                <a:xfrm>
                  <a:off x="5139648" y="4577904"/>
                  <a:ext cx="111960" cy="32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3" name="Group 232">
            <a:extLst>
              <a:ext uri="{FF2B5EF4-FFF2-40B4-BE49-F238E27FC236}">
                <a16:creationId xmlns:a16="http://schemas.microsoft.com/office/drawing/2014/main" id="{CE08ABB8-C550-207F-438C-A49AF82E4B1E}"/>
              </a:ext>
            </a:extLst>
          </p:cNvPr>
          <p:cNvGrpSpPr/>
          <p:nvPr/>
        </p:nvGrpSpPr>
        <p:grpSpPr>
          <a:xfrm>
            <a:off x="3307248" y="4766904"/>
            <a:ext cx="1808280" cy="334080"/>
            <a:chOff x="3307248" y="4766904"/>
            <a:chExt cx="1808280" cy="334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43">
              <p14:nvContentPartPr>
                <p14:cNvPr id="227" name="Ink 226">
                  <a:extLst>
                    <a:ext uri="{FF2B5EF4-FFF2-40B4-BE49-F238E27FC236}">
                      <a16:creationId xmlns:a16="http://schemas.microsoft.com/office/drawing/2014/main" id="{72D3DA67-3538-D799-B25F-7B5E3130E70D}"/>
                    </a:ext>
                  </a:extLst>
                </p14:cNvPr>
                <p14:cNvContentPartPr/>
                <p14:nvPr/>
              </p14:nvContentPartPr>
              <p14:xfrm>
                <a:off x="3307248" y="4785624"/>
                <a:ext cx="338760" cy="309960"/>
              </p14:xfrm>
            </p:contentPart>
          </mc:Choice>
          <mc:Fallback xmlns="">
            <p:pic>
              <p:nvPicPr>
                <p:cNvPr id="227" name="Ink 226">
                  <a:extLst>
                    <a:ext uri="{FF2B5EF4-FFF2-40B4-BE49-F238E27FC236}">
                      <a16:creationId xmlns:a16="http://schemas.microsoft.com/office/drawing/2014/main" id="{72D3DA67-3538-D799-B25F-7B5E3130E70D}"/>
                    </a:ext>
                  </a:extLst>
                </p:cNvPr>
                <p:cNvPicPr/>
                <p:nvPr/>
              </p:nvPicPr>
              <p:blipFill>
                <a:blip r:embed="rId244"/>
                <a:stretch>
                  <a:fillRect/>
                </a:stretch>
              </p:blipFill>
              <p:spPr>
                <a:xfrm>
                  <a:off x="3298608" y="4776624"/>
                  <a:ext cx="356400" cy="32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5">
              <p14:nvContentPartPr>
                <p14:cNvPr id="228" name="Ink 227">
                  <a:extLst>
                    <a:ext uri="{FF2B5EF4-FFF2-40B4-BE49-F238E27FC236}">
                      <a16:creationId xmlns:a16="http://schemas.microsoft.com/office/drawing/2014/main" id="{648C4608-24F8-4186-9DDD-CCA8CDF4FDB3}"/>
                    </a:ext>
                  </a:extLst>
                </p14:cNvPr>
                <p14:cNvContentPartPr/>
                <p14:nvPr/>
              </p14:nvContentPartPr>
              <p14:xfrm>
                <a:off x="3400128" y="4971744"/>
                <a:ext cx="282240" cy="37080"/>
              </p14:xfrm>
            </p:contentPart>
          </mc:Choice>
          <mc:Fallback xmlns="">
            <p:pic>
              <p:nvPicPr>
                <p:cNvPr id="228" name="Ink 227">
                  <a:extLst>
                    <a:ext uri="{FF2B5EF4-FFF2-40B4-BE49-F238E27FC236}">
                      <a16:creationId xmlns:a16="http://schemas.microsoft.com/office/drawing/2014/main" id="{648C4608-24F8-4186-9DDD-CCA8CDF4FDB3}"/>
                    </a:ext>
                  </a:extLst>
                </p:cNvPr>
                <p:cNvPicPr/>
                <p:nvPr/>
              </p:nvPicPr>
              <p:blipFill>
                <a:blip r:embed="rId246"/>
                <a:stretch>
                  <a:fillRect/>
                </a:stretch>
              </p:blipFill>
              <p:spPr>
                <a:xfrm>
                  <a:off x="3391128" y="4963104"/>
                  <a:ext cx="299880" cy="5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7">
              <p14:nvContentPartPr>
                <p14:cNvPr id="229" name="Ink 228">
                  <a:extLst>
                    <a:ext uri="{FF2B5EF4-FFF2-40B4-BE49-F238E27FC236}">
                      <a16:creationId xmlns:a16="http://schemas.microsoft.com/office/drawing/2014/main" id="{5C64E857-4154-9323-B432-40A67E08946D}"/>
                    </a:ext>
                  </a:extLst>
                </p14:cNvPr>
                <p14:cNvContentPartPr/>
                <p14:nvPr/>
              </p14:nvContentPartPr>
              <p14:xfrm>
                <a:off x="3736728" y="4863384"/>
                <a:ext cx="93600" cy="151560"/>
              </p14:xfrm>
            </p:contentPart>
          </mc:Choice>
          <mc:Fallback xmlns="">
            <p:pic>
              <p:nvPicPr>
                <p:cNvPr id="229" name="Ink 228">
                  <a:extLst>
                    <a:ext uri="{FF2B5EF4-FFF2-40B4-BE49-F238E27FC236}">
                      <a16:creationId xmlns:a16="http://schemas.microsoft.com/office/drawing/2014/main" id="{5C64E857-4154-9323-B432-40A67E08946D}"/>
                    </a:ext>
                  </a:extLst>
                </p:cNvPr>
                <p:cNvPicPr/>
                <p:nvPr/>
              </p:nvPicPr>
              <p:blipFill>
                <a:blip r:embed="rId248"/>
                <a:stretch>
                  <a:fillRect/>
                </a:stretch>
              </p:blipFill>
              <p:spPr>
                <a:xfrm>
                  <a:off x="3727728" y="4854384"/>
                  <a:ext cx="111240" cy="16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9">
              <p14:nvContentPartPr>
                <p14:cNvPr id="230" name="Ink 229">
                  <a:extLst>
                    <a:ext uri="{FF2B5EF4-FFF2-40B4-BE49-F238E27FC236}">
                      <a16:creationId xmlns:a16="http://schemas.microsoft.com/office/drawing/2014/main" id="{04AA0C53-ADE3-8B8B-D47A-B7E29F15FA25}"/>
                    </a:ext>
                  </a:extLst>
                </p14:cNvPr>
                <p14:cNvContentPartPr/>
                <p14:nvPr/>
              </p14:nvContentPartPr>
              <p14:xfrm>
                <a:off x="3850488" y="4898664"/>
                <a:ext cx="117360" cy="118800"/>
              </p14:xfrm>
            </p:contentPart>
          </mc:Choice>
          <mc:Fallback xmlns="">
            <p:pic>
              <p:nvPicPr>
                <p:cNvPr id="230" name="Ink 229">
                  <a:extLst>
                    <a:ext uri="{FF2B5EF4-FFF2-40B4-BE49-F238E27FC236}">
                      <a16:creationId xmlns:a16="http://schemas.microsoft.com/office/drawing/2014/main" id="{04AA0C53-ADE3-8B8B-D47A-B7E29F15FA25}"/>
                    </a:ext>
                  </a:extLst>
                </p:cNvPr>
                <p:cNvPicPr/>
                <p:nvPr/>
              </p:nvPicPr>
              <p:blipFill>
                <a:blip r:embed="rId250"/>
                <a:stretch>
                  <a:fillRect/>
                </a:stretch>
              </p:blipFill>
              <p:spPr>
                <a:xfrm>
                  <a:off x="3841488" y="4890024"/>
                  <a:ext cx="135000" cy="13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1">
              <p14:nvContentPartPr>
                <p14:cNvPr id="231" name="Ink 230">
                  <a:extLst>
                    <a:ext uri="{FF2B5EF4-FFF2-40B4-BE49-F238E27FC236}">
                      <a16:creationId xmlns:a16="http://schemas.microsoft.com/office/drawing/2014/main" id="{76EF393D-FBD7-9399-D6B5-E83A52C86F02}"/>
                    </a:ext>
                  </a:extLst>
                </p14:cNvPr>
                <p14:cNvContentPartPr/>
                <p14:nvPr/>
              </p14:nvContentPartPr>
              <p14:xfrm>
                <a:off x="4027608" y="4766904"/>
                <a:ext cx="182880" cy="272880"/>
              </p14:xfrm>
            </p:contentPart>
          </mc:Choice>
          <mc:Fallback xmlns="">
            <p:pic>
              <p:nvPicPr>
                <p:cNvPr id="231" name="Ink 230">
                  <a:extLst>
                    <a:ext uri="{FF2B5EF4-FFF2-40B4-BE49-F238E27FC236}">
                      <a16:creationId xmlns:a16="http://schemas.microsoft.com/office/drawing/2014/main" id="{76EF393D-FBD7-9399-D6B5-E83A52C86F02}"/>
                    </a:ext>
                  </a:extLst>
                </p:cNvPr>
                <p:cNvPicPr/>
                <p:nvPr/>
              </p:nvPicPr>
              <p:blipFill>
                <a:blip r:embed="rId252"/>
                <a:stretch>
                  <a:fillRect/>
                </a:stretch>
              </p:blipFill>
              <p:spPr>
                <a:xfrm>
                  <a:off x="4018608" y="4758264"/>
                  <a:ext cx="200520" cy="29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3">
              <p14:nvContentPartPr>
                <p14:cNvPr id="232" name="Ink 231">
                  <a:extLst>
                    <a:ext uri="{FF2B5EF4-FFF2-40B4-BE49-F238E27FC236}">
                      <a16:creationId xmlns:a16="http://schemas.microsoft.com/office/drawing/2014/main" id="{520538BA-5D3B-5D6C-D651-16A7172FD7CE}"/>
                    </a:ext>
                  </a:extLst>
                </p14:cNvPr>
                <p14:cNvContentPartPr/>
                <p14:nvPr/>
              </p14:nvContentPartPr>
              <p14:xfrm>
                <a:off x="4380048" y="4939344"/>
                <a:ext cx="735480" cy="161640"/>
              </p14:xfrm>
            </p:contentPart>
          </mc:Choice>
          <mc:Fallback xmlns="">
            <p:pic>
              <p:nvPicPr>
                <p:cNvPr id="232" name="Ink 231">
                  <a:extLst>
                    <a:ext uri="{FF2B5EF4-FFF2-40B4-BE49-F238E27FC236}">
                      <a16:creationId xmlns:a16="http://schemas.microsoft.com/office/drawing/2014/main" id="{520538BA-5D3B-5D6C-D651-16A7172FD7CE}"/>
                    </a:ext>
                  </a:extLst>
                </p:cNvPr>
                <p:cNvPicPr/>
                <p:nvPr/>
              </p:nvPicPr>
              <p:blipFill>
                <a:blip r:embed="rId254"/>
                <a:stretch>
                  <a:fillRect/>
                </a:stretch>
              </p:blipFill>
              <p:spPr>
                <a:xfrm>
                  <a:off x="4371408" y="4930344"/>
                  <a:ext cx="753120" cy="179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42" name="Group 241">
            <a:extLst>
              <a:ext uri="{FF2B5EF4-FFF2-40B4-BE49-F238E27FC236}">
                <a16:creationId xmlns:a16="http://schemas.microsoft.com/office/drawing/2014/main" id="{2B9A1A3C-4371-4D4C-DD62-18CB0560564A}"/>
              </a:ext>
            </a:extLst>
          </p:cNvPr>
          <p:cNvGrpSpPr/>
          <p:nvPr/>
        </p:nvGrpSpPr>
        <p:grpSpPr>
          <a:xfrm>
            <a:off x="5480208" y="4728384"/>
            <a:ext cx="1436040" cy="503640"/>
            <a:chOff x="5480208" y="4728384"/>
            <a:chExt cx="1436040" cy="503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55">
              <p14:nvContentPartPr>
                <p14:cNvPr id="234" name="Ink 233">
                  <a:extLst>
                    <a:ext uri="{FF2B5EF4-FFF2-40B4-BE49-F238E27FC236}">
                      <a16:creationId xmlns:a16="http://schemas.microsoft.com/office/drawing/2014/main" id="{3194F6CA-B62D-92EF-2BAD-C62BE1C9F842}"/>
                    </a:ext>
                  </a:extLst>
                </p14:cNvPr>
                <p14:cNvContentPartPr/>
                <p14:nvPr/>
              </p14:nvContentPartPr>
              <p14:xfrm>
                <a:off x="5480208" y="4728384"/>
                <a:ext cx="200160" cy="447840"/>
              </p14:xfrm>
            </p:contentPart>
          </mc:Choice>
          <mc:Fallback xmlns="">
            <p:pic>
              <p:nvPicPr>
                <p:cNvPr id="234" name="Ink 233">
                  <a:extLst>
                    <a:ext uri="{FF2B5EF4-FFF2-40B4-BE49-F238E27FC236}">
                      <a16:creationId xmlns:a16="http://schemas.microsoft.com/office/drawing/2014/main" id="{3194F6CA-B62D-92EF-2BAD-C62BE1C9F842}"/>
                    </a:ext>
                  </a:extLst>
                </p:cNvPr>
                <p:cNvPicPr/>
                <p:nvPr/>
              </p:nvPicPr>
              <p:blipFill>
                <a:blip r:embed="rId256"/>
                <a:stretch>
                  <a:fillRect/>
                </a:stretch>
              </p:blipFill>
              <p:spPr>
                <a:xfrm>
                  <a:off x="5471568" y="4719744"/>
                  <a:ext cx="217800" cy="46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7">
              <p14:nvContentPartPr>
                <p14:cNvPr id="235" name="Ink 234">
                  <a:extLst>
                    <a:ext uri="{FF2B5EF4-FFF2-40B4-BE49-F238E27FC236}">
                      <a16:creationId xmlns:a16="http://schemas.microsoft.com/office/drawing/2014/main" id="{F8BD01D9-D06D-9A1E-78F6-775DB514C286}"/>
                    </a:ext>
                  </a:extLst>
                </p14:cNvPr>
                <p14:cNvContentPartPr/>
                <p14:nvPr/>
              </p14:nvContentPartPr>
              <p14:xfrm>
                <a:off x="5920128" y="4882824"/>
                <a:ext cx="8640" cy="173160"/>
              </p14:xfrm>
            </p:contentPart>
          </mc:Choice>
          <mc:Fallback xmlns="">
            <p:pic>
              <p:nvPicPr>
                <p:cNvPr id="235" name="Ink 234">
                  <a:extLst>
                    <a:ext uri="{FF2B5EF4-FFF2-40B4-BE49-F238E27FC236}">
                      <a16:creationId xmlns:a16="http://schemas.microsoft.com/office/drawing/2014/main" id="{F8BD01D9-D06D-9A1E-78F6-775DB514C286}"/>
                    </a:ext>
                  </a:extLst>
                </p:cNvPr>
                <p:cNvPicPr/>
                <p:nvPr/>
              </p:nvPicPr>
              <p:blipFill>
                <a:blip r:embed="rId258"/>
                <a:stretch>
                  <a:fillRect/>
                </a:stretch>
              </p:blipFill>
              <p:spPr>
                <a:xfrm>
                  <a:off x="5911128" y="4874184"/>
                  <a:ext cx="26280" cy="19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9">
              <p14:nvContentPartPr>
                <p14:cNvPr id="236" name="Ink 235">
                  <a:extLst>
                    <a:ext uri="{FF2B5EF4-FFF2-40B4-BE49-F238E27FC236}">
                      <a16:creationId xmlns:a16="http://schemas.microsoft.com/office/drawing/2014/main" id="{4BC15B96-9A4F-1D7C-158D-3E87A686D293}"/>
                    </a:ext>
                  </a:extLst>
                </p14:cNvPr>
                <p14:cNvContentPartPr/>
                <p14:nvPr/>
              </p14:nvContentPartPr>
              <p14:xfrm>
                <a:off x="5815008" y="4863024"/>
                <a:ext cx="264240" cy="36360"/>
              </p14:xfrm>
            </p:contentPart>
          </mc:Choice>
          <mc:Fallback xmlns="">
            <p:pic>
              <p:nvPicPr>
                <p:cNvPr id="236" name="Ink 235">
                  <a:extLst>
                    <a:ext uri="{FF2B5EF4-FFF2-40B4-BE49-F238E27FC236}">
                      <a16:creationId xmlns:a16="http://schemas.microsoft.com/office/drawing/2014/main" id="{4BC15B96-9A4F-1D7C-158D-3E87A686D293}"/>
                    </a:ext>
                  </a:extLst>
                </p:cNvPr>
                <p:cNvPicPr/>
                <p:nvPr/>
              </p:nvPicPr>
              <p:blipFill>
                <a:blip r:embed="rId260"/>
                <a:stretch>
                  <a:fillRect/>
                </a:stretch>
              </p:blipFill>
              <p:spPr>
                <a:xfrm>
                  <a:off x="5806008" y="4854384"/>
                  <a:ext cx="281880" cy="5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1">
              <p14:nvContentPartPr>
                <p14:cNvPr id="237" name="Ink 236">
                  <a:extLst>
                    <a:ext uri="{FF2B5EF4-FFF2-40B4-BE49-F238E27FC236}">
                      <a16:creationId xmlns:a16="http://schemas.microsoft.com/office/drawing/2014/main" id="{D87AAA62-932F-2E2D-416C-CD980B0689F8}"/>
                    </a:ext>
                  </a:extLst>
                </p14:cNvPr>
                <p14:cNvContentPartPr/>
                <p14:nvPr/>
              </p14:nvContentPartPr>
              <p14:xfrm>
                <a:off x="5832648" y="5076504"/>
                <a:ext cx="226080" cy="25200"/>
              </p14:xfrm>
            </p:contentPart>
          </mc:Choice>
          <mc:Fallback xmlns="">
            <p:pic>
              <p:nvPicPr>
                <p:cNvPr id="237" name="Ink 236">
                  <a:extLst>
                    <a:ext uri="{FF2B5EF4-FFF2-40B4-BE49-F238E27FC236}">
                      <a16:creationId xmlns:a16="http://schemas.microsoft.com/office/drawing/2014/main" id="{D87AAA62-932F-2E2D-416C-CD980B0689F8}"/>
                    </a:ext>
                  </a:extLst>
                </p:cNvPr>
                <p:cNvPicPr/>
                <p:nvPr/>
              </p:nvPicPr>
              <p:blipFill>
                <a:blip r:embed="rId262"/>
                <a:stretch>
                  <a:fillRect/>
                </a:stretch>
              </p:blipFill>
              <p:spPr>
                <a:xfrm>
                  <a:off x="5823648" y="5067504"/>
                  <a:ext cx="243720" cy="4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3">
              <p14:nvContentPartPr>
                <p14:cNvPr id="238" name="Ink 237">
                  <a:extLst>
                    <a:ext uri="{FF2B5EF4-FFF2-40B4-BE49-F238E27FC236}">
                      <a16:creationId xmlns:a16="http://schemas.microsoft.com/office/drawing/2014/main" id="{D9ED5001-A84C-0BBF-8531-CACAEA9CE086}"/>
                    </a:ext>
                  </a:extLst>
                </p14:cNvPr>
                <p14:cNvContentPartPr/>
                <p14:nvPr/>
              </p14:nvContentPartPr>
              <p14:xfrm>
                <a:off x="6110208" y="5019264"/>
                <a:ext cx="117000" cy="91800"/>
              </p14:xfrm>
            </p:contentPart>
          </mc:Choice>
          <mc:Fallback xmlns="">
            <p:pic>
              <p:nvPicPr>
                <p:cNvPr id="238" name="Ink 237">
                  <a:extLst>
                    <a:ext uri="{FF2B5EF4-FFF2-40B4-BE49-F238E27FC236}">
                      <a16:creationId xmlns:a16="http://schemas.microsoft.com/office/drawing/2014/main" id="{D9ED5001-A84C-0BBF-8531-CACAEA9CE086}"/>
                    </a:ext>
                  </a:extLst>
                </p:cNvPr>
                <p:cNvPicPr/>
                <p:nvPr/>
              </p:nvPicPr>
              <p:blipFill>
                <a:blip r:embed="rId264"/>
                <a:stretch>
                  <a:fillRect/>
                </a:stretch>
              </p:blipFill>
              <p:spPr>
                <a:xfrm>
                  <a:off x="6101208" y="5010264"/>
                  <a:ext cx="134640" cy="10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5">
              <p14:nvContentPartPr>
                <p14:cNvPr id="239" name="Ink 238">
                  <a:extLst>
                    <a:ext uri="{FF2B5EF4-FFF2-40B4-BE49-F238E27FC236}">
                      <a16:creationId xmlns:a16="http://schemas.microsoft.com/office/drawing/2014/main" id="{B00A4158-CEA9-A955-0774-F8AED4BE76CB}"/>
                    </a:ext>
                  </a:extLst>
                </p14:cNvPr>
                <p14:cNvContentPartPr/>
                <p14:nvPr/>
              </p14:nvContentPartPr>
              <p14:xfrm>
                <a:off x="6355728" y="4856184"/>
                <a:ext cx="390960" cy="225720"/>
              </p14:xfrm>
            </p:contentPart>
          </mc:Choice>
          <mc:Fallback xmlns="">
            <p:pic>
              <p:nvPicPr>
                <p:cNvPr id="239" name="Ink 238">
                  <a:extLst>
                    <a:ext uri="{FF2B5EF4-FFF2-40B4-BE49-F238E27FC236}">
                      <a16:creationId xmlns:a16="http://schemas.microsoft.com/office/drawing/2014/main" id="{B00A4158-CEA9-A955-0774-F8AED4BE76CB}"/>
                    </a:ext>
                  </a:extLst>
                </p:cNvPr>
                <p:cNvPicPr/>
                <p:nvPr/>
              </p:nvPicPr>
              <p:blipFill>
                <a:blip r:embed="rId266"/>
                <a:stretch>
                  <a:fillRect/>
                </a:stretch>
              </p:blipFill>
              <p:spPr>
                <a:xfrm>
                  <a:off x="6346728" y="4847184"/>
                  <a:ext cx="408600" cy="24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7">
              <p14:nvContentPartPr>
                <p14:cNvPr id="240" name="Ink 239">
                  <a:extLst>
                    <a:ext uri="{FF2B5EF4-FFF2-40B4-BE49-F238E27FC236}">
                      <a16:creationId xmlns:a16="http://schemas.microsoft.com/office/drawing/2014/main" id="{A4596B14-E6C6-195C-2345-56A7B9193C42}"/>
                    </a:ext>
                  </a:extLst>
                </p14:cNvPr>
                <p14:cNvContentPartPr/>
                <p14:nvPr/>
              </p14:nvContentPartPr>
              <p14:xfrm>
                <a:off x="6467328" y="4906584"/>
                <a:ext cx="142200" cy="16560"/>
              </p14:xfrm>
            </p:contentPart>
          </mc:Choice>
          <mc:Fallback xmlns="">
            <p:pic>
              <p:nvPicPr>
                <p:cNvPr id="240" name="Ink 239">
                  <a:extLst>
                    <a:ext uri="{FF2B5EF4-FFF2-40B4-BE49-F238E27FC236}">
                      <a16:creationId xmlns:a16="http://schemas.microsoft.com/office/drawing/2014/main" id="{A4596B14-E6C6-195C-2345-56A7B9193C42}"/>
                    </a:ext>
                  </a:extLst>
                </p:cNvPr>
                <p:cNvPicPr/>
                <p:nvPr/>
              </p:nvPicPr>
              <p:blipFill>
                <a:blip r:embed="rId268"/>
                <a:stretch>
                  <a:fillRect/>
                </a:stretch>
              </p:blipFill>
              <p:spPr>
                <a:xfrm>
                  <a:off x="6458688" y="4897584"/>
                  <a:ext cx="159840" cy="3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9">
              <p14:nvContentPartPr>
                <p14:cNvPr id="241" name="Ink 240">
                  <a:extLst>
                    <a:ext uri="{FF2B5EF4-FFF2-40B4-BE49-F238E27FC236}">
                      <a16:creationId xmlns:a16="http://schemas.microsoft.com/office/drawing/2014/main" id="{2135CF27-57D0-A20F-8EFB-CCFCE736D161}"/>
                    </a:ext>
                  </a:extLst>
                </p14:cNvPr>
                <p14:cNvContentPartPr/>
                <p14:nvPr/>
              </p14:nvContentPartPr>
              <p14:xfrm>
                <a:off x="6736968" y="4851504"/>
                <a:ext cx="179280" cy="380520"/>
              </p14:xfrm>
            </p:contentPart>
          </mc:Choice>
          <mc:Fallback xmlns="">
            <p:pic>
              <p:nvPicPr>
                <p:cNvPr id="241" name="Ink 240">
                  <a:extLst>
                    <a:ext uri="{FF2B5EF4-FFF2-40B4-BE49-F238E27FC236}">
                      <a16:creationId xmlns:a16="http://schemas.microsoft.com/office/drawing/2014/main" id="{2135CF27-57D0-A20F-8EFB-CCFCE736D161}"/>
                    </a:ext>
                  </a:extLst>
                </p:cNvPr>
                <p:cNvPicPr/>
                <p:nvPr/>
              </p:nvPicPr>
              <p:blipFill>
                <a:blip r:embed="rId270"/>
                <a:stretch>
                  <a:fillRect/>
                </a:stretch>
              </p:blipFill>
              <p:spPr>
                <a:xfrm>
                  <a:off x="6728328" y="4842504"/>
                  <a:ext cx="196920" cy="398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47" name="Group 246">
            <a:extLst>
              <a:ext uri="{FF2B5EF4-FFF2-40B4-BE49-F238E27FC236}">
                <a16:creationId xmlns:a16="http://schemas.microsoft.com/office/drawing/2014/main" id="{5B4B9810-5B04-B967-84F3-F0E590E76B48}"/>
              </a:ext>
            </a:extLst>
          </p:cNvPr>
          <p:cNvGrpSpPr/>
          <p:nvPr/>
        </p:nvGrpSpPr>
        <p:grpSpPr>
          <a:xfrm>
            <a:off x="7152408" y="4847184"/>
            <a:ext cx="869400" cy="273600"/>
            <a:chOff x="7152408" y="4847184"/>
            <a:chExt cx="869400" cy="273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71">
              <p14:nvContentPartPr>
                <p14:cNvPr id="243" name="Ink 242">
                  <a:extLst>
                    <a:ext uri="{FF2B5EF4-FFF2-40B4-BE49-F238E27FC236}">
                      <a16:creationId xmlns:a16="http://schemas.microsoft.com/office/drawing/2014/main" id="{7137F3DF-CEDA-91BC-E74D-86FD7C78D121}"/>
                    </a:ext>
                  </a:extLst>
                </p14:cNvPr>
                <p14:cNvContentPartPr/>
                <p14:nvPr/>
              </p14:nvContentPartPr>
              <p14:xfrm>
                <a:off x="7152408" y="4847184"/>
                <a:ext cx="452160" cy="273600"/>
              </p14:xfrm>
            </p:contentPart>
          </mc:Choice>
          <mc:Fallback xmlns="">
            <p:pic>
              <p:nvPicPr>
                <p:cNvPr id="243" name="Ink 242">
                  <a:extLst>
                    <a:ext uri="{FF2B5EF4-FFF2-40B4-BE49-F238E27FC236}">
                      <a16:creationId xmlns:a16="http://schemas.microsoft.com/office/drawing/2014/main" id="{7137F3DF-CEDA-91BC-E74D-86FD7C78D121}"/>
                    </a:ext>
                  </a:extLst>
                </p:cNvPr>
                <p:cNvPicPr/>
                <p:nvPr/>
              </p:nvPicPr>
              <p:blipFill>
                <a:blip r:embed="rId272"/>
                <a:stretch>
                  <a:fillRect/>
                </a:stretch>
              </p:blipFill>
              <p:spPr>
                <a:xfrm>
                  <a:off x="7143768" y="4838184"/>
                  <a:ext cx="469800" cy="29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3">
              <p14:nvContentPartPr>
                <p14:cNvPr id="244" name="Ink 243">
                  <a:extLst>
                    <a:ext uri="{FF2B5EF4-FFF2-40B4-BE49-F238E27FC236}">
                      <a16:creationId xmlns:a16="http://schemas.microsoft.com/office/drawing/2014/main" id="{EA618DC1-3569-B3BE-9F2F-B1E4AECB7986}"/>
                    </a:ext>
                  </a:extLst>
                </p14:cNvPr>
                <p14:cNvContentPartPr/>
                <p14:nvPr/>
              </p14:nvContentPartPr>
              <p14:xfrm>
                <a:off x="7467408" y="5022144"/>
                <a:ext cx="178560" cy="14760"/>
              </p14:xfrm>
            </p:contentPart>
          </mc:Choice>
          <mc:Fallback xmlns="">
            <p:pic>
              <p:nvPicPr>
                <p:cNvPr id="244" name="Ink 243">
                  <a:extLst>
                    <a:ext uri="{FF2B5EF4-FFF2-40B4-BE49-F238E27FC236}">
                      <a16:creationId xmlns:a16="http://schemas.microsoft.com/office/drawing/2014/main" id="{EA618DC1-3569-B3BE-9F2F-B1E4AECB7986}"/>
                    </a:ext>
                  </a:extLst>
                </p:cNvPr>
                <p:cNvPicPr/>
                <p:nvPr/>
              </p:nvPicPr>
              <p:blipFill>
                <a:blip r:embed="rId274"/>
                <a:stretch>
                  <a:fillRect/>
                </a:stretch>
              </p:blipFill>
              <p:spPr>
                <a:xfrm>
                  <a:off x="7458768" y="5013504"/>
                  <a:ext cx="196200" cy="3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5">
              <p14:nvContentPartPr>
                <p14:cNvPr id="245" name="Ink 244">
                  <a:extLst>
                    <a:ext uri="{FF2B5EF4-FFF2-40B4-BE49-F238E27FC236}">
                      <a16:creationId xmlns:a16="http://schemas.microsoft.com/office/drawing/2014/main" id="{0B84101A-7A32-C6E0-202C-0C4125F26D3B}"/>
                    </a:ext>
                  </a:extLst>
                </p14:cNvPr>
                <p14:cNvContentPartPr/>
                <p14:nvPr/>
              </p14:nvContentPartPr>
              <p14:xfrm>
                <a:off x="7681248" y="4877424"/>
                <a:ext cx="97560" cy="205200"/>
              </p14:xfrm>
            </p:contentPart>
          </mc:Choice>
          <mc:Fallback xmlns="">
            <p:pic>
              <p:nvPicPr>
                <p:cNvPr id="245" name="Ink 244">
                  <a:extLst>
                    <a:ext uri="{FF2B5EF4-FFF2-40B4-BE49-F238E27FC236}">
                      <a16:creationId xmlns:a16="http://schemas.microsoft.com/office/drawing/2014/main" id="{0B84101A-7A32-C6E0-202C-0C4125F26D3B}"/>
                    </a:ext>
                  </a:extLst>
                </p:cNvPr>
                <p:cNvPicPr/>
                <p:nvPr/>
              </p:nvPicPr>
              <p:blipFill>
                <a:blip r:embed="rId276"/>
                <a:stretch>
                  <a:fillRect/>
                </a:stretch>
              </p:blipFill>
              <p:spPr>
                <a:xfrm>
                  <a:off x="7672608" y="4868424"/>
                  <a:ext cx="115200" cy="22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7">
              <p14:nvContentPartPr>
                <p14:cNvPr id="246" name="Ink 245">
                  <a:extLst>
                    <a:ext uri="{FF2B5EF4-FFF2-40B4-BE49-F238E27FC236}">
                      <a16:creationId xmlns:a16="http://schemas.microsoft.com/office/drawing/2014/main" id="{A3049FE5-98A4-E646-1F7E-DEADA4278857}"/>
                    </a:ext>
                  </a:extLst>
                </p14:cNvPr>
                <p14:cNvContentPartPr/>
                <p14:nvPr/>
              </p14:nvContentPartPr>
              <p14:xfrm>
                <a:off x="7878888" y="4952664"/>
                <a:ext cx="142920" cy="111960"/>
              </p14:xfrm>
            </p:contentPart>
          </mc:Choice>
          <mc:Fallback xmlns="">
            <p:pic>
              <p:nvPicPr>
                <p:cNvPr id="246" name="Ink 245">
                  <a:extLst>
                    <a:ext uri="{FF2B5EF4-FFF2-40B4-BE49-F238E27FC236}">
                      <a16:creationId xmlns:a16="http://schemas.microsoft.com/office/drawing/2014/main" id="{A3049FE5-98A4-E646-1F7E-DEADA4278857}"/>
                    </a:ext>
                  </a:extLst>
                </p:cNvPr>
                <p:cNvPicPr/>
                <p:nvPr/>
              </p:nvPicPr>
              <p:blipFill>
                <a:blip r:embed="rId278"/>
                <a:stretch>
                  <a:fillRect/>
                </a:stretch>
              </p:blipFill>
              <p:spPr>
                <a:xfrm>
                  <a:off x="7869888" y="4943664"/>
                  <a:ext cx="160560" cy="129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50" name="Group 249">
            <a:extLst>
              <a:ext uri="{FF2B5EF4-FFF2-40B4-BE49-F238E27FC236}">
                <a16:creationId xmlns:a16="http://schemas.microsoft.com/office/drawing/2014/main" id="{A537B2C2-4DEC-70BB-FD9B-3CB3B11CA7C6}"/>
              </a:ext>
            </a:extLst>
          </p:cNvPr>
          <p:cNvGrpSpPr/>
          <p:nvPr/>
        </p:nvGrpSpPr>
        <p:grpSpPr>
          <a:xfrm>
            <a:off x="3110328" y="5462784"/>
            <a:ext cx="592920" cy="419760"/>
            <a:chOff x="3110328" y="5462784"/>
            <a:chExt cx="592920" cy="419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79">
              <p14:nvContentPartPr>
                <p14:cNvPr id="248" name="Ink 247">
                  <a:extLst>
                    <a:ext uri="{FF2B5EF4-FFF2-40B4-BE49-F238E27FC236}">
                      <a16:creationId xmlns:a16="http://schemas.microsoft.com/office/drawing/2014/main" id="{93E84762-9A76-8CE4-08E2-296A728C624D}"/>
                    </a:ext>
                  </a:extLst>
                </p14:cNvPr>
                <p14:cNvContentPartPr/>
                <p14:nvPr/>
              </p14:nvContentPartPr>
              <p14:xfrm>
                <a:off x="3110328" y="5462784"/>
                <a:ext cx="236880" cy="419760"/>
              </p14:xfrm>
            </p:contentPart>
          </mc:Choice>
          <mc:Fallback xmlns="">
            <p:pic>
              <p:nvPicPr>
                <p:cNvPr id="248" name="Ink 247">
                  <a:extLst>
                    <a:ext uri="{FF2B5EF4-FFF2-40B4-BE49-F238E27FC236}">
                      <a16:creationId xmlns:a16="http://schemas.microsoft.com/office/drawing/2014/main" id="{93E84762-9A76-8CE4-08E2-296A728C624D}"/>
                    </a:ext>
                  </a:extLst>
                </p:cNvPr>
                <p:cNvPicPr/>
                <p:nvPr/>
              </p:nvPicPr>
              <p:blipFill>
                <a:blip r:embed="rId280"/>
                <a:stretch>
                  <a:fillRect/>
                </a:stretch>
              </p:blipFill>
              <p:spPr>
                <a:xfrm>
                  <a:off x="3101328" y="5454144"/>
                  <a:ext cx="254520" cy="43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1">
              <p14:nvContentPartPr>
                <p14:cNvPr id="249" name="Ink 248">
                  <a:extLst>
                    <a:ext uri="{FF2B5EF4-FFF2-40B4-BE49-F238E27FC236}">
                      <a16:creationId xmlns:a16="http://schemas.microsoft.com/office/drawing/2014/main" id="{05692276-ACC4-06C9-0F66-60AD404D513F}"/>
                    </a:ext>
                  </a:extLst>
                </p14:cNvPr>
                <p14:cNvContentPartPr/>
                <p14:nvPr/>
              </p14:nvContentPartPr>
              <p14:xfrm>
                <a:off x="3549168" y="5638104"/>
                <a:ext cx="154080" cy="40680"/>
              </p14:xfrm>
            </p:contentPart>
          </mc:Choice>
          <mc:Fallback xmlns="">
            <p:pic>
              <p:nvPicPr>
                <p:cNvPr id="249" name="Ink 248">
                  <a:extLst>
                    <a:ext uri="{FF2B5EF4-FFF2-40B4-BE49-F238E27FC236}">
                      <a16:creationId xmlns:a16="http://schemas.microsoft.com/office/drawing/2014/main" id="{05692276-ACC4-06C9-0F66-60AD404D513F}"/>
                    </a:ext>
                  </a:extLst>
                </p:cNvPr>
                <p:cNvPicPr/>
                <p:nvPr/>
              </p:nvPicPr>
              <p:blipFill>
                <a:blip r:embed="rId282"/>
                <a:stretch>
                  <a:fillRect/>
                </a:stretch>
              </p:blipFill>
              <p:spPr>
                <a:xfrm>
                  <a:off x="3540528" y="5629464"/>
                  <a:ext cx="171720" cy="58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57" name="Group 256">
            <a:extLst>
              <a:ext uri="{FF2B5EF4-FFF2-40B4-BE49-F238E27FC236}">
                <a16:creationId xmlns:a16="http://schemas.microsoft.com/office/drawing/2014/main" id="{9141AA81-9E52-41BA-C90B-3C3FFE97D240}"/>
              </a:ext>
            </a:extLst>
          </p:cNvPr>
          <p:cNvGrpSpPr/>
          <p:nvPr/>
        </p:nvGrpSpPr>
        <p:grpSpPr>
          <a:xfrm>
            <a:off x="3832128" y="5426784"/>
            <a:ext cx="1055520" cy="309960"/>
            <a:chOff x="3832128" y="5426784"/>
            <a:chExt cx="1055520" cy="309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83">
              <p14:nvContentPartPr>
                <p14:cNvPr id="251" name="Ink 250">
                  <a:extLst>
                    <a:ext uri="{FF2B5EF4-FFF2-40B4-BE49-F238E27FC236}">
                      <a16:creationId xmlns:a16="http://schemas.microsoft.com/office/drawing/2014/main" id="{B483D553-DA1A-66B7-B059-17452A75FFCD}"/>
                    </a:ext>
                  </a:extLst>
                </p14:cNvPr>
                <p14:cNvContentPartPr/>
                <p14:nvPr/>
              </p14:nvContentPartPr>
              <p14:xfrm>
                <a:off x="4100688" y="5429304"/>
                <a:ext cx="90360" cy="307440"/>
              </p14:xfrm>
            </p:contentPart>
          </mc:Choice>
          <mc:Fallback xmlns="">
            <p:pic>
              <p:nvPicPr>
                <p:cNvPr id="251" name="Ink 250">
                  <a:extLst>
                    <a:ext uri="{FF2B5EF4-FFF2-40B4-BE49-F238E27FC236}">
                      <a16:creationId xmlns:a16="http://schemas.microsoft.com/office/drawing/2014/main" id="{B483D553-DA1A-66B7-B059-17452A75FFCD}"/>
                    </a:ext>
                  </a:extLst>
                </p:cNvPr>
                <p:cNvPicPr/>
                <p:nvPr/>
              </p:nvPicPr>
              <p:blipFill>
                <a:blip r:embed="rId284"/>
                <a:stretch>
                  <a:fillRect/>
                </a:stretch>
              </p:blipFill>
              <p:spPr>
                <a:xfrm>
                  <a:off x="4092048" y="5420304"/>
                  <a:ext cx="108000" cy="32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5">
              <p14:nvContentPartPr>
                <p14:cNvPr id="252" name="Ink 251">
                  <a:extLst>
                    <a:ext uri="{FF2B5EF4-FFF2-40B4-BE49-F238E27FC236}">
                      <a16:creationId xmlns:a16="http://schemas.microsoft.com/office/drawing/2014/main" id="{0B11A575-2FB5-AF2D-AC7C-93D36277BDF0}"/>
                    </a:ext>
                  </a:extLst>
                </p14:cNvPr>
                <p14:cNvContentPartPr/>
                <p14:nvPr/>
              </p14:nvContentPartPr>
              <p14:xfrm>
                <a:off x="3832128" y="5426784"/>
                <a:ext cx="704160" cy="67320"/>
              </p14:xfrm>
            </p:contentPart>
          </mc:Choice>
          <mc:Fallback xmlns="">
            <p:pic>
              <p:nvPicPr>
                <p:cNvPr id="252" name="Ink 251">
                  <a:extLst>
                    <a:ext uri="{FF2B5EF4-FFF2-40B4-BE49-F238E27FC236}">
                      <a16:creationId xmlns:a16="http://schemas.microsoft.com/office/drawing/2014/main" id="{0B11A575-2FB5-AF2D-AC7C-93D36277BDF0}"/>
                    </a:ext>
                  </a:extLst>
                </p:cNvPr>
                <p:cNvPicPr/>
                <p:nvPr/>
              </p:nvPicPr>
              <p:blipFill>
                <a:blip r:embed="rId286"/>
                <a:stretch>
                  <a:fillRect/>
                </a:stretch>
              </p:blipFill>
              <p:spPr>
                <a:xfrm>
                  <a:off x="3823128" y="5418144"/>
                  <a:ext cx="721800" cy="8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7">
              <p14:nvContentPartPr>
                <p14:cNvPr id="253" name="Ink 252">
                  <a:extLst>
                    <a:ext uri="{FF2B5EF4-FFF2-40B4-BE49-F238E27FC236}">
                      <a16:creationId xmlns:a16="http://schemas.microsoft.com/office/drawing/2014/main" id="{84BABB4F-4105-8FFE-A7FA-A27E71A4C7D9}"/>
                    </a:ext>
                  </a:extLst>
                </p14:cNvPr>
                <p14:cNvContentPartPr/>
                <p14:nvPr/>
              </p14:nvContentPartPr>
              <p14:xfrm>
                <a:off x="4381128" y="5649264"/>
                <a:ext cx="29520" cy="85320"/>
              </p14:xfrm>
            </p:contentPart>
          </mc:Choice>
          <mc:Fallback xmlns="">
            <p:pic>
              <p:nvPicPr>
                <p:cNvPr id="253" name="Ink 252">
                  <a:extLst>
                    <a:ext uri="{FF2B5EF4-FFF2-40B4-BE49-F238E27FC236}">
                      <a16:creationId xmlns:a16="http://schemas.microsoft.com/office/drawing/2014/main" id="{84BABB4F-4105-8FFE-A7FA-A27E71A4C7D9}"/>
                    </a:ext>
                  </a:extLst>
                </p:cNvPr>
                <p:cNvPicPr/>
                <p:nvPr/>
              </p:nvPicPr>
              <p:blipFill>
                <a:blip r:embed="rId288"/>
                <a:stretch>
                  <a:fillRect/>
                </a:stretch>
              </p:blipFill>
              <p:spPr>
                <a:xfrm>
                  <a:off x="4372488" y="5640264"/>
                  <a:ext cx="47160" cy="10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9">
              <p14:nvContentPartPr>
                <p14:cNvPr id="254" name="Ink 253">
                  <a:extLst>
                    <a:ext uri="{FF2B5EF4-FFF2-40B4-BE49-F238E27FC236}">
                      <a16:creationId xmlns:a16="http://schemas.microsoft.com/office/drawing/2014/main" id="{D9670013-06B9-F6D9-C5FE-B5E5DAF840C0}"/>
                    </a:ext>
                  </a:extLst>
                </p14:cNvPr>
                <p14:cNvContentPartPr/>
                <p14:nvPr/>
              </p14:nvContentPartPr>
              <p14:xfrm>
                <a:off x="4408488" y="5529024"/>
                <a:ext cx="11520" cy="36000"/>
              </p14:xfrm>
            </p:contentPart>
          </mc:Choice>
          <mc:Fallback xmlns="">
            <p:pic>
              <p:nvPicPr>
                <p:cNvPr id="254" name="Ink 253">
                  <a:extLst>
                    <a:ext uri="{FF2B5EF4-FFF2-40B4-BE49-F238E27FC236}">
                      <a16:creationId xmlns:a16="http://schemas.microsoft.com/office/drawing/2014/main" id="{D9670013-06B9-F6D9-C5FE-B5E5DAF840C0}"/>
                    </a:ext>
                  </a:extLst>
                </p:cNvPr>
                <p:cNvPicPr/>
                <p:nvPr/>
              </p:nvPicPr>
              <p:blipFill>
                <a:blip r:embed="rId290"/>
                <a:stretch>
                  <a:fillRect/>
                </a:stretch>
              </p:blipFill>
              <p:spPr>
                <a:xfrm>
                  <a:off x="4399488" y="5520024"/>
                  <a:ext cx="29160" cy="5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1">
              <p14:nvContentPartPr>
                <p14:cNvPr id="256" name="Ink 255">
                  <a:extLst>
                    <a:ext uri="{FF2B5EF4-FFF2-40B4-BE49-F238E27FC236}">
                      <a16:creationId xmlns:a16="http://schemas.microsoft.com/office/drawing/2014/main" id="{839038A7-DE9D-B774-280C-265C821153B8}"/>
                    </a:ext>
                  </a:extLst>
                </p14:cNvPr>
                <p14:cNvContentPartPr/>
                <p14:nvPr/>
              </p14:nvContentPartPr>
              <p14:xfrm>
                <a:off x="4472928" y="5647464"/>
                <a:ext cx="414720" cy="82800"/>
              </p14:xfrm>
            </p:contentPart>
          </mc:Choice>
          <mc:Fallback xmlns="">
            <p:pic>
              <p:nvPicPr>
                <p:cNvPr id="256" name="Ink 255">
                  <a:extLst>
                    <a:ext uri="{FF2B5EF4-FFF2-40B4-BE49-F238E27FC236}">
                      <a16:creationId xmlns:a16="http://schemas.microsoft.com/office/drawing/2014/main" id="{839038A7-DE9D-B774-280C-265C821153B8}"/>
                    </a:ext>
                  </a:extLst>
                </p:cNvPr>
                <p:cNvPicPr/>
                <p:nvPr/>
              </p:nvPicPr>
              <p:blipFill>
                <a:blip r:embed="rId292"/>
                <a:stretch>
                  <a:fillRect/>
                </a:stretch>
              </p:blipFill>
              <p:spPr>
                <a:xfrm>
                  <a:off x="4463928" y="5638824"/>
                  <a:ext cx="432360" cy="100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65" name="Group 264">
            <a:extLst>
              <a:ext uri="{FF2B5EF4-FFF2-40B4-BE49-F238E27FC236}">
                <a16:creationId xmlns:a16="http://schemas.microsoft.com/office/drawing/2014/main" id="{42D96CEE-3115-1C66-6C93-DAD0ECEF19C7}"/>
              </a:ext>
            </a:extLst>
          </p:cNvPr>
          <p:cNvGrpSpPr/>
          <p:nvPr/>
        </p:nvGrpSpPr>
        <p:grpSpPr>
          <a:xfrm>
            <a:off x="5168808" y="5608944"/>
            <a:ext cx="852480" cy="270720"/>
            <a:chOff x="5168808" y="5608944"/>
            <a:chExt cx="852480" cy="270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93">
              <p14:nvContentPartPr>
                <p14:cNvPr id="258" name="Ink 257">
                  <a:extLst>
                    <a:ext uri="{FF2B5EF4-FFF2-40B4-BE49-F238E27FC236}">
                      <a16:creationId xmlns:a16="http://schemas.microsoft.com/office/drawing/2014/main" id="{A53CC9A4-995F-3104-FE65-74C561C964AA}"/>
                    </a:ext>
                  </a:extLst>
                </p14:cNvPr>
                <p14:cNvContentPartPr/>
                <p14:nvPr/>
              </p14:nvContentPartPr>
              <p14:xfrm>
                <a:off x="5168808" y="5608944"/>
                <a:ext cx="138240" cy="270720"/>
              </p14:xfrm>
            </p:contentPart>
          </mc:Choice>
          <mc:Fallback xmlns="">
            <p:pic>
              <p:nvPicPr>
                <p:cNvPr id="258" name="Ink 257">
                  <a:extLst>
                    <a:ext uri="{FF2B5EF4-FFF2-40B4-BE49-F238E27FC236}">
                      <a16:creationId xmlns:a16="http://schemas.microsoft.com/office/drawing/2014/main" id="{A53CC9A4-995F-3104-FE65-74C561C964AA}"/>
                    </a:ext>
                  </a:extLst>
                </p:cNvPr>
                <p:cNvPicPr/>
                <p:nvPr/>
              </p:nvPicPr>
              <p:blipFill>
                <a:blip r:embed="rId294"/>
                <a:stretch>
                  <a:fillRect/>
                </a:stretch>
              </p:blipFill>
              <p:spPr>
                <a:xfrm>
                  <a:off x="5159808" y="5600304"/>
                  <a:ext cx="155880" cy="28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5">
              <p14:nvContentPartPr>
                <p14:cNvPr id="259" name="Ink 258">
                  <a:extLst>
                    <a:ext uri="{FF2B5EF4-FFF2-40B4-BE49-F238E27FC236}">
                      <a16:creationId xmlns:a16="http://schemas.microsoft.com/office/drawing/2014/main" id="{1612A31D-CFCB-B6D1-4A8D-65CD2150FB36}"/>
                    </a:ext>
                  </a:extLst>
                </p14:cNvPr>
                <p14:cNvContentPartPr/>
                <p14:nvPr/>
              </p14:nvContentPartPr>
              <p14:xfrm>
                <a:off x="5435928" y="5633064"/>
                <a:ext cx="288720" cy="67320"/>
              </p14:xfrm>
            </p:contentPart>
          </mc:Choice>
          <mc:Fallback xmlns="">
            <p:pic>
              <p:nvPicPr>
                <p:cNvPr id="259" name="Ink 258">
                  <a:extLst>
                    <a:ext uri="{FF2B5EF4-FFF2-40B4-BE49-F238E27FC236}">
                      <a16:creationId xmlns:a16="http://schemas.microsoft.com/office/drawing/2014/main" id="{1612A31D-CFCB-B6D1-4A8D-65CD2150FB36}"/>
                    </a:ext>
                  </a:extLst>
                </p:cNvPr>
                <p:cNvPicPr/>
                <p:nvPr/>
              </p:nvPicPr>
              <p:blipFill>
                <a:blip r:embed="rId296"/>
                <a:stretch>
                  <a:fillRect/>
                </a:stretch>
              </p:blipFill>
              <p:spPr>
                <a:xfrm>
                  <a:off x="5426928" y="5624424"/>
                  <a:ext cx="306360" cy="8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7">
              <p14:nvContentPartPr>
                <p14:cNvPr id="260" name="Ink 259">
                  <a:extLst>
                    <a:ext uri="{FF2B5EF4-FFF2-40B4-BE49-F238E27FC236}">
                      <a16:creationId xmlns:a16="http://schemas.microsoft.com/office/drawing/2014/main" id="{33834950-AF9E-7043-B005-D2E49243388E}"/>
                    </a:ext>
                  </a:extLst>
                </p14:cNvPr>
                <p14:cNvContentPartPr/>
                <p14:nvPr/>
              </p14:nvContentPartPr>
              <p14:xfrm>
                <a:off x="5726448" y="5624064"/>
                <a:ext cx="77040" cy="85320"/>
              </p14:xfrm>
            </p:contentPart>
          </mc:Choice>
          <mc:Fallback xmlns="">
            <p:pic>
              <p:nvPicPr>
                <p:cNvPr id="260" name="Ink 259">
                  <a:extLst>
                    <a:ext uri="{FF2B5EF4-FFF2-40B4-BE49-F238E27FC236}">
                      <a16:creationId xmlns:a16="http://schemas.microsoft.com/office/drawing/2014/main" id="{33834950-AF9E-7043-B005-D2E49243388E}"/>
                    </a:ext>
                  </a:extLst>
                </p:cNvPr>
                <p:cNvPicPr/>
                <p:nvPr/>
              </p:nvPicPr>
              <p:blipFill>
                <a:blip r:embed="rId298"/>
                <a:stretch>
                  <a:fillRect/>
                </a:stretch>
              </p:blipFill>
              <p:spPr>
                <a:xfrm>
                  <a:off x="5717808" y="5615424"/>
                  <a:ext cx="94680" cy="10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9">
              <p14:nvContentPartPr>
                <p14:cNvPr id="261" name="Ink 260">
                  <a:extLst>
                    <a:ext uri="{FF2B5EF4-FFF2-40B4-BE49-F238E27FC236}">
                      <a16:creationId xmlns:a16="http://schemas.microsoft.com/office/drawing/2014/main" id="{BBE177E1-A586-C1AD-6FA5-4E730F9F8C2B}"/>
                    </a:ext>
                  </a:extLst>
                </p14:cNvPr>
                <p14:cNvContentPartPr/>
                <p14:nvPr/>
              </p14:nvContentPartPr>
              <p14:xfrm>
                <a:off x="5857128" y="5647824"/>
                <a:ext cx="164160" cy="63720"/>
              </p14:xfrm>
            </p:contentPart>
          </mc:Choice>
          <mc:Fallback xmlns="">
            <p:pic>
              <p:nvPicPr>
                <p:cNvPr id="261" name="Ink 260">
                  <a:extLst>
                    <a:ext uri="{FF2B5EF4-FFF2-40B4-BE49-F238E27FC236}">
                      <a16:creationId xmlns:a16="http://schemas.microsoft.com/office/drawing/2014/main" id="{BBE177E1-A586-C1AD-6FA5-4E730F9F8C2B}"/>
                    </a:ext>
                  </a:extLst>
                </p:cNvPr>
                <p:cNvPicPr/>
                <p:nvPr/>
              </p:nvPicPr>
              <p:blipFill>
                <a:blip r:embed="rId300"/>
                <a:stretch>
                  <a:fillRect/>
                </a:stretch>
              </p:blipFill>
              <p:spPr>
                <a:xfrm>
                  <a:off x="5848128" y="5639184"/>
                  <a:ext cx="181800" cy="81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70" name="Group 269">
            <a:extLst>
              <a:ext uri="{FF2B5EF4-FFF2-40B4-BE49-F238E27FC236}">
                <a16:creationId xmlns:a16="http://schemas.microsoft.com/office/drawing/2014/main" id="{441E15B7-D5DE-89A5-FF89-72EF6C892CD5}"/>
              </a:ext>
            </a:extLst>
          </p:cNvPr>
          <p:cNvGrpSpPr/>
          <p:nvPr/>
        </p:nvGrpSpPr>
        <p:grpSpPr>
          <a:xfrm>
            <a:off x="7264368" y="5577624"/>
            <a:ext cx="1293480" cy="471960"/>
            <a:chOff x="7264368" y="5577624"/>
            <a:chExt cx="1293480" cy="471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01">
              <p14:nvContentPartPr>
                <p14:cNvPr id="266" name="Ink 265">
                  <a:extLst>
                    <a:ext uri="{FF2B5EF4-FFF2-40B4-BE49-F238E27FC236}">
                      <a16:creationId xmlns:a16="http://schemas.microsoft.com/office/drawing/2014/main" id="{3881B169-135F-236D-80A3-2A08F85DC0C8}"/>
                    </a:ext>
                  </a:extLst>
                </p14:cNvPr>
                <p14:cNvContentPartPr/>
                <p14:nvPr/>
              </p14:nvContentPartPr>
              <p14:xfrm>
                <a:off x="7264368" y="5630544"/>
                <a:ext cx="500400" cy="287280"/>
              </p14:xfrm>
            </p:contentPart>
          </mc:Choice>
          <mc:Fallback xmlns="">
            <p:pic>
              <p:nvPicPr>
                <p:cNvPr id="266" name="Ink 265">
                  <a:extLst>
                    <a:ext uri="{FF2B5EF4-FFF2-40B4-BE49-F238E27FC236}">
                      <a16:creationId xmlns:a16="http://schemas.microsoft.com/office/drawing/2014/main" id="{3881B169-135F-236D-80A3-2A08F85DC0C8}"/>
                    </a:ext>
                  </a:extLst>
                </p:cNvPr>
                <p:cNvPicPr/>
                <p:nvPr/>
              </p:nvPicPr>
              <p:blipFill>
                <a:blip r:embed="rId302"/>
                <a:stretch>
                  <a:fillRect/>
                </a:stretch>
              </p:blipFill>
              <p:spPr>
                <a:xfrm>
                  <a:off x="7255728" y="5621544"/>
                  <a:ext cx="518040" cy="30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3">
              <p14:nvContentPartPr>
                <p14:cNvPr id="267" name="Ink 266">
                  <a:extLst>
                    <a:ext uri="{FF2B5EF4-FFF2-40B4-BE49-F238E27FC236}">
                      <a16:creationId xmlns:a16="http://schemas.microsoft.com/office/drawing/2014/main" id="{CE80C1A6-DF54-B783-9C7D-2C19B4168265}"/>
                    </a:ext>
                  </a:extLst>
                </p14:cNvPr>
                <p14:cNvContentPartPr/>
                <p14:nvPr/>
              </p14:nvContentPartPr>
              <p14:xfrm>
                <a:off x="7837128" y="5672304"/>
                <a:ext cx="3240" cy="25920"/>
              </p14:xfrm>
            </p:contentPart>
          </mc:Choice>
          <mc:Fallback xmlns="">
            <p:pic>
              <p:nvPicPr>
                <p:cNvPr id="267" name="Ink 266">
                  <a:extLst>
                    <a:ext uri="{FF2B5EF4-FFF2-40B4-BE49-F238E27FC236}">
                      <a16:creationId xmlns:a16="http://schemas.microsoft.com/office/drawing/2014/main" id="{CE80C1A6-DF54-B783-9C7D-2C19B4168265}"/>
                    </a:ext>
                  </a:extLst>
                </p:cNvPr>
                <p:cNvPicPr/>
                <p:nvPr/>
              </p:nvPicPr>
              <p:blipFill>
                <a:blip r:embed="rId304"/>
                <a:stretch>
                  <a:fillRect/>
                </a:stretch>
              </p:blipFill>
              <p:spPr>
                <a:xfrm>
                  <a:off x="7828488" y="5663304"/>
                  <a:ext cx="20880" cy="4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5">
              <p14:nvContentPartPr>
                <p14:cNvPr id="268" name="Ink 267">
                  <a:extLst>
                    <a:ext uri="{FF2B5EF4-FFF2-40B4-BE49-F238E27FC236}">
                      <a16:creationId xmlns:a16="http://schemas.microsoft.com/office/drawing/2014/main" id="{772F31DF-ECA7-1311-4D21-E0C0917EBA39}"/>
                    </a:ext>
                  </a:extLst>
                </p14:cNvPr>
                <p14:cNvContentPartPr/>
                <p14:nvPr/>
              </p14:nvContentPartPr>
              <p14:xfrm>
                <a:off x="7882128" y="5637384"/>
                <a:ext cx="267840" cy="171720"/>
              </p14:xfrm>
            </p:contentPart>
          </mc:Choice>
          <mc:Fallback xmlns="">
            <p:pic>
              <p:nvPicPr>
                <p:cNvPr id="268" name="Ink 267">
                  <a:extLst>
                    <a:ext uri="{FF2B5EF4-FFF2-40B4-BE49-F238E27FC236}">
                      <a16:creationId xmlns:a16="http://schemas.microsoft.com/office/drawing/2014/main" id="{772F31DF-ECA7-1311-4D21-E0C0917EBA39}"/>
                    </a:ext>
                  </a:extLst>
                </p:cNvPr>
                <p:cNvPicPr/>
                <p:nvPr/>
              </p:nvPicPr>
              <p:blipFill>
                <a:blip r:embed="rId306"/>
                <a:stretch>
                  <a:fillRect/>
                </a:stretch>
              </p:blipFill>
              <p:spPr>
                <a:xfrm>
                  <a:off x="7873488" y="5628744"/>
                  <a:ext cx="285480" cy="18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7">
              <p14:nvContentPartPr>
                <p14:cNvPr id="269" name="Ink 268">
                  <a:extLst>
                    <a:ext uri="{FF2B5EF4-FFF2-40B4-BE49-F238E27FC236}">
                      <a16:creationId xmlns:a16="http://schemas.microsoft.com/office/drawing/2014/main" id="{7CE45128-63B2-D60D-8D5E-31D832DC2866}"/>
                    </a:ext>
                  </a:extLst>
                </p14:cNvPr>
                <p14:cNvContentPartPr/>
                <p14:nvPr/>
              </p14:nvContentPartPr>
              <p14:xfrm>
                <a:off x="8200008" y="5577624"/>
                <a:ext cx="357840" cy="471960"/>
              </p14:xfrm>
            </p:contentPart>
          </mc:Choice>
          <mc:Fallback xmlns="">
            <p:pic>
              <p:nvPicPr>
                <p:cNvPr id="269" name="Ink 268">
                  <a:extLst>
                    <a:ext uri="{FF2B5EF4-FFF2-40B4-BE49-F238E27FC236}">
                      <a16:creationId xmlns:a16="http://schemas.microsoft.com/office/drawing/2014/main" id="{7CE45128-63B2-D60D-8D5E-31D832DC2866}"/>
                    </a:ext>
                  </a:extLst>
                </p:cNvPr>
                <p:cNvPicPr/>
                <p:nvPr/>
              </p:nvPicPr>
              <p:blipFill>
                <a:blip r:embed="rId308"/>
                <a:stretch>
                  <a:fillRect/>
                </a:stretch>
              </p:blipFill>
              <p:spPr>
                <a:xfrm>
                  <a:off x="8191368" y="5568624"/>
                  <a:ext cx="375480" cy="489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75" name="Group 274">
            <a:extLst>
              <a:ext uri="{FF2B5EF4-FFF2-40B4-BE49-F238E27FC236}">
                <a16:creationId xmlns:a16="http://schemas.microsoft.com/office/drawing/2014/main" id="{E455BFB4-74C3-8F3B-16F3-A5BD176C8CD4}"/>
              </a:ext>
            </a:extLst>
          </p:cNvPr>
          <p:cNvGrpSpPr/>
          <p:nvPr/>
        </p:nvGrpSpPr>
        <p:grpSpPr>
          <a:xfrm>
            <a:off x="6267888" y="5586984"/>
            <a:ext cx="793440" cy="441000"/>
            <a:chOff x="6267888" y="5586984"/>
            <a:chExt cx="793440" cy="441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09">
              <p14:nvContentPartPr>
                <p14:cNvPr id="271" name="Ink 270">
                  <a:extLst>
                    <a:ext uri="{FF2B5EF4-FFF2-40B4-BE49-F238E27FC236}">
                      <a16:creationId xmlns:a16="http://schemas.microsoft.com/office/drawing/2014/main" id="{207A7EDD-0AD8-F37E-7486-B256A056DA33}"/>
                    </a:ext>
                  </a:extLst>
                </p14:cNvPr>
                <p14:cNvContentPartPr/>
                <p14:nvPr/>
              </p14:nvContentPartPr>
              <p14:xfrm>
                <a:off x="6267888" y="5629824"/>
                <a:ext cx="340200" cy="169200"/>
              </p14:xfrm>
            </p:contentPart>
          </mc:Choice>
          <mc:Fallback xmlns="">
            <p:pic>
              <p:nvPicPr>
                <p:cNvPr id="271" name="Ink 270">
                  <a:extLst>
                    <a:ext uri="{FF2B5EF4-FFF2-40B4-BE49-F238E27FC236}">
                      <a16:creationId xmlns:a16="http://schemas.microsoft.com/office/drawing/2014/main" id="{207A7EDD-0AD8-F37E-7486-B256A056DA33}"/>
                    </a:ext>
                  </a:extLst>
                </p:cNvPr>
                <p:cNvPicPr/>
                <p:nvPr/>
              </p:nvPicPr>
              <p:blipFill>
                <a:blip r:embed="rId310"/>
                <a:stretch>
                  <a:fillRect/>
                </a:stretch>
              </p:blipFill>
              <p:spPr>
                <a:xfrm>
                  <a:off x="6258888" y="5621184"/>
                  <a:ext cx="357840" cy="18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1">
              <p14:nvContentPartPr>
                <p14:cNvPr id="272" name="Ink 271">
                  <a:extLst>
                    <a:ext uri="{FF2B5EF4-FFF2-40B4-BE49-F238E27FC236}">
                      <a16:creationId xmlns:a16="http://schemas.microsoft.com/office/drawing/2014/main" id="{4A010A57-2B9C-DD70-8D17-B29C8B9C85F7}"/>
                    </a:ext>
                  </a:extLst>
                </p14:cNvPr>
                <p14:cNvContentPartPr/>
                <p14:nvPr/>
              </p14:nvContentPartPr>
              <p14:xfrm>
                <a:off x="6645888" y="5604984"/>
                <a:ext cx="3240" cy="17280"/>
              </p14:xfrm>
            </p:contentPart>
          </mc:Choice>
          <mc:Fallback xmlns="">
            <p:pic>
              <p:nvPicPr>
                <p:cNvPr id="272" name="Ink 271">
                  <a:extLst>
                    <a:ext uri="{FF2B5EF4-FFF2-40B4-BE49-F238E27FC236}">
                      <a16:creationId xmlns:a16="http://schemas.microsoft.com/office/drawing/2014/main" id="{4A010A57-2B9C-DD70-8D17-B29C8B9C85F7}"/>
                    </a:ext>
                  </a:extLst>
                </p:cNvPr>
                <p:cNvPicPr/>
                <p:nvPr/>
              </p:nvPicPr>
              <p:blipFill>
                <a:blip r:embed="rId312"/>
                <a:stretch>
                  <a:fillRect/>
                </a:stretch>
              </p:blipFill>
              <p:spPr>
                <a:xfrm>
                  <a:off x="6636888" y="5596344"/>
                  <a:ext cx="20880" cy="3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3">
              <p14:nvContentPartPr>
                <p14:cNvPr id="273" name="Ink 272">
                  <a:extLst>
                    <a:ext uri="{FF2B5EF4-FFF2-40B4-BE49-F238E27FC236}">
                      <a16:creationId xmlns:a16="http://schemas.microsoft.com/office/drawing/2014/main" id="{30CABFF2-23FB-B54A-B548-B7E6A46EC390}"/>
                    </a:ext>
                  </a:extLst>
                </p14:cNvPr>
                <p14:cNvContentPartPr/>
                <p14:nvPr/>
              </p14:nvContentPartPr>
              <p14:xfrm>
                <a:off x="6671808" y="5615784"/>
                <a:ext cx="171720" cy="88200"/>
              </p14:xfrm>
            </p:contentPart>
          </mc:Choice>
          <mc:Fallback xmlns="">
            <p:pic>
              <p:nvPicPr>
                <p:cNvPr id="273" name="Ink 272">
                  <a:extLst>
                    <a:ext uri="{FF2B5EF4-FFF2-40B4-BE49-F238E27FC236}">
                      <a16:creationId xmlns:a16="http://schemas.microsoft.com/office/drawing/2014/main" id="{30CABFF2-23FB-B54A-B548-B7E6A46EC390}"/>
                    </a:ext>
                  </a:extLst>
                </p:cNvPr>
                <p:cNvPicPr/>
                <p:nvPr/>
              </p:nvPicPr>
              <p:blipFill>
                <a:blip r:embed="rId314"/>
                <a:stretch>
                  <a:fillRect/>
                </a:stretch>
              </p:blipFill>
              <p:spPr>
                <a:xfrm>
                  <a:off x="6663168" y="5606784"/>
                  <a:ext cx="189360" cy="10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5">
              <p14:nvContentPartPr>
                <p14:cNvPr id="274" name="Ink 273">
                  <a:extLst>
                    <a:ext uri="{FF2B5EF4-FFF2-40B4-BE49-F238E27FC236}">
                      <a16:creationId xmlns:a16="http://schemas.microsoft.com/office/drawing/2014/main" id="{9A10470D-8DA3-4602-DA6D-A15C380B3174}"/>
                    </a:ext>
                  </a:extLst>
                </p14:cNvPr>
                <p14:cNvContentPartPr/>
                <p14:nvPr/>
              </p14:nvContentPartPr>
              <p14:xfrm>
                <a:off x="6883128" y="5586984"/>
                <a:ext cx="178200" cy="441000"/>
              </p14:xfrm>
            </p:contentPart>
          </mc:Choice>
          <mc:Fallback xmlns="">
            <p:pic>
              <p:nvPicPr>
                <p:cNvPr id="274" name="Ink 273">
                  <a:extLst>
                    <a:ext uri="{FF2B5EF4-FFF2-40B4-BE49-F238E27FC236}">
                      <a16:creationId xmlns:a16="http://schemas.microsoft.com/office/drawing/2014/main" id="{9A10470D-8DA3-4602-DA6D-A15C380B3174}"/>
                    </a:ext>
                  </a:extLst>
                </p:cNvPr>
                <p:cNvPicPr/>
                <p:nvPr/>
              </p:nvPicPr>
              <p:blipFill>
                <a:blip r:embed="rId316"/>
                <a:stretch>
                  <a:fillRect/>
                </a:stretch>
              </p:blipFill>
              <p:spPr>
                <a:xfrm>
                  <a:off x="6874128" y="5577984"/>
                  <a:ext cx="195840" cy="45864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813021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F6078E-F8EC-8694-DE9C-165583D76C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endParaRPr lang="en-IN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59" name="Ink 58">
                <a:extLst>
                  <a:ext uri="{FF2B5EF4-FFF2-40B4-BE49-F238E27FC236}">
                    <a16:creationId xmlns:a16="http://schemas.microsoft.com/office/drawing/2014/main" id="{578DC995-41AF-F0EC-A28F-7FD70C7AD763}"/>
                  </a:ext>
                </a:extLst>
              </p14:cNvPr>
              <p14:cNvContentPartPr/>
              <p14:nvPr/>
            </p14:nvContentPartPr>
            <p14:xfrm>
              <a:off x="9997848" y="1633824"/>
              <a:ext cx="3600" cy="1080"/>
            </p14:xfrm>
          </p:contentPart>
        </mc:Choice>
        <mc:Fallback xmlns="">
          <p:pic>
            <p:nvPicPr>
              <p:cNvPr id="59" name="Ink 58">
                <a:extLst>
                  <a:ext uri="{FF2B5EF4-FFF2-40B4-BE49-F238E27FC236}">
                    <a16:creationId xmlns:a16="http://schemas.microsoft.com/office/drawing/2014/main" id="{578DC995-41AF-F0EC-A28F-7FD70C7AD763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987848" y="1620324"/>
                <a:ext cx="23200" cy="275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08" name="Ink 107">
                <a:extLst>
                  <a:ext uri="{FF2B5EF4-FFF2-40B4-BE49-F238E27FC236}">
                    <a16:creationId xmlns:a16="http://schemas.microsoft.com/office/drawing/2014/main" id="{A29EFE7E-8466-F00F-17AA-72EE82C73811}"/>
                  </a:ext>
                </a:extLst>
              </p14:cNvPr>
              <p14:cNvContentPartPr/>
              <p14:nvPr/>
            </p14:nvContentPartPr>
            <p14:xfrm>
              <a:off x="10428408" y="2647584"/>
              <a:ext cx="28080" cy="3240"/>
            </p14:xfrm>
          </p:contentPart>
        </mc:Choice>
        <mc:Fallback xmlns="">
          <p:pic>
            <p:nvPicPr>
              <p:cNvPr id="108" name="Ink 107">
                <a:extLst>
                  <a:ext uri="{FF2B5EF4-FFF2-40B4-BE49-F238E27FC236}">
                    <a16:creationId xmlns:a16="http://schemas.microsoft.com/office/drawing/2014/main" id="{A29EFE7E-8466-F00F-17AA-72EE82C73811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0419408" y="2638584"/>
                <a:ext cx="45720" cy="20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09" name="Ink 108">
                <a:extLst>
                  <a:ext uri="{FF2B5EF4-FFF2-40B4-BE49-F238E27FC236}">
                    <a16:creationId xmlns:a16="http://schemas.microsoft.com/office/drawing/2014/main" id="{312A2B19-84BF-38C9-EA80-A0F6B613F63A}"/>
                  </a:ext>
                </a:extLst>
              </p14:cNvPr>
              <p14:cNvContentPartPr/>
              <p14:nvPr/>
            </p14:nvContentPartPr>
            <p14:xfrm>
              <a:off x="10763568" y="2771064"/>
              <a:ext cx="1800" cy="3600"/>
            </p14:xfrm>
          </p:contentPart>
        </mc:Choice>
        <mc:Fallback xmlns="">
          <p:pic>
            <p:nvPicPr>
              <p:cNvPr id="109" name="Ink 108">
                <a:extLst>
                  <a:ext uri="{FF2B5EF4-FFF2-40B4-BE49-F238E27FC236}">
                    <a16:creationId xmlns:a16="http://schemas.microsoft.com/office/drawing/2014/main" id="{312A2B19-84BF-38C9-EA80-A0F6B613F63A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0754568" y="2762064"/>
                <a:ext cx="19440" cy="21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92" name="Ink 191">
                <a:extLst>
                  <a:ext uri="{FF2B5EF4-FFF2-40B4-BE49-F238E27FC236}">
                    <a16:creationId xmlns:a16="http://schemas.microsoft.com/office/drawing/2014/main" id="{5D519595-49FE-D41B-C0B6-CD6868ECB314}"/>
                  </a:ext>
                </a:extLst>
              </p14:cNvPr>
              <p14:cNvContentPartPr/>
              <p14:nvPr/>
            </p14:nvContentPartPr>
            <p14:xfrm>
              <a:off x="3774888" y="6755904"/>
              <a:ext cx="360" cy="4680"/>
            </p14:xfrm>
          </p:contentPart>
        </mc:Choice>
        <mc:Fallback xmlns="">
          <p:pic>
            <p:nvPicPr>
              <p:cNvPr id="192" name="Ink 191">
                <a:extLst>
                  <a:ext uri="{FF2B5EF4-FFF2-40B4-BE49-F238E27FC236}">
                    <a16:creationId xmlns:a16="http://schemas.microsoft.com/office/drawing/2014/main" id="{5D519595-49FE-D41B-C0B6-CD6868ECB314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765888" y="6746904"/>
                <a:ext cx="18000" cy="22320"/>
              </a:xfrm>
              <a:prstGeom prst="rect">
                <a:avLst/>
              </a:prstGeom>
            </p:spPr>
          </p:pic>
        </mc:Fallback>
      </mc:AlternateContent>
      <p:grpSp>
        <p:nvGrpSpPr>
          <p:cNvPr id="21" name="Group 20">
            <a:extLst>
              <a:ext uri="{FF2B5EF4-FFF2-40B4-BE49-F238E27FC236}">
                <a16:creationId xmlns:a16="http://schemas.microsoft.com/office/drawing/2014/main" id="{5311263C-78BE-33FA-0A0B-F4F7D07EA729}"/>
              </a:ext>
            </a:extLst>
          </p:cNvPr>
          <p:cNvGrpSpPr/>
          <p:nvPr/>
        </p:nvGrpSpPr>
        <p:grpSpPr>
          <a:xfrm>
            <a:off x="1139328" y="633024"/>
            <a:ext cx="1497960" cy="458280"/>
            <a:chOff x="1139328" y="633024"/>
            <a:chExt cx="1497960" cy="458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58F51963-37E5-9CED-BB84-85E099E9AF82}"/>
                    </a:ext>
                  </a:extLst>
                </p14:cNvPr>
                <p14:cNvContentPartPr/>
                <p14:nvPr/>
              </p14:nvContentPartPr>
              <p14:xfrm>
                <a:off x="1139328" y="679824"/>
                <a:ext cx="165240" cy="313200"/>
              </p14:xfrm>
            </p:contentPart>
          </mc:Choice>
          <mc:Fallback xmlns=""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58F51963-37E5-9CED-BB84-85E099E9AF82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1130328" y="671184"/>
                  <a:ext cx="182880" cy="33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3C93F497-5B12-E0D2-BF09-0E96258FBA89}"/>
                    </a:ext>
                  </a:extLst>
                </p14:cNvPr>
                <p14:cNvContentPartPr/>
                <p14:nvPr/>
              </p14:nvContentPartPr>
              <p14:xfrm>
                <a:off x="1384488" y="845424"/>
                <a:ext cx="19080" cy="7956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3C93F497-5B12-E0D2-BF09-0E96258FBA89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1375848" y="836424"/>
                  <a:ext cx="36720" cy="9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4713921E-6203-85C3-A2C5-772DD14787A6}"/>
                    </a:ext>
                  </a:extLst>
                </p14:cNvPr>
                <p14:cNvContentPartPr/>
                <p14:nvPr/>
              </p14:nvContentPartPr>
              <p14:xfrm>
                <a:off x="1417608" y="786024"/>
                <a:ext cx="15480" cy="3024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4713921E-6203-85C3-A2C5-772DD14787A6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1408968" y="777384"/>
                  <a:ext cx="33120" cy="4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9C861EFD-3B95-91AA-8E54-8C81B3270759}"/>
                    </a:ext>
                  </a:extLst>
                </p14:cNvPr>
                <p14:cNvContentPartPr/>
                <p14:nvPr/>
              </p14:nvContentPartPr>
              <p14:xfrm>
                <a:off x="1515168" y="843264"/>
                <a:ext cx="371520" cy="24804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9C861EFD-3B95-91AA-8E54-8C81B3270759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1506168" y="834624"/>
                  <a:ext cx="389160" cy="26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1D5BEDAC-997D-C74C-567A-89B56FDCC56D}"/>
                    </a:ext>
                  </a:extLst>
                </p14:cNvPr>
                <p14:cNvContentPartPr/>
                <p14:nvPr/>
              </p14:nvContentPartPr>
              <p14:xfrm>
                <a:off x="1969848" y="709704"/>
                <a:ext cx="100800" cy="16092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1D5BEDAC-997D-C74C-567A-89B56FDCC56D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1961208" y="700704"/>
                  <a:ext cx="118440" cy="17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CD18BA8B-D4B4-FC1F-AD55-18DCF5EA199D}"/>
                    </a:ext>
                  </a:extLst>
                </p14:cNvPr>
                <p14:cNvContentPartPr/>
                <p14:nvPr/>
              </p14:nvContentPartPr>
              <p14:xfrm>
                <a:off x="2104848" y="769464"/>
                <a:ext cx="19800" cy="3204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CD18BA8B-D4B4-FC1F-AD55-18DCF5EA199D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2095848" y="760464"/>
                  <a:ext cx="37440" cy="4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FD2BA544-F0B7-0913-283C-7C2399B6DA59}"/>
                    </a:ext>
                  </a:extLst>
                </p14:cNvPr>
                <p14:cNvContentPartPr/>
                <p14:nvPr/>
              </p14:nvContentPartPr>
              <p14:xfrm>
                <a:off x="2162808" y="633024"/>
                <a:ext cx="124920" cy="36792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FD2BA544-F0B7-0913-283C-7C2399B6DA59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2153808" y="624384"/>
                  <a:ext cx="142560" cy="38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CF433BCB-32BB-15DC-45E4-CC6C42E4BFD5}"/>
                    </a:ext>
                  </a:extLst>
                </p14:cNvPr>
                <p14:cNvContentPartPr/>
                <p14:nvPr/>
              </p14:nvContentPartPr>
              <p14:xfrm>
                <a:off x="2310768" y="782424"/>
                <a:ext cx="11520" cy="1224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CF433BCB-32BB-15DC-45E4-CC6C42E4BFD5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2301768" y="773424"/>
                  <a:ext cx="29160" cy="2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54BDD533-ECF6-7DED-E690-1A572DBF6BF1}"/>
                    </a:ext>
                  </a:extLst>
                </p14:cNvPr>
                <p14:cNvContentPartPr/>
                <p14:nvPr/>
              </p14:nvContentPartPr>
              <p14:xfrm>
                <a:off x="2373048" y="860904"/>
                <a:ext cx="65880" cy="1944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54BDD533-ECF6-7DED-E690-1A572DBF6BF1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2364048" y="851904"/>
                  <a:ext cx="83520" cy="3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17447674-BF02-FCCB-6625-5D40ACF07D54}"/>
                    </a:ext>
                  </a:extLst>
                </p14:cNvPr>
                <p14:cNvContentPartPr/>
                <p14:nvPr/>
              </p14:nvContentPartPr>
              <p14:xfrm>
                <a:off x="2515248" y="720144"/>
                <a:ext cx="122040" cy="17712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17447674-BF02-FCCB-6625-5D40ACF07D54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2506608" y="711504"/>
                  <a:ext cx="139680" cy="194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E977C583-3224-127F-B64E-40DEE6DF54D1}"/>
              </a:ext>
            </a:extLst>
          </p:cNvPr>
          <p:cNvGrpSpPr/>
          <p:nvPr/>
        </p:nvGrpSpPr>
        <p:grpSpPr>
          <a:xfrm>
            <a:off x="3162168" y="679824"/>
            <a:ext cx="715680" cy="168840"/>
            <a:chOff x="3162168" y="679824"/>
            <a:chExt cx="715680" cy="168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FB323E6C-9AF2-9D60-5F73-5D172715F487}"/>
                    </a:ext>
                  </a:extLst>
                </p14:cNvPr>
                <p14:cNvContentPartPr/>
                <p14:nvPr/>
              </p14:nvContentPartPr>
              <p14:xfrm>
                <a:off x="3162168" y="734904"/>
                <a:ext cx="243360" cy="11196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FB323E6C-9AF2-9D60-5F73-5D172715F487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3153528" y="725904"/>
                  <a:ext cx="261000" cy="12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21AD9247-B667-4835-FEB2-71550A459CD9}"/>
                    </a:ext>
                  </a:extLst>
                </p14:cNvPr>
                <p14:cNvContentPartPr/>
                <p14:nvPr/>
              </p14:nvContentPartPr>
              <p14:xfrm>
                <a:off x="3409128" y="679824"/>
                <a:ext cx="25920" cy="2700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21AD9247-B667-4835-FEB2-71550A459CD9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3400128" y="670824"/>
                  <a:ext cx="43560" cy="4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4985ABA2-DBFA-E670-2205-D95BEA3F7D98}"/>
                    </a:ext>
                  </a:extLst>
                </p14:cNvPr>
                <p14:cNvContentPartPr/>
                <p14:nvPr/>
              </p14:nvContentPartPr>
              <p14:xfrm>
                <a:off x="3513168" y="750024"/>
                <a:ext cx="250200" cy="7056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4985ABA2-DBFA-E670-2205-D95BEA3F7D98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3504168" y="741024"/>
                  <a:ext cx="267840" cy="8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1073498A-A5C4-F418-8E7E-7E19F29C3719}"/>
                    </a:ext>
                  </a:extLst>
                </p14:cNvPr>
                <p14:cNvContentPartPr/>
                <p14:nvPr/>
              </p14:nvContentPartPr>
              <p14:xfrm>
                <a:off x="3766608" y="743184"/>
                <a:ext cx="111240" cy="10548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1073498A-A5C4-F418-8E7E-7E19F29C3719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3757608" y="734544"/>
                  <a:ext cx="128880" cy="123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6C658D9C-E499-4EC5-8749-0D245BAFE165}"/>
              </a:ext>
            </a:extLst>
          </p:cNvPr>
          <p:cNvGrpSpPr/>
          <p:nvPr/>
        </p:nvGrpSpPr>
        <p:grpSpPr>
          <a:xfrm>
            <a:off x="4261248" y="623304"/>
            <a:ext cx="381240" cy="516960"/>
            <a:chOff x="4261248" y="623304"/>
            <a:chExt cx="381240" cy="516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7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B2E43071-96C0-3009-F64C-A199C0938229}"/>
                    </a:ext>
                  </a:extLst>
                </p14:cNvPr>
                <p14:cNvContentPartPr/>
                <p14:nvPr/>
              </p14:nvContentPartPr>
              <p14:xfrm>
                <a:off x="4261248" y="736344"/>
                <a:ext cx="10800" cy="1224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B2E43071-96C0-3009-F64C-A199C0938229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4252248" y="727704"/>
                  <a:ext cx="28440" cy="2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CE0DFCB7-DC50-8BCA-400A-726826D23645}"/>
                    </a:ext>
                  </a:extLst>
                </p14:cNvPr>
                <p14:cNvContentPartPr/>
                <p14:nvPr/>
              </p14:nvContentPartPr>
              <p14:xfrm>
                <a:off x="4413528" y="623304"/>
                <a:ext cx="228960" cy="51696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CE0DFCB7-DC50-8BCA-400A-726826D23645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4404888" y="614304"/>
                  <a:ext cx="246600" cy="534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B08E3CDA-4658-FBE1-0336-76C112AB0F91}"/>
              </a:ext>
            </a:extLst>
          </p:cNvPr>
          <p:cNvGrpSpPr/>
          <p:nvPr/>
        </p:nvGrpSpPr>
        <p:grpSpPr>
          <a:xfrm>
            <a:off x="5251608" y="530784"/>
            <a:ext cx="1230840" cy="561960"/>
            <a:chOff x="5251608" y="530784"/>
            <a:chExt cx="1230840" cy="561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1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18810F57-530F-9C11-A1A9-47296303DE34}"/>
                    </a:ext>
                  </a:extLst>
                </p14:cNvPr>
                <p14:cNvContentPartPr/>
                <p14:nvPr/>
              </p14:nvContentPartPr>
              <p14:xfrm>
                <a:off x="5251608" y="530784"/>
                <a:ext cx="430560" cy="56196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18810F57-530F-9C11-A1A9-47296303DE34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5242608" y="522144"/>
                  <a:ext cx="448200" cy="57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3B4CA3C9-984C-39FF-274B-69AF65A32232}"/>
                    </a:ext>
                  </a:extLst>
                </p14:cNvPr>
                <p14:cNvContentPartPr/>
                <p14:nvPr/>
              </p14:nvContentPartPr>
              <p14:xfrm>
                <a:off x="5748048" y="688824"/>
                <a:ext cx="78480" cy="5796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3B4CA3C9-984C-39FF-274B-69AF65A32232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5739048" y="680184"/>
                  <a:ext cx="96120" cy="7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A9A640AE-AF6E-DBD8-C0FD-EEAFAF0B4BB4}"/>
                    </a:ext>
                  </a:extLst>
                </p14:cNvPr>
                <p14:cNvContentPartPr/>
                <p14:nvPr/>
              </p14:nvContentPartPr>
              <p14:xfrm>
                <a:off x="5878368" y="706104"/>
                <a:ext cx="182520" cy="5040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A9A640AE-AF6E-DBD8-C0FD-EEAFAF0B4BB4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5869368" y="697464"/>
                  <a:ext cx="200160" cy="6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245D1E4D-2AD6-816C-4A8A-23B01A39D2E7}"/>
                    </a:ext>
                  </a:extLst>
                </p14:cNvPr>
                <p14:cNvContentPartPr/>
                <p14:nvPr/>
              </p14:nvContentPartPr>
              <p14:xfrm>
                <a:off x="6139008" y="687024"/>
                <a:ext cx="135000" cy="4032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245D1E4D-2AD6-816C-4A8A-23B01A39D2E7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6130368" y="678384"/>
                  <a:ext cx="152640" cy="5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033DCEB3-1D1A-0674-9833-A4575B72C97A}"/>
                    </a:ext>
                  </a:extLst>
                </p14:cNvPr>
                <p14:cNvContentPartPr/>
                <p14:nvPr/>
              </p14:nvContentPartPr>
              <p14:xfrm>
                <a:off x="6357528" y="675504"/>
                <a:ext cx="124920" cy="4464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033DCEB3-1D1A-0674-9833-A4575B72C97A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6348528" y="666504"/>
                  <a:ext cx="142560" cy="622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51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33E888BF-3FAC-3022-F110-2C6B81883D5C}"/>
                  </a:ext>
                </a:extLst>
              </p14:cNvPr>
              <p14:cNvContentPartPr/>
              <p14:nvPr/>
            </p14:nvContentPartPr>
            <p14:xfrm>
              <a:off x="6760368" y="767304"/>
              <a:ext cx="3240" cy="12600"/>
            </p14:xfrm>
          </p:contentPart>
        </mc:Choice>
        <mc:Fallback xmlns=""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33E888BF-3FAC-3022-F110-2C6B81883D5C}"/>
                  </a:ext>
                </a:extLst>
              </p:cNvPr>
              <p:cNvPicPr/>
              <p:nvPr/>
            </p:nvPicPr>
            <p:blipFill>
              <a:blip r:embed="rId52"/>
              <a:stretch>
                <a:fillRect/>
              </a:stretch>
            </p:blipFill>
            <p:spPr>
              <a:xfrm>
                <a:off x="6751728" y="758664"/>
                <a:ext cx="20880" cy="30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3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44A2E1AE-EE82-72A6-46FA-90FE29E53370}"/>
                  </a:ext>
                </a:extLst>
              </p14:cNvPr>
              <p14:cNvContentPartPr/>
              <p14:nvPr/>
            </p14:nvContentPartPr>
            <p14:xfrm>
              <a:off x="6770448" y="638064"/>
              <a:ext cx="2160" cy="11520"/>
            </p14:xfrm>
          </p:contentPart>
        </mc:Choice>
        <mc:Fallback xmlns=""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44A2E1AE-EE82-72A6-46FA-90FE29E53370}"/>
                  </a:ext>
                </a:extLst>
              </p:cNvPr>
              <p:cNvPicPr/>
              <p:nvPr/>
            </p:nvPicPr>
            <p:blipFill>
              <a:blip r:embed="rId54"/>
              <a:stretch>
                <a:fillRect/>
              </a:stretch>
            </p:blipFill>
            <p:spPr>
              <a:xfrm>
                <a:off x="6761448" y="629424"/>
                <a:ext cx="19800" cy="29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5">
            <p14:nvContentPartPr>
              <p14:cNvPr id="30" name="Ink 29">
                <a:extLst>
                  <a:ext uri="{FF2B5EF4-FFF2-40B4-BE49-F238E27FC236}">
                    <a16:creationId xmlns:a16="http://schemas.microsoft.com/office/drawing/2014/main" id="{93153CC0-9FFD-8F6F-8C42-9AE6D27B69D1}"/>
                  </a:ext>
                </a:extLst>
              </p14:cNvPr>
              <p14:cNvContentPartPr/>
              <p14:nvPr/>
            </p14:nvContentPartPr>
            <p14:xfrm>
              <a:off x="2452248" y="1358424"/>
              <a:ext cx="233640" cy="275400"/>
            </p14:xfrm>
          </p:contentPart>
        </mc:Choice>
        <mc:Fallback xmlns="">
          <p:pic>
            <p:nvPicPr>
              <p:cNvPr id="30" name="Ink 29">
                <a:extLst>
                  <a:ext uri="{FF2B5EF4-FFF2-40B4-BE49-F238E27FC236}">
                    <a16:creationId xmlns:a16="http://schemas.microsoft.com/office/drawing/2014/main" id="{93153CC0-9FFD-8F6F-8C42-9AE6D27B69D1}"/>
                  </a:ext>
                </a:extLst>
              </p:cNvPr>
              <p:cNvPicPr/>
              <p:nvPr/>
            </p:nvPicPr>
            <p:blipFill>
              <a:blip r:embed="rId56"/>
              <a:stretch>
                <a:fillRect/>
              </a:stretch>
            </p:blipFill>
            <p:spPr>
              <a:xfrm>
                <a:off x="2443248" y="1349784"/>
                <a:ext cx="251280" cy="293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7">
            <p14:nvContentPartPr>
              <p14:cNvPr id="31" name="Ink 30">
                <a:extLst>
                  <a:ext uri="{FF2B5EF4-FFF2-40B4-BE49-F238E27FC236}">
                    <a16:creationId xmlns:a16="http://schemas.microsoft.com/office/drawing/2014/main" id="{37280A22-A62B-9896-9555-59406BC2F988}"/>
                  </a:ext>
                </a:extLst>
              </p14:cNvPr>
              <p14:cNvContentPartPr/>
              <p14:nvPr/>
            </p14:nvContentPartPr>
            <p14:xfrm>
              <a:off x="2902248" y="1552464"/>
              <a:ext cx="448560" cy="77040"/>
            </p14:xfrm>
          </p:contentPart>
        </mc:Choice>
        <mc:Fallback xmlns="">
          <p:pic>
            <p:nvPicPr>
              <p:cNvPr id="31" name="Ink 30">
                <a:extLst>
                  <a:ext uri="{FF2B5EF4-FFF2-40B4-BE49-F238E27FC236}">
                    <a16:creationId xmlns:a16="http://schemas.microsoft.com/office/drawing/2014/main" id="{37280A22-A62B-9896-9555-59406BC2F988}"/>
                  </a:ext>
                </a:extLst>
              </p:cNvPr>
              <p:cNvPicPr/>
              <p:nvPr/>
            </p:nvPicPr>
            <p:blipFill>
              <a:blip r:embed="rId58"/>
              <a:stretch>
                <a:fillRect/>
              </a:stretch>
            </p:blipFill>
            <p:spPr>
              <a:xfrm>
                <a:off x="2893608" y="1543824"/>
                <a:ext cx="466200" cy="94680"/>
              </a:xfrm>
              <a:prstGeom prst="rect">
                <a:avLst/>
              </a:prstGeom>
            </p:spPr>
          </p:pic>
        </mc:Fallback>
      </mc:AlternateContent>
      <p:grpSp>
        <p:nvGrpSpPr>
          <p:cNvPr id="41" name="Group 40">
            <a:extLst>
              <a:ext uri="{FF2B5EF4-FFF2-40B4-BE49-F238E27FC236}">
                <a16:creationId xmlns:a16="http://schemas.microsoft.com/office/drawing/2014/main" id="{091C4ED8-4893-1AF4-F5B0-20C1606D4660}"/>
              </a:ext>
            </a:extLst>
          </p:cNvPr>
          <p:cNvGrpSpPr/>
          <p:nvPr/>
        </p:nvGrpSpPr>
        <p:grpSpPr>
          <a:xfrm>
            <a:off x="3562848" y="1408824"/>
            <a:ext cx="520200" cy="226440"/>
            <a:chOff x="3562848" y="1408824"/>
            <a:chExt cx="520200" cy="226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9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5C7DE88E-E304-668F-C8D1-173FDF97FB50}"/>
                    </a:ext>
                  </a:extLst>
                </p14:cNvPr>
                <p14:cNvContentPartPr/>
                <p14:nvPr/>
              </p14:nvContentPartPr>
              <p14:xfrm>
                <a:off x="3562848" y="1440144"/>
                <a:ext cx="272160" cy="19512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5C7DE88E-E304-668F-C8D1-173FDF97FB50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3554208" y="1431144"/>
                  <a:ext cx="289800" cy="21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6AB43874-CAA6-3549-B3E5-05ADE05AD07A}"/>
                    </a:ext>
                  </a:extLst>
                </p14:cNvPr>
                <p14:cNvContentPartPr/>
                <p14:nvPr/>
              </p14:nvContentPartPr>
              <p14:xfrm>
                <a:off x="3977208" y="1408824"/>
                <a:ext cx="105840" cy="21996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6AB43874-CAA6-3549-B3E5-05ADE05AD07A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3968208" y="1400184"/>
                  <a:ext cx="123480" cy="237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8FD2C889-1E87-A94B-073B-4BD656D24A39}"/>
              </a:ext>
            </a:extLst>
          </p:cNvPr>
          <p:cNvGrpSpPr/>
          <p:nvPr/>
        </p:nvGrpSpPr>
        <p:grpSpPr>
          <a:xfrm>
            <a:off x="4443048" y="1384704"/>
            <a:ext cx="461160" cy="203040"/>
            <a:chOff x="4443048" y="1384704"/>
            <a:chExt cx="461160" cy="203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3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0D3E2A40-4635-F868-61AB-27CCD310C63A}"/>
                    </a:ext>
                  </a:extLst>
                </p14:cNvPr>
                <p14:cNvContentPartPr/>
                <p14:nvPr/>
              </p14:nvContentPartPr>
              <p14:xfrm>
                <a:off x="4443048" y="1431144"/>
                <a:ext cx="193680" cy="15660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0D3E2A40-4635-F868-61AB-27CCD310C63A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4434048" y="1422504"/>
                  <a:ext cx="211320" cy="17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8A60D778-B6E1-D235-1B53-43B3D9DFF7A9}"/>
                    </a:ext>
                  </a:extLst>
                </p14:cNvPr>
                <p14:cNvContentPartPr/>
                <p14:nvPr/>
              </p14:nvContentPartPr>
              <p14:xfrm>
                <a:off x="4786488" y="1384704"/>
                <a:ext cx="117720" cy="20052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8A60D778-B6E1-D235-1B53-43B3D9DFF7A9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4777488" y="1375704"/>
                  <a:ext cx="135360" cy="2181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67">
            <p14:nvContentPartPr>
              <p14:cNvPr id="42" name="Ink 41">
                <a:extLst>
                  <a:ext uri="{FF2B5EF4-FFF2-40B4-BE49-F238E27FC236}">
                    <a16:creationId xmlns:a16="http://schemas.microsoft.com/office/drawing/2014/main" id="{E684E347-C946-7F2D-2479-D826163A6A53}"/>
                  </a:ext>
                </a:extLst>
              </p14:cNvPr>
              <p14:cNvContentPartPr/>
              <p14:nvPr/>
            </p14:nvContentPartPr>
            <p14:xfrm>
              <a:off x="2568888" y="1897704"/>
              <a:ext cx="181440" cy="193680"/>
            </p14:xfrm>
          </p:contentPart>
        </mc:Choice>
        <mc:Fallback xmlns="">
          <p:pic>
            <p:nvPicPr>
              <p:cNvPr id="42" name="Ink 41">
                <a:extLst>
                  <a:ext uri="{FF2B5EF4-FFF2-40B4-BE49-F238E27FC236}">
                    <a16:creationId xmlns:a16="http://schemas.microsoft.com/office/drawing/2014/main" id="{E684E347-C946-7F2D-2479-D826163A6A53}"/>
                  </a:ext>
                </a:extLst>
              </p:cNvPr>
              <p:cNvPicPr/>
              <p:nvPr/>
            </p:nvPicPr>
            <p:blipFill>
              <a:blip r:embed="rId68"/>
              <a:stretch>
                <a:fillRect/>
              </a:stretch>
            </p:blipFill>
            <p:spPr>
              <a:xfrm>
                <a:off x="2560248" y="1888704"/>
                <a:ext cx="199080" cy="211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9">
            <p14:nvContentPartPr>
              <p14:cNvPr id="43" name="Ink 42">
                <a:extLst>
                  <a:ext uri="{FF2B5EF4-FFF2-40B4-BE49-F238E27FC236}">
                    <a16:creationId xmlns:a16="http://schemas.microsoft.com/office/drawing/2014/main" id="{12B0EC52-7CDF-1150-D7A8-AFEB9905864B}"/>
                  </a:ext>
                </a:extLst>
              </p14:cNvPr>
              <p14:cNvContentPartPr/>
              <p14:nvPr/>
            </p14:nvContentPartPr>
            <p14:xfrm>
              <a:off x="3059208" y="2006424"/>
              <a:ext cx="408960" cy="79920"/>
            </p14:xfrm>
          </p:contentPart>
        </mc:Choice>
        <mc:Fallback xmlns="">
          <p:pic>
            <p:nvPicPr>
              <p:cNvPr id="43" name="Ink 42">
                <a:extLst>
                  <a:ext uri="{FF2B5EF4-FFF2-40B4-BE49-F238E27FC236}">
                    <a16:creationId xmlns:a16="http://schemas.microsoft.com/office/drawing/2014/main" id="{12B0EC52-7CDF-1150-D7A8-AFEB9905864B}"/>
                  </a:ext>
                </a:extLst>
              </p:cNvPr>
              <p:cNvPicPr/>
              <p:nvPr/>
            </p:nvPicPr>
            <p:blipFill>
              <a:blip r:embed="rId70"/>
              <a:stretch>
                <a:fillRect/>
              </a:stretch>
            </p:blipFill>
            <p:spPr>
              <a:xfrm>
                <a:off x="3050568" y="1997784"/>
                <a:ext cx="426600" cy="97560"/>
              </a:xfrm>
              <a:prstGeom prst="rect">
                <a:avLst/>
              </a:prstGeom>
            </p:spPr>
          </p:pic>
        </mc:Fallback>
      </mc:AlternateContent>
      <p:grpSp>
        <p:nvGrpSpPr>
          <p:cNvPr id="46" name="Group 45">
            <a:extLst>
              <a:ext uri="{FF2B5EF4-FFF2-40B4-BE49-F238E27FC236}">
                <a16:creationId xmlns:a16="http://schemas.microsoft.com/office/drawing/2014/main" id="{A96ECDD1-5AFC-0E3D-474C-8C36FA26D11E}"/>
              </a:ext>
            </a:extLst>
          </p:cNvPr>
          <p:cNvGrpSpPr/>
          <p:nvPr/>
        </p:nvGrpSpPr>
        <p:grpSpPr>
          <a:xfrm>
            <a:off x="3694968" y="1868904"/>
            <a:ext cx="438480" cy="207000"/>
            <a:chOff x="3694968" y="1868904"/>
            <a:chExt cx="438480" cy="207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1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32BFA802-4CD9-04EB-E8F4-8F3CC61BB4F5}"/>
                    </a:ext>
                  </a:extLst>
                </p14:cNvPr>
                <p14:cNvContentPartPr/>
                <p14:nvPr/>
              </p14:nvContentPartPr>
              <p14:xfrm>
                <a:off x="3694968" y="1914984"/>
                <a:ext cx="190440" cy="16092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32BFA802-4CD9-04EB-E8F4-8F3CC61BB4F5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3686328" y="1906344"/>
                  <a:ext cx="208080" cy="17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3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5DA557C0-A1FF-ACE9-E3CE-DC77797D84FA}"/>
                    </a:ext>
                  </a:extLst>
                </p14:cNvPr>
                <p14:cNvContentPartPr/>
                <p14:nvPr/>
              </p14:nvContentPartPr>
              <p14:xfrm>
                <a:off x="4015008" y="1868904"/>
                <a:ext cx="118440" cy="19620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5DA557C0-A1FF-ACE9-E3CE-DC77797D84FA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4006368" y="1860264"/>
                  <a:ext cx="136080" cy="2138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75">
            <p14:nvContentPartPr>
              <p14:cNvPr id="47" name="Ink 46">
                <a:extLst>
                  <a:ext uri="{FF2B5EF4-FFF2-40B4-BE49-F238E27FC236}">
                    <a16:creationId xmlns:a16="http://schemas.microsoft.com/office/drawing/2014/main" id="{3B73973F-E19F-8274-2B79-339D2A8D9963}"/>
                  </a:ext>
                </a:extLst>
              </p14:cNvPr>
              <p14:cNvContentPartPr/>
              <p14:nvPr/>
            </p14:nvContentPartPr>
            <p14:xfrm>
              <a:off x="2639448" y="2326464"/>
              <a:ext cx="156240" cy="216360"/>
            </p14:xfrm>
          </p:contentPart>
        </mc:Choice>
        <mc:Fallback xmlns="">
          <p:pic>
            <p:nvPicPr>
              <p:cNvPr id="47" name="Ink 46">
                <a:extLst>
                  <a:ext uri="{FF2B5EF4-FFF2-40B4-BE49-F238E27FC236}">
                    <a16:creationId xmlns:a16="http://schemas.microsoft.com/office/drawing/2014/main" id="{3B73973F-E19F-8274-2B79-339D2A8D9963}"/>
                  </a:ext>
                </a:extLst>
              </p:cNvPr>
              <p:cNvPicPr/>
              <p:nvPr/>
            </p:nvPicPr>
            <p:blipFill>
              <a:blip r:embed="rId76"/>
              <a:stretch>
                <a:fillRect/>
              </a:stretch>
            </p:blipFill>
            <p:spPr>
              <a:xfrm>
                <a:off x="2630808" y="2317824"/>
                <a:ext cx="173880" cy="234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7">
            <p14:nvContentPartPr>
              <p14:cNvPr id="48" name="Ink 47">
                <a:extLst>
                  <a:ext uri="{FF2B5EF4-FFF2-40B4-BE49-F238E27FC236}">
                    <a16:creationId xmlns:a16="http://schemas.microsoft.com/office/drawing/2014/main" id="{B606981D-5F72-1897-39BF-7F797F4098D8}"/>
                  </a:ext>
                </a:extLst>
              </p14:cNvPr>
              <p14:cNvContentPartPr/>
              <p14:nvPr/>
            </p14:nvContentPartPr>
            <p14:xfrm>
              <a:off x="3139128" y="2483064"/>
              <a:ext cx="469440" cy="97920"/>
            </p14:xfrm>
          </p:contentPart>
        </mc:Choice>
        <mc:Fallback xmlns="">
          <p:pic>
            <p:nvPicPr>
              <p:cNvPr id="48" name="Ink 47">
                <a:extLst>
                  <a:ext uri="{FF2B5EF4-FFF2-40B4-BE49-F238E27FC236}">
                    <a16:creationId xmlns:a16="http://schemas.microsoft.com/office/drawing/2014/main" id="{B606981D-5F72-1897-39BF-7F797F4098D8}"/>
                  </a:ext>
                </a:extLst>
              </p:cNvPr>
              <p:cNvPicPr/>
              <p:nvPr/>
            </p:nvPicPr>
            <p:blipFill>
              <a:blip r:embed="rId78"/>
              <a:stretch>
                <a:fillRect/>
              </a:stretch>
            </p:blipFill>
            <p:spPr>
              <a:xfrm>
                <a:off x="3130488" y="2474424"/>
                <a:ext cx="487080" cy="115560"/>
              </a:xfrm>
              <a:prstGeom prst="rect">
                <a:avLst/>
              </a:prstGeom>
            </p:spPr>
          </p:pic>
        </mc:Fallback>
      </mc:AlternateContent>
      <p:grpSp>
        <p:nvGrpSpPr>
          <p:cNvPr id="53" name="Group 52">
            <a:extLst>
              <a:ext uri="{FF2B5EF4-FFF2-40B4-BE49-F238E27FC236}">
                <a16:creationId xmlns:a16="http://schemas.microsoft.com/office/drawing/2014/main" id="{2CBF5168-3B7B-14BE-0133-907BAC2B91E6}"/>
              </a:ext>
            </a:extLst>
          </p:cNvPr>
          <p:cNvGrpSpPr/>
          <p:nvPr/>
        </p:nvGrpSpPr>
        <p:grpSpPr>
          <a:xfrm>
            <a:off x="3895488" y="2321784"/>
            <a:ext cx="658080" cy="233280"/>
            <a:chOff x="3895488" y="2321784"/>
            <a:chExt cx="658080" cy="233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9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08FA968B-7075-F60C-EA27-A5D60872276F}"/>
                    </a:ext>
                  </a:extLst>
                </p14:cNvPr>
                <p14:cNvContentPartPr/>
                <p14:nvPr/>
              </p14:nvContentPartPr>
              <p14:xfrm>
                <a:off x="3895488" y="2321784"/>
                <a:ext cx="251280" cy="23328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08FA968B-7075-F60C-EA27-A5D60872276F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3886848" y="2312784"/>
                  <a:ext cx="268920" cy="25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1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015FA88E-B9CE-BFE2-B55E-7B794FFF4615}"/>
                    </a:ext>
                  </a:extLst>
                </p14:cNvPr>
                <p14:cNvContentPartPr/>
                <p14:nvPr/>
              </p14:nvContentPartPr>
              <p14:xfrm>
                <a:off x="3962448" y="2458224"/>
                <a:ext cx="152280" cy="2772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015FA88E-B9CE-BFE2-B55E-7B794FFF4615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3953808" y="2449224"/>
                  <a:ext cx="169920" cy="4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3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4A46630C-ED44-7452-CD51-57DD3E217226}"/>
                    </a:ext>
                  </a:extLst>
                </p14:cNvPr>
                <p14:cNvContentPartPr/>
                <p14:nvPr/>
              </p14:nvContentPartPr>
              <p14:xfrm>
                <a:off x="4234248" y="2434104"/>
                <a:ext cx="103320" cy="7128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4A46630C-ED44-7452-CD51-57DD3E217226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4225248" y="2425104"/>
                  <a:ext cx="120960" cy="8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5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9BE1C6D4-3D94-9947-3D70-A29568FB44E8}"/>
                    </a:ext>
                  </a:extLst>
                </p14:cNvPr>
                <p14:cNvContentPartPr/>
                <p14:nvPr/>
              </p14:nvContentPartPr>
              <p14:xfrm>
                <a:off x="4367448" y="2421864"/>
                <a:ext cx="186120" cy="12708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9BE1C6D4-3D94-9947-3D70-A29568FB44E8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4358808" y="2412864"/>
                  <a:ext cx="203760" cy="144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0" name="Group 59">
            <a:extLst>
              <a:ext uri="{FF2B5EF4-FFF2-40B4-BE49-F238E27FC236}">
                <a16:creationId xmlns:a16="http://schemas.microsoft.com/office/drawing/2014/main" id="{A7DAD738-2B90-229D-8A36-F4AFAAFCFD10}"/>
              </a:ext>
            </a:extLst>
          </p:cNvPr>
          <p:cNvGrpSpPr/>
          <p:nvPr/>
        </p:nvGrpSpPr>
        <p:grpSpPr>
          <a:xfrm>
            <a:off x="4795128" y="2300904"/>
            <a:ext cx="352080" cy="204840"/>
            <a:chOff x="4795128" y="2300904"/>
            <a:chExt cx="352080" cy="204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7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78C636C9-7DC7-A31F-66BE-D2FA526E7B12}"/>
                    </a:ext>
                  </a:extLst>
                </p14:cNvPr>
                <p14:cNvContentPartPr/>
                <p14:nvPr/>
              </p14:nvContentPartPr>
              <p14:xfrm>
                <a:off x="4795128" y="2323944"/>
                <a:ext cx="187200" cy="15876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78C636C9-7DC7-A31F-66BE-D2FA526E7B12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4786128" y="2315304"/>
                  <a:ext cx="204840" cy="17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9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284B9151-A31F-2AA5-D611-3D121648F860}"/>
                    </a:ext>
                  </a:extLst>
                </p14:cNvPr>
                <p14:cNvContentPartPr/>
                <p14:nvPr/>
              </p14:nvContentPartPr>
              <p14:xfrm>
                <a:off x="5085648" y="2300904"/>
                <a:ext cx="61560" cy="20484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284B9151-A31F-2AA5-D611-3D121648F860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5077008" y="2292264"/>
                  <a:ext cx="79200" cy="222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8" name="Group 57">
            <a:extLst>
              <a:ext uri="{FF2B5EF4-FFF2-40B4-BE49-F238E27FC236}">
                <a16:creationId xmlns:a16="http://schemas.microsoft.com/office/drawing/2014/main" id="{1AD65EF8-B95F-3CCE-A028-F555592414EE}"/>
              </a:ext>
            </a:extLst>
          </p:cNvPr>
          <p:cNvGrpSpPr/>
          <p:nvPr/>
        </p:nvGrpSpPr>
        <p:grpSpPr>
          <a:xfrm>
            <a:off x="5409288" y="2262384"/>
            <a:ext cx="406800" cy="209520"/>
            <a:chOff x="5409288" y="2262384"/>
            <a:chExt cx="406800" cy="209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1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8FE494D9-1103-17A2-300E-9F23493DF6D7}"/>
                    </a:ext>
                  </a:extLst>
                </p14:cNvPr>
                <p14:cNvContentPartPr/>
                <p14:nvPr/>
              </p14:nvContentPartPr>
              <p14:xfrm>
                <a:off x="5409288" y="2318184"/>
                <a:ext cx="193320" cy="15372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8FE494D9-1103-17A2-300E-9F23493DF6D7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5400288" y="2309544"/>
                  <a:ext cx="210960" cy="17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3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4EE9E476-1A12-98EE-135F-E83FC06678BF}"/>
                    </a:ext>
                  </a:extLst>
                </p14:cNvPr>
                <p14:cNvContentPartPr/>
                <p14:nvPr/>
              </p14:nvContentPartPr>
              <p14:xfrm>
                <a:off x="5665608" y="2262384"/>
                <a:ext cx="150480" cy="19656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4EE9E476-1A12-98EE-135F-E83FC06678BF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5656968" y="2253384"/>
                  <a:ext cx="168120" cy="2142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95">
            <p14:nvContentPartPr>
              <p14:cNvPr id="65" name="Ink 64">
                <a:extLst>
                  <a:ext uri="{FF2B5EF4-FFF2-40B4-BE49-F238E27FC236}">
                    <a16:creationId xmlns:a16="http://schemas.microsoft.com/office/drawing/2014/main" id="{04A63DAD-4920-69F0-9B1F-0B440AE8CA42}"/>
                  </a:ext>
                </a:extLst>
              </p14:cNvPr>
              <p14:cNvContentPartPr/>
              <p14:nvPr/>
            </p14:nvContentPartPr>
            <p14:xfrm>
              <a:off x="3136608" y="2953224"/>
              <a:ext cx="372600" cy="43920"/>
            </p14:xfrm>
          </p:contentPart>
        </mc:Choice>
        <mc:Fallback xmlns="">
          <p:pic>
            <p:nvPicPr>
              <p:cNvPr id="65" name="Ink 64">
                <a:extLst>
                  <a:ext uri="{FF2B5EF4-FFF2-40B4-BE49-F238E27FC236}">
                    <a16:creationId xmlns:a16="http://schemas.microsoft.com/office/drawing/2014/main" id="{04A63DAD-4920-69F0-9B1F-0B440AE8CA42}"/>
                  </a:ext>
                </a:extLst>
              </p:cNvPr>
              <p:cNvPicPr/>
              <p:nvPr/>
            </p:nvPicPr>
            <p:blipFill>
              <a:blip r:embed="rId96"/>
              <a:stretch>
                <a:fillRect/>
              </a:stretch>
            </p:blipFill>
            <p:spPr>
              <a:xfrm>
                <a:off x="3127968" y="2944584"/>
                <a:ext cx="390240" cy="61560"/>
              </a:xfrm>
              <a:prstGeom prst="rect">
                <a:avLst/>
              </a:prstGeom>
            </p:spPr>
          </p:pic>
        </mc:Fallback>
      </mc:AlternateContent>
      <p:grpSp>
        <p:nvGrpSpPr>
          <p:cNvPr id="67" name="Group 66">
            <a:extLst>
              <a:ext uri="{FF2B5EF4-FFF2-40B4-BE49-F238E27FC236}">
                <a16:creationId xmlns:a16="http://schemas.microsoft.com/office/drawing/2014/main" id="{E0198E92-924F-3B15-8929-B88D6029BC31}"/>
              </a:ext>
            </a:extLst>
          </p:cNvPr>
          <p:cNvGrpSpPr/>
          <p:nvPr/>
        </p:nvGrpSpPr>
        <p:grpSpPr>
          <a:xfrm>
            <a:off x="2504808" y="2784024"/>
            <a:ext cx="426240" cy="272880"/>
            <a:chOff x="2504808" y="2784024"/>
            <a:chExt cx="426240" cy="272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7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31D1DA11-75E9-7D52-B5A6-3A07B13CA4A9}"/>
                    </a:ext>
                  </a:extLst>
                </p14:cNvPr>
                <p14:cNvContentPartPr/>
                <p14:nvPr/>
              </p14:nvContentPartPr>
              <p14:xfrm>
                <a:off x="2504808" y="2785464"/>
                <a:ext cx="189000" cy="20160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31D1DA11-75E9-7D52-B5A6-3A07B13CA4A9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2496168" y="2776464"/>
                  <a:ext cx="206640" cy="21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9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BCA92929-D73F-7A9F-C182-5EEE71F4B27D}"/>
                    </a:ext>
                  </a:extLst>
                </p14:cNvPr>
                <p14:cNvContentPartPr/>
                <p14:nvPr/>
              </p14:nvContentPartPr>
              <p14:xfrm>
                <a:off x="2821968" y="2784024"/>
                <a:ext cx="109080" cy="18000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BCA92929-D73F-7A9F-C182-5EEE71F4B27D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2813328" y="2775384"/>
                  <a:ext cx="126720" cy="19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1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42BFBA67-406A-6FC6-53AB-47269A6E2212}"/>
                    </a:ext>
                  </a:extLst>
                </p14:cNvPr>
                <p14:cNvContentPartPr/>
                <p14:nvPr/>
              </p14:nvContentPartPr>
              <p14:xfrm>
                <a:off x="2829528" y="2890584"/>
                <a:ext cx="33840" cy="16632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42BFBA67-406A-6FC6-53AB-47269A6E2212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2820528" y="2881584"/>
                  <a:ext cx="51480" cy="183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4" name="Group 93">
            <a:extLst>
              <a:ext uri="{FF2B5EF4-FFF2-40B4-BE49-F238E27FC236}">
                <a16:creationId xmlns:a16="http://schemas.microsoft.com/office/drawing/2014/main" id="{EC60F7EB-6778-E373-1BF6-438896EE192F}"/>
              </a:ext>
            </a:extLst>
          </p:cNvPr>
          <p:cNvGrpSpPr/>
          <p:nvPr/>
        </p:nvGrpSpPr>
        <p:grpSpPr>
          <a:xfrm>
            <a:off x="2626128" y="3238344"/>
            <a:ext cx="393120" cy="244440"/>
            <a:chOff x="2626128" y="3238344"/>
            <a:chExt cx="393120" cy="244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3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875A2894-7BE4-B6BB-1BC2-2CF6CAEEECB1}"/>
                    </a:ext>
                  </a:extLst>
                </p14:cNvPr>
                <p14:cNvContentPartPr/>
                <p14:nvPr/>
              </p14:nvContentPartPr>
              <p14:xfrm>
                <a:off x="2626128" y="3280824"/>
                <a:ext cx="123840" cy="20196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875A2894-7BE4-B6BB-1BC2-2CF6CAEEECB1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2617128" y="3272184"/>
                  <a:ext cx="141480" cy="21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5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C129BFF3-1DE2-DCED-429D-FC28D28DA77D}"/>
                    </a:ext>
                  </a:extLst>
                </p14:cNvPr>
                <p14:cNvContentPartPr/>
                <p14:nvPr/>
              </p14:nvContentPartPr>
              <p14:xfrm>
                <a:off x="2900808" y="3238344"/>
                <a:ext cx="118440" cy="20736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C129BFF3-1DE2-DCED-429D-FC28D28DA77D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2892168" y="3229344"/>
                  <a:ext cx="136080" cy="225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07">
            <p14:nvContentPartPr>
              <p14:cNvPr id="93" name="Ink 92">
                <a:extLst>
                  <a:ext uri="{FF2B5EF4-FFF2-40B4-BE49-F238E27FC236}">
                    <a16:creationId xmlns:a16="http://schemas.microsoft.com/office/drawing/2014/main" id="{BBB490F9-E451-B328-AD4B-D71A5CC491BF}"/>
                  </a:ext>
                </a:extLst>
              </p14:cNvPr>
              <p14:cNvContentPartPr/>
              <p14:nvPr/>
            </p14:nvContentPartPr>
            <p14:xfrm>
              <a:off x="3243168" y="3373344"/>
              <a:ext cx="270720" cy="92160"/>
            </p14:xfrm>
          </p:contentPart>
        </mc:Choice>
        <mc:Fallback xmlns="">
          <p:pic>
            <p:nvPicPr>
              <p:cNvPr id="93" name="Ink 92">
                <a:extLst>
                  <a:ext uri="{FF2B5EF4-FFF2-40B4-BE49-F238E27FC236}">
                    <a16:creationId xmlns:a16="http://schemas.microsoft.com/office/drawing/2014/main" id="{BBB490F9-E451-B328-AD4B-D71A5CC491BF}"/>
                  </a:ext>
                </a:extLst>
              </p:cNvPr>
              <p:cNvPicPr/>
              <p:nvPr/>
            </p:nvPicPr>
            <p:blipFill>
              <a:blip r:embed="rId108"/>
              <a:stretch>
                <a:fillRect/>
              </a:stretch>
            </p:blipFill>
            <p:spPr>
              <a:xfrm>
                <a:off x="3234168" y="3364704"/>
                <a:ext cx="288360" cy="109800"/>
              </a:xfrm>
              <a:prstGeom prst="rect">
                <a:avLst/>
              </a:prstGeom>
            </p:spPr>
          </p:pic>
        </mc:Fallback>
      </mc:AlternateContent>
      <p:grpSp>
        <p:nvGrpSpPr>
          <p:cNvPr id="114" name="Group 113">
            <a:extLst>
              <a:ext uri="{FF2B5EF4-FFF2-40B4-BE49-F238E27FC236}">
                <a16:creationId xmlns:a16="http://schemas.microsoft.com/office/drawing/2014/main" id="{1F18A567-DDF3-6B03-9E90-8F745BA0963F}"/>
              </a:ext>
            </a:extLst>
          </p:cNvPr>
          <p:cNvGrpSpPr/>
          <p:nvPr/>
        </p:nvGrpSpPr>
        <p:grpSpPr>
          <a:xfrm>
            <a:off x="3741768" y="2719944"/>
            <a:ext cx="3957840" cy="855000"/>
            <a:chOff x="3741768" y="2719944"/>
            <a:chExt cx="3957840" cy="855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9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A944DBA5-A2E2-70DD-C2A4-756C371FBBEC}"/>
                    </a:ext>
                  </a:extLst>
                </p14:cNvPr>
                <p14:cNvContentPartPr/>
                <p14:nvPr/>
              </p14:nvContentPartPr>
              <p14:xfrm>
                <a:off x="6508008" y="2742624"/>
                <a:ext cx="105840" cy="21780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A944DBA5-A2E2-70DD-C2A4-756C371FBBEC}"/>
                    </a:ext>
                  </a:extLst>
                </p:cNvPr>
                <p:cNvPicPr/>
                <p:nvPr/>
              </p:nvPicPr>
              <p:blipFill>
                <a:blip r:embed="rId110"/>
                <a:stretch>
                  <a:fillRect/>
                </a:stretch>
              </p:blipFill>
              <p:spPr>
                <a:xfrm>
                  <a:off x="6499368" y="2733624"/>
                  <a:ext cx="123480" cy="23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1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97E7CEE7-1A87-4DDA-8762-36898FE5F6AE}"/>
                    </a:ext>
                  </a:extLst>
                </p14:cNvPr>
                <p14:cNvContentPartPr/>
                <p14:nvPr/>
              </p14:nvContentPartPr>
              <p14:xfrm>
                <a:off x="6697728" y="2730384"/>
                <a:ext cx="162360" cy="21276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97E7CEE7-1A87-4DDA-8762-36898FE5F6AE}"/>
                    </a:ext>
                  </a:extLst>
                </p:cNvPr>
                <p:cNvPicPr/>
                <p:nvPr/>
              </p:nvPicPr>
              <p:blipFill>
                <a:blip r:embed="rId112"/>
                <a:stretch>
                  <a:fillRect/>
                </a:stretch>
              </p:blipFill>
              <p:spPr>
                <a:xfrm>
                  <a:off x="6688728" y="2721384"/>
                  <a:ext cx="180000" cy="23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3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5E16A1F9-0E91-E2AC-52A9-DC14B79D7176}"/>
                    </a:ext>
                  </a:extLst>
                </p14:cNvPr>
                <p14:cNvContentPartPr/>
                <p14:nvPr/>
              </p14:nvContentPartPr>
              <p14:xfrm>
                <a:off x="6361488" y="2723184"/>
                <a:ext cx="241560" cy="39564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5E16A1F9-0E91-E2AC-52A9-DC14B79D7176}"/>
                    </a:ext>
                  </a:extLst>
                </p:cNvPr>
                <p:cNvPicPr/>
                <p:nvPr/>
              </p:nvPicPr>
              <p:blipFill>
                <a:blip r:embed="rId114"/>
                <a:stretch>
                  <a:fillRect/>
                </a:stretch>
              </p:blipFill>
              <p:spPr>
                <a:xfrm>
                  <a:off x="6352848" y="2714184"/>
                  <a:ext cx="259200" cy="41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5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A678AF93-C330-20A0-DCF7-615E0832D9DD}"/>
                    </a:ext>
                  </a:extLst>
                </p14:cNvPr>
                <p14:cNvContentPartPr/>
                <p14:nvPr/>
              </p14:nvContentPartPr>
              <p14:xfrm>
                <a:off x="6686568" y="2719944"/>
                <a:ext cx="457920" cy="51048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A678AF93-C330-20A0-DCF7-615E0832D9DD}"/>
                    </a:ext>
                  </a:extLst>
                </p:cNvPr>
                <p:cNvPicPr/>
                <p:nvPr/>
              </p:nvPicPr>
              <p:blipFill>
                <a:blip r:embed="rId116"/>
                <a:stretch>
                  <a:fillRect/>
                </a:stretch>
              </p:blipFill>
              <p:spPr>
                <a:xfrm>
                  <a:off x="6677568" y="2711304"/>
                  <a:ext cx="475560" cy="52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7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9CD9B0D9-4D5B-5E19-466E-192E22D63EC1}"/>
                    </a:ext>
                  </a:extLst>
                </p14:cNvPr>
                <p14:cNvContentPartPr/>
                <p14:nvPr/>
              </p14:nvContentPartPr>
              <p14:xfrm>
                <a:off x="3741768" y="2829744"/>
                <a:ext cx="78480" cy="29628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9CD9B0D9-4D5B-5E19-466E-192E22D63EC1}"/>
                    </a:ext>
                  </a:extLst>
                </p:cNvPr>
                <p:cNvPicPr/>
                <p:nvPr/>
              </p:nvPicPr>
              <p:blipFill>
                <a:blip r:embed="rId118"/>
                <a:stretch>
                  <a:fillRect/>
                </a:stretch>
              </p:blipFill>
              <p:spPr>
                <a:xfrm>
                  <a:off x="3733128" y="2820744"/>
                  <a:ext cx="96120" cy="31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9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BE825CBB-C3B9-CFB8-0167-D53721A8E8FF}"/>
                    </a:ext>
                  </a:extLst>
                </p14:cNvPr>
                <p14:cNvContentPartPr/>
                <p14:nvPr/>
              </p14:nvContentPartPr>
              <p14:xfrm>
                <a:off x="3895488" y="2908944"/>
                <a:ext cx="124920" cy="12240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BE825CBB-C3B9-CFB8-0167-D53721A8E8FF}"/>
                    </a:ext>
                  </a:extLst>
                </p:cNvPr>
                <p:cNvPicPr/>
                <p:nvPr/>
              </p:nvPicPr>
              <p:blipFill>
                <a:blip r:embed="rId120"/>
                <a:stretch>
                  <a:fillRect/>
                </a:stretch>
              </p:blipFill>
              <p:spPr>
                <a:xfrm>
                  <a:off x="3886848" y="2900304"/>
                  <a:ext cx="142560" cy="14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1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6556FFC8-E4D0-8DBD-23FC-4B8A7B1BAA43}"/>
                    </a:ext>
                  </a:extLst>
                </p14:cNvPr>
                <p14:cNvContentPartPr/>
                <p14:nvPr/>
              </p14:nvContentPartPr>
              <p14:xfrm>
                <a:off x="4071888" y="2872224"/>
                <a:ext cx="156600" cy="13968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6556FFC8-E4D0-8DBD-23FC-4B8A7B1BAA43}"/>
                    </a:ext>
                  </a:extLst>
                </p:cNvPr>
                <p:cNvPicPr/>
                <p:nvPr/>
              </p:nvPicPr>
              <p:blipFill>
                <a:blip r:embed="rId122"/>
                <a:stretch>
                  <a:fillRect/>
                </a:stretch>
              </p:blipFill>
              <p:spPr>
                <a:xfrm>
                  <a:off x="4062888" y="2863584"/>
                  <a:ext cx="174240" cy="15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3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C2EF898F-7BB5-552A-BED8-C4777BE2D14D}"/>
                    </a:ext>
                  </a:extLst>
                </p14:cNvPr>
                <p14:cNvContentPartPr/>
                <p14:nvPr/>
              </p14:nvContentPartPr>
              <p14:xfrm>
                <a:off x="4205808" y="2906064"/>
                <a:ext cx="105120" cy="2628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C2EF898F-7BB5-552A-BED8-C4777BE2D14D}"/>
                    </a:ext>
                  </a:extLst>
                </p:cNvPr>
                <p:cNvPicPr/>
                <p:nvPr/>
              </p:nvPicPr>
              <p:blipFill>
                <a:blip r:embed="rId124"/>
                <a:stretch>
                  <a:fillRect/>
                </a:stretch>
              </p:blipFill>
              <p:spPr>
                <a:xfrm>
                  <a:off x="4197168" y="2897424"/>
                  <a:ext cx="122760" cy="4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5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DCCBB495-A52C-7EF6-553D-55EEA2707A58}"/>
                    </a:ext>
                  </a:extLst>
                </p14:cNvPr>
                <p14:cNvContentPartPr/>
                <p14:nvPr/>
              </p14:nvContentPartPr>
              <p14:xfrm>
                <a:off x="4265208" y="2840904"/>
                <a:ext cx="159480" cy="23472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DCCBB495-A52C-7EF6-553D-55EEA2707A58}"/>
                    </a:ext>
                  </a:extLst>
                </p:cNvPr>
                <p:cNvPicPr/>
                <p:nvPr/>
              </p:nvPicPr>
              <p:blipFill>
                <a:blip r:embed="rId126"/>
                <a:stretch>
                  <a:fillRect/>
                </a:stretch>
              </p:blipFill>
              <p:spPr>
                <a:xfrm>
                  <a:off x="4256568" y="2831904"/>
                  <a:ext cx="177120" cy="25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7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684B33B8-2559-CDE1-C446-E928BCC0D324}"/>
                    </a:ext>
                  </a:extLst>
                </p14:cNvPr>
                <p14:cNvContentPartPr/>
                <p14:nvPr/>
              </p14:nvContentPartPr>
              <p14:xfrm>
                <a:off x="4681008" y="2828304"/>
                <a:ext cx="114120" cy="30816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684B33B8-2559-CDE1-C446-E928BCC0D324}"/>
                    </a:ext>
                  </a:extLst>
                </p:cNvPr>
                <p:cNvPicPr/>
                <p:nvPr/>
              </p:nvPicPr>
              <p:blipFill>
                <a:blip r:embed="rId128"/>
                <a:stretch>
                  <a:fillRect/>
                </a:stretch>
              </p:blipFill>
              <p:spPr>
                <a:xfrm>
                  <a:off x="4672368" y="2819664"/>
                  <a:ext cx="131760" cy="32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9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1A2F9830-F947-0E2D-CC17-0B3A2CC5A051}"/>
                    </a:ext>
                  </a:extLst>
                </p14:cNvPr>
                <p14:cNvContentPartPr/>
                <p14:nvPr/>
              </p14:nvContentPartPr>
              <p14:xfrm>
                <a:off x="4877208" y="2844144"/>
                <a:ext cx="180000" cy="21888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1A2F9830-F947-0E2D-CC17-0B3A2CC5A051}"/>
                    </a:ext>
                  </a:extLst>
                </p:cNvPr>
                <p:cNvPicPr/>
                <p:nvPr/>
              </p:nvPicPr>
              <p:blipFill>
                <a:blip r:embed="rId130"/>
                <a:stretch>
                  <a:fillRect/>
                </a:stretch>
              </p:blipFill>
              <p:spPr>
                <a:xfrm>
                  <a:off x="4868568" y="2835144"/>
                  <a:ext cx="197640" cy="23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1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CDAE905D-3435-9385-1095-485CD110A0FA}"/>
                    </a:ext>
                  </a:extLst>
                </p14:cNvPr>
                <p14:cNvContentPartPr/>
                <p14:nvPr/>
              </p14:nvContentPartPr>
              <p14:xfrm>
                <a:off x="4911048" y="2983104"/>
                <a:ext cx="151200" cy="1404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CDAE905D-3435-9385-1095-485CD110A0FA}"/>
                    </a:ext>
                  </a:extLst>
                </p:cNvPr>
                <p:cNvPicPr/>
                <p:nvPr/>
              </p:nvPicPr>
              <p:blipFill>
                <a:blip r:embed="rId132"/>
                <a:stretch>
                  <a:fillRect/>
                </a:stretch>
              </p:blipFill>
              <p:spPr>
                <a:xfrm>
                  <a:off x="4902048" y="2974464"/>
                  <a:ext cx="168840" cy="3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3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37846CB0-3398-2097-A297-F40D90C5FF00}"/>
                    </a:ext>
                  </a:extLst>
                </p14:cNvPr>
                <p14:cNvContentPartPr/>
                <p14:nvPr/>
              </p14:nvContentPartPr>
              <p14:xfrm>
                <a:off x="5114808" y="2850984"/>
                <a:ext cx="107280" cy="20952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37846CB0-3398-2097-A297-F40D90C5FF00}"/>
                    </a:ext>
                  </a:extLst>
                </p:cNvPr>
                <p:cNvPicPr/>
                <p:nvPr/>
              </p:nvPicPr>
              <p:blipFill>
                <a:blip r:embed="rId134"/>
                <a:stretch>
                  <a:fillRect/>
                </a:stretch>
              </p:blipFill>
              <p:spPr>
                <a:xfrm>
                  <a:off x="5105808" y="2842344"/>
                  <a:ext cx="124920" cy="22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5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7B7111E9-A417-4114-C85B-8DBB62DB284A}"/>
                    </a:ext>
                  </a:extLst>
                </p14:cNvPr>
                <p14:cNvContentPartPr/>
                <p14:nvPr/>
              </p14:nvContentPartPr>
              <p14:xfrm>
                <a:off x="5159088" y="2823984"/>
                <a:ext cx="218160" cy="38592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7B7111E9-A417-4114-C85B-8DBB62DB284A}"/>
                    </a:ext>
                  </a:extLst>
                </p:cNvPr>
                <p:cNvPicPr/>
                <p:nvPr/>
              </p:nvPicPr>
              <p:blipFill>
                <a:blip r:embed="rId136"/>
                <a:stretch>
                  <a:fillRect/>
                </a:stretch>
              </p:blipFill>
              <p:spPr>
                <a:xfrm>
                  <a:off x="5150088" y="2814984"/>
                  <a:ext cx="235800" cy="40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7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9F22F12F-A445-B9EF-182D-E1ACD42859D3}"/>
                    </a:ext>
                  </a:extLst>
                </p14:cNvPr>
                <p14:cNvContentPartPr/>
                <p14:nvPr/>
              </p14:nvContentPartPr>
              <p14:xfrm>
                <a:off x="5543568" y="2808144"/>
                <a:ext cx="232920" cy="21456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9F22F12F-A445-B9EF-182D-E1ACD42859D3}"/>
                    </a:ext>
                  </a:extLst>
                </p:cNvPr>
                <p:cNvPicPr/>
                <p:nvPr/>
              </p:nvPicPr>
              <p:blipFill>
                <a:blip r:embed="rId138"/>
                <a:stretch>
                  <a:fillRect/>
                </a:stretch>
              </p:blipFill>
              <p:spPr>
                <a:xfrm>
                  <a:off x="5534568" y="2799504"/>
                  <a:ext cx="250560" cy="23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9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C24E7993-871C-B7F0-3B79-0431524B6BB8}"/>
                    </a:ext>
                  </a:extLst>
                </p14:cNvPr>
                <p14:cNvContentPartPr/>
                <p14:nvPr/>
              </p14:nvContentPartPr>
              <p14:xfrm>
                <a:off x="5861808" y="2900304"/>
                <a:ext cx="58680" cy="9864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C24E7993-871C-B7F0-3B79-0431524B6BB8}"/>
                    </a:ext>
                  </a:extLst>
                </p:cNvPr>
                <p:cNvPicPr/>
                <p:nvPr/>
              </p:nvPicPr>
              <p:blipFill>
                <a:blip r:embed="rId140"/>
                <a:stretch>
                  <a:fillRect/>
                </a:stretch>
              </p:blipFill>
              <p:spPr>
                <a:xfrm>
                  <a:off x="5853168" y="2891664"/>
                  <a:ext cx="76320" cy="11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1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F4DF79B6-069B-89FD-967A-949E0FD6C1F2}"/>
                    </a:ext>
                  </a:extLst>
                </p14:cNvPr>
                <p14:cNvContentPartPr/>
                <p14:nvPr/>
              </p14:nvContentPartPr>
              <p14:xfrm>
                <a:off x="6007248" y="2919384"/>
                <a:ext cx="101520" cy="90000"/>
              </p14:xfrm>
            </p:contentPart>
          </mc:Choice>
          <mc:Fallback xmlns=""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F4DF79B6-069B-89FD-967A-949E0FD6C1F2}"/>
                    </a:ext>
                  </a:extLst>
                </p:cNvPr>
                <p:cNvPicPr/>
                <p:nvPr/>
              </p:nvPicPr>
              <p:blipFill>
                <a:blip r:embed="rId142"/>
                <a:stretch>
                  <a:fillRect/>
                </a:stretch>
              </p:blipFill>
              <p:spPr>
                <a:xfrm>
                  <a:off x="5998248" y="2910744"/>
                  <a:ext cx="119160" cy="10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3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CACE44AE-4188-310A-A484-5C08C01783E1}"/>
                    </a:ext>
                  </a:extLst>
                </p14:cNvPr>
                <p14:cNvContentPartPr/>
                <p14:nvPr/>
              </p14:nvContentPartPr>
              <p14:xfrm>
                <a:off x="6162768" y="2922264"/>
                <a:ext cx="139320" cy="6768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CACE44AE-4188-310A-A484-5C08C01783E1}"/>
                    </a:ext>
                  </a:extLst>
                </p:cNvPr>
                <p:cNvPicPr/>
                <p:nvPr/>
              </p:nvPicPr>
              <p:blipFill>
                <a:blip r:embed="rId144"/>
                <a:stretch>
                  <a:fillRect/>
                </a:stretch>
              </p:blipFill>
              <p:spPr>
                <a:xfrm>
                  <a:off x="6153768" y="2913264"/>
                  <a:ext cx="156960" cy="8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5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BD085BB9-5131-1711-750B-083948226CE4}"/>
                    </a:ext>
                  </a:extLst>
                </p14:cNvPr>
                <p14:cNvContentPartPr/>
                <p14:nvPr/>
              </p14:nvContentPartPr>
              <p14:xfrm>
                <a:off x="3816288" y="3286944"/>
                <a:ext cx="121680" cy="183600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BD085BB9-5131-1711-750B-083948226CE4}"/>
                    </a:ext>
                  </a:extLst>
                </p:cNvPr>
                <p:cNvPicPr/>
                <p:nvPr/>
              </p:nvPicPr>
              <p:blipFill>
                <a:blip r:embed="rId146"/>
                <a:stretch>
                  <a:fillRect/>
                </a:stretch>
              </p:blipFill>
              <p:spPr>
                <a:xfrm>
                  <a:off x="3807288" y="3278304"/>
                  <a:ext cx="139320" cy="20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7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33164FBE-6B09-436D-2D9C-0CA6721E57CE}"/>
                    </a:ext>
                  </a:extLst>
                </p14:cNvPr>
                <p14:cNvContentPartPr/>
                <p14:nvPr/>
              </p14:nvContentPartPr>
              <p14:xfrm>
                <a:off x="4001328" y="3228984"/>
                <a:ext cx="341640" cy="197640"/>
              </p14:xfrm>
            </p:contentPart>
          </mc:Choice>
          <mc:Fallback xmlns=""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33164FBE-6B09-436D-2D9C-0CA6721E57CE}"/>
                    </a:ext>
                  </a:extLst>
                </p:cNvPr>
                <p:cNvPicPr/>
                <p:nvPr/>
              </p:nvPicPr>
              <p:blipFill>
                <a:blip r:embed="rId148"/>
                <a:stretch>
                  <a:fillRect/>
                </a:stretch>
              </p:blipFill>
              <p:spPr>
                <a:xfrm>
                  <a:off x="3992328" y="3219984"/>
                  <a:ext cx="359280" cy="21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9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8CE241ED-5E48-22E9-613B-4833A9871152}"/>
                    </a:ext>
                  </a:extLst>
                </p14:cNvPr>
                <p14:cNvContentPartPr/>
                <p14:nvPr/>
              </p14:nvContentPartPr>
              <p14:xfrm>
                <a:off x="4574448" y="3234384"/>
                <a:ext cx="146880" cy="285480"/>
              </p14:xfrm>
            </p:contentPart>
          </mc:Choice>
          <mc:Fallback xmlns=""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8CE241ED-5E48-22E9-613B-4833A9871152}"/>
                    </a:ext>
                  </a:extLst>
                </p:cNvPr>
                <p:cNvPicPr/>
                <p:nvPr/>
              </p:nvPicPr>
              <p:blipFill>
                <a:blip r:embed="rId150"/>
                <a:stretch>
                  <a:fillRect/>
                </a:stretch>
              </p:blipFill>
              <p:spPr>
                <a:xfrm>
                  <a:off x="4565448" y="3225384"/>
                  <a:ext cx="164520" cy="30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1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3F1820AE-D236-7219-5433-D756EC0BBE86}"/>
                    </a:ext>
                  </a:extLst>
                </p14:cNvPr>
                <p14:cNvContentPartPr/>
                <p14:nvPr/>
              </p14:nvContentPartPr>
              <p14:xfrm>
                <a:off x="4782168" y="3298104"/>
                <a:ext cx="142200" cy="130680"/>
              </p14:xfrm>
            </p:contentPart>
          </mc:Choice>
          <mc:Fallback xmlns=""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3F1820AE-D236-7219-5433-D756EC0BBE86}"/>
                    </a:ext>
                  </a:extLst>
                </p:cNvPr>
                <p:cNvPicPr/>
                <p:nvPr/>
              </p:nvPicPr>
              <p:blipFill>
                <a:blip r:embed="rId152"/>
                <a:stretch>
                  <a:fillRect/>
                </a:stretch>
              </p:blipFill>
              <p:spPr>
                <a:xfrm>
                  <a:off x="4773528" y="3289464"/>
                  <a:ext cx="159840" cy="14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3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DB11914A-0593-8572-086C-10AEB94D4815}"/>
                    </a:ext>
                  </a:extLst>
                </p14:cNvPr>
                <p14:cNvContentPartPr/>
                <p14:nvPr/>
              </p14:nvContentPartPr>
              <p14:xfrm>
                <a:off x="4988808" y="3274344"/>
                <a:ext cx="86760" cy="139320"/>
              </p14:xfrm>
            </p:contentPart>
          </mc:Choice>
          <mc:Fallback xmlns=""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DB11914A-0593-8572-086C-10AEB94D4815}"/>
                    </a:ext>
                  </a:extLst>
                </p:cNvPr>
                <p:cNvPicPr/>
                <p:nvPr/>
              </p:nvPicPr>
              <p:blipFill>
                <a:blip r:embed="rId154"/>
                <a:stretch>
                  <a:fillRect/>
                </a:stretch>
              </p:blipFill>
              <p:spPr>
                <a:xfrm>
                  <a:off x="4979808" y="3265704"/>
                  <a:ext cx="104400" cy="15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5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C98317A0-5FC1-3DCA-4B39-B7C720D83D21}"/>
                    </a:ext>
                  </a:extLst>
                </p14:cNvPr>
                <p14:cNvContentPartPr/>
                <p14:nvPr/>
              </p14:nvContentPartPr>
              <p14:xfrm>
                <a:off x="5000688" y="3276144"/>
                <a:ext cx="218160" cy="298800"/>
              </p14:xfrm>
            </p:contentPart>
          </mc:Choice>
          <mc:Fallback xmlns=""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C98317A0-5FC1-3DCA-4B39-B7C720D83D21}"/>
                    </a:ext>
                  </a:extLst>
                </p:cNvPr>
                <p:cNvPicPr/>
                <p:nvPr/>
              </p:nvPicPr>
              <p:blipFill>
                <a:blip r:embed="rId156"/>
                <a:stretch>
                  <a:fillRect/>
                </a:stretch>
              </p:blipFill>
              <p:spPr>
                <a:xfrm>
                  <a:off x="4992048" y="3267504"/>
                  <a:ext cx="235800" cy="31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7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28CE03EA-7409-664E-CAAE-0FCE318CFF2F}"/>
                    </a:ext>
                  </a:extLst>
                </p14:cNvPr>
                <p14:cNvContentPartPr/>
                <p14:nvPr/>
              </p14:nvContentPartPr>
              <p14:xfrm>
                <a:off x="5452488" y="3244104"/>
                <a:ext cx="156240" cy="313560"/>
              </p14:xfrm>
            </p:contentPart>
          </mc:Choice>
          <mc:Fallback xmlns=""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28CE03EA-7409-664E-CAAE-0FCE318CFF2F}"/>
                    </a:ext>
                  </a:extLst>
                </p:cNvPr>
                <p:cNvPicPr/>
                <p:nvPr/>
              </p:nvPicPr>
              <p:blipFill>
                <a:blip r:embed="rId158"/>
                <a:stretch>
                  <a:fillRect/>
                </a:stretch>
              </p:blipFill>
              <p:spPr>
                <a:xfrm>
                  <a:off x="5443848" y="3235104"/>
                  <a:ext cx="173880" cy="33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9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0AC4D9D8-7DFB-DFF2-FE02-9611E95F050A}"/>
                    </a:ext>
                  </a:extLst>
                </p14:cNvPr>
                <p14:cNvContentPartPr/>
                <p14:nvPr/>
              </p14:nvContentPartPr>
              <p14:xfrm>
                <a:off x="5778648" y="3292344"/>
                <a:ext cx="205200" cy="142920"/>
              </p14:xfrm>
            </p:contentPart>
          </mc:Choice>
          <mc:Fallback xmlns=""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0AC4D9D8-7DFB-DFF2-FE02-9611E95F050A}"/>
                    </a:ext>
                  </a:extLst>
                </p:cNvPr>
                <p:cNvPicPr/>
                <p:nvPr/>
              </p:nvPicPr>
              <p:blipFill>
                <a:blip r:embed="rId160"/>
                <a:stretch>
                  <a:fillRect/>
                </a:stretch>
              </p:blipFill>
              <p:spPr>
                <a:xfrm>
                  <a:off x="5770008" y="3283704"/>
                  <a:ext cx="222840" cy="16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1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E157FAC1-5660-1A57-5A50-494FFA87BE63}"/>
                    </a:ext>
                  </a:extLst>
                </p14:cNvPr>
                <p14:cNvContentPartPr/>
                <p14:nvPr/>
              </p14:nvContentPartPr>
              <p14:xfrm>
                <a:off x="6056208" y="3265704"/>
                <a:ext cx="59760" cy="174600"/>
              </p14:xfrm>
            </p:contentPart>
          </mc:Choice>
          <mc:Fallback xmlns=""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E157FAC1-5660-1A57-5A50-494FFA87BE63}"/>
                    </a:ext>
                  </a:extLst>
                </p:cNvPr>
                <p:cNvPicPr/>
                <p:nvPr/>
              </p:nvPicPr>
              <p:blipFill>
                <a:blip r:embed="rId162"/>
                <a:stretch>
                  <a:fillRect/>
                </a:stretch>
              </p:blipFill>
              <p:spPr>
                <a:xfrm>
                  <a:off x="6047208" y="3257064"/>
                  <a:ext cx="77400" cy="19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3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94FCE7C5-103B-7167-9745-A700FFE40C45}"/>
                    </a:ext>
                  </a:extLst>
                </p14:cNvPr>
                <p14:cNvContentPartPr/>
                <p14:nvPr/>
              </p14:nvContentPartPr>
              <p14:xfrm>
                <a:off x="6083928" y="3251304"/>
                <a:ext cx="146160" cy="287640"/>
              </p14:xfrm>
            </p:contentPart>
          </mc:Choice>
          <mc:Fallback xmlns=""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94FCE7C5-103B-7167-9745-A700FFE40C45}"/>
                    </a:ext>
                  </a:extLst>
                </p:cNvPr>
                <p:cNvPicPr/>
                <p:nvPr/>
              </p:nvPicPr>
              <p:blipFill>
                <a:blip r:embed="rId164"/>
                <a:stretch>
                  <a:fillRect/>
                </a:stretch>
              </p:blipFill>
              <p:spPr>
                <a:xfrm>
                  <a:off x="6074928" y="3242304"/>
                  <a:ext cx="163800" cy="30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5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B0B3DF55-4D44-AEA3-5BEE-EFE614CF8D82}"/>
                    </a:ext>
                  </a:extLst>
                </p14:cNvPr>
                <p14:cNvContentPartPr/>
                <p14:nvPr/>
              </p14:nvContentPartPr>
              <p14:xfrm>
                <a:off x="6544008" y="3224304"/>
                <a:ext cx="174600" cy="320400"/>
              </p14:xfrm>
            </p:contentPart>
          </mc:Choice>
          <mc:Fallback xmlns=""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B0B3DF55-4D44-AEA3-5BEE-EFE614CF8D82}"/>
                    </a:ext>
                  </a:extLst>
                </p:cNvPr>
                <p:cNvPicPr/>
                <p:nvPr/>
              </p:nvPicPr>
              <p:blipFill>
                <a:blip r:embed="rId166"/>
                <a:stretch>
                  <a:fillRect/>
                </a:stretch>
              </p:blipFill>
              <p:spPr>
                <a:xfrm>
                  <a:off x="6535368" y="3215304"/>
                  <a:ext cx="192240" cy="33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7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DD381C82-F56E-5818-229A-6C0E502ED1D3}"/>
                    </a:ext>
                  </a:extLst>
                </p14:cNvPr>
                <p14:cNvContentPartPr/>
                <p14:nvPr/>
              </p14:nvContentPartPr>
              <p14:xfrm>
                <a:off x="6806808" y="3218904"/>
                <a:ext cx="97560" cy="214560"/>
              </p14:xfrm>
            </p:contentPart>
          </mc:Choice>
          <mc:Fallback xmlns=""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DD381C82-F56E-5818-229A-6C0E502ED1D3}"/>
                    </a:ext>
                  </a:extLst>
                </p:cNvPr>
                <p:cNvPicPr/>
                <p:nvPr/>
              </p:nvPicPr>
              <p:blipFill>
                <a:blip r:embed="rId168"/>
                <a:stretch>
                  <a:fillRect/>
                </a:stretch>
              </p:blipFill>
              <p:spPr>
                <a:xfrm>
                  <a:off x="6798168" y="3210264"/>
                  <a:ext cx="115200" cy="23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9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9547EDBA-240E-7C2E-1CEA-AB87A7DCA273}"/>
                    </a:ext>
                  </a:extLst>
                </p14:cNvPr>
                <p14:cNvContentPartPr/>
                <p14:nvPr/>
              </p14:nvContentPartPr>
              <p14:xfrm>
                <a:off x="6949008" y="3241584"/>
                <a:ext cx="97560" cy="196560"/>
              </p14:xfrm>
            </p:contentPart>
          </mc:Choice>
          <mc:Fallback xmlns=""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9547EDBA-240E-7C2E-1CEA-AB87A7DCA273}"/>
                    </a:ext>
                  </a:extLst>
                </p:cNvPr>
                <p:cNvPicPr/>
                <p:nvPr/>
              </p:nvPicPr>
              <p:blipFill>
                <a:blip r:embed="rId170"/>
                <a:stretch>
                  <a:fillRect/>
                </a:stretch>
              </p:blipFill>
              <p:spPr>
                <a:xfrm>
                  <a:off x="6940368" y="3232584"/>
                  <a:ext cx="115200" cy="21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1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DD984F2E-B754-A385-6278-DAAF68E69837}"/>
                    </a:ext>
                  </a:extLst>
                </p14:cNvPr>
                <p14:cNvContentPartPr/>
                <p14:nvPr/>
              </p14:nvContentPartPr>
              <p14:xfrm>
                <a:off x="7053048" y="3220704"/>
                <a:ext cx="138960" cy="300600"/>
              </p14:xfrm>
            </p:contentPart>
          </mc:Choice>
          <mc:Fallback xmlns=""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DD984F2E-B754-A385-6278-DAAF68E69837}"/>
                    </a:ext>
                  </a:extLst>
                </p:cNvPr>
                <p:cNvPicPr/>
                <p:nvPr/>
              </p:nvPicPr>
              <p:blipFill>
                <a:blip r:embed="rId172"/>
                <a:stretch>
                  <a:fillRect/>
                </a:stretch>
              </p:blipFill>
              <p:spPr>
                <a:xfrm>
                  <a:off x="7044408" y="3212064"/>
                  <a:ext cx="156600" cy="31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3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9AEAD27C-BC6B-CB25-2819-9714F01E744B}"/>
                    </a:ext>
                  </a:extLst>
                </p14:cNvPr>
                <p14:cNvContentPartPr/>
                <p14:nvPr/>
              </p14:nvContentPartPr>
              <p14:xfrm>
                <a:off x="7267968" y="3073464"/>
                <a:ext cx="431640" cy="228240"/>
              </p14:xfrm>
            </p:contentPart>
          </mc:Choice>
          <mc:Fallback xmlns=""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9AEAD27C-BC6B-CB25-2819-9714F01E744B}"/>
                    </a:ext>
                  </a:extLst>
                </p:cNvPr>
                <p:cNvPicPr/>
                <p:nvPr/>
              </p:nvPicPr>
              <p:blipFill>
                <a:blip r:embed="rId174"/>
                <a:stretch>
                  <a:fillRect/>
                </a:stretch>
              </p:blipFill>
              <p:spPr>
                <a:xfrm>
                  <a:off x="7258968" y="3064464"/>
                  <a:ext cx="449280" cy="245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8" name="Group 117">
            <a:extLst>
              <a:ext uri="{FF2B5EF4-FFF2-40B4-BE49-F238E27FC236}">
                <a16:creationId xmlns:a16="http://schemas.microsoft.com/office/drawing/2014/main" id="{3EF6F4C5-AF2A-5627-1304-8D60FF395D37}"/>
              </a:ext>
            </a:extLst>
          </p:cNvPr>
          <p:cNvGrpSpPr/>
          <p:nvPr/>
        </p:nvGrpSpPr>
        <p:grpSpPr>
          <a:xfrm>
            <a:off x="2681208" y="3677544"/>
            <a:ext cx="900000" cy="246600"/>
            <a:chOff x="2681208" y="3677544"/>
            <a:chExt cx="900000" cy="246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75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B9212966-3B85-6CDC-3096-85490038EE51}"/>
                    </a:ext>
                  </a:extLst>
                </p14:cNvPr>
                <p14:cNvContentPartPr/>
                <p14:nvPr/>
              </p14:nvContentPartPr>
              <p14:xfrm>
                <a:off x="2681208" y="3713904"/>
                <a:ext cx="177480" cy="210240"/>
              </p14:xfrm>
            </p:contentPart>
          </mc:Choice>
          <mc:Fallback xmlns=""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B9212966-3B85-6CDC-3096-85490038EE51}"/>
                    </a:ext>
                  </a:extLst>
                </p:cNvPr>
                <p:cNvPicPr/>
                <p:nvPr/>
              </p:nvPicPr>
              <p:blipFill>
                <a:blip r:embed="rId176"/>
                <a:stretch>
                  <a:fillRect/>
                </a:stretch>
              </p:blipFill>
              <p:spPr>
                <a:xfrm>
                  <a:off x="2672208" y="3705264"/>
                  <a:ext cx="195120" cy="22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7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391B90F4-2920-AE8A-9F9E-3E346F328F31}"/>
                    </a:ext>
                  </a:extLst>
                </p14:cNvPr>
                <p14:cNvContentPartPr/>
                <p14:nvPr/>
              </p14:nvContentPartPr>
              <p14:xfrm>
                <a:off x="2910528" y="3677544"/>
                <a:ext cx="118440" cy="231480"/>
              </p14:xfrm>
            </p:contentPart>
          </mc:Choice>
          <mc:Fallback xmlns=""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391B90F4-2920-AE8A-9F9E-3E346F328F31}"/>
                    </a:ext>
                  </a:extLst>
                </p:cNvPr>
                <p:cNvPicPr/>
                <p:nvPr/>
              </p:nvPicPr>
              <p:blipFill>
                <a:blip r:embed="rId178"/>
                <a:stretch>
                  <a:fillRect/>
                </a:stretch>
              </p:blipFill>
              <p:spPr>
                <a:xfrm>
                  <a:off x="2901888" y="3668904"/>
                  <a:ext cx="136080" cy="24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9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CE632E14-A00B-7B8D-B2AC-E7514EC59254}"/>
                    </a:ext>
                  </a:extLst>
                </p14:cNvPr>
                <p14:cNvContentPartPr/>
                <p14:nvPr/>
              </p14:nvContentPartPr>
              <p14:xfrm>
                <a:off x="3212928" y="3803184"/>
                <a:ext cx="368280" cy="103320"/>
              </p14:xfrm>
            </p:contentPart>
          </mc:Choice>
          <mc:Fallback xmlns=""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CE632E14-A00B-7B8D-B2AC-E7514EC59254}"/>
                    </a:ext>
                  </a:extLst>
                </p:cNvPr>
                <p:cNvPicPr/>
                <p:nvPr/>
              </p:nvPicPr>
              <p:blipFill>
                <a:blip r:embed="rId180"/>
                <a:stretch>
                  <a:fillRect/>
                </a:stretch>
              </p:blipFill>
              <p:spPr>
                <a:xfrm>
                  <a:off x="3203928" y="3794544"/>
                  <a:ext cx="385920" cy="120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2" name="Group 121">
            <a:extLst>
              <a:ext uri="{FF2B5EF4-FFF2-40B4-BE49-F238E27FC236}">
                <a16:creationId xmlns:a16="http://schemas.microsoft.com/office/drawing/2014/main" id="{0850386C-85B0-A62F-2895-45974843894F}"/>
              </a:ext>
            </a:extLst>
          </p:cNvPr>
          <p:cNvGrpSpPr/>
          <p:nvPr/>
        </p:nvGrpSpPr>
        <p:grpSpPr>
          <a:xfrm>
            <a:off x="3945528" y="3694104"/>
            <a:ext cx="613440" cy="199440"/>
            <a:chOff x="3945528" y="3694104"/>
            <a:chExt cx="613440" cy="199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1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4FA984DB-5C2F-5D01-DBA5-B0ECB1030375}"/>
                    </a:ext>
                  </a:extLst>
                </p14:cNvPr>
                <p14:cNvContentPartPr/>
                <p14:nvPr/>
              </p14:nvContentPartPr>
              <p14:xfrm>
                <a:off x="3945528" y="3747024"/>
                <a:ext cx="143640" cy="146520"/>
              </p14:xfrm>
            </p:contentPart>
          </mc:Choice>
          <mc:Fallback xmlns=""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4FA984DB-5C2F-5D01-DBA5-B0ECB1030375}"/>
                    </a:ext>
                  </a:extLst>
                </p:cNvPr>
                <p:cNvPicPr/>
                <p:nvPr/>
              </p:nvPicPr>
              <p:blipFill>
                <a:blip r:embed="rId182"/>
                <a:stretch>
                  <a:fillRect/>
                </a:stretch>
              </p:blipFill>
              <p:spPr>
                <a:xfrm>
                  <a:off x="3936888" y="3738024"/>
                  <a:ext cx="161280" cy="16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3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6447667E-955D-8942-94D1-7F1BA2330B05}"/>
                    </a:ext>
                  </a:extLst>
                </p14:cNvPr>
                <p14:cNvContentPartPr/>
                <p14:nvPr/>
              </p14:nvContentPartPr>
              <p14:xfrm>
                <a:off x="4178448" y="3694104"/>
                <a:ext cx="380520" cy="188640"/>
              </p14:xfrm>
            </p:contentPart>
          </mc:Choice>
          <mc:Fallback xmlns=""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6447667E-955D-8942-94D1-7F1BA2330B05}"/>
                    </a:ext>
                  </a:extLst>
                </p:cNvPr>
                <p:cNvPicPr/>
                <p:nvPr/>
              </p:nvPicPr>
              <p:blipFill>
                <a:blip r:embed="rId184"/>
                <a:stretch>
                  <a:fillRect/>
                </a:stretch>
              </p:blipFill>
              <p:spPr>
                <a:xfrm>
                  <a:off x="4169808" y="3685464"/>
                  <a:ext cx="398160" cy="2062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85">
            <p14:nvContentPartPr>
              <p14:cNvPr id="121" name="Ink 120">
                <a:extLst>
                  <a:ext uri="{FF2B5EF4-FFF2-40B4-BE49-F238E27FC236}">
                    <a16:creationId xmlns:a16="http://schemas.microsoft.com/office/drawing/2014/main" id="{E9C9B489-EC47-1743-845B-44FEF03EAAE6}"/>
                  </a:ext>
                </a:extLst>
              </p14:cNvPr>
              <p14:cNvContentPartPr/>
              <p14:nvPr/>
            </p14:nvContentPartPr>
            <p14:xfrm>
              <a:off x="4912848" y="3697704"/>
              <a:ext cx="145440" cy="183240"/>
            </p14:xfrm>
          </p:contentPart>
        </mc:Choice>
        <mc:Fallback xmlns="">
          <p:pic>
            <p:nvPicPr>
              <p:cNvPr id="121" name="Ink 120">
                <a:extLst>
                  <a:ext uri="{FF2B5EF4-FFF2-40B4-BE49-F238E27FC236}">
                    <a16:creationId xmlns:a16="http://schemas.microsoft.com/office/drawing/2014/main" id="{E9C9B489-EC47-1743-845B-44FEF03EAAE6}"/>
                  </a:ext>
                </a:extLst>
              </p:cNvPr>
              <p:cNvPicPr/>
              <p:nvPr/>
            </p:nvPicPr>
            <p:blipFill>
              <a:blip r:embed="rId186"/>
              <a:stretch>
                <a:fillRect/>
              </a:stretch>
            </p:blipFill>
            <p:spPr>
              <a:xfrm>
                <a:off x="4904208" y="3688704"/>
                <a:ext cx="163080" cy="200880"/>
              </a:xfrm>
              <a:prstGeom prst="rect">
                <a:avLst/>
              </a:prstGeom>
            </p:spPr>
          </p:pic>
        </mc:Fallback>
      </mc:AlternateContent>
      <p:grpSp>
        <p:nvGrpSpPr>
          <p:cNvPr id="127" name="Group 126">
            <a:extLst>
              <a:ext uri="{FF2B5EF4-FFF2-40B4-BE49-F238E27FC236}">
                <a16:creationId xmlns:a16="http://schemas.microsoft.com/office/drawing/2014/main" id="{5088D70A-66DD-B8C5-3782-A8E2FC13CDB8}"/>
              </a:ext>
            </a:extLst>
          </p:cNvPr>
          <p:cNvGrpSpPr/>
          <p:nvPr/>
        </p:nvGrpSpPr>
        <p:grpSpPr>
          <a:xfrm>
            <a:off x="2738088" y="4050864"/>
            <a:ext cx="1034280" cy="314280"/>
            <a:chOff x="2738088" y="4050864"/>
            <a:chExt cx="1034280" cy="314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7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BE83026B-28B5-D7E2-AA74-DA0F2340BEFD}"/>
                    </a:ext>
                  </a:extLst>
                </p14:cNvPr>
                <p14:cNvContentPartPr/>
                <p14:nvPr/>
              </p14:nvContentPartPr>
              <p14:xfrm>
                <a:off x="2738088" y="4095504"/>
                <a:ext cx="273600" cy="265320"/>
              </p14:xfrm>
            </p:contentPart>
          </mc:Choice>
          <mc:Fallback xmlns=""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BE83026B-28B5-D7E2-AA74-DA0F2340BEFD}"/>
                    </a:ext>
                  </a:extLst>
                </p:cNvPr>
                <p:cNvPicPr/>
                <p:nvPr/>
              </p:nvPicPr>
              <p:blipFill>
                <a:blip r:embed="rId188"/>
                <a:stretch>
                  <a:fillRect/>
                </a:stretch>
              </p:blipFill>
              <p:spPr>
                <a:xfrm>
                  <a:off x="2729088" y="4086864"/>
                  <a:ext cx="291240" cy="28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9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81D1F1E4-90BF-33A7-70EE-54A33CBBA7E1}"/>
                    </a:ext>
                  </a:extLst>
                </p14:cNvPr>
                <p14:cNvContentPartPr/>
                <p14:nvPr/>
              </p14:nvContentPartPr>
              <p14:xfrm>
                <a:off x="2869128" y="4239864"/>
                <a:ext cx="171720" cy="38880"/>
              </p14:xfrm>
            </p:contentPart>
          </mc:Choice>
          <mc:Fallback xmlns=""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81D1F1E4-90BF-33A7-70EE-54A33CBBA7E1}"/>
                    </a:ext>
                  </a:extLst>
                </p:cNvPr>
                <p:cNvPicPr/>
                <p:nvPr/>
              </p:nvPicPr>
              <p:blipFill>
                <a:blip r:embed="rId190"/>
                <a:stretch>
                  <a:fillRect/>
                </a:stretch>
              </p:blipFill>
              <p:spPr>
                <a:xfrm>
                  <a:off x="2860488" y="4230864"/>
                  <a:ext cx="189360" cy="5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1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C1723E13-C8A1-6AEB-F2FC-C40B059CC9D7}"/>
                    </a:ext>
                  </a:extLst>
                </p14:cNvPr>
                <p14:cNvContentPartPr/>
                <p14:nvPr/>
              </p14:nvContentPartPr>
              <p14:xfrm>
                <a:off x="3057408" y="4050864"/>
                <a:ext cx="157320" cy="278640"/>
              </p14:xfrm>
            </p:contentPart>
          </mc:Choice>
          <mc:Fallback xmlns=""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C1723E13-C8A1-6AEB-F2FC-C40B059CC9D7}"/>
                    </a:ext>
                  </a:extLst>
                </p:cNvPr>
                <p:cNvPicPr/>
                <p:nvPr/>
              </p:nvPicPr>
              <p:blipFill>
                <a:blip r:embed="rId192"/>
                <a:stretch>
                  <a:fillRect/>
                </a:stretch>
              </p:blipFill>
              <p:spPr>
                <a:xfrm>
                  <a:off x="3048408" y="4042224"/>
                  <a:ext cx="174960" cy="29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3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110B844B-220E-E91C-343B-47F0CE0FEAB3}"/>
                    </a:ext>
                  </a:extLst>
                </p14:cNvPr>
                <p14:cNvContentPartPr/>
                <p14:nvPr/>
              </p14:nvContentPartPr>
              <p14:xfrm>
                <a:off x="3395088" y="4232304"/>
                <a:ext cx="377280" cy="132840"/>
              </p14:xfrm>
            </p:contentPart>
          </mc:Choice>
          <mc:Fallback xmlns=""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110B844B-220E-E91C-343B-47F0CE0FEAB3}"/>
                    </a:ext>
                  </a:extLst>
                </p:cNvPr>
                <p:cNvPicPr/>
                <p:nvPr/>
              </p:nvPicPr>
              <p:blipFill>
                <a:blip r:embed="rId194"/>
                <a:stretch>
                  <a:fillRect/>
                </a:stretch>
              </p:blipFill>
              <p:spPr>
                <a:xfrm>
                  <a:off x="3386448" y="4223304"/>
                  <a:ext cx="394920" cy="150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8" name="Group 207">
            <a:extLst>
              <a:ext uri="{FF2B5EF4-FFF2-40B4-BE49-F238E27FC236}">
                <a16:creationId xmlns:a16="http://schemas.microsoft.com/office/drawing/2014/main" id="{918BB5BC-2D9B-823E-D790-CFF7FFF0DB2E}"/>
              </a:ext>
            </a:extLst>
          </p:cNvPr>
          <p:cNvGrpSpPr/>
          <p:nvPr/>
        </p:nvGrpSpPr>
        <p:grpSpPr>
          <a:xfrm>
            <a:off x="4137768" y="4074264"/>
            <a:ext cx="1563480" cy="404640"/>
            <a:chOff x="4137768" y="4074264"/>
            <a:chExt cx="1563480" cy="404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95">
              <p14:nvContentPartPr>
                <p14:cNvPr id="193" name="Ink 192">
                  <a:extLst>
                    <a:ext uri="{FF2B5EF4-FFF2-40B4-BE49-F238E27FC236}">
                      <a16:creationId xmlns:a16="http://schemas.microsoft.com/office/drawing/2014/main" id="{4723FB93-27B1-00C5-B587-75B3053F12B8}"/>
                    </a:ext>
                  </a:extLst>
                </p14:cNvPr>
                <p14:cNvContentPartPr/>
                <p14:nvPr/>
              </p14:nvContentPartPr>
              <p14:xfrm>
                <a:off x="4137768" y="4095504"/>
                <a:ext cx="116280" cy="311400"/>
              </p14:xfrm>
            </p:contentPart>
          </mc:Choice>
          <mc:Fallback xmlns="">
            <p:pic>
              <p:nvPicPr>
                <p:cNvPr id="193" name="Ink 192">
                  <a:extLst>
                    <a:ext uri="{FF2B5EF4-FFF2-40B4-BE49-F238E27FC236}">
                      <a16:creationId xmlns:a16="http://schemas.microsoft.com/office/drawing/2014/main" id="{4723FB93-27B1-00C5-B587-75B3053F12B8}"/>
                    </a:ext>
                  </a:extLst>
                </p:cNvPr>
                <p:cNvPicPr/>
                <p:nvPr/>
              </p:nvPicPr>
              <p:blipFill>
                <a:blip r:embed="rId196"/>
                <a:stretch>
                  <a:fillRect/>
                </a:stretch>
              </p:blipFill>
              <p:spPr>
                <a:xfrm>
                  <a:off x="4128768" y="4086504"/>
                  <a:ext cx="133920" cy="32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7">
              <p14:nvContentPartPr>
                <p14:cNvPr id="194" name="Ink 193">
                  <a:extLst>
                    <a:ext uri="{FF2B5EF4-FFF2-40B4-BE49-F238E27FC236}">
                      <a16:creationId xmlns:a16="http://schemas.microsoft.com/office/drawing/2014/main" id="{4C387469-CF7F-1872-894D-B25D1416A7E8}"/>
                    </a:ext>
                  </a:extLst>
                </p14:cNvPr>
                <p14:cNvContentPartPr/>
                <p14:nvPr/>
              </p14:nvContentPartPr>
              <p14:xfrm>
                <a:off x="4365648" y="4118544"/>
                <a:ext cx="220680" cy="203040"/>
              </p14:xfrm>
            </p:contentPart>
          </mc:Choice>
          <mc:Fallback xmlns="">
            <p:pic>
              <p:nvPicPr>
                <p:cNvPr id="194" name="Ink 193">
                  <a:extLst>
                    <a:ext uri="{FF2B5EF4-FFF2-40B4-BE49-F238E27FC236}">
                      <a16:creationId xmlns:a16="http://schemas.microsoft.com/office/drawing/2014/main" id="{4C387469-CF7F-1872-894D-B25D1416A7E8}"/>
                    </a:ext>
                  </a:extLst>
                </p:cNvPr>
                <p:cNvPicPr/>
                <p:nvPr/>
              </p:nvPicPr>
              <p:blipFill>
                <a:blip r:embed="rId198"/>
                <a:stretch>
                  <a:fillRect/>
                </a:stretch>
              </p:blipFill>
              <p:spPr>
                <a:xfrm>
                  <a:off x="4357008" y="4109544"/>
                  <a:ext cx="238320" cy="22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9">
              <p14:nvContentPartPr>
                <p14:cNvPr id="195" name="Ink 194">
                  <a:extLst>
                    <a:ext uri="{FF2B5EF4-FFF2-40B4-BE49-F238E27FC236}">
                      <a16:creationId xmlns:a16="http://schemas.microsoft.com/office/drawing/2014/main" id="{2A0C16DF-A50F-88F5-B51A-C2945E3CB939}"/>
                    </a:ext>
                  </a:extLst>
                </p14:cNvPr>
                <p14:cNvContentPartPr/>
                <p14:nvPr/>
              </p14:nvContentPartPr>
              <p14:xfrm>
                <a:off x="4621248" y="4111344"/>
                <a:ext cx="61560" cy="170640"/>
              </p14:xfrm>
            </p:contentPart>
          </mc:Choice>
          <mc:Fallback xmlns="">
            <p:pic>
              <p:nvPicPr>
                <p:cNvPr id="195" name="Ink 194">
                  <a:extLst>
                    <a:ext uri="{FF2B5EF4-FFF2-40B4-BE49-F238E27FC236}">
                      <a16:creationId xmlns:a16="http://schemas.microsoft.com/office/drawing/2014/main" id="{2A0C16DF-A50F-88F5-B51A-C2945E3CB939}"/>
                    </a:ext>
                  </a:extLst>
                </p:cNvPr>
                <p:cNvPicPr/>
                <p:nvPr/>
              </p:nvPicPr>
              <p:blipFill>
                <a:blip r:embed="rId200"/>
                <a:stretch>
                  <a:fillRect/>
                </a:stretch>
              </p:blipFill>
              <p:spPr>
                <a:xfrm>
                  <a:off x="4612608" y="4102704"/>
                  <a:ext cx="79200" cy="18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1">
              <p14:nvContentPartPr>
                <p14:cNvPr id="196" name="Ink 195">
                  <a:extLst>
                    <a:ext uri="{FF2B5EF4-FFF2-40B4-BE49-F238E27FC236}">
                      <a16:creationId xmlns:a16="http://schemas.microsoft.com/office/drawing/2014/main" id="{33057F61-1A49-E417-24EE-8F259D551338}"/>
                    </a:ext>
                  </a:extLst>
                </p14:cNvPr>
                <p14:cNvContentPartPr/>
                <p14:nvPr/>
              </p14:nvContentPartPr>
              <p14:xfrm>
                <a:off x="4727808" y="4194144"/>
                <a:ext cx="74880" cy="81720"/>
              </p14:xfrm>
            </p:contentPart>
          </mc:Choice>
          <mc:Fallback xmlns="">
            <p:pic>
              <p:nvPicPr>
                <p:cNvPr id="196" name="Ink 195">
                  <a:extLst>
                    <a:ext uri="{FF2B5EF4-FFF2-40B4-BE49-F238E27FC236}">
                      <a16:creationId xmlns:a16="http://schemas.microsoft.com/office/drawing/2014/main" id="{33057F61-1A49-E417-24EE-8F259D551338}"/>
                    </a:ext>
                  </a:extLst>
                </p:cNvPr>
                <p:cNvPicPr/>
                <p:nvPr/>
              </p:nvPicPr>
              <p:blipFill>
                <a:blip r:embed="rId202"/>
                <a:stretch>
                  <a:fillRect/>
                </a:stretch>
              </p:blipFill>
              <p:spPr>
                <a:xfrm>
                  <a:off x="4718808" y="4185144"/>
                  <a:ext cx="92520" cy="9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3">
              <p14:nvContentPartPr>
                <p14:cNvPr id="197" name="Ink 196">
                  <a:extLst>
                    <a:ext uri="{FF2B5EF4-FFF2-40B4-BE49-F238E27FC236}">
                      <a16:creationId xmlns:a16="http://schemas.microsoft.com/office/drawing/2014/main" id="{885E3855-BC19-96D8-AD21-220F75405CF8}"/>
                    </a:ext>
                  </a:extLst>
                </p14:cNvPr>
                <p14:cNvContentPartPr/>
                <p14:nvPr/>
              </p14:nvContentPartPr>
              <p14:xfrm>
                <a:off x="4760928" y="4111704"/>
                <a:ext cx="186840" cy="301320"/>
              </p14:xfrm>
            </p:contentPart>
          </mc:Choice>
          <mc:Fallback xmlns="">
            <p:pic>
              <p:nvPicPr>
                <p:cNvPr id="197" name="Ink 196">
                  <a:extLst>
                    <a:ext uri="{FF2B5EF4-FFF2-40B4-BE49-F238E27FC236}">
                      <a16:creationId xmlns:a16="http://schemas.microsoft.com/office/drawing/2014/main" id="{885E3855-BC19-96D8-AD21-220F75405CF8}"/>
                    </a:ext>
                  </a:extLst>
                </p:cNvPr>
                <p:cNvPicPr/>
                <p:nvPr/>
              </p:nvPicPr>
              <p:blipFill>
                <a:blip r:embed="rId204"/>
                <a:stretch>
                  <a:fillRect/>
                </a:stretch>
              </p:blipFill>
              <p:spPr>
                <a:xfrm>
                  <a:off x="4751928" y="4102704"/>
                  <a:ext cx="204480" cy="31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5">
              <p14:nvContentPartPr>
                <p14:cNvPr id="199" name="Ink 198">
                  <a:extLst>
                    <a:ext uri="{FF2B5EF4-FFF2-40B4-BE49-F238E27FC236}">
                      <a16:creationId xmlns:a16="http://schemas.microsoft.com/office/drawing/2014/main" id="{D8749CCC-A67B-771B-0269-B590E9E6EFB9}"/>
                    </a:ext>
                  </a:extLst>
                </p14:cNvPr>
                <p14:cNvContentPartPr/>
                <p14:nvPr/>
              </p14:nvContentPartPr>
              <p14:xfrm>
                <a:off x="5128848" y="4079304"/>
                <a:ext cx="317880" cy="237960"/>
              </p14:xfrm>
            </p:contentPart>
          </mc:Choice>
          <mc:Fallback xmlns="">
            <p:pic>
              <p:nvPicPr>
                <p:cNvPr id="199" name="Ink 198">
                  <a:extLst>
                    <a:ext uri="{FF2B5EF4-FFF2-40B4-BE49-F238E27FC236}">
                      <a16:creationId xmlns:a16="http://schemas.microsoft.com/office/drawing/2014/main" id="{D8749CCC-A67B-771B-0269-B590E9E6EFB9}"/>
                    </a:ext>
                  </a:extLst>
                </p:cNvPr>
                <p:cNvPicPr/>
                <p:nvPr/>
              </p:nvPicPr>
              <p:blipFill>
                <a:blip r:embed="rId206"/>
                <a:stretch>
                  <a:fillRect/>
                </a:stretch>
              </p:blipFill>
              <p:spPr>
                <a:xfrm>
                  <a:off x="5120208" y="4070664"/>
                  <a:ext cx="335520" cy="25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7">
              <p14:nvContentPartPr>
                <p14:cNvPr id="200" name="Ink 199">
                  <a:extLst>
                    <a:ext uri="{FF2B5EF4-FFF2-40B4-BE49-F238E27FC236}">
                      <a16:creationId xmlns:a16="http://schemas.microsoft.com/office/drawing/2014/main" id="{A116B588-A41E-CD22-1609-FC4786319F39}"/>
                    </a:ext>
                  </a:extLst>
                </p14:cNvPr>
                <p14:cNvContentPartPr/>
                <p14:nvPr/>
              </p14:nvContentPartPr>
              <p14:xfrm>
                <a:off x="5495328" y="4074264"/>
                <a:ext cx="93960" cy="194760"/>
              </p14:xfrm>
            </p:contentPart>
          </mc:Choice>
          <mc:Fallback xmlns="">
            <p:pic>
              <p:nvPicPr>
                <p:cNvPr id="200" name="Ink 199">
                  <a:extLst>
                    <a:ext uri="{FF2B5EF4-FFF2-40B4-BE49-F238E27FC236}">
                      <a16:creationId xmlns:a16="http://schemas.microsoft.com/office/drawing/2014/main" id="{A116B588-A41E-CD22-1609-FC4786319F39}"/>
                    </a:ext>
                  </a:extLst>
                </p:cNvPr>
                <p:cNvPicPr/>
                <p:nvPr/>
              </p:nvPicPr>
              <p:blipFill>
                <a:blip r:embed="rId208"/>
                <a:stretch>
                  <a:fillRect/>
                </a:stretch>
              </p:blipFill>
              <p:spPr>
                <a:xfrm>
                  <a:off x="5486328" y="4065264"/>
                  <a:ext cx="111600" cy="21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9">
              <p14:nvContentPartPr>
                <p14:cNvPr id="201" name="Ink 200">
                  <a:extLst>
                    <a:ext uri="{FF2B5EF4-FFF2-40B4-BE49-F238E27FC236}">
                      <a16:creationId xmlns:a16="http://schemas.microsoft.com/office/drawing/2014/main" id="{E137E6B9-8BA3-90DB-2749-38A241684EE7}"/>
                    </a:ext>
                  </a:extLst>
                </p14:cNvPr>
                <p14:cNvContentPartPr/>
                <p14:nvPr/>
              </p14:nvContentPartPr>
              <p14:xfrm>
                <a:off x="5579208" y="4211064"/>
                <a:ext cx="106920" cy="267840"/>
              </p14:xfrm>
            </p:contentPart>
          </mc:Choice>
          <mc:Fallback xmlns="">
            <p:pic>
              <p:nvPicPr>
                <p:cNvPr id="201" name="Ink 200">
                  <a:extLst>
                    <a:ext uri="{FF2B5EF4-FFF2-40B4-BE49-F238E27FC236}">
                      <a16:creationId xmlns:a16="http://schemas.microsoft.com/office/drawing/2014/main" id="{E137E6B9-8BA3-90DB-2749-38A241684EE7}"/>
                    </a:ext>
                  </a:extLst>
                </p:cNvPr>
                <p:cNvPicPr/>
                <p:nvPr/>
              </p:nvPicPr>
              <p:blipFill>
                <a:blip r:embed="rId210"/>
                <a:stretch>
                  <a:fillRect/>
                </a:stretch>
              </p:blipFill>
              <p:spPr>
                <a:xfrm>
                  <a:off x="5570568" y="4202424"/>
                  <a:ext cx="124560" cy="28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1">
              <p14:nvContentPartPr>
                <p14:cNvPr id="202" name="Ink 201">
                  <a:extLst>
                    <a:ext uri="{FF2B5EF4-FFF2-40B4-BE49-F238E27FC236}">
                      <a16:creationId xmlns:a16="http://schemas.microsoft.com/office/drawing/2014/main" id="{5E69F3F4-EABE-FF3B-884E-29BC8477D858}"/>
                    </a:ext>
                  </a:extLst>
                </p14:cNvPr>
                <p14:cNvContentPartPr/>
                <p14:nvPr/>
              </p14:nvContentPartPr>
              <p14:xfrm>
                <a:off x="5674608" y="4099104"/>
                <a:ext cx="26640" cy="15840"/>
              </p14:xfrm>
            </p:contentPart>
          </mc:Choice>
          <mc:Fallback xmlns="">
            <p:pic>
              <p:nvPicPr>
                <p:cNvPr id="202" name="Ink 201">
                  <a:extLst>
                    <a:ext uri="{FF2B5EF4-FFF2-40B4-BE49-F238E27FC236}">
                      <a16:creationId xmlns:a16="http://schemas.microsoft.com/office/drawing/2014/main" id="{5E69F3F4-EABE-FF3B-884E-29BC8477D858}"/>
                    </a:ext>
                  </a:extLst>
                </p:cNvPr>
                <p:cNvPicPr/>
                <p:nvPr/>
              </p:nvPicPr>
              <p:blipFill>
                <a:blip r:embed="rId212"/>
                <a:stretch>
                  <a:fillRect/>
                </a:stretch>
              </p:blipFill>
              <p:spPr>
                <a:xfrm>
                  <a:off x="5665968" y="4090464"/>
                  <a:ext cx="44280" cy="33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7" name="Group 206">
            <a:extLst>
              <a:ext uri="{FF2B5EF4-FFF2-40B4-BE49-F238E27FC236}">
                <a16:creationId xmlns:a16="http://schemas.microsoft.com/office/drawing/2014/main" id="{C317DEA9-F489-B1DA-0AB6-88450FE14C38}"/>
              </a:ext>
            </a:extLst>
          </p:cNvPr>
          <p:cNvGrpSpPr/>
          <p:nvPr/>
        </p:nvGrpSpPr>
        <p:grpSpPr>
          <a:xfrm>
            <a:off x="5990328" y="4052304"/>
            <a:ext cx="672840" cy="451440"/>
            <a:chOff x="5990328" y="4052304"/>
            <a:chExt cx="672840" cy="451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13">
              <p14:nvContentPartPr>
                <p14:cNvPr id="203" name="Ink 202">
                  <a:extLst>
                    <a:ext uri="{FF2B5EF4-FFF2-40B4-BE49-F238E27FC236}">
                      <a16:creationId xmlns:a16="http://schemas.microsoft.com/office/drawing/2014/main" id="{451186CE-2287-B0D2-F6F7-C810ED4E082C}"/>
                    </a:ext>
                  </a:extLst>
                </p14:cNvPr>
                <p14:cNvContentPartPr/>
                <p14:nvPr/>
              </p14:nvContentPartPr>
              <p14:xfrm>
                <a:off x="5990328" y="4052304"/>
                <a:ext cx="89640" cy="318960"/>
              </p14:xfrm>
            </p:contentPart>
          </mc:Choice>
          <mc:Fallback xmlns="">
            <p:pic>
              <p:nvPicPr>
                <p:cNvPr id="203" name="Ink 202">
                  <a:extLst>
                    <a:ext uri="{FF2B5EF4-FFF2-40B4-BE49-F238E27FC236}">
                      <a16:creationId xmlns:a16="http://schemas.microsoft.com/office/drawing/2014/main" id="{451186CE-2287-B0D2-F6F7-C810ED4E082C}"/>
                    </a:ext>
                  </a:extLst>
                </p:cNvPr>
                <p:cNvPicPr/>
                <p:nvPr/>
              </p:nvPicPr>
              <p:blipFill>
                <a:blip r:embed="rId214"/>
                <a:stretch>
                  <a:fillRect/>
                </a:stretch>
              </p:blipFill>
              <p:spPr>
                <a:xfrm>
                  <a:off x="5981328" y="4043664"/>
                  <a:ext cx="107280" cy="33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5">
              <p14:nvContentPartPr>
                <p14:cNvPr id="204" name="Ink 203">
                  <a:extLst>
                    <a:ext uri="{FF2B5EF4-FFF2-40B4-BE49-F238E27FC236}">
                      <a16:creationId xmlns:a16="http://schemas.microsoft.com/office/drawing/2014/main" id="{5D0CDDFD-4BE7-9277-1ADC-586FCD28AF3A}"/>
                    </a:ext>
                  </a:extLst>
                </p14:cNvPr>
                <p14:cNvContentPartPr/>
                <p14:nvPr/>
              </p14:nvContentPartPr>
              <p14:xfrm>
                <a:off x="6171408" y="4069944"/>
                <a:ext cx="82440" cy="241200"/>
              </p14:xfrm>
            </p:contentPart>
          </mc:Choice>
          <mc:Fallback xmlns="">
            <p:pic>
              <p:nvPicPr>
                <p:cNvPr id="204" name="Ink 203">
                  <a:extLst>
                    <a:ext uri="{FF2B5EF4-FFF2-40B4-BE49-F238E27FC236}">
                      <a16:creationId xmlns:a16="http://schemas.microsoft.com/office/drawing/2014/main" id="{5D0CDDFD-4BE7-9277-1ADC-586FCD28AF3A}"/>
                    </a:ext>
                  </a:extLst>
                </p:cNvPr>
                <p:cNvPicPr/>
                <p:nvPr/>
              </p:nvPicPr>
              <p:blipFill>
                <a:blip r:embed="rId216"/>
                <a:stretch>
                  <a:fillRect/>
                </a:stretch>
              </p:blipFill>
              <p:spPr>
                <a:xfrm>
                  <a:off x="6162768" y="4061304"/>
                  <a:ext cx="100080" cy="25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7">
              <p14:nvContentPartPr>
                <p14:cNvPr id="205" name="Ink 204">
                  <a:extLst>
                    <a:ext uri="{FF2B5EF4-FFF2-40B4-BE49-F238E27FC236}">
                      <a16:creationId xmlns:a16="http://schemas.microsoft.com/office/drawing/2014/main" id="{4DF45426-0A38-CD04-613B-E772E515ED42}"/>
                    </a:ext>
                  </a:extLst>
                </p14:cNvPr>
                <p14:cNvContentPartPr/>
                <p14:nvPr/>
              </p14:nvContentPartPr>
              <p14:xfrm>
                <a:off x="6338808" y="4071384"/>
                <a:ext cx="110160" cy="238320"/>
              </p14:xfrm>
            </p:contentPart>
          </mc:Choice>
          <mc:Fallback xmlns="">
            <p:pic>
              <p:nvPicPr>
                <p:cNvPr id="205" name="Ink 204">
                  <a:extLst>
                    <a:ext uri="{FF2B5EF4-FFF2-40B4-BE49-F238E27FC236}">
                      <a16:creationId xmlns:a16="http://schemas.microsoft.com/office/drawing/2014/main" id="{4DF45426-0A38-CD04-613B-E772E515ED42}"/>
                    </a:ext>
                  </a:extLst>
                </p:cNvPr>
                <p:cNvPicPr/>
                <p:nvPr/>
              </p:nvPicPr>
              <p:blipFill>
                <a:blip r:embed="rId218"/>
                <a:stretch>
                  <a:fillRect/>
                </a:stretch>
              </p:blipFill>
              <p:spPr>
                <a:xfrm>
                  <a:off x="6330168" y="4062384"/>
                  <a:ext cx="127800" cy="25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9">
              <p14:nvContentPartPr>
                <p14:cNvPr id="206" name="Ink 205">
                  <a:extLst>
                    <a:ext uri="{FF2B5EF4-FFF2-40B4-BE49-F238E27FC236}">
                      <a16:creationId xmlns:a16="http://schemas.microsoft.com/office/drawing/2014/main" id="{0C5C19E4-2006-8BDC-0909-1518F5BE9349}"/>
                    </a:ext>
                  </a:extLst>
                </p14:cNvPr>
                <p14:cNvContentPartPr/>
                <p14:nvPr/>
              </p14:nvContentPartPr>
              <p14:xfrm>
                <a:off x="6242688" y="4060584"/>
                <a:ext cx="420480" cy="443160"/>
              </p14:xfrm>
            </p:contentPart>
          </mc:Choice>
          <mc:Fallback xmlns="">
            <p:pic>
              <p:nvPicPr>
                <p:cNvPr id="206" name="Ink 205">
                  <a:extLst>
                    <a:ext uri="{FF2B5EF4-FFF2-40B4-BE49-F238E27FC236}">
                      <a16:creationId xmlns:a16="http://schemas.microsoft.com/office/drawing/2014/main" id="{0C5C19E4-2006-8BDC-0909-1518F5BE9349}"/>
                    </a:ext>
                  </a:extLst>
                </p:cNvPr>
                <p:cNvPicPr/>
                <p:nvPr/>
              </p:nvPicPr>
              <p:blipFill>
                <a:blip r:embed="rId220"/>
                <a:stretch>
                  <a:fillRect/>
                </a:stretch>
              </p:blipFill>
              <p:spPr>
                <a:xfrm>
                  <a:off x="6234048" y="4051944"/>
                  <a:ext cx="438120" cy="460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2" name="Group 211">
            <a:extLst>
              <a:ext uri="{FF2B5EF4-FFF2-40B4-BE49-F238E27FC236}">
                <a16:creationId xmlns:a16="http://schemas.microsoft.com/office/drawing/2014/main" id="{740034CA-E0F4-0968-D745-1666804E1717}"/>
              </a:ext>
            </a:extLst>
          </p:cNvPr>
          <p:cNvGrpSpPr/>
          <p:nvPr/>
        </p:nvGrpSpPr>
        <p:grpSpPr>
          <a:xfrm>
            <a:off x="2933568" y="4519584"/>
            <a:ext cx="401040" cy="331560"/>
            <a:chOff x="2933568" y="4519584"/>
            <a:chExt cx="401040" cy="331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21">
              <p14:nvContentPartPr>
                <p14:cNvPr id="209" name="Ink 208">
                  <a:extLst>
                    <a:ext uri="{FF2B5EF4-FFF2-40B4-BE49-F238E27FC236}">
                      <a16:creationId xmlns:a16="http://schemas.microsoft.com/office/drawing/2014/main" id="{D2F6A4EC-82D9-BC20-FED9-08791593FB09}"/>
                    </a:ext>
                  </a:extLst>
                </p14:cNvPr>
                <p14:cNvContentPartPr/>
                <p14:nvPr/>
              </p14:nvContentPartPr>
              <p14:xfrm>
                <a:off x="2933568" y="4519584"/>
                <a:ext cx="138600" cy="331560"/>
              </p14:xfrm>
            </p:contentPart>
          </mc:Choice>
          <mc:Fallback xmlns="">
            <p:pic>
              <p:nvPicPr>
                <p:cNvPr id="209" name="Ink 208">
                  <a:extLst>
                    <a:ext uri="{FF2B5EF4-FFF2-40B4-BE49-F238E27FC236}">
                      <a16:creationId xmlns:a16="http://schemas.microsoft.com/office/drawing/2014/main" id="{D2F6A4EC-82D9-BC20-FED9-08791593FB09}"/>
                    </a:ext>
                  </a:extLst>
                </p:cNvPr>
                <p:cNvPicPr/>
                <p:nvPr/>
              </p:nvPicPr>
              <p:blipFill>
                <a:blip r:embed="rId222"/>
                <a:stretch>
                  <a:fillRect/>
                </a:stretch>
              </p:blipFill>
              <p:spPr>
                <a:xfrm>
                  <a:off x="2924568" y="4510584"/>
                  <a:ext cx="156240" cy="34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3">
              <p14:nvContentPartPr>
                <p14:cNvPr id="210" name="Ink 209">
                  <a:extLst>
                    <a:ext uri="{FF2B5EF4-FFF2-40B4-BE49-F238E27FC236}">
                      <a16:creationId xmlns:a16="http://schemas.microsoft.com/office/drawing/2014/main" id="{47E106DF-667E-1214-CAAA-8D9DA0E96F85}"/>
                    </a:ext>
                  </a:extLst>
                </p14:cNvPr>
                <p14:cNvContentPartPr/>
                <p14:nvPr/>
              </p14:nvContentPartPr>
              <p14:xfrm>
                <a:off x="3216168" y="4538304"/>
                <a:ext cx="118440" cy="230760"/>
              </p14:xfrm>
            </p:contentPart>
          </mc:Choice>
          <mc:Fallback xmlns="">
            <p:pic>
              <p:nvPicPr>
                <p:cNvPr id="210" name="Ink 209">
                  <a:extLst>
                    <a:ext uri="{FF2B5EF4-FFF2-40B4-BE49-F238E27FC236}">
                      <a16:creationId xmlns:a16="http://schemas.microsoft.com/office/drawing/2014/main" id="{47E106DF-667E-1214-CAAA-8D9DA0E96F85}"/>
                    </a:ext>
                  </a:extLst>
                </p:cNvPr>
                <p:cNvPicPr/>
                <p:nvPr/>
              </p:nvPicPr>
              <p:blipFill>
                <a:blip r:embed="rId224"/>
                <a:stretch>
                  <a:fillRect/>
                </a:stretch>
              </p:blipFill>
              <p:spPr>
                <a:xfrm>
                  <a:off x="3207168" y="4529304"/>
                  <a:ext cx="136080" cy="2484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25">
            <p14:nvContentPartPr>
              <p14:cNvPr id="211" name="Ink 210">
                <a:extLst>
                  <a:ext uri="{FF2B5EF4-FFF2-40B4-BE49-F238E27FC236}">
                    <a16:creationId xmlns:a16="http://schemas.microsoft.com/office/drawing/2014/main" id="{B5CAD4EF-FFC6-0986-2045-80D0DF28EE09}"/>
                  </a:ext>
                </a:extLst>
              </p14:cNvPr>
              <p14:cNvContentPartPr/>
              <p14:nvPr/>
            </p14:nvContentPartPr>
            <p14:xfrm>
              <a:off x="3581928" y="4678344"/>
              <a:ext cx="343800" cy="79920"/>
            </p14:xfrm>
          </p:contentPart>
        </mc:Choice>
        <mc:Fallback xmlns="">
          <p:pic>
            <p:nvPicPr>
              <p:cNvPr id="211" name="Ink 210">
                <a:extLst>
                  <a:ext uri="{FF2B5EF4-FFF2-40B4-BE49-F238E27FC236}">
                    <a16:creationId xmlns:a16="http://schemas.microsoft.com/office/drawing/2014/main" id="{B5CAD4EF-FFC6-0986-2045-80D0DF28EE09}"/>
                  </a:ext>
                </a:extLst>
              </p:cNvPr>
              <p:cNvPicPr/>
              <p:nvPr/>
            </p:nvPicPr>
            <p:blipFill>
              <a:blip r:embed="rId226"/>
              <a:stretch>
                <a:fillRect/>
              </a:stretch>
            </p:blipFill>
            <p:spPr>
              <a:xfrm>
                <a:off x="3572928" y="4669704"/>
                <a:ext cx="361440" cy="97560"/>
              </a:xfrm>
              <a:prstGeom prst="rect">
                <a:avLst/>
              </a:prstGeom>
            </p:spPr>
          </p:pic>
        </mc:Fallback>
      </mc:AlternateContent>
      <p:grpSp>
        <p:nvGrpSpPr>
          <p:cNvPr id="216" name="Group 215">
            <a:extLst>
              <a:ext uri="{FF2B5EF4-FFF2-40B4-BE49-F238E27FC236}">
                <a16:creationId xmlns:a16="http://schemas.microsoft.com/office/drawing/2014/main" id="{268376AE-90BC-DBE7-B778-A119AE413891}"/>
              </a:ext>
            </a:extLst>
          </p:cNvPr>
          <p:cNvGrpSpPr/>
          <p:nvPr/>
        </p:nvGrpSpPr>
        <p:grpSpPr>
          <a:xfrm>
            <a:off x="4240728" y="4614264"/>
            <a:ext cx="645120" cy="300240"/>
            <a:chOff x="4240728" y="4614264"/>
            <a:chExt cx="645120" cy="300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27">
              <p14:nvContentPartPr>
                <p14:cNvPr id="213" name="Ink 212">
                  <a:extLst>
                    <a:ext uri="{FF2B5EF4-FFF2-40B4-BE49-F238E27FC236}">
                      <a16:creationId xmlns:a16="http://schemas.microsoft.com/office/drawing/2014/main" id="{35D3FCA4-023C-DC35-109A-FF4831F7BCAB}"/>
                    </a:ext>
                  </a:extLst>
                </p14:cNvPr>
                <p14:cNvContentPartPr/>
                <p14:nvPr/>
              </p14:nvContentPartPr>
              <p14:xfrm>
                <a:off x="4240728" y="4614264"/>
                <a:ext cx="121320" cy="300240"/>
              </p14:xfrm>
            </p:contentPart>
          </mc:Choice>
          <mc:Fallback xmlns="">
            <p:pic>
              <p:nvPicPr>
                <p:cNvPr id="213" name="Ink 212">
                  <a:extLst>
                    <a:ext uri="{FF2B5EF4-FFF2-40B4-BE49-F238E27FC236}">
                      <a16:creationId xmlns:a16="http://schemas.microsoft.com/office/drawing/2014/main" id="{35D3FCA4-023C-DC35-109A-FF4831F7BCAB}"/>
                    </a:ext>
                  </a:extLst>
                </p:cNvPr>
                <p:cNvPicPr/>
                <p:nvPr/>
              </p:nvPicPr>
              <p:blipFill>
                <a:blip r:embed="rId228"/>
                <a:stretch>
                  <a:fillRect/>
                </a:stretch>
              </p:blipFill>
              <p:spPr>
                <a:xfrm>
                  <a:off x="4232088" y="4605624"/>
                  <a:ext cx="138960" cy="31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9">
              <p14:nvContentPartPr>
                <p14:cNvPr id="214" name="Ink 213">
                  <a:extLst>
                    <a:ext uri="{FF2B5EF4-FFF2-40B4-BE49-F238E27FC236}">
                      <a16:creationId xmlns:a16="http://schemas.microsoft.com/office/drawing/2014/main" id="{50A74654-DD3B-8CBE-260D-44D0B3188891}"/>
                    </a:ext>
                  </a:extLst>
                </p14:cNvPr>
                <p14:cNvContentPartPr/>
                <p14:nvPr/>
              </p14:nvContentPartPr>
              <p14:xfrm>
                <a:off x="4410288" y="4716504"/>
                <a:ext cx="148320" cy="128520"/>
              </p14:xfrm>
            </p:contentPart>
          </mc:Choice>
          <mc:Fallback xmlns="">
            <p:pic>
              <p:nvPicPr>
                <p:cNvPr id="214" name="Ink 213">
                  <a:extLst>
                    <a:ext uri="{FF2B5EF4-FFF2-40B4-BE49-F238E27FC236}">
                      <a16:creationId xmlns:a16="http://schemas.microsoft.com/office/drawing/2014/main" id="{50A74654-DD3B-8CBE-260D-44D0B3188891}"/>
                    </a:ext>
                  </a:extLst>
                </p:cNvPr>
                <p:cNvPicPr/>
                <p:nvPr/>
              </p:nvPicPr>
              <p:blipFill>
                <a:blip r:embed="rId230"/>
                <a:stretch>
                  <a:fillRect/>
                </a:stretch>
              </p:blipFill>
              <p:spPr>
                <a:xfrm>
                  <a:off x="4401648" y="4707504"/>
                  <a:ext cx="165960" cy="14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1">
              <p14:nvContentPartPr>
                <p14:cNvPr id="215" name="Ink 214">
                  <a:extLst>
                    <a:ext uri="{FF2B5EF4-FFF2-40B4-BE49-F238E27FC236}">
                      <a16:creationId xmlns:a16="http://schemas.microsoft.com/office/drawing/2014/main" id="{6B2BE2CB-F124-0EDD-8329-1CFA0F0659F0}"/>
                    </a:ext>
                  </a:extLst>
                </p14:cNvPr>
                <p14:cNvContentPartPr/>
                <p14:nvPr/>
              </p14:nvContentPartPr>
              <p14:xfrm>
                <a:off x="4633128" y="4683384"/>
                <a:ext cx="252720" cy="230760"/>
              </p14:xfrm>
            </p:contentPart>
          </mc:Choice>
          <mc:Fallback xmlns="">
            <p:pic>
              <p:nvPicPr>
                <p:cNvPr id="215" name="Ink 214">
                  <a:extLst>
                    <a:ext uri="{FF2B5EF4-FFF2-40B4-BE49-F238E27FC236}">
                      <a16:creationId xmlns:a16="http://schemas.microsoft.com/office/drawing/2014/main" id="{6B2BE2CB-F124-0EDD-8329-1CFA0F0659F0}"/>
                    </a:ext>
                  </a:extLst>
                </p:cNvPr>
                <p:cNvPicPr/>
                <p:nvPr/>
              </p:nvPicPr>
              <p:blipFill>
                <a:blip r:embed="rId232"/>
                <a:stretch>
                  <a:fillRect/>
                </a:stretch>
              </p:blipFill>
              <p:spPr>
                <a:xfrm>
                  <a:off x="4624128" y="4674384"/>
                  <a:ext cx="270360" cy="248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24" name="Group 223">
            <a:extLst>
              <a:ext uri="{FF2B5EF4-FFF2-40B4-BE49-F238E27FC236}">
                <a16:creationId xmlns:a16="http://schemas.microsoft.com/office/drawing/2014/main" id="{011558B9-A230-70E0-3DCB-6A22CDB8D5C1}"/>
              </a:ext>
            </a:extLst>
          </p:cNvPr>
          <p:cNvGrpSpPr/>
          <p:nvPr/>
        </p:nvGrpSpPr>
        <p:grpSpPr>
          <a:xfrm>
            <a:off x="5147208" y="4666824"/>
            <a:ext cx="861480" cy="326520"/>
            <a:chOff x="5147208" y="4666824"/>
            <a:chExt cx="861480" cy="326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33">
              <p14:nvContentPartPr>
                <p14:cNvPr id="217" name="Ink 216">
                  <a:extLst>
                    <a:ext uri="{FF2B5EF4-FFF2-40B4-BE49-F238E27FC236}">
                      <a16:creationId xmlns:a16="http://schemas.microsoft.com/office/drawing/2014/main" id="{A3D04E6D-36FD-6FE5-BD1F-4B842D7AD84C}"/>
                    </a:ext>
                  </a:extLst>
                </p14:cNvPr>
                <p14:cNvContentPartPr/>
                <p14:nvPr/>
              </p14:nvContentPartPr>
              <p14:xfrm>
                <a:off x="5147208" y="4666824"/>
                <a:ext cx="135720" cy="277920"/>
              </p14:xfrm>
            </p:contentPart>
          </mc:Choice>
          <mc:Fallback xmlns="">
            <p:pic>
              <p:nvPicPr>
                <p:cNvPr id="217" name="Ink 216">
                  <a:extLst>
                    <a:ext uri="{FF2B5EF4-FFF2-40B4-BE49-F238E27FC236}">
                      <a16:creationId xmlns:a16="http://schemas.microsoft.com/office/drawing/2014/main" id="{A3D04E6D-36FD-6FE5-BD1F-4B842D7AD84C}"/>
                    </a:ext>
                  </a:extLst>
                </p:cNvPr>
                <p:cNvPicPr/>
                <p:nvPr/>
              </p:nvPicPr>
              <p:blipFill>
                <a:blip r:embed="rId234"/>
                <a:stretch>
                  <a:fillRect/>
                </a:stretch>
              </p:blipFill>
              <p:spPr>
                <a:xfrm>
                  <a:off x="5138568" y="4658184"/>
                  <a:ext cx="153360" cy="29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5">
              <p14:nvContentPartPr>
                <p14:cNvPr id="218" name="Ink 217">
                  <a:extLst>
                    <a:ext uri="{FF2B5EF4-FFF2-40B4-BE49-F238E27FC236}">
                      <a16:creationId xmlns:a16="http://schemas.microsoft.com/office/drawing/2014/main" id="{2F05F76D-B995-A100-B328-F2F04ADC8BF5}"/>
                    </a:ext>
                  </a:extLst>
                </p14:cNvPr>
                <p14:cNvContentPartPr/>
                <p14:nvPr/>
              </p14:nvContentPartPr>
              <p14:xfrm>
                <a:off x="5401368" y="4685184"/>
                <a:ext cx="205200" cy="161280"/>
              </p14:xfrm>
            </p:contentPart>
          </mc:Choice>
          <mc:Fallback xmlns="">
            <p:pic>
              <p:nvPicPr>
                <p:cNvPr id="218" name="Ink 217">
                  <a:extLst>
                    <a:ext uri="{FF2B5EF4-FFF2-40B4-BE49-F238E27FC236}">
                      <a16:creationId xmlns:a16="http://schemas.microsoft.com/office/drawing/2014/main" id="{2F05F76D-B995-A100-B328-F2F04ADC8BF5}"/>
                    </a:ext>
                  </a:extLst>
                </p:cNvPr>
                <p:cNvPicPr/>
                <p:nvPr/>
              </p:nvPicPr>
              <p:blipFill>
                <a:blip r:embed="rId236"/>
                <a:stretch>
                  <a:fillRect/>
                </a:stretch>
              </p:blipFill>
              <p:spPr>
                <a:xfrm>
                  <a:off x="5392728" y="4676544"/>
                  <a:ext cx="222840" cy="17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7">
              <p14:nvContentPartPr>
                <p14:cNvPr id="219" name="Ink 218">
                  <a:extLst>
                    <a:ext uri="{FF2B5EF4-FFF2-40B4-BE49-F238E27FC236}">
                      <a16:creationId xmlns:a16="http://schemas.microsoft.com/office/drawing/2014/main" id="{FF9B370C-54D9-499E-4716-0C9161CE50F4}"/>
                    </a:ext>
                  </a:extLst>
                </p14:cNvPr>
                <p14:cNvContentPartPr/>
                <p14:nvPr/>
              </p14:nvContentPartPr>
              <p14:xfrm>
                <a:off x="5676048" y="4713624"/>
                <a:ext cx="155160" cy="99000"/>
              </p14:xfrm>
            </p:contentPart>
          </mc:Choice>
          <mc:Fallback xmlns="">
            <p:pic>
              <p:nvPicPr>
                <p:cNvPr id="219" name="Ink 218">
                  <a:extLst>
                    <a:ext uri="{FF2B5EF4-FFF2-40B4-BE49-F238E27FC236}">
                      <a16:creationId xmlns:a16="http://schemas.microsoft.com/office/drawing/2014/main" id="{FF9B370C-54D9-499E-4716-0C9161CE50F4}"/>
                    </a:ext>
                  </a:extLst>
                </p:cNvPr>
                <p:cNvPicPr/>
                <p:nvPr/>
              </p:nvPicPr>
              <p:blipFill>
                <a:blip r:embed="rId238"/>
                <a:stretch>
                  <a:fillRect/>
                </a:stretch>
              </p:blipFill>
              <p:spPr>
                <a:xfrm>
                  <a:off x="5667048" y="4704984"/>
                  <a:ext cx="172800" cy="11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9">
              <p14:nvContentPartPr>
                <p14:cNvPr id="220" name="Ink 219">
                  <a:extLst>
                    <a:ext uri="{FF2B5EF4-FFF2-40B4-BE49-F238E27FC236}">
                      <a16:creationId xmlns:a16="http://schemas.microsoft.com/office/drawing/2014/main" id="{00B98CCA-659E-3095-84AD-DF87B311B333}"/>
                    </a:ext>
                  </a:extLst>
                </p14:cNvPr>
                <p14:cNvContentPartPr/>
                <p14:nvPr/>
              </p14:nvContentPartPr>
              <p14:xfrm>
                <a:off x="5809248" y="4700664"/>
                <a:ext cx="199440" cy="292680"/>
              </p14:xfrm>
            </p:contentPart>
          </mc:Choice>
          <mc:Fallback xmlns="">
            <p:pic>
              <p:nvPicPr>
                <p:cNvPr id="220" name="Ink 219">
                  <a:extLst>
                    <a:ext uri="{FF2B5EF4-FFF2-40B4-BE49-F238E27FC236}">
                      <a16:creationId xmlns:a16="http://schemas.microsoft.com/office/drawing/2014/main" id="{00B98CCA-659E-3095-84AD-DF87B311B333}"/>
                    </a:ext>
                  </a:extLst>
                </p:cNvPr>
                <p:cNvPicPr/>
                <p:nvPr/>
              </p:nvPicPr>
              <p:blipFill>
                <a:blip r:embed="rId240"/>
                <a:stretch>
                  <a:fillRect/>
                </a:stretch>
              </p:blipFill>
              <p:spPr>
                <a:xfrm>
                  <a:off x="5800608" y="4691664"/>
                  <a:ext cx="217080" cy="31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1">
              <p14:nvContentPartPr>
                <p14:cNvPr id="222" name="Ink 221">
                  <a:extLst>
                    <a:ext uri="{FF2B5EF4-FFF2-40B4-BE49-F238E27FC236}">
                      <a16:creationId xmlns:a16="http://schemas.microsoft.com/office/drawing/2014/main" id="{47C50723-AD55-A444-7EB8-D0E321148941}"/>
                    </a:ext>
                  </a:extLst>
                </p14:cNvPr>
                <p14:cNvContentPartPr/>
                <p14:nvPr/>
              </p14:nvContentPartPr>
              <p14:xfrm>
                <a:off x="5685768" y="4689504"/>
                <a:ext cx="150480" cy="206280"/>
              </p14:xfrm>
            </p:contentPart>
          </mc:Choice>
          <mc:Fallback xmlns="">
            <p:pic>
              <p:nvPicPr>
                <p:cNvPr id="222" name="Ink 221">
                  <a:extLst>
                    <a:ext uri="{FF2B5EF4-FFF2-40B4-BE49-F238E27FC236}">
                      <a16:creationId xmlns:a16="http://schemas.microsoft.com/office/drawing/2014/main" id="{47C50723-AD55-A444-7EB8-D0E321148941}"/>
                    </a:ext>
                  </a:extLst>
                </p:cNvPr>
                <p:cNvPicPr/>
                <p:nvPr/>
              </p:nvPicPr>
              <p:blipFill>
                <a:blip r:embed="rId242"/>
                <a:stretch>
                  <a:fillRect/>
                </a:stretch>
              </p:blipFill>
              <p:spPr>
                <a:xfrm>
                  <a:off x="5676768" y="4680864"/>
                  <a:ext cx="168120" cy="22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3">
              <p14:nvContentPartPr>
                <p14:cNvPr id="223" name="Ink 222">
                  <a:extLst>
                    <a:ext uri="{FF2B5EF4-FFF2-40B4-BE49-F238E27FC236}">
                      <a16:creationId xmlns:a16="http://schemas.microsoft.com/office/drawing/2014/main" id="{7A9E5392-F4D3-9BBF-DD2D-FB6585D6D399}"/>
                    </a:ext>
                  </a:extLst>
                </p14:cNvPr>
                <p14:cNvContentPartPr/>
                <p14:nvPr/>
              </p14:nvContentPartPr>
              <p14:xfrm>
                <a:off x="5700888" y="4706064"/>
                <a:ext cx="154440" cy="197280"/>
              </p14:xfrm>
            </p:contentPart>
          </mc:Choice>
          <mc:Fallback xmlns="">
            <p:pic>
              <p:nvPicPr>
                <p:cNvPr id="223" name="Ink 222">
                  <a:extLst>
                    <a:ext uri="{FF2B5EF4-FFF2-40B4-BE49-F238E27FC236}">
                      <a16:creationId xmlns:a16="http://schemas.microsoft.com/office/drawing/2014/main" id="{7A9E5392-F4D3-9BBF-DD2D-FB6585D6D399}"/>
                    </a:ext>
                  </a:extLst>
                </p:cNvPr>
                <p:cNvPicPr/>
                <p:nvPr/>
              </p:nvPicPr>
              <p:blipFill>
                <a:blip r:embed="rId244"/>
                <a:stretch>
                  <a:fillRect/>
                </a:stretch>
              </p:blipFill>
              <p:spPr>
                <a:xfrm>
                  <a:off x="5691888" y="4697424"/>
                  <a:ext cx="172080" cy="21492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2807309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F6078E-F8EC-8694-DE9C-165583D76C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Top-Down Parsing:</a:t>
            </a:r>
            <a:endParaRPr lang="en-IN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59" name="Ink 58">
                <a:extLst>
                  <a:ext uri="{FF2B5EF4-FFF2-40B4-BE49-F238E27FC236}">
                    <a16:creationId xmlns:a16="http://schemas.microsoft.com/office/drawing/2014/main" id="{578DC995-41AF-F0EC-A28F-7FD70C7AD763}"/>
                  </a:ext>
                </a:extLst>
              </p14:cNvPr>
              <p14:cNvContentPartPr/>
              <p14:nvPr/>
            </p14:nvContentPartPr>
            <p14:xfrm>
              <a:off x="9997848" y="1633824"/>
              <a:ext cx="3600" cy="1080"/>
            </p14:xfrm>
          </p:contentPart>
        </mc:Choice>
        <mc:Fallback xmlns="">
          <p:pic>
            <p:nvPicPr>
              <p:cNvPr id="59" name="Ink 58">
                <a:extLst>
                  <a:ext uri="{FF2B5EF4-FFF2-40B4-BE49-F238E27FC236}">
                    <a16:creationId xmlns:a16="http://schemas.microsoft.com/office/drawing/2014/main" id="{578DC995-41AF-F0EC-A28F-7FD70C7AD763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987848" y="1620324"/>
                <a:ext cx="23200" cy="275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08" name="Ink 107">
                <a:extLst>
                  <a:ext uri="{FF2B5EF4-FFF2-40B4-BE49-F238E27FC236}">
                    <a16:creationId xmlns:a16="http://schemas.microsoft.com/office/drawing/2014/main" id="{A29EFE7E-8466-F00F-17AA-72EE82C73811}"/>
                  </a:ext>
                </a:extLst>
              </p14:cNvPr>
              <p14:cNvContentPartPr/>
              <p14:nvPr/>
            </p14:nvContentPartPr>
            <p14:xfrm>
              <a:off x="10428408" y="2647584"/>
              <a:ext cx="28080" cy="3240"/>
            </p14:xfrm>
          </p:contentPart>
        </mc:Choice>
        <mc:Fallback xmlns="">
          <p:pic>
            <p:nvPicPr>
              <p:cNvPr id="108" name="Ink 107">
                <a:extLst>
                  <a:ext uri="{FF2B5EF4-FFF2-40B4-BE49-F238E27FC236}">
                    <a16:creationId xmlns:a16="http://schemas.microsoft.com/office/drawing/2014/main" id="{A29EFE7E-8466-F00F-17AA-72EE82C73811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0419408" y="2638584"/>
                <a:ext cx="45720" cy="20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09" name="Ink 108">
                <a:extLst>
                  <a:ext uri="{FF2B5EF4-FFF2-40B4-BE49-F238E27FC236}">
                    <a16:creationId xmlns:a16="http://schemas.microsoft.com/office/drawing/2014/main" id="{312A2B19-84BF-38C9-EA80-A0F6B613F63A}"/>
                  </a:ext>
                </a:extLst>
              </p14:cNvPr>
              <p14:cNvContentPartPr/>
              <p14:nvPr/>
            </p14:nvContentPartPr>
            <p14:xfrm>
              <a:off x="10763568" y="2771064"/>
              <a:ext cx="1800" cy="3600"/>
            </p14:xfrm>
          </p:contentPart>
        </mc:Choice>
        <mc:Fallback xmlns="">
          <p:pic>
            <p:nvPicPr>
              <p:cNvPr id="109" name="Ink 108">
                <a:extLst>
                  <a:ext uri="{FF2B5EF4-FFF2-40B4-BE49-F238E27FC236}">
                    <a16:creationId xmlns:a16="http://schemas.microsoft.com/office/drawing/2014/main" id="{312A2B19-84BF-38C9-EA80-A0F6B613F63A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0754568" y="2762064"/>
                <a:ext cx="19440" cy="21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92" name="Ink 191">
                <a:extLst>
                  <a:ext uri="{FF2B5EF4-FFF2-40B4-BE49-F238E27FC236}">
                    <a16:creationId xmlns:a16="http://schemas.microsoft.com/office/drawing/2014/main" id="{5D519595-49FE-D41B-C0B6-CD6868ECB314}"/>
                  </a:ext>
                </a:extLst>
              </p14:cNvPr>
              <p14:cNvContentPartPr/>
              <p14:nvPr/>
            </p14:nvContentPartPr>
            <p14:xfrm>
              <a:off x="3774888" y="6755904"/>
              <a:ext cx="360" cy="4680"/>
            </p14:xfrm>
          </p:contentPart>
        </mc:Choice>
        <mc:Fallback xmlns="">
          <p:pic>
            <p:nvPicPr>
              <p:cNvPr id="192" name="Ink 191">
                <a:extLst>
                  <a:ext uri="{FF2B5EF4-FFF2-40B4-BE49-F238E27FC236}">
                    <a16:creationId xmlns:a16="http://schemas.microsoft.com/office/drawing/2014/main" id="{5D519595-49FE-D41B-C0B6-CD6868ECB314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765888" y="6746904"/>
                <a:ext cx="18000" cy="22320"/>
              </a:xfrm>
              <a:prstGeom prst="rect">
                <a:avLst/>
              </a:prstGeom>
            </p:spPr>
          </p:pic>
        </mc:Fallback>
      </mc:AlternateContent>
      <p:grpSp>
        <p:nvGrpSpPr>
          <p:cNvPr id="6" name="Group 5">
            <a:extLst>
              <a:ext uri="{FF2B5EF4-FFF2-40B4-BE49-F238E27FC236}">
                <a16:creationId xmlns:a16="http://schemas.microsoft.com/office/drawing/2014/main" id="{5583452D-D096-84FA-6C7D-97B94211ACE5}"/>
              </a:ext>
            </a:extLst>
          </p:cNvPr>
          <p:cNvGrpSpPr/>
          <p:nvPr/>
        </p:nvGrpSpPr>
        <p:grpSpPr>
          <a:xfrm>
            <a:off x="4001688" y="618624"/>
            <a:ext cx="1010520" cy="836640"/>
            <a:chOff x="4001688" y="618624"/>
            <a:chExt cx="1010520" cy="836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BBDBBA99-3007-29D5-DC23-B483FFA98361}"/>
                    </a:ext>
                  </a:extLst>
                </p14:cNvPr>
                <p14:cNvContentPartPr/>
                <p14:nvPr/>
              </p14:nvContentPartPr>
              <p14:xfrm>
                <a:off x="4273128" y="618624"/>
                <a:ext cx="227160" cy="225360"/>
              </p14:xfrm>
            </p:contentPart>
          </mc:Choice>
          <mc:Fallback xmlns=""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BBDBBA99-3007-29D5-DC23-B483FFA98361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4264488" y="609984"/>
                  <a:ext cx="244800" cy="24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8CDB19DF-8633-91CC-34A0-A55AED242D9C}"/>
                    </a:ext>
                  </a:extLst>
                </p14:cNvPr>
                <p14:cNvContentPartPr/>
                <p14:nvPr/>
              </p14:nvContentPartPr>
              <p14:xfrm>
                <a:off x="4001688" y="929664"/>
                <a:ext cx="338040" cy="52560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8CDB19DF-8633-91CC-34A0-A55AED242D9C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3992688" y="920664"/>
                  <a:ext cx="355680" cy="54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786F4946-A50B-3085-1313-FEF4989089D3}"/>
                    </a:ext>
                  </a:extLst>
                </p14:cNvPr>
                <p14:cNvContentPartPr/>
                <p14:nvPr/>
              </p14:nvContentPartPr>
              <p14:xfrm>
                <a:off x="4431168" y="946944"/>
                <a:ext cx="581040" cy="46116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786F4946-A50B-3085-1313-FEF4989089D3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4422528" y="937944"/>
                  <a:ext cx="598680" cy="478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EF7D6E27-BB9B-5925-ADC0-5F3DC990D300}"/>
              </a:ext>
            </a:extLst>
          </p:cNvPr>
          <p:cNvGrpSpPr/>
          <p:nvPr/>
        </p:nvGrpSpPr>
        <p:grpSpPr>
          <a:xfrm>
            <a:off x="3707208" y="1629504"/>
            <a:ext cx="559440" cy="468360"/>
            <a:chOff x="3707208" y="1629504"/>
            <a:chExt cx="559440" cy="468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7C69E841-F079-7A72-D32B-F91C2CDA27A7}"/>
                    </a:ext>
                  </a:extLst>
                </p14:cNvPr>
                <p14:cNvContentPartPr/>
                <p14:nvPr/>
              </p14:nvContentPartPr>
              <p14:xfrm>
                <a:off x="3707208" y="1629504"/>
                <a:ext cx="295200" cy="31932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7C69E841-F079-7A72-D32B-F91C2CDA27A7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3698208" y="1620864"/>
                  <a:ext cx="312840" cy="33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46213FC2-AFFF-ACD6-80F1-87C6B0F63379}"/>
                    </a:ext>
                  </a:extLst>
                </p14:cNvPr>
                <p14:cNvContentPartPr/>
                <p14:nvPr/>
              </p14:nvContentPartPr>
              <p14:xfrm>
                <a:off x="3925368" y="1675944"/>
                <a:ext cx="341280" cy="42192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46213FC2-AFFF-ACD6-80F1-87C6B0F63379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3916368" y="1666944"/>
                  <a:ext cx="358920" cy="4395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C31118DE-6C91-59EE-02A6-0758C4005F5F}"/>
                  </a:ext>
                </a:extLst>
              </p14:cNvPr>
              <p14:cNvContentPartPr/>
              <p14:nvPr/>
            </p14:nvContentPartPr>
            <p14:xfrm>
              <a:off x="3653568" y="2169144"/>
              <a:ext cx="86040" cy="4068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C31118DE-6C91-59EE-02A6-0758C4005F5F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3644928" y="2160504"/>
                <a:ext cx="103680" cy="58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A15559D5-B3A1-D86C-2A02-88BD2D234830}"/>
                  </a:ext>
                </a:extLst>
              </p14:cNvPr>
              <p14:cNvContentPartPr/>
              <p14:nvPr/>
            </p14:nvContentPartPr>
            <p14:xfrm>
              <a:off x="4334328" y="2217384"/>
              <a:ext cx="51120" cy="39960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A15559D5-B3A1-D86C-2A02-88BD2D234830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4325328" y="2208744"/>
                <a:ext cx="68760" cy="57600"/>
              </a:xfrm>
              <a:prstGeom prst="rect">
                <a:avLst/>
              </a:prstGeom>
            </p:spPr>
          </p:pic>
        </mc:Fallback>
      </mc:AlternateContent>
      <p:grpSp>
        <p:nvGrpSpPr>
          <p:cNvPr id="33" name="Group 32">
            <a:extLst>
              <a:ext uri="{FF2B5EF4-FFF2-40B4-BE49-F238E27FC236}">
                <a16:creationId xmlns:a16="http://schemas.microsoft.com/office/drawing/2014/main" id="{2AE7D12A-6FF0-CB25-2726-FAC992D5F954}"/>
              </a:ext>
            </a:extLst>
          </p:cNvPr>
          <p:cNvGrpSpPr/>
          <p:nvPr/>
        </p:nvGrpSpPr>
        <p:grpSpPr>
          <a:xfrm>
            <a:off x="4886928" y="1536264"/>
            <a:ext cx="5226840" cy="630000"/>
            <a:chOff x="4886928" y="1536264"/>
            <a:chExt cx="5226840" cy="630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F9B4E92B-BB2C-AD74-335A-08BAAE61DB45}"/>
                    </a:ext>
                  </a:extLst>
                </p14:cNvPr>
                <p14:cNvContentPartPr/>
                <p14:nvPr/>
              </p14:nvContentPartPr>
              <p14:xfrm>
                <a:off x="4926168" y="1536264"/>
                <a:ext cx="152280" cy="37728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F9B4E92B-BB2C-AD74-335A-08BAAE61DB45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4917168" y="1527624"/>
                  <a:ext cx="169920" cy="39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696FCC0D-D62F-3BFB-2E17-D8BE0CB5BE62}"/>
                    </a:ext>
                  </a:extLst>
                </p14:cNvPr>
                <p14:cNvContentPartPr/>
                <p14:nvPr/>
              </p14:nvContentPartPr>
              <p14:xfrm>
                <a:off x="5224608" y="1592784"/>
                <a:ext cx="635400" cy="18936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696FCC0D-D62F-3BFB-2E17-D8BE0CB5BE62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5215968" y="1584144"/>
                  <a:ext cx="653040" cy="20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FEEA34E8-751B-D427-288D-C1146485A985}"/>
                    </a:ext>
                  </a:extLst>
                </p14:cNvPr>
                <p14:cNvContentPartPr/>
                <p14:nvPr/>
              </p14:nvContentPartPr>
              <p14:xfrm>
                <a:off x="5700888" y="1803384"/>
                <a:ext cx="132120" cy="26964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FEEA34E8-751B-D427-288D-C1146485A985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5692248" y="1794744"/>
                  <a:ext cx="149760" cy="28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A896EAA9-282C-5C8A-BACD-16D70E34F27C}"/>
                    </a:ext>
                  </a:extLst>
                </p14:cNvPr>
                <p14:cNvContentPartPr/>
                <p14:nvPr/>
              </p14:nvContentPartPr>
              <p14:xfrm>
                <a:off x="5947488" y="1821744"/>
                <a:ext cx="816120" cy="20628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A896EAA9-282C-5C8A-BACD-16D70E34F27C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5938848" y="1813104"/>
                  <a:ext cx="833760" cy="22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449479B5-E99D-1F77-26BA-C4C02B1BEAAC}"/>
                    </a:ext>
                  </a:extLst>
                </p14:cNvPr>
                <p14:cNvContentPartPr/>
                <p14:nvPr/>
              </p14:nvContentPartPr>
              <p14:xfrm>
                <a:off x="6819048" y="2066184"/>
                <a:ext cx="30240" cy="360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449479B5-E99D-1F77-26BA-C4C02B1BEAAC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6810408" y="2057544"/>
                  <a:ext cx="47880" cy="2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21930D65-F636-5AD7-D70D-570C0F776373}"/>
                    </a:ext>
                  </a:extLst>
                </p14:cNvPr>
                <p14:cNvContentPartPr/>
                <p14:nvPr/>
              </p14:nvContentPartPr>
              <p14:xfrm>
                <a:off x="4886928" y="2100384"/>
                <a:ext cx="91440" cy="4248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21930D65-F636-5AD7-D70D-570C0F776373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4877928" y="2091744"/>
                  <a:ext cx="109080" cy="6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9DBBA8C4-219B-A98B-91FD-C0410FA775F0}"/>
                    </a:ext>
                  </a:extLst>
                </p14:cNvPr>
                <p14:cNvContentPartPr/>
                <p14:nvPr/>
              </p14:nvContentPartPr>
              <p14:xfrm>
                <a:off x="5602608" y="2139624"/>
                <a:ext cx="52200" cy="2664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9DBBA8C4-219B-A98B-91FD-C0410FA775F0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5593968" y="2130984"/>
                  <a:ext cx="69840" cy="4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1544285A-EF6D-007E-E50D-715DA938E041}"/>
                    </a:ext>
                  </a:extLst>
                </p14:cNvPr>
                <p14:cNvContentPartPr/>
                <p14:nvPr/>
              </p14:nvContentPartPr>
              <p14:xfrm>
                <a:off x="6921648" y="2049624"/>
                <a:ext cx="25200" cy="3276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1544285A-EF6D-007E-E50D-715DA938E041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6912648" y="2040624"/>
                  <a:ext cx="42840" cy="5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280BBA02-A0C6-6311-9760-CB2A9E91C258}"/>
                    </a:ext>
                  </a:extLst>
                </p14:cNvPr>
                <p14:cNvContentPartPr/>
                <p14:nvPr/>
              </p14:nvContentPartPr>
              <p14:xfrm>
                <a:off x="7201368" y="2037024"/>
                <a:ext cx="780840" cy="5544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280BBA02-A0C6-6311-9760-CB2A9E91C258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7192728" y="2028384"/>
                  <a:ext cx="798480" cy="7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E6D6375F-BB2F-ED3F-8018-A6CB5CC57BB1}"/>
                    </a:ext>
                  </a:extLst>
                </p14:cNvPr>
                <p14:cNvContentPartPr/>
                <p14:nvPr/>
              </p14:nvContentPartPr>
              <p14:xfrm>
                <a:off x="7188768" y="1914984"/>
                <a:ext cx="380160" cy="23976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E6D6375F-BB2F-ED3F-8018-A6CB5CC57BB1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7180128" y="1906344"/>
                  <a:ext cx="397800" cy="25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E8CDF40F-867C-812D-0208-2B0E4E05D669}"/>
                    </a:ext>
                  </a:extLst>
                </p14:cNvPr>
                <p14:cNvContentPartPr/>
                <p14:nvPr/>
              </p14:nvContentPartPr>
              <p14:xfrm>
                <a:off x="8237088" y="1720224"/>
                <a:ext cx="660960" cy="35568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E8CDF40F-867C-812D-0208-2B0E4E05D669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8228448" y="1711584"/>
                  <a:ext cx="678600" cy="37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EF68F4B4-330B-5CA2-5571-190FECCA4F5D}"/>
                    </a:ext>
                  </a:extLst>
                </p14:cNvPr>
                <p14:cNvContentPartPr/>
                <p14:nvPr/>
              </p14:nvContentPartPr>
              <p14:xfrm>
                <a:off x="8824248" y="1975104"/>
                <a:ext cx="111600" cy="6768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EF68F4B4-330B-5CA2-5571-190FECCA4F5D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8815608" y="1966104"/>
                  <a:ext cx="129240" cy="8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B421D6AE-4E61-5145-5ED0-1501AB4160A1}"/>
                    </a:ext>
                  </a:extLst>
                </p14:cNvPr>
                <p14:cNvContentPartPr/>
                <p14:nvPr/>
              </p14:nvContentPartPr>
              <p14:xfrm>
                <a:off x="8992368" y="1980864"/>
                <a:ext cx="69120" cy="7308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B421D6AE-4E61-5145-5ED0-1501AB4160A1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8983368" y="1972224"/>
                  <a:ext cx="86760" cy="9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0E9D2017-8EEB-7CA7-75BD-04492EB6C159}"/>
                    </a:ext>
                  </a:extLst>
                </p14:cNvPr>
                <p14:cNvContentPartPr/>
                <p14:nvPr/>
              </p14:nvContentPartPr>
              <p14:xfrm>
                <a:off x="9334008" y="1900944"/>
                <a:ext cx="218160" cy="12996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0E9D2017-8EEB-7CA7-75BD-04492EB6C159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9325008" y="1891944"/>
                  <a:ext cx="235800" cy="14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D6FD6364-FCC9-966D-7962-E80C7AF43538}"/>
                    </a:ext>
                  </a:extLst>
                </p14:cNvPr>
                <p14:cNvContentPartPr/>
                <p14:nvPr/>
              </p14:nvContentPartPr>
              <p14:xfrm>
                <a:off x="9638208" y="1974744"/>
                <a:ext cx="20880" cy="3780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D6FD6364-FCC9-966D-7962-E80C7AF43538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9629208" y="1966104"/>
                  <a:ext cx="38520" cy="5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2BE6E943-6E55-BC13-B59A-2BF5E96799CD}"/>
                    </a:ext>
                  </a:extLst>
                </p14:cNvPr>
                <p14:cNvContentPartPr/>
                <p14:nvPr/>
              </p14:nvContentPartPr>
              <p14:xfrm>
                <a:off x="9748368" y="1878624"/>
                <a:ext cx="78480" cy="13500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2BE6E943-6E55-BC13-B59A-2BF5E96799CD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9739728" y="1869984"/>
                  <a:ext cx="96120" cy="15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A6E4B54A-3BDF-19A3-1A4B-D87846FB6FAE}"/>
                    </a:ext>
                  </a:extLst>
                </p14:cNvPr>
                <p14:cNvContentPartPr/>
                <p14:nvPr/>
              </p14:nvContentPartPr>
              <p14:xfrm>
                <a:off x="10025568" y="2033424"/>
                <a:ext cx="88200" cy="5436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A6E4B54A-3BDF-19A3-1A4B-D87846FB6FAE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10016568" y="2024424"/>
                  <a:ext cx="105840" cy="7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7EFD4292-5CF4-69C0-9E91-6D60B7B7ADDF}"/>
                    </a:ext>
                  </a:extLst>
                </p14:cNvPr>
                <p14:cNvContentPartPr/>
                <p14:nvPr/>
              </p14:nvContentPartPr>
              <p14:xfrm>
                <a:off x="9137448" y="1999584"/>
                <a:ext cx="23040" cy="5040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7EFD4292-5CF4-69C0-9E91-6D60B7B7ADDF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9128808" y="1990944"/>
                  <a:ext cx="40680" cy="680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59">
            <p14:nvContentPartPr>
              <p14:cNvPr id="34" name="Ink 33">
                <a:extLst>
                  <a:ext uri="{FF2B5EF4-FFF2-40B4-BE49-F238E27FC236}">
                    <a16:creationId xmlns:a16="http://schemas.microsoft.com/office/drawing/2014/main" id="{081570F2-0C99-EE11-765E-FB92B0C7D144}"/>
                  </a:ext>
                </a:extLst>
              </p14:cNvPr>
              <p14:cNvContentPartPr/>
              <p14:nvPr/>
            </p14:nvContentPartPr>
            <p14:xfrm>
              <a:off x="4762728" y="3012264"/>
              <a:ext cx="255600" cy="228240"/>
            </p14:xfrm>
          </p:contentPart>
        </mc:Choice>
        <mc:Fallback xmlns="">
          <p:pic>
            <p:nvPicPr>
              <p:cNvPr id="34" name="Ink 33">
                <a:extLst>
                  <a:ext uri="{FF2B5EF4-FFF2-40B4-BE49-F238E27FC236}">
                    <a16:creationId xmlns:a16="http://schemas.microsoft.com/office/drawing/2014/main" id="{081570F2-0C99-EE11-765E-FB92B0C7D144}"/>
                  </a:ext>
                </a:extLst>
              </p:cNvPr>
              <p:cNvPicPr/>
              <p:nvPr/>
            </p:nvPicPr>
            <p:blipFill>
              <a:blip r:embed="rId60"/>
              <a:stretch>
                <a:fillRect/>
              </a:stretch>
            </p:blipFill>
            <p:spPr>
              <a:xfrm>
                <a:off x="4753728" y="3003264"/>
                <a:ext cx="273240" cy="245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1">
            <p14:nvContentPartPr>
              <p14:cNvPr id="42" name="Ink 41">
                <a:extLst>
                  <a:ext uri="{FF2B5EF4-FFF2-40B4-BE49-F238E27FC236}">
                    <a16:creationId xmlns:a16="http://schemas.microsoft.com/office/drawing/2014/main" id="{CF5E72F7-29B9-844E-53B6-265B84AAADAF}"/>
                  </a:ext>
                </a:extLst>
              </p14:cNvPr>
              <p14:cNvContentPartPr/>
              <p14:nvPr/>
            </p14:nvContentPartPr>
            <p14:xfrm>
              <a:off x="5145048" y="3123864"/>
              <a:ext cx="18360" cy="15120"/>
            </p14:xfrm>
          </p:contentPart>
        </mc:Choice>
        <mc:Fallback xmlns="">
          <p:pic>
            <p:nvPicPr>
              <p:cNvPr id="42" name="Ink 41">
                <a:extLst>
                  <a:ext uri="{FF2B5EF4-FFF2-40B4-BE49-F238E27FC236}">
                    <a16:creationId xmlns:a16="http://schemas.microsoft.com/office/drawing/2014/main" id="{CF5E72F7-29B9-844E-53B6-265B84AAADAF}"/>
                  </a:ext>
                </a:extLst>
              </p:cNvPr>
              <p:cNvPicPr/>
              <p:nvPr/>
            </p:nvPicPr>
            <p:blipFill>
              <a:blip r:embed="rId62"/>
              <a:stretch>
                <a:fillRect/>
              </a:stretch>
            </p:blipFill>
            <p:spPr>
              <a:xfrm>
                <a:off x="5136408" y="3114864"/>
                <a:ext cx="36000" cy="32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3">
            <p14:nvContentPartPr>
              <p14:cNvPr id="43" name="Ink 42">
                <a:extLst>
                  <a:ext uri="{FF2B5EF4-FFF2-40B4-BE49-F238E27FC236}">
                    <a16:creationId xmlns:a16="http://schemas.microsoft.com/office/drawing/2014/main" id="{C7833E06-730D-E1EA-1D3D-088C773978DE}"/>
                  </a:ext>
                </a:extLst>
              </p14:cNvPr>
              <p14:cNvContentPartPr/>
              <p14:nvPr/>
            </p14:nvContentPartPr>
            <p14:xfrm>
              <a:off x="5187888" y="3103704"/>
              <a:ext cx="1221120" cy="59400"/>
            </p14:xfrm>
          </p:contentPart>
        </mc:Choice>
        <mc:Fallback xmlns="">
          <p:pic>
            <p:nvPicPr>
              <p:cNvPr id="43" name="Ink 42">
                <a:extLst>
                  <a:ext uri="{FF2B5EF4-FFF2-40B4-BE49-F238E27FC236}">
                    <a16:creationId xmlns:a16="http://schemas.microsoft.com/office/drawing/2014/main" id="{C7833E06-730D-E1EA-1D3D-088C773978DE}"/>
                  </a:ext>
                </a:extLst>
              </p:cNvPr>
              <p:cNvPicPr/>
              <p:nvPr/>
            </p:nvPicPr>
            <p:blipFill>
              <a:blip r:embed="rId64"/>
              <a:stretch>
                <a:fillRect/>
              </a:stretch>
            </p:blipFill>
            <p:spPr>
              <a:xfrm>
                <a:off x="5179248" y="3095064"/>
                <a:ext cx="1238760" cy="77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5">
            <p14:nvContentPartPr>
              <p14:cNvPr id="44" name="Ink 43">
                <a:extLst>
                  <a:ext uri="{FF2B5EF4-FFF2-40B4-BE49-F238E27FC236}">
                    <a16:creationId xmlns:a16="http://schemas.microsoft.com/office/drawing/2014/main" id="{83C75F44-1F0F-F70E-12C4-06F35DCC701B}"/>
                  </a:ext>
                </a:extLst>
              </p14:cNvPr>
              <p14:cNvContentPartPr/>
              <p14:nvPr/>
            </p14:nvContentPartPr>
            <p14:xfrm>
              <a:off x="5520168" y="3032784"/>
              <a:ext cx="268200" cy="224280"/>
            </p14:xfrm>
          </p:contentPart>
        </mc:Choice>
        <mc:Fallback xmlns="">
          <p:pic>
            <p:nvPicPr>
              <p:cNvPr id="44" name="Ink 43">
                <a:extLst>
                  <a:ext uri="{FF2B5EF4-FFF2-40B4-BE49-F238E27FC236}">
                    <a16:creationId xmlns:a16="http://schemas.microsoft.com/office/drawing/2014/main" id="{83C75F44-1F0F-F70E-12C4-06F35DCC701B}"/>
                  </a:ext>
                </a:extLst>
              </p:cNvPr>
              <p:cNvPicPr/>
              <p:nvPr/>
            </p:nvPicPr>
            <p:blipFill>
              <a:blip r:embed="rId66"/>
              <a:stretch>
                <a:fillRect/>
              </a:stretch>
            </p:blipFill>
            <p:spPr>
              <a:xfrm>
                <a:off x="5511168" y="3024144"/>
                <a:ext cx="285840" cy="241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7">
            <p14:nvContentPartPr>
              <p14:cNvPr id="45" name="Ink 44">
                <a:extLst>
                  <a:ext uri="{FF2B5EF4-FFF2-40B4-BE49-F238E27FC236}">
                    <a16:creationId xmlns:a16="http://schemas.microsoft.com/office/drawing/2014/main" id="{C0BDAD33-0851-4346-F4D9-E2E39B0DBD2A}"/>
                  </a:ext>
                </a:extLst>
              </p14:cNvPr>
              <p14:cNvContentPartPr/>
              <p14:nvPr/>
            </p14:nvContentPartPr>
            <p14:xfrm>
              <a:off x="6555888" y="2872584"/>
              <a:ext cx="170280" cy="238320"/>
            </p14:xfrm>
          </p:contentPart>
        </mc:Choice>
        <mc:Fallback xmlns="">
          <p:pic>
            <p:nvPicPr>
              <p:cNvPr id="45" name="Ink 44">
                <a:extLst>
                  <a:ext uri="{FF2B5EF4-FFF2-40B4-BE49-F238E27FC236}">
                    <a16:creationId xmlns:a16="http://schemas.microsoft.com/office/drawing/2014/main" id="{C0BDAD33-0851-4346-F4D9-E2E39B0DBD2A}"/>
                  </a:ext>
                </a:extLst>
              </p:cNvPr>
              <p:cNvPicPr/>
              <p:nvPr/>
            </p:nvPicPr>
            <p:blipFill>
              <a:blip r:embed="rId68"/>
              <a:stretch>
                <a:fillRect/>
              </a:stretch>
            </p:blipFill>
            <p:spPr>
              <a:xfrm>
                <a:off x="6546888" y="2863584"/>
                <a:ext cx="187920" cy="255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9">
            <p14:nvContentPartPr>
              <p14:cNvPr id="46" name="Ink 45">
                <a:extLst>
                  <a:ext uri="{FF2B5EF4-FFF2-40B4-BE49-F238E27FC236}">
                    <a16:creationId xmlns:a16="http://schemas.microsoft.com/office/drawing/2014/main" id="{28DEF354-F716-D552-36DA-E221EDCE5440}"/>
                  </a:ext>
                </a:extLst>
              </p14:cNvPr>
              <p14:cNvContentPartPr/>
              <p14:nvPr/>
            </p14:nvContentPartPr>
            <p14:xfrm>
              <a:off x="6785928" y="3033864"/>
              <a:ext cx="308520" cy="78840"/>
            </p14:xfrm>
          </p:contentPart>
        </mc:Choice>
        <mc:Fallback xmlns="">
          <p:pic>
            <p:nvPicPr>
              <p:cNvPr id="46" name="Ink 45">
                <a:extLst>
                  <a:ext uri="{FF2B5EF4-FFF2-40B4-BE49-F238E27FC236}">
                    <a16:creationId xmlns:a16="http://schemas.microsoft.com/office/drawing/2014/main" id="{28DEF354-F716-D552-36DA-E221EDCE5440}"/>
                  </a:ext>
                </a:extLst>
              </p:cNvPr>
              <p:cNvPicPr/>
              <p:nvPr/>
            </p:nvPicPr>
            <p:blipFill>
              <a:blip r:embed="rId70"/>
              <a:stretch>
                <a:fillRect/>
              </a:stretch>
            </p:blipFill>
            <p:spPr>
              <a:xfrm>
                <a:off x="6777288" y="3024864"/>
                <a:ext cx="326160" cy="96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1">
            <p14:nvContentPartPr>
              <p14:cNvPr id="47" name="Ink 46">
                <a:extLst>
                  <a:ext uri="{FF2B5EF4-FFF2-40B4-BE49-F238E27FC236}">
                    <a16:creationId xmlns:a16="http://schemas.microsoft.com/office/drawing/2014/main" id="{C78C84C5-4C00-C54E-5290-8ABFC4FCFC22}"/>
                  </a:ext>
                </a:extLst>
              </p14:cNvPr>
              <p14:cNvContentPartPr/>
              <p14:nvPr/>
            </p14:nvContentPartPr>
            <p14:xfrm>
              <a:off x="7157808" y="2983464"/>
              <a:ext cx="169560" cy="118440"/>
            </p14:xfrm>
          </p:contentPart>
        </mc:Choice>
        <mc:Fallback xmlns="">
          <p:pic>
            <p:nvPicPr>
              <p:cNvPr id="47" name="Ink 46">
                <a:extLst>
                  <a:ext uri="{FF2B5EF4-FFF2-40B4-BE49-F238E27FC236}">
                    <a16:creationId xmlns:a16="http://schemas.microsoft.com/office/drawing/2014/main" id="{C78C84C5-4C00-C54E-5290-8ABFC4FCFC22}"/>
                  </a:ext>
                </a:extLst>
              </p:cNvPr>
              <p:cNvPicPr/>
              <p:nvPr/>
            </p:nvPicPr>
            <p:blipFill>
              <a:blip r:embed="rId72"/>
              <a:stretch>
                <a:fillRect/>
              </a:stretch>
            </p:blipFill>
            <p:spPr>
              <a:xfrm>
                <a:off x="7149168" y="2974824"/>
                <a:ext cx="187200" cy="136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3">
            <p14:nvContentPartPr>
              <p14:cNvPr id="48" name="Ink 47">
                <a:extLst>
                  <a:ext uri="{FF2B5EF4-FFF2-40B4-BE49-F238E27FC236}">
                    <a16:creationId xmlns:a16="http://schemas.microsoft.com/office/drawing/2014/main" id="{D3B02466-EBF9-E460-3470-11CC6C19DEE0}"/>
                  </a:ext>
                </a:extLst>
              </p14:cNvPr>
              <p14:cNvContentPartPr/>
              <p14:nvPr/>
            </p14:nvContentPartPr>
            <p14:xfrm>
              <a:off x="7483248" y="3091464"/>
              <a:ext cx="74880" cy="6120"/>
            </p14:xfrm>
          </p:contentPart>
        </mc:Choice>
        <mc:Fallback xmlns="">
          <p:pic>
            <p:nvPicPr>
              <p:cNvPr id="48" name="Ink 47">
                <a:extLst>
                  <a:ext uri="{FF2B5EF4-FFF2-40B4-BE49-F238E27FC236}">
                    <a16:creationId xmlns:a16="http://schemas.microsoft.com/office/drawing/2014/main" id="{D3B02466-EBF9-E460-3470-11CC6C19DEE0}"/>
                  </a:ext>
                </a:extLst>
              </p:cNvPr>
              <p:cNvPicPr/>
              <p:nvPr/>
            </p:nvPicPr>
            <p:blipFill>
              <a:blip r:embed="rId74"/>
              <a:stretch>
                <a:fillRect/>
              </a:stretch>
            </p:blipFill>
            <p:spPr>
              <a:xfrm>
                <a:off x="7474608" y="3082464"/>
                <a:ext cx="92520" cy="23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5">
            <p14:nvContentPartPr>
              <p14:cNvPr id="49" name="Ink 48">
                <a:extLst>
                  <a:ext uri="{FF2B5EF4-FFF2-40B4-BE49-F238E27FC236}">
                    <a16:creationId xmlns:a16="http://schemas.microsoft.com/office/drawing/2014/main" id="{CD122CAF-F4BF-ECAD-48F2-1B886BF82F8C}"/>
                  </a:ext>
                </a:extLst>
              </p14:cNvPr>
              <p14:cNvContentPartPr/>
              <p14:nvPr/>
            </p14:nvContentPartPr>
            <p14:xfrm>
              <a:off x="7767648" y="3012264"/>
              <a:ext cx="10440" cy="122040"/>
            </p14:xfrm>
          </p:contentPart>
        </mc:Choice>
        <mc:Fallback xmlns="">
          <p:pic>
            <p:nvPicPr>
              <p:cNvPr id="49" name="Ink 48">
                <a:extLst>
                  <a:ext uri="{FF2B5EF4-FFF2-40B4-BE49-F238E27FC236}">
                    <a16:creationId xmlns:a16="http://schemas.microsoft.com/office/drawing/2014/main" id="{CD122CAF-F4BF-ECAD-48F2-1B886BF82F8C}"/>
                  </a:ext>
                </a:extLst>
              </p:cNvPr>
              <p:cNvPicPr/>
              <p:nvPr/>
            </p:nvPicPr>
            <p:blipFill>
              <a:blip r:embed="rId76"/>
              <a:stretch>
                <a:fillRect/>
              </a:stretch>
            </p:blipFill>
            <p:spPr>
              <a:xfrm>
                <a:off x="7759008" y="3003624"/>
                <a:ext cx="28080" cy="139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7">
            <p14:nvContentPartPr>
              <p14:cNvPr id="50" name="Ink 49">
                <a:extLst>
                  <a:ext uri="{FF2B5EF4-FFF2-40B4-BE49-F238E27FC236}">
                    <a16:creationId xmlns:a16="http://schemas.microsoft.com/office/drawing/2014/main" id="{4C548358-027A-3A5F-7B7A-8C03059AF6D6}"/>
                  </a:ext>
                </a:extLst>
              </p14:cNvPr>
              <p14:cNvContentPartPr/>
              <p14:nvPr/>
            </p14:nvContentPartPr>
            <p14:xfrm>
              <a:off x="7716168" y="2993184"/>
              <a:ext cx="117720" cy="14040"/>
            </p14:xfrm>
          </p:contentPart>
        </mc:Choice>
        <mc:Fallback xmlns="">
          <p:pic>
            <p:nvPicPr>
              <p:cNvPr id="50" name="Ink 49">
                <a:extLst>
                  <a:ext uri="{FF2B5EF4-FFF2-40B4-BE49-F238E27FC236}">
                    <a16:creationId xmlns:a16="http://schemas.microsoft.com/office/drawing/2014/main" id="{4C548358-027A-3A5F-7B7A-8C03059AF6D6}"/>
                  </a:ext>
                </a:extLst>
              </p:cNvPr>
              <p:cNvPicPr/>
              <p:nvPr/>
            </p:nvPicPr>
            <p:blipFill>
              <a:blip r:embed="rId78"/>
              <a:stretch>
                <a:fillRect/>
              </a:stretch>
            </p:blipFill>
            <p:spPr>
              <a:xfrm>
                <a:off x="7707528" y="2984184"/>
                <a:ext cx="135360" cy="31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9">
            <p14:nvContentPartPr>
              <p14:cNvPr id="51" name="Ink 50">
                <a:extLst>
                  <a:ext uri="{FF2B5EF4-FFF2-40B4-BE49-F238E27FC236}">
                    <a16:creationId xmlns:a16="http://schemas.microsoft.com/office/drawing/2014/main" id="{B9B6975E-077A-695C-2022-1DB1239EBCCE}"/>
                  </a:ext>
                </a:extLst>
              </p14:cNvPr>
              <p14:cNvContentPartPr/>
              <p14:nvPr/>
            </p14:nvContentPartPr>
            <p14:xfrm>
              <a:off x="7728048" y="3178584"/>
              <a:ext cx="104040" cy="6480"/>
            </p14:xfrm>
          </p:contentPart>
        </mc:Choice>
        <mc:Fallback xmlns="">
          <p:pic>
            <p:nvPicPr>
              <p:cNvPr id="51" name="Ink 50">
                <a:extLst>
                  <a:ext uri="{FF2B5EF4-FFF2-40B4-BE49-F238E27FC236}">
                    <a16:creationId xmlns:a16="http://schemas.microsoft.com/office/drawing/2014/main" id="{B9B6975E-077A-695C-2022-1DB1239EBCCE}"/>
                  </a:ext>
                </a:extLst>
              </p:cNvPr>
              <p:cNvPicPr/>
              <p:nvPr/>
            </p:nvPicPr>
            <p:blipFill>
              <a:blip r:embed="rId80"/>
              <a:stretch>
                <a:fillRect/>
              </a:stretch>
            </p:blipFill>
            <p:spPr>
              <a:xfrm>
                <a:off x="7719408" y="3169584"/>
                <a:ext cx="121680" cy="24120"/>
              </a:xfrm>
              <a:prstGeom prst="rect">
                <a:avLst/>
              </a:prstGeom>
            </p:spPr>
          </p:pic>
        </mc:Fallback>
      </mc:AlternateContent>
      <p:grpSp>
        <p:nvGrpSpPr>
          <p:cNvPr id="75" name="Group 74">
            <a:extLst>
              <a:ext uri="{FF2B5EF4-FFF2-40B4-BE49-F238E27FC236}">
                <a16:creationId xmlns:a16="http://schemas.microsoft.com/office/drawing/2014/main" id="{5E6E4071-4CEA-9B29-5B2F-E28422E442D7}"/>
              </a:ext>
            </a:extLst>
          </p:cNvPr>
          <p:cNvGrpSpPr/>
          <p:nvPr/>
        </p:nvGrpSpPr>
        <p:grpSpPr>
          <a:xfrm>
            <a:off x="4231728" y="3342024"/>
            <a:ext cx="3990240" cy="1224000"/>
            <a:chOff x="4231728" y="3342024"/>
            <a:chExt cx="3990240" cy="1224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1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81BDBC9E-6913-A315-9C08-A18DC55BA339}"/>
                    </a:ext>
                  </a:extLst>
                </p14:cNvPr>
                <p14:cNvContentPartPr/>
                <p14:nvPr/>
              </p14:nvContentPartPr>
              <p14:xfrm>
                <a:off x="4609008" y="3342024"/>
                <a:ext cx="294840" cy="32436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81BDBC9E-6913-A315-9C08-A18DC55BA339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4600008" y="3333384"/>
                  <a:ext cx="312480" cy="34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3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D129F5EB-F37B-0CFF-898B-D1DA659C94C7}"/>
                    </a:ext>
                  </a:extLst>
                </p14:cNvPr>
                <p14:cNvContentPartPr/>
                <p14:nvPr/>
              </p14:nvContentPartPr>
              <p14:xfrm>
                <a:off x="4981968" y="3370104"/>
                <a:ext cx="289800" cy="32148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D129F5EB-F37B-0CFF-898B-D1DA659C94C7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4973328" y="3361104"/>
                  <a:ext cx="307440" cy="33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5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794F47B5-09FE-7728-3125-78F9DE484939}"/>
                    </a:ext>
                  </a:extLst>
                </p14:cNvPr>
                <p14:cNvContentPartPr/>
                <p14:nvPr/>
              </p14:nvContentPartPr>
              <p14:xfrm>
                <a:off x="4231728" y="3716784"/>
                <a:ext cx="380160" cy="44676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794F47B5-09FE-7728-3125-78F9DE484939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4222728" y="3708144"/>
                  <a:ext cx="397800" cy="46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7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CFD28BF6-D2C6-30A2-42C8-5203D69ED56C}"/>
                    </a:ext>
                  </a:extLst>
                </p14:cNvPr>
                <p14:cNvContentPartPr/>
                <p14:nvPr/>
              </p14:nvContentPartPr>
              <p14:xfrm>
                <a:off x="4527288" y="3813984"/>
                <a:ext cx="360360" cy="36792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CFD28BF6-D2C6-30A2-42C8-5203D69ED56C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4518288" y="3804984"/>
                  <a:ext cx="378000" cy="38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9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BDA93A5F-1229-3D49-6276-1C396CFCC73B}"/>
                    </a:ext>
                  </a:extLst>
                </p14:cNvPr>
                <p14:cNvContentPartPr/>
                <p14:nvPr/>
              </p14:nvContentPartPr>
              <p14:xfrm>
                <a:off x="4951728" y="4147704"/>
                <a:ext cx="360" cy="540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BDA93A5F-1229-3D49-6276-1C396CFCC73B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4942728" y="4138704"/>
                  <a:ext cx="18000" cy="2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7F180E78-58E8-85ED-EDEA-4FDA4EFA4700}"/>
                    </a:ext>
                  </a:extLst>
                </p14:cNvPr>
                <p14:cNvContentPartPr/>
                <p14:nvPr/>
              </p14:nvContentPartPr>
              <p14:xfrm>
                <a:off x="5449608" y="3689424"/>
                <a:ext cx="1030320" cy="2700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7F180E78-58E8-85ED-EDEA-4FDA4EFA4700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5440968" y="3680424"/>
                  <a:ext cx="1047960" cy="4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FC3DB8FE-91D0-1F8C-BCAF-440A5EE62B6C}"/>
                    </a:ext>
                  </a:extLst>
                </p14:cNvPr>
                <p14:cNvContentPartPr/>
                <p14:nvPr/>
              </p14:nvContentPartPr>
              <p14:xfrm>
                <a:off x="5611248" y="3604104"/>
                <a:ext cx="319320" cy="18828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FC3DB8FE-91D0-1F8C-BCAF-440A5EE62B6C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5602608" y="3595104"/>
                  <a:ext cx="336960" cy="20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D4C993B5-A1F7-620E-1C15-992BB6AD8FCC}"/>
                    </a:ext>
                  </a:extLst>
                </p14:cNvPr>
                <p14:cNvContentPartPr/>
                <p14:nvPr/>
              </p14:nvContentPartPr>
              <p14:xfrm>
                <a:off x="6689808" y="3538224"/>
                <a:ext cx="126720" cy="19512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D4C993B5-A1F7-620E-1C15-992BB6AD8FCC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6681168" y="3529224"/>
                  <a:ext cx="144360" cy="21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E1E3649B-34EE-01A3-6DC1-68B6BAC8E3A3}"/>
                    </a:ext>
                  </a:extLst>
                </p14:cNvPr>
                <p14:cNvContentPartPr/>
                <p14:nvPr/>
              </p14:nvContentPartPr>
              <p14:xfrm>
                <a:off x="6861888" y="3668904"/>
                <a:ext cx="129600" cy="8784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E1E3649B-34EE-01A3-6DC1-68B6BAC8E3A3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6853248" y="3660264"/>
                  <a:ext cx="147240" cy="10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8DBEF4BF-99F3-EAA8-2180-C87C54910017}"/>
                    </a:ext>
                  </a:extLst>
                </p14:cNvPr>
                <p14:cNvContentPartPr/>
                <p14:nvPr/>
              </p14:nvContentPartPr>
              <p14:xfrm>
                <a:off x="7054128" y="3694824"/>
                <a:ext cx="85320" cy="3348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8DBEF4BF-99F3-EAA8-2180-C87C54910017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7045488" y="3685824"/>
                  <a:ext cx="102960" cy="5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C824E1FF-2816-0B5B-87D0-ACDB9D8D90A7}"/>
                    </a:ext>
                  </a:extLst>
                </p14:cNvPr>
                <p14:cNvContentPartPr/>
                <p14:nvPr/>
              </p14:nvContentPartPr>
              <p14:xfrm>
                <a:off x="7194528" y="3650544"/>
                <a:ext cx="129600" cy="8928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C824E1FF-2816-0B5B-87D0-ACDB9D8D90A7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7185528" y="3641904"/>
                  <a:ext cx="147240" cy="10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FF1A10FA-061A-560C-585F-29A7D3778DA4}"/>
                    </a:ext>
                  </a:extLst>
                </p14:cNvPr>
                <p14:cNvContentPartPr/>
                <p14:nvPr/>
              </p14:nvContentPartPr>
              <p14:xfrm>
                <a:off x="7472448" y="3729744"/>
                <a:ext cx="74880" cy="972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FF1A10FA-061A-560C-585F-29A7D3778DA4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7463448" y="3720744"/>
                  <a:ext cx="92520" cy="2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0905E3F5-B431-446B-B4E5-15008E8A8740}"/>
                    </a:ext>
                  </a:extLst>
                </p14:cNvPr>
                <p14:cNvContentPartPr/>
                <p14:nvPr/>
              </p14:nvContentPartPr>
              <p14:xfrm>
                <a:off x="7706808" y="3671424"/>
                <a:ext cx="3960" cy="7416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0905E3F5-B431-446B-B4E5-15008E8A8740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7697808" y="3662784"/>
                  <a:ext cx="21600" cy="9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F2031C4C-B9F1-F905-8895-C93663213014}"/>
                    </a:ext>
                  </a:extLst>
                </p14:cNvPr>
                <p14:cNvContentPartPr/>
                <p14:nvPr/>
              </p14:nvContentPartPr>
              <p14:xfrm>
                <a:off x="7741368" y="3621384"/>
                <a:ext cx="109440" cy="13212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F2031C4C-B9F1-F905-8895-C93663213014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7732368" y="3612744"/>
                  <a:ext cx="127080" cy="14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6CD220A1-049F-3302-3966-D8A878EF7DB8}"/>
                    </a:ext>
                  </a:extLst>
                </p14:cNvPr>
                <p14:cNvContentPartPr/>
                <p14:nvPr/>
              </p14:nvContentPartPr>
              <p14:xfrm>
                <a:off x="7747488" y="3801024"/>
                <a:ext cx="94320" cy="360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6CD220A1-049F-3302-3966-D8A878EF7DB8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7738488" y="3792384"/>
                  <a:ext cx="111960" cy="2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255B4A13-09CA-EAE1-0F82-948AFB645584}"/>
                    </a:ext>
                  </a:extLst>
                </p14:cNvPr>
                <p14:cNvContentPartPr/>
                <p14:nvPr/>
              </p14:nvContentPartPr>
              <p14:xfrm>
                <a:off x="5096088" y="4279104"/>
                <a:ext cx="1632600" cy="14184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255B4A13-09CA-EAE1-0F82-948AFB645584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5087448" y="4270464"/>
                  <a:ext cx="1650240" cy="15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D0859F93-01D6-1D2B-BE02-A83EA4BDADCE}"/>
                    </a:ext>
                  </a:extLst>
                </p14:cNvPr>
                <p14:cNvContentPartPr/>
                <p14:nvPr/>
              </p14:nvContentPartPr>
              <p14:xfrm>
                <a:off x="5330448" y="4204584"/>
                <a:ext cx="455760" cy="31356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D0859F93-01D6-1D2B-BE02-A83EA4BDADCE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5321448" y="4195584"/>
                  <a:ext cx="473400" cy="33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69558864-9D8E-6E0B-68A5-567F51942EA8}"/>
                    </a:ext>
                  </a:extLst>
                </p14:cNvPr>
                <p14:cNvContentPartPr/>
                <p14:nvPr/>
              </p14:nvContentPartPr>
              <p14:xfrm>
                <a:off x="6874128" y="4215024"/>
                <a:ext cx="95760" cy="23184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69558864-9D8E-6E0B-68A5-567F51942EA8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6865488" y="4206024"/>
                  <a:ext cx="113400" cy="24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0DBC9711-DF2C-5FFF-219C-E31EA6EF0237}"/>
                    </a:ext>
                  </a:extLst>
                </p14:cNvPr>
                <p14:cNvContentPartPr/>
                <p14:nvPr/>
              </p14:nvContentPartPr>
              <p14:xfrm>
                <a:off x="7044408" y="4349304"/>
                <a:ext cx="308520" cy="7488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0DBC9711-DF2C-5FFF-219C-E31EA6EF0237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7035768" y="4340664"/>
                  <a:ext cx="326160" cy="9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692E661D-D049-DAA4-2FC4-1F1339BAA1E8}"/>
                    </a:ext>
                  </a:extLst>
                </p14:cNvPr>
                <p14:cNvContentPartPr/>
                <p14:nvPr/>
              </p14:nvContentPartPr>
              <p14:xfrm>
                <a:off x="7414128" y="4316184"/>
                <a:ext cx="116640" cy="11340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692E661D-D049-DAA4-2FC4-1F1339BAA1E8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7405488" y="4307544"/>
                  <a:ext cx="134280" cy="13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272F1F56-50D2-35BD-DE15-EA7EDDB7A31E}"/>
                    </a:ext>
                  </a:extLst>
                </p14:cNvPr>
                <p14:cNvContentPartPr/>
                <p14:nvPr/>
              </p14:nvContentPartPr>
              <p14:xfrm>
                <a:off x="7703928" y="4429944"/>
                <a:ext cx="66600" cy="1044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272F1F56-50D2-35BD-DE15-EA7EDDB7A31E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7694928" y="4420944"/>
                  <a:ext cx="84240" cy="2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7AA80497-AE81-C266-818C-FE1F7A4F186D}"/>
                    </a:ext>
                  </a:extLst>
                </p14:cNvPr>
                <p14:cNvContentPartPr/>
                <p14:nvPr/>
              </p14:nvContentPartPr>
              <p14:xfrm>
                <a:off x="7916328" y="4317264"/>
                <a:ext cx="20520" cy="8568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7AA80497-AE81-C266-818C-FE1F7A4F186D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7907328" y="4308264"/>
                  <a:ext cx="38160" cy="10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33C0599A-9E71-564A-F4E1-EC0A49D4D47A}"/>
                    </a:ext>
                  </a:extLst>
                </p14:cNvPr>
                <p14:cNvContentPartPr/>
                <p14:nvPr/>
              </p14:nvContentPartPr>
              <p14:xfrm>
                <a:off x="7997688" y="4310424"/>
                <a:ext cx="43920" cy="11304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33C0599A-9E71-564A-F4E1-EC0A49D4D47A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7988688" y="4301784"/>
                  <a:ext cx="61560" cy="13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FAC96609-25E4-B686-D77B-F9EC1DF19D65}"/>
                    </a:ext>
                  </a:extLst>
                </p14:cNvPr>
                <p14:cNvContentPartPr/>
                <p14:nvPr/>
              </p14:nvContentPartPr>
              <p14:xfrm>
                <a:off x="7984008" y="4217184"/>
                <a:ext cx="237960" cy="19764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FAC96609-25E4-B686-D77B-F9EC1DF19D65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7975008" y="4208184"/>
                  <a:ext cx="255600" cy="21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E412460A-546A-DD5F-D8BD-48C6F91FEBCD}"/>
                    </a:ext>
                  </a:extLst>
                </p14:cNvPr>
                <p14:cNvContentPartPr/>
                <p14:nvPr/>
              </p14:nvContentPartPr>
              <p14:xfrm>
                <a:off x="7979688" y="4535064"/>
                <a:ext cx="87480" cy="3096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E412460A-546A-DD5F-D8BD-48C6F91FEBCD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7970688" y="4526424"/>
                  <a:ext cx="105120" cy="486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9161482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F6078E-F8EC-8694-DE9C-165583D76C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Bottom-up Parsing:</a:t>
            </a:r>
            <a:endParaRPr lang="en-IN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59" name="Ink 58">
                <a:extLst>
                  <a:ext uri="{FF2B5EF4-FFF2-40B4-BE49-F238E27FC236}">
                    <a16:creationId xmlns:a16="http://schemas.microsoft.com/office/drawing/2014/main" id="{578DC995-41AF-F0EC-A28F-7FD70C7AD763}"/>
                  </a:ext>
                </a:extLst>
              </p14:cNvPr>
              <p14:cNvContentPartPr/>
              <p14:nvPr/>
            </p14:nvContentPartPr>
            <p14:xfrm>
              <a:off x="9997848" y="1633824"/>
              <a:ext cx="3600" cy="1080"/>
            </p14:xfrm>
          </p:contentPart>
        </mc:Choice>
        <mc:Fallback xmlns="">
          <p:pic>
            <p:nvPicPr>
              <p:cNvPr id="59" name="Ink 58">
                <a:extLst>
                  <a:ext uri="{FF2B5EF4-FFF2-40B4-BE49-F238E27FC236}">
                    <a16:creationId xmlns:a16="http://schemas.microsoft.com/office/drawing/2014/main" id="{578DC995-41AF-F0EC-A28F-7FD70C7AD763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987848" y="1620324"/>
                <a:ext cx="23200" cy="275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08" name="Ink 107">
                <a:extLst>
                  <a:ext uri="{FF2B5EF4-FFF2-40B4-BE49-F238E27FC236}">
                    <a16:creationId xmlns:a16="http://schemas.microsoft.com/office/drawing/2014/main" id="{A29EFE7E-8466-F00F-17AA-72EE82C73811}"/>
                  </a:ext>
                </a:extLst>
              </p14:cNvPr>
              <p14:cNvContentPartPr/>
              <p14:nvPr/>
            </p14:nvContentPartPr>
            <p14:xfrm>
              <a:off x="10428408" y="2647584"/>
              <a:ext cx="28080" cy="3240"/>
            </p14:xfrm>
          </p:contentPart>
        </mc:Choice>
        <mc:Fallback xmlns="">
          <p:pic>
            <p:nvPicPr>
              <p:cNvPr id="108" name="Ink 107">
                <a:extLst>
                  <a:ext uri="{FF2B5EF4-FFF2-40B4-BE49-F238E27FC236}">
                    <a16:creationId xmlns:a16="http://schemas.microsoft.com/office/drawing/2014/main" id="{A29EFE7E-8466-F00F-17AA-72EE82C73811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0419408" y="2638584"/>
                <a:ext cx="45720" cy="20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09" name="Ink 108">
                <a:extLst>
                  <a:ext uri="{FF2B5EF4-FFF2-40B4-BE49-F238E27FC236}">
                    <a16:creationId xmlns:a16="http://schemas.microsoft.com/office/drawing/2014/main" id="{312A2B19-84BF-38C9-EA80-A0F6B613F63A}"/>
                  </a:ext>
                </a:extLst>
              </p14:cNvPr>
              <p14:cNvContentPartPr/>
              <p14:nvPr/>
            </p14:nvContentPartPr>
            <p14:xfrm>
              <a:off x="10763568" y="2771064"/>
              <a:ext cx="1800" cy="3600"/>
            </p14:xfrm>
          </p:contentPart>
        </mc:Choice>
        <mc:Fallback xmlns="">
          <p:pic>
            <p:nvPicPr>
              <p:cNvPr id="109" name="Ink 108">
                <a:extLst>
                  <a:ext uri="{FF2B5EF4-FFF2-40B4-BE49-F238E27FC236}">
                    <a16:creationId xmlns:a16="http://schemas.microsoft.com/office/drawing/2014/main" id="{312A2B19-84BF-38C9-EA80-A0F6B613F63A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0754568" y="2762064"/>
                <a:ext cx="19440" cy="21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92" name="Ink 191">
                <a:extLst>
                  <a:ext uri="{FF2B5EF4-FFF2-40B4-BE49-F238E27FC236}">
                    <a16:creationId xmlns:a16="http://schemas.microsoft.com/office/drawing/2014/main" id="{5D519595-49FE-D41B-C0B6-CD6868ECB314}"/>
                  </a:ext>
                </a:extLst>
              </p14:cNvPr>
              <p14:cNvContentPartPr/>
              <p14:nvPr/>
            </p14:nvContentPartPr>
            <p14:xfrm>
              <a:off x="3774888" y="6755904"/>
              <a:ext cx="360" cy="4680"/>
            </p14:xfrm>
          </p:contentPart>
        </mc:Choice>
        <mc:Fallback xmlns="">
          <p:pic>
            <p:nvPicPr>
              <p:cNvPr id="192" name="Ink 191">
                <a:extLst>
                  <a:ext uri="{FF2B5EF4-FFF2-40B4-BE49-F238E27FC236}">
                    <a16:creationId xmlns:a16="http://schemas.microsoft.com/office/drawing/2014/main" id="{5D519595-49FE-D41B-C0B6-CD6868ECB314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765888" y="6746904"/>
                <a:ext cx="18000" cy="22320"/>
              </a:xfrm>
              <a:prstGeom prst="rect">
                <a:avLst/>
              </a:prstGeom>
            </p:spPr>
          </p:pic>
        </mc:Fallback>
      </mc:AlternateContent>
      <p:grpSp>
        <p:nvGrpSpPr>
          <p:cNvPr id="11" name="Group 10">
            <a:extLst>
              <a:ext uri="{FF2B5EF4-FFF2-40B4-BE49-F238E27FC236}">
                <a16:creationId xmlns:a16="http://schemas.microsoft.com/office/drawing/2014/main" id="{AAE7C151-FE93-1CD7-E300-DB9768CE5C72}"/>
              </a:ext>
            </a:extLst>
          </p:cNvPr>
          <p:cNvGrpSpPr/>
          <p:nvPr/>
        </p:nvGrpSpPr>
        <p:grpSpPr>
          <a:xfrm>
            <a:off x="2715408" y="801144"/>
            <a:ext cx="905400" cy="389520"/>
            <a:chOff x="2715408" y="801144"/>
            <a:chExt cx="905400" cy="389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96D0BE1E-72A7-76D9-8DA3-BFA717ECE3A6}"/>
                    </a:ext>
                  </a:extLst>
                </p14:cNvPr>
                <p14:cNvContentPartPr/>
                <p14:nvPr/>
              </p14:nvContentPartPr>
              <p14:xfrm>
                <a:off x="2715408" y="801144"/>
                <a:ext cx="171000" cy="38952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96D0BE1E-72A7-76D9-8DA3-BFA717ECE3A6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2706408" y="792504"/>
                  <a:ext cx="188640" cy="40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A8300AC6-F685-E262-CEEB-FD1268EF32CF}"/>
                    </a:ext>
                  </a:extLst>
                </p14:cNvPr>
                <p14:cNvContentPartPr/>
                <p14:nvPr/>
              </p14:nvContentPartPr>
              <p14:xfrm>
                <a:off x="2973528" y="902304"/>
                <a:ext cx="520200" cy="16668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A8300AC6-F685-E262-CEEB-FD1268EF32CF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2964888" y="893664"/>
                  <a:ext cx="537840" cy="18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51FDA4AE-9936-22A9-8B78-39C4B591CCAA}"/>
                    </a:ext>
                  </a:extLst>
                </p14:cNvPr>
                <p14:cNvContentPartPr/>
                <p14:nvPr/>
              </p14:nvContentPartPr>
              <p14:xfrm>
                <a:off x="3567888" y="942984"/>
                <a:ext cx="52920" cy="1836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51FDA4AE-9936-22A9-8B78-39C4B591CCAA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3559248" y="933984"/>
                  <a:ext cx="7056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581A5D2A-6C80-F292-65A1-35884176130F}"/>
                    </a:ext>
                  </a:extLst>
                </p14:cNvPr>
                <p14:cNvContentPartPr/>
                <p14:nvPr/>
              </p14:nvContentPartPr>
              <p14:xfrm>
                <a:off x="3237408" y="852624"/>
                <a:ext cx="19080" cy="1980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581A5D2A-6C80-F292-65A1-35884176130F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3228768" y="843984"/>
                  <a:ext cx="36720" cy="37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3A35EA14-3010-B14B-0CFD-542C08608093}"/>
              </a:ext>
            </a:extLst>
          </p:cNvPr>
          <p:cNvGrpSpPr/>
          <p:nvPr/>
        </p:nvGrpSpPr>
        <p:grpSpPr>
          <a:xfrm>
            <a:off x="4349808" y="823464"/>
            <a:ext cx="626040" cy="246960"/>
            <a:chOff x="4349808" y="823464"/>
            <a:chExt cx="626040" cy="246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594BC3D6-BAD7-58FE-2322-725F21454357}"/>
                    </a:ext>
                  </a:extLst>
                </p14:cNvPr>
                <p14:cNvContentPartPr/>
                <p14:nvPr/>
              </p14:nvContentPartPr>
              <p14:xfrm>
                <a:off x="4458888" y="849744"/>
                <a:ext cx="17640" cy="22068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594BC3D6-BAD7-58FE-2322-725F21454357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4449888" y="840744"/>
                  <a:ext cx="35280" cy="23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DFE9E6E1-018B-4D56-3CFC-3D062797B954}"/>
                    </a:ext>
                  </a:extLst>
                </p14:cNvPr>
                <p14:cNvContentPartPr/>
                <p14:nvPr/>
              </p14:nvContentPartPr>
              <p14:xfrm>
                <a:off x="4349808" y="823464"/>
                <a:ext cx="626040" cy="23220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DFE9E6E1-018B-4D56-3CFC-3D062797B954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4340808" y="814824"/>
                  <a:ext cx="643680" cy="249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555507EF-4DB6-6CA5-95F7-20AF0CFBA70A}"/>
              </a:ext>
            </a:extLst>
          </p:cNvPr>
          <p:cNvGrpSpPr/>
          <p:nvPr/>
        </p:nvGrpSpPr>
        <p:grpSpPr>
          <a:xfrm>
            <a:off x="5532408" y="811584"/>
            <a:ext cx="844200" cy="194760"/>
            <a:chOff x="5532408" y="811584"/>
            <a:chExt cx="844200" cy="194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10A4304D-8C7E-DAA2-808A-3DE393722D67}"/>
                    </a:ext>
                  </a:extLst>
                </p14:cNvPr>
                <p14:cNvContentPartPr/>
                <p14:nvPr/>
              </p14:nvContentPartPr>
              <p14:xfrm>
                <a:off x="5532408" y="811584"/>
                <a:ext cx="431280" cy="19476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10A4304D-8C7E-DAA2-808A-3DE393722D67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5523408" y="802944"/>
                  <a:ext cx="448920" cy="21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D757233F-6216-E786-3D0F-DDD358A947C4}"/>
                    </a:ext>
                  </a:extLst>
                </p14:cNvPr>
                <p14:cNvContentPartPr/>
                <p14:nvPr/>
              </p14:nvContentPartPr>
              <p14:xfrm>
                <a:off x="6078888" y="927504"/>
                <a:ext cx="45720" cy="5364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D757233F-6216-E786-3D0F-DDD358A947C4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6069888" y="918504"/>
                  <a:ext cx="63360" cy="7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F6E90B43-7E05-8B05-1D1E-835E83176C94}"/>
                    </a:ext>
                  </a:extLst>
                </p14:cNvPr>
                <p14:cNvContentPartPr/>
                <p14:nvPr/>
              </p14:nvContentPartPr>
              <p14:xfrm>
                <a:off x="6236568" y="932184"/>
                <a:ext cx="140040" cy="5508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F6E90B43-7E05-8B05-1D1E-835E83176C94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6227568" y="923544"/>
                  <a:ext cx="157680" cy="72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56D775D5-EE40-8678-B310-FB4F9C54AD0F}"/>
              </a:ext>
            </a:extLst>
          </p:cNvPr>
          <p:cNvGrpSpPr/>
          <p:nvPr/>
        </p:nvGrpSpPr>
        <p:grpSpPr>
          <a:xfrm>
            <a:off x="583488" y="1578024"/>
            <a:ext cx="350640" cy="255600"/>
            <a:chOff x="583488" y="1578024"/>
            <a:chExt cx="350640" cy="255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5C887076-EE42-3F5E-7485-D81FC4E02543}"/>
                    </a:ext>
                  </a:extLst>
                </p14:cNvPr>
                <p14:cNvContentPartPr/>
                <p14:nvPr/>
              </p14:nvContentPartPr>
              <p14:xfrm>
                <a:off x="583488" y="1578024"/>
                <a:ext cx="152280" cy="25560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5C887076-EE42-3F5E-7485-D81FC4E02543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574488" y="1569024"/>
                  <a:ext cx="169920" cy="27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1BB4988D-0916-AD56-42F4-401A4E8645ED}"/>
                    </a:ext>
                  </a:extLst>
                </p14:cNvPr>
                <p14:cNvContentPartPr/>
                <p14:nvPr/>
              </p14:nvContentPartPr>
              <p14:xfrm>
                <a:off x="805248" y="1730304"/>
                <a:ext cx="128880" cy="8208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1BB4988D-0916-AD56-42F4-401A4E8645ED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796608" y="1721664"/>
                  <a:ext cx="146520" cy="99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99A9EE84-B466-5160-B513-ED9D36A009FB}"/>
              </a:ext>
            </a:extLst>
          </p:cNvPr>
          <p:cNvGrpSpPr/>
          <p:nvPr/>
        </p:nvGrpSpPr>
        <p:grpSpPr>
          <a:xfrm>
            <a:off x="481968" y="868104"/>
            <a:ext cx="1036800" cy="309600"/>
            <a:chOff x="481968" y="868104"/>
            <a:chExt cx="1036800" cy="309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1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3867BA9F-C674-794F-CEB9-1601BC4060DD}"/>
                    </a:ext>
                  </a:extLst>
                </p14:cNvPr>
                <p14:cNvContentPartPr/>
                <p14:nvPr/>
              </p14:nvContentPartPr>
              <p14:xfrm>
                <a:off x="481968" y="868104"/>
                <a:ext cx="161280" cy="30960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3867BA9F-C674-794F-CEB9-1601BC4060DD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473328" y="859464"/>
                  <a:ext cx="178920" cy="32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0E62075B-0BC2-D57A-BB85-AAD210F86208}"/>
                    </a:ext>
                  </a:extLst>
                </p14:cNvPr>
                <p14:cNvContentPartPr/>
                <p14:nvPr/>
              </p14:nvContentPartPr>
              <p14:xfrm>
                <a:off x="705168" y="1053144"/>
                <a:ext cx="303840" cy="8460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0E62075B-0BC2-D57A-BB85-AAD210F86208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696168" y="1044144"/>
                  <a:ext cx="321480" cy="10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28764A81-9372-C738-C985-CB32ECF473E1}"/>
                    </a:ext>
                  </a:extLst>
                </p14:cNvPr>
                <p14:cNvContentPartPr/>
                <p14:nvPr/>
              </p14:nvContentPartPr>
              <p14:xfrm>
                <a:off x="1078488" y="977184"/>
                <a:ext cx="148320" cy="14148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28764A81-9372-C738-C985-CB32ECF473E1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1069488" y="968184"/>
                  <a:ext cx="165960" cy="15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6447EA7B-1B90-3D62-BC29-16D17C411144}"/>
                    </a:ext>
                  </a:extLst>
                </p14:cNvPr>
                <p14:cNvContentPartPr/>
                <p14:nvPr/>
              </p14:nvContentPartPr>
              <p14:xfrm>
                <a:off x="1493568" y="1069344"/>
                <a:ext cx="24840" cy="5328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6447EA7B-1B90-3D62-BC29-16D17C411144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1484928" y="1060344"/>
                  <a:ext cx="42480" cy="7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B7D06258-7C10-C50B-E6E8-43E63CC27140}"/>
                    </a:ext>
                  </a:extLst>
                </p14:cNvPr>
                <p14:cNvContentPartPr/>
                <p14:nvPr/>
              </p14:nvContentPartPr>
              <p14:xfrm>
                <a:off x="1512288" y="968544"/>
                <a:ext cx="6480" cy="3492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B7D06258-7C10-C50B-E6E8-43E63CC27140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1503648" y="959904"/>
                  <a:ext cx="24120" cy="5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D7E9B019-A5D4-549E-C29F-78E03F180AD3}"/>
                    </a:ext>
                  </a:extLst>
                </p14:cNvPr>
                <p14:cNvContentPartPr/>
                <p14:nvPr/>
              </p14:nvContentPartPr>
              <p14:xfrm>
                <a:off x="1299528" y="1094184"/>
                <a:ext cx="77040" cy="648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D7E9B019-A5D4-549E-C29F-78E03F180AD3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1290888" y="1085184"/>
                  <a:ext cx="94680" cy="2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DAF3E24D-DEB3-CC44-EE27-A0B02F8A81D5}"/>
                    </a:ext>
                  </a:extLst>
                </p14:cNvPr>
                <p14:cNvContentPartPr/>
                <p14:nvPr/>
              </p14:nvContentPartPr>
              <p14:xfrm>
                <a:off x="1426608" y="1042344"/>
                <a:ext cx="5760" cy="10296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DAF3E24D-DEB3-CC44-EE27-A0B02F8A81D5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1417968" y="1033704"/>
                  <a:ext cx="23400" cy="12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7A688DBE-D18C-3424-1EC1-694261CCF400}"/>
                    </a:ext>
                  </a:extLst>
                </p14:cNvPr>
                <p14:cNvContentPartPr/>
                <p14:nvPr/>
              </p14:nvContentPartPr>
              <p14:xfrm>
                <a:off x="1401048" y="1033704"/>
                <a:ext cx="41760" cy="1260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7A688DBE-D18C-3424-1EC1-694261CCF400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1392408" y="1025064"/>
                  <a:ext cx="59400" cy="3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BAA89BC0-4F52-51BB-56CF-B321E179E0B6}"/>
                    </a:ext>
                  </a:extLst>
                </p14:cNvPr>
                <p14:cNvContentPartPr/>
                <p14:nvPr/>
              </p14:nvContentPartPr>
              <p14:xfrm>
                <a:off x="1380888" y="1167984"/>
                <a:ext cx="58320" cy="468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BAA89BC0-4F52-51BB-56CF-B321E179E0B6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1372248" y="1159344"/>
                  <a:ext cx="75960" cy="22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5A220B68-7898-53B3-B4E6-B5C80722C810}"/>
              </a:ext>
            </a:extLst>
          </p:cNvPr>
          <p:cNvGrpSpPr/>
          <p:nvPr/>
        </p:nvGrpSpPr>
        <p:grpSpPr>
          <a:xfrm>
            <a:off x="1002168" y="1623384"/>
            <a:ext cx="858240" cy="193320"/>
            <a:chOff x="1002168" y="1623384"/>
            <a:chExt cx="858240" cy="193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9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FFACD414-E52E-EFE3-F351-74D394D2FD5C}"/>
                    </a:ext>
                  </a:extLst>
                </p14:cNvPr>
                <p14:cNvContentPartPr/>
                <p14:nvPr/>
              </p14:nvContentPartPr>
              <p14:xfrm>
                <a:off x="1002168" y="1722384"/>
                <a:ext cx="90360" cy="6336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FFACD414-E52E-EFE3-F351-74D394D2FD5C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993528" y="1713384"/>
                  <a:ext cx="108000" cy="8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0D261D73-A80E-A294-86F9-61CAAFFFD873}"/>
                    </a:ext>
                  </a:extLst>
                </p14:cNvPr>
                <p14:cNvContentPartPr/>
                <p14:nvPr/>
              </p14:nvContentPartPr>
              <p14:xfrm>
                <a:off x="1139688" y="1664784"/>
                <a:ext cx="142200" cy="9684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0D261D73-A80E-A294-86F9-61CAAFFFD873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1131048" y="1655784"/>
                  <a:ext cx="159840" cy="11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9B4D9902-F5A1-40D0-CB0C-56359BB8AE16}"/>
                    </a:ext>
                  </a:extLst>
                </p14:cNvPr>
                <p14:cNvContentPartPr/>
                <p14:nvPr/>
              </p14:nvContentPartPr>
              <p14:xfrm>
                <a:off x="1381608" y="1724184"/>
                <a:ext cx="94320" cy="1836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9B4D9902-F5A1-40D0-CB0C-56359BB8AE16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1372968" y="1715184"/>
                  <a:ext cx="11196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A48E4266-C4CB-7074-BE73-0F7E779202EA}"/>
                    </a:ext>
                  </a:extLst>
                </p14:cNvPr>
                <p14:cNvContentPartPr/>
                <p14:nvPr/>
              </p14:nvContentPartPr>
              <p14:xfrm>
                <a:off x="1569888" y="1667664"/>
                <a:ext cx="9360" cy="7128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A48E4266-C4CB-7074-BE73-0F7E779202EA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1560888" y="1658664"/>
                  <a:ext cx="27000" cy="8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9F5F1950-83BE-FA34-5A28-0631E02EC54A}"/>
                    </a:ext>
                  </a:extLst>
                </p14:cNvPr>
                <p14:cNvContentPartPr/>
                <p14:nvPr/>
              </p14:nvContentPartPr>
              <p14:xfrm>
                <a:off x="1643688" y="1663344"/>
                <a:ext cx="23400" cy="6948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9F5F1950-83BE-FA34-5A28-0631E02EC54A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1635048" y="1654344"/>
                  <a:ext cx="41040" cy="8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23BEA4C3-C5F2-242C-1819-E07FB3052731}"/>
                    </a:ext>
                  </a:extLst>
                </p14:cNvPr>
                <p14:cNvContentPartPr/>
                <p14:nvPr/>
              </p14:nvContentPartPr>
              <p14:xfrm>
                <a:off x="1531728" y="1623384"/>
                <a:ext cx="158040" cy="19332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23BEA4C3-C5F2-242C-1819-E07FB3052731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1523088" y="1614384"/>
                  <a:ext cx="175680" cy="21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21B7234C-B87A-CE34-63B7-B16D6CB8ABD2}"/>
                    </a:ext>
                  </a:extLst>
                </p14:cNvPr>
                <p14:cNvContentPartPr/>
                <p14:nvPr/>
              </p14:nvContentPartPr>
              <p14:xfrm>
                <a:off x="1832688" y="1633104"/>
                <a:ext cx="9720" cy="5472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21B7234C-B87A-CE34-63B7-B16D6CB8ABD2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1824048" y="1624104"/>
                  <a:ext cx="27360" cy="7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7446D5F5-ADB0-F557-6A18-4CB8BC84F0E1}"/>
                    </a:ext>
                  </a:extLst>
                </p14:cNvPr>
                <p14:cNvContentPartPr/>
                <p14:nvPr/>
              </p14:nvContentPartPr>
              <p14:xfrm>
                <a:off x="1840608" y="1783944"/>
                <a:ext cx="19800" cy="2448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7446D5F5-ADB0-F557-6A18-4CB8BC84F0E1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1831968" y="1774944"/>
                  <a:ext cx="37440" cy="421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65">
            <p14:nvContentPartPr>
              <p14:cNvPr id="43" name="Ink 42">
                <a:extLst>
                  <a:ext uri="{FF2B5EF4-FFF2-40B4-BE49-F238E27FC236}">
                    <a16:creationId xmlns:a16="http://schemas.microsoft.com/office/drawing/2014/main" id="{18F10DAB-FA57-95CD-5D55-FE8159979A0A}"/>
                  </a:ext>
                </a:extLst>
              </p14:cNvPr>
              <p14:cNvContentPartPr/>
              <p14:nvPr/>
            </p14:nvContentPartPr>
            <p14:xfrm>
              <a:off x="2921328" y="1600704"/>
              <a:ext cx="42120" cy="226080"/>
            </p14:xfrm>
          </p:contentPart>
        </mc:Choice>
        <mc:Fallback xmlns="">
          <p:pic>
            <p:nvPicPr>
              <p:cNvPr id="43" name="Ink 42">
                <a:extLst>
                  <a:ext uri="{FF2B5EF4-FFF2-40B4-BE49-F238E27FC236}">
                    <a16:creationId xmlns:a16="http://schemas.microsoft.com/office/drawing/2014/main" id="{18F10DAB-FA57-95CD-5D55-FE8159979A0A}"/>
                  </a:ext>
                </a:extLst>
              </p:cNvPr>
              <p:cNvPicPr/>
              <p:nvPr/>
            </p:nvPicPr>
            <p:blipFill>
              <a:blip r:embed="rId66"/>
              <a:stretch>
                <a:fillRect/>
              </a:stretch>
            </p:blipFill>
            <p:spPr>
              <a:xfrm>
                <a:off x="2912688" y="1591704"/>
                <a:ext cx="59760" cy="243720"/>
              </a:xfrm>
              <a:prstGeom prst="rect">
                <a:avLst/>
              </a:prstGeom>
            </p:spPr>
          </p:pic>
        </mc:Fallback>
      </mc:AlternateContent>
      <p:grpSp>
        <p:nvGrpSpPr>
          <p:cNvPr id="50" name="Group 49">
            <a:extLst>
              <a:ext uri="{FF2B5EF4-FFF2-40B4-BE49-F238E27FC236}">
                <a16:creationId xmlns:a16="http://schemas.microsoft.com/office/drawing/2014/main" id="{103414C0-BBA5-F401-F1A5-5A45D34CF434}"/>
              </a:ext>
            </a:extLst>
          </p:cNvPr>
          <p:cNvGrpSpPr/>
          <p:nvPr/>
        </p:nvGrpSpPr>
        <p:grpSpPr>
          <a:xfrm>
            <a:off x="2941488" y="1605744"/>
            <a:ext cx="839160" cy="251280"/>
            <a:chOff x="2941488" y="1605744"/>
            <a:chExt cx="839160" cy="251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7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22E0C22C-C678-CE6F-3DE2-C16E2D755692}"/>
                    </a:ext>
                  </a:extLst>
                </p14:cNvPr>
                <p14:cNvContentPartPr/>
                <p14:nvPr/>
              </p14:nvContentPartPr>
              <p14:xfrm>
                <a:off x="2941488" y="1628424"/>
                <a:ext cx="156240" cy="8820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22E0C22C-C678-CE6F-3DE2-C16E2D755692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2932488" y="1619424"/>
                  <a:ext cx="173880" cy="10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9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3D72CD19-2EC9-F552-F114-8674BA881A2D}"/>
                    </a:ext>
                  </a:extLst>
                </p14:cNvPr>
                <p14:cNvContentPartPr/>
                <p14:nvPr/>
              </p14:nvContentPartPr>
              <p14:xfrm>
                <a:off x="3193848" y="1668744"/>
                <a:ext cx="84600" cy="1476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3D72CD19-2EC9-F552-F114-8674BA881A2D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3185208" y="1659744"/>
                  <a:ext cx="102240" cy="3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1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0814C5E9-94CE-FB5A-A565-CD18B14E1515}"/>
                    </a:ext>
                  </a:extLst>
                </p14:cNvPr>
                <p14:cNvContentPartPr/>
                <p14:nvPr/>
              </p14:nvContentPartPr>
              <p14:xfrm>
                <a:off x="2952648" y="1616184"/>
                <a:ext cx="260280" cy="24084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0814C5E9-94CE-FB5A-A565-CD18B14E1515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2944008" y="1607184"/>
                  <a:ext cx="277920" cy="25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3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F44C3C44-4AF0-C254-0332-E9ABA827CD36}"/>
                    </a:ext>
                  </a:extLst>
                </p14:cNvPr>
                <p14:cNvContentPartPr/>
                <p14:nvPr/>
              </p14:nvContentPartPr>
              <p14:xfrm>
                <a:off x="3301848" y="1645704"/>
                <a:ext cx="67680" cy="9540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F44C3C44-4AF0-C254-0332-E9ABA827CD36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3292848" y="1636704"/>
                  <a:ext cx="85320" cy="11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5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162DEB59-44E1-FB8A-EDC9-94198EC6DA6E}"/>
                    </a:ext>
                  </a:extLst>
                </p14:cNvPr>
                <p14:cNvContentPartPr/>
                <p14:nvPr/>
              </p14:nvContentPartPr>
              <p14:xfrm>
                <a:off x="3463488" y="1634544"/>
                <a:ext cx="63720" cy="8172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162DEB59-44E1-FB8A-EDC9-94198EC6DA6E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3454848" y="1625904"/>
                  <a:ext cx="81360" cy="9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7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FD423CED-9517-6A95-E47B-C76FA06789F2}"/>
                    </a:ext>
                  </a:extLst>
                </p14:cNvPr>
                <p14:cNvContentPartPr/>
                <p14:nvPr/>
              </p14:nvContentPartPr>
              <p14:xfrm>
                <a:off x="3615048" y="1605744"/>
                <a:ext cx="165600" cy="10404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FD423CED-9517-6A95-E47B-C76FA06789F2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3606048" y="1597104"/>
                  <a:ext cx="183240" cy="121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A4230CB9-AFAE-55BF-C776-7F98D792FDC1}"/>
              </a:ext>
            </a:extLst>
          </p:cNvPr>
          <p:cNvGrpSpPr/>
          <p:nvPr/>
        </p:nvGrpSpPr>
        <p:grpSpPr>
          <a:xfrm>
            <a:off x="4587408" y="1474344"/>
            <a:ext cx="588600" cy="223200"/>
            <a:chOff x="4587408" y="1474344"/>
            <a:chExt cx="588600" cy="223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9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B9E2A5AA-0AB2-5C7E-0D8E-1E338ECE631D}"/>
                    </a:ext>
                  </a:extLst>
                </p14:cNvPr>
                <p14:cNvContentPartPr/>
                <p14:nvPr/>
              </p14:nvContentPartPr>
              <p14:xfrm>
                <a:off x="4587408" y="1481544"/>
                <a:ext cx="130680" cy="17640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B9E2A5AA-0AB2-5C7E-0D8E-1E338ECE631D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4578768" y="1472544"/>
                  <a:ext cx="148320" cy="19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1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2EC71B77-29B2-86CF-0D2B-6A9162E174BC}"/>
                    </a:ext>
                  </a:extLst>
                </p14:cNvPr>
                <p14:cNvContentPartPr/>
                <p14:nvPr/>
              </p14:nvContentPartPr>
              <p14:xfrm>
                <a:off x="4834728" y="1474344"/>
                <a:ext cx="212040" cy="22320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2EC71B77-29B2-86CF-0D2B-6A9162E174BC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4826088" y="1465704"/>
                  <a:ext cx="229680" cy="24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3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54B4EC46-5D16-A9B2-1049-05D4DB2F19E5}"/>
                    </a:ext>
                  </a:extLst>
                </p14:cNvPr>
                <p14:cNvContentPartPr/>
                <p14:nvPr/>
              </p14:nvContentPartPr>
              <p14:xfrm>
                <a:off x="5060088" y="1578024"/>
                <a:ext cx="115920" cy="2160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54B4EC46-5D16-A9B2-1049-05D4DB2F19E5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5051448" y="1569024"/>
                  <a:ext cx="133560" cy="39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0" name="Group 59">
            <a:extLst>
              <a:ext uri="{FF2B5EF4-FFF2-40B4-BE49-F238E27FC236}">
                <a16:creationId xmlns:a16="http://schemas.microsoft.com/office/drawing/2014/main" id="{9110DE2F-CEBD-4062-ECC7-48151213247D}"/>
              </a:ext>
            </a:extLst>
          </p:cNvPr>
          <p:cNvGrpSpPr/>
          <p:nvPr/>
        </p:nvGrpSpPr>
        <p:grpSpPr>
          <a:xfrm>
            <a:off x="5731128" y="1445544"/>
            <a:ext cx="801360" cy="157320"/>
            <a:chOff x="5731128" y="1445544"/>
            <a:chExt cx="801360" cy="157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5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8E2B013D-5844-37D0-8991-3F9D7BC4419C}"/>
                    </a:ext>
                  </a:extLst>
                </p14:cNvPr>
                <p14:cNvContentPartPr/>
                <p14:nvPr/>
              </p14:nvContentPartPr>
              <p14:xfrm>
                <a:off x="5731128" y="1445544"/>
                <a:ext cx="185040" cy="14544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8E2B013D-5844-37D0-8991-3F9D7BC4419C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5722488" y="1436544"/>
                  <a:ext cx="202680" cy="16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7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A07FAFC5-02E7-9055-011A-11EF13E431DD}"/>
                    </a:ext>
                  </a:extLst>
                </p14:cNvPr>
                <p14:cNvContentPartPr/>
                <p14:nvPr/>
              </p14:nvContentPartPr>
              <p14:xfrm>
                <a:off x="6018768" y="1495224"/>
                <a:ext cx="57240" cy="10764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A07FAFC5-02E7-9055-011A-11EF13E431DD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6010128" y="1486584"/>
                  <a:ext cx="74880" cy="12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9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BBF7487E-64F3-5335-E62C-A92650316F3D}"/>
                    </a:ext>
                  </a:extLst>
                </p14:cNvPr>
                <p14:cNvContentPartPr/>
                <p14:nvPr/>
              </p14:nvContentPartPr>
              <p14:xfrm>
                <a:off x="6173568" y="1497384"/>
                <a:ext cx="74160" cy="8100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BBF7487E-64F3-5335-E62C-A92650316F3D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6164928" y="1488744"/>
                  <a:ext cx="91800" cy="9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1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71930A67-4554-46A9-78CB-70617D0C131D}"/>
                    </a:ext>
                  </a:extLst>
                </p14:cNvPr>
                <p14:cNvContentPartPr/>
                <p14:nvPr/>
              </p14:nvContentPartPr>
              <p14:xfrm>
                <a:off x="6363648" y="1500984"/>
                <a:ext cx="168840" cy="8964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71930A67-4554-46A9-78CB-70617D0C131D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6355008" y="1492344"/>
                  <a:ext cx="186480" cy="107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7" name="Group 66">
            <a:extLst>
              <a:ext uri="{FF2B5EF4-FFF2-40B4-BE49-F238E27FC236}">
                <a16:creationId xmlns:a16="http://schemas.microsoft.com/office/drawing/2014/main" id="{264D17A0-CF75-7366-C616-77EDD7482B91}"/>
              </a:ext>
            </a:extLst>
          </p:cNvPr>
          <p:cNvGrpSpPr/>
          <p:nvPr/>
        </p:nvGrpSpPr>
        <p:grpSpPr>
          <a:xfrm>
            <a:off x="3034368" y="1829664"/>
            <a:ext cx="660960" cy="367560"/>
            <a:chOff x="3034368" y="1829664"/>
            <a:chExt cx="660960" cy="367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3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F4B938F6-9F3C-E79F-482E-4891E6CFB883}"/>
                    </a:ext>
                  </a:extLst>
                </p14:cNvPr>
                <p14:cNvContentPartPr/>
                <p14:nvPr/>
              </p14:nvContentPartPr>
              <p14:xfrm>
                <a:off x="3034368" y="2024784"/>
                <a:ext cx="97560" cy="17244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F4B938F6-9F3C-E79F-482E-4891E6CFB883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3025368" y="2015784"/>
                  <a:ext cx="115200" cy="19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5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91F9992D-C460-AC8F-6856-D4F929119937}"/>
                    </a:ext>
                  </a:extLst>
                </p14:cNvPr>
                <p14:cNvContentPartPr/>
                <p14:nvPr/>
              </p14:nvContentPartPr>
              <p14:xfrm>
                <a:off x="3271248" y="2033424"/>
                <a:ext cx="3240" cy="1224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91F9992D-C460-AC8F-6856-D4F929119937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3262608" y="2024424"/>
                  <a:ext cx="20880" cy="2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7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73DD426A-9093-E7E2-0C39-D29E67BD8126}"/>
                    </a:ext>
                  </a:extLst>
                </p14:cNvPr>
                <p14:cNvContentPartPr/>
                <p14:nvPr/>
              </p14:nvContentPartPr>
              <p14:xfrm>
                <a:off x="3282768" y="1829664"/>
                <a:ext cx="5760" cy="12816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73DD426A-9093-E7E2-0C39-D29E67BD8126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3273768" y="1821024"/>
                  <a:ext cx="23400" cy="14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9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210CFE83-7350-E5B7-089F-368062F67F57}"/>
                    </a:ext>
                  </a:extLst>
                </p14:cNvPr>
                <p14:cNvContentPartPr/>
                <p14:nvPr/>
              </p14:nvContentPartPr>
              <p14:xfrm>
                <a:off x="3216168" y="2091024"/>
                <a:ext cx="303120" cy="6912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210CFE83-7350-E5B7-089F-368062F67F57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3207168" y="2082024"/>
                  <a:ext cx="320760" cy="8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1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C6A5F0BB-51A3-CFAA-9487-463DE1315BC4}"/>
                    </a:ext>
                  </a:extLst>
                </p14:cNvPr>
                <p14:cNvContentPartPr/>
                <p14:nvPr/>
              </p14:nvContentPartPr>
              <p14:xfrm>
                <a:off x="3576888" y="2024064"/>
                <a:ext cx="16560" cy="10296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C6A5F0BB-51A3-CFAA-9487-463DE1315BC4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3567888" y="2015064"/>
                  <a:ext cx="34200" cy="12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3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78891219-4BCF-E600-220D-DE00BE2F598F}"/>
                    </a:ext>
                  </a:extLst>
                </p14:cNvPr>
                <p14:cNvContentPartPr/>
                <p14:nvPr/>
              </p14:nvContentPartPr>
              <p14:xfrm>
                <a:off x="3419208" y="2029464"/>
                <a:ext cx="276120" cy="5580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78891219-4BCF-E600-220D-DE00BE2F598F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3410568" y="2020824"/>
                  <a:ext cx="293760" cy="734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05">
            <p14:nvContentPartPr>
              <p14:cNvPr id="68" name="Ink 67">
                <a:extLst>
                  <a:ext uri="{FF2B5EF4-FFF2-40B4-BE49-F238E27FC236}">
                    <a16:creationId xmlns:a16="http://schemas.microsoft.com/office/drawing/2014/main" id="{896F5A48-49DE-94E1-2432-BE07A5DD7798}"/>
                  </a:ext>
                </a:extLst>
              </p14:cNvPr>
              <p14:cNvContentPartPr/>
              <p14:nvPr/>
            </p14:nvContentPartPr>
            <p14:xfrm>
              <a:off x="4793688" y="1776384"/>
              <a:ext cx="9360" cy="132120"/>
            </p14:xfrm>
          </p:contentPart>
        </mc:Choice>
        <mc:Fallback xmlns="">
          <p:pic>
            <p:nvPicPr>
              <p:cNvPr id="68" name="Ink 67">
                <a:extLst>
                  <a:ext uri="{FF2B5EF4-FFF2-40B4-BE49-F238E27FC236}">
                    <a16:creationId xmlns:a16="http://schemas.microsoft.com/office/drawing/2014/main" id="{896F5A48-49DE-94E1-2432-BE07A5DD7798}"/>
                  </a:ext>
                </a:extLst>
              </p:cNvPr>
              <p:cNvPicPr/>
              <p:nvPr/>
            </p:nvPicPr>
            <p:blipFill>
              <a:blip r:embed="rId106"/>
              <a:stretch>
                <a:fillRect/>
              </a:stretch>
            </p:blipFill>
            <p:spPr>
              <a:xfrm>
                <a:off x="4784688" y="1767744"/>
                <a:ext cx="27000" cy="149760"/>
              </a:xfrm>
              <a:prstGeom prst="rect">
                <a:avLst/>
              </a:prstGeom>
            </p:spPr>
          </p:pic>
        </mc:Fallback>
      </mc:AlternateContent>
      <p:grpSp>
        <p:nvGrpSpPr>
          <p:cNvPr id="77" name="Group 76">
            <a:extLst>
              <a:ext uri="{FF2B5EF4-FFF2-40B4-BE49-F238E27FC236}">
                <a16:creationId xmlns:a16="http://schemas.microsoft.com/office/drawing/2014/main" id="{4A8CC6BC-F23C-D543-FE6A-DC18D4F49EF9}"/>
              </a:ext>
            </a:extLst>
          </p:cNvPr>
          <p:cNvGrpSpPr/>
          <p:nvPr/>
        </p:nvGrpSpPr>
        <p:grpSpPr>
          <a:xfrm>
            <a:off x="4677408" y="2025144"/>
            <a:ext cx="321840" cy="131040"/>
            <a:chOff x="4677408" y="2025144"/>
            <a:chExt cx="321840" cy="131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7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3B3AB9BD-8F5A-7B6B-0D94-1506DED9BDFA}"/>
                    </a:ext>
                  </a:extLst>
                </p14:cNvPr>
                <p14:cNvContentPartPr/>
                <p14:nvPr/>
              </p14:nvContentPartPr>
              <p14:xfrm>
                <a:off x="4718808" y="2071944"/>
                <a:ext cx="2520" cy="7776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3B3AB9BD-8F5A-7B6B-0D94-1506DED9BDFA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4709808" y="2062944"/>
                  <a:ext cx="20160" cy="9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9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933CDD7F-C504-5E95-F426-07BCE81BD7A6}"/>
                    </a:ext>
                  </a:extLst>
                </p14:cNvPr>
                <p14:cNvContentPartPr/>
                <p14:nvPr/>
              </p14:nvContentPartPr>
              <p14:xfrm>
                <a:off x="4677408" y="2025144"/>
                <a:ext cx="321840" cy="13104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933CDD7F-C504-5E95-F426-07BCE81BD7A6}"/>
                    </a:ext>
                  </a:extLst>
                </p:cNvPr>
                <p:cNvPicPr/>
                <p:nvPr/>
              </p:nvPicPr>
              <p:blipFill>
                <a:blip r:embed="rId110"/>
                <a:stretch>
                  <a:fillRect/>
                </a:stretch>
              </p:blipFill>
              <p:spPr>
                <a:xfrm>
                  <a:off x="4668408" y="2016504"/>
                  <a:ext cx="339480" cy="148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6" name="Group 75">
            <a:extLst>
              <a:ext uri="{FF2B5EF4-FFF2-40B4-BE49-F238E27FC236}">
                <a16:creationId xmlns:a16="http://schemas.microsoft.com/office/drawing/2014/main" id="{D73454DE-1FA6-4478-A903-71EEAA0F37CF}"/>
              </a:ext>
            </a:extLst>
          </p:cNvPr>
          <p:cNvGrpSpPr/>
          <p:nvPr/>
        </p:nvGrpSpPr>
        <p:grpSpPr>
          <a:xfrm>
            <a:off x="5818608" y="1768104"/>
            <a:ext cx="534240" cy="352080"/>
            <a:chOff x="5818608" y="1768104"/>
            <a:chExt cx="534240" cy="352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1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E0B42F56-CB68-0CC2-4076-496D81B93148}"/>
                    </a:ext>
                  </a:extLst>
                </p14:cNvPr>
                <p14:cNvContentPartPr/>
                <p14:nvPr/>
              </p14:nvContentPartPr>
              <p14:xfrm>
                <a:off x="5973768" y="1768104"/>
                <a:ext cx="12960" cy="13428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E0B42F56-CB68-0CC2-4076-496D81B93148}"/>
                    </a:ext>
                  </a:extLst>
                </p:cNvPr>
                <p:cNvPicPr/>
                <p:nvPr/>
              </p:nvPicPr>
              <p:blipFill>
                <a:blip r:embed="rId112"/>
                <a:stretch>
                  <a:fillRect/>
                </a:stretch>
              </p:blipFill>
              <p:spPr>
                <a:xfrm>
                  <a:off x="5965128" y="1759104"/>
                  <a:ext cx="30600" cy="15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3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8D3A95C7-34F8-FD9D-20FE-59E718788DDE}"/>
                    </a:ext>
                  </a:extLst>
                </p14:cNvPr>
                <p14:cNvContentPartPr/>
                <p14:nvPr/>
              </p14:nvContentPartPr>
              <p14:xfrm>
                <a:off x="5818608" y="2037744"/>
                <a:ext cx="243720" cy="8244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8D3A95C7-34F8-FD9D-20FE-59E718788DDE}"/>
                    </a:ext>
                  </a:extLst>
                </p:cNvPr>
                <p:cNvPicPr/>
                <p:nvPr/>
              </p:nvPicPr>
              <p:blipFill>
                <a:blip r:embed="rId114"/>
                <a:stretch>
                  <a:fillRect/>
                </a:stretch>
              </p:blipFill>
              <p:spPr>
                <a:xfrm>
                  <a:off x="5809608" y="2028744"/>
                  <a:ext cx="261360" cy="10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5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9CC64DF1-5B64-3A09-0AB8-F73105E24B0E}"/>
                    </a:ext>
                  </a:extLst>
                </p14:cNvPr>
                <p14:cNvContentPartPr/>
                <p14:nvPr/>
              </p14:nvContentPartPr>
              <p14:xfrm>
                <a:off x="6147648" y="2072304"/>
                <a:ext cx="43560" cy="3996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9CC64DF1-5B64-3A09-0AB8-F73105E24B0E}"/>
                    </a:ext>
                  </a:extLst>
                </p:cNvPr>
                <p:cNvPicPr/>
                <p:nvPr/>
              </p:nvPicPr>
              <p:blipFill>
                <a:blip r:embed="rId116"/>
                <a:stretch>
                  <a:fillRect/>
                </a:stretch>
              </p:blipFill>
              <p:spPr>
                <a:xfrm>
                  <a:off x="6139008" y="2063304"/>
                  <a:ext cx="61200" cy="5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7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8778C224-45AA-8AA5-6BAF-8E19868EEC25}"/>
                    </a:ext>
                  </a:extLst>
                </p14:cNvPr>
                <p14:cNvContentPartPr/>
                <p14:nvPr/>
              </p14:nvContentPartPr>
              <p14:xfrm>
                <a:off x="6261408" y="2051424"/>
                <a:ext cx="91440" cy="4932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8778C224-45AA-8AA5-6BAF-8E19868EEC25}"/>
                    </a:ext>
                  </a:extLst>
                </p:cNvPr>
                <p:cNvPicPr/>
                <p:nvPr/>
              </p:nvPicPr>
              <p:blipFill>
                <a:blip r:embed="rId118"/>
                <a:stretch>
                  <a:fillRect/>
                </a:stretch>
              </p:blipFill>
              <p:spPr>
                <a:xfrm>
                  <a:off x="6252768" y="2042424"/>
                  <a:ext cx="109080" cy="6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9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C264C6D8-FC2D-FC7F-7E6B-7212B2625E3B}"/>
                    </a:ext>
                  </a:extLst>
                </p14:cNvPr>
                <p14:cNvContentPartPr/>
                <p14:nvPr/>
              </p14:nvContentPartPr>
              <p14:xfrm>
                <a:off x="5932368" y="1967904"/>
                <a:ext cx="61200" cy="15228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C264C6D8-FC2D-FC7F-7E6B-7212B2625E3B}"/>
                    </a:ext>
                  </a:extLst>
                </p:cNvPr>
                <p:cNvPicPr/>
                <p:nvPr/>
              </p:nvPicPr>
              <p:blipFill>
                <a:blip r:embed="rId120"/>
                <a:stretch>
                  <a:fillRect/>
                </a:stretch>
              </p:blipFill>
              <p:spPr>
                <a:xfrm>
                  <a:off x="5923728" y="1959264"/>
                  <a:ext cx="78840" cy="169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0" name="Group 79">
            <a:extLst>
              <a:ext uri="{FF2B5EF4-FFF2-40B4-BE49-F238E27FC236}">
                <a16:creationId xmlns:a16="http://schemas.microsoft.com/office/drawing/2014/main" id="{B61E833C-B3C9-0F68-02F7-53B8C138E0FC}"/>
              </a:ext>
            </a:extLst>
          </p:cNvPr>
          <p:cNvGrpSpPr/>
          <p:nvPr/>
        </p:nvGrpSpPr>
        <p:grpSpPr>
          <a:xfrm>
            <a:off x="8390448" y="1378944"/>
            <a:ext cx="592560" cy="176400"/>
            <a:chOff x="8390448" y="1378944"/>
            <a:chExt cx="592560" cy="176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1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89E47C64-8377-1452-6E5F-D3434DB7A5FF}"/>
                    </a:ext>
                  </a:extLst>
                </p14:cNvPr>
                <p14:cNvContentPartPr/>
                <p14:nvPr/>
              </p14:nvContentPartPr>
              <p14:xfrm>
                <a:off x="8390448" y="1428624"/>
                <a:ext cx="150840" cy="12672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89E47C64-8377-1452-6E5F-D3434DB7A5FF}"/>
                    </a:ext>
                  </a:extLst>
                </p:cNvPr>
                <p:cNvPicPr/>
                <p:nvPr/>
              </p:nvPicPr>
              <p:blipFill>
                <a:blip r:embed="rId122"/>
                <a:stretch>
                  <a:fillRect/>
                </a:stretch>
              </p:blipFill>
              <p:spPr>
                <a:xfrm>
                  <a:off x="8381808" y="1419984"/>
                  <a:ext cx="168480" cy="14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3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766DEF04-BC62-07A7-6218-AC39A08A9D67}"/>
                    </a:ext>
                  </a:extLst>
                </p14:cNvPr>
                <p14:cNvContentPartPr/>
                <p14:nvPr/>
              </p14:nvContentPartPr>
              <p14:xfrm>
                <a:off x="8604648" y="1378944"/>
                <a:ext cx="378360" cy="16092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766DEF04-BC62-07A7-6218-AC39A08A9D67}"/>
                    </a:ext>
                  </a:extLst>
                </p:cNvPr>
                <p:cNvPicPr/>
                <p:nvPr/>
              </p:nvPicPr>
              <p:blipFill>
                <a:blip r:embed="rId124"/>
                <a:stretch>
                  <a:fillRect/>
                </a:stretch>
              </p:blipFill>
              <p:spPr>
                <a:xfrm>
                  <a:off x="8595648" y="1370304"/>
                  <a:ext cx="396000" cy="178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7" name="Group 86">
            <a:extLst>
              <a:ext uri="{FF2B5EF4-FFF2-40B4-BE49-F238E27FC236}">
                <a16:creationId xmlns:a16="http://schemas.microsoft.com/office/drawing/2014/main" id="{CE949855-1A96-C62C-2818-70BC0A475DA9}"/>
              </a:ext>
            </a:extLst>
          </p:cNvPr>
          <p:cNvGrpSpPr/>
          <p:nvPr/>
        </p:nvGrpSpPr>
        <p:grpSpPr>
          <a:xfrm>
            <a:off x="9681048" y="1336464"/>
            <a:ext cx="535680" cy="185760"/>
            <a:chOff x="9681048" y="1336464"/>
            <a:chExt cx="535680" cy="185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5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4A06A821-DC99-CB11-0A78-30B4456E3C49}"/>
                    </a:ext>
                  </a:extLst>
                </p14:cNvPr>
                <p14:cNvContentPartPr/>
                <p14:nvPr/>
              </p14:nvContentPartPr>
              <p14:xfrm>
                <a:off x="9681048" y="1383264"/>
                <a:ext cx="108360" cy="11160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4A06A821-DC99-CB11-0A78-30B4456E3C49}"/>
                    </a:ext>
                  </a:extLst>
                </p:cNvPr>
                <p:cNvPicPr/>
                <p:nvPr/>
              </p:nvPicPr>
              <p:blipFill>
                <a:blip r:embed="rId126"/>
                <a:stretch>
                  <a:fillRect/>
                </a:stretch>
              </p:blipFill>
              <p:spPr>
                <a:xfrm>
                  <a:off x="9672048" y="1374624"/>
                  <a:ext cx="126000" cy="12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7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7BE23859-F418-2B99-6961-E36DC033A930}"/>
                    </a:ext>
                  </a:extLst>
                </p14:cNvPr>
                <p14:cNvContentPartPr/>
                <p14:nvPr/>
              </p14:nvContentPartPr>
              <p14:xfrm>
                <a:off x="9888768" y="1336464"/>
                <a:ext cx="201960" cy="185760"/>
              </p14:xfrm>
            </p:contentPart>
          </mc:Choice>
          <mc:Fallback xmlns=""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7BE23859-F418-2B99-6961-E36DC033A930}"/>
                    </a:ext>
                  </a:extLst>
                </p:cNvPr>
                <p:cNvPicPr/>
                <p:nvPr/>
              </p:nvPicPr>
              <p:blipFill>
                <a:blip r:embed="rId128"/>
                <a:stretch>
                  <a:fillRect/>
                </a:stretch>
              </p:blipFill>
              <p:spPr>
                <a:xfrm>
                  <a:off x="9879768" y="1327824"/>
                  <a:ext cx="219600" cy="20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9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713BCFE7-EC77-7BCE-6EAE-314FB79DA626}"/>
                    </a:ext>
                  </a:extLst>
                </p14:cNvPr>
                <p14:cNvContentPartPr/>
                <p14:nvPr/>
              </p14:nvContentPartPr>
              <p14:xfrm>
                <a:off x="10106568" y="1423584"/>
                <a:ext cx="110160" cy="1152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713BCFE7-EC77-7BCE-6EAE-314FB79DA626}"/>
                    </a:ext>
                  </a:extLst>
                </p:cNvPr>
                <p:cNvPicPr/>
                <p:nvPr/>
              </p:nvPicPr>
              <p:blipFill>
                <a:blip r:embed="rId130"/>
                <a:stretch>
                  <a:fillRect/>
                </a:stretch>
              </p:blipFill>
              <p:spPr>
                <a:xfrm>
                  <a:off x="10097568" y="1414944"/>
                  <a:ext cx="127800" cy="29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0" name="Group 89">
            <a:extLst>
              <a:ext uri="{FF2B5EF4-FFF2-40B4-BE49-F238E27FC236}">
                <a16:creationId xmlns:a16="http://schemas.microsoft.com/office/drawing/2014/main" id="{B23BEB43-5E53-31CD-6CB8-525C6F4CEEB5}"/>
              </a:ext>
            </a:extLst>
          </p:cNvPr>
          <p:cNvGrpSpPr/>
          <p:nvPr/>
        </p:nvGrpSpPr>
        <p:grpSpPr>
          <a:xfrm>
            <a:off x="10780848" y="1324944"/>
            <a:ext cx="839160" cy="149040"/>
            <a:chOff x="10780848" y="1324944"/>
            <a:chExt cx="839160" cy="149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1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A90B86CA-7808-7F40-E7E3-5321F763FE60}"/>
                    </a:ext>
                  </a:extLst>
                </p14:cNvPr>
                <p14:cNvContentPartPr/>
                <p14:nvPr/>
              </p14:nvContentPartPr>
              <p14:xfrm>
                <a:off x="10780848" y="1324944"/>
                <a:ext cx="167040" cy="14904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A90B86CA-7808-7F40-E7E3-5321F763FE60}"/>
                    </a:ext>
                  </a:extLst>
                </p:cNvPr>
                <p:cNvPicPr/>
                <p:nvPr/>
              </p:nvPicPr>
              <p:blipFill>
                <a:blip r:embed="rId132"/>
                <a:stretch>
                  <a:fillRect/>
                </a:stretch>
              </p:blipFill>
              <p:spPr>
                <a:xfrm>
                  <a:off x="10772208" y="1316304"/>
                  <a:ext cx="184680" cy="16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3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3352A067-0C17-5DFC-6F9A-64774090B4F0}"/>
                    </a:ext>
                  </a:extLst>
                </p14:cNvPr>
                <p14:cNvContentPartPr/>
                <p14:nvPr/>
              </p14:nvContentPartPr>
              <p14:xfrm>
                <a:off x="11068848" y="1346904"/>
                <a:ext cx="81720" cy="9432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3352A067-0C17-5DFC-6F9A-64774090B4F0}"/>
                    </a:ext>
                  </a:extLst>
                </p:cNvPr>
                <p:cNvPicPr/>
                <p:nvPr/>
              </p:nvPicPr>
              <p:blipFill>
                <a:blip r:embed="rId134"/>
                <a:stretch>
                  <a:fillRect/>
                </a:stretch>
              </p:blipFill>
              <p:spPr>
                <a:xfrm>
                  <a:off x="11059848" y="1338264"/>
                  <a:ext cx="99360" cy="11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5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F7CD8B66-C31E-360D-D89D-23C1B827B9B7}"/>
                    </a:ext>
                  </a:extLst>
                </p14:cNvPr>
                <p14:cNvContentPartPr/>
                <p14:nvPr/>
              </p14:nvContentPartPr>
              <p14:xfrm>
                <a:off x="11295288" y="1359144"/>
                <a:ext cx="100440" cy="8676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F7CD8B66-C31E-360D-D89D-23C1B827B9B7}"/>
                    </a:ext>
                  </a:extLst>
                </p:cNvPr>
                <p:cNvPicPr/>
                <p:nvPr/>
              </p:nvPicPr>
              <p:blipFill>
                <a:blip r:embed="rId136"/>
                <a:stretch>
                  <a:fillRect/>
                </a:stretch>
              </p:blipFill>
              <p:spPr>
                <a:xfrm>
                  <a:off x="11286288" y="1350144"/>
                  <a:ext cx="118080" cy="10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7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21B6714F-3284-D76F-1F22-2F42A9433470}"/>
                    </a:ext>
                  </a:extLst>
                </p14:cNvPr>
                <p14:cNvContentPartPr/>
                <p14:nvPr/>
              </p14:nvContentPartPr>
              <p14:xfrm>
                <a:off x="11497608" y="1346184"/>
                <a:ext cx="122400" cy="8856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21B6714F-3284-D76F-1F22-2F42A9433470}"/>
                    </a:ext>
                  </a:extLst>
                </p:cNvPr>
                <p:cNvPicPr/>
                <p:nvPr/>
              </p:nvPicPr>
              <p:blipFill>
                <a:blip r:embed="rId138"/>
                <a:stretch>
                  <a:fillRect/>
                </a:stretch>
              </p:blipFill>
              <p:spPr>
                <a:xfrm>
                  <a:off x="11488608" y="1337544"/>
                  <a:ext cx="140040" cy="106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0" name="Group 99">
            <a:extLst>
              <a:ext uri="{FF2B5EF4-FFF2-40B4-BE49-F238E27FC236}">
                <a16:creationId xmlns:a16="http://schemas.microsoft.com/office/drawing/2014/main" id="{B731E86B-A66F-0F27-DDB5-C5E4046C8307}"/>
              </a:ext>
            </a:extLst>
          </p:cNvPr>
          <p:cNvGrpSpPr/>
          <p:nvPr/>
        </p:nvGrpSpPr>
        <p:grpSpPr>
          <a:xfrm>
            <a:off x="8679168" y="1642464"/>
            <a:ext cx="689400" cy="390240"/>
            <a:chOff x="8679168" y="1642464"/>
            <a:chExt cx="689400" cy="390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9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9BFD89C0-3042-CC23-ECC6-937E0BED1386}"/>
                    </a:ext>
                  </a:extLst>
                </p14:cNvPr>
                <p14:cNvContentPartPr/>
                <p14:nvPr/>
              </p14:nvContentPartPr>
              <p14:xfrm>
                <a:off x="8853408" y="1642464"/>
                <a:ext cx="12600" cy="10260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9BFD89C0-3042-CC23-ECC6-937E0BED1386}"/>
                    </a:ext>
                  </a:extLst>
                </p:cNvPr>
                <p:cNvPicPr/>
                <p:nvPr/>
              </p:nvPicPr>
              <p:blipFill>
                <a:blip r:embed="rId140"/>
                <a:stretch>
                  <a:fillRect/>
                </a:stretch>
              </p:blipFill>
              <p:spPr>
                <a:xfrm>
                  <a:off x="8844768" y="1633464"/>
                  <a:ext cx="30240" cy="12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1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F2069F1F-8D2C-E47C-A6A9-C88AEF068C45}"/>
                    </a:ext>
                  </a:extLst>
                </p14:cNvPr>
                <p14:cNvContentPartPr/>
                <p14:nvPr/>
              </p14:nvContentPartPr>
              <p14:xfrm>
                <a:off x="8679168" y="1804464"/>
                <a:ext cx="105120" cy="22824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F2069F1F-8D2C-E47C-A6A9-C88AEF068C45}"/>
                    </a:ext>
                  </a:extLst>
                </p:cNvPr>
                <p:cNvPicPr/>
                <p:nvPr/>
              </p:nvPicPr>
              <p:blipFill>
                <a:blip r:embed="rId142"/>
                <a:stretch>
                  <a:fillRect/>
                </a:stretch>
              </p:blipFill>
              <p:spPr>
                <a:xfrm>
                  <a:off x="8670168" y="1795464"/>
                  <a:ext cx="122760" cy="24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3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31E59BC9-FDAF-FF25-4435-B85A9639E9F5}"/>
                    </a:ext>
                  </a:extLst>
                </p14:cNvPr>
                <p14:cNvContentPartPr/>
                <p14:nvPr/>
              </p14:nvContentPartPr>
              <p14:xfrm>
                <a:off x="8882928" y="1832544"/>
                <a:ext cx="392760" cy="9864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31E59BC9-FDAF-FF25-4435-B85A9639E9F5}"/>
                    </a:ext>
                  </a:extLst>
                </p:cNvPr>
                <p:cNvPicPr/>
                <p:nvPr/>
              </p:nvPicPr>
              <p:blipFill>
                <a:blip r:embed="rId144"/>
                <a:stretch>
                  <a:fillRect/>
                </a:stretch>
              </p:blipFill>
              <p:spPr>
                <a:xfrm>
                  <a:off x="8874288" y="1823544"/>
                  <a:ext cx="410400" cy="11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5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501BAACC-3A64-B46C-1F26-22B420BA5B7E}"/>
                    </a:ext>
                  </a:extLst>
                </p14:cNvPr>
                <p14:cNvContentPartPr/>
                <p14:nvPr/>
              </p14:nvContentPartPr>
              <p14:xfrm>
                <a:off x="9339768" y="1826064"/>
                <a:ext cx="28800" cy="20880"/>
              </p14:xfrm>
            </p:contentPart>
          </mc:Choice>
          <mc:Fallback xmlns=""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501BAACC-3A64-B46C-1F26-22B420BA5B7E}"/>
                    </a:ext>
                  </a:extLst>
                </p:cNvPr>
                <p:cNvPicPr/>
                <p:nvPr/>
              </p:nvPicPr>
              <p:blipFill>
                <a:blip r:embed="rId146"/>
                <a:stretch>
                  <a:fillRect/>
                </a:stretch>
              </p:blipFill>
              <p:spPr>
                <a:xfrm>
                  <a:off x="9331128" y="1817424"/>
                  <a:ext cx="46440" cy="3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7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AC61F2FF-248A-91F9-36D9-9BCA340A98C7}"/>
                    </a:ext>
                  </a:extLst>
                </p14:cNvPr>
                <p14:cNvContentPartPr/>
                <p14:nvPr/>
              </p14:nvContentPartPr>
              <p14:xfrm>
                <a:off x="9084168" y="1773144"/>
                <a:ext cx="24480" cy="8280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AC61F2FF-248A-91F9-36D9-9BCA340A98C7}"/>
                    </a:ext>
                  </a:extLst>
                </p:cNvPr>
                <p:cNvPicPr/>
                <p:nvPr/>
              </p:nvPicPr>
              <p:blipFill>
                <a:blip r:embed="rId148"/>
                <a:stretch>
                  <a:fillRect/>
                </a:stretch>
              </p:blipFill>
              <p:spPr>
                <a:xfrm>
                  <a:off x="9075528" y="1764504"/>
                  <a:ext cx="42120" cy="25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9" name="Group 98">
            <a:extLst>
              <a:ext uri="{FF2B5EF4-FFF2-40B4-BE49-F238E27FC236}">
                <a16:creationId xmlns:a16="http://schemas.microsoft.com/office/drawing/2014/main" id="{5B7C8E4C-CC08-5D4F-6C36-458120F78E04}"/>
              </a:ext>
            </a:extLst>
          </p:cNvPr>
          <p:cNvGrpSpPr/>
          <p:nvPr/>
        </p:nvGrpSpPr>
        <p:grpSpPr>
          <a:xfrm>
            <a:off x="9827208" y="1628064"/>
            <a:ext cx="294120" cy="314280"/>
            <a:chOff x="9827208" y="1628064"/>
            <a:chExt cx="294120" cy="314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9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5E6249F7-B8EC-69A7-59DA-D4AA8B0FA8C8}"/>
                    </a:ext>
                  </a:extLst>
                </p14:cNvPr>
                <p14:cNvContentPartPr/>
                <p14:nvPr/>
              </p14:nvContentPartPr>
              <p14:xfrm>
                <a:off x="9964368" y="1628064"/>
                <a:ext cx="4680" cy="117360"/>
              </p14:xfrm>
            </p:contentPart>
          </mc:Choice>
          <mc:Fallback xmlns=""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5E6249F7-B8EC-69A7-59DA-D4AA8B0FA8C8}"/>
                    </a:ext>
                  </a:extLst>
                </p:cNvPr>
                <p:cNvPicPr/>
                <p:nvPr/>
              </p:nvPicPr>
              <p:blipFill>
                <a:blip r:embed="rId150"/>
                <a:stretch>
                  <a:fillRect/>
                </a:stretch>
              </p:blipFill>
              <p:spPr>
                <a:xfrm>
                  <a:off x="9955728" y="1619424"/>
                  <a:ext cx="22320" cy="13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1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F9ABF4F4-F34C-4418-7DE8-FF7547679957}"/>
                    </a:ext>
                  </a:extLst>
                </p14:cNvPr>
                <p14:cNvContentPartPr/>
                <p14:nvPr/>
              </p14:nvContentPartPr>
              <p14:xfrm>
                <a:off x="9858168" y="1808424"/>
                <a:ext cx="27360" cy="133920"/>
              </p14:xfrm>
            </p:contentPart>
          </mc:Choice>
          <mc:Fallback xmlns=""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F9ABF4F4-F34C-4418-7DE8-FF7547679957}"/>
                    </a:ext>
                  </a:extLst>
                </p:cNvPr>
                <p:cNvPicPr/>
                <p:nvPr/>
              </p:nvPicPr>
              <p:blipFill>
                <a:blip r:embed="rId152"/>
                <a:stretch>
                  <a:fillRect/>
                </a:stretch>
              </p:blipFill>
              <p:spPr>
                <a:xfrm>
                  <a:off x="9849528" y="1799424"/>
                  <a:ext cx="45000" cy="15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3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3055853D-3EF3-4E00-4EAB-C73211224D40}"/>
                    </a:ext>
                  </a:extLst>
                </p14:cNvPr>
                <p14:cNvContentPartPr/>
                <p14:nvPr/>
              </p14:nvContentPartPr>
              <p14:xfrm>
                <a:off x="9827208" y="1817064"/>
                <a:ext cx="294120" cy="117360"/>
              </p14:xfrm>
            </p:contentPart>
          </mc:Choice>
          <mc:Fallback xmlns=""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3055853D-3EF3-4E00-4EAB-C73211224D40}"/>
                    </a:ext>
                  </a:extLst>
                </p:cNvPr>
                <p:cNvPicPr/>
                <p:nvPr/>
              </p:nvPicPr>
              <p:blipFill>
                <a:blip r:embed="rId154"/>
                <a:stretch>
                  <a:fillRect/>
                </a:stretch>
              </p:blipFill>
              <p:spPr>
                <a:xfrm>
                  <a:off x="9818208" y="1808064"/>
                  <a:ext cx="311760" cy="135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6" name="Group 105">
            <a:extLst>
              <a:ext uri="{FF2B5EF4-FFF2-40B4-BE49-F238E27FC236}">
                <a16:creationId xmlns:a16="http://schemas.microsoft.com/office/drawing/2014/main" id="{62481149-6971-5F18-A83A-8818DDF0E646}"/>
              </a:ext>
            </a:extLst>
          </p:cNvPr>
          <p:cNvGrpSpPr/>
          <p:nvPr/>
        </p:nvGrpSpPr>
        <p:grpSpPr>
          <a:xfrm>
            <a:off x="11028168" y="1573704"/>
            <a:ext cx="577080" cy="349200"/>
            <a:chOff x="11028168" y="1573704"/>
            <a:chExt cx="577080" cy="349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5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A1A25CE0-75D6-320F-2C39-983CE72D32FB}"/>
                    </a:ext>
                  </a:extLst>
                </p14:cNvPr>
                <p14:cNvContentPartPr/>
                <p14:nvPr/>
              </p14:nvContentPartPr>
              <p14:xfrm>
                <a:off x="11095488" y="1573704"/>
                <a:ext cx="13320" cy="155880"/>
              </p14:xfrm>
            </p:contentPart>
          </mc:Choice>
          <mc:Fallback xmlns=""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A1A25CE0-75D6-320F-2C39-983CE72D32FB}"/>
                    </a:ext>
                  </a:extLst>
                </p:cNvPr>
                <p:cNvPicPr/>
                <p:nvPr/>
              </p:nvPicPr>
              <p:blipFill>
                <a:blip r:embed="rId156"/>
                <a:stretch>
                  <a:fillRect/>
                </a:stretch>
              </p:blipFill>
              <p:spPr>
                <a:xfrm>
                  <a:off x="11086848" y="1564704"/>
                  <a:ext cx="30960" cy="17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7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FB36008D-23A7-B2CB-876F-D0CC112BBE30}"/>
                    </a:ext>
                  </a:extLst>
                </p14:cNvPr>
                <p14:cNvContentPartPr/>
                <p14:nvPr/>
              </p14:nvContentPartPr>
              <p14:xfrm>
                <a:off x="11028168" y="1797264"/>
                <a:ext cx="129960" cy="125640"/>
              </p14:xfrm>
            </p:contentPart>
          </mc:Choice>
          <mc:Fallback xmlns=""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FB36008D-23A7-B2CB-876F-D0CC112BBE30}"/>
                    </a:ext>
                  </a:extLst>
                </p:cNvPr>
                <p:cNvPicPr/>
                <p:nvPr/>
              </p:nvPicPr>
              <p:blipFill>
                <a:blip r:embed="rId158"/>
                <a:stretch>
                  <a:fillRect/>
                </a:stretch>
              </p:blipFill>
              <p:spPr>
                <a:xfrm>
                  <a:off x="11019168" y="1788624"/>
                  <a:ext cx="147600" cy="14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9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289B0F18-C8D3-191D-4D8D-62CEC56C6EC7}"/>
                    </a:ext>
                  </a:extLst>
                </p14:cNvPr>
                <p14:cNvContentPartPr/>
                <p14:nvPr/>
              </p14:nvContentPartPr>
              <p14:xfrm>
                <a:off x="11217528" y="1854144"/>
                <a:ext cx="40320" cy="42480"/>
              </p14:xfrm>
            </p:contentPart>
          </mc:Choice>
          <mc:Fallback xmlns=""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289B0F18-C8D3-191D-4D8D-62CEC56C6EC7}"/>
                    </a:ext>
                  </a:extLst>
                </p:cNvPr>
                <p:cNvPicPr/>
                <p:nvPr/>
              </p:nvPicPr>
              <p:blipFill>
                <a:blip r:embed="rId160"/>
                <a:stretch>
                  <a:fillRect/>
                </a:stretch>
              </p:blipFill>
              <p:spPr>
                <a:xfrm>
                  <a:off x="11208888" y="1845504"/>
                  <a:ext cx="57960" cy="6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1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E2F69F24-F616-61AB-6CFC-C97648A2DD7C}"/>
                    </a:ext>
                  </a:extLst>
                </p14:cNvPr>
                <p14:cNvContentPartPr/>
                <p14:nvPr/>
              </p14:nvContentPartPr>
              <p14:xfrm>
                <a:off x="11350368" y="1845864"/>
                <a:ext cx="47880" cy="62280"/>
              </p14:xfrm>
            </p:contentPart>
          </mc:Choice>
          <mc:Fallback xmlns=""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E2F69F24-F616-61AB-6CFC-C97648A2DD7C}"/>
                    </a:ext>
                  </a:extLst>
                </p:cNvPr>
                <p:cNvPicPr/>
                <p:nvPr/>
              </p:nvPicPr>
              <p:blipFill>
                <a:blip r:embed="rId162"/>
                <a:stretch>
                  <a:fillRect/>
                </a:stretch>
              </p:blipFill>
              <p:spPr>
                <a:xfrm>
                  <a:off x="11341728" y="1837224"/>
                  <a:ext cx="65520" cy="7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3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A8390FF2-41CA-D093-0A49-C59D00B4811A}"/>
                    </a:ext>
                  </a:extLst>
                </p14:cNvPr>
                <p14:cNvContentPartPr/>
                <p14:nvPr/>
              </p14:nvContentPartPr>
              <p14:xfrm>
                <a:off x="11469528" y="1839744"/>
                <a:ext cx="135720" cy="53280"/>
              </p14:xfrm>
            </p:contentPart>
          </mc:Choice>
          <mc:Fallback xmlns=""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A8390FF2-41CA-D093-0A49-C59D00B4811A}"/>
                    </a:ext>
                  </a:extLst>
                </p:cNvPr>
                <p:cNvPicPr/>
                <p:nvPr/>
              </p:nvPicPr>
              <p:blipFill>
                <a:blip r:embed="rId164"/>
                <a:stretch>
                  <a:fillRect/>
                </a:stretch>
              </p:blipFill>
              <p:spPr>
                <a:xfrm>
                  <a:off x="11460528" y="1831104"/>
                  <a:ext cx="153360" cy="70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9" name="Group 118">
            <a:extLst>
              <a:ext uri="{FF2B5EF4-FFF2-40B4-BE49-F238E27FC236}">
                <a16:creationId xmlns:a16="http://schemas.microsoft.com/office/drawing/2014/main" id="{36D4187F-619E-5731-F4FD-5E1F2AE6121F}"/>
              </a:ext>
            </a:extLst>
          </p:cNvPr>
          <p:cNvGrpSpPr/>
          <p:nvPr/>
        </p:nvGrpSpPr>
        <p:grpSpPr>
          <a:xfrm>
            <a:off x="569808" y="2593944"/>
            <a:ext cx="703080" cy="270000"/>
            <a:chOff x="569808" y="2593944"/>
            <a:chExt cx="703080" cy="270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5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85F59304-2214-D0F0-B14D-E4505714A208}"/>
                    </a:ext>
                  </a:extLst>
                </p14:cNvPr>
                <p14:cNvContentPartPr/>
                <p14:nvPr/>
              </p14:nvContentPartPr>
              <p14:xfrm>
                <a:off x="569808" y="2593944"/>
                <a:ext cx="143640" cy="270000"/>
              </p14:xfrm>
            </p:contentPart>
          </mc:Choice>
          <mc:Fallback xmlns=""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85F59304-2214-D0F0-B14D-E4505714A208}"/>
                    </a:ext>
                  </a:extLst>
                </p:cNvPr>
                <p:cNvPicPr/>
                <p:nvPr/>
              </p:nvPicPr>
              <p:blipFill>
                <a:blip r:embed="rId166"/>
                <a:stretch>
                  <a:fillRect/>
                </a:stretch>
              </p:blipFill>
              <p:spPr>
                <a:xfrm>
                  <a:off x="560808" y="2584944"/>
                  <a:ext cx="161280" cy="28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7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517EF907-D296-4B6F-9C8D-C85948EFBA6B}"/>
                    </a:ext>
                  </a:extLst>
                </p14:cNvPr>
                <p14:cNvContentPartPr/>
                <p14:nvPr/>
              </p14:nvContentPartPr>
              <p14:xfrm>
                <a:off x="772128" y="2757024"/>
                <a:ext cx="295200" cy="81720"/>
              </p14:xfrm>
            </p:contentPart>
          </mc:Choice>
          <mc:Fallback xmlns=""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517EF907-D296-4B6F-9C8D-C85948EFBA6B}"/>
                    </a:ext>
                  </a:extLst>
                </p:cNvPr>
                <p:cNvPicPr/>
                <p:nvPr/>
              </p:nvPicPr>
              <p:blipFill>
                <a:blip r:embed="rId168"/>
                <a:stretch>
                  <a:fillRect/>
                </a:stretch>
              </p:blipFill>
              <p:spPr>
                <a:xfrm>
                  <a:off x="763488" y="2748384"/>
                  <a:ext cx="312840" cy="9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9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0866823F-230E-0CAB-E01C-35AE72AB348B}"/>
                    </a:ext>
                  </a:extLst>
                </p14:cNvPr>
                <p14:cNvContentPartPr/>
                <p14:nvPr/>
              </p14:nvContentPartPr>
              <p14:xfrm>
                <a:off x="1126728" y="2696904"/>
                <a:ext cx="146160" cy="135360"/>
              </p14:xfrm>
            </p:contentPart>
          </mc:Choice>
          <mc:Fallback xmlns=""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0866823F-230E-0CAB-E01C-35AE72AB348B}"/>
                    </a:ext>
                  </a:extLst>
                </p:cNvPr>
                <p:cNvPicPr/>
                <p:nvPr/>
              </p:nvPicPr>
              <p:blipFill>
                <a:blip r:embed="rId170"/>
                <a:stretch>
                  <a:fillRect/>
                </a:stretch>
              </p:blipFill>
              <p:spPr>
                <a:xfrm>
                  <a:off x="1117728" y="2688264"/>
                  <a:ext cx="163800" cy="153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8" name="Group 117">
            <a:extLst>
              <a:ext uri="{FF2B5EF4-FFF2-40B4-BE49-F238E27FC236}">
                <a16:creationId xmlns:a16="http://schemas.microsoft.com/office/drawing/2014/main" id="{9DDE11F8-24DA-DA56-4E44-2181358C4456}"/>
              </a:ext>
            </a:extLst>
          </p:cNvPr>
          <p:cNvGrpSpPr/>
          <p:nvPr/>
        </p:nvGrpSpPr>
        <p:grpSpPr>
          <a:xfrm>
            <a:off x="1448928" y="2619864"/>
            <a:ext cx="680040" cy="269640"/>
            <a:chOff x="1448928" y="2619864"/>
            <a:chExt cx="680040" cy="269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71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5D400885-BFE5-EE13-9E56-FAB0B214689F}"/>
                    </a:ext>
                  </a:extLst>
                </p14:cNvPr>
                <p14:cNvContentPartPr/>
                <p14:nvPr/>
              </p14:nvContentPartPr>
              <p14:xfrm>
                <a:off x="1448928" y="2803104"/>
                <a:ext cx="91080" cy="13680"/>
              </p14:xfrm>
            </p:contentPart>
          </mc:Choice>
          <mc:Fallback xmlns=""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5D400885-BFE5-EE13-9E56-FAB0B214689F}"/>
                    </a:ext>
                  </a:extLst>
                </p:cNvPr>
                <p:cNvPicPr/>
                <p:nvPr/>
              </p:nvPicPr>
              <p:blipFill>
                <a:blip r:embed="rId172"/>
                <a:stretch>
                  <a:fillRect/>
                </a:stretch>
              </p:blipFill>
              <p:spPr>
                <a:xfrm>
                  <a:off x="1439928" y="2794464"/>
                  <a:ext cx="108720" cy="3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3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CB2287C8-6679-4CEC-37A0-10739387F408}"/>
                    </a:ext>
                  </a:extLst>
                </p14:cNvPr>
                <p14:cNvContentPartPr/>
                <p14:nvPr/>
              </p14:nvContentPartPr>
              <p14:xfrm>
                <a:off x="1699128" y="2724624"/>
                <a:ext cx="7200" cy="96840"/>
              </p14:xfrm>
            </p:contentPart>
          </mc:Choice>
          <mc:Fallback xmlns=""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CB2287C8-6679-4CEC-37A0-10739387F408}"/>
                    </a:ext>
                  </a:extLst>
                </p:cNvPr>
                <p:cNvPicPr/>
                <p:nvPr/>
              </p:nvPicPr>
              <p:blipFill>
                <a:blip r:embed="rId174"/>
                <a:stretch>
                  <a:fillRect/>
                </a:stretch>
              </p:blipFill>
              <p:spPr>
                <a:xfrm>
                  <a:off x="1690128" y="2715624"/>
                  <a:ext cx="24840" cy="11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5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9FB22CB2-6CC7-8D48-CDD6-59303219A583}"/>
                    </a:ext>
                  </a:extLst>
                </p14:cNvPr>
                <p14:cNvContentPartPr/>
                <p14:nvPr/>
              </p14:nvContentPartPr>
              <p14:xfrm>
                <a:off x="1801368" y="2726784"/>
                <a:ext cx="11520" cy="96120"/>
              </p14:xfrm>
            </p:contentPart>
          </mc:Choice>
          <mc:Fallback xmlns=""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9FB22CB2-6CC7-8D48-CDD6-59303219A583}"/>
                    </a:ext>
                  </a:extLst>
                </p:cNvPr>
                <p:cNvPicPr/>
                <p:nvPr/>
              </p:nvPicPr>
              <p:blipFill>
                <a:blip r:embed="rId176"/>
                <a:stretch>
                  <a:fillRect/>
                </a:stretch>
              </p:blipFill>
              <p:spPr>
                <a:xfrm>
                  <a:off x="1792368" y="2717784"/>
                  <a:ext cx="29160" cy="11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7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2519954B-E2E7-B341-3273-9EC2C61DA299}"/>
                    </a:ext>
                  </a:extLst>
                </p14:cNvPr>
                <p14:cNvContentPartPr/>
                <p14:nvPr/>
              </p14:nvContentPartPr>
              <p14:xfrm>
                <a:off x="1913328" y="2733624"/>
                <a:ext cx="21600" cy="77400"/>
              </p14:xfrm>
            </p:contentPart>
          </mc:Choice>
          <mc:Fallback xmlns=""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2519954B-E2E7-B341-3273-9EC2C61DA299}"/>
                    </a:ext>
                  </a:extLst>
                </p:cNvPr>
                <p:cNvPicPr/>
                <p:nvPr/>
              </p:nvPicPr>
              <p:blipFill>
                <a:blip r:embed="rId178"/>
                <a:stretch>
                  <a:fillRect/>
                </a:stretch>
              </p:blipFill>
              <p:spPr>
                <a:xfrm>
                  <a:off x="1904328" y="2724984"/>
                  <a:ext cx="39240" cy="9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9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CB09A9D0-AA46-4BFD-9783-1375E322D861}"/>
                    </a:ext>
                  </a:extLst>
                </p14:cNvPr>
                <p14:cNvContentPartPr/>
                <p14:nvPr/>
              </p14:nvContentPartPr>
              <p14:xfrm>
                <a:off x="1679688" y="2619864"/>
                <a:ext cx="225720" cy="269640"/>
              </p14:xfrm>
            </p:contentPart>
          </mc:Choice>
          <mc:Fallback xmlns=""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CB09A9D0-AA46-4BFD-9783-1375E322D861}"/>
                    </a:ext>
                  </a:extLst>
                </p:cNvPr>
                <p:cNvPicPr/>
                <p:nvPr/>
              </p:nvPicPr>
              <p:blipFill>
                <a:blip r:embed="rId180"/>
                <a:stretch>
                  <a:fillRect/>
                </a:stretch>
              </p:blipFill>
              <p:spPr>
                <a:xfrm>
                  <a:off x="1670688" y="2610864"/>
                  <a:ext cx="243360" cy="28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1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EDFF795F-9FF5-2721-30BA-31A92145C9E9}"/>
                    </a:ext>
                  </a:extLst>
                </p14:cNvPr>
                <p14:cNvContentPartPr/>
                <p14:nvPr/>
              </p14:nvContentPartPr>
              <p14:xfrm>
                <a:off x="2072808" y="2693664"/>
                <a:ext cx="56160" cy="173880"/>
              </p14:xfrm>
            </p:contentPart>
          </mc:Choice>
          <mc:Fallback xmlns=""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EDFF795F-9FF5-2721-30BA-31A92145C9E9}"/>
                    </a:ext>
                  </a:extLst>
                </p:cNvPr>
                <p:cNvPicPr/>
                <p:nvPr/>
              </p:nvPicPr>
              <p:blipFill>
                <a:blip r:embed="rId182"/>
                <a:stretch>
                  <a:fillRect/>
                </a:stretch>
              </p:blipFill>
              <p:spPr>
                <a:xfrm>
                  <a:off x="2064168" y="2684664"/>
                  <a:ext cx="73800" cy="191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4" name="Group 123">
            <a:extLst>
              <a:ext uri="{FF2B5EF4-FFF2-40B4-BE49-F238E27FC236}">
                <a16:creationId xmlns:a16="http://schemas.microsoft.com/office/drawing/2014/main" id="{D3B9CE6B-C588-90DA-5730-2BC6FC434CF2}"/>
              </a:ext>
            </a:extLst>
          </p:cNvPr>
          <p:cNvGrpSpPr/>
          <p:nvPr/>
        </p:nvGrpSpPr>
        <p:grpSpPr>
          <a:xfrm>
            <a:off x="2977488" y="3128904"/>
            <a:ext cx="777960" cy="309960"/>
            <a:chOff x="2977488" y="3128904"/>
            <a:chExt cx="777960" cy="309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3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FB263F15-636B-A653-D941-E10F89A19CE2}"/>
                    </a:ext>
                  </a:extLst>
                </p14:cNvPr>
                <p14:cNvContentPartPr/>
                <p14:nvPr/>
              </p14:nvContentPartPr>
              <p14:xfrm>
                <a:off x="2977488" y="3172824"/>
                <a:ext cx="169920" cy="266040"/>
              </p14:xfrm>
            </p:contentPart>
          </mc:Choice>
          <mc:Fallback xmlns=""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FB263F15-636B-A653-D941-E10F89A19CE2}"/>
                    </a:ext>
                  </a:extLst>
                </p:cNvPr>
                <p:cNvPicPr/>
                <p:nvPr/>
              </p:nvPicPr>
              <p:blipFill>
                <a:blip r:embed="rId184"/>
                <a:stretch>
                  <a:fillRect/>
                </a:stretch>
              </p:blipFill>
              <p:spPr>
                <a:xfrm>
                  <a:off x="2968848" y="3163824"/>
                  <a:ext cx="187560" cy="28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5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937AFAD8-5C8F-3151-95B6-6CDE8FBE57AD}"/>
                    </a:ext>
                  </a:extLst>
                </p14:cNvPr>
                <p14:cNvContentPartPr/>
                <p14:nvPr/>
              </p14:nvContentPartPr>
              <p14:xfrm>
                <a:off x="3194928" y="3254904"/>
                <a:ext cx="470880" cy="108000"/>
              </p14:xfrm>
            </p:contentPart>
          </mc:Choice>
          <mc:Fallback xmlns=""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937AFAD8-5C8F-3151-95B6-6CDE8FBE57AD}"/>
                    </a:ext>
                  </a:extLst>
                </p:cNvPr>
                <p:cNvPicPr/>
                <p:nvPr/>
              </p:nvPicPr>
              <p:blipFill>
                <a:blip r:embed="rId186"/>
                <a:stretch>
                  <a:fillRect/>
                </a:stretch>
              </p:blipFill>
              <p:spPr>
                <a:xfrm>
                  <a:off x="3185928" y="3246264"/>
                  <a:ext cx="488520" cy="12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7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0BDB7A6F-7228-FBE0-848D-3C0A54C6C00E}"/>
                    </a:ext>
                  </a:extLst>
                </p14:cNvPr>
                <p14:cNvContentPartPr/>
                <p14:nvPr/>
              </p14:nvContentPartPr>
              <p14:xfrm>
                <a:off x="3724128" y="3255984"/>
                <a:ext cx="31320" cy="35280"/>
              </p14:xfrm>
            </p:contentPart>
          </mc:Choice>
          <mc:Fallback xmlns=""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0BDB7A6F-7228-FBE0-848D-3C0A54C6C00E}"/>
                    </a:ext>
                  </a:extLst>
                </p:cNvPr>
                <p:cNvPicPr/>
                <p:nvPr/>
              </p:nvPicPr>
              <p:blipFill>
                <a:blip r:embed="rId188"/>
                <a:stretch>
                  <a:fillRect/>
                </a:stretch>
              </p:blipFill>
              <p:spPr>
                <a:xfrm>
                  <a:off x="3715488" y="3247344"/>
                  <a:ext cx="48960" cy="5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9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DA788FE5-C48B-0B83-FA74-A01037AE4023}"/>
                    </a:ext>
                  </a:extLst>
                </p14:cNvPr>
                <p14:cNvContentPartPr/>
                <p14:nvPr/>
              </p14:nvContentPartPr>
              <p14:xfrm>
                <a:off x="3405528" y="3128904"/>
                <a:ext cx="16920" cy="38880"/>
              </p14:xfrm>
            </p:contentPart>
          </mc:Choice>
          <mc:Fallback xmlns=""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DA788FE5-C48B-0B83-FA74-A01037AE4023}"/>
                    </a:ext>
                  </a:extLst>
                </p:cNvPr>
                <p:cNvPicPr/>
                <p:nvPr/>
              </p:nvPicPr>
              <p:blipFill>
                <a:blip r:embed="rId190"/>
                <a:stretch>
                  <a:fillRect/>
                </a:stretch>
              </p:blipFill>
              <p:spPr>
                <a:xfrm>
                  <a:off x="3396528" y="3119904"/>
                  <a:ext cx="34560" cy="56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6" name="Group 195">
            <a:extLst>
              <a:ext uri="{FF2B5EF4-FFF2-40B4-BE49-F238E27FC236}">
                <a16:creationId xmlns:a16="http://schemas.microsoft.com/office/drawing/2014/main" id="{5E56F580-1DAA-491F-D0E4-D2B46EA6CFCD}"/>
              </a:ext>
            </a:extLst>
          </p:cNvPr>
          <p:cNvGrpSpPr/>
          <p:nvPr/>
        </p:nvGrpSpPr>
        <p:grpSpPr>
          <a:xfrm>
            <a:off x="4601808" y="3191904"/>
            <a:ext cx="432360" cy="185400"/>
            <a:chOff x="4601808" y="3191904"/>
            <a:chExt cx="432360" cy="185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91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F1955769-A113-3BDF-4F95-65456BDC51FB}"/>
                    </a:ext>
                  </a:extLst>
                </p14:cNvPr>
                <p14:cNvContentPartPr/>
                <p14:nvPr/>
              </p14:nvContentPartPr>
              <p14:xfrm>
                <a:off x="4653288" y="3204864"/>
                <a:ext cx="18720" cy="172440"/>
              </p14:xfrm>
            </p:contentPart>
          </mc:Choice>
          <mc:Fallback xmlns=""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F1955769-A113-3BDF-4F95-65456BDC51FB}"/>
                    </a:ext>
                  </a:extLst>
                </p:cNvPr>
                <p:cNvPicPr/>
                <p:nvPr/>
              </p:nvPicPr>
              <p:blipFill>
                <a:blip r:embed="rId192"/>
                <a:stretch>
                  <a:fillRect/>
                </a:stretch>
              </p:blipFill>
              <p:spPr>
                <a:xfrm>
                  <a:off x="4644288" y="3196224"/>
                  <a:ext cx="36360" cy="19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3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E0186248-DA99-9DB5-C7F7-8D2BFB7A8BCE}"/>
                    </a:ext>
                  </a:extLst>
                </p14:cNvPr>
                <p14:cNvContentPartPr/>
                <p14:nvPr/>
              </p14:nvContentPartPr>
              <p14:xfrm>
                <a:off x="4601808" y="3191904"/>
                <a:ext cx="432360" cy="150120"/>
              </p14:xfrm>
            </p:contentPart>
          </mc:Choice>
          <mc:Fallback xmlns=""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E0186248-DA99-9DB5-C7F7-8D2BFB7A8BCE}"/>
                    </a:ext>
                  </a:extLst>
                </p:cNvPr>
                <p:cNvPicPr/>
                <p:nvPr/>
              </p:nvPicPr>
              <p:blipFill>
                <a:blip r:embed="rId194"/>
                <a:stretch>
                  <a:fillRect/>
                </a:stretch>
              </p:blipFill>
              <p:spPr>
                <a:xfrm>
                  <a:off x="4593168" y="3182904"/>
                  <a:ext cx="450000" cy="1677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95">
            <p14:nvContentPartPr>
              <p14:cNvPr id="197" name="Ink 196">
                <a:extLst>
                  <a:ext uri="{FF2B5EF4-FFF2-40B4-BE49-F238E27FC236}">
                    <a16:creationId xmlns:a16="http://schemas.microsoft.com/office/drawing/2014/main" id="{20019B5E-F6F7-2853-0151-82CA36B6D97D}"/>
                  </a:ext>
                </a:extLst>
              </p14:cNvPr>
              <p14:cNvContentPartPr/>
              <p14:nvPr/>
            </p14:nvContentPartPr>
            <p14:xfrm>
              <a:off x="3371688" y="2996064"/>
              <a:ext cx="7200" cy="171720"/>
            </p14:xfrm>
          </p:contentPart>
        </mc:Choice>
        <mc:Fallback xmlns="">
          <p:pic>
            <p:nvPicPr>
              <p:cNvPr id="197" name="Ink 196">
                <a:extLst>
                  <a:ext uri="{FF2B5EF4-FFF2-40B4-BE49-F238E27FC236}">
                    <a16:creationId xmlns:a16="http://schemas.microsoft.com/office/drawing/2014/main" id="{20019B5E-F6F7-2853-0151-82CA36B6D97D}"/>
                  </a:ext>
                </a:extLst>
              </p:cNvPr>
              <p:cNvPicPr/>
              <p:nvPr/>
            </p:nvPicPr>
            <p:blipFill>
              <a:blip r:embed="rId196"/>
              <a:stretch>
                <a:fillRect/>
              </a:stretch>
            </p:blipFill>
            <p:spPr>
              <a:xfrm>
                <a:off x="3362688" y="2987424"/>
                <a:ext cx="24840" cy="189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7">
            <p14:nvContentPartPr>
              <p14:cNvPr id="198" name="Ink 197">
                <a:extLst>
                  <a:ext uri="{FF2B5EF4-FFF2-40B4-BE49-F238E27FC236}">
                    <a16:creationId xmlns:a16="http://schemas.microsoft.com/office/drawing/2014/main" id="{2E724B18-F94F-B645-7776-069762578BFE}"/>
                  </a:ext>
                </a:extLst>
              </p14:cNvPr>
              <p14:cNvContentPartPr/>
              <p14:nvPr/>
            </p14:nvContentPartPr>
            <p14:xfrm>
              <a:off x="4803768" y="3012624"/>
              <a:ext cx="11160" cy="117720"/>
            </p14:xfrm>
          </p:contentPart>
        </mc:Choice>
        <mc:Fallback xmlns="">
          <p:pic>
            <p:nvPicPr>
              <p:cNvPr id="198" name="Ink 197">
                <a:extLst>
                  <a:ext uri="{FF2B5EF4-FFF2-40B4-BE49-F238E27FC236}">
                    <a16:creationId xmlns:a16="http://schemas.microsoft.com/office/drawing/2014/main" id="{2E724B18-F94F-B645-7776-069762578BFE}"/>
                  </a:ext>
                </a:extLst>
              </p:cNvPr>
              <p:cNvPicPr/>
              <p:nvPr/>
            </p:nvPicPr>
            <p:blipFill>
              <a:blip r:embed="rId198"/>
              <a:stretch>
                <a:fillRect/>
              </a:stretch>
            </p:blipFill>
            <p:spPr>
              <a:xfrm>
                <a:off x="4794768" y="3003624"/>
                <a:ext cx="28800" cy="135360"/>
              </a:xfrm>
              <a:prstGeom prst="rect">
                <a:avLst/>
              </a:prstGeom>
            </p:spPr>
          </p:pic>
        </mc:Fallback>
      </mc:AlternateContent>
      <p:grpSp>
        <p:nvGrpSpPr>
          <p:cNvPr id="200" name="Group 199">
            <a:extLst>
              <a:ext uri="{FF2B5EF4-FFF2-40B4-BE49-F238E27FC236}">
                <a16:creationId xmlns:a16="http://schemas.microsoft.com/office/drawing/2014/main" id="{93DD066C-C0FD-4B89-FA59-3C685D5A56E0}"/>
              </a:ext>
            </a:extLst>
          </p:cNvPr>
          <p:cNvGrpSpPr/>
          <p:nvPr/>
        </p:nvGrpSpPr>
        <p:grpSpPr>
          <a:xfrm>
            <a:off x="5821128" y="3038184"/>
            <a:ext cx="508320" cy="258840"/>
            <a:chOff x="5821128" y="3038184"/>
            <a:chExt cx="508320" cy="258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99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EDAF5CB0-7DA2-8C46-926A-1010830BFFA2}"/>
                    </a:ext>
                  </a:extLst>
                </p14:cNvPr>
                <p14:cNvContentPartPr/>
                <p14:nvPr/>
              </p14:nvContentPartPr>
              <p14:xfrm>
                <a:off x="5821128" y="3187224"/>
                <a:ext cx="267840" cy="109800"/>
              </p14:xfrm>
            </p:contentPart>
          </mc:Choice>
          <mc:Fallback xmlns=""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EDAF5CB0-7DA2-8C46-926A-1010830BFFA2}"/>
                    </a:ext>
                  </a:extLst>
                </p:cNvPr>
                <p:cNvPicPr/>
                <p:nvPr/>
              </p:nvPicPr>
              <p:blipFill>
                <a:blip r:embed="rId200"/>
                <a:stretch>
                  <a:fillRect/>
                </a:stretch>
              </p:blipFill>
              <p:spPr>
                <a:xfrm>
                  <a:off x="5812488" y="3178224"/>
                  <a:ext cx="285480" cy="12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1">
              <p14:nvContentPartPr>
                <p14:cNvPr id="193" name="Ink 192">
                  <a:extLst>
                    <a:ext uri="{FF2B5EF4-FFF2-40B4-BE49-F238E27FC236}">
                      <a16:creationId xmlns:a16="http://schemas.microsoft.com/office/drawing/2014/main" id="{CDDA8334-E6B1-C924-FB58-A37D8043FFE0}"/>
                    </a:ext>
                  </a:extLst>
                </p14:cNvPr>
                <p14:cNvContentPartPr/>
                <p14:nvPr/>
              </p14:nvContentPartPr>
              <p14:xfrm>
                <a:off x="6154848" y="3254904"/>
                <a:ext cx="34200" cy="38520"/>
              </p14:xfrm>
            </p:contentPart>
          </mc:Choice>
          <mc:Fallback xmlns="">
            <p:pic>
              <p:nvPicPr>
                <p:cNvPr id="193" name="Ink 192">
                  <a:extLst>
                    <a:ext uri="{FF2B5EF4-FFF2-40B4-BE49-F238E27FC236}">
                      <a16:creationId xmlns:a16="http://schemas.microsoft.com/office/drawing/2014/main" id="{CDDA8334-E6B1-C924-FB58-A37D8043FFE0}"/>
                    </a:ext>
                  </a:extLst>
                </p:cNvPr>
                <p:cNvPicPr/>
                <p:nvPr/>
              </p:nvPicPr>
              <p:blipFill>
                <a:blip r:embed="rId202"/>
                <a:stretch>
                  <a:fillRect/>
                </a:stretch>
              </p:blipFill>
              <p:spPr>
                <a:xfrm>
                  <a:off x="6145848" y="3245904"/>
                  <a:ext cx="51840" cy="5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3">
              <p14:nvContentPartPr>
                <p14:cNvPr id="194" name="Ink 193">
                  <a:extLst>
                    <a:ext uri="{FF2B5EF4-FFF2-40B4-BE49-F238E27FC236}">
                      <a16:creationId xmlns:a16="http://schemas.microsoft.com/office/drawing/2014/main" id="{B0E3D765-AB81-F47D-C463-F1F2D51814E0}"/>
                    </a:ext>
                  </a:extLst>
                </p14:cNvPr>
                <p14:cNvContentPartPr/>
                <p14:nvPr/>
              </p14:nvContentPartPr>
              <p14:xfrm>
                <a:off x="6238008" y="3221424"/>
                <a:ext cx="91440" cy="60840"/>
              </p14:xfrm>
            </p:contentPart>
          </mc:Choice>
          <mc:Fallback xmlns="">
            <p:pic>
              <p:nvPicPr>
                <p:cNvPr id="194" name="Ink 193">
                  <a:extLst>
                    <a:ext uri="{FF2B5EF4-FFF2-40B4-BE49-F238E27FC236}">
                      <a16:creationId xmlns:a16="http://schemas.microsoft.com/office/drawing/2014/main" id="{B0E3D765-AB81-F47D-C463-F1F2D51814E0}"/>
                    </a:ext>
                  </a:extLst>
                </p:cNvPr>
                <p:cNvPicPr/>
                <p:nvPr/>
              </p:nvPicPr>
              <p:blipFill>
                <a:blip r:embed="rId204"/>
                <a:stretch>
                  <a:fillRect/>
                </a:stretch>
              </p:blipFill>
              <p:spPr>
                <a:xfrm>
                  <a:off x="6229008" y="3212784"/>
                  <a:ext cx="109080" cy="7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5">
              <p14:nvContentPartPr>
                <p14:cNvPr id="199" name="Ink 198">
                  <a:extLst>
                    <a:ext uri="{FF2B5EF4-FFF2-40B4-BE49-F238E27FC236}">
                      <a16:creationId xmlns:a16="http://schemas.microsoft.com/office/drawing/2014/main" id="{3C8DEB50-78F1-4BDE-70A2-3E34F5FAC29B}"/>
                    </a:ext>
                  </a:extLst>
                </p14:cNvPr>
                <p14:cNvContentPartPr/>
                <p14:nvPr/>
              </p14:nvContentPartPr>
              <p14:xfrm>
                <a:off x="6067368" y="3038184"/>
                <a:ext cx="9000" cy="144720"/>
              </p14:xfrm>
            </p:contentPart>
          </mc:Choice>
          <mc:Fallback xmlns="">
            <p:pic>
              <p:nvPicPr>
                <p:cNvPr id="199" name="Ink 198">
                  <a:extLst>
                    <a:ext uri="{FF2B5EF4-FFF2-40B4-BE49-F238E27FC236}">
                      <a16:creationId xmlns:a16="http://schemas.microsoft.com/office/drawing/2014/main" id="{3C8DEB50-78F1-4BDE-70A2-3E34F5FAC29B}"/>
                    </a:ext>
                  </a:extLst>
                </p:cNvPr>
                <p:cNvPicPr/>
                <p:nvPr/>
              </p:nvPicPr>
              <p:blipFill>
                <a:blip r:embed="rId206"/>
                <a:stretch>
                  <a:fillRect/>
                </a:stretch>
              </p:blipFill>
              <p:spPr>
                <a:xfrm>
                  <a:off x="6058368" y="3029544"/>
                  <a:ext cx="26640" cy="162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5" name="Group 204">
            <a:extLst>
              <a:ext uri="{FF2B5EF4-FFF2-40B4-BE49-F238E27FC236}">
                <a16:creationId xmlns:a16="http://schemas.microsoft.com/office/drawing/2014/main" id="{641D4294-04C4-BD33-2D9A-14AC11A1CE68}"/>
              </a:ext>
            </a:extLst>
          </p:cNvPr>
          <p:cNvGrpSpPr/>
          <p:nvPr/>
        </p:nvGrpSpPr>
        <p:grpSpPr>
          <a:xfrm>
            <a:off x="3090528" y="2871504"/>
            <a:ext cx="626040" cy="105840"/>
            <a:chOff x="3090528" y="2871504"/>
            <a:chExt cx="626040" cy="105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07">
              <p14:nvContentPartPr>
                <p14:cNvPr id="201" name="Ink 200">
                  <a:extLst>
                    <a:ext uri="{FF2B5EF4-FFF2-40B4-BE49-F238E27FC236}">
                      <a16:creationId xmlns:a16="http://schemas.microsoft.com/office/drawing/2014/main" id="{453664D1-0D10-BF57-AF20-9DEEE66D4726}"/>
                    </a:ext>
                  </a:extLst>
                </p14:cNvPr>
                <p14:cNvContentPartPr/>
                <p14:nvPr/>
              </p14:nvContentPartPr>
              <p14:xfrm>
                <a:off x="3090528" y="2871504"/>
                <a:ext cx="164160" cy="105840"/>
              </p14:xfrm>
            </p:contentPart>
          </mc:Choice>
          <mc:Fallback xmlns="">
            <p:pic>
              <p:nvPicPr>
                <p:cNvPr id="201" name="Ink 200">
                  <a:extLst>
                    <a:ext uri="{FF2B5EF4-FFF2-40B4-BE49-F238E27FC236}">
                      <a16:creationId xmlns:a16="http://schemas.microsoft.com/office/drawing/2014/main" id="{453664D1-0D10-BF57-AF20-9DEEE66D4726}"/>
                    </a:ext>
                  </a:extLst>
                </p:cNvPr>
                <p:cNvPicPr/>
                <p:nvPr/>
              </p:nvPicPr>
              <p:blipFill>
                <a:blip r:embed="rId208"/>
                <a:stretch>
                  <a:fillRect/>
                </a:stretch>
              </p:blipFill>
              <p:spPr>
                <a:xfrm>
                  <a:off x="3081528" y="2862504"/>
                  <a:ext cx="181800" cy="12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9">
              <p14:nvContentPartPr>
                <p14:cNvPr id="202" name="Ink 201">
                  <a:extLst>
                    <a:ext uri="{FF2B5EF4-FFF2-40B4-BE49-F238E27FC236}">
                      <a16:creationId xmlns:a16="http://schemas.microsoft.com/office/drawing/2014/main" id="{DD19B028-5A2B-DACD-73E8-8E384DBD4868}"/>
                    </a:ext>
                  </a:extLst>
                </p14:cNvPr>
                <p14:cNvContentPartPr/>
                <p14:nvPr/>
              </p14:nvContentPartPr>
              <p14:xfrm>
                <a:off x="3337128" y="2901744"/>
                <a:ext cx="55440" cy="59040"/>
              </p14:xfrm>
            </p:contentPart>
          </mc:Choice>
          <mc:Fallback xmlns="">
            <p:pic>
              <p:nvPicPr>
                <p:cNvPr id="202" name="Ink 201">
                  <a:extLst>
                    <a:ext uri="{FF2B5EF4-FFF2-40B4-BE49-F238E27FC236}">
                      <a16:creationId xmlns:a16="http://schemas.microsoft.com/office/drawing/2014/main" id="{DD19B028-5A2B-DACD-73E8-8E384DBD4868}"/>
                    </a:ext>
                  </a:extLst>
                </p:cNvPr>
                <p:cNvPicPr/>
                <p:nvPr/>
              </p:nvPicPr>
              <p:blipFill>
                <a:blip r:embed="rId210"/>
                <a:stretch>
                  <a:fillRect/>
                </a:stretch>
              </p:blipFill>
              <p:spPr>
                <a:xfrm>
                  <a:off x="3328128" y="2892744"/>
                  <a:ext cx="73080" cy="7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1">
              <p14:nvContentPartPr>
                <p14:cNvPr id="203" name="Ink 202">
                  <a:extLst>
                    <a:ext uri="{FF2B5EF4-FFF2-40B4-BE49-F238E27FC236}">
                      <a16:creationId xmlns:a16="http://schemas.microsoft.com/office/drawing/2014/main" id="{164068F2-7254-6DBE-A7E5-E734F38971B8}"/>
                    </a:ext>
                  </a:extLst>
                </p14:cNvPr>
                <p14:cNvContentPartPr/>
                <p14:nvPr/>
              </p14:nvContentPartPr>
              <p14:xfrm>
                <a:off x="3472488" y="2907144"/>
                <a:ext cx="65880" cy="60120"/>
              </p14:xfrm>
            </p:contentPart>
          </mc:Choice>
          <mc:Fallback xmlns="">
            <p:pic>
              <p:nvPicPr>
                <p:cNvPr id="203" name="Ink 202">
                  <a:extLst>
                    <a:ext uri="{FF2B5EF4-FFF2-40B4-BE49-F238E27FC236}">
                      <a16:creationId xmlns:a16="http://schemas.microsoft.com/office/drawing/2014/main" id="{164068F2-7254-6DBE-A7E5-E734F38971B8}"/>
                    </a:ext>
                  </a:extLst>
                </p:cNvPr>
                <p:cNvPicPr/>
                <p:nvPr/>
              </p:nvPicPr>
              <p:blipFill>
                <a:blip r:embed="rId212"/>
                <a:stretch>
                  <a:fillRect/>
                </a:stretch>
              </p:blipFill>
              <p:spPr>
                <a:xfrm>
                  <a:off x="3463848" y="2898144"/>
                  <a:ext cx="83520" cy="7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3">
              <p14:nvContentPartPr>
                <p14:cNvPr id="204" name="Ink 203">
                  <a:extLst>
                    <a:ext uri="{FF2B5EF4-FFF2-40B4-BE49-F238E27FC236}">
                      <a16:creationId xmlns:a16="http://schemas.microsoft.com/office/drawing/2014/main" id="{4FE51E15-1A4A-48B7-5529-D52FE3493F30}"/>
                    </a:ext>
                  </a:extLst>
                </p14:cNvPr>
                <p14:cNvContentPartPr/>
                <p14:nvPr/>
              </p14:nvContentPartPr>
              <p14:xfrm>
                <a:off x="3610368" y="2892384"/>
                <a:ext cx="106200" cy="69480"/>
              </p14:xfrm>
            </p:contentPart>
          </mc:Choice>
          <mc:Fallback xmlns="">
            <p:pic>
              <p:nvPicPr>
                <p:cNvPr id="204" name="Ink 203">
                  <a:extLst>
                    <a:ext uri="{FF2B5EF4-FFF2-40B4-BE49-F238E27FC236}">
                      <a16:creationId xmlns:a16="http://schemas.microsoft.com/office/drawing/2014/main" id="{4FE51E15-1A4A-48B7-5529-D52FE3493F30}"/>
                    </a:ext>
                  </a:extLst>
                </p:cNvPr>
                <p:cNvPicPr/>
                <p:nvPr/>
              </p:nvPicPr>
              <p:blipFill>
                <a:blip r:embed="rId214"/>
                <a:stretch>
                  <a:fillRect/>
                </a:stretch>
              </p:blipFill>
              <p:spPr>
                <a:xfrm>
                  <a:off x="3601728" y="2883744"/>
                  <a:ext cx="123840" cy="87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4" name="Group 213">
            <a:extLst>
              <a:ext uri="{FF2B5EF4-FFF2-40B4-BE49-F238E27FC236}">
                <a16:creationId xmlns:a16="http://schemas.microsoft.com/office/drawing/2014/main" id="{26851BD2-A778-DAF9-807D-CC86C34B0F55}"/>
              </a:ext>
            </a:extLst>
          </p:cNvPr>
          <p:cNvGrpSpPr/>
          <p:nvPr/>
        </p:nvGrpSpPr>
        <p:grpSpPr>
          <a:xfrm>
            <a:off x="4729608" y="2839824"/>
            <a:ext cx="406080" cy="106920"/>
            <a:chOff x="4729608" y="2839824"/>
            <a:chExt cx="406080" cy="106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15">
              <p14:nvContentPartPr>
                <p14:cNvPr id="206" name="Ink 205">
                  <a:extLst>
                    <a:ext uri="{FF2B5EF4-FFF2-40B4-BE49-F238E27FC236}">
                      <a16:creationId xmlns:a16="http://schemas.microsoft.com/office/drawing/2014/main" id="{5B3F4C02-F753-C4A2-9E94-C2A2528B8665}"/>
                    </a:ext>
                  </a:extLst>
                </p14:cNvPr>
                <p14:cNvContentPartPr/>
                <p14:nvPr/>
              </p14:nvContentPartPr>
              <p14:xfrm>
                <a:off x="4729608" y="2849544"/>
                <a:ext cx="113040" cy="93960"/>
              </p14:xfrm>
            </p:contentPart>
          </mc:Choice>
          <mc:Fallback xmlns="">
            <p:pic>
              <p:nvPicPr>
                <p:cNvPr id="206" name="Ink 205">
                  <a:extLst>
                    <a:ext uri="{FF2B5EF4-FFF2-40B4-BE49-F238E27FC236}">
                      <a16:creationId xmlns:a16="http://schemas.microsoft.com/office/drawing/2014/main" id="{5B3F4C02-F753-C4A2-9E94-C2A2528B8665}"/>
                    </a:ext>
                  </a:extLst>
                </p:cNvPr>
                <p:cNvPicPr/>
                <p:nvPr/>
              </p:nvPicPr>
              <p:blipFill>
                <a:blip r:embed="rId216"/>
                <a:stretch>
                  <a:fillRect/>
                </a:stretch>
              </p:blipFill>
              <p:spPr>
                <a:xfrm>
                  <a:off x="4720608" y="2840904"/>
                  <a:ext cx="130680" cy="11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7">
              <p14:nvContentPartPr>
                <p14:cNvPr id="207" name="Ink 206">
                  <a:extLst>
                    <a:ext uri="{FF2B5EF4-FFF2-40B4-BE49-F238E27FC236}">
                      <a16:creationId xmlns:a16="http://schemas.microsoft.com/office/drawing/2014/main" id="{59E78EAA-A136-E9C7-95C8-01A101F60309}"/>
                    </a:ext>
                  </a:extLst>
                </p14:cNvPr>
                <p14:cNvContentPartPr/>
                <p14:nvPr/>
              </p14:nvContentPartPr>
              <p14:xfrm>
                <a:off x="4919328" y="2839824"/>
                <a:ext cx="135720" cy="106920"/>
              </p14:xfrm>
            </p:contentPart>
          </mc:Choice>
          <mc:Fallback xmlns="">
            <p:pic>
              <p:nvPicPr>
                <p:cNvPr id="207" name="Ink 206">
                  <a:extLst>
                    <a:ext uri="{FF2B5EF4-FFF2-40B4-BE49-F238E27FC236}">
                      <a16:creationId xmlns:a16="http://schemas.microsoft.com/office/drawing/2014/main" id="{59E78EAA-A136-E9C7-95C8-01A101F60309}"/>
                    </a:ext>
                  </a:extLst>
                </p:cNvPr>
                <p:cNvPicPr/>
                <p:nvPr/>
              </p:nvPicPr>
              <p:blipFill>
                <a:blip r:embed="rId218"/>
                <a:stretch>
                  <a:fillRect/>
                </a:stretch>
              </p:blipFill>
              <p:spPr>
                <a:xfrm>
                  <a:off x="4910328" y="2831184"/>
                  <a:ext cx="153360" cy="12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9">
              <p14:nvContentPartPr>
                <p14:cNvPr id="208" name="Ink 207">
                  <a:extLst>
                    <a:ext uri="{FF2B5EF4-FFF2-40B4-BE49-F238E27FC236}">
                      <a16:creationId xmlns:a16="http://schemas.microsoft.com/office/drawing/2014/main" id="{DB5E04AC-177B-9A6A-83A3-05E6DDEF4725}"/>
                    </a:ext>
                  </a:extLst>
                </p14:cNvPr>
                <p14:cNvContentPartPr/>
                <p14:nvPr/>
              </p14:nvContentPartPr>
              <p14:xfrm>
                <a:off x="5061528" y="2883744"/>
                <a:ext cx="74160" cy="6120"/>
              </p14:xfrm>
            </p:contentPart>
          </mc:Choice>
          <mc:Fallback xmlns="">
            <p:pic>
              <p:nvPicPr>
                <p:cNvPr id="208" name="Ink 207">
                  <a:extLst>
                    <a:ext uri="{FF2B5EF4-FFF2-40B4-BE49-F238E27FC236}">
                      <a16:creationId xmlns:a16="http://schemas.microsoft.com/office/drawing/2014/main" id="{DB5E04AC-177B-9A6A-83A3-05E6DDEF4725}"/>
                    </a:ext>
                  </a:extLst>
                </p:cNvPr>
                <p:cNvPicPr/>
                <p:nvPr/>
              </p:nvPicPr>
              <p:blipFill>
                <a:blip r:embed="rId220"/>
                <a:stretch>
                  <a:fillRect/>
                </a:stretch>
              </p:blipFill>
              <p:spPr>
                <a:xfrm>
                  <a:off x="5052888" y="2874744"/>
                  <a:ext cx="91800" cy="23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3" name="Group 212">
            <a:extLst>
              <a:ext uri="{FF2B5EF4-FFF2-40B4-BE49-F238E27FC236}">
                <a16:creationId xmlns:a16="http://schemas.microsoft.com/office/drawing/2014/main" id="{6EB40BED-2ADD-4A27-39A5-5F4D90CBB98D}"/>
              </a:ext>
            </a:extLst>
          </p:cNvPr>
          <p:cNvGrpSpPr/>
          <p:nvPr/>
        </p:nvGrpSpPr>
        <p:grpSpPr>
          <a:xfrm>
            <a:off x="5949288" y="2781144"/>
            <a:ext cx="623520" cy="104040"/>
            <a:chOff x="5949288" y="2781144"/>
            <a:chExt cx="623520" cy="104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21">
              <p14:nvContentPartPr>
                <p14:cNvPr id="209" name="Ink 208">
                  <a:extLst>
                    <a:ext uri="{FF2B5EF4-FFF2-40B4-BE49-F238E27FC236}">
                      <a16:creationId xmlns:a16="http://schemas.microsoft.com/office/drawing/2014/main" id="{1D49E934-0785-5C86-0A8A-453739E48251}"/>
                    </a:ext>
                  </a:extLst>
                </p14:cNvPr>
                <p14:cNvContentPartPr/>
                <p14:nvPr/>
              </p14:nvContentPartPr>
              <p14:xfrm>
                <a:off x="5949288" y="2781144"/>
                <a:ext cx="128160" cy="104040"/>
              </p14:xfrm>
            </p:contentPart>
          </mc:Choice>
          <mc:Fallback xmlns="">
            <p:pic>
              <p:nvPicPr>
                <p:cNvPr id="209" name="Ink 208">
                  <a:extLst>
                    <a:ext uri="{FF2B5EF4-FFF2-40B4-BE49-F238E27FC236}">
                      <a16:creationId xmlns:a16="http://schemas.microsoft.com/office/drawing/2014/main" id="{1D49E934-0785-5C86-0A8A-453739E48251}"/>
                    </a:ext>
                  </a:extLst>
                </p:cNvPr>
                <p:cNvPicPr/>
                <p:nvPr/>
              </p:nvPicPr>
              <p:blipFill>
                <a:blip r:embed="rId222"/>
                <a:stretch>
                  <a:fillRect/>
                </a:stretch>
              </p:blipFill>
              <p:spPr>
                <a:xfrm>
                  <a:off x="5940288" y="2772504"/>
                  <a:ext cx="145800" cy="12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3">
              <p14:nvContentPartPr>
                <p14:cNvPr id="210" name="Ink 209">
                  <a:extLst>
                    <a:ext uri="{FF2B5EF4-FFF2-40B4-BE49-F238E27FC236}">
                      <a16:creationId xmlns:a16="http://schemas.microsoft.com/office/drawing/2014/main" id="{AE9FFE1F-FF4F-2890-ED08-8D6DD178376E}"/>
                    </a:ext>
                  </a:extLst>
                </p14:cNvPr>
                <p14:cNvContentPartPr/>
                <p14:nvPr/>
              </p14:nvContentPartPr>
              <p14:xfrm>
                <a:off x="6172128" y="2809584"/>
                <a:ext cx="50760" cy="58680"/>
              </p14:xfrm>
            </p:contentPart>
          </mc:Choice>
          <mc:Fallback xmlns="">
            <p:pic>
              <p:nvPicPr>
                <p:cNvPr id="210" name="Ink 209">
                  <a:extLst>
                    <a:ext uri="{FF2B5EF4-FFF2-40B4-BE49-F238E27FC236}">
                      <a16:creationId xmlns:a16="http://schemas.microsoft.com/office/drawing/2014/main" id="{AE9FFE1F-FF4F-2890-ED08-8D6DD178376E}"/>
                    </a:ext>
                  </a:extLst>
                </p:cNvPr>
                <p:cNvPicPr/>
                <p:nvPr/>
              </p:nvPicPr>
              <p:blipFill>
                <a:blip r:embed="rId224"/>
                <a:stretch>
                  <a:fillRect/>
                </a:stretch>
              </p:blipFill>
              <p:spPr>
                <a:xfrm>
                  <a:off x="6163488" y="2800944"/>
                  <a:ext cx="68400" cy="7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5">
              <p14:nvContentPartPr>
                <p14:cNvPr id="211" name="Ink 210">
                  <a:extLst>
                    <a:ext uri="{FF2B5EF4-FFF2-40B4-BE49-F238E27FC236}">
                      <a16:creationId xmlns:a16="http://schemas.microsoft.com/office/drawing/2014/main" id="{062800B2-34EE-7D80-7798-5559E7274044}"/>
                    </a:ext>
                  </a:extLst>
                </p14:cNvPr>
                <p14:cNvContentPartPr/>
                <p14:nvPr/>
              </p14:nvContentPartPr>
              <p14:xfrm>
                <a:off x="6307848" y="2820024"/>
                <a:ext cx="83880" cy="56520"/>
              </p14:xfrm>
            </p:contentPart>
          </mc:Choice>
          <mc:Fallback xmlns="">
            <p:pic>
              <p:nvPicPr>
                <p:cNvPr id="211" name="Ink 210">
                  <a:extLst>
                    <a:ext uri="{FF2B5EF4-FFF2-40B4-BE49-F238E27FC236}">
                      <a16:creationId xmlns:a16="http://schemas.microsoft.com/office/drawing/2014/main" id="{062800B2-34EE-7D80-7798-5559E7274044}"/>
                    </a:ext>
                  </a:extLst>
                </p:cNvPr>
                <p:cNvPicPr/>
                <p:nvPr/>
              </p:nvPicPr>
              <p:blipFill>
                <a:blip r:embed="rId226"/>
                <a:stretch>
                  <a:fillRect/>
                </a:stretch>
              </p:blipFill>
              <p:spPr>
                <a:xfrm>
                  <a:off x="6298848" y="2811024"/>
                  <a:ext cx="101520" cy="7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7">
              <p14:nvContentPartPr>
                <p14:cNvPr id="212" name="Ink 211">
                  <a:extLst>
                    <a:ext uri="{FF2B5EF4-FFF2-40B4-BE49-F238E27FC236}">
                      <a16:creationId xmlns:a16="http://schemas.microsoft.com/office/drawing/2014/main" id="{A79A8BAB-E06C-0BCE-8223-AF6A7E359B5B}"/>
                    </a:ext>
                  </a:extLst>
                </p14:cNvPr>
                <p14:cNvContentPartPr/>
                <p14:nvPr/>
              </p14:nvContentPartPr>
              <p14:xfrm>
                <a:off x="6473088" y="2809224"/>
                <a:ext cx="99720" cy="62280"/>
              </p14:xfrm>
            </p:contentPart>
          </mc:Choice>
          <mc:Fallback xmlns="">
            <p:pic>
              <p:nvPicPr>
                <p:cNvPr id="212" name="Ink 211">
                  <a:extLst>
                    <a:ext uri="{FF2B5EF4-FFF2-40B4-BE49-F238E27FC236}">
                      <a16:creationId xmlns:a16="http://schemas.microsoft.com/office/drawing/2014/main" id="{A79A8BAB-E06C-0BCE-8223-AF6A7E359B5B}"/>
                    </a:ext>
                  </a:extLst>
                </p:cNvPr>
                <p:cNvPicPr/>
                <p:nvPr/>
              </p:nvPicPr>
              <p:blipFill>
                <a:blip r:embed="rId228"/>
                <a:stretch>
                  <a:fillRect/>
                </a:stretch>
              </p:blipFill>
              <p:spPr>
                <a:xfrm>
                  <a:off x="6464088" y="2800584"/>
                  <a:ext cx="117360" cy="799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29">
            <p14:nvContentPartPr>
              <p14:cNvPr id="215" name="Ink 214">
                <a:extLst>
                  <a:ext uri="{FF2B5EF4-FFF2-40B4-BE49-F238E27FC236}">
                    <a16:creationId xmlns:a16="http://schemas.microsoft.com/office/drawing/2014/main" id="{A1ED4DA9-82A4-E5C2-4AF5-7E71C2BA7012}"/>
                  </a:ext>
                </a:extLst>
              </p14:cNvPr>
              <p14:cNvContentPartPr/>
              <p14:nvPr/>
            </p14:nvContentPartPr>
            <p14:xfrm>
              <a:off x="3389688" y="2674224"/>
              <a:ext cx="10800" cy="118440"/>
            </p14:xfrm>
          </p:contentPart>
        </mc:Choice>
        <mc:Fallback xmlns="">
          <p:pic>
            <p:nvPicPr>
              <p:cNvPr id="215" name="Ink 214">
                <a:extLst>
                  <a:ext uri="{FF2B5EF4-FFF2-40B4-BE49-F238E27FC236}">
                    <a16:creationId xmlns:a16="http://schemas.microsoft.com/office/drawing/2014/main" id="{A1ED4DA9-82A4-E5C2-4AF5-7E71C2BA7012}"/>
                  </a:ext>
                </a:extLst>
              </p:cNvPr>
              <p:cNvPicPr/>
              <p:nvPr/>
            </p:nvPicPr>
            <p:blipFill>
              <a:blip r:embed="rId230"/>
              <a:stretch>
                <a:fillRect/>
              </a:stretch>
            </p:blipFill>
            <p:spPr>
              <a:xfrm>
                <a:off x="3380688" y="2665224"/>
                <a:ext cx="28440" cy="136080"/>
              </a:xfrm>
              <a:prstGeom prst="rect">
                <a:avLst/>
              </a:prstGeom>
            </p:spPr>
          </p:pic>
        </mc:Fallback>
      </mc:AlternateContent>
      <p:grpSp>
        <p:nvGrpSpPr>
          <p:cNvPr id="221" name="Group 220">
            <a:extLst>
              <a:ext uri="{FF2B5EF4-FFF2-40B4-BE49-F238E27FC236}">
                <a16:creationId xmlns:a16="http://schemas.microsoft.com/office/drawing/2014/main" id="{0938BAB0-6D00-6655-B118-A44C8BBEACD5}"/>
              </a:ext>
            </a:extLst>
          </p:cNvPr>
          <p:cNvGrpSpPr/>
          <p:nvPr/>
        </p:nvGrpSpPr>
        <p:grpSpPr>
          <a:xfrm>
            <a:off x="3210768" y="2449584"/>
            <a:ext cx="849600" cy="151920"/>
            <a:chOff x="3210768" y="2449584"/>
            <a:chExt cx="849600" cy="151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31">
              <p14:nvContentPartPr>
                <p14:cNvPr id="216" name="Ink 215">
                  <a:extLst>
                    <a:ext uri="{FF2B5EF4-FFF2-40B4-BE49-F238E27FC236}">
                      <a16:creationId xmlns:a16="http://schemas.microsoft.com/office/drawing/2014/main" id="{B4BDFF60-57D7-647C-83F7-A004DFE7CE31}"/>
                    </a:ext>
                  </a:extLst>
                </p14:cNvPr>
                <p14:cNvContentPartPr/>
                <p14:nvPr/>
              </p14:nvContentPartPr>
              <p14:xfrm>
                <a:off x="3210768" y="2483064"/>
                <a:ext cx="147960" cy="118440"/>
              </p14:xfrm>
            </p:contentPart>
          </mc:Choice>
          <mc:Fallback xmlns="">
            <p:pic>
              <p:nvPicPr>
                <p:cNvPr id="216" name="Ink 215">
                  <a:extLst>
                    <a:ext uri="{FF2B5EF4-FFF2-40B4-BE49-F238E27FC236}">
                      <a16:creationId xmlns:a16="http://schemas.microsoft.com/office/drawing/2014/main" id="{B4BDFF60-57D7-647C-83F7-A004DFE7CE31}"/>
                    </a:ext>
                  </a:extLst>
                </p:cNvPr>
                <p:cNvPicPr/>
                <p:nvPr/>
              </p:nvPicPr>
              <p:blipFill>
                <a:blip r:embed="rId232"/>
                <a:stretch>
                  <a:fillRect/>
                </a:stretch>
              </p:blipFill>
              <p:spPr>
                <a:xfrm>
                  <a:off x="3201768" y="2474424"/>
                  <a:ext cx="165600" cy="13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3">
              <p14:nvContentPartPr>
                <p14:cNvPr id="217" name="Ink 216">
                  <a:extLst>
                    <a:ext uri="{FF2B5EF4-FFF2-40B4-BE49-F238E27FC236}">
                      <a16:creationId xmlns:a16="http://schemas.microsoft.com/office/drawing/2014/main" id="{B8C556EE-7D35-85CB-F33C-9971EE5AE7D3}"/>
                    </a:ext>
                  </a:extLst>
                </p14:cNvPr>
                <p14:cNvContentPartPr/>
                <p14:nvPr/>
              </p14:nvContentPartPr>
              <p14:xfrm>
                <a:off x="3448368" y="2517984"/>
                <a:ext cx="34200" cy="75240"/>
              </p14:xfrm>
            </p:contentPart>
          </mc:Choice>
          <mc:Fallback xmlns="">
            <p:pic>
              <p:nvPicPr>
                <p:cNvPr id="217" name="Ink 216">
                  <a:extLst>
                    <a:ext uri="{FF2B5EF4-FFF2-40B4-BE49-F238E27FC236}">
                      <a16:creationId xmlns:a16="http://schemas.microsoft.com/office/drawing/2014/main" id="{B8C556EE-7D35-85CB-F33C-9971EE5AE7D3}"/>
                    </a:ext>
                  </a:extLst>
                </p:cNvPr>
                <p:cNvPicPr/>
                <p:nvPr/>
              </p:nvPicPr>
              <p:blipFill>
                <a:blip r:embed="rId234"/>
                <a:stretch>
                  <a:fillRect/>
                </a:stretch>
              </p:blipFill>
              <p:spPr>
                <a:xfrm>
                  <a:off x="3439368" y="2508984"/>
                  <a:ext cx="51840" cy="9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5">
              <p14:nvContentPartPr>
                <p14:cNvPr id="218" name="Ink 217">
                  <a:extLst>
                    <a:ext uri="{FF2B5EF4-FFF2-40B4-BE49-F238E27FC236}">
                      <a16:creationId xmlns:a16="http://schemas.microsoft.com/office/drawing/2014/main" id="{9605DA3E-43A9-843A-C4AF-067180255BAF}"/>
                    </a:ext>
                  </a:extLst>
                </p14:cNvPr>
                <p14:cNvContentPartPr/>
                <p14:nvPr/>
              </p14:nvContentPartPr>
              <p14:xfrm>
                <a:off x="3547728" y="2524104"/>
                <a:ext cx="213480" cy="52920"/>
              </p14:xfrm>
            </p:contentPart>
          </mc:Choice>
          <mc:Fallback xmlns="">
            <p:pic>
              <p:nvPicPr>
                <p:cNvPr id="218" name="Ink 217">
                  <a:extLst>
                    <a:ext uri="{FF2B5EF4-FFF2-40B4-BE49-F238E27FC236}">
                      <a16:creationId xmlns:a16="http://schemas.microsoft.com/office/drawing/2014/main" id="{9605DA3E-43A9-843A-C4AF-067180255BAF}"/>
                    </a:ext>
                  </a:extLst>
                </p:cNvPr>
                <p:cNvPicPr/>
                <p:nvPr/>
              </p:nvPicPr>
              <p:blipFill>
                <a:blip r:embed="rId236"/>
                <a:stretch>
                  <a:fillRect/>
                </a:stretch>
              </p:blipFill>
              <p:spPr>
                <a:xfrm>
                  <a:off x="3539088" y="2515464"/>
                  <a:ext cx="231120" cy="7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7">
              <p14:nvContentPartPr>
                <p14:cNvPr id="219" name="Ink 218">
                  <a:extLst>
                    <a:ext uri="{FF2B5EF4-FFF2-40B4-BE49-F238E27FC236}">
                      <a16:creationId xmlns:a16="http://schemas.microsoft.com/office/drawing/2014/main" id="{AF7BE417-5EB7-8C40-53B9-41C2EFC4FFCE}"/>
                    </a:ext>
                  </a:extLst>
                </p14:cNvPr>
                <p14:cNvContentPartPr/>
                <p14:nvPr/>
              </p14:nvContentPartPr>
              <p14:xfrm>
                <a:off x="3763368" y="2481984"/>
                <a:ext cx="1800" cy="31680"/>
              </p14:xfrm>
            </p:contentPart>
          </mc:Choice>
          <mc:Fallback xmlns="">
            <p:pic>
              <p:nvPicPr>
                <p:cNvPr id="219" name="Ink 218">
                  <a:extLst>
                    <a:ext uri="{FF2B5EF4-FFF2-40B4-BE49-F238E27FC236}">
                      <a16:creationId xmlns:a16="http://schemas.microsoft.com/office/drawing/2014/main" id="{AF7BE417-5EB7-8C40-53B9-41C2EFC4FFCE}"/>
                    </a:ext>
                  </a:extLst>
                </p:cNvPr>
                <p:cNvPicPr/>
                <p:nvPr/>
              </p:nvPicPr>
              <p:blipFill>
                <a:blip r:embed="rId238"/>
                <a:stretch>
                  <a:fillRect/>
                </a:stretch>
              </p:blipFill>
              <p:spPr>
                <a:xfrm>
                  <a:off x="3754728" y="2473344"/>
                  <a:ext cx="19440" cy="4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9">
              <p14:nvContentPartPr>
                <p14:cNvPr id="220" name="Ink 219">
                  <a:extLst>
                    <a:ext uri="{FF2B5EF4-FFF2-40B4-BE49-F238E27FC236}">
                      <a16:creationId xmlns:a16="http://schemas.microsoft.com/office/drawing/2014/main" id="{5C50701F-6FB2-884F-76E3-ED6FEC1398FF}"/>
                    </a:ext>
                  </a:extLst>
                </p14:cNvPr>
                <p14:cNvContentPartPr/>
                <p14:nvPr/>
              </p14:nvContentPartPr>
              <p14:xfrm>
                <a:off x="3807648" y="2449584"/>
                <a:ext cx="252720" cy="106200"/>
              </p14:xfrm>
            </p:contentPart>
          </mc:Choice>
          <mc:Fallback xmlns="">
            <p:pic>
              <p:nvPicPr>
                <p:cNvPr id="220" name="Ink 219">
                  <a:extLst>
                    <a:ext uri="{FF2B5EF4-FFF2-40B4-BE49-F238E27FC236}">
                      <a16:creationId xmlns:a16="http://schemas.microsoft.com/office/drawing/2014/main" id="{5C50701F-6FB2-884F-76E3-ED6FEC1398FF}"/>
                    </a:ext>
                  </a:extLst>
                </p:cNvPr>
                <p:cNvPicPr/>
                <p:nvPr/>
              </p:nvPicPr>
              <p:blipFill>
                <a:blip r:embed="rId240"/>
                <a:stretch>
                  <a:fillRect/>
                </a:stretch>
              </p:blipFill>
              <p:spPr>
                <a:xfrm>
                  <a:off x="3799008" y="2440584"/>
                  <a:ext cx="270360" cy="123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29" name="Group 228">
            <a:extLst>
              <a:ext uri="{FF2B5EF4-FFF2-40B4-BE49-F238E27FC236}">
                <a16:creationId xmlns:a16="http://schemas.microsoft.com/office/drawing/2014/main" id="{D78E0ABB-26E2-CE79-8DDA-B5088C44A95B}"/>
              </a:ext>
            </a:extLst>
          </p:cNvPr>
          <p:cNvGrpSpPr/>
          <p:nvPr/>
        </p:nvGrpSpPr>
        <p:grpSpPr>
          <a:xfrm>
            <a:off x="6012648" y="2420064"/>
            <a:ext cx="825480" cy="303120"/>
            <a:chOff x="6012648" y="2420064"/>
            <a:chExt cx="825480" cy="303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41">
              <p14:nvContentPartPr>
                <p14:cNvPr id="222" name="Ink 221">
                  <a:extLst>
                    <a:ext uri="{FF2B5EF4-FFF2-40B4-BE49-F238E27FC236}">
                      <a16:creationId xmlns:a16="http://schemas.microsoft.com/office/drawing/2014/main" id="{6638A0B0-3D2B-58D6-CFDF-FFE4FBC6B9C2}"/>
                    </a:ext>
                  </a:extLst>
                </p14:cNvPr>
                <p14:cNvContentPartPr/>
                <p14:nvPr/>
              </p14:nvContentPartPr>
              <p14:xfrm>
                <a:off x="6113088" y="2631024"/>
                <a:ext cx="16920" cy="92160"/>
              </p14:xfrm>
            </p:contentPart>
          </mc:Choice>
          <mc:Fallback xmlns="">
            <p:pic>
              <p:nvPicPr>
                <p:cNvPr id="222" name="Ink 221">
                  <a:extLst>
                    <a:ext uri="{FF2B5EF4-FFF2-40B4-BE49-F238E27FC236}">
                      <a16:creationId xmlns:a16="http://schemas.microsoft.com/office/drawing/2014/main" id="{6638A0B0-3D2B-58D6-CFDF-FFE4FBC6B9C2}"/>
                    </a:ext>
                  </a:extLst>
                </p:cNvPr>
                <p:cNvPicPr/>
                <p:nvPr/>
              </p:nvPicPr>
              <p:blipFill>
                <a:blip r:embed="rId242"/>
                <a:stretch>
                  <a:fillRect/>
                </a:stretch>
              </p:blipFill>
              <p:spPr>
                <a:xfrm>
                  <a:off x="6104448" y="2622024"/>
                  <a:ext cx="34560" cy="10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3">
              <p14:nvContentPartPr>
                <p14:cNvPr id="223" name="Ink 222">
                  <a:extLst>
                    <a:ext uri="{FF2B5EF4-FFF2-40B4-BE49-F238E27FC236}">
                      <a16:creationId xmlns:a16="http://schemas.microsoft.com/office/drawing/2014/main" id="{FFDCB91F-FFE4-2F5D-2CBA-E8C3A3469465}"/>
                    </a:ext>
                  </a:extLst>
                </p14:cNvPr>
                <p14:cNvContentPartPr/>
                <p14:nvPr/>
              </p14:nvContentPartPr>
              <p14:xfrm>
                <a:off x="6012648" y="2456784"/>
                <a:ext cx="137520" cy="114840"/>
              </p14:xfrm>
            </p:contentPart>
          </mc:Choice>
          <mc:Fallback xmlns="">
            <p:pic>
              <p:nvPicPr>
                <p:cNvPr id="223" name="Ink 222">
                  <a:extLst>
                    <a:ext uri="{FF2B5EF4-FFF2-40B4-BE49-F238E27FC236}">
                      <a16:creationId xmlns:a16="http://schemas.microsoft.com/office/drawing/2014/main" id="{FFDCB91F-FFE4-2F5D-2CBA-E8C3A3469465}"/>
                    </a:ext>
                  </a:extLst>
                </p:cNvPr>
                <p:cNvPicPr/>
                <p:nvPr/>
              </p:nvPicPr>
              <p:blipFill>
                <a:blip r:embed="rId244"/>
                <a:stretch>
                  <a:fillRect/>
                </a:stretch>
              </p:blipFill>
              <p:spPr>
                <a:xfrm>
                  <a:off x="6003648" y="2448144"/>
                  <a:ext cx="155160" cy="13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5">
              <p14:nvContentPartPr>
                <p14:cNvPr id="224" name="Ink 223">
                  <a:extLst>
                    <a:ext uri="{FF2B5EF4-FFF2-40B4-BE49-F238E27FC236}">
                      <a16:creationId xmlns:a16="http://schemas.microsoft.com/office/drawing/2014/main" id="{26C4C298-F862-6157-6925-76F2F36C4CCA}"/>
                    </a:ext>
                  </a:extLst>
                </p14:cNvPr>
                <p14:cNvContentPartPr/>
                <p14:nvPr/>
              </p14:nvContentPartPr>
              <p14:xfrm>
                <a:off x="6217488" y="2499264"/>
                <a:ext cx="42480" cy="67320"/>
              </p14:xfrm>
            </p:contentPart>
          </mc:Choice>
          <mc:Fallback xmlns="">
            <p:pic>
              <p:nvPicPr>
                <p:cNvPr id="224" name="Ink 223">
                  <a:extLst>
                    <a:ext uri="{FF2B5EF4-FFF2-40B4-BE49-F238E27FC236}">
                      <a16:creationId xmlns:a16="http://schemas.microsoft.com/office/drawing/2014/main" id="{26C4C298-F862-6157-6925-76F2F36C4CCA}"/>
                    </a:ext>
                  </a:extLst>
                </p:cNvPr>
                <p:cNvPicPr/>
                <p:nvPr/>
              </p:nvPicPr>
              <p:blipFill>
                <a:blip r:embed="rId246"/>
                <a:stretch>
                  <a:fillRect/>
                </a:stretch>
              </p:blipFill>
              <p:spPr>
                <a:xfrm>
                  <a:off x="6208848" y="2490624"/>
                  <a:ext cx="60120" cy="8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7">
              <p14:nvContentPartPr>
                <p14:cNvPr id="226" name="Ink 225">
                  <a:extLst>
                    <a:ext uri="{FF2B5EF4-FFF2-40B4-BE49-F238E27FC236}">
                      <a16:creationId xmlns:a16="http://schemas.microsoft.com/office/drawing/2014/main" id="{B16ECFA9-5920-CF61-4DD2-1D1BA97D0CE0}"/>
                    </a:ext>
                  </a:extLst>
                </p14:cNvPr>
                <p14:cNvContentPartPr/>
                <p14:nvPr/>
              </p14:nvContentPartPr>
              <p14:xfrm>
                <a:off x="6334128" y="2501064"/>
                <a:ext cx="190080" cy="42120"/>
              </p14:xfrm>
            </p:contentPart>
          </mc:Choice>
          <mc:Fallback xmlns="">
            <p:pic>
              <p:nvPicPr>
                <p:cNvPr id="226" name="Ink 225">
                  <a:extLst>
                    <a:ext uri="{FF2B5EF4-FFF2-40B4-BE49-F238E27FC236}">
                      <a16:creationId xmlns:a16="http://schemas.microsoft.com/office/drawing/2014/main" id="{B16ECFA9-5920-CF61-4DD2-1D1BA97D0CE0}"/>
                    </a:ext>
                  </a:extLst>
                </p:cNvPr>
                <p:cNvPicPr/>
                <p:nvPr/>
              </p:nvPicPr>
              <p:blipFill>
                <a:blip r:embed="rId248"/>
                <a:stretch>
                  <a:fillRect/>
                </a:stretch>
              </p:blipFill>
              <p:spPr>
                <a:xfrm>
                  <a:off x="6325128" y="2492064"/>
                  <a:ext cx="207720" cy="5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9">
              <p14:nvContentPartPr>
                <p14:cNvPr id="227" name="Ink 226">
                  <a:extLst>
                    <a:ext uri="{FF2B5EF4-FFF2-40B4-BE49-F238E27FC236}">
                      <a16:creationId xmlns:a16="http://schemas.microsoft.com/office/drawing/2014/main" id="{EC73A48E-5ABA-4A9E-E42D-395F192DA46F}"/>
                    </a:ext>
                  </a:extLst>
                </p14:cNvPr>
                <p14:cNvContentPartPr/>
                <p14:nvPr/>
              </p14:nvContentPartPr>
              <p14:xfrm>
                <a:off x="6527088" y="2468304"/>
                <a:ext cx="2880" cy="14760"/>
              </p14:xfrm>
            </p:contentPart>
          </mc:Choice>
          <mc:Fallback xmlns="">
            <p:pic>
              <p:nvPicPr>
                <p:cNvPr id="227" name="Ink 226">
                  <a:extLst>
                    <a:ext uri="{FF2B5EF4-FFF2-40B4-BE49-F238E27FC236}">
                      <a16:creationId xmlns:a16="http://schemas.microsoft.com/office/drawing/2014/main" id="{EC73A48E-5ABA-4A9E-E42D-395F192DA46F}"/>
                    </a:ext>
                  </a:extLst>
                </p:cNvPr>
                <p:cNvPicPr/>
                <p:nvPr/>
              </p:nvPicPr>
              <p:blipFill>
                <a:blip r:embed="rId250"/>
                <a:stretch>
                  <a:fillRect/>
                </a:stretch>
              </p:blipFill>
              <p:spPr>
                <a:xfrm>
                  <a:off x="6518448" y="2459304"/>
                  <a:ext cx="20520" cy="3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1">
              <p14:nvContentPartPr>
                <p14:cNvPr id="228" name="Ink 227">
                  <a:extLst>
                    <a:ext uri="{FF2B5EF4-FFF2-40B4-BE49-F238E27FC236}">
                      <a16:creationId xmlns:a16="http://schemas.microsoft.com/office/drawing/2014/main" id="{5820C58A-3719-7FF5-B84F-E3321F8ECC1A}"/>
                    </a:ext>
                  </a:extLst>
                </p14:cNvPr>
                <p14:cNvContentPartPr/>
                <p14:nvPr/>
              </p14:nvContentPartPr>
              <p14:xfrm>
                <a:off x="6564888" y="2420064"/>
                <a:ext cx="273240" cy="124560"/>
              </p14:xfrm>
            </p:contentPart>
          </mc:Choice>
          <mc:Fallback xmlns="">
            <p:pic>
              <p:nvPicPr>
                <p:cNvPr id="228" name="Ink 227">
                  <a:extLst>
                    <a:ext uri="{FF2B5EF4-FFF2-40B4-BE49-F238E27FC236}">
                      <a16:creationId xmlns:a16="http://schemas.microsoft.com/office/drawing/2014/main" id="{5820C58A-3719-7FF5-B84F-E3321F8ECC1A}"/>
                    </a:ext>
                  </a:extLst>
                </p:cNvPr>
                <p:cNvPicPr/>
                <p:nvPr/>
              </p:nvPicPr>
              <p:blipFill>
                <a:blip r:embed="rId252"/>
                <a:stretch>
                  <a:fillRect/>
                </a:stretch>
              </p:blipFill>
              <p:spPr>
                <a:xfrm>
                  <a:off x="6555888" y="2411064"/>
                  <a:ext cx="290880" cy="142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41" name="Group 240">
            <a:extLst>
              <a:ext uri="{FF2B5EF4-FFF2-40B4-BE49-F238E27FC236}">
                <a16:creationId xmlns:a16="http://schemas.microsoft.com/office/drawing/2014/main" id="{F08B5A62-074F-5D27-222A-2C6C00E0C266}"/>
              </a:ext>
            </a:extLst>
          </p:cNvPr>
          <p:cNvGrpSpPr/>
          <p:nvPr/>
        </p:nvGrpSpPr>
        <p:grpSpPr>
          <a:xfrm>
            <a:off x="10083168" y="2752344"/>
            <a:ext cx="495360" cy="144360"/>
            <a:chOff x="10083168" y="2752344"/>
            <a:chExt cx="495360" cy="144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53">
              <p14:nvContentPartPr>
                <p14:cNvPr id="233" name="Ink 232">
                  <a:extLst>
                    <a:ext uri="{FF2B5EF4-FFF2-40B4-BE49-F238E27FC236}">
                      <a16:creationId xmlns:a16="http://schemas.microsoft.com/office/drawing/2014/main" id="{62D36D5D-01EC-2C7B-463A-68EBE6075B8B}"/>
                    </a:ext>
                  </a:extLst>
                </p14:cNvPr>
                <p14:cNvContentPartPr/>
                <p14:nvPr/>
              </p14:nvContentPartPr>
              <p14:xfrm>
                <a:off x="10083168" y="2791584"/>
                <a:ext cx="116640" cy="78120"/>
              </p14:xfrm>
            </p:contentPart>
          </mc:Choice>
          <mc:Fallback xmlns="">
            <p:pic>
              <p:nvPicPr>
                <p:cNvPr id="233" name="Ink 232">
                  <a:extLst>
                    <a:ext uri="{FF2B5EF4-FFF2-40B4-BE49-F238E27FC236}">
                      <a16:creationId xmlns:a16="http://schemas.microsoft.com/office/drawing/2014/main" id="{62D36D5D-01EC-2C7B-463A-68EBE6075B8B}"/>
                    </a:ext>
                  </a:extLst>
                </p:cNvPr>
                <p:cNvPicPr/>
                <p:nvPr/>
              </p:nvPicPr>
              <p:blipFill>
                <a:blip r:embed="rId254"/>
                <a:stretch>
                  <a:fillRect/>
                </a:stretch>
              </p:blipFill>
              <p:spPr>
                <a:xfrm>
                  <a:off x="10074528" y="2782944"/>
                  <a:ext cx="134280" cy="9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5">
              <p14:nvContentPartPr>
                <p14:cNvPr id="234" name="Ink 233">
                  <a:extLst>
                    <a:ext uri="{FF2B5EF4-FFF2-40B4-BE49-F238E27FC236}">
                      <a16:creationId xmlns:a16="http://schemas.microsoft.com/office/drawing/2014/main" id="{1A21769F-03F4-5DDA-87C6-9E0B8C3AE139}"/>
                    </a:ext>
                  </a:extLst>
                </p14:cNvPr>
                <p14:cNvContentPartPr/>
                <p14:nvPr/>
              </p14:nvContentPartPr>
              <p14:xfrm>
                <a:off x="10277928" y="2752344"/>
                <a:ext cx="189000" cy="144360"/>
              </p14:xfrm>
            </p:contentPart>
          </mc:Choice>
          <mc:Fallback xmlns="">
            <p:pic>
              <p:nvPicPr>
                <p:cNvPr id="234" name="Ink 233">
                  <a:extLst>
                    <a:ext uri="{FF2B5EF4-FFF2-40B4-BE49-F238E27FC236}">
                      <a16:creationId xmlns:a16="http://schemas.microsoft.com/office/drawing/2014/main" id="{1A21769F-03F4-5DDA-87C6-9E0B8C3AE139}"/>
                    </a:ext>
                  </a:extLst>
                </p:cNvPr>
                <p:cNvPicPr/>
                <p:nvPr/>
              </p:nvPicPr>
              <p:blipFill>
                <a:blip r:embed="rId256"/>
                <a:stretch>
                  <a:fillRect/>
                </a:stretch>
              </p:blipFill>
              <p:spPr>
                <a:xfrm>
                  <a:off x="10268928" y="2743344"/>
                  <a:ext cx="206640" cy="16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7">
              <p14:nvContentPartPr>
                <p14:cNvPr id="235" name="Ink 234">
                  <a:extLst>
                    <a:ext uri="{FF2B5EF4-FFF2-40B4-BE49-F238E27FC236}">
                      <a16:creationId xmlns:a16="http://schemas.microsoft.com/office/drawing/2014/main" id="{485339AE-A89D-F6C1-3C4B-F0D072E966E1}"/>
                    </a:ext>
                  </a:extLst>
                </p14:cNvPr>
                <p14:cNvContentPartPr/>
                <p14:nvPr/>
              </p14:nvContentPartPr>
              <p14:xfrm>
                <a:off x="10504368" y="2845224"/>
                <a:ext cx="74160" cy="9000"/>
              </p14:xfrm>
            </p:contentPart>
          </mc:Choice>
          <mc:Fallback xmlns="">
            <p:pic>
              <p:nvPicPr>
                <p:cNvPr id="235" name="Ink 234">
                  <a:extLst>
                    <a:ext uri="{FF2B5EF4-FFF2-40B4-BE49-F238E27FC236}">
                      <a16:creationId xmlns:a16="http://schemas.microsoft.com/office/drawing/2014/main" id="{485339AE-A89D-F6C1-3C4B-F0D072E966E1}"/>
                    </a:ext>
                  </a:extLst>
                </p:cNvPr>
                <p:cNvPicPr/>
                <p:nvPr/>
              </p:nvPicPr>
              <p:blipFill>
                <a:blip r:embed="rId258"/>
                <a:stretch>
                  <a:fillRect/>
                </a:stretch>
              </p:blipFill>
              <p:spPr>
                <a:xfrm>
                  <a:off x="10495728" y="2836224"/>
                  <a:ext cx="91800" cy="26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57" name="Group 256">
            <a:extLst>
              <a:ext uri="{FF2B5EF4-FFF2-40B4-BE49-F238E27FC236}">
                <a16:creationId xmlns:a16="http://schemas.microsoft.com/office/drawing/2014/main" id="{C3C3D538-4FC4-6611-37AB-9B844CF60F59}"/>
              </a:ext>
            </a:extLst>
          </p:cNvPr>
          <p:cNvGrpSpPr/>
          <p:nvPr/>
        </p:nvGrpSpPr>
        <p:grpSpPr>
          <a:xfrm>
            <a:off x="9031608" y="3009744"/>
            <a:ext cx="705240" cy="318600"/>
            <a:chOff x="9031608" y="3009744"/>
            <a:chExt cx="705240" cy="318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59">
              <p14:nvContentPartPr>
                <p14:cNvPr id="242" name="Ink 241">
                  <a:extLst>
                    <a:ext uri="{FF2B5EF4-FFF2-40B4-BE49-F238E27FC236}">
                      <a16:creationId xmlns:a16="http://schemas.microsoft.com/office/drawing/2014/main" id="{0A74B3F5-17D5-3C28-6000-7DCA6F6B5C83}"/>
                    </a:ext>
                  </a:extLst>
                </p14:cNvPr>
                <p14:cNvContentPartPr/>
                <p14:nvPr/>
              </p14:nvContentPartPr>
              <p14:xfrm>
                <a:off x="9051408" y="3009744"/>
                <a:ext cx="6480" cy="111960"/>
              </p14:xfrm>
            </p:contentPart>
          </mc:Choice>
          <mc:Fallback xmlns="">
            <p:pic>
              <p:nvPicPr>
                <p:cNvPr id="242" name="Ink 241">
                  <a:extLst>
                    <a:ext uri="{FF2B5EF4-FFF2-40B4-BE49-F238E27FC236}">
                      <a16:creationId xmlns:a16="http://schemas.microsoft.com/office/drawing/2014/main" id="{0A74B3F5-17D5-3C28-6000-7DCA6F6B5C83}"/>
                    </a:ext>
                  </a:extLst>
                </p:cNvPr>
                <p:cNvPicPr/>
                <p:nvPr/>
              </p:nvPicPr>
              <p:blipFill>
                <a:blip r:embed="rId260"/>
                <a:stretch>
                  <a:fillRect/>
                </a:stretch>
              </p:blipFill>
              <p:spPr>
                <a:xfrm>
                  <a:off x="9042408" y="3001104"/>
                  <a:ext cx="24120" cy="12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1">
              <p14:nvContentPartPr>
                <p14:cNvPr id="243" name="Ink 242">
                  <a:extLst>
                    <a:ext uri="{FF2B5EF4-FFF2-40B4-BE49-F238E27FC236}">
                      <a16:creationId xmlns:a16="http://schemas.microsoft.com/office/drawing/2014/main" id="{DB451C75-F1BE-213B-DE4E-84066D0168AF}"/>
                    </a:ext>
                  </a:extLst>
                </p14:cNvPr>
                <p14:cNvContentPartPr/>
                <p14:nvPr/>
              </p14:nvContentPartPr>
              <p14:xfrm>
                <a:off x="9031608" y="3177144"/>
                <a:ext cx="122040" cy="151200"/>
              </p14:xfrm>
            </p:contentPart>
          </mc:Choice>
          <mc:Fallback xmlns="">
            <p:pic>
              <p:nvPicPr>
                <p:cNvPr id="243" name="Ink 242">
                  <a:extLst>
                    <a:ext uri="{FF2B5EF4-FFF2-40B4-BE49-F238E27FC236}">
                      <a16:creationId xmlns:a16="http://schemas.microsoft.com/office/drawing/2014/main" id="{DB451C75-F1BE-213B-DE4E-84066D0168AF}"/>
                    </a:ext>
                  </a:extLst>
                </p:cNvPr>
                <p:cNvPicPr/>
                <p:nvPr/>
              </p:nvPicPr>
              <p:blipFill>
                <a:blip r:embed="rId262"/>
                <a:stretch>
                  <a:fillRect/>
                </a:stretch>
              </p:blipFill>
              <p:spPr>
                <a:xfrm>
                  <a:off x="9022968" y="3168504"/>
                  <a:ext cx="139680" cy="16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3">
              <p14:nvContentPartPr>
                <p14:cNvPr id="244" name="Ink 243">
                  <a:extLst>
                    <a:ext uri="{FF2B5EF4-FFF2-40B4-BE49-F238E27FC236}">
                      <a16:creationId xmlns:a16="http://schemas.microsoft.com/office/drawing/2014/main" id="{5C8FF6D1-E08F-88C6-5754-229E43668E83}"/>
                    </a:ext>
                  </a:extLst>
                </p14:cNvPr>
                <p14:cNvContentPartPr/>
                <p14:nvPr/>
              </p14:nvContentPartPr>
              <p14:xfrm>
                <a:off x="9216288" y="3127464"/>
                <a:ext cx="410040" cy="134640"/>
              </p14:xfrm>
            </p:contentPart>
          </mc:Choice>
          <mc:Fallback xmlns="">
            <p:pic>
              <p:nvPicPr>
                <p:cNvPr id="244" name="Ink 243">
                  <a:extLst>
                    <a:ext uri="{FF2B5EF4-FFF2-40B4-BE49-F238E27FC236}">
                      <a16:creationId xmlns:a16="http://schemas.microsoft.com/office/drawing/2014/main" id="{5C8FF6D1-E08F-88C6-5754-229E43668E83}"/>
                    </a:ext>
                  </a:extLst>
                </p:cNvPr>
                <p:cNvPicPr/>
                <p:nvPr/>
              </p:nvPicPr>
              <p:blipFill>
                <a:blip r:embed="rId264"/>
                <a:stretch>
                  <a:fillRect/>
                </a:stretch>
              </p:blipFill>
              <p:spPr>
                <a:xfrm>
                  <a:off x="9207648" y="3118824"/>
                  <a:ext cx="427680" cy="15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5">
              <p14:nvContentPartPr>
                <p14:cNvPr id="245" name="Ink 244">
                  <a:extLst>
                    <a:ext uri="{FF2B5EF4-FFF2-40B4-BE49-F238E27FC236}">
                      <a16:creationId xmlns:a16="http://schemas.microsoft.com/office/drawing/2014/main" id="{49F5CBE8-1069-F026-750A-C5C0C4D6F94C}"/>
                    </a:ext>
                  </a:extLst>
                </p14:cNvPr>
                <p14:cNvContentPartPr/>
                <p14:nvPr/>
              </p14:nvContentPartPr>
              <p14:xfrm>
                <a:off x="9696528" y="3208464"/>
                <a:ext cx="40320" cy="8280"/>
              </p14:xfrm>
            </p:contentPart>
          </mc:Choice>
          <mc:Fallback xmlns="">
            <p:pic>
              <p:nvPicPr>
                <p:cNvPr id="245" name="Ink 244">
                  <a:extLst>
                    <a:ext uri="{FF2B5EF4-FFF2-40B4-BE49-F238E27FC236}">
                      <a16:creationId xmlns:a16="http://schemas.microsoft.com/office/drawing/2014/main" id="{49F5CBE8-1069-F026-750A-C5C0C4D6F94C}"/>
                    </a:ext>
                  </a:extLst>
                </p:cNvPr>
                <p:cNvPicPr/>
                <p:nvPr/>
              </p:nvPicPr>
              <p:blipFill>
                <a:blip r:embed="rId266"/>
                <a:stretch>
                  <a:fillRect/>
                </a:stretch>
              </p:blipFill>
              <p:spPr>
                <a:xfrm>
                  <a:off x="9687888" y="3199464"/>
                  <a:ext cx="57960" cy="2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7">
              <p14:nvContentPartPr>
                <p14:cNvPr id="246" name="Ink 245">
                  <a:extLst>
                    <a:ext uri="{FF2B5EF4-FFF2-40B4-BE49-F238E27FC236}">
                      <a16:creationId xmlns:a16="http://schemas.microsoft.com/office/drawing/2014/main" id="{D19E5EBF-DD06-5CA1-F0A0-6804E7B45013}"/>
                    </a:ext>
                  </a:extLst>
                </p14:cNvPr>
                <p14:cNvContentPartPr/>
                <p14:nvPr/>
              </p14:nvContentPartPr>
              <p14:xfrm>
                <a:off x="9456768" y="3069144"/>
                <a:ext cx="44640" cy="19080"/>
              </p14:xfrm>
            </p:contentPart>
          </mc:Choice>
          <mc:Fallback xmlns="">
            <p:pic>
              <p:nvPicPr>
                <p:cNvPr id="246" name="Ink 245">
                  <a:extLst>
                    <a:ext uri="{FF2B5EF4-FFF2-40B4-BE49-F238E27FC236}">
                      <a16:creationId xmlns:a16="http://schemas.microsoft.com/office/drawing/2014/main" id="{D19E5EBF-DD06-5CA1-F0A0-6804E7B45013}"/>
                    </a:ext>
                  </a:extLst>
                </p:cNvPr>
                <p:cNvPicPr/>
                <p:nvPr/>
              </p:nvPicPr>
              <p:blipFill>
                <a:blip r:embed="rId268"/>
                <a:stretch>
                  <a:fillRect/>
                </a:stretch>
              </p:blipFill>
              <p:spPr>
                <a:xfrm>
                  <a:off x="9447768" y="3060144"/>
                  <a:ext cx="62280" cy="36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56" name="Group 255">
            <a:extLst>
              <a:ext uri="{FF2B5EF4-FFF2-40B4-BE49-F238E27FC236}">
                <a16:creationId xmlns:a16="http://schemas.microsoft.com/office/drawing/2014/main" id="{58ABF892-31C5-5066-F970-2773CEF770E9}"/>
              </a:ext>
            </a:extLst>
          </p:cNvPr>
          <p:cNvGrpSpPr/>
          <p:nvPr/>
        </p:nvGrpSpPr>
        <p:grpSpPr>
          <a:xfrm>
            <a:off x="10259208" y="2980944"/>
            <a:ext cx="243000" cy="380160"/>
            <a:chOff x="10259208" y="2980944"/>
            <a:chExt cx="243000" cy="380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69">
              <p14:nvContentPartPr>
                <p14:cNvPr id="247" name="Ink 246">
                  <a:extLst>
                    <a:ext uri="{FF2B5EF4-FFF2-40B4-BE49-F238E27FC236}">
                      <a16:creationId xmlns:a16="http://schemas.microsoft.com/office/drawing/2014/main" id="{43A3C1E1-9565-FAFC-5555-7F75E88C2D7C}"/>
                    </a:ext>
                  </a:extLst>
                </p14:cNvPr>
                <p14:cNvContentPartPr/>
                <p14:nvPr/>
              </p14:nvContentPartPr>
              <p14:xfrm>
                <a:off x="10308168" y="2980944"/>
                <a:ext cx="11160" cy="176760"/>
              </p14:xfrm>
            </p:contentPart>
          </mc:Choice>
          <mc:Fallback xmlns="">
            <p:pic>
              <p:nvPicPr>
                <p:cNvPr id="247" name="Ink 246">
                  <a:extLst>
                    <a:ext uri="{FF2B5EF4-FFF2-40B4-BE49-F238E27FC236}">
                      <a16:creationId xmlns:a16="http://schemas.microsoft.com/office/drawing/2014/main" id="{43A3C1E1-9565-FAFC-5555-7F75E88C2D7C}"/>
                    </a:ext>
                  </a:extLst>
                </p:cNvPr>
                <p:cNvPicPr/>
                <p:nvPr/>
              </p:nvPicPr>
              <p:blipFill>
                <a:blip r:embed="rId270"/>
                <a:stretch>
                  <a:fillRect/>
                </a:stretch>
              </p:blipFill>
              <p:spPr>
                <a:xfrm>
                  <a:off x="10299528" y="2971944"/>
                  <a:ext cx="28800" cy="19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1">
              <p14:nvContentPartPr>
                <p14:cNvPr id="248" name="Ink 247">
                  <a:extLst>
                    <a:ext uri="{FF2B5EF4-FFF2-40B4-BE49-F238E27FC236}">
                      <a16:creationId xmlns:a16="http://schemas.microsoft.com/office/drawing/2014/main" id="{2C86F798-90B0-E43A-04F4-4AD921DB4FC6}"/>
                    </a:ext>
                  </a:extLst>
                </p14:cNvPr>
                <p14:cNvContentPartPr/>
                <p14:nvPr/>
              </p14:nvContentPartPr>
              <p14:xfrm>
                <a:off x="10263888" y="3252024"/>
                <a:ext cx="12240" cy="109080"/>
              </p14:xfrm>
            </p:contentPart>
          </mc:Choice>
          <mc:Fallback xmlns="">
            <p:pic>
              <p:nvPicPr>
                <p:cNvPr id="248" name="Ink 247">
                  <a:extLst>
                    <a:ext uri="{FF2B5EF4-FFF2-40B4-BE49-F238E27FC236}">
                      <a16:creationId xmlns:a16="http://schemas.microsoft.com/office/drawing/2014/main" id="{2C86F798-90B0-E43A-04F4-4AD921DB4FC6}"/>
                    </a:ext>
                  </a:extLst>
                </p:cNvPr>
                <p:cNvPicPr/>
                <p:nvPr/>
              </p:nvPicPr>
              <p:blipFill>
                <a:blip r:embed="rId272"/>
                <a:stretch>
                  <a:fillRect/>
                </a:stretch>
              </p:blipFill>
              <p:spPr>
                <a:xfrm>
                  <a:off x="10255248" y="3243024"/>
                  <a:ext cx="29880" cy="12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3">
              <p14:nvContentPartPr>
                <p14:cNvPr id="249" name="Ink 248">
                  <a:extLst>
                    <a:ext uri="{FF2B5EF4-FFF2-40B4-BE49-F238E27FC236}">
                      <a16:creationId xmlns:a16="http://schemas.microsoft.com/office/drawing/2014/main" id="{F206BB59-18BD-91E4-B429-0645D55438CC}"/>
                    </a:ext>
                  </a:extLst>
                </p14:cNvPr>
                <p14:cNvContentPartPr/>
                <p14:nvPr/>
              </p14:nvContentPartPr>
              <p14:xfrm>
                <a:off x="10259208" y="3181104"/>
                <a:ext cx="243000" cy="150840"/>
              </p14:xfrm>
            </p:contentPart>
          </mc:Choice>
          <mc:Fallback xmlns="">
            <p:pic>
              <p:nvPicPr>
                <p:cNvPr id="249" name="Ink 248">
                  <a:extLst>
                    <a:ext uri="{FF2B5EF4-FFF2-40B4-BE49-F238E27FC236}">
                      <a16:creationId xmlns:a16="http://schemas.microsoft.com/office/drawing/2014/main" id="{F206BB59-18BD-91E4-B429-0645D55438CC}"/>
                    </a:ext>
                  </a:extLst>
                </p:cNvPr>
                <p:cNvPicPr/>
                <p:nvPr/>
              </p:nvPicPr>
              <p:blipFill>
                <a:blip r:embed="rId274"/>
                <a:stretch>
                  <a:fillRect/>
                </a:stretch>
              </p:blipFill>
              <p:spPr>
                <a:xfrm>
                  <a:off x="10250208" y="3172104"/>
                  <a:ext cx="260640" cy="1684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75">
            <p14:nvContentPartPr>
              <p14:cNvPr id="250" name="Ink 249">
                <a:extLst>
                  <a:ext uri="{FF2B5EF4-FFF2-40B4-BE49-F238E27FC236}">
                    <a16:creationId xmlns:a16="http://schemas.microsoft.com/office/drawing/2014/main" id="{D659573F-F20E-74BE-D929-9004A6332C86}"/>
                  </a:ext>
                </a:extLst>
              </p14:cNvPr>
              <p14:cNvContentPartPr/>
              <p14:nvPr/>
            </p14:nvContentPartPr>
            <p14:xfrm>
              <a:off x="11286288" y="3009744"/>
              <a:ext cx="29520" cy="176040"/>
            </p14:xfrm>
          </p:contentPart>
        </mc:Choice>
        <mc:Fallback xmlns="">
          <p:pic>
            <p:nvPicPr>
              <p:cNvPr id="250" name="Ink 249">
                <a:extLst>
                  <a:ext uri="{FF2B5EF4-FFF2-40B4-BE49-F238E27FC236}">
                    <a16:creationId xmlns:a16="http://schemas.microsoft.com/office/drawing/2014/main" id="{D659573F-F20E-74BE-D929-9004A6332C86}"/>
                  </a:ext>
                </a:extLst>
              </p:cNvPr>
              <p:cNvPicPr/>
              <p:nvPr/>
            </p:nvPicPr>
            <p:blipFill>
              <a:blip r:embed="rId276"/>
              <a:stretch>
                <a:fillRect/>
              </a:stretch>
            </p:blipFill>
            <p:spPr>
              <a:xfrm>
                <a:off x="11277288" y="3001104"/>
                <a:ext cx="47160" cy="193680"/>
              </a:xfrm>
              <a:prstGeom prst="rect">
                <a:avLst/>
              </a:prstGeom>
            </p:spPr>
          </p:pic>
        </mc:Fallback>
      </mc:AlternateContent>
      <p:grpSp>
        <p:nvGrpSpPr>
          <p:cNvPr id="255" name="Group 254">
            <a:extLst>
              <a:ext uri="{FF2B5EF4-FFF2-40B4-BE49-F238E27FC236}">
                <a16:creationId xmlns:a16="http://schemas.microsoft.com/office/drawing/2014/main" id="{DB4C0E10-C7B1-3A5A-8630-B8B78F007FC5}"/>
              </a:ext>
            </a:extLst>
          </p:cNvPr>
          <p:cNvGrpSpPr/>
          <p:nvPr/>
        </p:nvGrpSpPr>
        <p:grpSpPr>
          <a:xfrm>
            <a:off x="11220048" y="3268584"/>
            <a:ext cx="482040" cy="81000"/>
            <a:chOff x="11220048" y="3268584"/>
            <a:chExt cx="482040" cy="81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77">
              <p14:nvContentPartPr>
                <p14:cNvPr id="251" name="Ink 250">
                  <a:extLst>
                    <a:ext uri="{FF2B5EF4-FFF2-40B4-BE49-F238E27FC236}">
                      <a16:creationId xmlns:a16="http://schemas.microsoft.com/office/drawing/2014/main" id="{00ECDEBB-6313-942A-C8C2-8FD36314F5D1}"/>
                    </a:ext>
                  </a:extLst>
                </p14:cNvPr>
                <p14:cNvContentPartPr/>
                <p14:nvPr/>
              </p14:nvContentPartPr>
              <p14:xfrm>
                <a:off x="11220048" y="3269304"/>
                <a:ext cx="85320" cy="76320"/>
              </p14:xfrm>
            </p:contentPart>
          </mc:Choice>
          <mc:Fallback xmlns="">
            <p:pic>
              <p:nvPicPr>
                <p:cNvPr id="251" name="Ink 250">
                  <a:extLst>
                    <a:ext uri="{FF2B5EF4-FFF2-40B4-BE49-F238E27FC236}">
                      <a16:creationId xmlns:a16="http://schemas.microsoft.com/office/drawing/2014/main" id="{00ECDEBB-6313-942A-C8C2-8FD36314F5D1}"/>
                    </a:ext>
                  </a:extLst>
                </p:cNvPr>
                <p:cNvPicPr/>
                <p:nvPr/>
              </p:nvPicPr>
              <p:blipFill>
                <a:blip r:embed="rId278"/>
                <a:stretch>
                  <a:fillRect/>
                </a:stretch>
              </p:blipFill>
              <p:spPr>
                <a:xfrm>
                  <a:off x="11211048" y="3260664"/>
                  <a:ext cx="102960" cy="9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9">
              <p14:nvContentPartPr>
                <p14:cNvPr id="252" name="Ink 251">
                  <a:extLst>
                    <a:ext uri="{FF2B5EF4-FFF2-40B4-BE49-F238E27FC236}">
                      <a16:creationId xmlns:a16="http://schemas.microsoft.com/office/drawing/2014/main" id="{60F729F5-7D91-E2E6-FECE-989544C7789D}"/>
                    </a:ext>
                  </a:extLst>
                </p14:cNvPr>
                <p14:cNvContentPartPr/>
                <p14:nvPr/>
              </p14:nvContentPartPr>
              <p14:xfrm>
                <a:off x="11391048" y="3299904"/>
                <a:ext cx="38520" cy="42120"/>
              </p14:xfrm>
            </p:contentPart>
          </mc:Choice>
          <mc:Fallback xmlns="">
            <p:pic>
              <p:nvPicPr>
                <p:cNvPr id="252" name="Ink 251">
                  <a:extLst>
                    <a:ext uri="{FF2B5EF4-FFF2-40B4-BE49-F238E27FC236}">
                      <a16:creationId xmlns:a16="http://schemas.microsoft.com/office/drawing/2014/main" id="{60F729F5-7D91-E2E6-FECE-989544C7789D}"/>
                    </a:ext>
                  </a:extLst>
                </p:cNvPr>
                <p:cNvPicPr/>
                <p:nvPr/>
              </p:nvPicPr>
              <p:blipFill>
                <a:blip r:embed="rId280"/>
                <a:stretch>
                  <a:fillRect/>
                </a:stretch>
              </p:blipFill>
              <p:spPr>
                <a:xfrm>
                  <a:off x="11382048" y="3290904"/>
                  <a:ext cx="56160" cy="5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1">
              <p14:nvContentPartPr>
                <p14:cNvPr id="253" name="Ink 252">
                  <a:extLst>
                    <a:ext uri="{FF2B5EF4-FFF2-40B4-BE49-F238E27FC236}">
                      <a16:creationId xmlns:a16="http://schemas.microsoft.com/office/drawing/2014/main" id="{F07F013D-2B14-AAFB-6962-0FAE1E0A177A}"/>
                    </a:ext>
                  </a:extLst>
                </p14:cNvPr>
                <p14:cNvContentPartPr/>
                <p14:nvPr/>
              </p14:nvContentPartPr>
              <p14:xfrm>
                <a:off x="11483208" y="3298464"/>
                <a:ext cx="54360" cy="51120"/>
              </p14:xfrm>
            </p:contentPart>
          </mc:Choice>
          <mc:Fallback xmlns="">
            <p:pic>
              <p:nvPicPr>
                <p:cNvPr id="253" name="Ink 252">
                  <a:extLst>
                    <a:ext uri="{FF2B5EF4-FFF2-40B4-BE49-F238E27FC236}">
                      <a16:creationId xmlns:a16="http://schemas.microsoft.com/office/drawing/2014/main" id="{F07F013D-2B14-AAFB-6962-0FAE1E0A177A}"/>
                    </a:ext>
                  </a:extLst>
                </p:cNvPr>
                <p:cNvPicPr/>
                <p:nvPr/>
              </p:nvPicPr>
              <p:blipFill>
                <a:blip r:embed="rId282"/>
                <a:stretch>
                  <a:fillRect/>
                </a:stretch>
              </p:blipFill>
              <p:spPr>
                <a:xfrm>
                  <a:off x="11474208" y="3289824"/>
                  <a:ext cx="72000" cy="6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3">
              <p14:nvContentPartPr>
                <p14:cNvPr id="254" name="Ink 253">
                  <a:extLst>
                    <a:ext uri="{FF2B5EF4-FFF2-40B4-BE49-F238E27FC236}">
                      <a16:creationId xmlns:a16="http://schemas.microsoft.com/office/drawing/2014/main" id="{1ED84958-B9B6-ED17-5982-3EB7C1666D41}"/>
                    </a:ext>
                  </a:extLst>
                </p14:cNvPr>
                <p14:cNvContentPartPr/>
                <p14:nvPr/>
              </p14:nvContentPartPr>
              <p14:xfrm>
                <a:off x="11620728" y="3268584"/>
                <a:ext cx="81360" cy="74520"/>
              </p14:xfrm>
            </p:contentPart>
          </mc:Choice>
          <mc:Fallback xmlns="">
            <p:pic>
              <p:nvPicPr>
                <p:cNvPr id="254" name="Ink 253">
                  <a:extLst>
                    <a:ext uri="{FF2B5EF4-FFF2-40B4-BE49-F238E27FC236}">
                      <a16:creationId xmlns:a16="http://schemas.microsoft.com/office/drawing/2014/main" id="{1ED84958-B9B6-ED17-5982-3EB7C1666D41}"/>
                    </a:ext>
                  </a:extLst>
                </p:cNvPr>
                <p:cNvPicPr/>
                <p:nvPr/>
              </p:nvPicPr>
              <p:blipFill>
                <a:blip r:embed="rId284"/>
                <a:stretch>
                  <a:fillRect/>
                </a:stretch>
              </p:blipFill>
              <p:spPr>
                <a:xfrm>
                  <a:off x="11612088" y="3259944"/>
                  <a:ext cx="99000" cy="92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61" name="Group 260">
            <a:extLst>
              <a:ext uri="{FF2B5EF4-FFF2-40B4-BE49-F238E27FC236}">
                <a16:creationId xmlns:a16="http://schemas.microsoft.com/office/drawing/2014/main" id="{157B661B-B588-917D-70C2-2D7473CF1B76}"/>
              </a:ext>
            </a:extLst>
          </p:cNvPr>
          <p:cNvGrpSpPr/>
          <p:nvPr/>
        </p:nvGrpSpPr>
        <p:grpSpPr>
          <a:xfrm>
            <a:off x="8746848" y="2422224"/>
            <a:ext cx="505440" cy="474120"/>
            <a:chOff x="8746848" y="2422224"/>
            <a:chExt cx="505440" cy="474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85">
              <p14:nvContentPartPr>
                <p14:cNvPr id="230" name="Ink 229">
                  <a:extLst>
                    <a:ext uri="{FF2B5EF4-FFF2-40B4-BE49-F238E27FC236}">
                      <a16:creationId xmlns:a16="http://schemas.microsoft.com/office/drawing/2014/main" id="{42F6DF0D-0292-6FDD-4FDD-899740B32DB4}"/>
                    </a:ext>
                  </a:extLst>
                </p14:cNvPr>
                <p14:cNvContentPartPr/>
                <p14:nvPr/>
              </p14:nvContentPartPr>
              <p14:xfrm>
                <a:off x="8746848" y="2816424"/>
                <a:ext cx="145440" cy="79920"/>
              </p14:xfrm>
            </p:contentPart>
          </mc:Choice>
          <mc:Fallback xmlns="">
            <p:pic>
              <p:nvPicPr>
                <p:cNvPr id="230" name="Ink 229">
                  <a:extLst>
                    <a:ext uri="{FF2B5EF4-FFF2-40B4-BE49-F238E27FC236}">
                      <a16:creationId xmlns:a16="http://schemas.microsoft.com/office/drawing/2014/main" id="{42F6DF0D-0292-6FDD-4FDD-899740B32DB4}"/>
                    </a:ext>
                  </a:extLst>
                </p:cNvPr>
                <p:cNvPicPr/>
                <p:nvPr/>
              </p:nvPicPr>
              <p:blipFill>
                <a:blip r:embed="rId286"/>
                <a:stretch>
                  <a:fillRect/>
                </a:stretch>
              </p:blipFill>
              <p:spPr>
                <a:xfrm>
                  <a:off x="8738208" y="2807424"/>
                  <a:ext cx="163080" cy="9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7">
              <p14:nvContentPartPr>
                <p14:cNvPr id="231" name="Ink 230">
                  <a:extLst>
                    <a:ext uri="{FF2B5EF4-FFF2-40B4-BE49-F238E27FC236}">
                      <a16:creationId xmlns:a16="http://schemas.microsoft.com/office/drawing/2014/main" id="{F082A757-7745-9EC4-7EC9-B1D67DF95AC6}"/>
                    </a:ext>
                  </a:extLst>
                </p14:cNvPr>
                <p14:cNvContentPartPr/>
                <p14:nvPr/>
              </p14:nvContentPartPr>
              <p14:xfrm>
                <a:off x="8979048" y="2756304"/>
                <a:ext cx="273240" cy="125280"/>
              </p14:xfrm>
            </p:contentPart>
          </mc:Choice>
          <mc:Fallback xmlns="">
            <p:pic>
              <p:nvPicPr>
                <p:cNvPr id="231" name="Ink 230">
                  <a:extLst>
                    <a:ext uri="{FF2B5EF4-FFF2-40B4-BE49-F238E27FC236}">
                      <a16:creationId xmlns:a16="http://schemas.microsoft.com/office/drawing/2014/main" id="{F082A757-7745-9EC4-7EC9-B1D67DF95AC6}"/>
                    </a:ext>
                  </a:extLst>
                </p:cNvPr>
                <p:cNvPicPr/>
                <p:nvPr/>
              </p:nvPicPr>
              <p:blipFill>
                <a:blip r:embed="rId288"/>
                <a:stretch>
                  <a:fillRect/>
                </a:stretch>
              </p:blipFill>
              <p:spPr>
                <a:xfrm>
                  <a:off x="8970408" y="2747304"/>
                  <a:ext cx="290880" cy="14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9">
              <p14:nvContentPartPr>
                <p14:cNvPr id="258" name="Ink 257">
                  <a:extLst>
                    <a:ext uri="{FF2B5EF4-FFF2-40B4-BE49-F238E27FC236}">
                      <a16:creationId xmlns:a16="http://schemas.microsoft.com/office/drawing/2014/main" id="{064F6F18-ADF5-B4EA-8A15-4843BA654274}"/>
                    </a:ext>
                  </a:extLst>
                </p14:cNvPr>
                <p14:cNvContentPartPr/>
                <p14:nvPr/>
              </p14:nvContentPartPr>
              <p14:xfrm>
                <a:off x="8955648" y="2631384"/>
                <a:ext cx="9360" cy="134280"/>
              </p14:xfrm>
            </p:contentPart>
          </mc:Choice>
          <mc:Fallback xmlns="">
            <p:pic>
              <p:nvPicPr>
                <p:cNvPr id="258" name="Ink 257">
                  <a:extLst>
                    <a:ext uri="{FF2B5EF4-FFF2-40B4-BE49-F238E27FC236}">
                      <a16:creationId xmlns:a16="http://schemas.microsoft.com/office/drawing/2014/main" id="{064F6F18-ADF5-B4EA-8A15-4843BA654274}"/>
                    </a:ext>
                  </a:extLst>
                </p:cNvPr>
                <p:cNvPicPr/>
                <p:nvPr/>
              </p:nvPicPr>
              <p:blipFill>
                <a:blip r:embed="rId290"/>
                <a:stretch>
                  <a:fillRect/>
                </a:stretch>
              </p:blipFill>
              <p:spPr>
                <a:xfrm>
                  <a:off x="8946648" y="2622744"/>
                  <a:ext cx="27000" cy="15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1">
              <p14:nvContentPartPr>
                <p14:cNvPr id="259" name="Ink 258">
                  <a:extLst>
                    <a:ext uri="{FF2B5EF4-FFF2-40B4-BE49-F238E27FC236}">
                      <a16:creationId xmlns:a16="http://schemas.microsoft.com/office/drawing/2014/main" id="{22FF2302-FE37-3544-1A34-A2E6F32126F2}"/>
                    </a:ext>
                  </a:extLst>
                </p14:cNvPr>
                <p14:cNvContentPartPr/>
                <p14:nvPr/>
              </p14:nvContentPartPr>
              <p14:xfrm>
                <a:off x="8856288" y="2440224"/>
                <a:ext cx="151560" cy="107280"/>
              </p14:xfrm>
            </p:contentPart>
          </mc:Choice>
          <mc:Fallback xmlns="">
            <p:pic>
              <p:nvPicPr>
                <p:cNvPr id="259" name="Ink 258">
                  <a:extLst>
                    <a:ext uri="{FF2B5EF4-FFF2-40B4-BE49-F238E27FC236}">
                      <a16:creationId xmlns:a16="http://schemas.microsoft.com/office/drawing/2014/main" id="{22FF2302-FE37-3544-1A34-A2E6F32126F2}"/>
                    </a:ext>
                  </a:extLst>
                </p:cNvPr>
                <p:cNvPicPr/>
                <p:nvPr/>
              </p:nvPicPr>
              <p:blipFill>
                <a:blip r:embed="rId292"/>
                <a:stretch>
                  <a:fillRect/>
                </a:stretch>
              </p:blipFill>
              <p:spPr>
                <a:xfrm>
                  <a:off x="8847288" y="2431224"/>
                  <a:ext cx="169200" cy="12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3">
              <p14:nvContentPartPr>
                <p14:cNvPr id="260" name="Ink 259">
                  <a:extLst>
                    <a:ext uri="{FF2B5EF4-FFF2-40B4-BE49-F238E27FC236}">
                      <a16:creationId xmlns:a16="http://schemas.microsoft.com/office/drawing/2014/main" id="{23773EF3-7658-EC75-78A2-4A4709138554}"/>
                    </a:ext>
                  </a:extLst>
                </p14:cNvPr>
                <p14:cNvContentPartPr/>
                <p14:nvPr/>
              </p14:nvContentPartPr>
              <p14:xfrm>
                <a:off x="9078768" y="2422224"/>
                <a:ext cx="120960" cy="144720"/>
              </p14:xfrm>
            </p:contentPart>
          </mc:Choice>
          <mc:Fallback xmlns="">
            <p:pic>
              <p:nvPicPr>
                <p:cNvPr id="260" name="Ink 259">
                  <a:extLst>
                    <a:ext uri="{FF2B5EF4-FFF2-40B4-BE49-F238E27FC236}">
                      <a16:creationId xmlns:a16="http://schemas.microsoft.com/office/drawing/2014/main" id="{23773EF3-7658-EC75-78A2-4A4709138554}"/>
                    </a:ext>
                  </a:extLst>
                </p:cNvPr>
                <p:cNvPicPr/>
                <p:nvPr/>
              </p:nvPicPr>
              <p:blipFill>
                <a:blip r:embed="rId294"/>
                <a:stretch>
                  <a:fillRect/>
                </a:stretch>
              </p:blipFill>
              <p:spPr>
                <a:xfrm>
                  <a:off x="9069768" y="2413224"/>
                  <a:ext cx="138600" cy="162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69" name="Group 268">
            <a:extLst>
              <a:ext uri="{FF2B5EF4-FFF2-40B4-BE49-F238E27FC236}">
                <a16:creationId xmlns:a16="http://schemas.microsoft.com/office/drawing/2014/main" id="{591F4BC4-89E7-E8D8-3EBD-81FC50AD2BAB}"/>
              </a:ext>
            </a:extLst>
          </p:cNvPr>
          <p:cNvGrpSpPr/>
          <p:nvPr/>
        </p:nvGrpSpPr>
        <p:grpSpPr>
          <a:xfrm>
            <a:off x="10986048" y="2270304"/>
            <a:ext cx="1232640" cy="617760"/>
            <a:chOff x="10986048" y="2270304"/>
            <a:chExt cx="1232640" cy="617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95">
              <p14:nvContentPartPr>
                <p14:cNvPr id="236" name="Ink 235">
                  <a:extLst>
                    <a:ext uri="{FF2B5EF4-FFF2-40B4-BE49-F238E27FC236}">
                      <a16:creationId xmlns:a16="http://schemas.microsoft.com/office/drawing/2014/main" id="{A60B6722-AFB6-21C1-362F-97ED80D231DC}"/>
                    </a:ext>
                  </a:extLst>
                </p14:cNvPr>
                <p14:cNvContentPartPr/>
                <p14:nvPr/>
              </p14:nvContentPartPr>
              <p14:xfrm>
                <a:off x="10986048" y="2757024"/>
                <a:ext cx="144360" cy="131040"/>
              </p14:xfrm>
            </p:contentPart>
          </mc:Choice>
          <mc:Fallback xmlns="">
            <p:pic>
              <p:nvPicPr>
                <p:cNvPr id="236" name="Ink 235">
                  <a:extLst>
                    <a:ext uri="{FF2B5EF4-FFF2-40B4-BE49-F238E27FC236}">
                      <a16:creationId xmlns:a16="http://schemas.microsoft.com/office/drawing/2014/main" id="{A60B6722-AFB6-21C1-362F-97ED80D231DC}"/>
                    </a:ext>
                  </a:extLst>
                </p:cNvPr>
                <p:cNvPicPr/>
                <p:nvPr/>
              </p:nvPicPr>
              <p:blipFill>
                <a:blip r:embed="rId296"/>
                <a:stretch>
                  <a:fillRect/>
                </a:stretch>
              </p:blipFill>
              <p:spPr>
                <a:xfrm>
                  <a:off x="10977048" y="2748024"/>
                  <a:ext cx="162000" cy="14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7">
              <p14:nvContentPartPr>
                <p14:cNvPr id="237" name="Ink 236">
                  <a:extLst>
                    <a:ext uri="{FF2B5EF4-FFF2-40B4-BE49-F238E27FC236}">
                      <a16:creationId xmlns:a16="http://schemas.microsoft.com/office/drawing/2014/main" id="{153763F0-B3A8-D847-585F-78B4729339DB}"/>
                    </a:ext>
                  </a:extLst>
                </p14:cNvPr>
                <p14:cNvContentPartPr/>
                <p14:nvPr/>
              </p14:nvContentPartPr>
              <p14:xfrm>
                <a:off x="11240568" y="2783664"/>
                <a:ext cx="60840" cy="77040"/>
              </p14:xfrm>
            </p:contentPart>
          </mc:Choice>
          <mc:Fallback xmlns="">
            <p:pic>
              <p:nvPicPr>
                <p:cNvPr id="237" name="Ink 236">
                  <a:extLst>
                    <a:ext uri="{FF2B5EF4-FFF2-40B4-BE49-F238E27FC236}">
                      <a16:creationId xmlns:a16="http://schemas.microsoft.com/office/drawing/2014/main" id="{153763F0-B3A8-D847-585F-78B4729339DB}"/>
                    </a:ext>
                  </a:extLst>
                </p:cNvPr>
                <p:cNvPicPr/>
                <p:nvPr/>
              </p:nvPicPr>
              <p:blipFill>
                <a:blip r:embed="rId298"/>
                <a:stretch>
                  <a:fillRect/>
                </a:stretch>
              </p:blipFill>
              <p:spPr>
                <a:xfrm>
                  <a:off x="11231928" y="2774664"/>
                  <a:ext cx="78480" cy="9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9">
              <p14:nvContentPartPr>
                <p14:cNvPr id="238" name="Ink 237">
                  <a:extLst>
                    <a:ext uri="{FF2B5EF4-FFF2-40B4-BE49-F238E27FC236}">
                      <a16:creationId xmlns:a16="http://schemas.microsoft.com/office/drawing/2014/main" id="{66C698FC-C1CB-5F07-F53F-C3831C2EDEFF}"/>
                    </a:ext>
                  </a:extLst>
                </p14:cNvPr>
                <p14:cNvContentPartPr/>
                <p14:nvPr/>
              </p14:nvContentPartPr>
              <p14:xfrm>
                <a:off x="11388168" y="2796624"/>
                <a:ext cx="58320" cy="53640"/>
              </p14:xfrm>
            </p:contentPart>
          </mc:Choice>
          <mc:Fallback xmlns="">
            <p:pic>
              <p:nvPicPr>
                <p:cNvPr id="238" name="Ink 237">
                  <a:extLst>
                    <a:ext uri="{FF2B5EF4-FFF2-40B4-BE49-F238E27FC236}">
                      <a16:creationId xmlns:a16="http://schemas.microsoft.com/office/drawing/2014/main" id="{66C698FC-C1CB-5F07-F53F-C3831C2EDEFF}"/>
                    </a:ext>
                  </a:extLst>
                </p:cNvPr>
                <p:cNvPicPr/>
                <p:nvPr/>
              </p:nvPicPr>
              <p:blipFill>
                <a:blip r:embed="rId300"/>
                <a:stretch>
                  <a:fillRect/>
                </a:stretch>
              </p:blipFill>
              <p:spPr>
                <a:xfrm>
                  <a:off x="11379528" y="2787984"/>
                  <a:ext cx="75960" cy="7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1">
              <p14:nvContentPartPr>
                <p14:cNvPr id="239" name="Ink 238">
                  <a:extLst>
                    <a:ext uri="{FF2B5EF4-FFF2-40B4-BE49-F238E27FC236}">
                      <a16:creationId xmlns:a16="http://schemas.microsoft.com/office/drawing/2014/main" id="{19059E74-652D-5A76-8283-B1DDB927F08B}"/>
                    </a:ext>
                  </a:extLst>
                </p14:cNvPr>
                <p14:cNvContentPartPr/>
                <p14:nvPr/>
              </p14:nvContentPartPr>
              <p14:xfrm>
                <a:off x="11514888" y="2748384"/>
                <a:ext cx="169560" cy="103320"/>
              </p14:xfrm>
            </p:contentPart>
          </mc:Choice>
          <mc:Fallback xmlns="">
            <p:pic>
              <p:nvPicPr>
                <p:cNvPr id="239" name="Ink 238">
                  <a:extLst>
                    <a:ext uri="{FF2B5EF4-FFF2-40B4-BE49-F238E27FC236}">
                      <a16:creationId xmlns:a16="http://schemas.microsoft.com/office/drawing/2014/main" id="{19059E74-652D-5A76-8283-B1DDB927F08B}"/>
                    </a:ext>
                  </a:extLst>
                </p:cNvPr>
                <p:cNvPicPr/>
                <p:nvPr/>
              </p:nvPicPr>
              <p:blipFill>
                <a:blip r:embed="rId302"/>
                <a:stretch>
                  <a:fillRect/>
                </a:stretch>
              </p:blipFill>
              <p:spPr>
                <a:xfrm>
                  <a:off x="11506248" y="2739384"/>
                  <a:ext cx="187200" cy="12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3">
              <p14:nvContentPartPr>
                <p14:cNvPr id="262" name="Ink 261">
                  <a:extLst>
                    <a:ext uri="{FF2B5EF4-FFF2-40B4-BE49-F238E27FC236}">
                      <a16:creationId xmlns:a16="http://schemas.microsoft.com/office/drawing/2014/main" id="{8AEE223E-669D-D930-5DB4-7480ECFC5839}"/>
                    </a:ext>
                  </a:extLst>
                </p14:cNvPr>
                <p14:cNvContentPartPr/>
                <p14:nvPr/>
              </p14:nvContentPartPr>
              <p14:xfrm>
                <a:off x="11338848" y="2539224"/>
                <a:ext cx="10080" cy="203760"/>
              </p14:xfrm>
            </p:contentPart>
          </mc:Choice>
          <mc:Fallback xmlns="">
            <p:pic>
              <p:nvPicPr>
                <p:cNvPr id="262" name="Ink 261">
                  <a:extLst>
                    <a:ext uri="{FF2B5EF4-FFF2-40B4-BE49-F238E27FC236}">
                      <a16:creationId xmlns:a16="http://schemas.microsoft.com/office/drawing/2014/main" id="{8AEE223E-669D-D930-5DB4-7480ECFC5839}"/>
                    </a:ext>
                  </a:extLst>
                </p:cNvPr>
                <p:cNvPicPr/>
                <p:nvPr/>
              </p:nvPicPr>
              <p:blipFill>
                <a:blip r:embed="rId304"/>
                <a:stretch>
                  <a:fillRect/>
                </a:stretch>
              </p:blipFill>
              <p:spPr>
                <a:xfrm>
                  <a:off x="11330208" y="2530224"/>
                  <a:ext cx="27720" cy="22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5">
              <p14:nvContentPartPr>
                <p14:cNvPr id="264" name="Ink 263">
                  <a:extLst>
                    <a:ext uri="{FF2B5EF4-FFF2-40B4-BE49-F238E27FC236}">
                      <a16:creationId xmlns:a16="http://schemas.microsoft.com/office/drawing/2014/main" id="{44DA3465-DBF7-B5CC-C455-746B4C076194}"/>
                    </a:ext>
                  </a:extLst>
                </p14:cNvPr>
                <p14:cNvContentPartPr/>
                <p14:nvPr/>
              </p14:nvContentPartPr>
              <p14:xfrm>
                <a:off x="11240568" y="2336904"/>
                <a:ext cx="250560" cy="152280"/>
              </p14:xfrm>
            </p:contentPart>
          </mc:Choice>
          <mc:Fallback xmlns="">
            <p:pic>
              <p:nvPicPr>
                <p:cNvPr id="264" name="Ink 263">
                  <a:extLst>
                    <a:ext uri="{FF2B5EF4-FFF2-40B4-BE49-F238E27FC236}">
                      <a16:creationId xmlns:a16="http://schemas.microsoft.com/office/drawing/2014/main" id="{44DA3465-DBF7-B5CC-C455-746B4C076194}"/>
                    </a:ext>
                  </a:extLst>
                </p:cNvPr>
                <p:cNvPicPr/>
                <p:nvPr/>
              </p:nvPicPr>
              <p:blipFill>
                <a:blip r:embed="rId306"/>
                <a:stretch>
                  <a:fillRect/>
                </a:stretch>
              </p:blipFill>
              <p:spPr>
                <a:xfrm>
                  <a:off x="11231568" y="2327904"/>
                  <a:ext cx="268200" cy="16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7">
              <p14:nvContentPartPr>
                <p14:cNvPr id="265" name="Ink 264">
                  <a:extLst>
                    <a:ext uri="{FF2B5EF4-FFF2-40B4-BE49-F238E27FC236}">
                      <a16:creationId xmlns:a16="http://schemas.microsoft.com/office/drawing/2014/main" id="{CC913B79-8AE7-D0B1-0A45-9A2F267E193B}"/>
                    </a:ext>
                  </a:extLst>
                </p14:cNvPr>
                <p14:cNvContentPartPr/>
                <p14:nvPr/>
              </p14:nvContentPartPr>
              <p14:xfrm>
                <a:off x="11566728" y="2390544"/>
                <a:ext cx="55440" cy="62280"/>
              </p14:xfrm>
            </p:contentPart>
          </mc:Choice>
          <mc:Fallback xmlns="">
            <p:pic>
              <p:nvPicPr>
                <p:cNvPr id="265" name="Ink 264">
                  <a:extLst>
                    <a:ext uri="{FF2B5EF4-FFF2-40B4-BE49-F238E27FC236}">
                      <a16:creationId xmlns:a16="http://schemas.microsoft.com/office/drawing/2014/main" id="{CC913B79-8AE7-D0B1-0A45-9A2F267E193B}"/>
                    </a:ext>
                  </a:extLst>
                </p:cNvPr>
                <p:cNvPicPr/>
                <p:nvPr/>
              </p:nvPicPr>
              <p:blipFill>
                <a:blip r:embed="rId308"/>
                <a:stretch>
                  <a:fillRect/>
                </a:stretch>
              </p:blipFill>
              <p:spPr>
                <a:xfrm>
                  <a:off x="11558088" y="2381544"/>
                  <a:ext cx="73080" cy="7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9">
              <p14:nvContentPartPr>
                <p14:cNvPr id="266" name="Ink 265">
                  <a:extLst>
                    <a:ext uri="{FF2B5EF4-FFF2-40B4-BE49-F238E27FC236}">
                      <a16:creationId xmlns:a16="http://schemas.microsoft.com/office/drawing/2014/main" id="{B55F29C2-1E04-2B0D-F43A-1D4FC6C15D8F}"/>
                    </a:ext>
                  </a:extLst>
                </p14:cNvPr>
                <p14:cNvContentPartPr/>
                <p14:nvPr/>
              </p14:nvContentPartPr>
              <p14:xfrm>
                <a:off x="11694168" y="2388024"/>
                <a:ext cx="232200" cy="50040"/>
              </p14:xfrm>
            </p:contentPart>
          </mc:Choice>
          <mc:Fallback xmlns="">
            <p:pic>
              <p:nvPicPr>
                <p:cNvPr id="266" name="Ink 265">
                  <a:extLst>
                    <a:ext uri="{FF2B5EF4-FFF2-40B4-BE49-F238E27FC236}">
                      <a16:creationId xmlns:a16="http://schemas.microsoft.com/office/drawing/2014/main" id="{B55F29C2-1E04-2B0D-F43A-1D4FC6C15D8F}"/>
                    </a:ext>
                  </a:extLst>
                </p:cNvPr>
                <p:cNvPicPr/>
                <p:nvPr/>
              </p:nvPicPr>
              <p:blipFill>
                <a:blip r:embed="rId310"/>
                <a:stretch>
                  <a:fillRect/>
                </a:stretch>
              </p:blipFill>
              <p:spPr>
                <a:xfrm>
                  <a:off x="11685168" y="2379024"/>
                  <a:ext cx="249840" cy="6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1">
              <p14:nvContentPartPr>
                <p14:cNvPr id="267" name="Ink 266">
                  <a:extLst>
                    <a:ext uri="{FF2B5EF4-FFF2-40B4-BE49-F238E27FC236}">
                      <a16:creationId xmlns:a16="http://schemas.microsoft.com/office/drawing/2014/main" id="{7A1B6041-13E4-6965-CBA5-218CD3153130}"/>
                    </a:ext>
                  </a:extLst>
                </p14:cNvPr>
                <p14:cNvContentPartPr/>
                <p14:nvPr/>
              </p14:nvContentPartPr>
              <p14:xfrm>
                <a:off x="11944368" y="2324664"/>
                <a:ext cx="3600" cy="17640"/>
              </p14:xfrm>
            </p:contentPart>
          </mc:Choice>
          <mc:Fallback xmlns="">
            <p:pic>
              <p:nvPicPr>
                <p:cNvPr id="267" name="Ink 266">
                  <a:extLst>
                    <a:ext uri="{FF2B5EF4-FFF2-40B4-BE49-F238E27FC236}">
                      <a16:creationId xmlns:a16="http://schemas.microsoft.com/office/drawing/2014/main" id="{7A1B6041-13E4-6965-CBA5-218CD3153130}"/>
                    </a:ext>
                  </a:extLst>
                </p:cNvPr>
                <p:cNvPicPr/>
                <p:nvPr/>
              </p:nvPicPr>
              <p:blipFill>
                <a:blip r:embed="rId312"/>
                <a:stretch>
                  <a:fillRect/>
                </a:stretch>
              </p:blipFill>
              <p:spPr>
                <a:xfrm>
                  <a:off x="11935368" y="2315664"/>
                  <a:ext cx="21240" cy="3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3">
              <p14:nvContentPartPr>
                <p14:cNvPr id="268" name="Ink 267">
                  <a:extLst>
                    <a:ext uri="{FF2B5EF4-FFF2-40B4-BE49-F238E27FC236}">
                      <a16:creationId xmlns:a16="http://schemas.microsoft.com/office/drawing/2014/main" id="{1CF103A1-E919-C3DE-E30F-10A8646B1E66}"/>
                    </a:ext>
                  </a:extLst>
                </p14:cNvPr>
                <p14:cNvContentPartPr/>
                <p14:nvPr/>
              </p14:nvContentPartPr>
              <p14:xfrm>
                <a:off x="12005928" y="2270304"/>
                <a:ext cx="212760" cy="219600"/>
              </p14:xfrm>
            </p:contentPart>
          </mc:Choice>
          <mc:Fallback xmlns="">
            <p:pic>
              <p:nvPicPr>
                <p:cNvPr id="268" name="Ink 267">
                  <a:extLst>
                    <a:ext uri="{FF2B5EF4-FFF2-40B4-BE49-F238E27FC236}">
                      <a16:creationId xmlns:a16="http://schemas.microsoft.com/office/drawing/2014/main" id="{1CF103A1-E919-C3DE-E30F-10A8646B1E66}"/>
                    </a:ext>
                  </a:extLst>
                </p:cNvPr>
                <p:cNvPicPr/>
                <p:nvPr/>
              </p:nvPicPr>
              <p:blipFill>
                <a:blip r:embed="rId314"/>
                <a:stretch>
                  <a:fillRect/>
                </a:stretch>
              </p:blipFill>
              <p:spPr>
                <a:xfrm>
                  <a:off x="11996928" y="2261304"/>
                  <a:ext cx="230400" cy="237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80" name="Group 279">
            <a:extLst>
              <a:ext uri="{FF2B5EF4-FFF2-40B4-BE49-F238E27FC236}">
                <a16:creationId xmlns:a16="http://schemas.microsoft.com/office/drawing/2014/main" id="{88C74CDC-DCB0-FE64-07A9-AB872A273F9F}"/>
              </a:ext>
            </a:extLst>
          </p:cNvPr>
          <p:cNvGrpSpPr/>
          <p:nvPr/>
        </p:nvGrpSpPr>
        <p:grpSpPr>
          <a:xfrm>
            <a:off x="597888" y="4046544"/>
            <a:ext cx="1140120" cy="244440"/>
            <a:chOff x="597888" y="4046544"/>
            <a:chExt cx="1140120" cy="244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15">
              <p14:nvContentPartPr>
                <p14:cNvPr id="270" name="Ink 269">
                  <a:extLst>
                    <a:ext uri="{FF2B5EF4-FFF2-40B4-BE49-F238E27FC236}">
                      <a16:creationId xmlns:a16="http://schemas.microsoft.com/office/drawing/2014/main" id="{66AFA9FD-C7C4-D718-015B-59F1A93A6D2A}"/>
                    </a:ext>
                  </a:extLst>
                </p14:cNvPr>
                <p14:cNvContentPartPr/>
                <p14:nvPr/>
              </p14:nvContentPartPr>
              <p14:xfrm>
                <a:off x="597888" y="4064184"/>
                <a:ext cx="131040" cy="226800"/>
              </p14:xfrm>
            </p:contentPart>
          </mc:Choice>
          <mc:Fallback xmlns="">
            <p:pic>
              <p:nvPicPr>
                <p:cNvPr id="270" name="Ink 269">
                  <a:extLst>
                    <a:ext uri="{FF2B5EF4-FFF2-40B4-BE49-F238E27FC236}">
                      <a16:creationId xmlns:a16="http://schemas.microsoft.com/office/drawing/2014/main" id="{66AFA9FD-C7C4-D718-015B-59F1A93A6D2A}"/>
                    </a:ext>
                  </a:extLst>
                </p:cNvPr>
                <p:cNvPicPr/>
                <p:nvPr/>
              </p:nvPicPr>
              <p:blipFill>
                <a:blip r:embed="rId316"/>
                <a:stretch>
                  <a:fillRect/>
                </a:stretch>
              </p:blipFill>
              <p:spPr>
                <a:xfrm>
                  <a:off x="589248" y="4055544"/>
                  <a:ext cx="148680" cy="24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7">
              <p14:nvContentPartPr>
                <p14:cNvPr id="271" name="Ink 270">
                  <a:extLst>
                    <a:ext uri="{FF2B5EF4-FFF2-40B4-BE49-F238E27FC236}">
                      <a16:creationId xmlns:a16="http://schemas.microsoft.com/office/drawing/2014/main" id="{4C241562-CB10-180E-D8FD-7D5B47FDA185}"/>
                    </a:ext>
                  </a:extLst>
                </p14:cNvPr>
                <p14:cNvContentPartPr/>
                <p14:nvPr/>
              </p14:nvContentPartPr>
              <p14:xfrm>
                <a:off x="775008" y="4179744"/>
                <a:ext cx="246960" cy="86040"/>
              </p14:xfrm>
            </p:contentPart>
          </mc:Choice>
          <mc:Fallback xmlns="">
            <p:pic>
              <p:nvPicPr>
                <p:cNvPr id="271" name="Ink 270">
                  <a:extLst>
                    <a:ext uri="{FF2B5EF4-FFF2-40B4-BE49-F238E27FC236}">
                      <a16:creationId xmlns:a16="http://schemas.microsoft.com/office/drawing/2014/main" id="{4C241562-CB10-180E-D8FD-7D5B47FDA185}"/>
                    </a:ext>
                  </a:extLst>
                </p:cNvPr>
                <p:cNvPicPr/>
                <p:nvPr/>
              </p:nvPicPr>
              <p:blipFill>
                <a:blip r:embed="rId318"/>
                <a:stretch>
                  <a:fillRect/>
                </a:stretch>
              </p:blipFill>
              <p:spPr>
                <a:xfrm>
                  <a:off x="766008" y="4171104"/>
                  <a:ext cx="264600" cy="10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9">
              <p14:nvContentPartPr>
                <p14:cNvPr id="272" name="Ink 271">
                  <a:extLst>
                    <a:ext uri="{FF2B5EF4-FFF2-40B4-BE49-F238E27FC236}">
                      <a16:creationId xmlns:a16="http://schemas.microsoft.com/office/drawing/2014/main" id="{D8A81A7C-FC35-9AC1-0919-988F69DCEB83}"/>
                    </a:ext>
                  </a:extLst>
                </p14:cNvPr>
                <p14:cNvContentPartPr/>
                <p14:nvPr/>
              </p14:nvContentPartPr>
              <p14:xfrm>
                <a:off x="1070568" y="4124664"/>
                <a:ext cx="113760" cy="98640"/>
              </p14:xfrm>
            </p:contentPart>
          </mc:Choice>
          <mc:Fallback xmlns="">
            <p:pic>
              <p:nvPicPr>
                <p:cNvPr id="272" name="Ink 271">
                  <a:extLst>
                    <a:ext uri="{FF2B5EF4-FFF2-40B4-BE49-F238E27FC236}">
                      <a16:creationId xmlns:a16="http://schemas.microsoft.com/office/drawing/2014/main" id="{D8A81A7C-FC35-9AC1-0919-988F69DCEB83}"/>
                    </a:ext>
                  </a:extLst>
                </p:cNvPr>
                <p:cNvPicPr/>
                <p:nvPr/>
              </p:nvPicPr>
              <p:blipFill>
                <a:blip r:embed="rId320"/>
                <a:stretch>
                  <a:fillRect/>
                </a:stretch>
              </p:blipFill>
              <p:spPr>
                <a:xfrm>
                  <a:off x="1061928" y="4116024"/>
                  <a:ext cx="131400" cy="11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1">
              <p14:nvContentPartPr>
                <p14:cNvPr id="273" name="Ink 272">
                  <a:extLst>
                    <a:ext uri="{FF2B5EF4-FFF2-40B4-BE49-F238E27FC236}">
                      <a16:creationId xmlns:a16="http://schemas.microsoft.com/office/drawing/2014/main" id="{5167529F-35D6-4022-7401-C79674653D7F}"/>
                    </a:ext>
                  </a:extLst>
                </p14:cNvPr>
                <p14:cNvContentPartPr/>
                <p14:nvPr/>
              </p14:nvContentPartPr>
              <p14:xfrm>
                <a:off x="1323648" y="4231224"/>
                <a:ext cx="73080" cy="11520"/>
              </p14:xfrm>
            </p:contentPart>
          </mc:Choice>
          <mc:Fallback xmlns="">
            <p:pic>
              <p:nvPicPr>
                <p:cNvPr id="273" name="Ink 272">
                  <a:extLst>
                    <a:ext uri="{FF2B5EF4-FFF2-40B4-BE49-F238E27FC236}">
                      <a16:creationId xmlns:a16="http://schemas.microsoft.com/office/drawing/2014/main" id="{5167529F-35D6-4022-7401-C79674653D7F}"/>
                    </a:ext>
                  </a:extLst>
                </p:cNvPr>
                <p:cNvPicPr/>
                <p:nvPr/>
              </p:nvPicPr>
              <p:blipFill>
                <a:blip r:embed="rId322"/>
                <a:stretch>
                  <a:fillRect/>
                </a:stretch>
              </p:blipFill>
              <p:spPr>
                <a:xfrm>
                  <a:off x="1315008" y="4222224"/>
                  <a:ext cx="90720" cy="2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3">
              <p14:nvContentPartPr>
                <p14:cNvPr id="274" name="Ink 273">
                  <a:extLst>
                    <a:ext uri="{FF2B5EF4-FFF2-40B4-BE49-F238E27FC236}">
                      <a16:creationId xmlns:a16="http://schemas.microsoft.com/office/drawing/2014/main" id="{BF55F71C-3CB5-086C-BB13-3B9924B0C1CB}"/>
                    </a:ext>
                  </a:extLst>
                </p14:cNvPr>
                <p14:cNvContentPartPr/>
                <p14:nvPr/>
              </p14:nvContentPartPr>
              <p14:xfrm>
                <a:off x="1528128" y="4145544"/>
                <a:ext cx="9720" cy="102240"/>
              </p14:xfrm>
            </p:contentPart>
          </mc:Choice>
          <mc:Fallback xmlns="">
            <p:pic>
              <p:nvPicPr>
                <p:cNvPr id="274" name="Ink 273">
                  <a:extLst>
                    <a:ext uri="{FF2B5EF4-FFF2-40B4-BE49-F238E27FC236}">
                      <a16:creationId xmlns:a16="http://schemas.microsoft.com/office/drawing/2014/main" id="{BF55F71C-3CB5-086C-BB13-3B9924B0C1CB}"/>
                    </a:ext>
                  </a:extLst>
                </p:cNvPr>
                <p:cNvPicPr/>
                <p:nvPr/>
              </p:nvPicPr>
              <p:blipFill>
                <a:blip r:embed="rId324"/>
                <a:stretch>
                  <a:fillRect/>
                </a:stretch>
              </p:blipFill>
              <p:spPr>
                <a:xfrm>
                  <a:off x="1519488" y="4136904"/>
                  <a:ext cx="27360" cy="11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5">
              <p14:nvContentPartPr>
                <p14:cNvPr id="275" name="Ink 274">
                  <a:extLst>
                    <a:ext uri="{FF2B5EF4-FFF2-40B4-BE49-F238E27FC236}">
                      <a16:creationId xmlns:a16="http://schemas.microsoft.com/office/drawing/2014/main" id="{7C1D008E-3588-AA2A-BDCE-D6F60F07B956}"/>
                    </a:ext>
                  </a:extLst>
                </p14:cNvPr>
                <p14:cNvContentPartPr/>
                <p14:nvPr/>
              </p14:nvContentPartPr>
              <p14:xfrm>
                <a:off x="1623528" y="4151664"/>
                <a:ext cx="26280" cy="106200"/>
              </p14:xfrm>
            </p:contentPart>
          </mc:Choice>
          <mc:Fallback xmlns="">
            <p:pic>
              <p:nvPicPr>
                <p:cNvPr id="275" name="Ink 274">
                  <a:extLst>
                    <a:ext uri="{FF2B5EF4-FFF2-40B4-BE49-F238E27FC236}">
                      <a16:creationId xmlns:a16="http://schemas.microsoft.com/office/drawing/2014/main" id="{7C1D008E-3588-AA2A-BDCE-D6F60F07B956}"/>
                    </a:ext>
                  </a:extLst>
                </p:cNvPr>
                <p:cNvPicPr/>
                <p:nvPr/>
              </p:nvPicPr>
              <p:blipFill>
                <a:blip r:embed="rId326"/>
                <a:stretch>
                  <a:fillRect/>
                </a:stretch>
              </p:blipFill>
              <p:spPr>
                <a:xfrm>
                  <a:off x="1614888" y="4142664"/>
                  <a:ext cx="43920" cy="12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7">
              <p14:nvContentPartPr>
                <p14:cNvPr id="276" name="Ink 275">
                  <a:extLst>
                    <a:ext uri="{FF2B5EF4-FFF2-40B4-BE49-F238E27FC236}">
                      <a16:creationId xmlns:a16="http://schemas.microsoft.com/office/drawing/2014/main" id="{43773032-3744-413B-ABC0-B036990655B9}"/>
                    </a:ext>
                  </a:extLst>
                </p14:cNvPr>
                <p14:cNvContentPartPr/>
                <p14:nvPr/>
              </p14:nvContentPartPr>
              <p14:xfrm>
                <a:off x="1539288" y="4046544"/>
                <a:ext cx="46080" cy="32040"/>
              </p14:xfrm>
            </p:contentPart>
          </mc:Choice>
          <mc:Fallback xmlns="">
            <p:pic>
              <p:nvPicPr>
                <p:cNvPr id="276" name="Ink 275">
                  <a:extLst>
                    <a:ext uri="{FF2B5EF4-FFF2-40B4-BE49-F238E27FC236}">
                      <a16:creationId xmlns:a16="http://schemas.microsoft.com/office/drawing/2014/main" id="{43773032-3744-413B-ABC0-B036990655B9}"/>
                    </a:ext>
                  </a:extLst>
                </p:cNvPr>
                <p:cNvPicPr/>
                <p:nvPr/>
              </p:nvPicPr>
              <p:blipFill>
                <a:blip r:embed="rId328"/>
                <a:stretch>
                  <a:fillRect/>
                </a:stretch>
              </p:blipFill>
              <p:spPr>
                <a:xfrm>
                  <a:off x="1530648" y="4037544"/>
                  <a:ext cx="63720" cy="4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9">
              <p14:nvContentPartPr>
                <p14:cNvPr id="277" name="Ink 276">
                  <a:extLst>
                    <a:ext uri="{FF2B5EF4-FFF2-40B4-BE49-F238E27FC236}">
                      <a16:creationId xmlns:a16="http://schemas.microsoft.com/office/drawing/2014/main" id="{D4E760CE-0E59-67F1-5510-B1FC62EC5D12}"/>
                    </a:ext>
                  </a:extLst>
                </p14:cNvPr>
                <p14:cNvContentPartPr/>
                <p14:nvPr/>
              </p14:nvContentPartPr>
              <p14:xfrm>
                <a:off x="1450728" y="4052664"/>
                <a:ext cx="287280" cy="40320"/>
              </p14:xfrm>
            </p:contentPart>
          </mc:Choice>
          <mc:Fallback xmlns="">
            <p:pic>
              <p:nvPicPr>
                <p:cNvPr id="277" name="Ink 276">
                  <a:extLst>
                    <a:ext uri="{FF2B5EF4-FFF2-40B4-BE49-F238E27FC236}">
                      <a16:creationId xmlns:a16="http://schemas.microsoft.com/office/drawing/2014/main" id="{D4E760CE-0E59-67F1-5510-B1FC62EC5D12}"/>
                    </a:ext>
                  </a:extLst>
                </p:cNvPr>
                <p:cNvPicPr/>
                <p:nvPr/>
              </p:nvPicPr>
              <p:blipFill>
                <a:blip r:embed="rId330"/>
                <a:stretch>
                  <a:fillRect/>
                </a:stretch>
              </p:blipFill>
              <p:spPr>
                <a:xfrm>
                  <a:off x="1442088" y="4044024"/>
                  <a:ext cx="304920" cy="5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1">
              <p14:nvContentPartPr>
                <p14:cNvPr id="278" name="Ink 277">
                  <a:extLst>
                    <a:ext uri="{FF2B5EF4-FFF2-40B4-BE49-F238E27FC236}">
                      <a16:creationId xmlns:a16="http://schemas.microsoft.com/office/drawing/2014/main" id="{CB259A2F-BB84-0EBA-F450-BDE98453BFD5}"/>
                    </a:ext>
                  </a:extLst>
                </p14:cNvPr>
                <p14:cNvContentPartPr/>
                <p14:nvPr/>
              </p14:nvContentPartPr>
              <p14:xfrm>
                <a:off x="1596168" y="4141944"/>
                <a:ext cx="135360" cy="106920"/>
              </p14:xfrm>
            </p:contentPart>
          </mc:Choice>
          <mc:Fallback xmlns="">
            <p:pic>
              <p:nvPicPr>
                <p:cNvPr id="278" name="Ink 277">
                  <a:extLst>
                    <a:ext uri="{FF2B5EF4-FFF2-40B4-BE49-F238E27FC236}">
                      <a16:creationId xmlns:a16="http://schemas.microsoft.com/office/drawing/2014/main" id="{CB259A2F-BB84-0EBA-F450-BDE98453BFD5}"/>
                    </a:ext>
                  </a:extLst>
                </p:cNvPr>
                <p:cNvPicPr/>
                <p:nvPr/>
              </p:nvPicPr>
              <p:blipFill>
                <a:blip r:embed="rId332"/>
                <a:stretch>
                  <a:fillRect/>
                </a:stretch>
              </p:blipFill>
              <p:spPr>
                <a:xfrm>
                  <a:off x="1587168" y="4133304"/>
                  <a:ext cx="153000" cy="1245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33">
            <p14:nvContentPartPr>
              <p14:cNvPr id="279" name="Ink 278">
                <a:extLst>
                  <a:ext uri="{FF2B5EF4-FFF2-40B4-BE49-F238E27FC236}">
                    <a16:creationId xmlns:a16="http://schemas.microsoft.com/office/drawing/2014/main" id="{A8D173A0-E949-9308-E38D-A24522FE4939}"/>
                  </a:ext>
                </a:extLst>
              </p14:cNvPr>
              <p14:cNvContentPartPr/>
              <p14:nvPr/>
            </p14:nvContentPartPr>
            <p14:xfrm>
              <a:off x="1515168" y="4369824"/>
              <a:ext cx="223560" cy="17640"/>
            </p14:xfrm>
          </p:contentPart>
        </mc:Choice>
        <mc:Fallback xmlns="">
          <p:pic>
            <p:nvPicPr>
              <p:cNvPr id="279" name="Ink 278">
                <a:extLst>
                  <a:ext uri="{FF2B5EF4-FFF2-40B4-BE49-F238E27FC236}">
                    <a16:creationId xmlns:a16="http://schemas.microsoft.com/office/drawing/2014/main" id="{A8D173A0-E949-9308-E38D-A24522FE4939}"/>
                  </a:ext>
                </a:extLst>
              </p:cNvPr>
              <p:cNvPicPr/>
              <p:nvPr/>
            </p:nvPicPr>
            <p:blipFill>
              <a:blip r:embed="rId334"/>
              <a:stretch>
                <a:fillRect/>
              </a:stretch>
            </p:blipFill>
            <p:spPr>
              <a:xfrm>
                <a:off x="1506168" y="4361184"/>
                <a:ext cx="241200" cy="35280"/>
              </a:xfrm>
              <a:prstGeom prst="rect">
                <a:avLst/>
              </a:prstGeom>
            </p:spPr>
          </p:pic>
        </mc:Fallback>
      </mc:AlternateContent>
      <p:grpSp>
        <p:nvGrpSpPr>
          <p:cNvPr id="287" name="Group 286">
            <a:extLst>
              <a:ext uri="{FF2B5EF4-FFF2-40B4-BE49-F238E27FC236}">
                <a16:creationId xmlns:a16="http://schemas.microsoft.com/office/drawing/2014/main" id="{75355018-04AC-CDFF-03EB-7FF62D080E98}"/>
              </a:ext>
            </a:extLst>
          </p:cNvPr>
          <p:cNvGrpSpPr/>
          <p:nvPr/>
        </p:nvGrpSpPr>
        <p:grpSpPr>
          <a:xfrm>
            <a:off x="2742048" y="4017024"/>
            <a:ext cx="1028880" cy="272520"/>
            <a:chOff x="2742048" y="4017024"/>
            <a:chExt cx="1028880" cy="272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35">
              <p14:nvContentPartPr>
                <p14:cNvPr id="281" name="Ink 280">
                  <a:extLst>
                    <a:ext uri="{FF2B5EF4-FFF2-40B4-BE49-F238E27FC236}">
                      <a16:creationId xmlns:a16="http://schemas.microsoft.com/office/drawing/2014/main" id="{6B26E0FD-D4CD-743D-49FC-D5788C533A5D}"/>
                    </a:ext>
                  </a:extLst>
                </p14:cNvPr>
                <p14:cNvContentPartPr/>
                <p14:nvPr/>
              </p14:nvContentPartPr>
              <p14:xfrm>
                <a:off x="2742048" y="4119624"/>
                <a:ext cx="171720" cy="169920"/>
              </p14:xfrm>
            </p:contentPart>
          </mc:Choice>
          <mc:Fallback xmlns="">
            <p:pic>
              <p:nvPicPr>
                <p:cNvPr id="281" name="Ink 280">
                  <a:extLst>
                    <a:ext uri="{FF2B5EF4-FFF2-40B4-BE49-F238E27FC236}">
                      <a16:creationId xmlns:a16="http://schemas.microsoft.com/office/drawing/2014/main" id="{6B26E0FD-D4CD-743D-49FC-D5788C533A5D}"/>
                    </a:ext>
                  </a:extLst>
                </p:cNvPr>
                <p:cNvPicPr/>
                <p:nvPr/>
              </p:nvPicPr>
              <p:blipFill>
                <a:blip r:embed="rId336"/>
                <a:stretch>
                  <a:fillRect/>
                </a:stretch>
              </p:blipFill>
              <p:spPr>
                <a:xfrm>
                  <a:off x="2733048" y="4110624"/>
                  <a:ext cx="189360" cy="18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7">
              <p14:nvContentPartPr>
                <p14:cNvPr id="282" name="Ink 281">
                  <a:extLst>
                    <a:ext uri="{FF2B5EF4-FFF2-40B4-BE49-F238E27FC236}">
                      <a16:creationId xmlns:a16="http://schemas.microsoft.com/office/drawing/2014/main" id="{5126F5A0-BCB0-B6D2-2849-4765A0711CE4}"/>
                    </a:ext>
                  </a:extLst>
                </p14:cNvPr>
                <p14:cNvContentPartPr/>
                <p14:nvPr/>
              </p14:nvContentPartPr>
              <p14:xfrm>
                <a:off x="3001968" y="4152744"/>
                <a:ext cx="40320" cy="73800"/>
              </p14:xfrm>
            </p:contentPart>
          </mc:Choice>
          <mc:Fallback xmlns="">
            <p:pic>
              <p:nvPicPr>
                <p:cNvPr id="282" name="Ink 281">
                  <a:extLst>
                    <a:ext uri="{FF2B5EF4-FFF2-40B4-BE49-F238E27FC236}">
                      <a16:creationId xmlns:a16="http://schemas.microsoft.com/office/drawing/2014/main" id="{5126F5A0-BCB0-B6D2-2849-4765A0711CE4}"/>
                    </a:ext>
                  </a:extLst>
                </p:cNvPr>
                <p:cNvPicPr/>
                <p:nvPr/>
              </p:nvPicPr>
              <p:blipFill>
                <a:blip r:embed="rId338"/>
                <a:stretch>
                  <a:fillRect/>
                </a:stretch>
              </p:blipFill>
              <p:spPr>
                <a:xfrm>
                  <a:off x="2993328" y="4144104"/>
                  <a:ext cx="57960" cy="9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9">
              <p14:nvContentPartPr>
                <p14:cNvPr id="284" name="Ink 283">
                  <a:extLst>
                    <a:ext uri="{FF2B5EF4-FFF2-40B4-BE49-F238E27FC236}">
                      <a16:creationId xmlns:a16="http://schemas.microsoft.com/office/drawing/2014/main" id="{C753B7FA-14CB-13F5-1415-17B8AD9B960A}"/>
                    </a:ext>
                  </a:extLst>
                </p14:cNvPr>
                <p14:cNvContentPartPr/>
                <p14:nvPr/>
              </p14:nvContentPartPr>
              <p14:xfrm>
                <a:off x="3105648" y="4153104"/>
                <a:ext cx="216000" cy="64440"/>
              </p14:xfrm>
            </p:contentPart>
          </mc:Choice>
          <mc:Fallback xmlns="">
            <p:pic>
              <p:nvPicPr>
                <p:cNvPr id="284" name="Ink 283">
                  <a:extLst>
                    <a:ext uri="{FF2B5EF4-FFF2-40B4-BE49-F238E27FC236}">
                      <a16:creationId xmlns:a16="http://schemas.microsoft.com/office/drawing/2014/main" id="{C753B7FA-14CB-13F5-1415-17B8AD9B960A}"/>
                    </a:ext>
                  </a:extLst>
                </p:cNvPr>
                <p:cNvPicPr/>
                <p:nvPr/>
              </p:nvPicPr>
              <p:blipFill>
                <a:blip r:embed="rId340"/>
                <a:stretch>
                  <a:fillRect/>
                </a:stretch>
              </p:blipFill>
              <p:spPr>
                <a:xfrm>
                  <a:off x="3096648" y="4144104"/>
                  <a:ext cx="233640" cy="8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1">
              <p14:nvContentPartPr>
                <p14:cNvPr id="285" name="Ink 284">
                  <a:extLst>
                    <a:ext uri="{FF2B5EF4-FFF2-40B4-BE49-F238E27FC236}">
                      <a16:creationId xmlns:a16="http://schemas.microsoft.com/office/drawing/2014/main" id="{6B425745-2AE8-0C60-98F6-8E3ECC7CFAF9}"/>
                    </a:ext>
                  </a:extLst>
                </p14:cNvPr>
                <p14:cNvContentPartPr/>
                <p14:nvPr/>
              </p14:nvContentPartPr>
              <p14:xfrm>
                <a:off x="3312288" y="4115304"/>
                <a:ext cx="5760" cy="10440"/>
              </p14:xfrm>
            </p:contentPart>
          </mc:Choice>
          <mc:Fallback xmlns="">
            <p:pic>
              <p:nvPicPr>
                <p:cNvPr id="285" name="Ink 284">
                  <a:extLst>
                    <a:ext uri="{FF2B5EF4-FFF2-40B4-BE49-F238E27FC236}">
                      <a16:creationId xmlns:a16="http://schemas.microsoft.com/office/drawing/2014/main" id="{6B425745-2AE8-0C60-98F6-8E3ECC7CFAF9}"/>
                    </a:ext>
                  </a:extLst>
                </p:cNvPr>
                <p:cNvPicPr/>
                <p:nvPr/>
              </p:nvPicPr>
              <p:blipFill>
                <a:blip r:embed="rId342"/>
                <a:stretch>
                  <a:fillRect/>
                </a:stretch>
              </p:blipFill>
              <p:spPr>
                <a:xfrm>
                  <a:off x="3303288" y="4106304"/>
                  <a:ext cx="23400" cy="2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3">
              <p14:nvContentPartPr>
                <p14:cNvPr id="286" name="Ink 285">
                  <a:extLst>
                    <a:ext uri="{FF2B5EF4-FFF2-40B4-BE49-F238E27FC236}">
                      <a16:creationId xmlns:a16="http://schemas.microsoft.com/office/drawing/2014/main" id="{5AE73601-6A91-1EC8-A771-A254BECC55FA}"/>
                    </a:ext>
                  </a:extLst>
                </p14:cNvPr>
                <p14:cNvContentPartPr/>
                <p14:nvPr/>
              </p14:nvContentPartPr>
              <p14:xfrm>
                <a:off x="3377088" y="4017024"/>
                <a:ext cx="393840" cy="199080"/>
              </p14:xfrm>
            </p:contentPart>
          </mc:Choice>
          <mc:Fallback xmlns="">
            <p:pic>
              <p:nvPicPr>
                <p:cNvPr id="286" name="Ink 285">
                  <a:extLst>
                    <a:ext uri="{FF2B5EF4-FFF2-40B4-BE49-F238E27FC236}">
                      <a16:creationId xmlns:a16="http://schemas.microsoft.com/office/drawing/2014/main" id="{5AE73601-6A91-1EC8-A771-A254BECC55FA}"/>
                    </a:ext>
                  </a:extLst>
                </p:cNvPr>
                <p:cNvPicPr/>
                <p:nvPr/>
              </p:nvPicPr>
              <p:blipFill>
                <a:blip r:embed="rId344"/>
                <a:stretch>
                  <a:fillRect/>
                </a:stretch>
              </p:blipFill>
              <p:spPr>
                <a:xfrm>
                  <a:off x="3368448" y="4008384"/>
                  <a:ext cx="411480" cy="2167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45">
            <p14:nvContentPartPr>
              <p14:cNvPr id="288" name="Ink 287">
                <a:extLst>
                  <a:ext uri="{FF2B5EF4-FFF2-40B4-BE49-F238E27FC236}">
                    <a16:creationId xmlns:a16="http://schemas.microsoft.com/office/drawing/2014/main" id="{0E945E24-6A2F-4B0E-B406-D63B43EA4000}"/>
                  </a:ext>
                </a:extLst>
              </p14:cNvPr>
              <p14:cNvContentPartPr/>
              <p14:nvPr/>
            </p14:nvContentPartPr>
            <p14:xfrm>
              <a:off x="3149208" y="4329864"/>
              <a:ext cx="21960" cy="166320"/>
            </p14:xfrm>
          </p:contentPart>
        </mc:Choice>
        <mc:Fallback xmlns="">
          <p:pic>
            <p:nvPicPr>
              <p:cNvPr id="288" name="Ink 287">
                <a:extLst>
                  <a:ext uri="{FF2B5EF4-FFF2-40B4-BE49-F238E27FC236}">
                    <a16:creationId xmlns:a16="http://schemas.microsoft.com/office/drawing/2014/main" id="{0E945E24-6A2F-4B0E-B406-D63B43EA4000}"/>
                  </a:ext>
                </a:extLst>
              </p:cNvPr>
              <p:cNvPicPr/>
              <p:nvPr/>
            </p:nvPicPr>
            <p:blipFill>
              <a:blip r:embed="rId346"/>
              <a:stretch>
                <a:fillRect/>
              </a:stretch>
            </p:blipFill>
            <p:spPr>
              <a:xfrm>
                <a:off x="3140208" y="4320864"/>
                <a:ext cx="39600" cy="183960"/>
              </a:xfrm>
              <a:prstGeom prst="rect">
                <a:avLst/>
              </a:prstGeom>
            </p:spPr>
          </p:pic>
        </mc:Fallback>
      </mc:AlternateContent>
      <p:grpSp>
        <p:nvGrpSpPr>
          <p:cNvPr id="294" name="Group 293">
            <a:extLst>
              <a:ext uri="{FF2B5EF4-FFF2-40B4-BE49-F238E27FC236}">
                <a16:creationId xmlns:a16="http://schemas.microsoft.com/office/drawing/2014/main" id="{B48373CD-D12D-A929-9F88-5596CB437A38}"/>
              </a:ext>
            </a:extLst>
          </p:cNvPr>
          <p:cNvGrpSpPr/>
          <p:nvPr/>
        </p:nvGrpSpPr>
        <p:grpSpPr>
          <a:xfrm>
            <a:off x="2999808" y="4582944"/>
            <a:ext cx="660240" cy="146520"/>
            <a:chOff x="2999808" y="4582944"/>
            <a:chExt cx="660240" cy="146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47">
              <p14:nvContentPartPr>
                <p14:cNvPr id="289" name="Ink 288">
                  <a:extLst>
                    <a:ext uri="{FF2B5EF4-FFF2-40B4-BE49-F238E27FC236}">
                      <a16:creationId xmlns:a16="http://schemas.microsoft.com/office/drawing/2014/main" id="{BF341577-E89F-0A26-D180-95ECC7F2C548}"/>
                    </a:ext>
                  </a:extLst>
                </p14:cNvPr>
                <p14:cNvContentPartPr/>
                <p14:nvPr/>
              </p14:nvContentPartPr>
              <p14:xfrm>
                <a:off x="2999808" y="4582944"/>
                <a:ext cx="153000" cy="146520"/>
              </p14:xfrm>
            </p:contentPart>
          </mc:Choice>
          <mc:Fallback xmlns="">
            <p:pic>
              <p:nvPicPr>
                <p:cNvPr id="289" name="Ink 288">
                  <a:extLst>
                    <a:ext uri="{FF2B5EF4-FFF2-40B4-BE49-F238E27FC236}">
                      <a16:creationId xmlns:a16="http://schemas.microsoft.com/office/drawing/2014/main" id="{BF341577-E89F-0A26-D180-95ECC7F2C548}"/>
                    </a:ext>
                  </a:extLst>
                </p:cNvPr>
                <p:cNvPicPr/>
                <p:nvPr/>
              </p:nvPicPr>
              <p:blipFill>
                <a:blip r:embed="rId348"/>
                <a:stretch>
                  <a:fillRect/>
                </a:stretch>
              </p:blipFill>
              <p:spPr>
                <a:xfrm>
                  <a:off x="2990808" y="4574304"/>
                  <a:ext cx="170640" cy="16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9">
              <p14:nvContentPartPr>
                <p14:cNvPr id="290" name="Ink 289">
                  <a:extLst>
                    <a:ext uri="{FF2B5EF4-FFF2-40B4-BE49-F238E27FC236}">
                      <a16:creationId xmlns:a16="http://schemas.microsoft.com/office/drawing/2014/main" id="{59A3DE48-2BB6-79F8-9741-2D73891C41BA}"/>
                    </a:ext>
                  </a:extLst>
                </p14:cNvPr>
                <p14:cNvContentPartPr/>
                <p14:nvPr/>
              </p14:nvContentPartPr>
              <p14:xfrm>
                <a:off x="3228048" y="4626864"/>
                <a:ext cx="55440" cy="60120"/>
              </p14:xfrm>
            </p:contentPart>
          </mc:Choice>
          <mc:Fallback xmlns="">
            <p:pic>
              <p:nvPicPr>
                <p:cNvPr id="290" name="Ink 289">
                  <a:extLst>
                    <a:ext uri="{FF2B5EF4-FFF2-40B4-BE49-F238E27FC236}">
                      <a16:creationId xmlns:a16="http://schemas.microsoft.com/office/drawing/2014/main" id="{59A3DE48-2BB6-79F8-9741-2D73891C41BA}"/>
                    </a:ext>
                  </a:extLst>
                </p:cNvPr>
                <p:cNvPicPr/>
                <p:nvPr/>
              </p:nvPicPr>
              <p:blipFill>
                <a:blip r:embed="rId350"/>
                <a:stretch>
                  <a:fillRect/>
                </a:stretch>
              </p:blipFill>
              <p:spPr>
                <a:xfrm>
                  <a:off x="3219048" y="4617864"/>
                  <a:ext cx="73080" cy="7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1">
              <p14:nvContentPartPr>
                <p14:cNvPr id="291" name="Ink 290">
                  <a:extLst>
                    <a:ext uri="{FF2B5EF4-FFF2-40B4-BE49-F238E27FC236}">
                      <a16:creationId xmlns:a16="http://schemas.microsoft.com/office/drawing/2014/main" id="{CBCEF54D-3451-B226-1205-4FA02F44F4F0}"/>
                    </a:ext>
                  </a:extLst>
                </p14:cNvPr>
                <p14:cNvContentPartPr/>
                <p14:nvPr/>
              </p14:nvContentPartPr>
              <p14:xfrm>
                <a:off x="3377808" y="4625064"/>
                <a:ext cx="59040" cy="57600"/>
              </p14:xfrm>
            </p:contentPart>
          </mc:Choice>
          <mc:Fallback xmlns="">
            <p:pic>
              <p:nvPicPr>
                <p:cNvPr id="291" name="Ink 290">
                  <a:extLst>
                    <a:ext uri="{FF2B5EF4-FFF2-40B4-BE49-F238E27FC236}">
                      <a16:creationId xmlns:a16="http://schemas.microsoft.com/office/drawing/2014/main" id="{CBCEF54D-3451-B226-1205-4FA02F44F4F0}"/>
                    </a:ext>
                  </a:extLst>
                </p:cNvPr>
                <p:cNvPicPr/>
                <p:nvPr/>
              </p:nvPicPr>
              <p:blipFill>
                <a:blip r:embed="rId352"/>
                <a:stretch>
                  <a:fillRect/>
                </a:stretch>
              </p:blipFill>
              <p:spPr>
                <a:xfrm>
                  <a:off x="3369168" y="4616424"/>
                  <a:ext cx="76680" cy="7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3">
              <p14:nvContentPartPr>
                <p14:cNvPr id="292" name="Ink 291">
                  <a:extLst>
                    <a:ext uri="{FF2B5EF4-FFF2-40B4-BE49-F238E27FC236}">
                      <a16:creationId xmlns:a16="http://schemas.microsoft.com/office/drawing/2014/main" id="{FC47C8FB-ED1F-8BF8-102E-A3D5C3DD23A2}"/>
                    </a:ext>
                  </a:extLst>
                </p14:cNvPr>
                <p14:cNvContentPartPr/>
                <p14:nvPr/>
              </p14:nvContentPartPr>
              <p14:xfrm>
                <a:off x="3543048" y="4614984"/>
                <a:ext cx="117000" cy="76320"/>
              </p14:xfrm>
            </p:contentPart>
          </mc:Choice>
          <mc:Fallback xmlns="">
            <p:pic>
              <p:nvPicPr>
                <p:cNvPr id="292" name="Ink 291">
                  <a:extLst>
                    <a:ext uri="{FF2B5EF4-FFF2-40B4-BE49-F238E27FC236}">
                      <a16:creationId xmlns:a16="http://schemas.microsoft.com/office/drawing/2014/main" id="{FC47C8FB-ED1F-8BF8-102E-A3D5C3DD23A2}"/>
                    </a:ext>
                  </a:extLst>
                </p:cNvPr>
                <p:cNvPicPr/>
                <p:nvPr/>
              </p:nvPicPr>
              <p:blipFill>
                <a:blip r:embed="rId354"/>
                <a:stretch>
                  <a:fillRect/>
                </a:stretch>
              </p:blipFill>
              <p:spPr>
                <a:xfrm>
                  <a:off x="3534048" y="4606344"/>
                  <a:ext cx="134640" cy="93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99" name="Group 298">
            <a:extLst>
              <a:ext uri="{FF2B5EF4-FFF2-40B4-BE49-F238E27FC236}">
                <a16:creationId xmlns:a16="http://schemas.microsoft.com/office/drawing/2014/main" id="{E48E5719-859F-3E5A-C5C4-40872CC0E58F}"/>
              </a:ext>
            </a:extLst>
          </p:cNvPr>
          <p:cNvGrpSpPr/>
          <p:nvPr/>
        </p:nvGrpSpPr>
        <p:grpSpPr>
          <a:xfrm>
            <a:off x="3025728" y="4830264"/>
            <a:ext cx="664920" cy="518040"/>
            <a:chOff x="3025728" y="4830264"/>
            <a:chExt cx="664920" cy="518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55">
              <p14:nvContentPartPr>
                <p14:cNvPr id="293" name="Ink 292">
                  <a:extLst>
                    <a:ext uri="{FF2B5EF4-FFF2-40B4-BE49-F238E27FC236}">
                      <a16:creationId xmlns:a16="http://schemas.microsoft.com/office/drawing/2014/main" id="{77AA0B2B-5418-63EA-D029-8D2FCCAB4E39}"/>
                    </a:ext>
                  </a:extLst>
                </p14:cNvPr>
                <p14:cNvContentPartPr/>
                <p14:nvPr/>
              </p14:nvContentPartPr>
              <p14:xfrm>
                <a:off x="3283848" y="4830264"/>
                <a:ext cx="6840" cy="199080"/>
              </p14:xfrm>
            </p:contentPart>
          </mc:Choice>
          <mc:Fallback xmlns="">
            <p:pic>
              <p:nvPicPr>
                <p:cNvPr id="293" name="Ink 292">
                  <a:extLst>
                    <a:ext uri="{FF2B5EF4-FFF2-40B4-BE49-F238E27FC236}">
                      <a16:creationId xmlns:a16="http://schemas.microsoft.com/office/drawing/2014/main" id="{77AA0B2B-5418-63EA-D029-8D2FCCAB4E39}"/>
                    </a:ext>
                  </a:extLst>
                </p:cNvPr>
                <p:cNvPicPr/>
                <p:nvPr/>
              </p:nvPicPr>
              <p:blipFill>
                <a:blip r:embed="rId356"/>
                <a:stretch>
                  <a:fillRect/>
                </a:stretch>
              </p:blipFill>
              <p:spPr>
                <a:xfrm>
                  <a:off x="3275208" y="4821624"/>
                  <a:ext cx="24480" cy="21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7">
              <p14:nvContentPartPr>
                <p14:cNvPr id="295" name="Ink 294">
                  <a:extLst>
                    <a:ext uri="{FF2B5EF4-FFF2-40B4-BE49-F238E27FC236}">
                      <a16:creationId xmlns:a16="http://schemas.microsoft.com/office/drawing/2014/main" id="{9844D65F-A551-E44F-963D-6FD48D5E20BE}"/>
                    </a:ext>
                  </a:extLst>
                </p14:cNvPr>
                <p14:cNvContentPartPr/>
                <p14:nvPr/>
              </p14:nvContentPartPr>
              <p14:xfrm>
                <a:off x="3025728" y="5081544"/>
                <a:ext cx="119520" cy="266760"/>
              </p14:xfrm>
            </p:contentPart>
          </mc:Choice>
          <mc:Fallback xmlns="">
            <p:pic>
              <p:nvPicPr>
                <p:cNvPr id="295" name="Ink 294">
                  <a:extLst>
                    <a:ext uri="{FF2B5EF4-FFF2-40B4-BE49-F238E27FC236}">
                      <a16:creationId xmlns:a16="http://schemas.microsoft.com/office/drawing/2014/main" id="{9844D65F-A551-E44F-963D-6FD48D5E20BE}"/>
                    </a:ext>
                  </a:extLst>
                </p:cNvPr>
                <p:cNvPicPr/>
                <p:nvPr/>
              </p:nvPicPr>
              <p:blipFill>
                <a:blip r:embed="rId358"/>
                <a:stretch>
                  <a:fillRect/>
                </a:stretch>
              </p:blipFill>
              <p:spPr>
                <a:xfrm>
                  <a:off x="3016728" y="5072544"/>
                  <a:ext cx="137160" cy="28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9">
              <p14:nvContentPartPr>
                <p14:cNvPr id="296" name="Ink 295">
                  <a:extLst>
                    <a:ext uri="{FF2B5EF4-FFF2-40B4-BE49-F238E27FC236}">
                      <a16:creationId xmlns:a16="http://schemas.microsoft.com/office/drawing/2014/main" id="{7A9C74FE-0BBB-B807-356D-9484AA63411E}"/>
                    </a:ext>
                  </a:extLst>
                </p14:cNvPr>
                <p14:cNvContentPartPr/>
                <p14:nvPr/>
              </p14:nvContentPartPr>
              <p14:xfrm>
                <a:off x="3223008" y="5136264"/>
                <a:ext cx="344880" cy="98280"/>
              </p14:xfrm>
            </p:contentPart>
          </mc:Choice>
          <mc:Fallback xmlns="">
            <p:pic>
              <p:nvPicPr>
                <p:cNvPr id="296" name="Ink 295">
                  <a:extLst>
                    <a:ext uri="{FF2B5EF4-FFF2-40B4-BE49-F238E27FC236}">
                      <a16:creationId xmlns:a16="http://schemas.microsoft.com/office/drawing/2014/main" id="{7A9C74FE-0BBB-B807-356D-9484AA63411E}"/>
                    </a:ext>
                  </a:extLst>
                </p:cNvPr>
                <p:cNvPicPr/>
                <p:nvPr/>
              </p:nvPicPr>
              <p:blipFill>
                <a:blip r:embed="rId360"/>
                <a:stretch>
                  <a:fillRect/>
                </a:stretch>
              </p:blipFill>
              <p:spPr>
                <a:xfrm>
                  <a:off x="3214008" y="5127264"/>
                  <a:ext cx="362520" cy="11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1">
              <p14:nvContentPartPr>
                <p14:cNvPr id="297" name="Ink 296">
                  <a:extLst>
                    <a:ext uri="{FF2B5EF4-FFF2-40B4-BE49-F238E27FC236}">
                      <a16:creationId xmlns:a16="http://schemas.microsoft.com/office/drawing/2014/main" id="{287ED976-2AD5-7ED2-2500-BD0251F8DD9D}"/>
                    </a:ext>
                  </a:extLst>
                </p14:cNvPr>
                <p14:cNvContentPartPr/>
                <p14:nvPr/>
              </p14:nvContentPartPr>
              <p14:xfrm>
                <a:off x="3657168" y="5139864"/>
                <a:ext cx="33480" cy="19080"/>
              </p14:xfrm>
            </p:contentPart>
          </mc:Choice>
          <mc:Fallback xmlns="">
            <p:pic>
              <p:nvPicPr>
                <p:cNvPr id="297" name="Ink 296">
                  <a:extLst>
                    <a:ext uri="{FF2B5EF4-FFF2-40B4-BE49-F238E27FC236}">
                      <a16:creationId xmlns:a16="http://schemas.microsoft.com/office/drawing/2014/main" id="{287ED976-2AD5-7ED2-2500-BD0251F8DD9D}"/>
                    </a:ext>
                  </a:extLst>
                </p:cNvPr>
                <p:cNvPicPr/>
                <p:nvPr/>
              </p:nvPicPr>
              <p:blipFill>
                <a:blip r:embed="rId362"/>
                <a:stretch>
                  <a:fillRect/>
                </a:stretch>
              </p:blipFill>
              <p:spPr>
                <a:xfrm>
                  <a:off x="3648168" y="5131224"/>
                  <a:ext cx="51120" cy="3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3">
              <p14:nvContentPartPr>
                <p14:cNvPr id="298" name="Ink 297">
                  <a:extLst>
                    <a:ext uri="{FF2B5EF4-FFF2-40B4-BE49-F238E27FC236}">
                      <a16:creationId xmlns:a16="http://schemas.microsoft.com/office/drawing/2014/main" id="{6D117108-261F-5588-647E-204CAE677BAD}"/>
                    </a:ext>
                  </a:extLst>
                </p14:cNvPr>
                <p14:cNvContentPartPr/>
                <p14:nvPr/>
              </p14:nvContentPartPr>
              <p14:xfrm>
                <a:off x="3404088" y="5064624"/>
                <a:ext cx="8640" cy="11520"/>
              </p14:xfrm>
            </p:contentPart>
          </mc:Choice>
          <mc:Fallback xmlns="">
            <p:pic>
              <p:nvPicPr>
                <p:cNvPr id="298" name="Ink 297">
                  <a:extLst>
                    <a:ext uri="{FF2B5EF4-FFF2-40B4-BE49-F238E27FC236}">
                      <a16:creationId xmlns:a16="http://schemas.microsoft.com/office/drawing/2014/main" id="{6D117108-261F-5588-647E-204CAE677BAD}"/>
                    </a:ext>
                  </a:extLst>
                </p:cNvPr>
                <p:cNvPicPr/>
                <p:nvPr/>
              </p:nvPicPr>
              <p:blipFill>
                <a:blip r:embed="rId364"/>
                <a:stretch>
                  <a:fillRect/>
                </a:stretch>
              </p:blipFill>
              <p:spPr>
                <a:xfrm>
                  <a:off x="3395448" y="5055984"/>
                  <a:ext cx="26280" cy="29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17" name="Group 316">
            <a:extLst>
              <a:ext uri="{FF2B5EF4-FFF2-40B4-BE49-F238E27FC236}">
                <a16:creationId xmlns:a16="http://schemas.microsoft.com/office/drawing/2014/main" id="{4EAE409A-8393-681A-DE71-320E473D8A56}"/>
              </a:ext>
            </a:extLst>
          </p:cNvPr>
          <p:cNvGrpSpPr/>
          <p:nvPr/>
        </p:nvGrpSpPr>
        <p:grpSpPr>
          <a:xfrm>
            <a:off x="4738248" y="3827664"/>
            <a:ext cx="1821960" cy="628560"/>
            <a:chOff x="4738248" y="3827664"/>
            <a:chExt cx="1821960" cy="628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65">
              <p14:nvContentPartPr>
                <p14:cNvPr id="308" name="Ink 307">
                  <a:extLst>
                    <a:ext uri="{FF2B5EF4-FFF2-40B4-BE49-F238E27FC236}">
                      <a16:creationId xmlns:a16="http://schemas.microsoft.com/office/drawing/2014/main" id="{386B6365-6B3A-3511-3ED2-13E2EA625C24}"/>
                    </a:ext>
                  </a:extLst>
                </p14:cNvPr>
                <p14:cNvContentPartPr/>
                <p14:nvPr/>
              </p14:nvContentPartPr>
              <p14:xfrm>
                <a:off x="4738248" y="3827664"/>
                <a:ext cx="174960" cy="168480"/>
              </p14:xfrm>
            </p:contentPart>
          </mc:Choice>
          <mc:Fallback xmlns="">
            <p:pic>
              <p:nvPicPr>
                <p:cNvPr id="308" name="Ink 307">
                  <a:extLst>
                    <a:ext uri="{FF2B5EF4-FFF2-40B4-BE49-F238E27FC236}">
                      <a16:creationId xmlns:a16="http://schemas.microsoft.com/office/drawing/2014/main" id="{386B6365-6B3A-3511-3ED2-13E2EA625C24}"/>
                    </a:ext>
                  </a:extLst>
                </p:cNvPr>
                <p:cNvPicPr/>
                <p:nvPr/>
              </p:nvPicPr>
              <p:blipFill>
                <a:blip r:embed="rId366"/>
                <a:stretch>
                  <a:fillRect/>
                </a:stretch>
              </p:blipFill>
              <p:spPr>
                <a:xfrm>
                  <a:off x="4729608" y="3818664"/>
                  <a:ext cx="192600" cy="18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7">
              <p14:nvContentPartPr>
                <p14:cNvPr id="309" name="Ink 308">
                  <a:extLst>
                    <a:ext uri="{FF2B5EF4-FFF2-40B4-BE49-F238E27FC236}">
                      <a16:creationId xmlns:a16="http://schemas.microsoft.com/office/drawing/2014/main" id="{BC74CCC4-6FFE-0157-ED08-4800E262BD02}"/>
                    </a:ext>
                  </a:extLst>
                </p14:cNvPr>
                <p14:cNvContentPartPr/>
                <p14:nvPr/>
              </p14:nvContentPartPr>
              <p14:xfrm>
                <a:off x="5014728" y="3831984"/>
                <a:ext cx="144000" cy="172440"/>
              </p14:xfrm>
            </p:contentPart>
          </mc:Choice>
          <mc:Fallback xmlns="">
            <p:pic>
              <p:nvPicPr>
                <p:cNvPr id="309" name="Ink 308">
                  <a:extLst>
                    <a:ext uri="{FF2B5EF4-FFF2-40B4-BE49-F238E27FC236}">
                      <a16:creationId xmlns:a16="http://schemas.microsoft.com/office/drawing/2014/main" id="{BC74CCC4-6FFE-0157-ED08-4800E262BD02}"/>
                    </a:ext>
                  </a:extLst>
                </p:cNvPr>
                <p:cNvPicPr/>
                <p:nvPr/>
              </p:nvPicPr>
              <p:blipFill>
                <a:blip r:embed="rId368"/>
                <a:stretch>
                  <a:fillRect/>
                </a:stretch>
              </p:blipFill>
              <p:spPr>
                <a:xfrm>
                  <a:off x="5006088" y="3822984"/>
                  <a:ext cx="161640" cy="19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9">
              <p14:nvContentPartPr>
                <p14:cNvPr id="311" name="Ink 310">
                  <a:extLst>
                    <a:ext uri="{FF2B5EF4-FFF2-40B4-BE49-F238E27FC236}">
                      <a16:creationId xmlns:a16="http://schemas.microsoft.com/office/drawing/2014/main" id="{7BD4B170-1D83-317D-6F27-2D1FA287A62C}"/>
                    </a:ext>
                  </a:extLst>
                </p14:cNvPr>
                <p14:cNvContentPartPr/>
                <p14:nvPr/>
              </p14:nvContentPartPr>
              <p14:xfrm>
                <a:off x="5147208" y="4025304"/>
                <a:ext cx="212400" cy="191880"/>
              </p14:xfrm>
            </p:contentPart>
          </mc:Choice>
          <mc:Fallback xmlns="">
            <p:pic>
              <p:nvPicPr>
                <p:cNvPr id="311" name="Ink 310">
                  <a:extLst>
                    <a:ext uri="{FF2B5EF4-FFF2-40B4-BE49-F238E27FC236}">
                      <a16:creationId xmlns:a16="http://schemas.microsoft.com/office/drawing/2014/main" id="{7BD4B170-1D83-317D-6F27-2D1FA287A62C}"/>
                    </a:ext>
                  </a:extLst>
                </p:cNvPr>
                <p:cNvPicPr/>
                <p:nvPr/>
              </p:nvPicPr>
              <p:blipFill>
                <a:blip r:embed="rId370"/>
                <a:stretch>
                  <a:fillRect/>
                </a:stretch>
              </p:blipFill>
              <p:spPr>
                <a:xfrm>
                  <a:off x="5138568" y="4016304"/>
                  <a:ext cx="230040" cy="20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1">
              <p14:nvContentPartPr>
                <p14:cNvPr id="312" name="Ink 311">
                  <a:extLst>
                    <a:ext uri="{FF2B5EF4-FFF2-40B4-BE49-F238E27FC236}">
                      <a16:creationId xmlns:a16="http://schemas.microsoft.com/office/drawing/2014/main" id="{6308CAC7-D8E6-1078-4886-5F8E945C509F}"/>
                    </a:ext>
                  </a:extLst>
                </p14:cNvPr>
                <p14:cNvContentPartPr/>
                <p14:nvPr/>
              </p14:nvContentPartPr>
              <p14:xfrm>
                <a:off x="5474808" y="4289184"/>
                <a:ext cx="163440" cy="167040"/>
              </p14:xfrm>
            </p:contentPart>
          </mc:Choice>
          <mc:Fallback xmlns="">
            <p:pic>
              <p:nvPicPr>
                <p:cNvPr id="312" name="Ink 311">
                  <a:extLst>
                    <a:ext uri="{FF2B5EF4-FFF2-40B4-BE49-F238E27FC236}">
                      <a16:creationId xmlns:a16="http://schemas.microsoft.com/office/drawing/2014/main" id="{6308CAC7-D8E6-1078-4886-5F8E945C509F}"/>
                    </a:ext>
                  </a:extLst>
                </p:cNvPr>
                <p:cNvPicPr/>
                <p:nvPr/>
              </p:nvPicPr>
              <p:blipFill>
                <a:blip r:embed="rId372"/>
                <a:stretch>
                  <a:fillRect/>
                </a:stretch>
              </p:blipFill>
              <p:spPr>
                <a:xfrm>
                  <a:off x="5466168" y="4280184"/>
                  <a:ext cx="181080" cy="18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3">
              <p14:nvContentPartPr>
                <p14:cNvPr id="313" name="Ink 312">
                  <a:extLst>
                    <a:ext uri="{FF2B5EF4-FFF2-40B4-BE49-F238E27FC236}">
                      <a16:creationId xmlns:a16="http://schemas.microsoft.com/office/drawing/2014/main" id="{9A081BA6-82D7-A649-15B4-1B7562EB4915}"/>
                    </a:ext>
                  </a:extLst>
                </p14:cNvPr>
                <p14:cNvContentPartPr/>
                <p14:nvPr/>
              </p14:nvContentPartPr>
              <p14:xfrm>
                <a:off x="5710608" y="4294584"/>
                <a:ext cx="57960" cy="95400"/>
              </p14:xfrm>
            </p:contentPart>
          </mc:Choice>
          <mc:Fallback xmlns="">
            <p:pic>
              <p:nvPicPr>
                <p:cNvPr id="313" name="Ink 312">
                  <a:extLst>
                    <a:ext uri="{FF2B5EF4-FFF2-40B4-BE49-F238E27FC236}">
                      <a16:creationId xmlns:a16="http://schemas.microsoft.com/office/drawing/2014/main" id="{9A081BA6-82D7-A649-15B4-1B7562EB4915}"/>
                    </a:ext>
                  </a:extLst>
                </p:cNvPr>
                <p:cNvPicPr/>
                <p:nvPr/>
              </p:nvPicPr>
              <p:blipFill>
                <a:blip r:embed="rId374"/>
                <a:stretch>
                  <a:fillRect/>
                </a:stretch>
              </p:blipFill>
              <p:spPr>
                <a:xfrm>
                  <a:off x="5701968" y="4285944"/>
                  <a:ext cx="75600" cy="11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5">
              <p14:nvContentPartPr>
                <p14:cNvPr id="314" name="Ink 313">
                  <a:extLst>
                    <a:ext uri="{FF2B5EF4-FFF2-40B4-BE49-F238E27FC236}">
                      <a16:creationId xmlns:a16="http://schemas.microsoft.com/office/drawing/2014/main" id="{0DED7168-E882-5BA6-3DCC-3050E74B2551}"/>
                    </a:ext>
                  </a:extLst>
                </p14:cNvPr>
                <p14:cNvContentPartPr/>
                <p14:nvPr/>
              </p14:nvContentPartPr>
              <p14:xfrm>
                <a:off x="5844888" y="4330224"/>
                <a:ext cx="250200" cy="52920"/>
              </p14:xfrm>
            </p:contentPart>
          </mc:Choice>
          <mc:Fallback xmlns="">
            <p:pic>
              <p:nvPicPr>
                <p:cNvPr id="314" name="Ink 313">
                  <a:extLst>
                    <a:ext uri="{FF2B5EF4-FFF2-40B4-BE49-F238E27FC236}">
                      <a16:creationId xmlns:a16="http://schemas.microsoft.com/office/drawing/2014/main" id="{0DED7168-E882-5BA6-3DCC-3050E74B2551}"/>
                    </a:ext>
                  </a:extLst>
                </p:cNvPr>
                <p:cNvPicPr/>
                <p:nvPr/>
              </p:nvPicPr>
              <p:blipFill>
                <a:blip r:embed="rId376"/>
                <a:stretch>
                  <a:fillRect/>
                </a:stretch>
              </p:blipFill>
              <p:spPr>
                <a:xfrm>
                  <a:off x="5836248" y="4321584"/>
                  <a:ext cx="267840" cy="7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7">
              <p14:nvContentPartPr>
                <p14:cNvPr id="315" name="Ink 314">
                  <a:extLst>
                    <a:ext uri="{FF2B5EF4-FFF2-40B4-BE49-F238E27FC236}">
                      <a16:creationId xmlns:a16="http://schemas.microsoft.com/office/drawing/2014/main" id="{5895D900-74CB-D9C3-7C02-0B8D562778C2}"/>
                    </a:ext>
                  </a:extLst>
                </p14:cNvPr>
                <p14:cNvContentPartPr/>
                <p14:nvPr/>
              </p14:nvContentPartPr>
              <p14:xfrm>
                <a:off x="6117048" y="4278384"/>
                <a:ext cx="5400" cy="19800"/>
              </p14:xfrm>
            </p:contentPart>
          </mc:Choice>
          <mc:Fallback xmlns="">
            <p:pic>
              <p:nvPicPr>
                <p:cNvPr id="315" name="Ink 314">
                  <a:extLst>
                    <a:ext uri="{FF2B5EF4-FFF2-40B4-BE49-F238E27FC236}">
                      <a16:creationId xmlns:a16="http://schemas.microsoft.com/office/drawing/2014/main" id="{5895D900-74CB-D9C3-7C02-0B8D562778C2}"/>
                    </a:ext>
                  </a:extLst>
                </p:cNvPr>
                <p:cNvPicPr/>
                <p:nvPr/>
              </p:nvPicPr>
              <p:blipFill>
                <a:blip r:embed="rId378"/>
                <a:stretch>
                  <a:fillRect/>
                </a:stretch>
              </p:blipFill>
              <p:spPr>
                <a:xfrm>
                  <a:off x="6108048" y="4269744"/>
                  <a:ext cx="23040" cy="3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9">
              <p14:nvContentPartPr>
                <p14:cNvPr id="316" name="Ink 315">
                  <a:extLst>
                    <a:ext uri="{FF2B5EF4-FFF2-40B4-BE49-F238E27FC236}">
                      <a16:creationId xmlns:a16="http://schemas.microsoft.com/office/drawing/2014/main" id="{8230FEC2-7072-6A20-88B7-5522ACC30EF4}"/>
                    </a:ext>
                  </a:extLst>
                </p14:cNvPr>
                <p14:cNvContentPartPr/>
                <p14:nvPr/>
              </p14:nvContentPartPr>
              <p14:xfrm>
                <a:off x="6180408" y="4202784"/>
                <a:ext cx="379800" cy="183240"/>
              </p14:xfrm>
            </p:contentPart>
          </mc:Choice>
          <mc:Fallback xmlns="">
            <p:pic>
              <p:nvPicPr>
                <p:cNvPr id="316" name="Ink 315">
                  <a:extLst>
                    <a:ext uri="{FF2B5EF4-FFF2-40B4-BE49-F238E27FC236}">
                      <a16:creationId xmlns:a16="http://schemas.microsoft.com/office/drawing/2014/main" id="{8230FEC2-7072-6A20-88B7-5522ACC30EF4}"/>
                    </a:ext>
                  </a:extLst>
                </p:cNvPr>
                <p:cNvPicPr/>
                <p:nvPr/>
              </p:nvPicPr>
              <p:blipFill>
                <a:blip r:embed="rId380"/>
                <a:stretch>
                  <a:fillRect/>
                </a:stretch>
              </p:blipFill>
              <p:spPr>
                <a:xfrm>
                  <a:off x="6171768" y="4193784"/>
                  <a:ext cx="397440" cy="2008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81">
            <p14:nvContentPartPr>
              <p14:cNvPr id="318" name="Ink 317">
                <a:extLst>
                  <a:ext uri="{FF2B5EF4-FFF2-40B4-BE49-F238E27FC236}">
                    <a16:creationId xmlns:a16="http://schemas.microsoft.com/office/drawing/2014/main" id="{6F434B4C-AD56-5A73-B200-CA275DF10424}"/>
                  </a:ext>
                </a:extLst>
              </p14:cNvPr>
              <p14:cNvContentPartPr/>
              <p14:nvPr/>
            </p14:nvContentPartPr>
            <p14:xfrm>
              <a:off x="4633128" y="4127904"/>
              <a:ext cx="268560" cy="507240"/>
            </p14:xfrm>
          </p:contentPart>
        </mc:Choice>
        <mc:Fallback xmlns="">
          <p:pic>
            <p:nvPicPr>
              <p:cNvPr id="318" name="Ink 317">
                <a:extLst>
                  <a:ext uri="{FF2B5EF4-FFF2-40B4-BE49-F238E27FC236}">
                    <a16:creationId xmlns:a16="http://schemas.microsoft.com/office/drawing/2014/main" id="{6F434B4C-AD56-5A73-B200-CA275DF10424}"/>
                  </a:ext>
                </a:extLst>
              </p:cNvPr>
              <p:cNvPicPr/>
              <p:nvPr/>
            </p:nvPicPr>
            <p:blipFill>
              <a:blip r:embed="rId382"/>
              <a:stretch>
                <a:fillRect/>
              </a:stretch>
            </p:blipFill>
            <p:spPr>
              <a:xfrm>
                <a:off x="4624128" y="4119264"/>
                <a:ext cx="286200" cy="524880"/>
              </a:xfrm>
              <a:prstGeom prst="rect">
                <a:avLst/>
              </a:prstGeom>
            </p:spPr>
          </p:pic>
        </mc:Fallback>
      </mc:AlternateContent>
      <p:grpSp>
        <p:nvGrpSpPr>
          <p:cNvPr id="322" name="Group 321">
            <a:extLst>
              <a:ext uri="{FF2B5EF4-FFF2-40B4-BE49-F238E27FC236}">
                <a16:creationId xmlns:a16="http://schemas.microsoft.com/office/drawing/2014/main" id="{32D6945B-F523-AD66-17AE-EB3F63524635}"/>
              </a:ext>
            </a:extLst>
          </p:cNvPr>
          <p:cNvGrpSpPr/>
          <p:nvPr/>
        </p:nvGrpSpPr>
        <p:grpSpPr>
          <a:xfrm>
            <a:off x="4485888" y="4772304"/>
            <a:ext cx="466200" cy="191880"/>
            <a:chOff x="4485888" y="4772304"/>
            <a:chExt cx="466200" cy="191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83">
              <p14:nvContentPartPr>
                <p14:cNvPr id="319" name="Ink 318">
                  <a:extLst>
                    <a:ext uri="{FF2B5EF4-FFF2-40B4-BE49-F238E27FC236}">
                      <a16:creationId xmlns:a16="http://schemas.microsoft.com/office/drawing/2014/main" id="{36920536-A600-7870-68AB-3970F6335651}"/>
                    </a:ext>
                  </a:extLst>
                </p14:cNvPr>
                <p14:cNvContentPartPr/>
                <p14:nvPr/>
              </p14:nvContentPartPr>
              <p14:xfrm>
                <a:off x="4485888" y="4779504"/>
                <a:ext cx="115200" cy="184680"/>
              </p14:xfrm>
            </p:contentPart>
          </mc:Choice>
          <mc:Fallback xmlns="">
            <p:pic>
              <p:nvPicPr>
                <p:cNvPr id="319" name="Ink 318">
                  <a:extLst>
                    <a:ext uri="{FF2B5EF4-FFF2-40B4-BE49-F238E27FC236}">
                      <a16:creationId xmlns:a16="http://schemas.microsoft.com/office/drawing/2014/main" id="{36920536-A600-7870-68AB-3970F6335651}"/>
                    </a:ext>
                  </a:extLst>
                </p:cNvPr>
                <p:cNvPicPr/>
                <p:nvPr/>
              </p:nvPicPr>
              <p:blipFill>
                <a:blip r:embed="rId384"/>
                <a:stretch>
                  <a:fillRect/>
                </a:stretch>
              </p:blipFill>
              <p:spPr>
                <a:xfrm>
                  <a:off x="4476888" y="4770864"/>
                  <a:ext cx="132840" cy="20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5">
              <p14:nvContentPartPr>
                <p14:cNvPr id="320" name="Ink 319">
                  <a:extLst>
                    <a:ext uri="{FF2B5EF4-FFF2-40B4-BE49-F238E27FC236}">
                      <a16:creationId xmlns:a16="http://schemas.microsoft.com/office/drawing/2014/main" id="{DA48E171-F9D1-D8AF-B15F-4664DDBFE007}"/>
                    </a:ext>
                  </a:extLst>
                </p14:cNvPr>
                <p14:cNvContentPartPr/>
                <p14:nvPr/>
              </p14:nvContentPartPr>
              <p14:xfrm>
                <a:off x="4665528" y="4772304"/>
                <a:ext cx="158040" cy="144000"/>
              </p14:xfrm>
            </p:contentPart>
          </mc:Choice>
          <mc:Fallback xmlns="">
            <p:pic>
              <p:nvPicPr>
                <p:cNvPr id="320" name="Ink 319">
                  <a:extLst>
                    <a:ext uri="{FF2B5EF4-FFF2-40B4-BE49-F238E27FC236}">
                      <a16:creationId xmlns:a16="http://schemas.microsoft.com/office/drawing/2014/main" id="{DA48E171-F9D1-D8AF-B15F-4664DDBFE007}"/>
                    </a:ext>
                  </a:extLst>
                </p:cNvPr>
                <p:cNvPicPr/>
                <p:nvPr/>
              </p:nvPicPr>
              <p:blipFill>
                <a:blip r:embed="rId386"/>
                <a:stretch>
                  <a:fillRect/>
                </a:stretch>
              </p:blipFill>
              <p:spPr>
                <a:xfrm>
                  <a:off x="4656528" y="4763664"/>
                  <a:ext cx="175680" cy="16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7">
              <p14:nvContentPartPr>
                <p14:cNvPr id="321" name="Ink 320">
                  <a:extLst>
                    <a:ext uri="{FF2B5EF4-FFF2-40B4-BE49-F238E27FC236}">
                      <a16:creationId xmlns:a16="http://schemas.microsoft.com/office/drawing/2014/main" id="{94EFB658-AE34-BF95-DA10-A54B8951C29F}"/>
                    </a:ext>
                  </a:extLst>
                </p14:cNvPr>
                <p14:cNvContentPartPr/>
                <p14:nvPr/>
              </p14:nvContentPartPr>
              <p14:xfrm>
                <a:off x="4854888" y="4808304"/>
                <a:ext cx="97200" cy="35640"/>
              </p14:xfrm>
            </p:contentPart>
          </mc:Choice>
          <mc:Fallback xmlns="">
            <p:pic>
              <p:nvPicPr>
                <p:cNvPr id="321" name="Ink 320">
                  <a:extLst>
                    <a:ext uri="{FF2B5EF4-FFF2-40B4-BE49-F238E27FC236}">
                      <a16:creationId xmlns:a16="http://schemas.microsoft.com/office/drawing/2014/main" id="{94EFB658-AE34-BF95-DA10-A54B8951C29F}"/>
                    </a:ext>
                  </a:extLst>
                </p:cNvPr>
                <p:cNvPicPr/>
                <p:nvPr/>
              </p:nvPicPr>
              <p:blipFill>
                <a:blip r:embed="rId388"/>
                <a:stretch>
                  <a:fillRect/>
                </a:stretch>
              </p:blipFill>
              <p:spPr>
                <a:xfrm>
                  <a:off x="4846248" y="4799664"/>
                  <a:ext cx="114840" cy="532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89">
            <p14:nvContentPartPr>
              <p14:cNvPr id="323" name="Ink 322">
                <a:extLst>
                  <a:ext uri="{FF2B5EF4-FFF2-40B4-BE49-F238E27FC236}">
                    <a16:creationId xmlns:a16="http://schemas.microsoft.com/office/drawing/2014/main" id="{97A2BEA7-D711-1E20-7808-E5FBDAFA0034}"/>
                  </a:ext>
                </a:extLst>
              </p14:cNvPr>
              <p14:cNvContentPartPr/>
              <p14:nvPr/>
            </p14:nvContentPartPr>
            <p14:xfrm>
              <a:off x="6023808" y="4461264"/>
              <a:ext cx="19080" cy="316800"/>
            </p14:xfrm>
          </p:contentPart>
        </mc:Choice>
        <mc:Fallback xmlns="">
          <p:pic>
            <p:nvPicPr>
              <p:cNvPr id="323" name="Ink 322">
                <a:extLst>
                  <a:ext uri="{FF2B5EF4-FFF2-40B4-BE49-F238E27FC236}">
                    <a16:creationId xmlns:a16="http://schemas.microsoft.com/office/drawing/2014/main" id="{97A2BEA7-D711-1E20-7808-E5FBDAFA0034}"/>
                  </a:ext>
                </a:extLst>
              </p:cNvPr>
              <p:cNvPicPr/>
              <p:nvPr/>
            </p:nvPicPr>
            <p:blipFill>
              <a:blip r:embed="rId390"/>
              <a:stretch>
                <a:fillRect/>
              </a:stretch>
            </p:blipFill>
            <p:spPr>
              <a:xfrm>
                <a:off x="6014808" y="4452624"/>
                <a:ext cx="36720" cy="334440"/>
              </a:xfrm>
              <a:prstGeom prst="rect">
                <a:avLst/>
              </a:prstGeom>
            </p:spPr>
          </p:pic>
        </mc:Fallback>
      </mc:AlternateContent>
      <p:grpSp>
        <p:nvGrpSpPr>
          <p:cNvPr id="328" name="Group 327">
            <a:extLst>
              <a:ext uri="{FF2B5EF4-FFF2-40B4-BE49-F238E27FC236}">
                <a16:creationId xmlns:a16="http://schemas.microsoft.com/office/drawing/2014/main" id="{4920BF35-A2DD-73E2-68CD-E647B096B11A}"/>
              </a:ext>
            </a:extLst>
          </p:cNvPr>
          <p:cNvGrpSpPr/>
          <p:nvPr/>
        </p:nvGrpSpPr>
        <p:grpSpPr>
          <a:xfrm>
            <a:off x="5951088" y="4952304"/>
            <a:ext cx="759960" cy="150840"/>
            <a:chOff x="5951088" y="4952304"/>
            <a:chExt cx="759960" cy="150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91">
              <p14:nvContentPartPr>
                <p14:cNvPr id="324" name="Ink 323">
                  <a:extLst>
                    <a:ext uri="{FF2B5EF4-FFF2-40B4-BE49-F238E27FC236}">
                      <a16:creationId xmlns:a16="http://schemas.microsoft.com/office/drawing/2014/main" id="{C58941BF-08EA-F530-1183-4F247ECA1518}"/>
                    </a:ext>
                  </a:extLst>
                </p14:cNvPr>
                <p14:cNvContentPartPr/>
                <p14:nvPr/>
              </p14:nvContentPartPr>
              <p14:xfrm>
                <a:off x="5951088" y="4952304"/>
                <a:ext cx="138600" cy="150840"/>
              </p14:xfrm>
            </p:contentPart>
          </mc:Choice>
          <mc:Fallback xmlns="">
            <p:pic>
              <p:nvPicPr>
                <p:cNvPr id="324" name="Ink 323">
                  <a:extLst>
                    <a:ext uri="{FF2B5EF4-FFF2-40B4-BE49-F238E27FC236}">
                      <a16:creationId xmlns:a16="http://schemas.microsoft.com/office/drawing/2014/main" id="{C58941BF-08EA-F530-1183-4F247ECA1518}"/>
                    </a:ext>
                  </a:extLst>
                </p:cNvPr>
                <p:cNvPicPr/>
                <p:nvPr/>
              </p:nvPicPr>
              <p:blipFill>
                <a:blip r:embed="rId392"/>
                <a:stretch>
                  <a:fillRect/>
                </a:stretch>
              </p:blipFill>
              <p:spPr>
                <a:xfrm>
                  <a:off x="5942448" y="4943304"/>
                  <a:ext cx="156240" cy="16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3">
              <p14:nvContentPartPr>
                <p14:cNvPr id="325" name="Ink 324">
                  <a:extLst>
                    <a:ext uri="{FF2B5EF4-FFF2-40B4-BE49-F238E27FC236}">
                      <a16:creationId xmlns:a16="http://schemas.microsoft.com/office/drawing/2014/main" id="{162DEB6F-26DE-EF5C-4963-566907E2E506}"/>
                    </a:ext>
                  </a:extLst>
                </p14:cNvPr>
                <p14:cNvContentPartPr/>
                <p14:nvPr/>
              </p14:nvContentPartPr>
              <p14:xfrm>
                <a:off x="6202728" y="4983264"/>
                <a:ext cx="76320" cy="84960"/>
              </p14:xfrm>
            </p:contentPart>
          </mc:Choice>
          <mc:Fallback xmlns="">
            <p:pic>
              <p:nvPicPr>
                <p:cNvPr id="325" name="Ink 324">
                  <a:extLst>
                    <a:ext uri="{FF2B5EF4-FFF2-40B4-BE49-F238E27FC236}">
                      <a16:creationId xmlns:a16="http://schemas.microsoft.com/office/drawing/2014/main" id="{162DEB6F-26DE-EF5C-4963-566907E2E506}"/>
                    </a:ext>
                  </a:extLst>
                </p:cNvPr>
                <p:cNvPicPr/>
                <p:nvPr/>
              </p:nvPicPr>
              <p:blipFill>
                <a:blip r:embed="rId394"/>
                <a:stretch>
                  <a:fillRect/>
                </a:stretch>
              </p:blipFill>
              <p:spPr>
                <a:xfrm>
                  <a:off x="6193728" y="4974264"/>
                  <a:ext cx="93960" cy="10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5">
              <p14:nvContentPartPr>
                <p14:cNvPr id="326" name="Ink 325">
                  <a:extLst>
                    <a:ext uri="{FF2B5EF4-FFF2-40B4-BE49-F238E27FC236}">
                      <a16:creationId xmlns:a16="http://schemas.microsoft.com/office/drawing/2014/main" id="{7033021B-7C11-C5E4-207B-2F2A61693541}"/>
                    </a:ext>
                  </a:extLst>
                </p14:cNvPr>
                <p14:cNvContentPartPr/>
                <p14:nvPr/>
              </p14:nvContentPartPr>
              <p14:xfrm>
                <a:off x="6394968" y="4998744"/>
                <a:ext cx="93600" cy="84600"/>
              </p14:xfrm>
            </p:contentPart>
          </mc:Choice>
          <mc:Fallback xmlns="">
            <p:pic>
              <p:nvPicPr>
                <p:cNvPr id="326" name="Ink 325">
                  <a:extLst>
                    <a:ext uri="{FF2B5EF4-FFF2-40B4-BE49-F238E27FC236}">
                      <a16:creationId xmlns:a16="http://schemas.microsoft.com/office/drawing/2014/main" id="{7033021B-7C11-C5E4-207B-2F2A61693541}"/>
                    </a:ext>
                  </a:extLst>
                </p:cNvPr>
                <p:cNvPicPr/>
                <p:nvPr/>
              </p:nvPicPr>
              <p:blipFill>
                <a:blip r:embed="rId396"/>
                <a:stretch>
                  <a:fillRect/>
                </a:stretch>
              </p:blipFill>
              <p:spPr>
                <a:xfrm>
                  <a:off x="6386328" y="4989744"/>
                  <a:ext cx="111240" cy="10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7">
              <p14:nvContentPartPr>
                <p14:cNvPr id="327" name="Ink 326">
                  <a:extLst>
                    <a:ext uri="{FF2B5EF4-FFF2-40B4-BE49-F238E27FC236}">
                      <a16:creationId xmlns:a16="http://schemas.microsoft.com/office/drawing/2014/main" id="{AA73692E-4396-52A3-4C12-92F44ECC9C48}"/>
                    </a:ext>
                  </a:extLst>
                </p14:cNvPr>
                <p14:cNvContentPartPr/>
                <p14:nvPr/>
              </p14:nvContentPartPr>
              <p14:xfrm>
                <a:off x="6594408" y="4965264"/>
                <a:ext cx="116640" cy="101520"/>
              </p14:xfrm>
            </p:contentPart>
          </mc:Choice>
          <mc:Fallback xmlns="">
            <p:pic>
              <p:nvPicPr>
                <p:cNvPr id="327" name="Ink 326">
                  <a:extLst>
                    <a:ext uri="{FF2B5EF4-FFF2-40B4-BE49-F238E27FC236}">
                      <a16:creationId xmlns:a16="http://schemas.microsoft.com/office/drawing/2014/main" id="{AA73692E-4396-52A3-4C12-92F44ECC9C48}"/>
                    </a:ext>
                  </a:extLst>
                </p:cNvPr>
                <p:cNvPicPr/>
                <p:nvPr/>
              </p:nvPicPr>
              <p:blipFill>
                <a:blip r:embed="rId398"/>
                <a:stretch>
                  <a:fillRect/>
                </a:stretch>
              </p:blipFill>
              <p:spPr>
                <a:xfrm>
                  <a:off x="6585768" y="4956624"/>
                  <a:ext cx="134280" cy="1191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99">
            <p14:nvContentPartPr>
              <p14:cNvPr id="329" name="Ink 328">
                <a:extLst>
                  <a:ext uri="{FF2B5EF4-FFF2-40B4-BE49-F238E27FC236}">
                    <a16:creationId xmlns:a16="http://schemas.microsoft.com/office/drawing/2014/main" id="{EFB8F989-973A-CE33-3E21-A2FBCE133F9E}"/>
                  </a:ext>
                </a:extLst>
              </p14:cNvPr>
              <p14:cNvContentPartPr/>
              <p14:nvPr/>
            </p14:nvContentPartPr>
            <p14:xfrm>
              <a:off x="6414768" y="5169384"/>
              <a:ext cx="32040" cy="178920"/>
            </p14:xfrm>
          </p:contentPart>
        </mc:Choice>
        <mc:Fallback xmlns="">
          <p:pic>
            <p:nvPicPr>
              <p:cNvPr id="329" name="Ink 328">
                <a:extLst>
                  <a:ext uri="{FF2B5EF4-FFF2-40B4-BE49-F238E27FC236}">
                    <a16:creationId xmlns:a16="http://schemas.microsoft.com/office/drawing/2014/main" id="{EFB8F989-973A-CE33-3E21-A2FBCE133F9E}"/>
                  </a:ext>
                </a:extLst>
              </p:cNvPr>
              <p:cNvPicPr/>
              <p:nvPr/>
            </p:nvPicPr>
            <p:blipFill>
              <a:blip r:embed="rId400"/>
              <a:stretch>
                <a:fillRect/>
              </a:stretch>
            </p:blipFill>
            <p:spPr>
              <a:xfrm>
                <a:off x="6406128" y="5160384"/>
                <a:ext cx="49680" cy="196560"/>
              </a:xfrm>
              <a:prstGeom prst="rect">
                <a:avLst/>
              </a:prstGeom>
            </p:spPr>
          </p:pic>
        </mc:Fallback>
      </mc:AlternateContent>
      <p:grpSp>
        <p:nvGrpSpPr>
          <p:cNvPr id="333" name="Group 332">
            <a:extLst>
              <a:ext uri="{FF2B5EF4-FFF2-40B4-BE49-F238E27FC236}">
                <a16:creationId xmlns:a16="http://schemas.microsoft.com/office/drawing/2014/main" id="{7498BB8E-08E1-B6CA-B82E-F4D8455F11D8}"/>
              </a:ext>
            </a:extLst>
          </p:cNvPr>
          <p:cNvGrpSpPr/>
          <p:nvPr/>
        </p:nvGrpSpPr>
        <p:grpSpPr>
          <a:xfrm>
            <a:off x="6241968" y="5450184"/>
            <a:ext cx="560160" cy="135000"/>
            <a:chOff x="6241968" y="5450184"/>
            <a:chExt cx="560160" cy="135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01">
              <p14:nvContentPartPr>
                <p14:cNvPr id="330" name="Ink 329">
                  <a:extLst>
                    <a:ext uri="{FF2B5EF4-FFF2-40B4-BE49-F238E27FC236}">
                      <a16:creationId xmlns:a16="http://schemas.microsoft.com/office/drawing/2014/main" id="{8FEA00B6-7A83-4630-5044-91BEDB5FE08F}"/>
                    </a:ext>
                  </a:extLst>
                </p14:cNvPr>
                <p14:cNvContentPartPr/>
                <p14:nvPr/>
              </p14:nvContentPartPr>
              <p14:xfrm>
                <a:off x="6241968" y="5450184"/>
                <a:ext cx="252360" cy="135000"/>
              </p14:xfrm>
            </p:contentPart>
          </mc:Choice>
          <mc:Fallback xmlns="">
            <p:pic>
              <p:nvPicPr>
                <p:cNvPr id="330" name="Ink 329">
                  <a:extLst>
                    <a:ext uri="{FF2B5EF4-FFF2-40B4-BE49-F238E27FC236}">
                      <a16:creationId xmlns:a16="http://schemas.microsoft.com/office/drawing/2014/main" id="{8FEA00B6-7A83-4630-5044-91BEDB5FE08F}"/>
                    </a:ext>
                  </a:extLst>
                </p:cNvPr>
                <p:cNvPicPr/>
                <p:nvPr/>
              </p:nvPicPr>
              <p:blipFill>
                <a:blip r:embed="rId402"/>
                <a:stretch>
                  <a:fillRect/>
                </a:stretch>
              </p:blipFill>
              <p:spPr>
                <a:xfrm>
                  <a:off x="6232968" y="5441184"/>
                  <a:ext cx="270000" cy="15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3">
              <p14:nvContentPartPr>
                <p14:cNvPr id="331" name="Ink 330">
                  <a:extLst>
                    <a:ext uri="{FF2B5EF4-FFF2-40B4-BE49-F238E27FC236}">
                      <a16:creationId xmlns:a16="http://schemas.microsoft.com/office/drawing/2014/main" id="{C5793D2F-3E05-99C4-E599-A4D6A48B8262}"/>
                    </a:ext>
                  </a:extLst>
                </p14:cNvPr>
                <p14:cNvContentPartPr/>
                <p14:nvPr/>
              </p14:nvContentPartPr>
              <p14:xfrm>
                <a:off x="6564888" y="5493384"/>
                <a:ext cx="38160" cy="48960"/>
              </p14:xfrm>
            </p:contentPart>
          </mc:Choice>
          <mc:Fallback xmlns="">
            <p:pic>
              <p:nvPicPr>
                <p:cNvPr id="331" name="Ink 330">
                  <a:extLst>
                    <a:ext uri="{FF2B5EF4-FFF2-40B4-BE49-F238E27FC236}">
                      <a16:creationId xmlns:a16="http://schemas.microsoft.com/office/drawing/2014/main" id="{C5793D2F-3E05-99C4-E599-A4D6A48B8262}"/>
                    </a:ext>
                  </a:extLst>
                </p:cNvPr>
                <p:cNvPicPr/>
                <p:nvPr/>
              </p:nvPicPr>
              <p:blipFill>
                <a:blip r:embed="rId404"/>
                <a:stretch>
                  <a:fillRect/>
                </a:stretch>
              </p:blipFill>
              <p:spPr>
                <a:xfrm>
                  <a:off x="6555888" y="5484384"/>
                  <a:ext cx="55800" cy="6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5">
              <p14:nvContentPartPr>
                <p14:cNvPr id="332" name="Ink 331">
                  <a:extLst>
                    <a:ext uri="{FF2B5EF4-FFF2-40B4-BE49-F238E27FC236}">
                      <a16:creationId xmlns:a16="http://schemas.microsoft.com/office/drawing/2014/main" id="{D27045E6-B9FF-A381-E612-72407CA010FE}"/>
                    </a:ext>
                  </a:extLst>
                </p14:cNvPr>
                <p14:cNvContentPartPr/>
                <p14:nvPr/>
              </p14:nvContentPartPr>
              <p14:xfrm>
                <a:off x="6667848" y="5453424"/>
                <a:ext cx="134280" cy="90720"/>
              </p14:xfrm>
            </p:contentPart>
          </mc:Choice>
          <mc:Fallback xmlns="">
            <p:pic>
              <p:nvPicPr>
                <p:cNvPr id="332" name="Ink 331">
                  <a:extLst>
                    <a:ext uri="{FF2B5EF4-FFF2-40B4-BE49-F238E27FC236}">
                      <a16:creationId xmlns:a16="http://schemas.microsoft.com/office/drawing/2014/main" id="{D27045E6-B9FF-A381-E612-72407CA010FE}"/>
                    </a:ext>
                  </a:extLst>
                </p:cNvPr>
                <p:cNvPicPr/>
                <p:nvPr/>
              </p:nvPicPr>
              <p:blipFill>
                <a:blip r:embed="rId406"/>
                <a:stretch>
                  <a:fillRect/>
                </a:stretch>
              </p:blipFill>
              <p:spPr>
                <a:xfrm>
                  <a:off x="6658848" y="5444784"/>
                  <a:ext cx="151920" cy="1083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407">
            <p14:nvContentPartPr>
              <p14:cNvPr id="334" name="Ink 333">
                <a:extLst>
                  <a:ext uri="{FF2B5EF4-FFF2-40B4-BE49-F238E27FC236}">
                    <a16:creationId xmlns:a16="http://schemas.microsoft.com/office/drawing/2014/main" id="{8BEA2D24-6D25-DEB8-A012-6D0308824DB3}"/>
                  </a:ext>
                </a:extLst>
              </p14:cNvPr>
              <p14:cNvContentPartPr/>
              <p14:nvPr/>
            </p14:nvContentPartPr>
            <p14:xfrm>
              <a:off x="4665528" y="5061024"/>
              <a:ext cx="23400" cy="219960"/>
            </p14:xfrm>
          </p:contentPart>
        </mc:Choice>
        <mc:Fallback xmlns="">
          <p:pic>
            <p:nvPicPr>
              <p:cNvPr id="334" name="Ink 333">
                <a:extLst>
                  <a:ext uri="{FF2B5EF4-FFF2-40B4-BE49-F238E27FC236}">
                    <a16:creationId xmlns:a16="http://schemas.microsoft.com/office/drawing/2014/main" id="{8BEA2D24-6D25-DEB8-A012-6D0308824DB3}"/>
                  </a:ext>
                </a:extLst>
              </p:cNvPr>
              <p:cNvPicPr/>
              <p:nvPr/>
            </p:nvPicPr>
            <p:blipFill>
              <a:blip r:embed="rId408"/>
              <a:stretch>
                <a:fillRect/>
              </a:stretch>
            </p:blipFill>
            <p:spPr>
              <a:xfrm>
                <a:off x="4656528" y="5052024"/>
                <a:ext cx="41040" cy="237600"/>
              </a:xfrm>
              <a:prstGeom prst="rect">
                <a:avLst/>
              </a:prstGeom>
            </p:spPr>
          </p:pic>
        </mc:Fallback>
      </mc:AlternateContent>
      <p:grpSp>
        <p:nvGrpSpPr>
          <p:cNvPr id="337" name="Group 336">
            <a:extLst>
              <a:ext uri="{FF2B5EF4-FFF2-40B4-BE49-F238E27FC236}">
                <a16:creationId xmlns:a16="http://schemas.microsoft.com/office/drawing/2014/main" id="{CB8C1EC1-8276-792E-59E1-FFF97984071F}"/>
              </a:ext>
            </a:extLst>
          </p:cNvPr>
          <p:cNvGrpSpPr/>
          <p:nvPr/>
        </p:nvGrpSpPr>
        <p:grpSpPr>
          <a:xfrm>
            <a:off x="4561128" y="5403744"/>
            <a:ext cx="426240" cy="177120"/>
            <a:chOff x="4561128" y="5403744"/>
            <a:chExt cx="426240" cy="177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09">
              <p14:nvContentPartPr>
                <p14:cNvPr id="335" name="Ink 334">
                  <a:extLst>
                    <a:ext uri="{FF2B5EF4-FFF2-40B4-BE49-F238E27FC236}">
                      <a16:creationId xmlns:a16="http://schemas.microsoft.com/office/drawing/2014/main" id="{59711F11-2D0D-FE48-ACD4-8FAFD2F52916}"/>
                    </a:ext>
                  </a:extLst>
                </p14:cNvPr>
                <p14:cNvContentPartPr/>
                <p14:nvPr/>
              </p14:nvContentPartPr>
              <p14:xfrm>
                <a:off x="4617648" y="5450904"/>
                <a:ext cx="14760" cy="129960"/>
              </p14:xfrm>
            </p:contentPart>
          </mc:Choice>
          <mc:Fallback xmlns="">
            <p:pic>
              <p:nvPicPr>
                <p:cNvPr id="335" name="Ink 334">
                  <a:extLst>
                    <a:ext uri="{FF2B5EF4-FFF2-40B4-BE49-F238E27FC236}">
                      <a16:creationId xmlns:a16="http://schemas.microsoft.com/office/drawing/2014/main" id="{59711F11-2D0D-FE48-ACD4-8FAFD2F52916}"/>
                    </a:ext>
                  </a:extLst>
                </p:cNvPr>
                <p:cNvPicPr/>
                <p:nvPr/>
              </p:nvPicPr>
              <p:blipFill>
                <a:blip r:embed="rId410"/>
                <a:stretch>
                  <a:fillRect/>
                </a:stretch>
              </p:blipFill>
              <p:spPr>
                <a:xfrm>
                  <a:off x="4609008" y="5442264"/>
                  <a:ext cx="32400" cy="14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1">
              <p14:nvContentPartPr>
                <p14:cNvPr id="336" name="Ink 335">
                  <a:extLst>
                    <a:ext uri="{FF2B5EF4-FFF2-40B4-BE49-F238E27FC236}">
                      <a16:creationId xmlns:a16="http://schemas.microsoft.com/office/drawing/2014/main" id="{3F06188A-D63F-FD23-AEFD-95844778BF89}"/>
                    </a:ext>
                  </a:extLst>
                </p14:cNvPr>
                <p14:cNvContentPartPr/>
                <p14:nvPr/>
              </p14:nvContentPartPr>
              <p14:xfrm>
                <a:off x="4561128" y="5403744"/>
                <a:ext cx="426240" cy="171360"/>
              </p14:xfrm>
            </p:contentPart>
          </mc:Choice>
          <mc:Fallback xmlns="">
            <p:pic>
              <p:nvPicPr>
                <p:cNvPr id="336" name="Ink 335">
                  <a:extLst>
                    <a:ext uri="{FF2B5EF4-FFF2-40B4-BE49-F238E27FC236}">
                      <a16:creationId xmlns:a16="http://schemas.microsoft.com/office/drawing/2014/main" id="{3F06188A-D63F-FD23-AEFD-95844778BF89}"/>
                    </a:ext>
                  </a:extLst>
                </p:cNvPr>
                <p:cNvPicPr/>
                <p:nvPr/>
              </p:nvPicPr>
              <p:blipFill>
                <a:blip r:embed="rId412"/>
                <a:stretch>
                  <a:fillRect/>
                </a:stretch>
              </p:blipFill>
              <p:spPr>
                <a:xfrm>
                  <a:off x="4552128" y="5394744"/>
                  <a:ext cx="443880" cy="189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49" name="Group 348">
            <a:extLst>
              <a:ext uri="{FF2B5EF4-FFF2-40B4-BE49-F238E27FC236}">
                <a16:creationId xmlns:a16="http://schemas.microsoft.com/office/drawing/2014/main" id="{C655E52A-4D82-CB98-701B-C7A0E3FE3599}"/>
              </a:ext>
            </a:extLst>
          </p:cNvPr>
          <p:cNvGrpSpPr/>
          <p:nvPr/>
        </p:nvGrpSpPr>
        <p:grpSpPr>
          <a:xfrm>
            <a:off x="9238608" y="3995784"/>
            <a:ext cx="318240" cy="208440"/>
            <a:chOff x="9238608" y="3995784"/>
            <a:chExt cx="318240" cy="208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13">
              <p14:nvContentPartPr>
                <p14:cNvPr id="338" name="Ink 337">
                  <a:extLst>
                    <a:ext uri="{FF2B5EF4-FFF2-40B4-BE49-F238E27FC236}">
                      <a16:creationId xmlns:a16="http://schemas.microsoft.com/office/drawing/2014/main" id="{CCD9FC7D-221F-0FB4-5197-C5BAA4E757A6}"/>
                    </a:ext>
                  </a:extLst>
                </p14:cNvPr>
                <p14:cNvContentPartPr/>
                <p14:nvPr/>
              </p14:nvContentPartPr>
              <p14:xfrm>
                <a:off x="9238608" y="3995784"/>
                <a:ext cx="94680" cy="208440"/>
              </p14:xfrm>
            </p:contentPart>
          </mc:Choice>
          <mc:Fallback xmlns="">
            <p:pic>
              <p:nvPicPr>
                <p:cNvPr id="338" name="Ink 337">
                  <a:extLst>
                    <a:ext uri="{FF2B5EF4-FFF2-40B4-BE49-F238E27FC236}">
                      <a16:creationId xmlns:a16="http://schemas.microsoft.com/office/drawing/2014/main" id="{CCD9FC7D-221F-0FB4-5197-C5BAA4E757A6}"/>
                    </a:ext>
                  </a:extLst>
                </p:cNvPr>
                <p:cNvPicPr/>
                <p:nvPr/>
              </p:nvPicPr>
              <p:blipFill>
                <a:blip r:embed="rId414"/>
                <a:stretch>
                  <a:fillRect/>
                </a:stretch>
              </p:blipFill>
              <p:spPr>
                <a:xfrm>
                  <a:off x="9229968" y="3987144"/>
                  <a:ext cx="112320" cy="22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5">
              <p14:nvContentPartPr>
                <p14:cNvPr id="339" name="Ink 338">
                  <a:extLst>
                    <a:ext uri="{FF2B5EF4-FFF2-40B4-BE49-F238E27FC236}">
                      <a16:creationId xmlns:a16="http://schemas.microsoft.com/office/drawing/2014/main" id="{14783442-515B-4910-F214-3D7A6D63C9A5}"/>
                    </a:ext>
                  </a:extLst>
                </p14:cNvPr>
                <p14:cNvContentPartPr/>
                <p14:nvPr/>
              </p14:nvContentPartPr>
              <p14:xfrm>
                <a:off x="9435168" y="4005504"/>
                <a:ext cx="121680" cy="176400"/>
              </p14:xfrm>
            </p:contentPart>
          </mc:Choice>
          <mc:Fallback xmlns="">
            <p:pic>
              <p:nvPicPr>
                <p:cNvPr id="339" name="Ink 338">
                  <a:extLst>
                    <a:ext uri="{FF2B5EF4-FFF2-40B4-BE49-F238E27FC236}">
                      <a16:creationId xmlns:a16="http://schemas.microsoft.com/office/drawing/2014/main" id="{14783442-515B-4910-F214-3D7A6D63C9A5}"/>
                    </a:ext>
                  </a:extLst>
                </p:cNvPr>
                <p:cNvPicPr/>
                <p:nvPr/>
              </p:nvPicPr>
              <p:blipFill>
                <a:blip r:embed="rId416"/>
                <a:stretch>
                  <a:fillRect/>
                </a:stretch>
              </p:blipFill>
              <p:spPr>
                <a:xfrm>
                  <a:off x="9426168" y="3996504"/>
                  <a:ext cx="139320" cy="1940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417">
            <p14:nvContentPartPr>
              <p14:cNvPr id="340" name="Ink 339">
                <a:extLst>
                  <a:ext uri="{FF2B5EF4-FFF2-40B4-BE49-F238E27FC236}">
                    <a16:creationId xmlns:a16="http://schemas.microsoft.com/office/drawing/2014/main" id="{2B2B3BB8-5CA7-0304-92D4-31B2FE3DC957}"/>
                  </a:ext>
                </a:extLst>
              </p14:cNvPr>
              <p14:cNvContentPartPr/>
              <p14:nvPr/>
            </p14:nvContentPartPr>
            <p14:xfrm>
              <a:off x="9372888" y="4339944"/>
              <a:ext cx="22680" cy="167760"/>
            </p14:xfrm>
          </p:contentPart>
        </mc:Choice>
        <mc:Fallback xmlns="">
          <p:pic>
            <p:nvPicPr>
              <p:cNvPr id="340" name="Ink 339">
                <a:extLst>
                  <a:ext uri="{FF2B5EF4-FFF2-40B4-BE49-F238E27FC236}">
                    <a16:creationId xmlns:a16="http://schemas.microsoft.com/office/drawing/2014/main" id="{2B2B3BB8-5CA7-0304-92D4-31B2FE3DC957}"/>
                  </a:ext>
                </a:extLst>
              </p:cNvPr>
              <p:cNvPicPr/>
              <p:nvPr/>
            </p:nvPicPr>
            <p:blipFill>
              <a:blip r:embed="rId418"/>
              <a:stretch>
                <a:fillRect/>
              </a:stretch>
            </p:blipFill>
            <p:spPr>
              <a:xfrm>
                <a:off x="9363888" y="4331304"/>
                <a:ext cx="40320" cy="185400"/>
              </a:xfrm>
              <a:prstGeom prst="rect">
                <a:avLst/>
              </a:prstGeom>
            </p:spPr>
          </p:pic>
        </mc:Fallback>
      </mc:AlternateContent>
      <p:grpSp>
        <p:nvGrpSpPr>
          <p:cNvPr id="348" name="Group 347">
            <a:extLst>
              <a:ext uri="{FF2B5EF4-FFF2-40B4-BE49-F238E27FC236}">
                <a16:creationId xmlns:a16="http://schemas.microsoft.com/office/drawing/2014/main" id="{C23BE6D3-C0B3-7DBC-BCD5-DE279A880E0F}"/>
              </a:ext>
            </a:extLst>
          </p:cNvPr>
          <p:cNvGrpSpPr/>
          <p:nvPr/>
        </p:nvGrpSpPr>
        <p:grpSpPr>
          <a:xfrm>
            <a:off x="9178128" y="4653144"/>
            <a:ext cx="430200" cy="175680"/>
            <a:chOff x="9178128" y="4653144"/>
            <a:chExt cx="430200" cy="175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19">
              <p14:nvContentPartPr>
                <p14:cNvPr id="341" name="Ink 340">
                  <a:extLst>
                    <a:ext uri="{FF2B5EF4-FFF2-40B4-BE49-F238E27FC236}">
                      <a16:creationId xmlns:a16="http://schemas.microsoft.com/office/drawing/2014/main" id="{958DEC96-D41E-7919-5390-5EB6A022BCB8}"/>
                    </a:ext>
                  </a:extLst>
                </p14:cNvPr>
                <p14:cNvContentPartPr/>
                <p14:nvPr/>
              </p14:nvContentPartPr>
              <p14:xfrm>
                <a:off x="9178128" y="4678704"/>
                <a:ext cx="132120" cy="150120"/>
              </p14:xfrm>
            </p:contentPart>
          </mc:Choice>
          <mc:Fallback xmlns="">
            <p:pic>
              <p:nvPicPr>
                <p:cNvPr id="341" name="Ink 340">
                  <a:extLst>
                    <a:ext uri="{FF2B5EF4-FFF2-40B4-BE49-F238E27FC236}">
                      <a16:creationId xmlns:a16="http://schemas.microsoft.com/office/drawing/2014/main" id="{958DEC96-D41E-7919-5390-5EB6A022BCB8}"/>
                    </a:ext>
                  </a:extLst>
                </p:cNvPr>
                <p:cNvPicPr/>
                <p:nvPr/>
              </p:nvPicPr>
              <p:blipFill>
                <a:blip r:embed="rId420"/>
                <a:stretch>
                  <a:fillRect/>
                </a:stretch>
              </p:blipFill>
              <p:spPr>
                <a:xfrm>
                  <a:off x="9169488" y="4669704"/>
                  <a:ext cx="149760" cy="16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1">
              <p14:nvContentPartPr>
                <p14:cNvPr id="342" name="Ink 341">
                  <a:extLst>
                    <a:ext uri="{FF2B5EF4-FFF2-40B4-BE49-F238E27FC236}">
                      <a16:creationId xmlns:a16="http://schemas.microsoft.com/office/drawing/2014/main" id="{2FE4531F-EE3E-CCBF-DD4B-0D8BFABC461B}"/>
                    </a:ext>
                  </a:extLst>
                </p14:cNvPr>
                <p14:cNvContentPartPr/>
                <p14:nvPr/>
              </p14:nvContentPartPr>
              <p14:xfrm>
                <a:off x="9339408" y="4653144"/>
                <a:ext cx="268920" cy="165960"/>
              </p14:xfrm>
            </p:contentPart>
          </mc:Choice>
          <mc:Fallback xmlns="">
            <p:pic>
              <p:nvPicPr>
                <p:cNvPr id="342" name="Ink 341">
                  <a:extLst>
                    <a:ext uri="{FF2B5EF4-FFF2-40B4-BE49-F238E27FC236}">
                      <a16:creationId xmlns:a16="http://schemas.microsoft.com/office/drawing/2014/main" id="{2FE4531F-EE3E-CCBF-DD4B-0D8BFABC461B}"/>
                    </a:ext>
                  </a:extLst>
                </p:cNvPr>
                <p:cNvPicPr/>
                <p:nvPr/>
              </p:nvPicPr>
              <p:blipFill>
                <a:blip r:embed="rId422"/>
                <a:stretch>
                  <a:fillRect/>
                </a:stretch>
              </p:blipFill>
              <p:spPr>
                <a:xfrm>
                  <a:off x="9330408" y="4644504"/>
                  <a:ext cx="286560" cy="183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47" name="Group 346">
            <a:extLst>
              <a:ext uri="{FF2B5EF4-FFF2-40B4-BE49-F238E27FC236}">
                <a16:creationId xmlns:a16="http://schemas.microsoft.com/office/drawing/2014/main" id="{06CE7A7C-6626-F760-0A8B-8FB086535251}"/>
              </a:ext>
            </a:extLst>
          </p:cNvPr>
          <p:cNvGrpSpPr/>
          <p:nvPr/>
        </p:nvGrpSpPr>
        <p:grpSpPr>
          <a:xfrm>
            <a:off x="9239688" y="4963464"/>
            <a:ext cx="741600" cy="524520"/>
            <a:chOff x="9239688" y="4963464"/>
            <a:chExt cx="741600" cy="524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23">
              <p14:nvContentPartPr>
                <p14:cNvPr id="343" name="Ink 342">
                  <a:extLst>
                    <a:ext uri="{FF2B5EF4-FFF2-40B4-BE49-F238E27FC236}">
                      <a16:creationId xmlns:a16="http://schemas.microsoft.com/office/drawing/2014/main" id="{7A0C60E2-9F14-8531-22D9-ABCF485B3B38}"/>
                    </a:ext>
                  </a:extLst>
                </p14:cNvPr>
                <p14:cNvContentPartPr/>
                <p14:nvPr/>
              </p14:nvContentPartPr>
              <p14:xfrm>
                <a:off x="9413928" y="4963464"/>
                <a:ext cx="27360" cy="207720"/>
              </p14:xfrm>
            </p:contentPart>
          </mc:Choice>
          <mc:Fallback xmlns="">
            <p:pic>
              <p:nvPicPr>
                <p:cNvPr id="343" name="Ink 342">
                  <a:extLst>
                    <a:ext uri="{FF2B5EF4-FFF2-40B4-BE49-F238E27FC236}">
                      <a16:creationId xmlns:a16="http://schemas.microsoft.com/office/drawing/2014/main" id="{7A0C60E2-9F14-8531-22D9-ABCF485B3B38}"/>
                    </a:ext>
                  </a:extLst>
                </p:cNvPr>
                <p:cNvPicPr/>
                <p:nvPr/>
              </p:nvPicPr>
              <p:blipFill>
                <a:blip r:embed="rId424"/>
                <a:stretch>
                  <a:fillRect/>
                </a:stretch>
              </p:blipFill>
              <p:spPr>
                <a:xfrm>
                  <a:off x="9404928" y="4954464"/>
                  <a:ext cx="45000" cy="22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5">
              <p14:nvContentPartPr>
                <p14:cNvPr id="344" name="Ink 343">
                  <a:extLst>
                    <a:ext uri="{FF2B5EF4-FFF2-40B4-BE49-F238E27FC236}">
                      <a16:creationId xmlns:a16="http://schemas.microsoft.com/office/drawing/2014/main" id="{06B4835D-FAE1-CF72-BCEB-16F107799023}"/>
                    </a:ext>
                  </a:extLst>
                </p14:cNvPr>
                <p14:cNvContentPartPr/>
                <p14:nvPr/>
              </p14:nvContentPartPr>
              <p14:xfrm>
                <a:off x="9239688" y="5233104"/>
                <a:ext cx="159840" cy="254880"/>
              </p14:xfrm>
            </p:contentPart>
          </mc:Choice>
          <mc:Fallback xmlns="">
            <p:pic>
              <p:nvPicPr>
                <p:cNvPr id="344" name="Ink 343">
                  <a:extLst>
                    <a:ext uri="{FF2B5EF4-FFF2-40B4-BE49-F238E27FC236}">
                      <a16:creationId xmlns:a16="http://schemas.microsoft.com/office/drawing/2014/main" id="{06B4835D-FAE1-CF72-BCEB-16F107799023}"/>
                    </a:ext>
                  </a:extLst>
                </p:cNvPr>
                <p:cNvPicPr/>
                <p:nvPr/>
              </p:nvPicPr>
              <p:blipFill>
                <a:blip r:embed="rId426"/>
                <a:stretch>
                  <a:fillRect/>
                </a:stretch>
              </p:blipFill>
              <p:spPr>
                <a:xfrm>
                  <a:off x="9231048" y="5224464"/>
                  <a:ext cx="177480" cy="27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7">
              <p14:nvContentPartPr>
                <p14:cNvPr id="345" name="Ink 344">
                  <a:extLst>
                    <a:ext uri="{FF2B5EF4-FFF2-40B4-BE49-F238E27FC236}">
                      <a16:creationId xmlns:a16="http://schemas.microsoft.com/office/drawing/2014/main" id="{24E5678D-6FBD-B276-76CA-2ABBEADCBC11}"/>
                    </a:ext>
                  </a:extLst>
                </p14:cNvPr>
                <p14:cNvContentPartPr/>
                <p14:nvPr/>
              </p14:nvContentPartPr>
              <p14:xfrm>
                <a:off x="9453168" y="5284944"/>
                <a:ext cx="357480" cy="68760"/>
              </p14:xfrm>
            </p:contentPart>
          </mc:Choice>
          <mc:Fallback xmlns="">
            <p:pic>
              <p:nvPicPr>
                <p:cNvPr id="345" name="Ink 344">
                  <a:extLst>
                    <a:ext uri="{FF2B5EF4-FFF2-40B4-BE49-F238E27FC236}">
                      <a16:creationId xmlns:a16="http://schemas.microsoft.com/office/drawing/2014/main" id="{24E5678D-6FBD-B276-76CA-2ABBEADCBC11}"/>
                    </a:ext>
                  </a:extLst>
                </p:cNvPr>
                <p:cNvPicPr/>
                <p:nvPr/>
              </p:nvPicPr>
              <p:blipFill>
                <a:blip r:embed="rId428"/>
                <a:stretch>
                  <a:fillRect/>
                </a:stretch>
              </p:blipFill>
              <p:spPr>
                <a:xfrm>
                  <a:off x="9444168" y="5276304"/>
                  <a:ext cx="375120" cy="8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9">
              <p14:nvContentPartPr>
                <p14:cNvPr id="346" name="Ink 345">
                  <a:extLst>
                    <a:ext uri="{FF2B5EF4-FFF2-40B4-BE49-F238E27FC236}">
                      <a16:creationId xmlns:a16="http://schemas.microsoft.com/office/drawing/2014/main" id="{72A09D9A-8BDB-470F-21DD-9C65750C72B5}"/>
                    </a:ext>
                  </a:extLst>
                </p14:cNvPr>
                <p14:cNvContentPartPr/>
                <p14:nvPr/>
              </p14:nvContentPartPr>
              <p14:xfrm>
                <a:off x="9921168" y="5266944"/>
                <a:ext cx="60120" cy="27000"/>
              </p14:xfrm>
            </p:contentPart>
          </mc:Choice>
          <mc:Fallback xmlns="">
            <p:pic>
              <p:nvPicPr>
                <p:cNvPr id="346" name="Ink 345">
                  <a:extLst>
                    <a:ext uri="{FF2B5EF4-FFF2-40B4-BE49-F238E27FC236}">
                      <a16:creationId xmlns:a16="http://schemas.microsoft.com/office/drawing/2014/main" id="{72A09D9A-8BDB-470F-21DD-9C65750C72B5}"/>
                    </a:ext>
                  </a:extLst>
                </p:cNvPr>
                <p:cNvPicPr/>
                <p:nvPr/>
              </p:nvPicPr>
              <p:blipFill>
                <a:blip r:embed="rId430"/>
                <a:stretch>
                  <a:fillRect/>
                </a:stretch>
              </p:blipFill>
              <p:spPr>
                <a:xfrm>
                  <a:off x="9912528" y="5257944"/>
                  <a:ext cx="77760" cy="44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59" name="Group 358">
            <a:extLst>
              <a:ext uri="{FF2B5EF4-FFF2-40B4-BE49-F238E27FC236}">
                <a16:creationId xmlns:a16="http://schemas.microsoft.com/office/drawing/2014/main" id="{0F19FBCF-325B-86DB-8952-C04106F81256}"/>
              </a:ext>
            </a:extLst>
          </p:cNvPr>
          <p:cNvGrpSpPr/>
          <p:nvPr/>
        </p:nvGrpSpPr>
        <p:grpSpPr>
          <a:xfrm>
            <a:off x="11045088" y="4135824"/>
            <a:ext cx="950760" cy="397080"/>
            <a:chOff x="11045088" y="4135824"/>
            <a:chExt cx="950760" cy="397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31">
              <p14:nvContentPartPr>
                <p14:cNvPr id="353" name="Ink 352">
                  <a:extLst>
                    <a:ext uri="{FF2B5EF4-FFF2-40B4-BE49-F238E27FC236}">
                      <a16:creationId xmlns:a16="http://schemas.microsoft.com/office/drawing/2014/main" id="{3AC3CB50-A963-483E-D0C0-15AF5DF69BC0}"/>
                    </a:ext>
                  </a:extLst>
                </p14:cNvPr>
                <p14:cNvContentPartPr/>
                <p14:nvPr/>
              </p14:nvContentPartPr>
              <p14:xfrm>
                <a:off x="11045088" y="4135824"/>
                <a:ext cx="117000" cy="196200"/>
              </p14:xfrm>
            </p:contentPart>
          </mc:Choice>
          <mc:Fallback xmlns="">
            <p:pic>
              <p:nvPicPr>
                <p:cNvPr id="353" name="Ink 352">
                  <a:extLst>
                    <a:ext uri="{FF2B5EF4-FFF2-40B4-BE49-F238E27FC236}">
                      <a16:creationId xmlns:a16="http://schemas.microsoft.com/office/drawing/2014/main" id="{3AC3CB50-A963-483E-D0C0-15AF5DF69BC0}"/>
                    </a:ext>
                  </a:extLst>
                </p:cNvPr>
                <p:cNvPicPr/>
                <p:nvPr/>
              </p:nvPicPr>
              <p:blipFill>
                <a:blip r:embed="rId432"/>
                <a:stretch>
                  <a:fillRect/>
                </a:stretch>
              </p:blipFill>
              <p:spPr>
                <a:xfrm>
                  <a:off x="11036448" y="4127184"/>
                  <a:ext cx="134640" cy="21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3">
              <p14:nvContentPartPr>
                <p14:cNvPr id="354" name="Ink 353">
                  <a:extLst>
                    <a:ext uri="{FF2B5EF4-FFF2-40B4-BE49-F238E27FC236}">
                      <a16:creationId xmlns:a16="http://schemas.microsoft.com/office/drawing/2014/main" id="{4F2995A0-AC7E-6F68-0FD7-FC18DD4FDCDE}"/>
                    </a:ext>
                  </a:extLst>
                </p14:cNvPr>
                <p14:cNvContentPartPr/>
                <p14:nvPr/>
              </p14:nvContentPartPr>
              <p14:xfrm>
                <a:off x="11274048" y="4393224"/>
                <a:ext cx="156600" cy="138960"/>
              </p14:xfrm>
            </p:contentPart>
          </mc:Choice>
          <mc:Fallback xmlns="">
            <p:pic>
              <p:nvPicPr>
                <p:cNvPr id="354" name="Ink 353">
                  <a:extLst>
                    <a:ext uri="{FF2B5EF4-FFF2-40B4-BE49-F238E27FC236}">
                      <a16:creationId xmlns:a16="http://schemas.microsoft.com/office/drawing/2014/main" id="{4F2995A0-AC7E-6F68-0FD7-FC18DD4FDCDE}"/>
                    </a:ext>
                  </a:extLst>
                </p:cNvPr>
                <p:cNvPicPr/>
                <p:nvPr/>
              </p:nvPicPr>
              <p:blipFill>
                <a:blip r:embed="rId434"/>
                <a:stretch>
                  <a:fillRect/>
                </a:stretch>
              </p:blipFill>
              <p:spPr>
                <a:xfrm>
                  <a:off x="11265408" y="4384224"/>
                  <a:ext cx="174240" cy="15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5">
              <p14:nvContentPartPr>
                <p14:cNvPr id="355" name="Ink 354">
                  <a:extLst>
                    <a:ext uri="{FF2B5EF4-FFF2-40B4-BE49-F238E27FC236}">
                      <a16:creationId xmlns:a16="http://schemas.microsoft.com/office/drawing/2014/main" id="{B2B03B4E-F62E-79BB-2FB5-44E4AF69EEE8}"/>
                    </a:ext>
                  </a:extLst>
                </p14:cNvPr>
                <p14:cNvContentPartPr/>
                <p14:nvPr/>
              </p14:nvContentPartPr>
              <p14:xfrm>
                <a:off x="11496888" y="4442544"/>
                <a:ext cx="41400" cy="63720"/>
              </p14:xfrm>
            </p:contentPart>
          </mc:Choice>
          <mc:Fallback xmlns="">
            <p:pic>
              <p:nvPicPr>
                <p:cNvPr id="355" name="Ink 354">
                  <a:extLst>
                    <a:ext uri="{FF2B5EF4-FFF2-40B4-BE49-F238E27FC236}">
                      <a16:creationId xmlns:a16="http://schemas.microsoft.com/office/drawing/2014/main" id="{B2B03B4E-F62E-79BB-2FB5-44E4AF69EEE8}"/>
                    </a:ext>
                  </a:extLst>
                </p:cNvPr>
                <p:cNvPicPr/>
                <p:nvPr/>
              </p:nvPicPr>
              <p:blipFill>
                <a:blip r:embed="rId436"/>
                <a:stretch>
                  <a:fillRect/>
                </a:stretch>
              </p:blipFill>
              <p:spPr>
                <a:xfrm>
                  <a:off x="11487888" y="4433904"/>
                  <a:ext cx="59040" cy="8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7">
              <p14:nvContentPartPr>
                <p14:cNvPr id="356" name="Ink 355">
                  <a:extLst>
                    <a:ext uri="{FF2B5EF4-FFF2-40B4-BE49-F238E27FC236}">
                      <a16:creationId xmlns:a16="http://schemas.microsoft.com/office/drawing/2014/main" id="{0937C7BB-601A-80E1-C5E9-C570ADD2D3DE}"/>
                    </a:ext>
                  </a:extLst>
                </p14:cNvPr>
                <p14:cNvContentPartPr/>
                <p14:nvPr/>
              </p14:nvContentPartPr>
              <p14:xfrm>
                <a:off x="11591208" y="4449024"/>
                <a:ext cx="180720" cy="51840"/>
              </p14:xfrm>
            </p:contentPart>
          </mc:Choice>
          <mc:Fallback xmlns="">
            <p:pic>
              <p:nvPicPr>
                <p:cNvPr id="356" name="Ink 355">
                  <a:extLst>
                    <a:ext uri="{FF2B5EF4-FFF2-40B4-BE49-F238E27FC236}">
                      <a16:creationId xmlns:a16="http://schemas.microsoft.com/office/drawing/2014/main" id="{0937C7BB-601A-80E1-C5E9-C570ADD2D3DE}"/>
                    </a:ext>
                  </a:extLst>
                </p:cNvPr>
                <p:cNvPicPr/>
                <p:nvPr/>
              </p:nvPicPr>
              <p:blipFill>
                <a:blip r:embed="rId438"/>
                <a:stretch>
                  <a:fillRect/>
                </a:stretch>
              </p:blipFill>
              <p:spPr>
                <a:xfrm>
                  <a:off x="11582208" y="4440024"/>
                  <a:ext cx="198360" cy="6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9">
              <p14:nvContentPartPr>
                <p14:cNvPr id="357" name="Ink 356">
                  <a:extLst>
                    <a:ext uri="{FF2B5EF4-FFF2-40B4-BE49-F238E27FC236}">
                      <a16:creationId xmlns:a16="http://schemas.microsoft.com/office/drawing/2014/main" id="{BCEDD12D-88F5-91B8-8064-CA77F26EB14D}"/>
                    </a:ext>
                  </a:extLst>
                </p14:cNvPr>
                <p14:cNvContentPartPr/>
                <p14:nvPr/>
              </p14:nvContentPartPr>
              <p14:xfrm>
                <a:off x="11781288" y="4425984"/>
                <a:ext cx="7200" cy="12240"/>
              </p14:xfrm>
            </p:contentPart>
          </mc:Choice>
          <mc:Fallback xmlns="">
            <p:pic>
              <p:nvPicPr>
                <p:cNvPr id="357" name="Ink 356">
                  <a:extLst>
                    <a:ext uri="{FF2B5EF4-FFF2-40B4-BE49-F238E27FC236}">
                      <a16:creationId xmlns:a16="http://schemas.microsoft.com/office/drawing/2014/main" id="{BCEDD12D-88F5-91B8-8064-CA77F26EB14D}"/>
                    </a:ext>
                  </a:extLst>
                </p:cNvPr>
                <p:cNvPicPr/>
                <p:nvPr/>
              </p:nvPicPr>
              <p:blipFill>
                <a:blip r:embed="rId440"/>
                <a:stretch>
                  <a:fillRect/>
                </a:stretch>
              </p:blipFill>
              <p:spPr>
                <a:xfrm>
                  <a:off x="11772288" y="4416984"/>
                  <a:ext cx="24840" cy="2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1">
              <p14:nvContentPartPr>
                <p14:cNvPr id="358" name="Ink 357">
                  <a:extLst>
                    <a:ext uri="{FF2B5EF4-FFF2-40B4-BE49-F238E27FC236}">
                      <a16:creationId xmlns:a16="http://schemas.microsoft.com/office/drawing/2014/main" id="{1221A390-4597-EFA5-C740-C84BCE902FCB}"/>
                    </a:ext>
                  </a:extLst>
                </p14:cNvPr>
                <p14:cNvContentPartPr/>
                <p14:nvPr/>
              </p14:nvContentPartPr>
              <p14:xfrm>
                <a:off x="11819808" y="4396824"/>
                <a:ext cx="176040" cy="136080"/>
              </p14:xfrm>
            </p:contentPart>
          </mc:Choice>
          <mc:Fallback xmlns="">
            <p:pic>
              <p:nvPicPr>
                <p:cNvPr id="358" name="Ink 357">
                  <a:extLst>
                    <a:ext uri="{FF2B5EF4-FFF2-40B4-BE49-F238E27FC236}">
                      <a16:creationId xmlns:a16="http://schemas.microsoft.com/office/drawing/2014/main" id="{1221A390-4597-EFA5-C740-C84BCE902FCB}"/>
                    </a:ext>
                  </a:extLst>
                </p:cNvPr>
                <p:cNvPicPr/>
                <p:nvPr/>
              </p:nvPicPr>
              <p:blipFill>
                <a:blip r:embed="rId442"/>
                <a:stretch>
                  <a:fillRect/>
                </a:stretch>
              </p:blipFill>
              <p:spPr>
                <a:xfrm>
                  <a:off x="11811168" y="4387824"/>
                  <a:ext cx="193680" cy="1537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443">
            <p14:nvContentPartPr>
              <p14:cNvPr id="360" name="Ink 359">
                <a:extLst>
                  <a:ext uri="{FF2B5EF4-FFF2-40B4-BE49-F238E27FC236}">
                    <a16:creationId xmlns:a16="http://schemas.microsoft.com/office/drawing/2014/main" id="{32121C61-132F-9339-9402-F472B3A62946}"/>
                  </a:ext>
                </a:extLst>
              </p14:cNvPr>
              <p14:cNvContentPartPr/>
              <p14:nvPr/>
            </p14:nvContentPartPr>
            <p14:xfrm>
              <a:off x="11548728" y="4652064"/>
              <a:ext cx="29520" cy="207360"/>
            </p14:xfrm>
          </p:contentPart>
        </mc:Choice>
        <mc:Fallback xmlns="">
          <p:pic>
            <p:nvPicPr>
              <p:cNvPr id="360" name="Ink 359">
                <a:extLst>
                  <a:ext uri="{FF2B5EF4-FFF2-40B4-BE49-F238E27FC236}">
                    <a16:creationId xmlns:a16="http://schemas.microsoft.com/office/drawing/2014/main" id="{32121C61-132F-9339-9402-F472B3A62946}"/>
                  </a:ext>
                </a:extLst>
              </p:cNvPr>
              <p:cNvPicPr/>
              <p:nvPr/>
            </p:nvPicPr>
            <p:blipFill>
              <a:blip r:embed="rId444"/>
              <a:stretch>
                <a:fillRect/>
              </a:stretch>
            </p:blipFill>
            <p:spPr>
              <a:xfrm>
                <a:off x="11540088" y="4643064"/>
                <a:ext cx="47160" cy="225000"/>
              </a:xfrm>
              <a:prstGeom prst="rect">
                <a:avLst/>
              </a:prstGeom>
            </p:spPr>
          </p:pic>
        </mc:Fallback>
      </mc:AlternateContent>
      <p:grpSp>
        <p:nvGrpSpPr>
          <p:cNvPr id="365" name="Group 364">
            <a:extLst>
              <a:ext uri="{FF2B5EF4-FFF2-40B4-BE49-F238E27FC236}">
                <a16:creationId xmlns:a16="http://schemas.microsoft.com/office/drawing/2014/main" id="{B126A8BB-030C-A394-8FE7-69F5E0A981EE}"/>
              </a:ext>
            </a:extLst>
          </p:cNvPr>
          <p:cNvGrpSpPr/>
          <p:nvPr/>
        </p:nvGrpSpPr>
        <p:grpSpPr>
          <a:xfrm>
            <a:off x="11431368" y="4980744"/>
            <a:ext cx="590040" cy="166680"/>
            <a:chOff x="11431368" y="4980744"/>
            <a:chExt cx="590040" cy="166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45">
              <p14:nvContentPartPr>
                <p14:cNvPr id="361" name="Ink 360">
                  <a:extLst>
                    <a:ext uri="{FF2B5EF4-FFF2-40B4-BE49-F238E27FC236}">
                      <a16:creationId xmlns:a16="http://schemas.microsoft.com/office/drawing/2014/main" id="{431AC937-80CA-1EEA-D426-0681E2C19268}"/>
                    </a:ext>
                  </a:extLst>
                </p14:cNvPr>
                <p14:cNvContentPartPr/>
                <p14:nvPr/>
              </p14:nvContentPartPr>
              <p14:xfrm>
                <a:off x="11431368" y="4980744"/>
                <a:ext cx="145440" cy="166680"/>
              </p14:xfrm>
            </p:contentPart>
          </mc:Choice>
          <mc:Fallback xmlns="">
            <p:pic>
              <p:nvPicPr>
                <p:cNvPr id="361" name="Ink 360">
                  <a:extLst>
                    <a:ext uri="{FF2B5EF4-FFF2-40B4-BE49-F238E27FC236}">
                      <a16:creationId xmlns:a16="http://schemas.microsoft.com/office/drawing/2014/main" id="{431AC937-80CA-1EEA-D426-0681E2C19268}"/>
                    </a:ext>
                  </a:extLst>
                </p:cNvPr>
                <p:cNvPicPr/>
                <p:nvPr/>
              </p:nvPicPr>
              <p:blipFill>
                <a:blip r:embed="rId446"/>
                <a:stretch>
                  <a:fillRect/>
                </a:stretch>
              </p:blipFill>
              <p:spPr>
                <a:xfrm>
                  <a:off x="11422728" y="4972104"/>
                  <a:ext cx="163080" cy="18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7">
              <p14:nvContentPartPr>
                <p14:cNvPr id="362" name="Ink 361">
                  <a:extLst>
                    <a:ext uri="{FF2B5EF4-FFF2-40B4-BE49-F238E27FC236}">
                      <a16:creationId xmlns:a16="http://schemas.microsoft.com/office/drawing/2014/main" id="{6CBF53A9-68B5-34C6-ECCA-AE9E3926583D}"/>
                    </a:ext>
                  </a:extLst>
                </p14:cNvPr>
                <p14:cNvContentPartPr/>
                <p14:nvPr/>
              </p14:nvContentPartPr>
              <p14:xfrm>
                <a:off x="11670048" y="5021064"/>
                <a:ext cx="33480" cy="65520"/>
              </p14:xfrm>
            </p:contentPart>
          </mc:Choice>
          <mc:Fallback xmlns="">
            <p:pic>
              <p:nvPicPr>
                <p:cNvPr id="362" name="Ink 361">
                  <a:extLst>
                    <a:ext uri="{FF2B5EF4-FFF2-40B4-BE49-F238E27FC236}">
                      <a16:creationId xmlns:a16="http://schemas.microsoft.com/office/drawing/2014/main" id="{6CBF53A9-68B5-34C6-ECCA-AE9E3926583D}"/>
                    </a:ext>
                  </a:extLst>
                </p:cNvPr>
                <p:cNvPicPr/>
                <p:nvPr/>
              </p:nvPicPr>
              <p:blipFill>
                <a:blip r:embed="rId448"/>
                <a:stretch>
                  <a:fillRect/>
                </a:stretch>
              </p:blipFill>
              <p:spPr>
                <a:xfrm>
                  <a:off x="11661408" y="5012064"/>
                  <a:ext cx="51120" cy="8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9">
              <p14:nvContentPartPr>
                <p14:cNvPr id="363" name="Ink 362">
                  <a:extLst>
                    <a:ext uri="{FF2B5EF4-FFF2-40B4-BE49-F238E27FC236}">
                      <a16:creationId xmlns:a16="http://schemas.microsoft.com/office/drawing/2014/main" id="{53BA1259-B618-C43B-38ED-509502F3CED0}"/>
                    </a:ext>
                  </a:extLst>
                </p14:cNvPr>
                <p14:cNvContentPartPr/>
                <p14:nvPr/>
              </p14:nvContentPartPr>
              <p14:xfrm>
                <a:off x="11795328" y="5023224"/>
                <a:ext cx="59400" cy="68400"/>
              </p14:xfrm>
            </p:contentPart>
          </mc:Choice>
          <mc:Fallback xmlns="">
            <p:pic>
              <p:nvPicPr>
                <p:cNvPr id="363" name="Ink 362">
                  <a:extLst>
                    <a:ext uri="{FF2B5EF4-FFF2-40B4-BE49-F238E27FC236}">
                      <a16:creationId xmlns:a16="http://schemas.microsoft.com/office/drawing/2014/main" id="{53BA1259-B618-C43B-38ED-509502F3CED0}"/>
                    </a:ext>
                  </a:extLst>
                </p:cNvPr>
                <p:cNvPicPr/>
                <p:nvPr/>
              </p:nvPicPr>
              <p:blipFill>
                <a:blip r:embed="rId450"/>
                <a:stretch>
                  <a:fillRect/>
                </a:stretch>
              </p:blipFill>
              <p:spPr>
                <a:xfrm>
                  <a:off x="11786688" y="5014224"/>
                  <a:ext cx="77040" cy="8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1">
              <p14:nvContentPartPr>
                <p14:cNvPr id="364" name="Ink 363">
                  <a:extLst>
                    <a:ext uri="{FF2B5EF4-FFF2-40B4-BE49-F238E27FC236}">
                      <a16:creationId xmlns:a16="http://schemas.microsoft.com/office/drawing/2014/main" id="{B270E55B-E7D0-0117-CE5E-939183452731}"/>
                    </a:ext>
                  </a:extLst>
                </p14:cNvPr>
                <p14:cNvContentPartPr/>
                <p14:nvPr/>
              </p14:nvContentPartPr>
              <p14:xfrm>
                <a:off x="11917368" y="5007024"/>
                <a:ext cx="104040" cy="84600"/>
              </p14:xfrm>
            </p:contentPart>
          </mc:Choice>
          <mc:Fallback xmlns="">
            <p:pic>
              <p:nvPicPr>
                <p:cNvPr id="364" name="Ink 363">
                  <a:extLst>
                    <a:ext uri="{FF2B5EF4-FFF2-40B4-BE49-F238E27FC236}">
                      <a16:creationId xmlns:a16="http://schemas.microsoft.com/office/drawing/2014/main" id="{B270E55B-E7D0-0117-CE5E-939183452731}"/>
                    </a:ext>
                  </a:extLst>
                </p:cNvPr>
                <p:cNvPicPr/>
                <p:nvPr/>
              </p:nvPicPr>
              <p:blipFill>
                <a:blip r:embed="rId452"/>
                <a:stretch>
                  <a:fillRect/>
                </a:stretch>
              </p:blipFill>
              <p:spPr>
                <a:xfrm>
                  <a:off x="11908368" y="4998384"/>
                  <a:ext cx="121680" cy="1022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453">
            <p14:nvContentPartPr>
              <p14:cNvPr id="366" name="Ink 365">
                <a:extLst>
                  <a:ext uri="{FF2B5EF4-FFF2-40B4-BE49-F238E27FC236}">
                    <a16:creationId xmlns:a16="http://schemas.microsoft.com/office/drawing/2014/main" id="{F04D6C72-C7DE-39A9-ECA9-61A7B2E8C9F2}"/>
                  </a:ext>
                </a:extLst>
              </p14:cNvPr>
              <p14:cNvContentPartPr/>
              <p14:nvPr/>
            </p14:nvContentPartPr>
            <p14:xfrm>
              <a:off x="11678328" y="5235984"/>
              <a:ext cx="19440" cy="165960"/>
            </p14:xfrm>
          </p:contentPart>
        </mc:Choice>
        <mc:Fallback xmlns="">
          <p:pic>
            <p:nvPicPr>
              <p:cNvPr id="366" name="Ink 365">
                <a:extLst>
                  <a:ext uri="{FF2B5EF4-FFF2-40B4-BE49-F238E27FC236}">
                    <a16:creationId xmlns:a16="http://schemas.microsoft.com/office/drawing/2014/main" id="{F04D6C72-C7DE-39A9-ECA9-61A7B2E8C9F2}"/>
                  </a:ext>
                </a:extLst>
              </p:cNvPr>
              <p:cNvPicPr/>
              <p:nvPr/>
            </p:nvPicPr>
            <p:blipFill>
              <a:blip r:embed="rId454"/>
              <a:stretch>
                <a:fillRect/>
              </a:stretch>
            </p:blipFill>
            <p:spPr>
              <a:xfrm>
                <a:off x="11669328" y="5227344"/>
                <a:ext cx="37080" cy="183600"/>
              </a:xfrm>
              <a:prstGeom prst="rect">
                <a:avLst/>
              </a:prstGeom>
            </p:spPr>
          </p:pic>
        </mc:Fallback>
      </mc:AlternateContent>
      <p:grpSp>
        <p:nvGrpSpPr>
          <p:cNvPr id="370" name="Group 369">
            <a:extLst>
              <a:ext uri="{FF2B5EF4-FFF2-40B4-BE49-F238E27FC236}">
                <a16:creationId xmlns:a16="http://schemas.microsoft.com/office/drawing/2014/main" id="{6FAC7144-0436-72D4-C44C-6A9FEA6ABA4D}"/>
              </a:ext>
            </a:extLst>
          </p:cNvPr>
          <p:cNvGrpSpPr/>
          <p:nvPr/>
        </p:nvGrpSpPr>
        <p:grpSpPr>
          <a:xfrm>
            <a:off x="11523888" y="5524344"/>
            <a:ext cx="497520" cy="127080"/>
            <a:chOff x="11523888" y="5524344"/>
            <a:chExt cx="497520" cy="127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55">
              <p14:nvContentPartPr>
                <p14:cNvPr id="367" name="Ink 366">
                  <a:extLst>
                    <a:ext uri="{FF2B5EF4-FFF2-40B4-BE49-F238E27FC236}">
                      <a16:creationId xmlns:a16="http://schemas.microsoft.com/office/drawing/2014/main" id="{27D83F27-E61D-2848-348D-BF2EFE1096C0}"/>
                    </a:ext>
                  </a:extLst>
                </p14:cNvPr>
                <p14:cNvContentPartPr/>
                <p14:nvPr/>
              </p14:nvContentPartPr>
              <p14:xfrm>
                <a:off x="11523888" y="5536584"/>
                <a:ext cx="217800" cy="114840"/>
              </p14:xfrm>
            </p:contentPart>
          </mc:Choice>
          <mc:Fallback xmlns="">
            <p:pic>
              <p:nvPicPr>
                <p:cNvPr id="367" name="Ink 366">
                  <a:extLst>
                    <a:ext uri="{FF2B5EF4-FFF2-40B4-BE49-F238E27FC236}">
                      <a16:creationId xmlns:a16="http://schemas.microsoft.com/office/drawing/2014/main" id="{27D83F27-E61D-2848-348D-BF2EFE1096C0}"/>
                    </a:ext>
                  </a:extLst>
                </p:cNvPr>
                <p:cNvPicPr/>
                <p:nvPr/>
              </p:nvPicPr>
              <p:blipFill>
                <a:blip r:embed="rId456"/>
                <a:stretch>
                  <a:fillRect/>
                </a:stretch>
              </p:blipFill>
              <p:spPr>
                <a:xfrm>
                  <a:off x="11515248" y="5527584"/>
                  <a:ext cx="235440" cy="13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7">
              <p14:nvContentPartPr>
                <p14:cNvPr id="368" name="Ink 367">
                  <a:extLst>
                    <a:ext uri="{FF2B5EF4-FFF2-40B4-BE49-F238E27FC236}">
                      <a16:creationId xmlns:a16="http://schemas.microsoft.com/office/drawing/2014/main" id="{5C849E45-CF43-4A4F-6E84-697BDA06E8B2}"/>
                    </a:ext>
                  </a:extLst>
                </p14:cNvPr>
                <p14:cNvContentPartPr/>
                <p14:nvPr/>
              </p14:nvContentPartPr>
              <p14:xfrm>
                <a:off x="11811168" y="5576544"/>
                <a:ext cx="41040" cy="61200"/>
              </p14:xfrm>
            </p:contentPart>
          </mc:Choice>
          <mc:Fallback xmlns="">
            <p:pic>
              <p:nvPicPr>
                <p:cNvPr id="368" name="Ink 367">
                  <a:extLst>
                    <a:ext uri="{FF2B5EF4-FFF2-40B4-BE49-F238E27FC236}">
                      <a16:creationId xmlns:a16="http://schemas.microsoft.com/office/drawing/2014/main" id="{5C849E45-CF43-4A4F-6E84-697BDA06E8B2}"/>
                    </a:ext>
                  </a:extLst>
                </p:cNvPr>
                <p:cNvPicPr/>
                <p:nvPr/>
              </p:nvPicPr>
              <p:blipFill>
                <a:blip r:embed="rId458"/>
                <a:stretch>
                  <a:fillRect/>
                </a:stretch>
              </p:blipFill>
              <p:spPr>
                <a:xfrm>
                  <a:off x="11802168" y="5567904"/>
                  <a:ext cx="58680" cy="7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9">
              <p14:nvContentPartPr>
                <p14:cNvPr id="369" name="Ink 368">
                  <a:extLst>
                    <a:ext uri="{FF2B5EF4-FFF2-40B4-BE49-F238E27FC236}">
                      <a16:creationId xmlns:a16="http://schemas.microsoft.com/office/drawing/2014/main" id="{C72261DD-8DA4-E871-B1C4-427A31B367CA}"/>
                    </a:ext>
                  </a:extLst>
                </p14:cNvPr>
                <p14:cNvContentPartPr/>
                <p14:nvPr/>
              </p14:nvContentPartPr>
              <p14:xfrm>
                <a:off x="11917368" y="5524344"/>
                <a:ext cx="104040" cy="94320"/>
              </p14:xfrm>
            </p:contentPart>
          </mc:Choice>
          <mc:Fallback xmlns="">
            <p:pic>
              <p:nvPicPr>
                <p:cNvPr id="369" name="Ink 368">
                  <a:extLst>
                    <a:ext uri="{FF2B5EF4-FFF2-40B4-BE49-F238E27FC236}">
                      <a16:creationId xmlns:a16="http://schemas.microsoft.com/office/drawing/2014/main" id="{C72261DD-8DA4-E871-B1C4-427A31B367CA}"/>
                    </a:ext>
                  </a:extLst>
                </p:cNvPr>
                <p:cNvPicPr/>
                <p:nvPr/>
              </p:nvPicPr>
              <p:blipFill>
                <a:blip r:embed="rId460"/>
                <a:stretch>
                  <a:fillRect/>
                </a:stretch>
              </p:blipFill>
              <p:spPr>
                <a:xfrm>
                  <a:off x="11908368" y="5515704"/>
                  <a:ext cx="121680" cy="111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82" name="Group 381">
            <a:extLst>
              <a:ext uri="{FF2B5EF4-FFF2-40B4-BE49-F238E27FC236}">
                <a16:creationId xmlns:a16="http://schemas.microsoft.com/office/drawing/2014/main" id="{DA624BC4-AD35-A19A-63AB-BD3BEF9F0421}"/>
              </a:ext>
            </a:extLst>
          </p:cNvPr>
          <p:cNvGrpSpPr/>
          <p:nvPr/>
        </p:nvGrpSpPr>
        <p:grpSpPr>
          <a:xfrm>
            <a:off x="10521648" y="3961944"/>
            <a:ext cx="551160" cy="698400"/>
            <a:chOff x="10521648" y="3961944"/>
            <a:chExt cx="551160" cy="698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61">
              <p14:nvContentPartPr>
                <p14:cNvPr id="350" name="Ink 349">
                  <a:extLst>
                    <a:ext uri="{FF2B5EF4-FFF2-40B4-BE49-F238E27FC236}">
                      <a16:creationId xmlns:a16="http://schemas.microsoft.com/office/drawing/2014/main" id="{78E9DF54-2FC5-F6EA-C533-1F0D1C458BA0}"/>
                    </a:ext>
                  </a:extLst>
                </p14:cNvPr>
                <p14:cNvContentPartPr/>
                <p14:nvPr/>
              </p14:nvContentPartPr>
              <p14:xfrm>
                <a:off x="10632168" y="3986784"/>
                <a:ext cx="189360" cy="162360"/>
              </p14:xfrm>
            </p:contentPart>
          </mc:Choice>
          <mc:Fallback xmlns="">
            <p:pic>
              <p:nvPicPr>
                <p:cNvPr id="350" name="Ink 349">
                  <a:extLst>
                    <a:ext uri="{FF2B5EF4-FFF2-40B4-BE49-F238E27FC236}">
                      <a16:creationId xmlns:a16="http://schemas.microsoft.com/office/drawing/2014/main" id="{78E9DF54-2FC5-F6EA-C533-1F0D1C458BA0}"/>
                    </a:ext>
                  </a:extLst>
                </p:cNvPr>
                <p:cNvPicPr/>
                <p:nvPr/>
              </p:nvPicPr>
              <p:blipFill>
                <a:blip r:embed="rId462"/>
                <a:stretch>
                  <a:fillRect/>
                </a:stretch>
              </p:blipFill>
              <p:spPr>
                <a:xfrm>
                  <a:off x="10623528" y="3978144"/>
                  <a:ext cx="207000" cy="18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3">
              <p14:nvContentPartPr>
                <p14:cNvPr id="351" name="Ink 350">
                  <a:extLst>
                    <a:ext uri="{FF2B5EF4-FFF2-40B4-BE49-F238E27FC236}">
                      <a16:creationId xmlns:a16="http://schemas.microsoft.com/office/drawing/2014/main" id="{C548E19C-1C27-DE46-C9C1-094A75F9377C}"/>
                    </a:ext>
                  </a:extLst>
                </p14:cNvPr>
                <p14:cNvContentPartPr/>
                <p14:nvPr/>
              </p14:nvContentPartPr>
              <p14:xfrm>
                <a:off x="10930968" y="3961944"/>
                <a:ext cx="141840" cy="166320"/>
              </p14:xfrm>
            </p:contentPart>
          </mc:Choice>
          <mc:Fallback xmlns="">
            <p:pic>
              <p:nvPicPr>
                <p:cNvPr id="351" name="Ink 350">
                  <a:extLst>
                    <a:ext uri="{FF2B5EF4-FFF2-40B4-BE49-F238E27FC236}">
                      <a16:creationId xmlns:a16="http://schemas.microsoft.com/office/drawing/2014/main" id="{C548E19C-1C27-DE46-C9C1-094A75F9377C}"/>
                    </a:ext>
                  </a:extLst>
                </p:cNvPr>
                <p:cNvPicPr/>
                <p:nvPr/>
              </p:nvPicPr>
              <p:blipFill>
                <a:blip r:embed="rId464"/>
                <a:stretch>
                  <a:fillRect/>
                </a:stretch>
              </p:blipFill>
              <p:spPr>
                <a:xfrm>
                  <a:off x="10922328" y="3953304"/>
                  <a:ext cx="159480" cy="18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5">
              <p14:nvContentPartPr>
                <p14:cNvPr id="371" name="Ink 370">
                  <a:extLst>
                    <a:ext uri="{FF2B5EF4-FFF2-40B4-BE49-F238E27FC236}">
                      <a16:creationId xmlns:a16="http://schemas.microsoft.com/office/drawing/2014/main" id="{E74AA253-2AF9-7FDB-8D94-AA1748D76485}"/>
                    </a:ext>
                  </a:extLst>
                </p14:cNvPr>
                <p14:cNvContentPartPr/>
                <p14:nvPr/>
              </p14:nvContentPartPr>
              <p14:xfrm>
                <a:off x="10709928" y="4173624"/>
                <a:ext cx="169920" cy="275760"/>
              </p14:xfrm>
            </p:contentPart>
          </mc:Choice>
          <mc:Fallback xmlns="">
            <p:pic>
              <p:nvPicPr>
                <p:cNvPr id="371" name="Ink 370">
                  <a:extLst>
                    <a:ext uri="{FF2B5EF4-FFF2-40B4-BE49-F238E27FC236}">
                      <a16:creationId xmlns:a16="http://schemas.microsoft.com/office/drawing/2014/main" id="{E74AA253-2AF9-7FDB-8D94-AA1748D76485}"/>
                    </a:ext>
                  </a:extLst>
                </p:cNvPr>
                <p:cNvPicPr/>
                <p:nvPr/>
              </p:nvPicPr>
              <p:blipFill>
                <a:blip r:embed="rId466"/>
                <a:stretch>
                  <a:fillRect/>
                </a:stretch>
              </p:blipFill>
              <p:spPr>
                <a:xfrm>
                  <a:off x="10700928" y="4164984"/>
                  <a:ext cx="187560" cy="29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7">
              <p14:nvContentPartPr>
                <p14:cNvPr id="372" name="Ink 371">
                  <a:extLst>
                    <a:ext uri="{FF2B5EF4-FFF2-40B4-BE49-F238E27FC236}">
                      <a16:creationId xmlns:a16="http://schemas.microsoft.com/office/drawing/2014/main" id="{4B3F6432-CCF8-A54A-AEE6-DF03D6A165E1}"/>
                    </a:ext>
                  </a:extLst>
                </p14:cNvPr>
                <p14:cNvContentPartPr/>
                <p14:nvPr/>
              </p14:nvContentPartPr>
              <p14:xfrm>
                <a:off x="10521648" y="4510944"/>
                <a:ext cx="34200" cy="149400"/>
              </p14:xfrm>
            </p:contentPart>
          </mc:Choice>
          <mc:Fallback xmlns="">
            <p:pic>
              <p:nvPicPr>
                <p:cNvPr id="372" name="Ink 371">
                  <a:extLst>
                    <a:ext uri="{FF2B5EF4-FFF2-40B4-BE49-F238E27FC236}">
                      <a16:creationId xmlns:a16="http://schemas.microsoft.com/office/drawing/2014/main" id="{4B3F6432-CCF8-A54A-AEE6-DF03D6A165E1}"/>
                    </a:ext>
                  </a:extLst>
                </p:cNvPr>
                <p:cNvPicPr/>
                <p:nvPr/>
              </p:nvPicPr>
              <p:blipFill>
                <a:blip r:embed="rId468"/>
                <a:stretch>
                  <a:fillRect/>
                </a:stretch>
              </p:blipFill>
              <p:spPr>
                <a:xfrm>
                  <a:off x="10513008" y="4501944"/>
                  <a:ext cx="51840" cy="16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9">
              <p14:nvContentPartPr>
                <p14:cNvPr id="374" name="Ink 373">
                  <a:extLst>
                    <a:ext uri="{FF2B5EF4-FFF2-40B4-BE49-F238E27FC236}">
                      <a16:creationId xmlns:a16="http://schemas.microsoft.com/office/drawing/2014/main" id="{C1EA32D6-D019-6FB9-2ED2-6230D54C019D}"/>
                    </a:ext>
                  </a:extLst>
                </p14:cNvPr>
                <p14:cNvContentPartPr/>
                <p14:nvPr/>
              </p14:nvContentPartPr>
              <p14:xfrm>
                <a:off x="10525968" y="4491864"/>
                <a:ext cx="150480" cy="152280"/>
              </p14:xfrm>
            </p:contentPart>
          </mc:Choice>
          <mc:Fallback xmlns="">
            <p:pic>
              <p:nvPicPr>
                <p:cNvPr id="374" name="Ink 373">
                  <a:extLst>
                    <a:ext uri="{FF2B5EF4-FFF2-40B4-BE49-F238E27FC236}">
                      <a16:creationId xmlns:a16="http://schemas.microsoft.com/office/drawing/2014/main" id="{C1EA32D6-D019-6FB9-2ED2-6230D54C019D}"/>
                    </a:ext>
                  </a:extLst>
                </p:cNvPr>
                <p:cNvPicPr/>
                <p:nvPr/>
              </p:nvPicPr>
              <p:blipFill>
                <a:blip r:embed="rId470"/>
                <a:stretch>
                  <a:fillRect/>
                </a:stretch>
              </p:blipFill>
              <p:spPr>
                <a:xfrm>
                  <a:off x="10516968" y="4482864"/>
                  <a:ext cx="168120" cy="16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1">
              <p14:nvContentPartPr>
                <p14:cNvPr id="375" name="Ink 374">
                  <a:extLst>
                    <a:ext uri="{FF2B5EF4-FFF2-40B4-BE49-F238E27FC236}">
                      <a16:creationId xmlns:a16="http://schemas.microsoft.com/office/drawing/2014/main" id="{8EBF5BC2-52FE-AF03-8046-FA450E07A596}"/>
                    </a:ext>
                  </a:extLst>
                </p14:cNvPr>
                <p14:cNvContentPartPr/>
                <p14:nvPr/>
              </p14:nvContentPartPr>
              <p14:xfrm>
                <a:off x="10754208" y="4490424"/>
                <a:ext cx="195120" cy="156240"/>
              </p14:xfrm>
            </p:contentPart>
          </mc:Choice>
          <mc:Fallback xmlns="">
            <p:pic>
              <p:nvPicPr>
                <p:cNvPr id="375" name="Ink 374">
                  <a:extLst>
                    <a:ext uri="{FF2B5EF4-FFF2-40B4-BE49-F238E27FC236}">
                      <a16:creationId xmlns:a16="http://schemas.microsoft.com/office/drawing/2014/main" id="{8EBF5BC2-52FE-AF03-8046-FA450E07A596}"/>
                    </a:ext>
                  </a:extLst>
                </p:cNvPr>
                <p:cNvPicPr/>
                <p:nvPr/>
              </p:nvPicPr>
              <p:blipFill>
                <a:blip r:embed="rId472"/>
                <a:stretch>
                  <a:fillRect/>
                </a:stretch>
              </p:blipFill>
              <p:spPr>
                <a:xfrm>
                  <a:off x="10745208" y="4481424"/>
                  <a:ext cx="212760" cy="17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3">
              <p14:nvContentPartPr>
                <p14:cNvPr id="376" name="Ink 375">
                  <a:extLst>
                    <a:ext uri="{FF2B5EF4-FFF2-40B4-BE49-F238E27FC236}">
                      <a16:creationId xmlns:a16="http://schemas.microsoft.com/office/drawing/2014/main" id="{05E869BE-A70D-CA21-AB2F-7EF8BBC3CEB6}"/>
                    </a:ext>
                  </a:extLst>
                </p14:cNvPr>
                <p14:cNvContentPartPr/>
                <p14:nvPr/>
              </p14:nvContentPartPr>
              <p14:xfrm>
                <a:off x="10983528" y="4577544"/>
                <a:ext cx="59760" cy="9720"/>
              </p14:xfrm>
            </p:contentPart>
          </mc:Choice>
          <mc:Fallback xmlns="">
            <p:pic>
              <p:nvPicPr>
                <p:cNvPr id="376" name="Ink 375">
                  <a:extLst>
                    <a:ext uri="{FF2B5EF4-FFF2-40B4-BE49-F238E27FC236}">
                      <a16:creationId xmlns:a16="http://schemas.microsoft.com/office/drawing/2014/main" id="{05E869BE-A70D-CA21-AB2F-7EF8BBC3CEB6}"/>
                    </a:ext>
                  </a:extLst>
                </p:cNvPr>
                <p:cNvPicPr/>
                <p:nvPr/>
              </p:nvPicPr>
              <p:blipFill>
                <a:blip r:embed="rId474"/>
                <a:stretch>
                  <a:fillRect/>
                </a:stretch>
              </p:blipFill>
              <p:spPr>
                <a:xfrm>
                  <a:off x="10974528" y="4568904"/>
                  <a:ext cx="77400" cy="273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475">
            <p14:nvContentPartPr>
              <p14:cNvPr id="377" name="Ink 376">
                <a:extLst>
                  <a:ext uri="{FF2B5EF4-FFF2-40B4-BE49-F238E27FC236}">
                    <a16:creationId xmlns:a16="http://schemas.microsoft.com/office/drawing/2014/main" id="{1801985C-765A-C3EA-C4DB-0595B4B88D62}"/>
                  </a:ext>
                </a:extLst>
              </p14:cNvPr>
              <p14:cNvContentPartPr/>
              <p14:nvPr/>
            </p14:nvContentPartPr>
            <p14:xfrm>
              <a:off x="10766448" y="4794624"/>
              <a:ext cx="64440" cy="318600"/>
            </p14:xfrm>
          </p:contentPart>
        </mc:Choice>
        <mc:Fallback xmlns="">
          <p:pic>
            <p:nvPicPr>
              <p:cNvPr id="377" name="Ink 376">
                <a:extLst>
                  <a:ext uri="{FF2B5EF4-FFF2-40B4-BE49-F238E27FC236}">
                    <a16:creationId xmlns:a16="http://schemas.microsoft.com/office/drawing/2014/main" id="{1801985C-765A-C3EA-C4DB-0595B4B88D62}"/>
                  </a:ext>
                </a:extLst>
              </p:cNvPr>
              <p:cNvPicPr/>
              <p:nvPr/>
            </p:nvPicPr>
            <p:blipFill>
              <a:blip r:embed="rId476"/>
              <a:stretch>
                <a:fillRect/>
              </a:stretch>
            </p:blipFill>
            <p:spPr>
              <a:xfrm>
                <a:off x="10757808" y="4785624"/>
                <a:ext cx="82080" cy="336240"/>
              </a:xfrm>
              <a:prstGeom prst="rect">
                <a:avLst/>
              </a:prstGeom>
            </p:spPr>
          </p:pic>
        </mc:Fallback>
      </mc:AlternateContent>
      <p:grpSp>
        <p:nvGrpSpPr>
          <p:cNvPr id="381" name="Group 380">
            <a:extLst>
              <a:ext uri="{FF2B5EF4-FFF2-40B4-BE49-F238E27FC236}">
                <a16:creationId xmlns:a16="http://schemas.microsoft.com/office/drawing/2014/main" id="{B3DCABF6-3D3C-67DB-77D3-6B4F7BE0B0FC}"/>
              </a:ext>
            </a:extLst>
          </p:cNvPr>
          <p:cNvGrpSpPr/>
          <p:nvPr/>
        </p:nvGrpSpPr>
        <p:grpSpPr>
          <a:xfrm>
            <a:off x="10669608" y="5267664"/>
            <a:ext cx="524520" cy="172800"/>
            <a:chOff x="10669608" y="5267664"/>
            <a:chExt cx="524520" cy="172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77">
              <p14:nvContentPartPr>
                <p14:cNvPr id="378" name="Ink 377">
                  <a:extLst>
                    <a:ext uri="{FF2B5EF4-FFF2-40B4-BE49-F238E27FC236}">
                      <a16:creationId xmlns:a16="http://schemas.microsoft.com/office/drawing/2014/main" id="{7A6B6982-3A75-4DF3-EADC-FBDCF2282588}"/>
                    </a:ext>
                  </a:extLst>
                </p14:cNvPr>
                <p14:cNvContentPartPr/>
                <p14:nvPr/>
              </p14:nvContentPartPr>
              <p14:xfrm>
                <a:off x="10716768" y="5277384"/>
                <a:ext cx="29160" cy="163080"/>
              </p14:xfrm>
            </p:contentPart>
          </mc:Choice>
          <mc:Fallback xmlns="">
            <p:pic>
              <p:nvPicPr>
                <p:cNvPr id="378" name="Ink 377">
                  <a:extLst>
                    <a:ext uri="{FF2B5EF4-FFF2-40B4-BE49-F238E27FC236}">
                      <a16:creationId xmlns:a16="http://schemas.microsoft.com/office/drawing/2014/main" id="{7A6B6982-3A75-4DF3-EADC-FBDCF2282588}"/>
                    </a:ext>
                  </a:extLst>
                </p:cNvPr>
                <p:cNvPicPr/>
                <p:nvPr/>
              </p:nvPicPr>
              <p:blipFill>
                <a:blip r:embed="rId478"/>
                <a:stretch>
                  <a:fillRect/>
                </a:stretch>
              </p:blipFill>
              <p:spPr>
                <a:xfrm>
                  <a:off x="10707768" y="5268744"/>
                  <a:ext cx="46800" cy="18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9">
              <p14:nvContentPartPr>
                <p14:cNvPr id="379" name="Ink 378">
                  <a:extLst>
                    <a:ext uri="{FF2B5EF4-FFF2-40B4-BE49-F238E27FC236}">
                      <a16:creationId xmlns:a16="http://schemas.microsoft.com/office/drawing/2014/main" id="{510FD408-3A72-302E-1052-8408209533CC}"/>
                    </a:ext>
                  </a:extLst>
                </p14:cNvPr>
                <p14:cNvContentPartPr/>
                <p14:nvPr/>
              </p14:nvContentPartPr>
              <p14:xfrm>
                <a:off x="10669608" y="5267664"/>
                <a:ext cx="321120" cy="144000"/>
              </p14:xfrm>
            </p:contentPart>
          </mc:Choice>
          <mc:Fallback xmlns="">
            <p:pic>
              <p:nvPicPr>
                <p:cNvPr id="379" name="Ink 378">
                  <a:extLst>
                    <a:ext uri="{FF2B5EF4-FFF2-40B4-BE49-F238E27FC236}">
                      <a16:creationId xmlns:a16="http://schemas.microsoft.com/office/drawing/2014/main" id="{510FD408-3A72-302E-1052-8408209533CC}"/>
                    </a:ext>
                  </a:extLst>
                </p:cNvPr>
                <p:cNvPicPr/>
                <p:nvPr/>
              </p:nvPicPr>
              <p:blipFill>
                <a:blip r:embed="rId480"/>
                <a:stretch>
                  <a:fillRect/>
                </a:stretch>
              </p:blipFill>
              <p:spPr>
                <a:xfrm>
                  <a:off x="10660968" y="5258664"/>
                  <a:ext cx="338760" cy="16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1">
              <p14:nvContentPartPr>
                <p14:cNvPr id="380" name="Ink 379">
                  <a:extLst>
                    <a:ext uri="{FF2B5EF4-FFF2-40B4-BE49-F238E27FC236}">
                      <a16:creationId xmlns:a16="http://schemas.microsoft.com/office/drawing/2014/main" id="{8C6B95D9-FE84-7C28-1FD5-353A2A4A6AEC}"/>
                    </a:ext>
                  </a:extLst>
                </p14:cNvPr>
                <p14:cNvContentPartPr/>
                <p14:nvPr/>
              </p14:nvContentPartPr>
              <p14:xfrm>
                <a:off x="11143728" y="5364504"/>
                <a:ext cx="50400" cy="51480"/>
              </p14:xfrm>
            </p:contentPart>
          </mc:Choice>
          <mc:Fallback xmlns="">
            <p:pic>
              <p:nvPicPr>
                <p:cNvPr id="380" name="Ink 379">
                  <a:extLst>
                    <a:ext uri="{FF2B5EF4-FFF2-40B4-BE49-F238E27FC236}">
                      <a16:creationId xmlns:a16="http://schemas.microsoft.com/office/drawing/2014/main" id="{8C6B95D9-FE84-7C28-1FD5-353A2A4A6AEC}"/>
                    </a:ext>
                  </a:extLst>
                </p:cNvPr>
                <p:cNvPicPr/>
                <p:nvPr/>
              </p:nvPicPr>
              <p:blipFill>
                <a:blip r:embed="rId482"/>
                <a:stretch>
                  <a:fillRect/>
                </a:stretch>
              </p:blipFill>
              <p:spPr>
                <a:xfrm>
                  <a:off x="11135088" y="5355864"/>
                  <a:ext cx="68040" cy="6912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56825739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F6078E-F8EC-8694-DE9C-165583D76C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endParaRPr lang="en-IN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59" name="Ink 58">
                <a:extLst>
                  <a:ext uri="{FF2B5EF4-FFF2-40B4-BE49-F238E27FC236}">
                    <a16:creationId xmlns:a16="http://schemas.microsoft.com/office/drawing/2014/main" id="{578DC995-41AF-F0EC-A28F-7FD70C7AD763}"/>
                  </a:ext>
                </a:extLst>
              </p14:cNvPr>
              <p14:cNvContentPartPr/>
              <p14:nvPr/>
            </p14:nvContentPartPr>
            <p14:xfrm>
              <a:off x="9997848" y="1633824"/>
              <a:ext cx="3600" cy="1080"/>
            </p14:xfrm>
          </p:contentPart>
        </mc:Choice>
        <mc:Fallback xmlns="">
          <p:pic>
            <p:nvPicPr>
              <p:cNvPr id="59" name="Ink 58">
                <a:extLst>
                  <a:ext uri="{FF2B5EF4-FFF2-40B4-BE49-F238E27FC236}">
                    <a16:creationId xmlns:a16="http://schemas.microsoft.com/office/drawing/2014/main" id="{578DC995-41AF-F0EC-A28F-7FD70C7AD763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987848" y="1620324"/>
                <a:ext cx="23200" cy="275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08" name="Ink 107">
                <a:extLst>
                  <a:ext uri="{FF2B5EF4-FFF2-40B4-BE49-F238E27FC236}">
                    <a16:creationId xmlns:a16="http://schemas.microsoft.com/office/drawing/2014/main" id="{A29EFE7E-8466-F00F-17AA-72EE82C73811}"/>
                  </a:ext>
                </a:extLst>
              </p14:cNvPr>
              <p14:cNvContentPartPr/>
              <p14:nvPr/>
            </p14:nvContentPartPr>
            <p14:xfrm>
              <a:off x="10428408" y="2647584"/>
              <a:ext cx="28080" cy="3240"/>
            </p14:xfrm>
          </p:contentPart>
        </mc:Choice>
        <mc:Fallback xmlns="">
          <p:pic>
            <p:nvPicPr>
              <p:cNvPr id="108" name="Ink 107">
                <a:extLst>
                  <a:ext uri="{FF2B5EF4-FFF2-40B4-BE49-F238E27FC236}">
                    <a16:creationId xmlns:a16="http://schemas.microsoft.com/office/drawing/2014/main" id="{A29EFE7E-8466-F00F-17AA-72EE82C73811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0419408" y="2638584"/>
                <a:ext cx="45720" cy="20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09" name="Ink 108">
                <a:extLst>
                  <a:ext uri="{FF2B5EF4-FFF2-40B4-BE49-F238E27FC236}">
                    <a16:creationId xmlns:a16="http://schemas.microsoft.com/office/drawing/2014/main" id="{312A2B19-84BF-38C9-EA80-A0F6B613F63A}"/>
                  </a:ext>
                </a:extLst>
              </p14:cNvPr>
              <p14:cNvContentPartPr/>
              <p14:nvPr/>
            </p14:nvContentPartPr>
            <p14:xfrm>
              <a:off x="10763568" y="2771064"/>
              <a:ext cx="1800" cy="3600"/>
            </p14:xfrm>
          </p:contentPart>
        </mc:Choice>
        <mc:Fallback xmlns="">
          <p:pic>
            <p:nvPicPr>
              <p:cNvPr id="109" name="Ink 108">
                <a:extLst>
                  <a:ext uri="{FF2B5EF4-FFF2-40B4-BE49-F238E27FC236}">
                    <a16:creationId xmlns:a16="http://schemas.microsoft.com/office/drawing/2014/main" id="{312A2B19-84BF-38C9-EA80-A0F6B613F63A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0754568" y="2762064"/>
                <a:ext cx="19440" cy="21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92" name="Ink 191">
                <a:extLst>
                  <a:ext uri="{FF2B5EF4-FFF2-40B4-BE49-F238E27FC236}">
                    <a16:creationId xmlns:a16="http://schemas.microsoft.com/office/drawing/2014/main" id="{5D519595-49FE-D41B-C0B6-CD6868ECB314}"/>
                  </a:ext>
                </a:extLst>
              </p14:cNvPr>
              <p14:cNvContentPartPr/>
              <p14:nvPr/>
            </p14:nvContentPartPr>
            <p14:xfrm>
              <a:off x="3774888" y="6755904"/>
              <a:ext cx="360" cy="4680"/>
            </p14:xfrm>
          </p:contentPart>
        </mc:Choice>
        <mc:Fallback xmlns="">
          <p:pic>
            <p:nvPicPr>
              <p:cNvPr id="192" name="Ink 191">
                <a:extLst>
                  <a:ext uri="{FF2B5EF4-FFF2-40B4-BE49-F238E27FC236}">
                    <a16:creationId xmlns:a16="http://schemas.microsoft.com/office/drawing/2014/main" id="{5D519595-49FE-D41B-C0B6-CD6868ECB314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765888" y="6746904"/>
                <a:ext cx="18000" cy="22320"/>
              </a:xfrm>
              <a:prstGeom prst="rect">
                <a:avLst/>
              </a:prstGeom>
            </p:spPr>
          </p:pic>
        </mc:Fallback>
      </mc:AlternateContent>
      <p:grpSp>
        <p:nvGrpSpPr>
          <p:cNvPr id="5" name="Group 4">
            <a:extLst>
              <a:ext uri="{FF2B5EF4-FFF2-40B4-BE49-F238E27FC236}">
                <a16:creationId xmlns:a16="http://schemas.microsoft.com/office/drawing/2014/main" id="{84197EA4-DFAC-1E0C-71F9-3EB7FE15331F}"/>
              </a:ext>
            </a:extLst>
          </p:cNvPr>
          <p:cNvGrpSpPr/>
          <p:nvPr/>
        </p:nvGrpSpPr>
        <p:grpSpPr>
          <a:xfrm>
            <a:off x="464688" y="738504"/>
            <a:ext cx="688680" cy="433080"/>
            <a:chOff x="464688" y="738504"/>
            <a:chExt cx="688680" cy="433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02C10749-2764-FBCF-D8FC-FB9F1E601B9E}"/>
                    </a:ext>
                  </a:extLst>
                </p14:cNvPr>
                <p14:cNvContentPartPr/>
                <p14:nvPr/>
              </p14:nvContentPartPr>
              <p14:xfrm>
                <a:off x="642888" y="850464"/>
                <a:ext cx="83880" cy="321120"/>
              </p14:xfrm>
            </p:contentPart>
          </mc:Choice>
          <mc:Fallback xmlns=""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02C10749-2764-FBCF-D8FC-FB9F1E601B9E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633888" y="841824"/>
                  <a:ext cx="101520" cy="33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32A3380F-8EE9-4B92-7BCF-641090F9A798}"/>
                    </a:ext>
                  </a:extLst>
                </p14:cNvPr>
                <p14:cNvContentPartPr/>
                <p14:nvPr/>
              </p14:nvContentPartPr>
              <p14:xfrm>
                <a:off x="464688" y="738504"/>
                <a:ext cx="688680" cy="42372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32A3380F-8EE9-4B92-7BCF-641090F9A798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455688" y="729864"/>
                  <a:ext cx="706320" cy="441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9EED9A47-049E-D9D1-07E9-2C48EB76582E}"/>
              </a:ext>
            </a:extLst>
          </p:cNvPr>
          <p:cNvGrpSpPr/>
          <p:nvPr/>
        </p:nvGrpSpPr>
        <p:grpSpPr>
          <a:xfrm>
            <a:off x="1723248" y="879264"/>
            <a:ext cx="1077120" cy="267840"/>
            <a:chOff x="1723248" y="879264"/>
            <a:chExt cx="1077120" cy="267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222DDBD0-7CBC-E197-F44B-4C852843FD7A}"/>
                    </a:ext>
                  </a:extLst>
                </p14:cNvPr>
                <p14:cNvContentPartPr/>
                <p14:nvPr/>
              </p14:nvContentPartPr>
              <p14:xfrm>
                <a:off x="1723248" y="879264"/>
                <a:ext cx="330480" cy="24120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222DDBD0-7CBC-E197-F44B-4C852843FD7A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1714608" y="870624"/>
                  <a:ext cx="348120" cy="25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B3AB02B8-0D50-7059-A497-5D0796261417}"/>
                    </a:ext>
                  </a:extLst>
                </p14:cNvPr>
                <p14:cNvContentPartPr/>
                <p14:nvPr/>
              </p14:nvContentPartPr>
              <p14:xfrm>
                <a:off x="2123208" y="1020024"/>
                <a:ext cx="119880" cy="7380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B3AB02B8-0D50-7059-A497-5D0796261417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2114568" y="1011384"/>
                  <a:ext cx="137520" cy="9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81B00686-83FD-E1A8-BAE5-4AB6E4ACB63D}"/>
                    </a:ext>
                  </a:extLst>
                </p14:cNvPr>
                <p14:cNvContentPartPr/>
                <p14:nvPr/>
              </p14:nvContentPartPr>
              <p14:xfrm>
                <a:off x="2296728" y="1113264"/>
                <a:ext cx="10080" cy="72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81B00686-83FD-E1A8-BAE5-4AB6E4ACB63D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2288088" y="1104624"/>
                  <a:ext cx="27720" cy="1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C7B9960D-F933-3167-0740-6B4FAF364741}"/>
                    </a:ext>
                  </a:extLst>
                </p14:cNvPr>
                <p14:cNvContentPartPr/>
                <p14:nvPr/>
              </p14:nvContentPartPr>
              <p14:xfrm>
                <a:off x="2305008" y="1035144"/>
                <a:ext cx="51120" cy="10116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C7B9960D-F933-3167-0740-6B4FAF364741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2296008" y="1026504"/>
                  <a:ext cx="68760" cy="11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6D2FBCB8-99A7-2C8D-2E05-2583395122F7}"/>
                    </a:ext>
                  </a:extLst>
                </p14:cNvPr>
                <p14:cNvContentPartPr/>
                <p14:nvPr/>
              </p14:nvContentPartPr>
              <p14:xfrm>
                <a:off x="2427408" y="1072224"/>
                <a:ext cx="54720" cy="4860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6D2FBCB8-99A7-2C8D-2E05-2583395122F7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2418768" y="1063224"/>
                  <a:ext cx="72360" cy="6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FA842E1B-FAA5-BEDB-0507-C1BA98E33069}"/>
                    </a:ext>
                  </a:extLst>
                </p14:cNvPr>
                <p14:cNvContentPartPr/>
                <p14:nvPr/>
              </p14:nvContentPartPr>
              <p14:xfrm>
                <a:off x="2567808" y="923544"/>
                <a:ext cx="148680" cy="22356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FA842E1B-FAA5-BEDB-0507-C1BA98E33069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2558808" y="914904"/>
                  <a:ext cx="166320" cy="24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3061B8E2-CC3E-469D-4EE2-6A609DECA6F5}"/>
                    </a:ext>
                  </a:extLst>
                </p14:cNvPr>
                <p14:cNvContentPartPr/>
                <p14:nvPr/>
              </p14:nvContentPartPr>
              <p14:xfrm>
                <a:off x="2749608" y="1026144"/>
                <a:ext cx="50760" cy="4248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3061B8E2-CC3E-469D-4EE2-6A609DECA6F5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2740608" y="1017504"/>
                  <a:ext cx="68400" cy="60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198AC681-22AC-2069-6C2F-597BD0DF9CCA}"/>
              </a:ext>
            </a:extLst>
          </p:cNvPr>
          <p:cNvGrpSpPr/>
          <p:nvPr/>
        </p:nvGrpSpPr>
        <p:grpSpPr>
          <a:xfrm>
            <a:off x="3114648" y="795744"/>
            <a:ext cx="820080" cy="367200"/>
            <a:chOff x="3114648" y="795744"/>
            <a:chExt cx="820080" cy="367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20ED3FF3-368D-1345-F477-25A7082CBC7F}"/>
                    </a:ext>
                  </a:extLst>
                </p14:cNvPr>
                <p14:cNvContentPartPr/>
                <p14:nvPr/>
              </p14:nvContentPartPr>
              <p14:xfrm>
                <a:off x="3114648" y="795744"/>
                <a:ext cx="170640" cy="36720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20ED3FF3-368D-1345-F477-25A7082CBC7F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3105648" y="786744"/>
                  <a:ext cx="188280" cy="38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8C34437F-342C-1966-65E1-A05EDAA5C305}"/>
                    </a:ext>
                  </a:extLst>
                </p14:cNvPr>
                <p14:cNvContentPartPr/>
                <p14:nvPr/>
              </p14:nvContentPartPr>
              <p14:xfrm>
                <a:off x="3423528" y="904104"/>
                <a:ext cx="511200" cy="8028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8C34437F-342C-1966-65E1-A05EDAA5C305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3414528" y="895104"/>
                  <a:ext cx="528840" cy="97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55344350-ABDA-6AA2-71AC-A58C20C39CD6}"/>
              </a:ext>
            </a:extLst>
          </p:cNvPr>
          <p:cNvGrpSpPr/>
          <p:nvPr/>
        </p:nvGrpSpPr>
        <p:grpSpPr>
          <a:xfrm>
            <a:off x="4270248" y="804024"/>
            <a:ext cx="545760" cy="239760"/>
            <a:chOff x="4270248" y="804024"/>
            <a:chExt cx="545760" cy="239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1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4DDEDCE6-E185-EE92-749E-E6FDAB1C58CB}"/>
                    </a:ext>
                  </a:extLst>
                </p14:cNvPr>
                <p14:cNvContentPartPr/>
                <p14:nvPr/>
              </p14:nvContentPartPr>
              <p14:xfrm>
                <a:off x="4303368" y="804024"/>
                <a:ext cx="30960" cy="23976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4DDEDCE6-E185-EE92-749E-E6FDAB1C58CB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4294368" y="795024"/>
                  <a:ext cx="48600" cy="25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6EAF6141-A180-3835-BDB4-16D6C23389D4}"/>
                    </a:ext>
                  </a:extLst>
                </p14:cNvPr>
                <p14:cNvContentPartPr/>
                <p14:nvPr/>
              </p14:nvContentPartPr>
              <p14:xfrm>
                <a:off x="4270248" y="918144"/>
                <a:ext cx="262440" cy="11556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6EAF6141-A180-3835-BDB4-16D6C23389D4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4261248" y="909144"/>
                  <a:ext cx="280080" cy="13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17268251-B666-6B37-53FE-96A154FB1524}"/>
                    </a:ext>
                  </a:extLst>
                </p14:cNvPr>
                <p14:cNvContentPartPr/>
                <p14:nvPr/>
              </p14:nvContentPartPr>
              <p14:xfrm>
                <a:off x="4589568" y="932544"/>
                <a:ext cx="226440" cy="8100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17268251-B666-6B37-53FE-96A154FB1524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4580568" y="923544"/>
                  <a:ext cx="244080" cy="98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58A8904F-CC11-1462-9065-D68B54F3C440}"/>
              </a:ext>
            </a:extLst>
          </p:cNvPr>
          <p:cNvGrpSpPr/>
          <p:nvPr/>
        </p:nvGrpSpPr>
        <p:grpSpPr>
          <a:xfrm>
            <a:off x="5163048" y="600264"/>
            <a:ext cx="728280" cy="640800"/>
            <a:chOff x="5163048" y="600264"/>
            <a:chExt cx="728280" cy="640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7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01833176-5137-1A62-A072-96D4AED09054}"/>
                    </a:ext>
                  </a:extLst>
                </p14:cNvPr>
                <p14:cNvContentPartPr/>
                <p14:nvPr/>
              </p14:nvContentPartPr>
              <p14:xfrm>
                <a:off x="5373288" y="600264"/>
                <a:ext cx="215280" cy="64080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01833176-5137-1A62-A072-96D4AED09054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5364288" y="591264"/>
                  <a:ext cx="232920" cy="65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7C649D93-E6DE-3829-0024-7B676F9BC2E5}"/>
                    </a:ext>
                  </a:extLst>
                </p14:cNvPr>
                <p14:cNvContentPartPr/>
                <p14:nvPr/>
              </p14:nvContentPartPr>
              <p14:xfrm>
                <a:off x="5163048" y="942984"/>
                <a:ext cx="728280" cy="18576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7C649D93-E6DE-3829-0024-7B676F9BC2E5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5154408" y="933984"/>
                  <a:ext cx="745920" cy="2034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41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1CA58C7B-EC78-64BF-2D31-09A4B1F37ECD}"/>
                  </a:ext>
                </a:extLst>
              </p14:cNvPr>
              <p14:cNvContentPartPr/>
              <p14:nvPr/>
            </p14:nvContentPartPr>
            <p14:xfrm>
              <a:off x="6250968" y="678384"/>
              <a:ext cx="360360" cy="372600"/>
            </p14:xfrm>
          </p:contentPart>
        </mc:Choice>
        <mc:Fallback xmlns=""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1CA58C7B-EC78-64BF-2D31-09A4B1F37ECD}"/>
                  </a:ext>
                </a:extLst>
              </p:cNvPr>
              <p:cNvPicPr/>
              <p:nvPr/>
            </p:nvPicPr>
            <p:blipFill>
              <a:blip r:embed="rId42"/>
              <a:stretch>
                <a:fillRect/>
              </a:stretch>
            </p:blipFill>
            <p:spPr>
              <a:xfrm>
                <a:off x="6242328" y="669744"/>
                <a:ext cx="378000" cy="390240"/>
              </a:xfrm>
              <a:prstGeom prst="rect">
                <a:avLst/>
              </a:prstGeom>
            </p:spPr>
          </p:pic>
        </mc:Fallback>
      </mc:AlternateContent>
      <p:grpSp>
        <p:nvGrpSpPr>
          <p:cNvPr id="29" name="Group 28">
            <a:extLst>
              <a:ext uri="{FF2B5EF4-FFF2-40B4-BE49-F238E27FC236}">
                <a16:creationId xmlns:a16="http://schemas.microsoft.com/office/drawing/2014/main" id="{0463EA4F-C936-2C58-543E-C8A181234111}"/>
              </a:ext>
            </a:extLst>
          </p:cNvPr>
          <p:cNvGrpSpPr/>
          <p:nvPr/>
        </p:nvGrpSpPr>
        <p:grpSpPr>
          <a:xfrm>
            <a:off x="6992208" y="798624"/>
            <a:ext cx="1301400" cy="268200"/>
            <a:chOff x="6992208" y="798624"/>
            <a:chExt cx="1301400" cy="268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3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F3C662FE-1813-9984-C74A-36B8A985E255}"/>
                    </a:ext>
                  </a:extLst>
                </p14:cNvPr>
                <p14:cNvContentPartPr/>
                <p14:nvPr/>
              </p14:nvContentPartPr>
              <p14:xfrm>
                <a:off x="6992208" y="798624"/>
                <a:ext cx="827640" cy="23868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F3C662FE-1813-9984-C74A-36B8A985E255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6983568" y="789984"/>
                  <a:ext cx="845280" cy="25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D962A224-00E3-9379-8653-851195FACC5A}"/>
                    </a:ext>
                  </a:extLst>
                </p14:cNvPr>
                <p14:cNvContentPartPr/>
                <p14:nvPr/>
              </p14:nvContentPartPr>
              <p14:xfrm>
                <a:off x="7680528" y="822024"/>
                <a:ext cx="83880" cy="2088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D962A224-00E3-9379-8653-851195FACC5A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7671528" y="813384"/>
                  <a:ext cx="101520" cy="3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BF8CA3EE-2A73-9CEB-1F97-7B07AD112951}"/>
                    </a:ext>
                  </a:extLst>
                </p14:cNvPr>
                <p14:cNvContentPartPr/>
                <p14:nvPr/>
              </p14:nvContentPartPr>
              <p14:xfrm>
                <a:off x="7883208" y="917784"/>
                <a:ext cx="149400" cy="7668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BF8CA3EE-2A73-9CEB-1F97-7B07AD112951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7874208" y="908784"/>
                  <a:ext cx="167040" cy="9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6D93B044-74B1-1027-1D3C-5C67D5118C11}"/>
                    </a:ext>
                  </a:extLst>
                </p14:cNvPr>
                <p14:cNvContentPartPr/>
                <p14:nvPr/>
              </p14:nvContentPartPr>
              <p14:xfrm>
                <a:off x="8256168" y="1044864"/>
                <a:ext cx="37440" cy="2196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6D93B044-74B1-1027-1D3C-5C67D5118C11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8247168" y="1036224"/>
                  <a:ext cx="55080" cy="3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6E84C879-A118-77EB-F362-3E2785B0E516}"/>
                    </a:ext>
                  </a:extLst>
                </p14:cNvPr>
                <p14:cNvContentPartPr/>
                <p14:nvPr/>
              </p14:nvContentPartPr>
              <p14:xfrm>
                <a:off x="8240328" y="831744"/>
                <a:ext cx="21960" cy="4068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6E84C879-A118-77EB-F362-3E2785B0E516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8231328" y="822744"/>
                  <a:ext cx="39600" cy="58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70A18A60-C0DE-0D2B-AEDF-5036860C4CE5}"/>
              </a:ext>
            </a:extLst>
          </p:cNvPr>
          <p:cNvGrpSpPr/>
          <p:nvPr/>
        </p:nvGrpSpPr>
        <p:grpSpPr>
          <a:xfrm>
            <a:off x="4750488" y="1486584"/>
            <a:ext cx="425520" cy="1004760"/>
            <a:chOff x="4750488" y="1486584"/>
            <a:chExt cx="425520" cy="1004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3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DBA65C4F-0162-1848-3E92-7FA81B86F7DB}"/>
                    </a:ext>
                  </a:extLst>
                </p14:cNvPr>
                <p14:cNvContentPartPr/>
                <p14:nvPr/>
              </p14:nvContentPartPr>
              <p14:xfrm>
                <a:off x="4750488" y="1486584"/>
                <a:ext cx="216000" cy="34092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DBA65C4F-0162-1848-3E92-7FA81B86F7DB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4741488" y="1477584"/>
                  <a:ext cx="233640" cy="35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EEE67D32-3501-EC2A-B2DD-D33EA72622D0}"/>
                    </a:ext>
                  </a:extLst>
                </p14:cNvPr>
                <p14:cNvContentPartPr/>
                <p14:nvPr/>
              </p14:nvContentPartPr>
              <p14:xfrm>
                <a:off x="4910328" y="1929384"/>
                <a:ext cx="26640" cy="26784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EEE67D32-3501-EC2A-B2DD-D33EA72622D0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4901328" y="1920744"/>
                  <a:ext cx="44280" cy="28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01B7D1DC-2EBE-5FD9-A393-616F2666DD46}"/>
                    </a:ext>
                  </a:extLst>
                </p14:cNvPr>
                <p14:cNvContentPartPr/>
                <p14:nvPr/>
              </p14:nvContentPartPr>
              <p14:xfrm>
                <a:off x="4852008" y="2281464"/>
                <a:ext cx="121320" cy="20988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01B7D1DC-2EBE-5FD9-A393-616F2666DD46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4843008" y="2272824"/>
                  <a:ext cx="138960" cy="22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E4836D1F-3D7B-C5C0-379B-23EFAE8101D1}"/>
                    </a:ext>
                  </a:extLst>
                </p14:cNvPr>
                <p14:cNvContentPartPr/>
                <p14:nvPr/>
              </p14:nvContentPartPr>
              <p14:xfrm>
                <a:off x="5057568" y="2279304"/>
                <a:ext cx="118440" cy="18288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E4836D1F-3D7B-C5C0-379B-23EFAE8101D1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5048568" y="2270664"/>
                  <a:ext cx="136080" cy="2005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61">
            <p14:nvContentPartPr>
              <p14:cNvPr id="36" name="Ink 35">
                <a:extLst>
                  <a:ext uri="{FF2B5EF4-FFF2-40B4-BE49-F238E27FC236}">
                    <a16:creationId xmlns:a16="http://schemas.microsoft.com/office/drawing/2014/main" id="{89D26E67-1473-ED94-9400-28EA969EBA27}"/>
                  </a:ext>
                </a:extLst>
              </p14:cNvPr>
              <p14:cNvContentPartPr/>
              <p14:nvPr/>
            </p14:nvContentPartPr>
            <p14:xfrm>
              <a:off x="4399848" y="2629224"/>
              <a:ext cx="556920" cy="443160"/>
            </p14:xfrm>
          </p:contentPart>
        </mc:Choice>
        <mc:Fallback xmlns="">
          <p:pic>
            <p:nvPicPr>
              <p:cNvPr id="36" name="Ink 35">
                <a:extLst>
                  <a:ext uri="{FF2B5EF4-FFF2-40B4-BE49-F238E27FC236}">
                    <a16:creationId xmlns:a16="http://schemas.microsoft.com/office/drawing/2014/main" id="{89D26E67-1473-ED94-9400-28EA969EBA27}"/>
                  </a:ext>
                </a:extLst>
              </p:cNvPr>
              <p:cNvPicPr/>
              <p:nvPr/>
            </p:nvPicPr>
            <p:blipFill>
              <a:blip r:embed="rId62"/>
              <a:stretch>
                <a:fillRect/>
              </a:stretch>
            </p:blipFill>
            <p:spPr>
              <a:xfrm>
                <a:off x="4391208" y="2620584"/>
                <a:ext cx="574560" cy="460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3">
            <p14:nvContentPartPr>
              <p14:cNvPr id="37" name="Ink 36">
                <a:extLst>
                  <a:ext uri="{FF2B5EF4-FFF2-40B4-BE49-F238E27FC236}">
                    <a16:creationId xmlns:a16="http://schemas.microsoft.com/office/drawing/2014/main" id="{8FD2761B-7502-3D98-14C7-E3D0E14ED9CB}"/>
                  </a:ext>
                </a:extLst>
              </p14:cNvPr>
              <p14:cNvContentPartPr/>
              <p14:nvPr/>
            </p14:nvContentPartPr>
            <p14:xfrm>
              <a:off x="5124168" y="2611944"/>
              <a:ext cx="528840" cy="321840"/>
            </p14:xfrm>
          </p:contentPart>
        </mc:Choice>
        <mc:Fallback xmlns="">
          <p:pic>
            <p:nvPicPr>
              <p:cNvPr id="37" name="Ink 36">
                <a:extLst>
                  <a:ext uri="{FF2B5EF4-FFF2-40B4-BE49-F238E27FC236}">
                    <a16:creationId xmlns:a16="http://schemas.microsoft.com/office/drawing/2014/main" id="{8FD2761B-7502-3D98-14C7-E3D0E14ED9CB}"/>
                  </a:ext>
                </a:extLst>
              </p:cNvPr>
              <p:cNvPicPr/>
              <p:nvPr/>
            </p:nvPicPr>
            <p:blipFill>
              <a:blip r:embed="rId64"/>
              <a:stretch>
                <a:fillRect/>
              </a:stretch>
            </p:blipFill>
            <p:spPr>
              <a:xfrm>
                <a:off x="5115168" y="2602944"/>
                <a:ext cx="546480" cy="339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5">
            <p14:nvContentPartPr>
              <p14:cNvPr id="38" name="Ink 37">
                <a:extLst>
                  <a:ext uri="{FF2B5EF4-FFF2-40B4-BE49-F238E27FC236}">
                    <a16:creationId xmlns:a16="http://schemas.microsoft.com/office/drawing/2014/main" id="{C7B8A6BE-0961-6E07-C31F-43027570049B}"/>
                  </a:ext>
                </a:extLst>
              </p14:cNvPr>
              <p14:cNvContentPartPr/>
              <p14:nvPr/>
            </p14:nvContentPartPr>
            <p14:xfrm>
              <a:off x="5696568" y="2898504"/>
              <a:ext cx="6480" cy="37800"/>
            </p14:xfrm>
          </p:contentPart>
        </mc:Choice>
        <mc:Fallback xmlns="">
          <p:pic>
            <p:nvPicPr>
              <p:cNvPr id="38" name="Ink 37">
                <a:extLst>
                  <a:ext uri="{FF2B5EF4-FFF2-40B4-BE49-F238E27FC236}">
                    <a16:creationId xmlns:a16="http://schemas.microsoft.com/office/drawing/2014/main" id="{C7B8A6BE-0961-6E07-C31F-43027570049B}"/>
                  </a:ext>
                </a:extLst>
              </p:cNvPr>
              <p:cNvPicPr/>
              <p:nvPr/>
            </p:nvPicPr>
            <p:blipFill>
              <a:blip r:embed="rId66"/>
              <a:stretch>
                <a:fillRect/>
              </a:stretch>
            </p:blipFill>
            <p:spPr>
              <a:xfrm>
                <a:off x="5687928" y="2889504"/>
                <a:ext cx="24120" cy="55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7">
            <p14:nvContentPartPr>
              <p14:cNvPr id="40" name="Ink 39">
                <a:extLst>
                  <a:ext uri="{FF2B5EF4-FFF2-40B4-BE49-F238E27FC236}">
                    <a16:creationId xmlns:a16="http://schemas.microsoft.com/office/drawing/2014/main" id="{4A42514F-05FA-3302-AC6F-666B1A575242}"/>
                  </a:ext>
                </a:extLst>
              </p14:cNvPr>
              <p14:cNvContentPartPr/>
              <p14:nvPr/>
            </p14:nvContentPartPr>
            <p14:xfrm>
              <a:off x="4119768" y="3091824"/>
              <a:ext cx="126000" cy="216360"/>
            </p14:xfrm>
          </p:contentPart>
        </mc:Choice>
        <mc:Fallback xmlns="">
          <p:pic>
            <p:nvPicPr>
              <p:cNvPr id="40" name="Ink 39">
                <a:extLst>
                  <a:ext uri="{FF2B5EF4-FFF2-40B4-BE49-F238E27FC236}">
                    <a16:creationId xmlns:a16="http://schemas.microsoft.com/office/drawing/2014/main" id="{4A42514F-05FA-3302-AC6F-666B1A575242}"/>
                  </a:ext>
                </a:extLst>
              </p:cNvPr>
              <p:cNvPicPr/>
              <p:nvPr/>
            </p:nvPicPr>
            <p:blipFill>
              <a:blip r:embed="rId68"/>
              <a:stretch>
                <a:fillRect/>
              </a:stretch>
            </p:blipFill>
            <p:spPr>
              <a:xfrm>
                <a:off x="4111128" y="3083184"/>
                <a:ext cx="143640" cy="234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9">
            <p14:nvContentPartPr>
              <p14:cNvPr id="41" name="Ink 40">
                <a:extLst>
                  <a:ext uri="{FF2B5EF4-FFF2-40B4-BE49-F238E27FC236}">
                    <a16:creationId xmlns:a16="http://schemas.microsoft.com/office/drawing/2014/main" id="{794BA04A-7230-D8E5-F5E2-6B6703E71200}"/>
                  </a:ext>
                </a:extLst>
              </p14:cNvPr>
              <p14:cNvContentPartPr/>
              <p14:nvPr/>
            </p14:nvContentPartPr>
            <p14:xfrm>
              <a:off x="4314888" y="3184344"/>
              <a:ext cx="100080" cy="83160"/>
            </p14:xfrm>
          </p:contentPart>
        </mc:Choice>
        <mc:Fallback xmlns="">
          <p:pic>
            <p:nvPicPr>
              <p:cNvPr id="41" name="Ink 40">
                <a:extLst>
                  <a:ext uri="{FF2B5EF4-FFF2-40B4-BE49-F238E27FC236}">
                    <a16:creationId xmlns:a16="http://schemas.microsoft.com/office/drawing/2014/main" id="{794BA04A-7230-D8E5-F5E2-6B6703E71200}"/>
                  </a:ext>
                </a:extLst>
              </p:cNvPr>
              <p:cNvPicPr/>
              <p:nvPr/>
            </p:nvPicPr>
            <p:blipFill>
              <a:blip r:embed="rId70"/>
              <a:stretch>
                <a:fillRect/>
              </a:stretch>
            </p:blipFill>
            <p:spPr>
              <a:xfrm>
                <a:off x="4306248" y="3175704"/>
                <a:ext cx="117720" cy="100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1">
            <p14:nvContentPartPr>
              <p14:cNvPr id="42" name="Ink 41">
                <a:extLst>
                  <a:ext uri="{FF2B5EF4-FFF2-40B4-BE49-F238E27FC236}">
                    <a16:creationId xmlns:a16="http://schemas.microsoft.com/office/drawing/2014/main" id="{6D99A098-7878-0115-FD99-99B14744A629}"/>
                  </a:ext>
                </a:extLst>
              </p14:cNvPr>
              <p14:cNvContentPartPr/>
              <p14:nvPr/>
            </p14:nvContentPartPr>
            <p14:xfrm>
              <a:off x="4461048" y="3099744"/>
              <a:ext cx="225720" cy="163800"/>
            </p14:xfrm>
          </p:contentPart>
        </mc:Choice>
        <mc:Fallback xmlns="">
          <p:pic>
            <p:nvPicPr>
              <p:cNvPr id="42" name="Ink 41">
                <a:extLst>
                  <a:ext uri="{FF2B5EF4-FFF2-40B4-BE49-F238E27FC236}">
                    <a16:creationId xmlns:a16="http://schemas.microsoft.com/office/drawing/2014/main" id="{6D99A098-7878-0115-FD99-99B14744A629}"/>
                  </a:ext>
                </a:extLst>
              </p:cNvPr>
              <p:cNvPicPr/>
              <p:nvPr/>
            </p:nvPicPr>
            <p:blipFill>
              <a:blip r:embed="rId72"/>
              <a:stretch>
                <a:fillRect/>
              </a:stretch>
            </p:blipFill>
            <p:spPr>
              <a:xfrm>
                <a:off x="4452048" y="3091104"/>
                <a:ext cx="243360" cy="181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3">
            <p14:nvContentPartPr>
              <p14:cNvPr id="43" name="Ink 42">
                <a:extLst>
                  <a:ext uri="{FF2B5EF4-FFF2-40B4-BE49-F238E27FC236}">
                    <a16:creationId xmlns:a16="http://schemas.microsoft.com/office/drawing/2014/main" id="{594721B2-7544-C595-53D9-6A6B98DFDE9C}"/>
                  </a:ext>
                </a:extLst>
              </p14:cNvPr>
              <p14:cNvContentPartPr/>
              <p14:nvPr/>
            </p14:nvContentPartPr>
            <p14:xfrm>
              <a:off x="4377168" y="3439584"/>
              <a:ext cx="16920" cy="11880"/>
            </p14:xfrm>
          </p:contentPart>
        </mc:Choice>
        <mc:Fallback xmlns="">
          <p:pic>
            <p:nvPicPr>
              <p:cNvPr id="43" name="Ink 42">
                <a:extLst>
                  <a:ext uri="{FF2B5EF4-FFF2-40B4-BE49-F238E27FC236}">
                    <a16:creationId xmlns:a16="http://schemas.microsoft.com/office/drawing/2014/main" id="{594721B2-7544-C595-53D9-6A6B98DFDE9C}"/>
                  </a:ext>
                </a:extLst>
              </p:cNvPr>
              <p:cNvPicPr/>
              <p:nvPr/>
            </p:nvPicPr>
            <p:blipFill>
              <a:blip r:embed="rId74"/>
              <a:stretch>
                <a:fillRect/>
              </a:stretch>
            </p:blipFill>
            <p:spPr>
              <a:xfrm>
                <a:off x="4368528" y="3430584"/>
                <a:ext cx="34560" cy="29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5">
            <p14:nvContentPartPr>
              <p14:cNvPr id="45" name="Ink 44">
                <a:extLst>
                  <a:ext uri="{FF2B5EF4-FFF2-40B4-BE49-F238E27FC236}">
                    <a16:creationId xmlns:a16="http://schemas.microsoft.com/office/drawing/2014/main" id="{F1B084D5-5BAD-A080-EFB0-AFC92161BF8F}"/>
                  </a:ext>
                </a:extLst>
              </p14:cNvPr>
              <p14:cNvContentPartPr/>
              <p14:nvPr/>
            </p14:nvContentPartPr>
            <p14:xfrm>
              <a:off x="5752728" y="3055104"/>
              <a:ext cx="234000" cy="211320"/>
            </p14:xfrm>
          </p:contentPart>
        </mc:Choice>
        <mc:Fallback xmlns="">
          <p:pic>
            <p:nvPicPr>
              <p:cNvPr id="45" name="Ink 44">
                <a:extLst>
                  <a:ext uri="{FF2B5EF4-FFF2-40B4-BE49-F238E27FC236}">
                    <a16:creationId xmlns:a16="http://schemas.microsoft.com/office/drawing/2014/main" id="{F1B084D5-5BAD-A080-EFB0-AFC92161BF8F}"/>
                  </a:ext>
                </a:extLst>
              </p:cNvPr>
              <p:cNvPicPr/>
              <p:nvPr/>
            </p:nvPicPr>
            <p:blipFill>
              <a:blip r:embed="rId76"/>
              <a:stretch>
                <a:fillRect/>
              </a:stretch>
            </p:blipFill>
            <p:spPr>
              <a:xfrm>
                <a:off x="5743728" y="3046104"/>
                <a:ext cx="251640" cy="228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7">
            <p14:nvContentPartPr>
              <p14:cNvPr id="46" name="Ink 45">
                <a:extLst>
                  <a:ext uri="{FF2B5EF4-FFF2-40B4-BE49-F238E27FC236}">
                    <a16:creationId xmlns:a16="http://schemas.microsoft.com/office/drawing/2014/main" id="{F1D85BBA-8A13-877E-4125-017B9A29D5A2}"/>
                  </a:ext>
                </a:extLst>
              </p14:cNvPr>
              <p14:cNvContentPartPr/>
              <p14:nvPr/>
            </p14:nvContentPartPr>
            <p14:xfrm>
              <a:off x="6075648" y="2984544"/>
              <a:ext cx="134640" cy="228240"/>
            </p14:xfrm>
          </p:contentPart>
        </mc:Choice>
        <mc:Fallback xmlns="">
          <p:pic>
            <p:nvPicPr>
              <p:cNvPr id="46" name="Ink 45">
                <a:extLst>
                  <a:ext uri="{FF2B5EF4-FFF2-40B4-BE49-F238E27FC236}">
                    <a16:creationId xmlns:a16="http://schemas.microsoft.com/office/drawing/2014/main" id="{F1D85BBA-8A13-877E-4125-017B9A29D5A2}"/>
                  </a:ext>
                </a:extLst>
              </p:cNvPr>
              <p:cNvPicPr/>
              <p:nvPr/>
            </p:nvPicPr>
            <p:blipFill>
              <a:blip r:embed="rId78"/>
              <a:stretch>
                <a:fillRect/>
              </a:stretch>
            </p:blipFill>
            <p:spPr>
              <a:xfrm>
                <a:off x="6066648" y="2975544"/>
                <a:ext cx="152280" cy="245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9">
            <p14:nvContentPartPr>
              <p14:cNvPr id="47" name="Ink 46">
                <a:extLst>
                  <a:ext uri="{FF2B5EF4-FFF2-40B4-BE49-F238E27FC236}">
                    <a16:creationId xmlns:a16="http://schemas.microsoft.com/office/drawing/2014/main" id="{CC5B9BAA-594C-CC88-77D4-9D4E711E4D9C}"/>
                  </a:ext>
                </a:extLst>
              </p14:cNvPr>
              <p14:cNvContentPartPr/>
              <p14:nvPr/>
            </p14:nvContentPartPr>
            <p14:xfrm>
              <a:off x="5512248" y="3346704"/>
              <a:ext cx="445320" cy="471600"/>
            </p14:xfrm>
          </p:contentPart>
        </mc:Choice>
        <mc:Fallback xmlns="">
          <p:pic>
            <p:nvPicPr>
              <p:cNvPr id="47" name="Ink 46">
                <a:extLst>
                  <a:ext uri="{FF2B5EF4-FFF2-40B4-BE49-F238E27FC236}">
                    <a16:creationId xmlns:a16="http://schemas.microsoft.com/office/drawing/2014/main" id="{CC5B9BAA-594C-CC88-77D4-9D4E711E4D9C}"/>
                  </a:ext>
                </a:extLst>
              </p:cNvPr>
              <p:cNvPicPr/>
              <p:nvPr/>
            </p:nvPicPr>
            <p:blipFill>
              <a:blip r:embed="rId80"/>
              <a:stretch>
                <a:fillRect/>
              </a:stretch>
            </p:blipFill>
            <p:spPr>
              <a:xfrm>
                <a:off x="5503608" y="3338064"/>
                <a:ext cx="462960" cy="489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1">
            <p14:nvContentPartPr>
              <p14:cNvPr id="48" name="Ink 47">
                <a:extLst>
                  <a:ext uri="{FF2B5EF4-FFF2-40B4-BE49-F238E27FC236}">
                    <a16:creationId xmlns:a16="http://schemas.microsoft.com/office/drawing/2014/main" id="{C66F952E-4D38-A383-FAB5-11BBCFA38388}"/>
                  </a:ext>
                </a:extLst>
              </p14:cNvPr>
              <p14:cNvContentPartPr/>
              <p14:nvPr/>
            </p14:nvContentPartPr>
            <p14:xfrm>
              <a:off x="6038208" y="3325824"/>
              <a:ext cx="704160" cy="496080"/>
            </p14:xfrm>
          </p:contentPart>
        </mc:Choice>
        <mc:Fallback xmlns="">
          <p:pic>
            <p:nvPicPr>
              <p:cNvPr id="48" name="Ink 47">
                <a:extLst>
                  <a:ext uri="{FF2B5EF4-FFF2-40B4-BE49-F238E27FC236}">
                    <a16:creationId xmlns:a16="http://schemas.microsoft.com/office/drawing/2014/main" id="{C66F952E-4D38-A383-FAB5-11BBCFA38388}"/>
                  </a:ext>
                </a:extLst>
              </p:cNvPr>
              <p:cNvPicPr/>
              <p:nvPr/>
            </p:nvPicPr>
            <p:blipFill>
              <a:blip r:embed="rId82"/>
              <a:stretch>
                <a:fillRect/>
              </a:stretch>
            </p:blipFill>
            <p:spPr>
              <a:xfrm>
                <a:off x="6029208" y="3317184"/>
                <a:ext cx="721800" cy="513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3">
            <p14:nvContentPartPr>
              <p14:cNvPr id="50" name="Ink 49">
                <a:extLst>
                  <a:ext uri="{FF2B5EF4-FFF2-40B4-BE49-F238E27FC236}">
                    <a16:creationId xmlns:a16="http://schemas.microsoft.com/office/drawing/2014/main" id="{9A6C00C8-5C50-D0C8-0BF0-DDE53EA73B8C}"/>
                  </a:ext>
                </a:extLst>
              </p14:cNvPr>
              <p14:cNvContentPartPr/>
              <p14:nvPr/>
            </p14:nvContentPartPr>
            <p14:xfrm>
              <a:off x="5194728" y="3880224"/>
              <a:ext cx="210600" cy="234360"/>
            </p14:xfrm>
          </p:contentPart>
        </mc:Choice>
        <mc:Fallback xmlns="">
          <p:pic>
            <p:nvPicPr>
              <p:cNvPr id="50" name="Ink 49">
                <a:extLst>
                  <a:ext uri="{FF2B5EF4-FFF2-40B4-BE49-F238E27FC236}">
                    <a16:creationId xmlns:a16="http://schemas.microsoft.com/office/drawing/2014/main" id="{9A6C00C8-5C50-D0C8-0BF0-DDE53EA73B8C}"/>
                  </a:ext>
                </a:extLst>
              </p:cNvPr>
              <p:cNvPicPr/>
              <p:nvPr/>
            </p:nvPicPr>
            <p:blipFill>
              <a:blip r:embed="rId84"/>
              <a:stretch>
                <a:fillRect/>
              </a:stretch>
            </p:blipFill>
            <p:spPr>
              <a:xfrm>
                <a:off x="5186088" y="3871224"/>
                <a:ext cx="228240" cy="25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5">
            <p14:nvContentPartPr>
              <p14:cNvPr id="51" name="Ink 50">
                <a:extLst>
                  <a:ext uri="{FF2B5EF4-FFF2-40B4-BE49-F238E27FC236}">
                    <a16:creationId xmlns:a16="http://schemas.microsoft.com/office/drawing/2014/main" id="{4839197C-9B20-242E-28FA-5B82FE6B581B}"/>
                  </a:ext>
                </a:extLst>
              </p14:cNvPr>
              <p14:cNvContentPartPr/>
              <p14:nvPr/>
            </p14:nvContentPartPr>
            <p14:xfrm>
              <a:off x="5449248" y="3879144"/>
              <a:ext cx="184320" cy="230760"/>
            </p14:xfrm>
          </p:contentPart>
        </mc:Choice>
        <mc:Fallback xmlns="">
          <p:pic>
            <p:nvPicPr>
              <p:cNvPr id="51" name="Ink 50">
                <a:extLst>
                  <a:ext uri="{FF2B5EF4-FFF2-40B4-BE49-F238E27FC236}">
                    <a16:creationId xmlns:a16="http://schemas.microsoft.com/office/drawing/2014/main" id="{4839197C-9B20-242E-28FA-5B82FE6B581B}"/>
                  </a:ext>
                </a:extLst>
              </p:cNvPr>
              <p:cNvPicPr/>
              <p:nvPr/>
            </p:nvPicPr>
            <p:blipFill>
              <a:blip r:embed="rId86"/>
              <a:stretch>
                <a:fillRect/>
              </a:stretch>
            </p:blipFill>
            <p:spPr>
              <a:xfrm>
                <a:off x="5440608" y="3870144"/>
                <a:ext cx="201960" cy="248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7">
            <p14:nvContentPartPr>
              <p14:cNvPr id="52" name="Ink 51">
                <a:extLst>
                  <a:ext uri="{FF2B5EF4-FFF2-40B4-BE49-F238E27FC236}">
                    <a16:creationId xmlns:a16="http://schemas.microsoft.com/office/drawing/2014/main" id="{0CEB676B-B83C-33D7-25A9-4FEE83B8C196}"/>
                  </a:ext>
                </a:extLst>
              </p14:cNvPr>
              <p14:cNvContentPartPr/>
              <p14:nvPr/>
            </p14:nvContentPartPr>
            <p14:xfrm>
              <a:off x="5696208" y="3990744"/>
              <a:ext cx="113760" cy="6120"/>
            </p14:xfrm>
          </p:contentPart>
        </mc:Choice>
        <mc:Fallback xmlns="">
          <p:pic>
            <p:nvPicPr>
              <p:cNvPr id="52" name="Ink 51">
                <a:extLst>
                  <a:ext uri="{FF2B5EF4-FFF2-40B4-BE49-F238E27FC236}">
                    <a16:creationId xmlns:a16="http://schemas.microsoft.com/office/drawing/2014/main" id="{0CEB676B-B83C-33D7-25A9-4FEE83B8C196}"/>
                  </a:ext>
                </a:extLst>
              </p:cNvPr>
              <p:cNvPicPr/>
              <p:nvPr/>
            </p:nvPicPr>
            <p:blipFill>
              <a:blip r:embed="rId88"/>
              <a:stretch>
                <a:fillRect/>
              </a:stretch>
            </p:blipFill>
            <p:spPr>
              <a:xfrm>
                <a:off x="5687208" y="3982104"/>
                <a:ext cx="131400" cy="23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9">
            <p14:nvContentPartPr>
              <p14:cNvPr id="62" name="Ink 61">
                <a:extLst>
                  <a:ext uri="{FF2B5EF4-FFF2-40B4-BE49-F238E27FC236}">
                    <a16:creationId xmlns:a16="http://schemas.microsoft.com/office/drawing/2014/main" id="{0EB4A7DA-4D78-61A3-86C1-DD72753E4584}"/>
                  </a:ext>
                </a:extLst>
              </p14:cNvPr>
              <p14:cNvContentPartPr/>
              <p14:nvPr/>
            </p14:nvContentPartPr>
            <p14:xfrm>
              <a:off x="4137048" y="3440304"/>
              <a:ext cx="87120" cy="313920"/>
            </p14:xfrm>
          </p:contentPart>
        </mc:Choice>
        <mc:Fallback xmlns="">
          <p:pic>
            <p:nvPicPr>
              <p:cNvPr id="62" name="Ink 61">
                <a:extLst>
                  <a:ext uri="{FF2B5EF4-FFF2-40B4-BE49-F238E27FC236}">
                    <a16:creationId xmlns:a16="http://schemas.microsoft.com/office/drawing/2014/main" id="{0EB4A7DA-4D78-61A3-86C1-DD72753E4584}"/>
                  </a:ext>
                </a:extLst>
              </p:cNvPr>
              <p:cNvPicPr/>
              <p:nvPr/>
            </p:nvPicPr>
            <p:blipFill>
              <a:blip r:embed="rId90"/>
              <a:stretch>
                <a:fillRect/>
              </a:stretch>
            </p:blipFill>
            <p:spPr>
              <a:xfrm>
                <a:off x="4128048" y="3431664"/>
                <a:ext cx="104760" cy="331560"/>
              </a:xfrm>
              <a:prstGeom prst="rect">
                <a:avLst/>
              </a:prstGeom>
            </p:spPr>
          </p:pic>
        </mc:Fallback>
      </mc:AlternateContent>
      <p:grpSp>
        <p:nvGrpSpPr>
          <p:cNvPr id="67" name="Group 66">
            <a:extLst>
              <a:ext uri="{FF2B5EF4-FFF2-40B4-BE49-F238E27FC236}">
                <a16:creationId xmlns:a16="http://schemas.microsoft.com/office/drawing/2014/main" id="{5623A2E4-C0F4-29F1-BCB0-05C08DF9253D}"/>
              </a:ext>
            </a:extLst>
          </p:cNvPr>
          <p:cNvGrpSpPr/>
          <p:nvPr/>
        </p:nvGrpSpPr>
        <p:grpSpPr>
          <a:xfrm>
            <a:off x="3682008" y="3855384"/>
            <a:ext cx="846360" cy="360000"/>
            <a:chOff x="3682008" y="3855384"/>
            <a:chExt cx="846360" cy="360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1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C1C4EF93-056B-2940-66A9-34127FE5F2F0}"/>
                    </a:ext>
                  </a:extLst>
                </p14:cNvPr>
                <p14:cNvContentPartPr/>
                <p14:nvPr/>
              </p14:nvContentPartPr>
              <p14:xfrm>
                <a:off x="3682008" y="3909384"/>
                <a:ext cx="221040" cy="30600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C1C4EF93-056B-2940-66A9-34127FE5F2F0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3673368" y="3900384"/>
                  <a:ext cx="238680" cy="32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3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BED73B61-2718-4753-7184-2D6030418550}"/>
                    </a:ext>
                  </a:extLst>
                </p14:cNvPr>
                <p14:cNvContentPartPr/>
                <p14:nvPr/>
              </p14:nvContentPartPr>
              <p14:xfrm>
                <a:off x="3980448" y="3985344"/>
                <a:ext cx="380880" cy="11736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BED73B61-2718-4753-7184-2D6030418550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3971448" y="3976344"/>
                  <a:ext cx="398520" cy="13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5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6E94BAC0-6E7E-00E1-4591-04C5D97B36BD}"/>
                    </a:ext>
                  </a:extLst>
                </p14:cNvPr>
                <p14:cNvContentPartPr/>
                <p14:nvPr/>
              </p14:nvContentPartPr>
              <p14:xfrm>
                <a:off x="4480848" y="4037544"/>
                <a:ext cx="47520" cy="1836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6E94BAC0-6E7E-00E1-4591-04C5D97B36BD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4472208" y="4028904"/>
                  <a:ext cx="6516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7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3287CF35-180E-8CEA-81BB-2E2C8A24BA6E}"/>
                    </a:ext>
                  </a:extLst>
                </p14:cNvPr>
                <p14:cNvContentPartPr/>
                <p14:nvPr/>
              </p14:nvContentPartPr>
              <p14:xfrm>
                <a:off x="4244688" y="3855384"/>
                <a:ext cx="16200" cy="5868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3287CF35-180E-8CEA-81BB-2E2C8A24BA6E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4235688" y="3846744"/>
                  <a:ext cx="33840" cy="76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1" name="Group 70">
            <a:extLst>
              <a:ext uri="{FF2B5EF4-FFF2-40B4-BE49-F238E27FC236}">
                <a16:creationId xmlns:a16="http://schemas.microsoft.com/office/drawing/2014/main" id="{8F3936CC-ADB9-AA5A-548D-7732673BA6F0}"/>
              </a:ext>
            </a:extLst>
          </p:cNvPr>
          <p:cNvGrpSpPr/>
          <p:nvPr/>
        </p:nvGrpSpPr>
        <p:grpSpPr>
          <a:xfrm>
            <a:off x="5231448" y="4244184"/>
            <a:ext cx="283680" cy="548280"/>
            <a:chOff x="5231448" y="4244184"/>
            <a:chExt cx="283680" cy="548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9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A9E38D9E-CAE5-5580-2C2E-308531E52301}"/>
                    </a:ext>
                  </a:extLst>
                </p14:cNvPr>
                <p14:cNvContentPartPr/>
                <p14:nvPr/>
              </p14:nvContentPartPr>
              <p14:xfrm>
                <a:off x="5410008" y="4244184"/>
                <a:ext cx="28080" cy="24696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A9E38D9E-CAE5-5580-2C2E-308531E52301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5401008" y="4235544"/>
                  <a:ext cx="45720" cy="26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1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5E8368FB-334A-E4ED-F38C-A60FE781F4DD}"/>
                    </a:ext>
                  </a:extLst>
                </p14:cNvPr>
                <p14:cNvContentPartPr/>
                <p14:nvPr/>
              </p14:nvContentPartPr>
              <p14:xfrm>
                <a:off x="5232168" y="4564944"/>
                <a:ext cx="60480" cy="22752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5E8368FB-334A-E4ED-F38C-A60FE781F4DD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5223528" y="4556304"/>
                  <a:ext cx="78120" cy="24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3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E82C6F0A-767F-3173-6EC2-8A3BAC733BFB}"/>
                    </a:ext>
                  </a:extLst>
                </p14:cNvPr>
                <p14:cNvContentPartPr/>
                <p14:nvPr/>
              </p14:nvContentPartPr>
              <p14:xfrm>
                <a:off x="5231448" y="4554864"/>
                <a:ext cx="283680" cy="22788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E82C6F0A-767F-3173-6EC2-8A3BAC733BFB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5222808" y="4546224"/>
                  <a:ext cx="301320" cy="245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3" name="Group 72">
            <a:extLst>
              <a:ext uri="{FF2B5EF4-FFF2-40B4-BE49-F238E27FC236}">
                <a16:creationId xmlns:a16="http://schemas.microsoft.com/office/drawing/2014/main" id="{60E0DFBE-54D9-AE4E-38DF-AA2771741C4F}"/>
              </a:ext>
            </a:extLst>
          </p:cNvPr>
          <p:cNvGrpSpPr/>
          <p:nvPr/>
        </p:nvGrpSpPr>
        <p:grpSpPr>
          <a:xfrm>
            <a:off x="6665328" y="3762864"/>
            <a:ext cx="1161720" cy="600480"/>
            <a:chOff x="6665328" y="3762864"/>
            <a:chExt cx="1161720" cy="600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5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A32CF9E1-68C7-DB53-2070-541DE256EF07}"/>
                    </a:ext>
                  </a:extLst>
                </p14:cNvPr>
                <p14:cNvContentPartPr/>
                <p14:nvPr/>
              </p14:nvContentPartPr>
              <p14:xfrm>
                <a:off x="6665328" y="3891024"/>
                <a:ext cx="205920" cy="18648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A32CF9E1-68C7-DB53-2070-541DE256EF07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6656688" y="3882024"/>
                  <a:ext cx="223560" cy="20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7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564AD160-7BD3-8642-ED64-FE52F5360298}"/>
                    </a:ext>
                  </a:extLst>
                </p14:cNvPr>
                <p14:cNvContentPartPr/>
                <p14:nvPr/>
              </p14:nvContentPartPr>
              <p14:xfrm>
                <a:off x="6942888" y="3934584"/>
                <a:ext cx="88560" cy="9360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564AD160-7BD3-8642-ED64-FE52F5360298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6934248" y="3925584"/>
                  <a:ext cx="106200" cy="11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9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7AF60069-1FD1-2B38-7B0E-486B5B021287}"/>
                    </a:ext>
                  </a:extLst>
                </p14:cNvPr>
                <p14:cNvContentPartPr/>
                <p14:nvPr/>
              </p14:nvContentPartPr>
              <p14:xfrm>
                <a:off x="7116408" y="3909024"/>
                <a:ext cx="303480" cy="7920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7AF60069-1FD1-2B38-7B0E-486B5B021287}"/>
                    </a:ext>
                  </a:extLst>
                </p:cNvPr>
                <p:cNvPicPr/>
                <p:nvPr/>
              </p:nvPicPr>
              <p:blipFill>
                <a:blip r:embed="rId110"/>
                <a:stretch>
                  <a:fillRect/>
                </a:stretch>
              </p:blipFill>
              <p:spPr>
                <a:xfrm>
                  <a:off x="7107408" y="3900024"/>
                  <a:ext cx="321120" cy="9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1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F108410A-FB32-7AC8-7612-581E5E0C2199}"/>
                    </a:ext>
                  </a:extLst>
                </p14:cNvPr>
                <p14:cNvContentPartPr/>
                <p14:nvPr/>
              </p14:nvContentPartPr>
              <p14:xfrm>
                <a:off x="7423128" y="3837744"/>
                <a:ext cx="37080" cy="5400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F108410A-FB32-7AC8-7612-581E5E0C2199}"/>
                    </a:ext>
                  </a:extLst>
                </p:cNvPr>
                <p:cNvPicPr/>
                <p:nvPr/>
              </p:nvPicPr>
              <p:blipFill>
                <a:blip r:embed="rId112"/>
                <a:stretch>
                  <a:fillRect/>
                </a:stretch>
              </p:blipFill>
              <p:spPr>
                <a:xfrm>
                  <a:off x="7414488" y="3828744"/>
                  <a:ext cx="54720" cy="7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3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8521D654-7502-3C2E-4DF4-EA880FC6E298}"/>
                    </a:ext>
                  </a:extLst>
                </p14:cNvPr>
                <p14:cNvContentPartPr/>
                <p14:nvPr/>
              </p14:nvContentPartPr>
              <p14:xfrm>
                <a:off x="7506288" y="3871584"/>
                <a:ext cx="241560" cy="5652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8521D654-7502-3C2E-4DF4-EA880FC6E298}"/>
                    </a:ext>
                  </a:extLst>
                </p:cNvPr>
                <p:cNvPicPr/>
                <p:nvPr/>
              </p:nvPicPr>
              <p:blipFill>
                <a:blip r:embed="rId114"/>
                <a:stretch>
                  <a:fillRect/>
                </a:stretch>
              </p:blipFill>
              <p:spPr>
                <a:xfrm>
                  <a:off x="7497288" y="3862584"/>
                  <a:ext cx="259200" cy="7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5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F7DB0ADF-DBF1-ABC4-48B3-CF06A7954F4D}"/>
                    </a:ext>
                  </a:extLst>
                </p14:cNvPr>
                <p14:cNvContentPartPr/>
                <p14:nvPr/>
              </p14:nvContentPartPr>
              <p14:xfrm>
                <a:off x="7696008" y="3762864"/>
                <a:ext cx="131040" cy="16884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F7DB0ADF-DBF1-ABC4-48B3-CF06A7954F4D}"/>
                    </a:ext>
                  </a:extLst>
                </p:cNvPr>
                <p:cNvPicPr/>
                <p:nvPr/>
              </p:nvPicPr>
              <p:blipFill>
                <a:blip r:embed="rId116"/>
                <a:stretch>
                  <a:fillRect/>
                </a:stretch>
              </p:blipFill>
              <p:spPr>
                <a:xfrm>
                  <a:off x="7687008" y="3753864"/>
                  <a:ext cx="148680" cy="18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7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B601F7BD-FB4A-2973-D75F-C2A34DFAFD2A}"/>
                    </a:ext>
                  </a:extLst>
                </p14:cNvPr>
                <p14:cNvContentPartPr/>
                <p14:nvPr/>
              </p14:nvContentPartPr>
              <p14:xfrm>
                <a:off x="7186968" y="4096584"/>
                <a:ext cx="40680" cy="26676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B601F7BD-FB4A-2973-D75F-C2A34DFAFD2A}"/>
                    </a:ext>
                  </a:extLst>
                </p:cNvPr>
                <p:cNvPicPr/>
                <p:nvPr/>
              </p:nvPicPr>
              <p:blipFill>
                <a:blip r:embed="rId118"/>
                <a:stretch>
                  <a:fillRect/>
                </a:stretch>
              </p:blipFill>
              <p:spPr>
                <a:xfrm>
                  <a:off x="7177968" y="4087944"/>
                  <a:ext cx="58320" cy="284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2" name="Group 81">
            <a:extLst>
              <a:ext uri="{FF2B5EF4-FFF2-40B4-BE49-F238E27FC236}">
                <a16:creationId xmlns:a16="http://schemas.microsoft.com/office/drawing/2014/main" id="{AEFEC5C3-941F-5EAA-E3F8-CBA439585346}"/>
              </a:ext>
            </a:extLst>
          </p:cNvPr>
          <p:cNvGrpSpPr/>
          <p:nvPr/>
        </p:nvGrpSpPr>
        <p:grpSpPr>
          <a:xfrm>
            <a:off x="7068168" y="4512384"/>
            <a:ext cx="429480" cy="134280"/>
            <a:chOff x="7068168" y="4512384"/>
            <a:chExt cx="429480" cy="134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9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33FCAA14-B92A-6E07-3995-0A8BC22E17E2}"/>
                    </a:ext>
                  </a:extLst>
                </p14:cNvPr>
                <p14:cNvContentPartPr/>
                <p14:nvPr/>
              </p14:nvContentPartPr>
              <p14:xfrm>
                <a:off x="7068168" y="4524984"/>
                <a:ext cx="22680" cy="12168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33FCAA14-B92A-6E07-3995-0A8BC22E17E2}"/>
                    </a:ext>
                  </a:extLst>
                </p:cNvPr>
                <p:cNvPicPr/>
                <p:nvPr/>
              </p:nvPicPr>
              <p:blipFill>
                <a:blip r:embed="rId120"/>
                <a:stretch>
                  <a:fillRect/>
                </a:stretch>
              </p:blipFill>
              <p:spPr>
                <a:xfrm>
                  <a:off x="7059168" y="4516344"/>
                  <a:ext cx="40320" cy="13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1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1E0CDED2-79CC-8324-BDA2-046207785172}"/>
                    </a:ext>
                  </a:extLst>
                </p14:cNvPr>
                <p14:cNvContentPartPr/>
                <p14:nvPr/>
              </p14:nvContentPartPr>
              <p14:xfrm>
                <a:off x="7087968" y="4512384"/>
                <a:ext cx="245160" cy="12096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1E0CDED2-79CC-8324-BDA2-046207785172}"/>
                    </a:ext>
                  </a:extLst>
                </p:cNvPr>
                <p:cNvPicPr/>
                <p:nvPr/>
              </p:nvPicPr>
              <p:blipFill>
                <a:blip r:embed="rId122"/>
                <a:stretch>
                  <a:fillRect/>
                </a:stretch>
              </p:blipFill>
              <p:spPr>
                <a:xfrm>
                  <a:off x="7079328" y="4503384"/>
                  <a:ext cx="262800" cy="13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3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B0E82FAF-048C-CEE6-7A39-98806DE2B77E}"/>
                    </a:ext>
                  </a:extLst>
                </p14:cNvPr>
                <p14:cNvContentPartPr/>
                <p14:nvPr/>
              </p14:nvContentPartPr>
              <p14:xfrm>
                <a:off x="7494408" y="4623624"/>
                <a:ext cx="3240" cy="360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B0E82FAF-048C-CEE6-7A39-98806DE2B77E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7485768" y="4614624"/>
                  <a:ext cx="20880" cy="21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6" name="Group 85">
            <a:extLst>
              <a:ext uri="{FF2B5EF4-FFF2-40B4-BE49-F238E27FC236}">
                <a16:creationId xmlns:a16="http://schemas.microsoft.com/office/drawing/2014/main" id="{6276E746-804F-73E5-AD9E-AF5E9D4533CA}"/>
              </a:ext>
            </a:extLst>
          </p:cNvPr>
          <p:cNvGrpSpPr/>
          <p:nvPr/>
        </p:nvGrpSpPr>
        <p:grpSpPr>
          <a:xfrm>
            <a:off x="6847488" y="4759704"/>
            <a:ext cx="1108800" cy="493920"/>
            <a:chOff x="6847488" y="4759704"/>
            <a:chExt cx="1108800" cy="493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231A9AB8-8335-C6E9-C350-C1446FE47837}"/>
                    </a:ext>
                  </a:extLst>
                </p14:cNvPr>
                <p14:cNvContentPartPr/>
                <p14:nvPr/>
              </p14:nvContentPartPr>
              <p14:xfrm>
                <a:off x="7268328" y="4759704"/>
                <a:ext cx="6480" cy="8928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231A9AB8-8335-C6E9-C350-C1446FE47837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7259688" y="4751064"/>
                  <a:ext cx="24120" cy="10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6BEF61FD-2ED6-DAB9-23D2-272B0E130ACA}"/>
                    </a:ext>
                  </a:extLst>
                </p14:cNvPr>
                <p14:cNvContentPartPr/>
                <p14:nvPr/>
              </p14:nvContentPartPr>
              <p14:xfrm>
                <a:off x="7158528" y="4973184"/>
                <a:ext cx="144360" cy="11736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6BEF61FD-2ED6-DAB9-23D2-272B0E130ACA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7149528" y="4964544"/>
                  <a:ext cx="162000" cy="13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92D2BFF8-954C-B69A-0375-906D84B34432}"/>
                    </a:ext>
                  </a:extLst>
                </p14:cNvPr>
                <p14:cNvContentPartPr/>
                <p14:nvPr/>
              </p14:nvContentPartPr>
              <p14:xfrm>
                <a:off x="7400808" y="4972464"/>
                <a:ext cx="79920" cy="8748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92D2BFF8-954C-B69A-0375-906D84B34432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7391808" y="4963464"/>
                  <a:ext cx="97560" cy="10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629A0337-22CF-9CDE-E317-DA88BCC29934}"/>
                    </a:ext>
                  </a:extLst>
                </p14:cNvPr>
                <p14:cNvContentPartPr/>
                <p14:nvPr/>
              </p14:nvContentPartPr>
              <p14:xfrm>
                <a:off x="7593408" y="4974264"/>
                <a:ext cx="55080" cy="7020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629A0337-22CF-9CDE-E317-DA88BCC29934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7584408" y="4965624"/>
                  <a:ext cx="72720" cy="8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5938CD04-F7C3-6AD5-A659-9B6F431E3E40}"/>
                    </a:ext>
                  </a:extLst>
                </p14:cNvPr>
                <p14:cNvContentPartPr/>
                <p14:nvPr/>
              </p14:nvContentPartPr>
              <p14:xfrm>
                <a:off x="7746048" y="4946184"/>
                <a:ext cx="97200" cy="9324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5938CD04-F7C3-6AD5-A659-9B6F431E3E40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7737408" y="4937544"/>
                  <a:ext cx="114840" cy="11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D949FD6C-3C5A-96E3-A77C-4149BAFF27CB}"/>
                    </a:ext>
                  </a:extLst>
                </p14:cNvPr>
                <p14:cNvContentPartPr/>
                <p14:nvPr/>
              </p14:nvContentPartPr>
              <p14:xfrm>
                <a:off x="7809048" y="4928904"/>
                <a:ext cx="147240" cy="18072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D949FD6C-3C5A-96E3-A77C-4149BAFF27CB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7800048" y="4920264"/>
                  <a:ext cx="164880" cy="19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30F5AB6B-0180-9D55-EFA8-21BA85B7C048}"/>
                    </a:ext>
                  </a:extLst>
                </p14:cNvPr>
                <p14:cNvContentPartPr/>
                <p14:nvPr/>
              </p14:nvContentPartPr>
              <p14:xfrm>
                <a:off x="6847488" y="4909824"/>
                <a:ext cx="108720" cy="34380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30F5AB6B-0180-9D55-EFA8-21BA85B7C048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6838848" y="4900824"/>
                  <a:ext cx="126360" cy="361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5" name="Group 94">
            <a:extLst>
              <a:ext uri="{FF2B5EF4-FFF2-40B4-BE49-F238E27FC236}">
                <a16:creationId xmlns:a16="http://schemas.microsoft.com/office/drawing/2014/main" id="{AFC0A878-61C9-34AE-7858-B00F19088E05}"/>
              </a:ext>
            </a:extLst>
          </p:cNvPr>
          <p:cNvGrpSpPr/>
          <p:nvPr/>
        </p:nvGrpSpPr>
        <p:grpSpPr>
          <a:xfrm>
            <a:off x="7440048" y="5255424"/>
            <a:ext cx="126720" cy="245160"/>
            <a:chOff x="7440048" y="5255424"/>
            <a:chExt cx="126720" cy="245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246596DE-7585-63A4-6E17-7397AEFF12CC}"/>
                    </a:ext>
                  </a:extLst>
                </p14:cNvPr>
                <p14:cNvContentPartPr/>
                <p14:nvPr/>
              </p14:nvContentPartPr>
              <p14:xfrm>
                <a:off x="7549128" y="5255424"/>
                <a:ext cx="10440" cy="194400"/>
              </p14:xfrm>
            </p:contentPart>
          </mc:Choice>
          <mc:Fallback xmlns=""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246596DE-7585-63A4-6E17-7397AEFF12CC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7540128" y="5246784"/>
                  <a:ext cx="28080" cy="21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1E3EAA87-C101-284D-6D73-022BE2467CA1}"/>
                    </a:ext>
                  </a:extLst>
                </p14:cNvPr>
                <p14:cNvContentPartPr/>
                <p14:nvPr/>
              </p14:nvContentPartPr>
              <p14:xfrm>
                <a:off x="7440048" y="5442264"/>
                <a:ext cx="105480" cy="5832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1E3EAA87-C101-284D-6D73-022BE2467CA1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7431048" y="5433264"/>
                  <a:ext cx="123120" cy="7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E2D03114-6BE0-D473-5A41-EB07C95426C9}"/>
                    </a:ext>
                  </a:extLst>
                </p14:cNvPr>
                <p14:cNvContentPartPr/>
                <p14:nvPr/>
              </p14:nvContentPartPr>
              <p14:xfrm>
                <a:off x="7551288" y="5270904"/>
                <a:ext cx="15480" cy="221400"/>
              </p14:xfrm>
            </p:contentPart>
          </mc:Choice>
          <mc:Fallback xmlns=""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E2D03114-6BE0-D473-5A41-EB07C95426C9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7542288" y="5262264"/>
                  <a:ext cx="33120" cy="239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4" name="Group 93">
            <a:extLst>
              <a:ext uri="{FF2B5EF4-FFF2-40B4-BE49-F238E27FC236}">
                <a16:creationId xmlns:a16="http://schemas.microsoft.com/office/drawing/2014/main" id="{6AB1B5F6-3486-416B-7F2B-1EEA25F6CCEC}"/>
              </a:ext>
            </a:extLst>
          </p:cNvPr>
          <p:cNvGrpSpPr/>
          <p:nvPr/>
        </p:nvGrpSpPr>
        <p:grpSpPr>
          <a:xfrm>
            <a:off x="7458048" y="5640264"/>
            <a:ext cx="596160" cy="198360"/>
            <a:chOff x="7458048" y="5640264"/>
            <a:chExt cx="596160" cy="198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DEDC2195-D0C8-9C47-71A7-1E5E450124B5}"/>
                    </a:ext>
                  </a:extLst>
                </p14:cNvPr>
                <p14:cNvContentPartPr/>
                <p14:nvPr/>
              </p14:nvContentPartPr>
              <p14:xfrm>
                <a:off x="7458048" y="5640264"/>
                <a:ext cx="277200" cy="19836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DEDC2195-D0C8-9C47-71A7-1E5E450124B5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7449048" y="5631264"/>
                  <a:ext cx="294840" cy="21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6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3E0F049F-87BA-AC85-EA3A-782BA2899659}"/>
                    </a:ext>
                  </a:extLst>
                </p14:cNvPr>
                <p14:cNvContentPartPr/>
                <p14:nvPr/>
              </p14:nvContentPartPr>
              <p14:xfrm>
                <a:off x="7788168" y="5723064"/>
                <a:ext cx="31680" cy="5472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3E0F049F-87BA-AC85-EA3A-782BA2899659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7779168" y="5714424"/>
                  <a:ext cx="49320" cy="7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8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538B6A22-AB7F-DA84-6C07-58E17CF62F93}"/>
                    </a:ext>
                  </a:extLst>
                </p14:cNvPr>
                <p14:cNvContentPartPr/>
                <p14:nvPr/>
              </p14:nvContentPartPr>
              <p14:xfrm>
                <a:off x="7913448" y="5697864"/>
                <a:ext cx="140760" cy="9072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538B6A22-AB7F-DA84-6C07-58E17CF62F93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7904448" y="5688864"/>
                  <a:ext cx="158400" cy="10836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65604117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F6078E-F8EC-8694-DE9C-165583D76C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endParaRPr lang="en-IN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59" name="Ink 58">
                <a:extLst>
                  <a:ext uri="{FF2B5EF4-FFF2-40B4-BE49-F238E27FC236}">
                    <a16:creationId xmlns:a16="http://schemas.microsoft.com/office/drawing/2014/main" id="{578DC995-41AF-F0EC-A28F-7FD70C7AD763}"/>
                  </a:ext>
                </a:extLst>
              </p14:cNvPr>
              <p14:cNvContentPartPr/>
              <p14:nvPr/>
            </p14:nvContentPartPr>
            <p14:xfrm>
              <a:off x="9997848" y="1633824"/>
              <a:ext cx="3600" cy="1080"/>
            </p14:xfrm>
          </p:contentPart>
        </mc:Choice>
        <mc:Fallback xmlns="">
          <p:pic>
            <p:nvPicPr>
              <p:cNvPr id="59" name="Ink 58">
                <a:extLst>
                  <a:ext uri="{FF2B5EF4-FFF2-40B4-BE49-F238E27FC236}">
                    <a16:creationId xmlns:a16="http://schemas.microsoft.com/office/drawing/2014/main" id="{578DC995-41AF-F0EC-A28F-7FD70C7AD763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987848" y="1620324"/>
                <a:ext cx="23200" cy="275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08" name="Ink 107">
                <a:extLst>
                  <a:ext uri="{FF2B5EF4-FFF2-40B4-BE49-F238E27FC236}">
                    <a16:creationId xmlns:a16="http://schemas.microsoft.com/office/drawing/2014/main" id="{A29EFE7E-8466-F00F-17AA-72EE82C73811}"/>
                  </a:ext>
                </a:extLst>
              </p14:cNvPr>
              <p14:cNvContentPartPr/>
              <p14:nvPr/>
            </p14:nvContentPartPr>
            <p14:xfrm>
              <a:off x="10428408" y="2647584"/>
              <a:ext cx="28080" cy="3240"/>
            </p14:xfrm>
          </p:contentPart>
        </mc:Choice>
        <mc:Fallback xmlns="">
          <p:pic>
            <p:nvPicPr>
              <p:cNvPr id="108" name="Ink 107">
                <a:extLst>
                  <a:ext uri="{FF2B5EF4-FFF2-40B4-BE49-F238E27FC236}">
                    <a16:creationId xmlns:a16="http://schemas.microsoft.com/office/drawing/2014/main" id="{A29EFE7E-8466-F00F-17AA-72EE82C73811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0419408" y="2638584"/>
                <a:ext cx="45720" cy="20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09" name="Ink 108">
                <a:extLst>
                  <a:ext uri="{FF2B5EF4-FFF2-40B4-BE49-F238E27FC236}">
                    <a16:creationId xmlns:a16="http://schemas.microsoft.com/office/drawing/2014/main" id="{312A2B19-84BF-38C9-EA80-A0F6B613F63A}"/>
                  </a:ext>
                </a:extLst>
              </p14:cNvPr>
              <p14:cNvContentPartPr/>
              <p14:nvPr/>
            </p14:nvContentPartPr>
            <p14:xfrm>
              <a:off x="10763568" y="2771064"/>
              <a:ext cx="1800" cy="3600"/>
            </p14:xfrm>
          </p:contentPart>
        </mc:Choice>
        <mc:Fallback xmlns="">
          <p:pic>
            <p:nvPicPr>
              <p:cNvPr id="109" name="Ink 108">
                <a:extLst>
                  <a:ext uri="{FF2B5EF4-FFF2-40B4-BE49-F238E27FC236}">
                    <a16:creationId xmlns:a16="http://schemas.microsoft.com/office/drawing/2014/main" id="{312A2B19-84BF-38C9-EA80-A0F6B613F63A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0754568" y="2762064"/>
                <a:ext cx="19440" cy="21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92" name="Ink 191">
                <a:extLst>
                  <a:ext uri="{FF2B5EF4-FFF2-40B4-BE49-F238E27FC236}">
                    <a16:creationId xmlns:a16="http://schemas.microsoft.com/office/drawing/2014/main" id="{5D519595-49FE-D41B-C0B6-CD6868ECB314}"/>
                  </a:ext>
                </a:extLst>
              </p14:cNvPr>
              <p14:cNvContentPartPr/>
              <p14:nvPr/>
            </p14:nvContentPartPr>
            <p14:xfrm>
              <a:off x="3774888" y="6755904"/>
              <a:ext cx="360" cy="4680"/>
            </p14:xfrm>
          </p:contentPart>
        </mc:Choice>
        <mc:Fallback xmlns="">
          <p:pic>
            <p:nvPicPr>
              <p:cNvPr id="192" name="Ink 191">
                <a:extLst>
                  <a:ext uri="{FF2B5EF4-FFF2-40B4-BE49-F238E27FC236}">
                    <a16:creationId xmlns:a16="http://schemas.microsoft.com/office/drawing/2014/main" id="{5D519595-49FE-D41B-C0B6-CD6868ECB314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765888" y="6746904"/>
                <a:ext cx="18000" cy="22320"/>
              </a:xfrm>
              <a:prstGeom prst="rect">
                <a:avLst/>
              </a:prstGeom>
            </p:spPr>
          </p:pic>
        </mc:Fallback>
      </mc:AlternateContent>
      <p:grpSp>
        <p:nvGrpSpPr>
          <p:cNvPr id="32" name="Group 31">
            <a:extLst>
              <a:ext uri="{FF2B5EF4-FFF2-40B4-BE49-F238E27FC236}">
                <a16:creationId xmlns:a16="http://schemas.microsoft.com/office/drawing/2014/main" id="{1AF48DC5-BE7A-B3B0-FE94-9873008F7B79}"/>
              </a:ext>
            </a:extLst>
          </p:cNvPr>
          <p:cNvGrpSpPr/>
          <p:nvPr/>
        </p:nvGrpSpPr>
        <p:grpSpPr>
          <a:xfrm>
            <a:off x="1897848" y="649944"/>
            <a:ext cx="6936120" cy="655200"/>
            <a:chOff x="1897848" y="649944"/>
            <a:chExt cx="6936120" cy="655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342E3925-DD0E-2726-6594-217120067072}"/>
                    </a:ext>
                  </a:extLst>
                </p14:cNvPr>
                <p14:cNvContentPartPr/>
                <p14:nvPr/>
              </p14:nvContentPartPr>
              <p14:xfrm>
                <a:off x="1905048" y="649944"/>
                <a:ext cx="139680" cy="309240"/>
              </p14:xfrm>
            </p:contentPart>
          </mc:Choice>
          <mc:Fallback xmlns=""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342E3925-DD0E-2726-6594-217120067072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1896408" y="641304"/>
                  <a:ext cx="157320" cy="32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AF27EA27-E562-C2A4-E7B0-0FCE2516A220}"/>
                    </a:ext>
                  </a:extLst>
                </p14:cNvPr>
                <p14:cNvContentPartPr/>
                <p14:nvPr/>
              </p14:nvContentPartPr>
              <p14:xfrm>
                <a:off x="2051208" y="755424"/>
                <a:ext cx="360" cy="36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AF27EA27-E562-C2A4-E7B0-0FCE2516A220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2042568" y="746784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62491798-7663-E5CD-C208-4C1AD0B70E1A}"/>
                    </a:ext>
                  </a:extLst>
                </p14:cNvPr>
                <p14:cNvContentPartPr/>
                <p14:nvPr/>
              </p14:nvContentPartPr>
              <p14:xfrm>
                <a:off x="1897848" y="740664"/>
                <a:ext cx="12240" cy="3924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62491798-7663-E5CD-C208-4C1AD0B70E1A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1889208" y="732024"/>
                  <a:ext cx="29880" cy="5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4B3BA048-21FD-4BF6-420B-1467CE0870D9}"/>
                    </a:ext>
                  </a:extLst>
                </p14:cNvPr>
                <p14:cNvContentPartPr/>
                <p14:nvPr/>
              </p14:nvContentPartPr>
              <p14:xfrm>
                <a:off x="2049048" y="721944"/>
                <a:ext cx="127800" cy="34812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4B3BA048-21FD-4BF6-420B-1467CE0870D9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2040048" y="712944"/>
                  <a:ext cx="145440" cy="36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917BE556-8CC5-1DF1-69BC-DD8BA5860732}"/>
                    </a:ext>
                  </a:extLst>
                </p14:cNvPr>
                <p14:cNvContentPartPr/>
                <p14:nvPr/>
              </p14:nvContentPartPr>
              <p14:xfrm>
                <a:off x="1951128" y="861984"/>
                <a:ext cx="164880" cy="2160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917BE556-8CC5-1DF1-69BC-DD8BA5860732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1942128" y="853344"/>
                  <a:ext cx="182520" cy="3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BC828484-7F70-A682-FAC7-1EC4DCEA8B1D}"/>
                    </a:ext>
                  </a:extLst>
                </p14:cNvPr>
                <p14:cNvContentPartPr/>
                <p14:nvPr/>
              </p14:nvContentPartPr>
              <p14:xfrm>
                <a:off x="2215368" y="730584"/>
                <a:ext cx="474120" cy="45216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BC828484-7F70-A682-FAC7-1EC4DCEA8B1D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2206368" y="721944"/>
                  <a:ext cx="491760" cy="46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5DFE2790-7A9C-5284-4080-B7731DC3626E}"/>
                    </a:ext>
                  </a:extLst>
                </p14:cNvPr>
                <p14:cNvContentPartPr/>
                <p14:nvPr/>
              </p14:nvContentPartPr>
              <p14:xfrm>
                <a:off x="2906208" y="932904"/>
                <a:ext cx="10080" cy="972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5DFE2790-7A9C-5284-4080-B7731DC3626E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2897568" y="923904"/>
                  <a:ext cx="27720" cy="2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1FDF1638-48C4-2028-FBBF-615159ECBED1}"/>
                    </a:ext>
                  </a:extLst>
                </p14:cNvPr>
                <p14:cNvContentPartPr/>
                <p14:nvPr/>
              </p14:nvContentPartPr>
              <p14:xfrm>
                <a:off x="2873088" y="750024"/>
                <a:ext cx="16200" cy="3960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1FDF1638-48C4-2028-FBBF-615159ECBED1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2864448" y="741024"/>
                  <a:ext cx="33840" cy="5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9BF1CE45-0A03-D0F4-A2C6-8C737CC0AD3D}"/>
                    </a:ext>
                  </a:extLst>
                </p14:cNvPr>
                <p14:cNvContentPartPr/>
                <p14:nvPr/>
              </p14:nvContentPartPr>
              <p14:xfrm>
                <a:off x="3539808" y="780624"/>
                <a:ext cx="20880" cy="14508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9BF1CE45-0A03-D0F4-A2C6-8C737CC0AD3D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3530808" y="771624"/>
                  <a:ext cx="38520" cy="16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424FB5D4-B6D9-93E3-784D-569FBE0508E2}"/>
                    </a:ext>
                  </a:extLst>
                </p14:cNvPr>
                <p14:cNvContentPartPr/>
                <p14:nvPr/>
              </p14:nvContentPartPr>
              <p14:xfrm>
                <a:off x="3247488" y="736344"/>
                <a:ext cx="472680" cy="4788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424FB5D4-B6D9-93E3-784D-569FBE0508E2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3238848" y="727344"/>
                  <a:ext cx="490320" cy="6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6A7CC94E-E8EB-B251-8736-4B37CFE244DE}"/>
                    </a:ext>
                  </a:extLst>
                </p14:cNvPr>
                <p14:cNvContentPartPr/>
                <p14:nvPr/>
              </p14:nvContentPartPr>
              <p14:xfrm>
                <a:off x="3734208" y="728424"/>
                <a:ext cx="401040" cy="36936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6A7CC94E-E8EB-B251-8736-4B37CFE244DE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3725208" y="719784"/>
                  <a:ext cx="418680" cy="38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D6BDA2EF-4597-393A-8E20-6DA058BAC3E3}"/>
                    </a:ext>
                  </a:extLst>
                </p14:cNvPr>
                <p14:cNvContentPartPr/>
                <p14:nvPr/>
              </p14:nvContentPartPr>
              <p14:xfrm>
                <a:off x="4580928" y="672264"/>
                <a:ext cx="320400" cy="31248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D6BDA2EF-4597-393A-8E20-6DA058BAC3E3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4571928" y="663624"/>
                  <a:ext cx="338040" cy="33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52B7E8CE-F013-1D86-6DF2-B34F9850F1A5}"/>
                    </a:ext>
                  </a:extLst>
                </p14:cNvPr>
                <p14:cNvContentPartPr/>
                <p14:nvPr/>
              </p14:nvContentPartPr>
              <p14:xfrm>
                <a:off x="5032368" y="801144"/>
                <a:ext cx="42840" cy="14760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52B7E8CE-F013-1D86-6DF2-B34F9850F1A5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5023728" y="792144"/>
                  <a:ext cx="60480" cy="16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4395FB74-F8A4-7213-0285-67599A16EEA5}"/>
                    </a:ext>
                  </a:extLst>
                </p14:cNvPr>
                <p14:cNvContentPartPr/>
                <p14:nvPr/>
              </p14:nvContentPartPr>
              <p14:xfrm>
                <a:off x="5205888" y="805464"/>
                <a:ext cx="373680" cy="10188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4395FB74-F8A4-7213-0285-67599A16EEA5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5196888" y="796824"/>
                  <a:ext cx="391320" cy="11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BEEF430B-8309-9003-43A9-85296D20A1BB}"/>
                    </a:ext>
                  </a:extLst>
                </p14:cNvPr>
                <p14:cNvContentPartPr/>
                <p14:nvPr/>
              </p14:nvContentPartPr>
              <p14:xfrm>
                <a:off x="8749728" y="1144944"/>
                <a:ext cx="38160" cy="2448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BEEF430B-8309-9003-43A9-85296D20A1BB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8740728" y="1136304"/>
                  <a:ext cx="55800" cy="4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014A0695-943B-EDC5-930F-DE58479A3BF0}"/>
                    </a:ext>
                  </a:extLst>
                </p14:cNvPr>
                <p14:cNvContentPartPr/>
                <p14:nvPr/>
              </p14:nvContentPartPr>
              <p14:xfrm>
                <a:off x="3445848" y="1196424"/>
                <a:ext cx="5388120" cy="10872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014A0695-943B-EDC5-930F-DE58479A3BF0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3436848" y="1187784"/>
                  <a:ext cx="5405760" cy="1263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41">
            <p14:nvContentPartPr>
              <p14:cNvPr id="33" name="Ink 32">
                <a:extLst>
                  <a:ext uri="{FF2B5EF4-FFF2-40B4-BE49-F238E27FC236}">
                    <a16:creationId xmlns:a16="http://schemas.microsoft.com/office/drawing/2014/main" id="{ECDB006E-4DDB-EDA5-6FB5-5C225DC71B31}"/>
                  </a:ext>
                </a:extLst>
              </p14:cNvPr>
              <p14:cNvContentPartPr/>
              <p14:nvPr/>
            </p14:nvContentPartPr>
            <p14:xfrm>
              <a:off x="1268928" y="1634184"/>
              <a:ext cx="30600" cy="223560"/>
            </p14:xfrm>
          </p:contentPart>
        </mc:Choice>
        <mc:Fallback xmlns="">
          <p:pic>
            <p:nvPicPr>
              <p:cNvPr id="33" name="Ink 32">
                <a:extLst>
                  <a:ext uri="{FF2B5EF4-FFF2-40B4-BE49-F238E27FC236}">
                    <a16:creationId xmlns:a16="http://schemas.microsoft.com/office/drawing/2014/main" id="{ECDB006E-4DDB-EDA5-6FB5-5C225DC71B31}"/>
                  </a:ext>
                </a:extLst>
              </p:cNvPr>
              <p:cNvPicPr/>
              <p:nvPr/>
            </p:nvPicPr>
            <p:blipFill>
              <a:blip r:embed="rId42"/>
              <a:stretch>
                <a:fillRect/>
              </a:stretch>
            </p:blipFill>
            <p:spPr>
              <a:xfrm>
                <a:off x="1259928" y="1625184"/>
                <a:ext cx="48240" cy="241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3">
            <p14:nvContentPartPr>
              <p14:cNvPr id="34" name="Ink 33">
                <a:extLst>
                  <a:ext uri="{FF2B5EF4-FFF2-40B4-BE49-F238E27FC236}">
                    <a16:creationId xmlns:a16="http://schemas.microsoft.com/office/drawing/2014/main" id="{F41911F8-E95A-EDD8-4A9A-2BB02494AA4E}"/>
                  </a:ext>
                </a:extLst>
              </p14:cNvPr>
              <p14:cNvContentPartPr/>
              <p14:nvPr/>
            </p14:nvContentPartPr>
            <p14:xfrm>
              <a:off x="1492848" y="1786464"/>
              <a:ext cx="18000" cy="14760"/>
            </p14:xfrm>
          </p:contentPart>
        </mc:Choice>
        <mc:Fallback xmlns="">
          <p:pic>
            <p:nvPicPr>
              <p:cNvPr id="34" name="Ink 33">
                <a:extLst>
                  <a:ext uri="{FF2B5EF4-FFF2-40B4-BE49-F238E27FC236}">
                    <a16:creationId xmlns:a16="http://schemas.microsoft.com/office/drawing/2014/main" id="{F41911F8-E95A-EDD8-4A9A-2BB02494AA4E}"/>
                  </a:ext>
                </a:extLst>
              </p:cNvPr>
              <p:cNvPicPr/>
              <p:nvPr/>
            </p:nvPicPr>
            <p:blipFill>
              <a:blip r:embed="rId44"/>
              <a:stretch>
                <a:fillRect/>
              </a:stretch>
            </p:blipFill>
            <p:spPr>
              <a:xfrm>
                <a:off x="1484208" y="1777464"/>
                <a:ext cx="35640" cy="32400"/>
              </a:xfrm>
              <a:prstGeom prst="rect">
                <a:avLst/>
              </a:prstGeom>
            </p:spPr>
          </p:pic>
        </mc:Fallback>
      </mc:AlternateContent>
      <p:grpSp>
        <p:nvGrpSpPr>
          <p:cNvPr id="44" name="Group 43">
            <a:extLst>
              <a:ext uri="{FF2B5EF4-FFF2-40B4-BE49-F238E27FC236}">
                <a16:creationId xmlns:a16="http://schemas.microsoft.com/office/drawing/2014/main" id="{22EB6DA9-D565-CB6E-BD90-A7DE119A8BC4}"/>
              </a:ext>
            </a:extLst>
          </p:cNvPr>
          <p:cNvGrpSpPr/>
          <p:nvPr/>
        </p:nvGrpSpPr>
        <p:grpSpPr>
          <a:xfrm>
            <a:off x="1909368" y="1560744"/>
            <a:ext cx="1445400" cy="525600"/>
            <a:chOff x="1909368" y="1560744"/>
            <a:chExt cx="1445400" cy="525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5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3546A248-532D-A5D5-E09D-F96414BC865E}"/>
                    </a:ext>
                  </a:extLst>
                </p14:cNvPr>
                <p14:cNvContentPartPr/>
                <p14:nvPr/>
              </p14:nvContentPartPr>
              <p14:xfrm>
                <a:off x="1909368" y="1560744"/>
                <a:ext cx="150840" cy="44352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3546A248-532D-A5D5-E09D-F96414BC865E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1900368" y="1551744"/>
                  <a:ext cx="168480" cy="46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02C12F1D-50F7-5718-6EE6-2EF8087D7C2C}"/>
                    </a:ext>
                  </a:extLst>
                </p14:cNvPr>
                <p14:cNvContentPartPr/>
                <p14:nvPr/>
              </p14:nvContentPartPr>
              <p14:xfrm>
                <a:off x="2170728" y="1807344"/>
                <a:ext cx="243720" cy="10872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02C12F1D-50F7-5718-6EE6-2EF8087D7C2C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2161728" y="1798704"/>
                  <a:ext cx="261360" cy="12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4FD5E4CC-7AA2-4CE8-7FAE-3DC32078890F}"/>
                    </a:ext>
                  </a:extLst>
                </p14:cNvPr>
                <p14:cNvContentPartPr/>
                <p14:nvPr/>
              </p14:nvContentPartPr>
              <p14:xfrm>
                <a:off x="2385648" y="1755144"/>
                <a:ext cx="12960" cy="2916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4FD5E4CC-7AA2-4CE8-7FAE-3DC32078890F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2377008" y="1746504"/>
                  <a:ext cx="30600" cy="4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7ADA453F-0C88-A5FC-48D9-FF3EA4864AD0}"/>
                    </a:ext>
                  </a:extLst>
                </p14:cNvPr>
                <p14:cNvContentPartPr/>
                <p14:nvPr/>
              </p14:nvContentPartPr>
              <p14:xfrm>
                <a:off x="2528568" y="1653264"/>
                <a:ext cx="109800" cy="28728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7ADA453F-0C88-A5FC-48D9-FF3EA4864AD0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2519568" y="1644264"/>
                  <a:ext cx="127440" cy="30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89DB5C36-7C3E-CC90-252F-F292FF4178B2}"/>
                    </a:ext>
                  </a:extLst>
                </p14:cNvPr>
                <p14:cNvContentPartPr/>
                <p14:nvPr/>
              </p14:nvContentPartPr>
              <p14:xfrm>
                <a:off x="2663208" y="1841184"/>
                <a:ext cx="1080" cy="1980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89DB5C36-7C3E-CC90-252F-F292FF4178B2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2654208" y="1832184"/>
                  <a:ext cx="18720" cy="3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40EE439E-6977-34B5-2938-D3154129A647}"/>
                    </a:ext>
                  </a:extLst>
                </p14:cNvPr>
                <p14:cNvContentPartPr/>
                <p14:nvPr/>
              </p14:nvContentPartPr>
              <p14:xfrm>
                <a:off x="2732688" y="1629864"/>
                <a:ext cx="348840" cy="29088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40EE439E-6977-34B5-2938-D3154129A647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2723688" y="1621224"/>
                  <a:ext cx="366480" cy="30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576A7C74-026E-7CB7-18F3-A9FDC4393A56}"/>
                    </a:ext>
                  </a:extLst>
                </p14:cNvPr>
                <p14:cNvContentPartPr/>
                <p14:nvPr/>
              </p14:nvContentPartPr>
              <p14:xfrm>
                <a:off x="3090528" y="1839024"/>
                <a:ext cx="1440" cy="2052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576A7C74-026E-7CB7-18F3-A9FDC4393A56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3081888" y="1830384"/>
                  <a:ext cx="19080" cy="3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6E006EF5-BCAB-502F-43BC-7D49643E296D}"/>
                    </a:ext>
                  </a:extLst>
                </p14:cNvPr>
                <p14:cNvContentPartPr/>
                <p14:nvPr/>
              </p14:nvContentPartPr>
              <p14:xfrm>
                <a:off x="3127968" y="1862424"/>
                <a:ext cx="173880" cy="22392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6E006EF5-BCAB-502F-43BC-7D49643E296D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3119328" y="1853424"/>
                  <a:ext cx="191520" cy="24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9F32B563-739C-1D66-AA64-977B65DC5458}"/>
                    </a:ext>
                  </a:extLst>
                </p14:cNvPr>
                <p14:cNvContentPartPr/>
                <p14:nvPr/>
              </p14:nvContentPartPr>
              <p14:xfrm>
                <a:off x="3219408" y="1701504"/>
                <a:ext cx="135360" cy="1800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9F32B563-739C-1D66-AA64-977B65DC5458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3210408" y="1692864"/>
                  <a:ext cx="153000" cy="356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63">
            <p14:nvContentPartPr>
              <p14:cNvPr id="45" name="Ink 44">
                <a:extLst>
                  <a:ext uri="{FF2B5EF4-FFF2-40B4-BE49-F238E27FC236}">
                    <a16:creationId xmlns:a16="http://schemas.microsoft.com/office/drawing/2014/main" id="{AD97DAEA-6D26-6C2A-965D-01435880D86F}"/>
                  </a:ext>
                </a:extLst>
              </p14:cNvPr>
              <p14:cNvContentPartPr/>
              <p14:nvPr/>
            </p14:nvContentPartPr>
            <p14:xfrm>
              <a:off x="3844008" y="1726704"/>
              <a:ext cx="217800" cy="269640"/>
            </p14:xfrm>
          </p:contentPart>
        </mc:Choice>
        <mc:Fallback xmlns="">
          <p:pic>
            <p:nvPicPr>
              <p:cNvPr id="45" name="Ink 44">
                <a:extLst>
                  <a:ext uri="{FF2B5EF4-FFF2-40B4-BE49-F238E27FC236}">
                    <a16:creationId xmlns:a16="http://schemas.microsoft.com/office/drawing/2014/main" id="{AD97DAEA-6D26-6C2A-965D-01435880D86F}"/>
                  </a:ext>
                </a:extLst>
              </p:cNvPr>
              <p:cNvPicPr/>
              <p:nvPr/>
            </p:nvPicPr>
            <p:blipFill>
              <a:blip r:embed="rId64"/>
              <a:stretch>
                <a:fillRect/>
              </a:stretch>
            </p:blipFill>
            <p:spPr>
              <a:xfrm>
                <a:off x="3835368" y="1717704"/>
                <a:ext cx="235440" cy="287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5">
            <p14:nvContentPartPr>
              <p14:cNvPr id="46" name="Ink 45">
                <a:extLst>
                  <a:ext uri="{FF2B5EF4-FFF2-40B4-BE49-F238E27FC236}">
                    <a16:creationId xmlns:a16="http://schemas.microsoft.com/office/drawing/2014/main" id="{02E145E1-8B1C-78E1-15A8-04A8A31054C3}"/>
                  </a:ext>
                </a:extLst>
              </p14:cNvPr>
              <p14:cNvContentPartPr/>
              <p14:nvPr/>
            </p14:nvContentPartPr>
            <p14:xfrm>
              <a:off x="3993768" y="1837584"/>
              <a:ext cx="647280" cy="428040"/>
            </p14:xfrm>
          </p:contentPart>
        </mc:Choice>
        <mc:Fallback xmlns="">
          <p:pic>
            <p:nvPicPr>
              <p:cNvPr id="46" name="Ink 45">
                <a:extLst>
                  <a:ext uri="{FF2B5EF4-FFF2-40B4-BE49-F238E27FC236}">
                    <a16:creationId xmlns:a16="http://schemas.microsoft.com/office/drawing/2014/main" id="{02E145E1-8B1C-78E1-15A8-04A8A31054C3}"/>
                  </a:ext>
                </a:extLst>
              </p:cNvPr>
              <p:cNvPicPr/>
              <p:nvPr/>
            </p:nvPicPr>
            <p:blipFill>
              <a:blip r:embed="rId66"/>
              <a:stretch>
                <a:fillRect/>
              </a:stretch>
            </p:blipFill>
            <p:spPr>
              <a:xfrm>
                <a:off x="3985128" y="1828584"/>
                <a:ext cx="664920" cy="445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7">
            <p14:nvContentPartPr>
              <p14:cNvPr id="47" name="Ink 46">
                <a:extLst>
                  <a:ext uri="{FF2B5EF4-FFF2-40B4-BE49-F238E27FC236}">
                    <a16:creationId xmlns:a16="http://schemas.microsoft.com/office/drawing/2014/main" id="{26E7A172-E57F-AD37-4FB8-930B401373C4}"/>
                  </a:ext>
                </a:extLst>
              </p14:cNvPr>
              <p14:cNvContentPartPr/>
              <p14:nvPr/>
            </p14:nvContentPartPr>
            <p14:xfrm>
              <a:off x="4701888" y="1811664"/>
              <a:ext cx="154080" cy="144720"/>
            </p14:xfrm>
          </p:contentPart>
        </mc:Choice>
        <mc:Fallback xmlns="">
          <p:pic>
            <p:nvPicPr>
              <p:cNvPr id="47" name="Ink 46">
                <a:extLst>
                  <a:ext uri="{FF2B5EF4-FFF2-40B4-BE49-F238E27FC236}">
                    <a16:creationId xmlns:a16="http://schemas.microsoft.com/office/drawing/2014/main" id="{26E7A172-E57F-AD37-4FB8-930B401373C4}"/>
                  </a:ext>
                </a:extLst>
              </p:cNvPr>
              <p:cNvPicPr/>
              <p:nvPr/>
            </p:nvPicPr>
            <p:blipFill>
              <a:blip r:embed="rId68"/>
              <a:stretch>
                <a:fillRect/>
              </a:stretch>
            </p:blipFill>
            <p:spPr>
              <a:xfrm>
                <a:off x="4692888" y="1803024"/>
                <a:ext cx="171720" cy="162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9">
            <p14:nvContentPartPr>
              <p14:cNvPr id="48" name="Ink 47">
                <a:extLst>
                  <a:ext uri="{FF2B5EF4-FFF2-40B4-BE49-F238E27FC236}">
                    <a16:creationId xmlns:a16="http://schemas.microsoft.com/office/drawing/2014/main" id="{6B5E24A5-AA84-20BA-4DA0-AD10073D35D6}"/>
                  </a:ext>
                </a:extLst>
              </p14:cNvPr>
              <p14:cNvContentPartPr/>
              <p14:nvPr/>
            </p14:nvContentPartPr>
            <p14:xfrm>
              <a:off x="4985208" y="1897344"/>
              <a:ext cx="105480" cy="34560"/>
            </p14:xfrm>
          </p:contentPart>
        </mc:Choice>
        <mc:Fallback xmlns="">
          <p:pic>
            <p:nvPicPr>
              <p:cNvPr id="48" name="Ink 47">
                <a:extLst>
                  <a:ext uri="{FF2B5EF4-FFF2-40B4-BE49-F238E27FC236}">
                    <a16:creationId xmlns:a16="http://schemas.microsoft.com/office/drawing/2014/main" id="{6B5E24A5-AA84-20BA-4DA0-AD10073D35D6}"/>
                  </a:ext>
                </a:extLst>
              </p:cNvPr>
              <p:cNvPicPr/>
              <p:nvPr/>
            </p:nvPicPr>
            <p:blipFill>
              <a:blip r:embed="rId70"/>
              <a:stretch>
                <a:fillRect/>
              </a:stretch>
            </p:blipFill>
            <p:spPr>
              <a:xfrm>
                <a:off x="4976208" y="1888704"/>
                <a:ext cx="123120" cy="52200"/>
              </a:xfrm>
              <a:prstGeom prst="rect">
                <a:avLst/>
              </a:prstGeom>
            </p:spPr>
          </p:pic>
        </mc:Fallback>
      </mc:AlternateContent>
      <p:grpSp>
        <p:nvGrpSpPr>
          <p:cNvPr id="56" name="Group 55">
            <a:extLst>
              <a:ext uri="{FF2B5EF4-FFF2-40B4-BE49-F238E27FC236}">
                <a16:creationId xmlns:a16="http://schemas.microsoft.com/office/drawing/2014/main" id="{CA0BF487-34BA-D7F0-92FB-D5233388DEEE}"/>
              </a:ext>
            </a:extLst>
          </p:cNvPr>
          <p:cNvGrpSpPr/>
          <p:nvPr/>
        </p:nvGrpSpPr>
        <p:grpSpPr>
          <a:xfrm>
            <a:off x="5443848" y="1662984"/>
            <a:ext cx="1875600" cy="464040"/>
            <a:chOff x="5443848" y="1662984"/>
            <a:chExt cx="1875600" cy="464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1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9DC0F3AC-D0CE-8559-6C7D-952324BD00F8}"/>
                    </a:ext>
                  </a:extLst>
                </p14:cNvPr>
                <p14:cNvContentPartPr/>
                <p14:nvPr/>
              </p14:nvContentPartPr>
              <p14:xfrm>
                <a:off x="5443848" y="1662984"/>
                <a:ext cx="265680" cy="46404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9DC0F3AC-D0CE-8559-6C7D-952324BD00F8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5434848" y="1653984"/>
                  <a:ext cx="283320" cy="48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3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45640B75-F59F-6CF3-96A5-16873246A30E}"/>
                    </a:ext>
                  </a:extLst>
                </p14:cNvPr>
                <p14:cNvContentPartPr/>
                <p14:nvPr/>
              </p14:nvContentPartPr>
              <p14:xfrm>
                <a:off x="5817888" y="1774944"/>
                <a:ext cx="183240" cy="20556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45640B75-F59F-6CF3-96A5-16873246A30E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5808888" y="1765944"/>
                  <a:ext cx="200880" cy="22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5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E0F59C8E-3600-252D-789A-D436A0B0E84E}"/>
                    </a:ext>
                  </a:extLst>
                </p14:cNvPr>
                <p14:cNvContentPartPr/>
                <p14:nvPr/>
              </p14:nvContentPartPr>
              <p14:xfrm>
                <a:off x="6023808" y="1760544"/>
                <a:ext cx="648720" cy="21888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E0F59C8E-3600-252D-789A-D436A0B0E84E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6015168" y="1751904"/>
                  <a:ext cx="666360" cy="23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7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11C2AB7B-6B18-488B-DB10-065BE6250B9E}"/>
                    </a:ext>
                  </a:extLst>
                </p14:cNvPr>
                <p14:cNvContentPartPr/>
                <p14:nvPr/>
              </p14:nvContentPartPr>
              <p14:xfrm>
                <a:off x="6762168" y="1956384"/>
                <a:ext cx="101160" cy="2160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11C2AB7B-6B18-488B-DB10-065BE6250B9E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6753528" y="1947384"/>
                  <a:ext cx="118800" cy="3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9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3945A50D-1F1C-9296-C47C-44F64EE97878}"/>
                    </a:ext>
                  </a:extLst>
                </p14:cNvPr>
                <p14:cNvContentPartPr/>
                <p14:nvPr/>
              </p14:nvContentPartPr>
              <p14:xfrm>
                <a:off x="6626808" y="1796184"/>
                <a:ext cx="112320" cy="2160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3945A50D-1F1C-9296-C47C-44F64EE97878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6618168" y="1787544"/>
                  <a:ext cx="129960" cy="3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1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219223EC-EEEF-C1CF-4D61-A81CCFA45035}"/>
                    </a:ext>
                  </a:extLst>
                </p14:cNvPr>
                <p14:cNvContentPartPr/>
                <p14:nvPr/>
              </p14:nvContentPartPr>
              <p14:xfrm>
                <a:off x="6919848" y="1818504"/>
                <a:ext cx="399600" cy="30024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219223EC-EEEF-C1CF-4D61-A81CCFA45035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6911208" y="1809864"/>
                  <a:ext cx="417240" cy="3178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83">
            <p14:nvContentPartPr>
              <p14:cNvPr id="57" name="Ink 56">
                <a:extLst>
                  <a:ext uri="{FF2B5EF4-FFF2-40B4-BE49-F238E27FC236}">
                    <a16:creationId xmlns:a16="http://schemas.microsoft.com/office/drawing/2014/main" id="{3FACCF95-6FC7-92CD-306E-E6D32390D7FF}"/>
                  </a:ext>
                </a:extLst>
              </p14:cNvPr>
              <p14:cNvContentPartPr/>
              <p14:nvPr/>
            </p14:nvContentPartPr>
            <p14:xfrm>
              <a:off x="1218168" y="2167344"/>
              <a:ext cx="126360" cy="192960"/>
            </p14:xfrm>
          </p:contentPart>
        </mc:Choice>
        <mc:Fallback xmlns="">
          <p:pic>
            <p:nvPicPr>
              <p:cNvPr id="57" name="Ink 56">
                <a:extLst>
                  <a:ext uri="{FF2B5EF4-FFF2-40B4-BE49-F238E27FC236}">
                    <a16:creationId xmlns:a16="http://schemas.microsoft.com/office/drawing/2014/main" id="{3FACCF95-6FC7-92CD-306E-E6D32390D7FF}"/>
                  </a:ext>
                </a:extLst>
              </p:cNvPr>
              <p:cNvPicPr/>
              <p:nvPr/>
            </p:nvPicPr>
            <p:blipFill>
              <a:blip r:embed="rId84"/>
              <a:stretch>
                <a:fillRect/>
              </a:stretch>
            </p:blipFill>
            <p:spPr>
              <a:xfrm>
                <a:off x="1209528" y="2158344"/>
                <a:ext cx="144000" cy="210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5">
            <p14:nvContentPartPr>
              <p14:cNvPr id="58" name="Ink 57">
                <a:extLst>
                  <a:ext uri="{FF2B5EF4-FFF2-40B4-BE49-F238E27FC236}">
                    <a16:creationId xmlns:a16="http://schemas.microsoft.com/office/drawing/2014/main" id="{B44DC7D5-4AAD-50D4-D069-421ADC5F11E1}"/>
                  </a:ext>
                </a:extLst>
              </p14:cNvPr>
              <p14:cNvContentPartPr/>
              <p14:nvPr/>
            </p14:nvContentPartPr>
            <p14:xfrm>
              <a:off x="1559808" y="2270304"/>
              <a:ext cx="22680" cy="22680"/>
            </p14:xfrm>
          </p:contentPart>
        </mc:Choice>
        <mc:Fallback xmlns="">
          <p:pic>
            <p:nvPicPr>
              <p:cNvPr id="58" name="Ink 57">
                <a:extLst>
                  <a:ext uri="{FF2B5EF4-FFF2-40B4-BE49-F238E27FC236}">
                    <a16:creationId xmlns:a16="http://schemas.microsoft.com/office/drawing/2014/main" id="{B44DC7D5-4AAD-50D4-D069-421ADC5F11E1}"/>
                  </a:ext>
                </a:extLst>
              </p:cNvPr>
              <p:cNvPicPr/>
              <p:nvPr/>
            </p:nvPicPr>
            <p:blipFill>
              <a:blip r:embed="rId86"/>
              <a:stretch>
                <a:fillRect/>
              </a:stretch>
            </p:blipFill>
            <p:spPr>
              <a:xfrm>
                <a:off x="1551168" y="2261304"/>
                <a:ext cx="40320" cy="40320"/>
              </a:xfrm>
              <a:prstGeom prst="rect">
                <a:avLst/>
              </a:prstGeom>
            </p:spPr>
          </p:pic>
        </mc:Fallback>
      </mc:AlternateContent>
      <p:grpSp>
        <p:nvGrpSpPr>
          <p:cNvPr id="64" name="Group 63">
            <a:extLst>
              <a:ext uri="{FF2B5EF4-FFF2-40B4-BE49-F238E27FC236}">
                <a16:creationId xmlns:a16="http://schemas.microsoft.com/office/drawing/2014/main" id="{52DA3C01-DD6A-42BB-394C-E2C8F81186AB}"/>
              </a:ext>
            </a:extLst>
          </p:cNvPr>
          <p:cNvGrpSpPr/>
          <p:nvPr/>
        </p:nvGrpSpPr>
        <p:grpSpPr>
          <a:xfrm>
            <a:off x="1805688" y="2110464"/>
            <a:ext cx="637920" cy="332280"/>
            <a:chOff x="1805688" y="2110464"/>
            <a:chExt cx="637920" cy="332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7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35B67E02-02A2-1301-8BAE-66EFB9EDFC4C}"/>
                    </a:ext>
                  </a:extLst>
                </p14:cNvPr>
                <p14:cNvContentPartPr/>
                <p14:nvPr/>
              </p14:nvContentPartPr>
              <p14:xfrm>
                <a:off x="1805688" y="2110464"/>
                <a:ext cx="192240" cy="30744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35B67E02-02A2-1301-8BAE-66EFB9EDFC4C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1797048" y="2101464"/>
                  <a:ext cx="209880" cy="32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9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03124D8C-5FD4-4FAC-0831-990A5EDEA532}"/>
                    </a:ext>
                  </a:extLst>
                </p14:cNvPr>
                <p14:cNvContentPartPr/>
                <p14:nvPr/>
              </p14:nvContentPartPr>
              <p14:xfrm>
                <a:off x="2001528" y="2338344"/>
                <a:ext cx="25200" cy="10116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03124D8C-5FD4-4FAC-0831-990A5EDEA532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1992888" y="2329344"/>
                  <a:ext cx="42840" cy="11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1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7159009E-E57E-4C1D-1FCE-49E1940EF4B0}"/>
                    </a:ext>
                  </a:extLst>
                </p14:cNvPr>
                <p14:cNvContentPartPr/>
                <p14:nvPr/>
              </p14:nvContentPartPr>
              <p14:xfrm>
                <a:off x="2022768" y="2280384"/>
                <a:ext cx="28080" cy="1656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7159009E-E57E-4C1D-1FCE-49E1940EF4B0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2014128" y="2271384"/>
                  <a:ext cx="45720" cy="3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3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63D75543-65B9-3D50-25E7-4954E33AC07A}"/>
                    </a:ext>
                  </a:extLst>
                </p14:cNvPr>
                <p14:cNvContentPartPr/>
                <p14:nvPr/>
              </p14:nvContentPartPr>
              <p14:xfrm>
                <a:off x="2143008" y="2261664"/>
                <a:ext cx="300600" cy="18108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63D75543-65B9-3D50-25E7-4954E33AC07A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2134368" y="2252664"/>
                  <a:ext cx="318240" cy="1987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95">
            <p14:nvContentPartPr>
              <p14:cNvPr id="65" name="Ink 64">
                <a:extLst>
                  <a:ext uri="{FF2B5EF4-FFF2-40B4-BE49-F238E27FC236}">
                    <a16:creationId xmlns:a16="http://schemas.microsoft.com/office/drawing/2014/main" id="{BAC80BA9-DF7F-D900-77AB-C2C7D88A001E}"/>
                  </a:ext>
                </a:extLst>
              </p14:cNvPr>
              <p14:cNvContentPartPr/>
              <p14:nvPr/>
            </p14:nvContentPartPr>
            <p14:xfrm>
              <a:off x="2825208" y="2362824"/>
              <a:ext cx="159480" cy="92880"/>
            </p14:xfrm>
          </p:contentPart>
        </mc:Choice>
        <mc:Fallback xmlns="">
          <p:pic>
            <p:nvPicPr>
              <p:cNvPr id="65" name="Ink 64">
                <a:extLst>
                  <a:ext uri="{FF2B5EF4-FFF2-40B4-BE49-F238E27FC236}">
                    <a16:creationId xmlns:a16="http://schemas.microsoft.com/office/drawing/2014/main" id="{BAC80BA9-DF7F-D900-77AB-C2C7D88A001E}"/>
                  </a:ext>
                </a:extLst>
              </p:cNvPr>
              <p:cNvPicPr/>
              <p:nvPr/>
            </p:nvPicPr>
            <p:blipFill>
              <a:blip r:embed="rId96"/>
              <a:stretch>
                <a:fillRect/>
              </a:stretch>
            </p:blipFill>
            <p:spPr>
              <a:xfrm>
                <a:off x="2816568" y="2353824"/>
                <a:ext cx="177120" cy="110520"/>
              </a:xfrm>
              <a:prstGeom prst="rect">
                <a:avLst/>
              </a:prstGeom>
            </p:spPr>
          </p:pic>
        </mc:Fallback>
      </mc:AlternateContent>
      <p:grpSp>
        <p:nvGrpSpPr>
          <p:cNvPr id="72" name="Group 71">
            <a:extLst>
              <a:ext uri="{FF2B5EF4-FFF2-40B4-BE49-F238E27FC236}">
                <a16:creationId xmlns:a16="http://schemas.microsoft.com/office/drawing/2014/main" id="{E3B6C44F-25D3-1A68-D5A9-AFAB65DA68FE}"/>
              </a:ext>
            </a:extLst>
          </p:cNvPr>
          <p:cNvGrpSpPr/>
          <p:nvPr/>
        </p:nvGrpSpPr>
        <p:grpSpPr>
          <a:xfrm>
            <a:off x="3225528" y="2280024"/>
            <a:ext cx="754200" cy="291960"/>
            <a:chOff x="3225528" y="2280024"/>
            <a:chExt cx="754200" cy="291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7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C5EAB86A-F554-A4AC-4FBD-7BFB609C5DC1}"/>
                    </a:ext>
                  </a:extLst>
                </p14:cNvPr>
                <p14:cNvContentPartPr/>
                <p14:nvPr/>
              </p14:nvContentPartPr>
              <p14:xfrm>
                <a:off x="3225528" y="2326104"/>
                <a:ext cx="123120" cy="16380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C5EAB86A-F554-A4AC-4FBD-7BFB609C5DC1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3216888" y="2317104"/>
                  <a:ext cx="140760" cy="18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9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CA799B7B-5349-955F-F7EA-26EDE9DEA7E7}"/>
                    </a:ext>
                  </a:extLst>
                </p14:cNvPr>
                <p14:cNvContentPartPr/>
                <p14:nvPr/>
              </p14:nvContentPartPr>
              <p14:xfrm>
                <a:off x="3383568" y="2328264"/>
                <a:ext cx="71640" cy="18468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CA799B7B-5349-955F-F7EA-26EDE9DEA7E7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3374928" y="2319264"/>
                  <a:ext cx="89280" cy="20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1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6CA0AD87-C1E2-BBE2-4BF8-05595977C161}"/>
                    </a:ext>
                  </a:extLst>
                </p14:cNvPr>
                <p14:cNvContentPartPr/>
                <p14:nvPr/>
              </p14:nvContentPartPr>
              <p14:xfrm>
                <a:off x="3353688" y="2280024"/>
                <a:ext cx="487440" cy="22788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6CA0AD87-C1E2-BBE2-4BF8-05595977C161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3344688" y="2271024"/>
                  <a:ext cx="505080" cy="24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3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CC6F34B6-0844-903F-B02F-567C749F6DE8}"/>
                    </a:ext>
                  </a:extLst>
                </p14:cNvPr>
                <p14:cNvContentPartPr/>
                <p14:nvPr/>
              </p14:nvContentPartPr>
              <p14:xfrm>
                <a:off x="3809808" y="2362824"/>
                <a:ext cx="80640" cy="864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CC6F34B6-0844-903F-B02F-567C749F6DE8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3800808" y="2354184"/>
                  <a:ext cx="98280" cy="2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5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05A74B41-6A58-2FD7-EFD4-8F10BBC0AB4C}"/>
                    </a:ext>
                  </a:extLst>
                </p14:cNvPr>
                <p14:cNvContentPartPr/>
                <p14:nvPr/>
              </p14:nvContentPartPr>
              <p14:xfrm>
                <a:off x="3914208" y="2486304"/>
                <a:ext cx="65520" cy="8568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05A74B41-6A58-2FD7-EFD4-8F10BBC0AB4C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3905208" y="2477304"/>
                  <a:ext cx="83160" cy="103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5" name="Group 74">
            <a:extLst>
              <a:ext uri="{FF2B5EF4-FFF2-40B4-BE49-F238E27FC236}">
                <a16:creationId xmlns:a16="http://schemas.microsoft.com/office/drawing/2014/main" id="{141521B4-3F68-9E6B-A7A2-2BE525BF46AD}"/>
              </a:ext>
            </a:extLst>
          </p:cNvPr>
          <p:cNvGrpSpPr/>
          <p:nvPr/>
        </p:nvGrpSpPr>
        <p:grpSpPr>
          <a:xfrm>
            <a:off x="4279968" y="2254104"/>
            <a:ext cx="567360" cy="281520"/>
            <a:chOff x="4279968" y="2254104"/>
            <a:chExt cx="567360" cy="281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7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DF4078AD-362E-E537-A076-9E193C8483AB}"/>
                    </a:ext>
                  </a:extLst>
                </p14:cNvPr>
                <p14:cNvContentPartPr/>
                <p14:nvPr/>
              </p14:nvContentPartPr>
              <p14:xfrm>
                <a:off x="4279968" y="2254104"/>
                <a:ext cx="502560" cy="28152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DF4078AD-362E-E537-A076-9E193C8483AB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4271328" y="2245104"/>
                  <a:ext cx="520200" cy="29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9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88BEDD92-BB01-34AD-E0B6-9D39B3882F9E}"/>
                    </a:ext>
                  </a:extLst>
                </p14:cNvPr>
                <p14:cNvContentPartPr/>
                <p14:nvPr/>
              </p14:nvContentPartPr>
              <p14:xfrm>
                <a:off x="4732848" y="2411424"/>
                <a:ext cx="114480" cy="3600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88BEDD92-BB01-34AD-E0B6-9D39B3882F9E}"/>
                    </a:ext>
                  </a:extLst>
                </p:cNvPr>
                <p:cNvPicPr/>
                <p:nvPr/>
              </p:nvPicPr>
              <p:blipFill>
                <a:blip r:embed="rId110"/>
                <a:stretch>
                  <a:fillRect/>
                </a:stretch>
              </p:blipFill>
              <p:spPr>
                <a:xfrm>
                  <a:off x="4723848" y="2402424"/>
                  <a:ext cx="132120" cy="53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1" name="Group 80">
            <a:extLst>
              <a:ext uri="{FF2B5EF4-FFF2-40B4-BE49-F238E27FC236}">
                <a16:creationId xmlns:a16="http://schemas.microsoft.com/office/drawing/2014/main" id="{AB78BC30-DAF4-C6DA-DB8C-9C54A36D5CCF}"/>
              </a:ext>
            </a:extLst>
          </p:cNvPr>
          <p:cNvGrpSpPr/>
          <p:nvPr/>
        </p:nvGrpSpPr>
        <p:grpSpPr>
          <a:xfrm>
            <a:off x="5241528" y="2264184"/>
            <a:ext cx="1812240" cy="314640"/>
            <a:chOff x="5241528" y="2264184"/>
            <a:chExt cx="1812240" cy="314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1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198845B1-E0A5-A642-ACB3-D1D444E2E685}"/>
                    </a:ext>
                  </a:extLst>
                </p14:cNvPr>
                <p14:cNvContentPartPr/>
                <p14:nvPr/>
              </p14:nvContentPartPr>
              <p14:xfrm>
                <a:off x="5245848" y="2264184"/>
                <a:ext cx="239400" cy="27216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198845B1-E0A5-A642-ACB3-D1D444E2E685}"/>
                    </a:ext>
                  </a:extLst>
                </p:cNvPr>
                <p:cNvPicPr/>
                <p:nvPr/>
              </p:nvPicPr>
              <p:blipFill>
                <a:blip r:embed="rId112"/>
                <a:stretch>
                  <a:fillRect/>
                </a:stretch>
              </p:blipFill>
              <p:spPr>
                <a:xfrm>
                  <a:off x="5237208" y="2255184"/>
                  <a:ext cx="257040" cy="28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3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D434433C-68B7-DF0A-8F88-3FCAFE738C40}"/>
                    </a:ext>
                  </a:extLst>
                </p14:cNvPr>
                <p14:cNvContentPartPr/>
                <p14:nvPr/>
              </p14:nvContentPartPr>
              <p14:xfrm>
                <a:off x="5518368" y="2457144"/>
                <a:ext cx="78120" cy="3240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D434433C-68B7-DF0A-8F88-3FCAFE738C40}"/>
                    </a:ext>
                  </a:extLst>
                </p:cNvPr>
                <p:cNvPicPr/>
                <p:nvPr/>
              </p:nvPicPr>
              <p:blipFill>
                <a:blip r:embed="rId114"/>
                <a:stretch>
                  <a:fillRect/>
                </a:stretch>
              </p:blipFill>
              <p:spPr>
                <a:xfrm>
                  <a:off x="5509368" y="2448504"/>
                  <a:ext cx="95760" cy="5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5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D85C0350-7C70-735D-CE39-2B7F6AE5AA29}"/>
                    </a:ext>
                  </a:extLst>
                </p14:cNvPr>
                <p14:cNvContentPartPr/>
                <p14:nvPr/>
              </p14:nvContentPartPr>
              <p14:xfrm>
                <a:off x="5241528" y="2357784"/>
                <a:ext cx="43560" cy="1548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D85C0350-7C70-735D-CE39-2B7F6AE5AA29}"/>
                    </a:ext>
                  </a:extLst>
                </p:cNvPr>
                <p:cNvPicPr/>
                <p:nvPr/>
              </p:nvPicPr>
              <p:blipFill>
                <a:blip r:embed="rId116"/>
                <a:stretch>
                  <a:fillRect/>
                </a:stretch>
              </p:blipFill>
              <p:spPr>
                <a:xfrm>
                  <a:off x="5232528" y="2348784"/>
                  <a:ext cx="61200" cy="3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7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B2A95137-27BB-E4EC-39DA-7851ED8DF39D}"/>
                    </a:ext>
                  </a:extLst>
                </p14:cNvPr>
                <p14:cNvContentPartPr/>
                <p14:nvPr/>
              </p14:nvContentPartPr>
              <p14:xfrm>
                <a:off x="5889528" y="2383344"/>
                <a:ext cx="243720" cy="19548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B2A95137-27BB-E4EC-39DA-7851ED8DF39D}"/>
                    </a:ext>
                  </a:extLst>
                </p:cNvPr>
                <p:cNvPicPr/>
                <p:nvPr/>
              </p:nvPicPr>
              <p:blipFill>
                <a:blip r:embed="rId118"/>
                <a:stretch>
                  <a:fillRect/>
                </a:stretch>
              </p:blipFill>
              <p:spPr>
                <a:xfrm>
                  <a:off x="5880888" y="2374344"/>
                  <a:ext cx="261360" cy="21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9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A9EF0732-494A-5976-49D9-F7CCA4439CC7}"/>
                    </a:ext>
                  </a:extLst>
                </p14:cNvPr>
                <p14:cNvContentPartPr/>
                <p14:nvPr/>
              </p14:nvContentPartPr>
              <p14:xfrm>
                <a:off x="6501528" y="2472624"/>
                <a:ext cx="552240" cy="10440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A9EF0732-494A-5976-49D9-F7CCA4439CC7}"/>
                    </a:ext>
                  </a:extLst>
                </p:cNvPr>
                <p:cNvPicPr/>
                <p:nvPr/>
              </p:nvPicPr>
              <p:blipFill>
                <a:blip r:embed="rId120"/>
                <a:stretch>
                  <a:fillRect/>
                </a:stretch>
              </p:blipFill>
              <p:spPr>
                <a:xfrm>
                  <a:off x="6492888" y="2463984"/>
                  <a:ext cx="569880" cy="122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7" name="Group 96">
            <a:extLst>
              <a:ext uri="{FF2B5EF4-FFF2-40B4-BE49-F238E27FC236}">
                <a16:creationId xmlns:a16="http://schemas.microsoft.com/office/drawing/2014/main" id="{7C6640C7-1B4B-53E4-2C5C-3FCC297B6490}"/>
              </a:ext>
            </a:extLst>
          </p:cNvPr>
          <p:cNvGrpSpPr/>
          <p:nvPr/>
        </p:nvGrpSpPr>
        <p:grpSpPr>
          <a:xfrm>
            <a:off x="7035408" y="2413584"/>
            <a:ext cx="1289160" cy="349920"/>
            <a:chOff x="7035408" y="2413584"/>
            <a:chExt cx="1289160" cy="349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1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1809BAEB-6ECE-9526-D6A6-DE43524572A9}"/>
                    </a:ext>
                  </a:extLst>
                </p14:cNvPr>
                <p14:cNvContentPartPr/>
                <p14:nvPr/>
              </p14:nvContentPartPr>
              <p14:xfrm>
                <a:off x="7035408" y="2505744"/>
                <a:ext cx="156240" cy="64080"/>
              </p14:xfrm>
            </p:contentPart>
          </mc:Choice>
          <mc:Fallback xmlns=""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1809BAEB-6ECE-9526-D6A6-DE43524572A9}"/>
                    </a:ext>
                  </a:extLst>
                </p:cNvPr>
                <p:cNvPicPr/>
                <p:nvPr/>
              </p:nvPicPr>
              <p:blipFill>
                <a:blip r:embed="rId122"/>
                <a:stretch>
                  <a:fillRect/>
                </a:stretch>
              </p:blipFill>
              <p:spPr>
                <a:xfrm>
                  <a:off x="7026768" y="2497104"/>
                  <a:ext cx="173880" cy="8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3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493A3F9E-9918-4DAB-722D-0C129A40EC16}"/>
                    </a:ext>
                  </a:extLst>
                </p14:cNvPr>
                <p14:cNvContentPartPr/>
                <p14:nvPr/>
              </p14:nvContentPartPr>
              <p14:xfrm>
                <a:off x="7274088" y="2570904"/>
                <a:ext cx="106560" cy="1116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493A3F9E-9918-4DAB-722D-0C129A40EC16}"/>
                    </a:ext>
                  </a:extLst>
                </p:cNvPr>
                <p:cNvPicPr/>
                <p:nvPr/>
              </p:nvPicPr>
              <p:blipFill>
                <a:blip r:embed="rId124"/>
                <a:stretch>
                  <a:fillRect/>
                </a:stretch>
              </p:blipFill>
              <p:spPr>
                <a:xfrm>
                  <a:off x="7265088" y="2561904"/>
                  <a:ext cx="124200" cy="2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5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F8E5532D-B001-35C6-3454-FE879A48DBE9}"/>
                    </a:ext>
                  </a:extLst>
                </p14:cNvPr>
                <p14:cNvContentPartPr/>
                <p14:nvPr/>
              </p14:nvContentPartPr>
              <p14:xfrm>
                <a:off x="7479288" y="2484144"/>
                <a:ext cx="95760" cy="13428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F8E5532D-B001-35C6-3454-FE879A48DBE9}"/>
                    </a:ext>
                  </a:extLst>
                </p:cNvPr>
                <p:cNvPicPr/>
                <p:nvPr/>
              </p:nvPicPr>
              <p:blipFill>
                <a:blip r:embed="rId126"/>
                <a:stretch>
                  <a:fillRect/>
                </a:stretch>
              </p:blipFill>
              <p:spPr>
                <a:xfrm>
                  <a:off x="7470288" y="2475144"/>
                  <a:ext cx="113400" cy="15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7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BAADB696-B09C-E209-B90F-FC91B9C7EB08}"/>
                    </a:ext>
                  </a:extLst>
                </p14:cNvPr>
                <p14:cNvContentPartPr/>
                <p14:nvPr/>
              </p14:nvContentPartPr>
              <p14:xfrm>
                <a:off x="7644888" y="2463984"/>
                <a:ext cx="62640" cy="20088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BAADB696-B09C-E209-B90F-FC91B9C7EB08}"/>
                    </a:ext>
                  </a:extLst>
                </p:cNvPr>
                <p:cNvPicPr/>
                <p:nvPr/>
              </p:nvPicPr>
              <p:blipFill>
                <a:blip r:embed="rId128"/>
                <a:stretch>
                  <a:fillRect/>
                </a:stretch>
              </p:blipFill>
              <p:spPr>
                <a:xfrm>
                  <a:off x="7635888" y="2454984"/>
                  <a:ext cx="80280" cy="21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9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B1F6E570-F0FB-4584-3197-456025695CA2}"/>
                    </a:ext>
                  </a:extLst>
                </p14:cNvPr>
                <p14:cNvContentPartPr/>
                <p14:nvPr/>
              </p14:nvContentPartPr>
              <p14:xfrm>
                <a:off x="7668288" y="2413584"/>
                <a:ext cx="469440" cy="199080"/>
              </p14:xfrm>
            </p:contentPart>
          </mc:Choice>
          <mc:Fallback xmlns=""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B1F6E570-F0FB-4584-3197-456025695CA2}"/>
                    </a:ext>
                  </a:extLst>
                </p:cNvPr>
                <p:cNvPicPr/>
                <p:nvPr/>
              </p:nvPicPr>
              <p:blipFill>
                <a:blip r:embed="rId130"/>
                <a:stretch>
                  <a:fillRect/>
                </a:stretch>
              </p:blipFill>
              <p:spPr>
                <a:xfrm>
                  <a:off x="7659288" y="2404584"/>
                  <a:ext cx="487080" cy="21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1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4D4ACC7C-BBFD-27A9-F4F8-532DAB2EBA0E}"/>
                    </a:ext>
                  </a:extLst>
                </p14:cNvPr>
                <p14:cNvContentPartPr/>
                <p14:nvPr/>
              </p14:nvContentPartPr>
              <p14:xfrm>
                <a:off x="8154288" y="2474784"/>
                <a:ext cx="50760" cy="31320"/>
              </p14:xfrm>
            </p:contentPart>
          </mc:Choice>
          <mc:Fallback xmlns=""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4D4ACC7C-BBFD-27A9-F4F8-532DAB2EBA0E}"/>
                    </a:ext>
                  </a:extLst>
                </p:cNvPr>
                <p:cNvPicPr/>
                <p:nvPr/>
              </p:nvPicPr>
              <p:blipFill>
                <a:blip r:embed="rId132"/>
                <a:stretch>
                  <a:fillRect/>
                </a:stretch>
              </p:blipFill>
              <p:spPr>
                <a:xfrm>
                  <a:off x="8145288" y="2466144"/>
                  <a:ext cx="68400" cy="4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3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C2AED953-33CE-3808-7CD5-8ACCA373DBE3}"/>
                    </a:ext>
                  </a:extLst>
                </p14:cNvPr>
                <p14:cNvContentPartPr/>
                <p14:nvPr/>
              </p14:nvContentPartPr>
              <p14:xfrm>
                <a:off x="8270208" y="2656224"/>
                <a:ext cx="54360" cy="10728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C2AED953-33CE-3808-7CD5-8ACCA373DBE3}"/>
                    </a:ext>
                  </a:extLst>
                </p:cNvPr>
                <p:cNvPicPr/>
                <p:nvPr/>
              </p:nvPicPr>
              <p:blipFill>
                <a:blip r:embed="rId134"/>
                <a:stretch>
                  <a:fillRect/>
                </a:stretch>
              </p:blipFill>
              <p:spPr>
                <a:xfrm>
                  <a:off x="8261208" y="2647224"/>
                  <a:ext cx="72000" cy="124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6" name="Group 95">
            <a:extLst>
              <a:ext uri="{FF2B5EF4-FFF2-40B4-BE49-F238E27FC236}">
                <a16:creationId xmlns:a16="http://schemas.microsoft.com/office/drawing/2014/main" id="{AD58706A-450E-C39E-C25D-D7EFE6DEE2CF}"/>
              </a:ext>
            </a:extLst>
          </p:cNvPr>
          <p:cNvGrpSpPr/>
          <p:nvPr/>
        </p:nvGrpSpPr>
        <p:grpSpPr>
          <a:xfrm>
            <a:off x="8672328" y="2276784"/>
            <a:ext cx="548640" cy="520560"/>
            <a:chOff x="8672328" y="2276784"/>
            <a:chExt cx="548640" cy="520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5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E200F092-3424-6FC9-635A-DC9D7E431E89}"/>
                    </a:ext>
                  </a:extLst>
                </p14:cNvPr>
                <p14:cNvContentPartPr/>
                <p14:nvPr/>
              </p14:nvContentPartPr>
              <p14:xfrm>
                <a:off x="8672328" y="2276784"/>
                <a:ext cx="331560" cy="520560"/>
              </p14:xfrm>
            </p:contentPart>
          </mc:Choice>
          <mc:Fallback xmlns=""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E200F092-3424-6FC9-635A-DC9D7E431E89}"/>
                    </a:ext>
                  </a:extLst>
                </p:cNvPr>
                <p:cNvPicPr/>
                <p:nvPr/>
              </p:nvPicPr>
              <p:blipFill>
                <a:blip r:embed="rId136"/>
                <a:stretch>
                  <a:fillRect/>
                </a:stretch>
              </p:blipFill>
              <p:spPr>
                <a:xfrm>
                  <a:off x="8663688" y="2268144"/>
                  <a:ext cx="349200" cy="53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7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060107A1-B3ED-9997-ACA7-DE3E2F3DBF66}"/>
                    </a:ext>
                  </a:extLst>
                </p14:cNvPr>
                <p14:cNvContentPartPr/>
                <p14:nvPr/>
              </p14:nvContentPartPr>
              <p14:xfrm>
                <a:off x="9085608" y="2574864"/>
                <a:ext cx="135360" cy="3276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060107A1-B3ED-9997-ACA7-DE3E2F3DBF66}"/>
                    </a:ext>
                  </a:extLst>
                </p:cNvPr>
                <p:cNvPicPr/>
                <p:nvPr/>
              </p:nvPicPr>
              <p:blipFill>
                <a:blip r:embed="rId138"/>
                <a:stretch>
                  <a:fillRect/>
                </a:stretch>
              </p:blipFill>
              <p:spPr>
                <a:xfrm>
                  <a:off x="9076608" y="2566224"/>
                  <a:ext cx="153000" cy="50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5" name="Group 94">
            <a:extLst>
              <a:ext uri="{FF2B5EF4-FFF2-40B4-BE49-F238E27FC236}">
                <a16:creationId xmlns:a16="http://schemas.microsoft.com/office/drawing/2014/main" id="{238DA6CF-73A3-038E-3B88-E306731203C9}"/>
              </a:ext>
            </a:extLst>
          </p:cNvPr>
          <p:cNvGrpSpPr/>
          <p:nvPr/>
        </p:nvGrpSpPr>
        <p:grpSpPr>
          <a:xfrm>
            <a:off x="9685728" y="2394864"/>
            <a:ext cx="1218240" cy="417240"/>
            <a:chOff x="9685728" y="2394864"/>
            <a:chExt cx="1218240" cy="417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9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5795FBE3-3C8A-2AF7-C68E-CAACD7D98BFF}"/>
                    </a:ext>
                  </a:extLst>
                </p14:cNvPr>
                <p14:cNvContentPartPr/>
                <p14:nvPr/>
              </p14:nvContentPartPr>
              <p14:xfrm>
                <a:off x="9685728" y="2394864"/>
                <a:ext cx="813960" cy="41724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5795FBE3-3C8A-2AF7-C68E-CAACD7D98BFF}"/>
                    </a:ext>
                  </a:extLst>
                </p:cNvPr>
                <p:cNvPicPr/>
                <p:nvPr/>
              </p:nvPicPr>
              <p:blipFill>
                <a:blip r:embed="rId140"/>
                <a:stretch>
                  <a:fillRect/>
                </a:stretch>
              </p:blipFill>
              <p:spPr>
                <a:xfrm>
                  <a:off x="9676728" y="2386224"/>
                  <a:ext cx="831600" cy="43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1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ED8D28A6-D298-5C38-AAD8-1CAD741C3A63}"/>
                    </a:ext>
                  </a:extLst>
                </p14:cNvPr>
                <p14:cNvContentPartPr/>
                <p14:nvPr/>
              </p14:nvContentPartPr>
              <p14:xfrm>
                <a:off x="10596888" y="2506824"/>
                <a:ext cx="98280" cy="4572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ED8D28A6-D298-5C38-AAD8-1CAD741C3A63}"/>
                    </a:ext>
                  </a:extLst>
                </p:cNvPr>
                <p:cNvPicPr/>
                <p:nvPr/>
              </p:nvPicPr>
              <p:blipFill>
                <a:blip r:embed="rId142"/>
                <a:stretch>
                  <a:fillRect/>
                </a:stretch>
              </p:blipFill>
              <p:spPr>
                <a:xfrm>
                  <a:off x="10588248" y="2498184"/>
                  <a:ext cx="115920" cy="6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3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A2E53932-99BF-80E7-5312-3545AC975BDD}"/>
                    </a:ext>
                  </a:extLst>
                </p14:cNvPr>
                <p14:cNvContentPartPr/>
                <p14:nvPr/>
              </p14:nvContentPartPr>
              <p14:xfrm>
                <a:off x="10883088" y="2611944"/>
                <a:ext cx="20880" cy="17640"/>
              </p14:xfrm>
            </p:contentPart>
          </mc:Choice>
          <mc:Fallback xmlns=""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A2E53932-99BF-80E7-5312-3545AC975BDD}"/>
                    </a:ext>
                  </a:extLst>
                </p:cNvPr>
                <p:cNvPicPr/>
                <p:nvPr/>
              </p:nvPicPr>
              <p:blipFill>
                <a:blip r:embed="rId144"/>
                <a:stretch>
                  <a:fillRect/>
                </a:stretch>
              </p:blipFill>
              <p:spPr>
                <a:xfrm>
                  <a:off x="10874088" y="2602944"/>
                  <a:ext cx="38520" cy="35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0" name="Group 99">
            <a:extLst>
              <a:ext uri="{FF2B5EF4-FFF2-40B4-BE49-F238E27FC236}">
                <a16:creationId xmlns:a16="http://schemas.microsoft.com/office/drawing/2014/main" id="{5B11B200-49AB-EDFC-4C90-5F324DB6675D}"/>
              </a:ext>
            </a:extLst>
          </p:cNvPr>
          <p:cNvGrpSpPr/>
          <p:nvPr/>
        </p:nvGrpSpPr>
        <p:grpSpPr>
          <a:xfrm>
            <a:off x="1156248" y="2694024"/>
            <a:ext cx="272160" cy="176400"/>
            <a:chOff x="1156248" y="2694024"/>
            <a:chExt cx="272160" cy="176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5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F3AA3D5C-6F6B-0D6E-DA4A-B0E67AAF70AC}"/>
                    </a:ext>
                  </a:extLst>
                </p14:cNvPr>
                <p14:cNvContentPartPr/>
                <p14:nvPr/>
              </p14:nvContentPartPr>
              <p14:xfrm>
                <a:off x="1156248" y="2694024"/>
                <a:ext cx="96480" cy="176400"/>
              </p14:xfrm>
            </p:contentPart>
          </mc:Choice>
          <mc:Fallback xmlns=""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F3AA3D5C-6F6B-0D6E-DA4A-B0E67AAF70AC}"/>
                    </a:ext>
                  </a:extLst>
                </p:cNvPr>
                <p:cNvPicPr/>
                <p:nvPr/>
              </p:nvPicPr>
              <p:blipFill>
                <a:blip r:embed="rId146"/>
                <a:stretch>
                  <a:fillRect/>
                </a:stretch>
              </p:blipFill>
              <p:spPr>
                <a:xfrm>
                  <a:off x="1147608" y="2685024"/>
                  <a:ext cx="114120" cy="19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7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2704FAF9-0DC5-BE6A-0480-4F5A8B831B72}"/>
                    </a:ext>
                  </a:extLst>
                </p14:cNvPr>
                <p14:cNvContentPartPr/>
                <p14:nvPr/>
              </p14:nvContentPartPr>
              <p14:xfrm>
                <a:off x="1416528" y="2853864"/>
                <a:ext cx="11880" cy="1440"/>
              </p14:xfrm>
            </p:contentPart>
          </mc:Choice>
          <mc:Fallback xmlns=""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2704FAF9-0DC5-BE6A-0480-4F5A8B831B72}"/>
                    </a:ext>
                  </a:extLst>
                </p:cNvPr>
                <p:cNvPicPr/>
                <p:nvPr/>
              </p:nvPicPr>
              <p:blipFill>
                <a:blip r:embed="rId148"/>
                <a:stretch>
                  <a:fillRect/>
                </a:stretch>
              </p:blipFill>
              <p:spPr>
                <a:xfrm>
                  <a:off x="1407528" y="2845224"/>
                  <a:ext cx="29520" cy="19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5" name="Group 114">
            <a:extLst>
              <a:ext uri="{FF2B5EF4-FFF2-40B4-BE49-F238E27FC236}">
                <a16:creationId xmlns:a16="http://schemas.microsoft.com/office/drawing/2014/main" id="{01D0A8FE-14D8-19D7-10B2-DF8BC466162F}"/>
              </a:ext>
            </a:extLst>
          </p:cNvPr>
          <p:cNvGrpSpPr/>
          <p:nvPr/>
        </p:nvGrpSpPr>
        <p:grpSpPr>
          <a:xfrm>
            <a:off x="1975608" y="2753064"/>
            <a:ext cx="291240" cy="492480"/>
            <a:chOff x="1975608" y="2753064"/>
            <a:chExt cx="291240" cy="492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9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21257039-9ADB-06D8-7AA4-619C038F9395}"/>
                    </a:ext>
                  </a:extLst>
                </p14:cNvPr>
                <p14:cNvContentPartPr/>
                <p14:nvPr/>
              </p14:nvContentPartPr>
              <p14:xfrm>
                <a:off x="1975608" y="2753064"/>
                <a:ext cx="117000" cy="249480"/>
              </p14:xfrm>
            </p:contentPart>
          </mc:Choice>
          <mc:Fallback xmlns=""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21257039-9ADB-06D8-7AA4-619C038F9395}"/>
                    </a:ext>
                  </a:extLst>
                </p:cNvPr>
                <p:cNvPicPr/>
                <p:nvPr/>
              </p:nvPicPr>
              <p:blipFill>
                <a:blip r:embed="rId150"/>
                <a:stretch>
                  <a:fillRect/>
                </a:stretch>
              </p:blipFill>
              <p:spPr>
                <a:xfrm>
                  <a:off x="1966608" y="2744064"/>
                  <a:ext cx="134640" cy="26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1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EB76173F-941C-F0C8-D025-AA604F8B0062}"/>
                    </a:ext>
                  </a:extLst>
                </p14:cNvPr>
                <p14:cNvContentPartPr/>
                <p14:nvPr/>
              </p14:nvContentPartPr>
              <p14:xfrm>
                <a:off x="2099808" y="2761704"/>
                <a:ext cx="167040" cy="483840"/>
              </p14:xfrm>
            </p:contentPart>
          </mc:Choice>
          <mc:Fallback xmlns=""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EB76173F-941C-F0C8-D025-AA604F8B0062}"/>
                    </a:ext>
                  </a:extLst>
                </p:cNvPr>
                <p:cNvPicPr/>
                <p:nvPr/>
              </p:nvPicPr>
              <p:blipFill>
                <a:blip r:embed="rId152"/>
                <a:stretch>
                  <a:fillRect/>
                </a:stretch>
              </p:blipFill>
              <p:spPr>
                <a:xfrm>
                  <a:off x="2090808" y="2752704"/>
                  <a:ext cx="184680" cy="501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4" name="Group 113">
            <a:extLst>
              <a:ext uri="{FF2B5EF4-FFF2-40B4-BE49-F238E27FC236}">
                <a16:creationId xmlns:a16="http://schemas.microsoft.com/office/drawing/2014/main" id="{95FB924A-C0D9-A5C6-6C07-8E9250BA7603}"/>
              </a:ext>
            </a:extLst>
          </p:cNvPr>
          <p:cNvGrpSpPr/>
          <p:nvPr/>
        </p:nvGrpSpPr>
        <p:grpSpPr>
          <a:xfrm>
            <a:off x="2527848" y="2797344"/>
            <a:ext cx="1828440" cy="385920"/>
            <a:chOff x="2527848" y="2797344"/>
            <a:chExt cx="1828440" cy="385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3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7780A84F-97DE-7DC0-1C72-282F94A6B4FB}"/>
                    </a:ext>
                  </a:extLst>
                </p14:cNvPr>
                <p14:cNvContentPartPr/>
                <p14:nvPr/>
              </p14:nvContentPartPr>
              <p14:xfrm>
                <a:off x="2786328" y="2857464"/>
                <a:ext cx="403200" cy="185400"/>
              </p14:xfrm>
            </p:contentPart>
          </mc:Choice>
          <mc:Fallback xmlns=""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7780A84F-97DE-7DC0-1C72-282F94A6B4FB}"/>
                    </a:ext>
                  </a:extLst>
                </p:cNvPr>
                <p:cNvPicPr/>
                <p:nvPr/>
              </p:nvPicPr>
              <p:blipFill>
                <a:blip r:embed="rId154"/>
                <a:stretch>
                  <a:fillRect/>
                </a:stretch>
              </p:blipFill>
              <p:spPr>
                <a:xfrm>
                  <a:off x="2777328" y="2848464"/>
                  <a:ext cx="420840" cy="20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5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7E378B99-A810-0C86-7E2C-7EBC866403F3}"/>
                    </a:ext>
                  </a:extLst>
                </p14:cNvPr>
                <p14:cNvContentPartPr/>
                <p14:nvPr/>
              </p14:nvContentPartPr>
              <p14:xfrm>
                <a:off x="3244248" y="2920464"/>
                <a:ext cx="61920" cy="80640"/>
              </p14:xfrm>
            </p:contentPart>
          </mc:Choice>
          <mc:Fallback xmlns=""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7E378B99-A810-0C86-7E2C-7EBC866403F3}"/>
                    </a:ext>
                  </a:extLst>
                </p:cNvPr>
                <p:cNvPicPr/>
                <p:nvPr/>
              </p:nvPicPr>
              <p:blipFill>
                <a:blip r:embed="rId156"/>
                <a:stretch>
                  <a:fillRect/>
                </a:stretch>
              </p:blipFill>
              <p:spPr>
                <a:xfrm>
                  <a:off x="3235608" y="2911464"/>
                  <a:ext cx="79560" cy="9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7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134DEBC3-4B79-B297-8433-BF692AE301A5}"/>
                    </a:ext>
                  </a:extLst>
                </p14:cNvPr>
                <p14:cNvContentPartPr/>
                <p14:nvPr/>
              </p14:nvContentPartPr>
              <p14:xfrm>
                <a:off x="3375648" y="2911104"/>
                <a:ext cx="66960" cy="62280"/>
              </p14:xfrm>
            </p:contentPart>
          </mc:Choice>
          <mc:Fallback xmlns=""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134DEBC3-4B79-B297-8433-BF692AE301A5}"/>
                    </a:ext>
                  </a:extLst>
                </p:cNvPr>
                <p:cNvPicPr/>
                <p:nvPr/>
              </p:nvPicPr>
              <p:blipFill>
                <a:blip r:embed="rId158"/>
                <a:stretch>
                  <a:fillRect/>
                </a:stretch>
              </p:blipFill>
              <p:spPr>
                <a:xfrm>
                  <a:off x="3366648" y="2902104"/>
                  <a:ext cx="84600" cy="7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9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373A0900-C73C-A342-C189-46215B272F70}"/>
                    </a:ext>
                  </a:extLst>
                </p14:cNvPr>
                <p14:cNvContentPartPr/>
                <p14:nvPr/>
              </p14:nvContentPartPr>
              <p14:xfrm>
                <a:off x="3479328" y="2899584"/>
                <a:ext cx="195120" cy="94680"/>
              </p14:xfrm>
            </p:contentPart>
          </mc:Choice>
          <mc:Fallback xmlns=""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373A0900-C73C-A342-C189-46215B272F70}"/>
                    </a:ext>
                  </a:extLst>
                </p:cNvPr>
                <p:cNvPicPr/>
                <p:nvPr/>
              </p:nvPicPr>
              <p:blipFill>
                <a:blip r:embed="rId160"/>
                <a:stretch>
                  <a:fillRect/>
                </a:stretch>
              </p:blipFill>
              <p:spPr>
                <a:xfrm>
                  <a:off x="3470328" y="2890584"/>
                  <a:ext cx="212760" cy="11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1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FA5E3C43-DD13-D0B3-259D-702099709F4C}"/>
                    </a:ext>
                  </a:extLst>
                </p14:cNvPr>
                <p14:cNvContentPartPr/>
                <p14:nvPr/>
              </p14:nvContentPartPr>
              <p14:xfrm>
                <a:off x="3738888" y="2868984"/>
                <a:ext cx="57960" cy="155520"/>
              </p14:xfrm>
            </p:contentPart>
          </mc:Choice>
          <mc:Fallback xmlns=""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FA5E3C43-DD13-D0B3-259D-702099709F4C}"/>
                    </a:ext>
                  </a:extLst>
                </p:cNvPr>
                <p:cNvPicPr/>
                <p:nvPr/>
              </p:nvPicPr>
              <p:blipFill>
                <a:blip r:embed="rId162"/>
                <a:stretch>
                  <a:fillRect/>
                </a:stretch>
              </p:blipFill>
              <p:spPr>
                <a:xfrm>
                  <a:off x="3729888" y="2860344"/>
                  <a:ext cx="75600" cy="17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3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08CDF65A-67A7-CDB8-E0E9-78420E4BC7A4}"/>
                    </a:ext>
                  </a:extLst>
                </p14:cNvPr>
                <p14:cNvContentPartPr/>
                <p14:nvPr/>
              </p14:nvContentPartPr>
              <p14:xfrm>
                <a:off x="3792888" y="2797344"/>
                <a:ext cx="296640" cy="203400"/>
              </p14:xfrm>
            </p:contentPart>
          </mc:Choice>
          <mc:Fallback xmlns=""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08CDF65A-67A7-CDB8-E0E9-78420E4BC7A4}"/>
                    </a:ext>
                  </a:extLst>
                </p:cNvPr>
                <p:cNvPicPr/>
                <p:nvPr/>
              </p:nvPicPr>
              <p:blipFill>
                <a:blip r:embed="rId164"/>
                <a:stretch>
                  <a:fillRect/>
                </a:stretch>
              </p:blipFill>
              <p:spPr>
                <a:xfrm>
                  <a:off x="3784248" y="2788704"/>
                  <a:ext cx="314280" cy="22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5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8FC47FF5-6A26-E95B-97A9-F109949B9E2A}"/>
                    </a:ext>
                  </a:extLst>
                </p14:cNvPr>
                <p14:cNvContentPartPr/>
                <p14:nvPr/>
              </p14:nvContentPartPr>
              <p14:xfrm>
                <a:off x="4092768" y="2889864"/>
                <a:ext cx="68040" cy="15120"/>
              </p14:xfrm>
            </p:contentPart>
          </mc:Choice>
          <mc:Fallback xmlns=""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8FC47FF5-6A26-E95B-97A9-F109949B9E2A}"/>
                    </a:ext>
                  </a:extLst>
                </p:cNvPr>
                <p:cNvPicPr/>
                <p:nvPr/>
              </p:nvPicPr>
              <p:blipFill>
                <a:blip r:embed="rId166"/>
                <a:stretch>
                  <a:fillRect/>
                </a:stretch>
              </p:blipFill>
              <p:spPr>
                <a:xfrm>
                  <a:off x="4083768" y="2881224"/>
                  <a:ext cx="85680" cy="3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7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BC8F5F94-2F3D-92A2-C28F-74C29C3349D9}"/>
                    </a:ext>
                  </a:extLst>
                </p14:cNvPr>
                <p14:cNvContentPartPr/>
                <p14:nvPr/>
              </p14:nvContentPartPr>
              <p14:xfrm>
                <a:off x="4083408" y="2861784"/>
                <a:ext cx="272880" cy="308160"/>
              </p14:xfrm>
            </p:contentPart>
          </mc:Choice>
          <mc:Fallback xmlns=""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BC8F5F94-2F3D-92A2-C28F-74C29C3349D9}"/>
                    </a:ext>
                  </a:extLst>
                </p:cNvPr>
                <p:cNvPicPr/>
                <p:nvPr/>
              </p:nvPicPr>
              <p:blipFill>
                <a:blip r:embed="rId168"/>
                <a:stretch>
                  <a:fillRect/>
                </a:stretch>
              </p:blipFill>
              <p:spPr>
                <a:xfrm>
                  <a:off x="4074768" y="2853144"/>
                  <a:ext cx="290520" cy="32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9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1F782ABB-6BB4-687B-4718-2103272DC278}"/>
                    </a:ext>
                  </a:extLst>
                </p14:cNvPr>
                <p14:cNvContentPartPr/>
                <p14:nvPr/>
              </p14:nvContentPartPr>
              <p14:xfrm>
                <a:off x="2527848" y="2797704"/>
                <a:ext cx="303120" cy="385560"/>
              </p14:xfrm>
            </p:contentPart>
          </mc:Choice>
          <mc:Fallback xmlns=""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1F782ABB-6BB4-687B-4718-2103272DC278}"/>
                    </a:ext>
                  </a:extLst>
                </p:cNvPr>
                <p:cNvPicPr/>
                <p:nvPr/>
              </p:nvPicPr>
              <p:blipFill>
                <a:blip r:embed="rId170"/>
                <a:stretch>
                  <a:fillRect/>
                </a:stretch>
              </p:blipFill>
              <p:spPr>
                <a:xfrm>
                  <a:off x="2518848" y="2789064"/>
                  <a:ext cx="320760" cy="403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0" name="Group 119">
            <a:extLst>
              <a:ext uri="{FF2B5EF4-FFF2-40B4-BE49-F238E27FC236}">
                <a16:creationId xmlns:a16="http://schemas.microsoft.com/office/drawing/2014/main" id="{B94FB859-E57E-F9FB-046C-41C444CAB1CC}"/>
              </a:ext>
            </a:extLst>
          </p:cNvPr>
          <p:cNvGrpSpPr/>
          <p:nvPr/>
        </p:nvGrpSpPr>
        <p:grpSpPr>
          <a:xfrm>
            <a:off x="4670568" y="2864304"/>
            <a:ext cx="1566720" cy="471240"/>
            <a:chOff x="4670568" y="2864304"/>
            <a:chExt cx="1566720" cy="471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71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1B8C86B4-0F01-5464-BA20-6B39566830DA}"/>
                    </a:ext>
                  </a:extLst>
                </p14:cNvPr>
                <p14:cNvContentPartPr/>
                <p14:nvPr/>
              </p14:nvContentPartPr>
              <p14:xfrm>
                <a:off x="4670568" y="2904984"/>
                <a:ext cx="579600" cy="430560"/>
              </p14:xfrm>
            </p:contentPart>
          </mc:Choice>
          <mc:Fallback xmlns=""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1B8C86B4-0F01-5464-BA20-6B39566830DA}"/>
                    </a:ext>
                  </a:extLst>
                </p:cNvPr>
                <p:cNvPicPr/>
                <p:nvPr/>
              </p:nvPicPr>
              <p:blipFill>
                <a:blip r:embed="rId172"/>
                <a:stretch>
                  <a:fillRect/>
                </a:stretch>
              </p:blipFill>
              <p:spPr>
                <a:xfrm>
                  <a:off x="4661928" y="2895984"/>
                  <a:ext cx="597240" cy="44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3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DFF65319-419F-A56A-E2BC-5F764718C2DC}"/>
                    </a:ext>
                  </a:extLst>
                </p14:cNvPr>
                <p14:cNvContentPartPr/>
                <p14:nvPr/>
              </p14:nvContentPartPr>
              <p14:xfrm>
                <a:off x="5302368" y="2964384"/>
                <a:ext cx="73800" cy="87480"/>
              </p14:xfrm>
            </p:contentPart>
          </mc:Choice>
          <mc:Fallback xmlns=""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DFF65319-419F-A56A-E2BC-5F764718C2DC}"/>
                    </a:ext>
                  </a:extLst>
                </p:cNvPr>
                <p:cNvPicPr/>
                <p:nvPr/>
              </p:nvPicPr>
              <p:blipFill>
                <a:blip r:embed="rId174"/>
                <a:stretch>
                  <a:fillRect/>
                </a:stretch>
              </p:blipFill>
              <p:spPr>
                <a:xfrm>
                  <a:off x="5293368" y="2955744"/>
                  <a:ext cx="91440" cy="10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5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3F47749B-89D1-FCD8-E97A-081D3893A611}"/>
                    </a:ext>
                  </a:extLst>
                </p14:cNvPr>
                <p14:cNvContentPartPr/>
                <p14:nvPr/>
              </p14:nvContentPartPr>
              <p14:xfrm>
                <a:off x="5442048" y="2864304"/>
                <a:ext cx="645480" cy="211320"/>
              </p14:xfrm>
            </p:contentPart>
          </mc:Choice>
          <mc:Fallback xmlns=""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3F47749B-89D1-FCD8-E97A-081D3893A611}"/>
                    </a:ext>
                  </a:extLst>
                </p:cNvPr>
                <p:cNvPicPr/>
                <p:nvPr/>
              </p:nvPicPr>
              <p:blipFill>
                <a:blip r:embed="rId176"/>
                <a:stretch>
                  <a:fillRect/>
                </a:stretch>
              </p:blipFill>
              <p:spPr>
                <a:xfrm>
                  <a:off x="5433408" y="2855664"/>
                  <a:ext cx="663120" cy="22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7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6B01E065-BE5A-B080-D0C5-665300B00D82}"/>
                    </a:ext>
                  </a:extLst>
                </p14:cNvPr>
                <p14:cNvContentPartPr/>
                <p14:nvPr/>
              </p14:nvContentPartPr>
              <p14:xfrm>
                <a:off x="6153048" y="2951784"/>
                <a:ext cx="84240" cy="26280"/>
              </p14:xfrm>
            </p:contentPart>
          </mc:Choice>
          <mc:Fallback xmlns=""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6B01E065-BE5A-B080-D0C5-665300B00D82}"/>
                    </a:ext>
                  </a:extLst>
                </p:cNvPr>
                <p:cNvPicPr/>
                <p:nvPr/>
              </p:nvPicPr>
              <p:blipFill>
                <a:blip r:embed="rId178"/>
                <a:stretch>
                  <a:fillRect/>
                </a:stretch>
              </p:blipFill>
              <p:spPr>
                <a:xfrm>
                  <a:off x="6144408" y="2943144"/>
                  <a:ext cx="101880" cy="43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7" name="Group 126">
            <a:extLst>
              <a:ext uri="{FF2B5EF4-FFF2-40B4-BE49-F238E27FC236}">
                <a16:creationId xmlns:a16="http://schemas.microsoft.com/office/drawing/2014/main" id="{4EC1DD5D-8DF2-FE7B-341F-0A80544BCACA}"/>
              </a:ext>
            </a:extLst>
          </p:cNvPr>
          <p:cNvGrpSpPr/>
          <p:nvPr/>
        </p:nvGrpSpPr>
        <p:grpSpPr>
          <a:xfrm>
            <a:off x="6630408" y="2913624"/>
            <a:ext cx="2092320" cy="374400"/>
            <a:chOff x="6630408" y="2913624"/>
            <a:chExt cx="2092320" cy="374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79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DCBA1561-5B1E-3E9F-0A0C-62EC55225708}"/>
                    </a:ext>
                  </a:extLst>
                </p14:cNvPr>
                <p14:cNvContentPartPr/>
                <p14:nvPr/>
              </p14:nvContentPartPr>
              <p14:xfrm>
                <a:off x="6630408" y="2967264"/>
                <a:ext cx="168480" cy="90000"/>
              </p14:xfrm>
            </p:contentPart>
          </mc:Choice>
          <mc:Fallback xmlns=""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DCBA1561-5B1E-3E9F-0A0C-62EC55225708}"/>
                    </a:ext>
                  </a:extLst>
                </p:cNvPr>
                <p:cNvPicPr/>
                <p:nvPr/>
              </p:nvPicPr>
              <p:blipFill>
                <a:blip r:embed="rId180"/>
                <a:stretch>
                  <a:fillRect/>
                </a:stretch>
              </p:blipFill>
              <p:spPr>
                <a:xfrm>
                  <a:off x="6621408" y="2958264"/>
                  <a:ext cx="186120" cy="10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1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57B6C5E1-9D67-2127-6B24-C0DB52B5F00A}"/>
                    </a:ext>
                  </a:extLst>
                </p14:cNvPr>
                <p14:cNvContentPartPr/>
                <p14:nvPr/>
              </p14:nvContentPartPr>
              <p14:xfrm>
                <a:off x="6993288" y="3008304"/>
                <a:ext cx="458640" cy="116640"/>
              </p14:xfrm>
            </p:contentPart>
          </mc:Choice>
          <mc:Fallback xmlns=""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57B6C5E1-9D67-2127-6B24-C0DB52B5F00A}"/>
                    </a:ext>
                  </a:extLst>
                </p:cNvPr>
                <p:cNvPicPr/>
                <p:nvPr/>
              </p:nvPicPr>
              <p:blipFill>
                <a:blip r:embed="rId182"/>
                <a:stretch>
                  <a:fillRect/>
                </a:stretch>
              </p:blipFill>
              <p:spPr>
                <a:xfrm>
                  <a:off x="6984288" y="2999304"/>
                  <a:ext cx="476280" cy="13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3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61D7A055-05A9-4873-D805-610018C650E7}"/>
                    </a:ext>
                  </a:extLst>
                </p14:cNvPr>
                <p14:cNvContentPartPr/>
                <p14:nvPr/>
              </p14:nvContentPartPr>
              <p14:xfrm>
                <a:off x="7530768" y="3052224"/>
                <a:ext cx="49320" cy="56160"/>
              </p14:xfrm>
            </p:contentPart>
          </mc:Choice>
          <mc:Fallback xmlns=""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61D7A055-05A9-4873-D805-610018C650E7}"/>
                    </a:ext>
                  </a:extLst>
                </p:cNvPr>
                <p:cNvPicPr/>
                <p:nvPr/>
              </p:nvPicPr>
              <p:blipFill>
                <a:blip r:embed="rId184"/>
                <a:stretch>
                  <a:fillRect/>
                </a:stretch>
              </p:blipFill>
              <p:spPr>
                <a:xfrm>
                  <a:off x="7522128" y="3043584"/>
                  <a:ext cx="66960" cy="7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5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1B6DA0B8-DC91-9FC0-6F34-02F1E472C75E}"/>
                    </a:ext>
                  </a:extLst>
                </p14:cNvPr>
                <p14:cNvContentPartPr/>
                <p14:nvPr/>
              </p14:nvContentPartPr>
              <p14:xfrm>
                <a:off x="7676928" y="3060864"/>
                <a:ext cx="308880" cy="83880"/>
              </p14:xfrm>
            </p:contentPart>
          </mc:Choice>
          <mc:Fallback xmlns=""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1B6DA0B8-DC91-9FC0-6F34-02F1E472C75E}"/>
                    </a:ext>
                  </a:extLst>
                </p:cNvPr>
                <p:cNvPicPr/>
                <p:nvPr/>
              </p:nvPicPr>
              <p:blipFill>
                <a:blip r:embed="rId186"/>
                <a:stretch>
                  <a:fillRect/>
                </a:stretch>
              </p:blipFill>
              <p:spPr>
                <a:xfrm>
                  <a:off x="7667928" y="3052224"/>
                  <a:ext cx="326520" cy="10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7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7053EF9A-3ED9-130A-54EC-C2C160D94F2F}"/>
                    </a:ext>
                  </a:extLst>
                </p14:cNvPr>
                <p14:cNvContentPartPr/>
                <p14:nvPr/>
              </p14:nvContentPartPr>
              <p14:xfrm>
                <a:off x="8023968" y="3072744"/>
                <a:ext cx="73080" cy="78840"/>
              </p14:xfrm>
            </p:contentPart>
          </mc:Choice>
          <mc:Fallback xmlns=""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7053EF9A-3ED9-130A-54EC-C2C160D94F2F}"/>
                    </a:ext>
                  </a:extLst>
                </p:cNvPr>
                <p:cNvPicPr/>
                <p:nvPr/>
              </p:nvPicPr>
              <p:blipFill>
                <a:blip r:embed="rId188"/>
                <a:stretch>
                  <a:fillRect/>
                </a:stretch>
              </p:blipFill>
              <p:spPr>
                <a:xfrm>
                  <a:off x="8014968" y="3063744"/>
                  <a:ext cx="90720" cy="9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9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BA3B2158-2F26-9DE5-9669-F29A5B883E39}"/>
                    </a:ext>
                  </a:extLst>
                </p14:cNvPr>
                <p14:cNvContentPartPr/>
                <p14:nvPr/>
              </p14:nvContentPartPr>
              <p14:xfrm>
                <a:off x="8097048" y="2913624"/>
                <a:ext cx="625680" cy="374400"/>
              </p14:xfrm>
            </p:contentPart>
          </mc:Choice>
          <mc:Fallback xmlns=""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BA3B2158-2F26-9DE5-9669-F29A5B883E39}"/>
                    </a:ext>
                  </a:extLst>
                </p:cNvPr>
                <p:cNvPicPr/>
                <p:nvPr/>
              </p:nvPicPr>
              <p:blipFill>
                <a:blip r:embed="rId190"/>
                <a:stretch>
                  <a:fillRect/>
                </a:stretch>
              </p:blipFill>
              <p:spPr>
                <a:xfrm>
                  <a:off x="8088048" y="2904624"/>
                  <a:ext cx="643320" cy="392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5" name="Group 194">
            <a:extLst>
              <a:ext uri="{FF2B5EF4-FFF2-40B4-BE49-F238E27FC236}">
                <a16:creationId xmlns:a16="http://schemas.microsoft.com/office/drawing/2014/main" id="{17D6BDA4-1DCC-2549-F43E-56959CCE4993}"/>
              </a:ext>
            </a:extLst>
          </p:cNvPr>
          <p:cNvGrpSpPr/>
          <p:nvPr/>
        </p:nvGrpSpPr>
        <p:grpSpPr>
          <a:xfrm>
            <a:off x="9071928" y="2927664"/>
            <a:ext cx="909720" cy="317880"/>
            <a:chOff x="9071928" y="2927664"/>
            <a:chExt cx="909720" cy="317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91">
              <p14:nvContentPartPr>
                <p14:cNvPr id="193" name="Ink 192">
                  <a:extLst>
                    <a:ext uri="{FF2B5EF4-FFF2-40B4-BE49-F238E27FC236}">
                      <a16:creationId xmlns:a16="http://schemas.microsoft.com/office/drawing/2014/main" id="{40F46B34-666D-E60C-0605-65E5A1D07503}"/>
                    </a:ext>
                  </a:extLst>
                </p14:cNvPr>
                <p14:cNvContentPartPr/>
                <p14:nvPr/>
              </p14:nvContentPartPr>
              <p14:xfrm>
                <a:off x="9071928" y="2927664"/>
                <a:ext cx="231120" cy="317880"/>
              </p14:xfrm>
            </p:contentPart>
          </mc:Choice>
          <mc:Fallback xmlns="">
            <p:pic>
              <p:nvPicPr>
                <p:cNvPr id="193" name="Ink 192">
                  <a:extLst>
                    <a:ext uri="{FF2B5EF4-FFF2-40B4-BE49-F238E27FC236}">
                      <a16:creationId xmlns:a16="http://schemas.microsoft.com/office/drawing/2014/main" id="{40F46B34-666D-E60C-0605-65E5A1D07503}"/>
                    </a:ext>
                  </a:extLst>
                </p:cNvPr>
                <p:cNvPicPr/>
                <p:nvPr/>
              </p:nvPicPr>
              <p:blipFill>
                <a:blip r:embed="rId192"/>
                <a:stretch>
                  <a:fillRect/>
                </a:stretch>
              </p:blipFill>
              <p:spPr>
                <a:xfrm>
                  <a:off x="9062928" y="2918664"/>
                  <a:ext cx="248760" cy="33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3">
              <p14:nvContentPartPr>
                <p14:cNvPr id="194" name="Ink 193">
                  <a:extLst>
                    <a:ext uri="{FF2B5EF4-FFF2-40B4-BE49-F238E27FC236}">
                      <a16:creationId xmlns:a16="http://schemas.microsoft.com/office/drawing/2014/main" id="{BEF8B8CA-A821-68A9-B46D-A0E03B05DCD4}"/>
                    </a:ext>
                  </a:extLst>
                </p14:cNvPr>
                <p14:cNvContentPartPr/>
                <p14:nvPr/>
              </p14:nvContentPartPr>
              <p14:xfrm>
                <a:off x="9376128" y="2988504"/>
                <a:ext cx="605520" cy="82080"/>
              </p14:xfrm>
            </p:contentPart>
          </mc:Choice>
          <mc:Fallback xmlns="">
            <p:pic>
              <p:nvPicPr>
                <p:cNvPr id="194" name="Ink 193">
                  <a:extLst>
                    <a:ext uri="{FF2B5EF4-FFF2-40B4-BE49-F238E27FC236}">
                      <a16:creationId xmlns:a16="http://schemas.microsoft.com/office/drawing/2014/main" id="{BEF8B8CA-A821-68A9-B46D-A0E03B05DCD4}"/>
                    </a:ext>
                  </a:extLst>
                </p:cNvPr>
                <p:cNvPicPr/>
                <p:nvPr/>
              </p:nvPicPr>
              <p:blipFill>
                <a:blip r:embed="rId194"/>
                <a:stretch>
                  <a:fillRect/>
                </a:stretch>
              </p:blipFill>
              <p:spPr>
                <a:xfrm>
                  <a:off x="9367128" y="2979864"/>
                  <a:ext cx="623160" cy="99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9" name="Group 198">
            <a:extLst>
              <a:ext uri="{FF2B5EF4-FFF2-40B4-BE49-F238E27FC236}">
                <a16:creationId xmlns:a16="http://schemas.microsoft.com/office/drawing/2014/main" id="{3C612C8E-7C99-6B09-4B0B-1FD18FC5FE49}"/>
              </a:ext>
            </a:extLst>
          </p:cNvPr>
          <p:cNvGrpSpPr/>
          <p:nvPr/>
        </p:nvGrpSpPr>
        <p:grpSpPr>
          <a:xfrm>
            <a:off x="10098288" y="2860704"/>
            <a:ext cx="1023480" cy="316080"/>
            <a:chOff x="10098288" y="2860704"/>
            <a:chExt cx="1023480" cy="316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95">
              <p14:nvContentPartPr>
                <p14:cNvPr id="196" name="Ink 195">
                  <a:extLst>
                    <a:ext uri="{FF2B5EF4-FFF2-40B4-BE49-F238E27FC236}">
                      <a16:creationId xmlns:a16="http://schemas.microsoft.com/office/drawing/2014/main" id="{125A7717-5436-4380-2E0F-D7C4DDDCF41F}"/>
                    </a:ext>
                  </a:extLst>
                </p14:cNvPr>
                <p14:cNvContentPartPr/>
                <p14:nvPr/>
              </p14:nvContentPartPr>
              <p14:xfrm>
                <a:off x="10098288" y="3009744"/>
                <a:ext cx="110520" cy="167040"/>
              </p14:xfrm>
            </p:contentPart>
          </mc:Choice>
          <mc:Fallback xmlns="">
            <p:pic>
              <p:nvPicPr>
                <p:cNvPr id="196" name="Ink 195">
                  <a:extLst>
                    <a:ext uri="{FF2B5EF4-FFF2-40B4-BE49-F238E27FC236}">
                      <a16:creationId xmlns:a16="http://schemas.microsoft.com/office/drawing/2014/main" id="{125A7717-5436-4380-2E0F-D7C4DDDCF41F}"/>
                    </a:ext>
                  </a:extLst>
                </p:cNvPr>
                <p:cNvPicPr/>
                <p:nvPr/>
              </p:nvPicPr>
              <p:blipFill>
                <a:blip r:embed="rId196"/>
                <a:stretch>
                  <a:fillRect/>
                </a:stretch>
              </p:blipFill>
              <p:spPr>
                <a:xfrm>
                  <a:off x="10089288" y="3001104"/>
                  <a:ext cx="128160" cy="18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7">
              <p14:nvContentPartPr>
                <p14:cNvPr id="197" name="Ink 196">
                  <a:extLst>
                    <a:ext uri="{FF2B5EF4-FFF2-40B4-BE49-F238E27FC236}">
                      <a16:creationId xmlns:a16="http://schemas.microsoft.com/office/drawing/2014/main" id="{A1A77712-D53F-2FBF-330B-654CB82E1F65}"/>
                    </a:ext>
                  </a:extLst>
                </p14:cNvPr>
                <p14:cNvContentPartPr/>
                <p14:nvPr/>
              </p14:nvContentPartPr>
              <p14:xfrm>
                <a:off x="10435248" y="2917944"/>
                <a:ext cx="90360" cy="190440"/>
              </p14:xfrm>
            </p:contentPart>
          </mc:Choice>
          <mc:Fallback xmlns="">
            <p:pic>
              <p:nvPicPr>
                <p:cNvPr id="197" name="Ink 196">
                  <a:extLst>
                    <a:ext uri="{FF2B5EF4-FFF2-40B4-BE49-F238E27FC236}">
                      <a16:creationId xmlns:a16="http://schemas.microsoft.com/office/drawing/2014/main" id="{A1A77712-D53F-2FBF-330B-654CB82E1F65}"/>
                    </a:ext>
                  </a:extLst>
                </p:cNvPr>
                <p:cNvPicPr/>
                <p:nvPr/>
              </p:nvPicPr>
              <p:blipFill>
                <a:blip r:embed="rId198"/>
                <a:stretch>
                  <a:fillRect/>
                </a:stretch>
              </p:blipFill>
              <p:spPr>
                <a:xfrm>
                  <a:off x="10426248" y="2909304"/>
                  <a:ext cx="108000" cy="20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9">
              <p14:nvContentPartPr>
                <p14:cNvPr id="198" name="Ink 197">
                  <a:extLst>
                    <a:ext uri="{FF2B5EF4-FFF2-40B4-BE49-F238E27FC236}">
                      <a16:creationId xmlns:a16="http://schemas.microsoft.com/office/drawing/2014/main" id="{3025F888-913F-7696-71EE-B8016EEA387A}"/>
                    </a:ext>
                  </a:extLst>
                </p14:cNvPr>
                <p14:cNvContentPartPr/>
                <p14:nvPr/>
              </p14:nvContentPartPr>
              <p14:xfrm>
                <a:off x="10488888" y="2860704"/>
                <a:ext cx="632880" cy="248760"/>
              </p14:xfrm>
            </p:contentPart>
          </mc:Choice>
          <mc:Fallback xmlns="">
            <p:pic>
              <p:nvPicPr>
                <p:cNvPr id="198" name="Ink 197">
                  <a:extLst>
                    <a:ext uri="{FF2B5EF4-FFF2-40B4-BE49-F238E27FC236}">
                      <a16:creationId xmlns:a16="http://schemas.microsoft.com/office/drawing/2014/main" id="{3025F888-913F-7696-71EE-B8016EEA387A}"/>
                    </a:ext>
                  </a:extLst>
                </p:cNvPr>
                <p:cNvPicPr/>
                <p:nvPr/>
              </p:nvPicPr>
              <p:blipFill>
                <a:blip r:embed="rId200"/>
                <a:stretch>
                  <a:fillRect/>
                </a:stretch>
              </p:blipFill>
              <p:spPr>
                <a:xfrm>
                  <a:off x="10479888" y="2851704"/>
                  <a:ext cx="650520" cy="266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9" name="Group 208">
            <a:extLst>
              <a:ext uri="{FF2B5EF4-FFF2-40B4-BE49-F238E27FC236}">
                <a16:creationId xmlns:a16="http://schemas.microsoft.com/office/drawing/2014/main" id="{36631398-9C64-614D-E485-61B53D420D01}"/>
              </a:ext>
            </a:extLst>
          </p:cNvPr>
          <p:cNvGrpSpPr/>
          <p:nvPr/>
        </p:nvGrpSpPr>
        <p:grpSpPr>
          <a:xfrm>
            <a:off x="2487168" y="3189384"/>
            <a:ext cx="736200" cy="234720"/>
            <a:chOff x="2487168" y="3189384"/>
            <a:chExt cx="736200" cy="234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01">
              <p14:nvContentPartPr>
                <p14:cNvPr id="200" name="Ink 199">
                  <a:extLst>
                    <a:ext uri="{FF2B5EF4-FFF2-40B4-BE49-F238E27FC236}">
                      <a16:creationId xmlns:a16="http://schemas.microsoft.com/office/drawing/2014/main" id="{AF351697-473C-38EE-E542-037ECAA6CC3A}"/>
                    </a:ext>
                  </a:extLst>
                </p14:cNvPr>
                <p14:cNvContentPartPr/>
                <p14:nvPr/>
              </p14:nvContentPartPr>
              <p14:xfrm>
                <a:off x="2487168" y="3189384"/>
                <a:ext cx="734760" cy="234720"/>
              </p14:xfrm>
            </p:contentPart>
          </mc:Choice>
          <mc:Fallback xmlns="">
            <p:pic>
              <p:nvPicPr>
                <p:cNvPr id="200" name="Ink 199">
                  <a:extLst>
                    <a:ext uri="{FF2B5EF4-FFF2-40B4-BE49-F238E27FC236}">
                      <a16:creationId xmlns:a16="http://schemas.microsoft.com/office/drawing/2014/main" id="{AF351697-473C-38EE-E542-037ECAA6CC3A}"/>
                    </a:ext>
                  </a:extLst>
                </p:cNvPr>
                <p:cNvPicPr/>
                <p:nvPr/>
              </p:nvPicPr>
              <p:blipFill>
                <a:blip r:embed="rId202"/>
                <a:stretch>
                  <a:fillRect/>
                </a:stretch>
              </p:blipFill>
              <p:spPr>
                <a:xfrm>
                  <a:off x="2478528" y="3180744"/>
                  <a:ext cx="752400" cy="25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3">
              <p14:nvContentPartPr>
                <p14:cNvPr id="201" name="Ink 200">
                  <a:extLst>
                    <a:ext uri="{FF2B5EF4-FFF2-40B4-BE49-F238E27FC236}">
                      <a16:creationId xmlns:a16="http://schemas.microsoft.com/office/drawing/2014/main" id="{32615BD9-2A6C-881B-F860-AA5DAC54281A}"/>
                    </a:ext>
                  </a:extLst>
                </p14:cNvPr>
                <p14:cNvContentPartPr/>
                <p14:nvPr/>
              </p14:nvContentPartPr>
              <p14:xfrm>
                <a:off x="3093408" y="3228984"/>
                <a:ext cx="129960" cy="39960"/>
              </p14:xfrm>
            </p:contentPart>
          </mc:Choice>
          <mc:Fallback xmlns="">
            <p:pic>
              <p:nvPicPr>
                <p:cNvPr id="201" name="Ink 200">
                  <a:extLst>
                    <a:ext uri="{FF2B5EF4-FFF2-40B4-BE49-F238E27FC236}">
                      <a16:creationId xmlns:a16="http://schemas.microsoft.com/office/drawing/2014/main" id="{32615BD9-2A6C-881B-F860-AA5DAC54281A}"/>
                    </a:ext>
                  </a:extLst>
                </p:cNvPr>
                <p:cNvPicPr/>
                <p:nvPr/>
              </p:nvPicPr>
              <p:blipFill>
                <a:blip r:embed="rId204"/>
                <a:stretch>
                  <a:fillRect/>
                </a:stretch>
              </p:blipFill>
              <p:spPr>
                <a:xfrm>
                  <a:off x="3084408" y="3220344"/>
                  <a:ext cx="147600" cy="57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8" name="Group 207">
            <a:extLst>
              <a:ext uri="{FF2B5EF4-FFF2-40B4-BE49-F238E27FC236}">
                <a16:creationId xmlns:a16="http://schemas.microsoft.com/office/drawing/2014/main" id="{C68657A0-9741-0FD7-2734-A8ACCA07DB17}"/>
              </a:ext>
            </a:extLst>
          </p:cNvPr>
          <p:cNvGrpSpPr/>
          <p:nvPr/>
        </p:nvGrpSpPr>
        <p:grpSpPr>
          <a:xfrm>
            <a:off x="3640968" y="3259584"/>
            <a:ext cx="1486440" cy="258480"/>
            <a:chOff x="3640968" y="3259584"/>
            <a:chExt cx="1486440" cy="258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05">
              <p14:nvContentPartPr>
                <p14:cNvPr id="202" name="Ink 201">
                  <a:extLst>
                    <a:ext uri="{FF2B5EF4-FFF2-40B4-BE49-F238E27FC236}">
                      <a16:creationId xmlns:a16="http://schemas.microsoft.com/office/drawing/2014/main" id="{FC15F87A-836C-6CE5-3A93-480CE038B736}"/>
                    </a:ext>
                  </a:extLst>
                </p14:cNvPr>
                <p14:cNvContentPartPr/>
                <p14:nvPr/>
              </p14:nvContentPartPr>
              <p14:xfrm>
                <a:off x="3640968" y="3259584"/>
                <a:ext cx="158400" cy="258480"/>
              </p14:xfrm>
            </p:contentPart>
          </mc:Choice>
          <mc:Fallback xmlns="">
            <p:pic>
              <p:nvPicPr>
                <p:cNvPr id="202" name="Ink 201">
                  <a:extLst>
                    <a:ext uri="{FF2B5EF4-FFF2-40B4-BE49-F238E27FC236}">
                      <a16:creationId xmlns:a16="http://schemas.microsoft.com/office/drawing/2014/main" id="{FC15F87A-836C-6CE5-3A93-480CE038B736}"/>
                    </a:ext>
                  </a:extLst>
                </p:cNvPr>
                <p:cNvPicPr/>
                <p:nvPr/>
              </p:nvPicPr>
              <p:blipFill>
                <a:blip r:embed="rId206"/>
                <a:stretch>
                  <a:fillRect/>
                </a:stretch>
              </p:blipFill>
              <p:spPr>
                <a:xfrm>
                  <a:off x="3631968" y="3250584"/>
                  <a:ext cx="176040" cy="27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7">
              <p14:nvContentPartPr>
                <p14:cNvPr id="203" name="Ink 202">
                  <a:extLst>
                    <a:ext uri="{FF2B5EF4-FFF2-40B4-BE49-F238E27FC236}">
                      <a16:creationId xmlns:a16="http://schemas.microsoft.com/office/drawing/2014/main" id="{E0AC3AFF-292C-6C51-4576-7A3589AA716A}"/>
                    </a:ext>
                  </a:extLst>
                </p14:cNvPr>
                <p14:cNvContentPartPr/>
                <p14:nvPr/>
              </p14:nvContentPartPr>
              <p14:xfrm>
                <a:off x="3928608" y="3329784"/>
                <a:ext cx="455040" cy="78840"/>
              </p14:xfrm>
            </p:contentPart>
          </mc:Choice>
          <mc:Fallback xmlns="">
            <p:pic>
              <p:nvPicPr>
                <p:cNvPr id="203" name="Ink 202">
                  <a:extLst>
                    <a:ext uri="{FF2B5EF4-FFF2-40B4-BE49-F238E27FC236}">
                      <a16:creationId xmlns:a16="http://schemas.microsoft.com/office/drawing/2014/main" id="{E0AC3AFF-292C-6C51-4576-7A3589AA716A}"/>
                    </a:ext>
                  </a:extLst>
                </p:cNvPr>
                <p:cNvPicPr/>
                <p:nvPr/>
              </p:nvPicPr>
              <p:blipFill>
                <a:blip r:embed="rId208"/>
                <a:stretch>
                  <a:fillRect/>
                </a:stretch>
              </p:blipFill>
              <p:spPr>
                <a:xfrm>
                  <a:off x="3919968" y="3320784"/>
                  <a:ext cx="472680" cy="9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9">
              <p14:nvContentPartPr>
                <p14:cNvPr id="204" name="Ink 203">
                  <a:extLst>
                    <a:ext uri="{FF2B5EF4-FFF2-40B4-BE49-F238E27FC236}">
                      <a16:creationId xmlns:a16="http://schemas.microsoft.com/office/drawing/2014/main" id="{9B2B130C-0055-C66E-CD2C-D10829C510D3}"/>
                    </a:ext>
                  </a:extLst>
                </p14:cNvPr>
                <p14:cNvContentPartPr/>
                <p14:nvPr/>
              </p14:nvContentPartPr>
              <p14:xfrm>
                <a:off x="4646448" y="3295944"/>
                <a:ext cx="12960" cy="156600"/>
              </p14:xfrm>
            </p:contentPart>
          </mc:Choice>
          <mc:Fallback xmlns="">
            <p:pic>
              <p:nvPicPr>
                <p:cNvPr id="204" name="Ink 203">
                  <a:extLst>
                    <a:ext uri="{FF2B5EF4-FFF2-40B4-BE49-F238E27FC236}">
                      <a16:creationId xmlns:a16="http://schemas.microsoft.com/office/drawing/2014/main" id="{9B2B130C-0055-C66E-CD2C-D10829C510D3}"/>
                    </a:ext>
                  </a:extLst>
                </p:cNvPr>
                <p:cNvPicPr/>
                <p:nvPr/>
              </p:nvPicPr>
              <p:blipFill>
                <a:blip r:embed="rId210"/>
                <a:stretch>
                  <a:fillRect/>
                </a:stretch>
              </p:blipFill>
              <p:spPr>
                <a:xfrm>
                  <a:off x="4637808" y="3287304"/>
                  <a:ext cx="30600" cy="17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1">
              <p14:nvContentPartPr>
                <p14:cNvPr id="205" name="Ink 204">
                  <a:extLst>
                    <a:ext uri="{FF2B5EF4-FFF2-40B4-BE49-F238E27FC236}">
                      <a16:creationId xmlns:a16="http://schemas.microsoft.com/office/drawing/2014/main" id="{9B9D7350-3174-B4FC-54CC-D41DE05A67D4}"/>
                    </a:ext>
                  </a:extLst>
                </p14:cNvPr>
                <p14:cNvContentPartPr/>
                <p14:nvPr/>
              </p14:nvContentPartPr>
              <p14:xfrm>
                <a:off x="4507848" y="3287664"/>
                <a:ext cx="249120" cy="42480"/>
              </p14:xfrm>
            </p:contentPart>
          </mc:Choice>
          <mc:Fallback xmlns="">
            <p:pic>
              <p:nvPicPr>
                <p:cNvPr id="205" name="Ink 204">
                  <a:extLst>
                    <a:ext uri="{FF2B5EF4-FFF2-40B4-BE49-F238E27FC236}">
                      <a16:creationId xmlns:a16="http://schemas.microsoft.com/office/drawing/2014/main" id="{9B9D7350-3174-B4FC-54CC-D41DE05A67D4}"/>
                    </a:ext>
                  </a:extLst>
                </p:cNvPr>
                <p:cNvPicPr/>
                <p:nvPr/>
              </p:nvPicPr>
              <p:blipFill>
                <a:blip r:embed="rId212"/>
                <a:stretch>
                  <a:fillRect/>
                </a:stretch>
              </p:blipFill>
              <p:spPr>
                <a:xfrm>
                  <a:off x="4498848" y="3278664"/>
                  <a:ext cx="266760" cy="6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3">
              <p14:nvContentPartPr>
                <p14:cNvPr id="206" name="Ink 205">
                  <a:extLst>
                    <a:ext uri="{FF2B5EF4-FFF2-40B4-BE49-F238E27FC236}">
                      <a16:creationId xmlns:a16="http://schemas.microsoft.com/office/drawing/2014/main" id="{1E9B0798-EDDE-096A-6DCC-8FB543F93B0D}"/>
                    </a:ext>
                  </a:extLst>
                </p14:cNvPr>
                <p14:cNvContentPartPr/>
                <p14:nvPr/>
              </p14:nvContentPartPr>
              <p14:xfrm>
                <a:off x="4736448" y="3347784"/>
                <a:ext cx="152280" cy="81720"/>
              </p14:xfrm>
            </p:contentPart>
          </mc:Choice>
          <mc:Fallback xmlns="">
            <p:pic>
              <p:nvPicPr>
                <p:cNvPr id="206" name="Ink 205">
                  <a:extLst>
                    <a:ext uri="{FF2B5EF4-FFF2-40B4-BE49-F238E27FC236}">
                      <a16:creationId xmlns:a16="http://schemas.microsoft.com/office/drawing/2014/main" id="{1E9B0798-EDDE-096A-6DCC-8FB543F93B0D}"/>
                    </a:ext>
                  </a:extLst>
                </p:cNvPr>
                <p:cNvPicPr/>
                <p:nvPr/>
              </p:nvPicPr>
              <p:blipFill>
                <a:blip r:embed="rId214"/>
                <a:stretch>
                  <a:fillRect/>
                </a:stretch>
              </p:blipFill>
              <p:spPr>
                <a:xfrm>
                  <a:off x="4727808" y="3339144"/>
                  <a:ext cx="169920" cy="9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5">
              <p14:nvContentPartPr>
                <p14:cNvPr id="207" name="Ink 206">
                  <a:extLst>
                    <a:ext uri="{FF2B5EF4-FFF2-40B4-BE49-F238E27FC236}">
                      <a16:creationId xmlns:a16="http://schemas.microsoft.com/office/drawing/2014/main" id="{4C1172D9-8913-B7FF-803D-DC94717D7890}"/>
                    </a:ext>
                  </a:extLst>
                </p14:cNvPr>
                <p14:cNvContentPartPr/>
                <p14:nvPr/>
              </p14:nvContentPartPr>
              <p14:xfrm>
                <a:off x="4937328" y="3370824"/>
                <a:ext cx="190080" cy="89640"/>
              </p14:xfrm>
            </p:contentPart>
          </mc:Choice>
          <mc:Fallback xmlns="">
            <p:pic>
              <p:nvPicPr>
                <p:cNvPr id="207" name="Ink 206">
                  <a:extLst>
                    <a:ext uri="{FF2B5EF4-FFF2-40B4-BE49-F238E27FC236}">
                      <a16:creationId xmlns:a16="http://schemas.microsoft.com/office/drawing/2014/main" id="{4C1172D9-8913-B7FF-803D-DC94717D7890}"/>
                    </a:ext>
                  </a:extLst>
                </p:cNvPr>
                <p:cNvPicPr/>
                <p:nvPr/>
              </p:nvPicPr>
              <p:blipFill>
                <a:blip r:embed="rId216"/>
                <a:stretch>
                  <a:fillRect/>
                </a:stretch>
              </p:blipFill>
              <p:spPr>
                <a:xfrm>
                  <a:off x="4928688" y="3362184"/>
                  <a:ext cx="207720" cy="1072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17">
            <p14:nvContentPartPr>
              <p14:cNvPr id="210" name="Ink 209">
                <a:extLst>
                  <a:ext uri="{FF2B5EF4-FFF2-40B4-BE49-F238E27FC236}">
                    <a16:creationId xmlns:a16="http://schemas.microsoft.com/office/drawing/2014/main" id="{DE2B29F0-5C14-0027-B2DD-3DE2E421442E}"/>
                  </a:ext>
                </a:extLst>
              </p14:cNvPr>
              <p14:cNvContentPartPr/>
              <p14:nvPr/>
            </p14:nvContentPartPr>
            <p14:xfrm>
              <a:off x="1999368" y="3600144"/>
              <a:ext cx="552240" cy="226800"/>
            </p14:xfrm>
          </p:contentPart>
        </mc:Choice>
        <mc:Fallback xmlns="">
          <p:pic>
            <p:nvPicPr>
              <p:cNvPr id="210" name="Ink 209">
                <a:extLst>
                  <a:ext uri="{FF2B5EF4-FFF2-40B4-BE49-F238E27FC236}">
                    <a16:creationId xmlns:a16="http://schemas.microsoft.com/office/drawing/2014/main" id="{DE2B29F0-5C14-0027-B2DD-3DE2E421442E}"/>
                  </a:ext>
                </a:extLst>
              </p:cNvPr>
              <p:cNvPicPr/>
              <p:nvPr/>
            </p:nvPicPr>
            <p:blipFill>
              <a:blip r:embed="rId218"/>
              <a:stretch>
                <a:fillRect/>
              </a:stretch>
            </p:blipFill>
            <p:spPr>
              <a:xfrm>
                <a:off x="1990368" y="3591504"/>
                <a:ext cx="569880" cy="244440"/>
              </a:xfrm>
              <a:prstGeom prst="rect">
                <a:avLst/>
              </a:prstGeom>
            </p:spPr>
          </p:pic>
        </mc:Fallback>
      </mc:AlternateContent>
      <p:grpSp>
        <p:nvGrpSpPr>
          <p:cNvPr id="223" name="Group 222">
            <a:extLst>
              <a:ext uri="{FF2B5EF4-FFF2-40B4-BE49-F238E27FC236}">
                <a16:creationId xmlns:a16="http://schemas.microsoft.com/office/drawing/2014/main" id="{A47CED46-1CE7-8300-6252-46505A6D4B04}"/>
              </a:ext>
            </a:extLst>
          </p:cNvPr>
          <p:cNvGrpSpPr/>
          <p:nvPr/>
        </p:nvGrpSpPr>
        <p:grpSpPr>
          <a:xfrm>
            <a:off x="2971728" y="3632184"/>
            <a:ext cx="254160" cy="400680"/>
            <a:chOff x="2971728" y="3632184"/>
            <a:chExt cx="254160" cy="400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19">
              <p14:nvContentPartPr>
                <p14:cNvPr id="211" name="Ink 210">
                  <a:extLst>
                    <a:ext uri="{FF2B5EF4-FFF2-40B4-BE49-F238E27FC236}">
                      <a16:creationId xmlns:a16="http://schemas.microsoft.com/office/drawing/2014/main" id="{7428F4E1-52E1-3A91-FF78-BFA1D54916B6}"/>
                    </a:ext>
                  </a:extLst>
                </p14:cNvPr>
                <p14:cNvContentPartPr/>
                <p14:nvPr/>
              </p14:nvContentPartPr>
              <p14:xfrm>
                <a:off x="2971728" y="3806064"/>
                <a:ext cx="37080" cy="68040"/>
              </p14:xfrm>
            </p:contentPart>
          </mc:Choice>
          <mc:Fallback xmlns="">
            <p:pic>
              <p:nvPicPr>
                <p:cNvPr id="211" name="Ink 210">
                  <a:extLst>
                    <a:ext uri="{FF2B5EF4-FFF2-40B4-BE49-F238E27FC236}">
                      <a16:creationId xmlns:a16="http://schemas.microsoft.com/office/drawing/2014/main" id="{7428F4E1-52E1-3A91-FF78-BFA1D54916B6}"/>
                    </a:ext>
                  </a:extLst>
                </p:cNvPr>
                <p:cNvPicPr/>
                <p:nvPr/>
              </p:nvPicPr>
              <p:blipFill>
                <a:blip r:embed="rId220"/>
                <a:stretch>
                  <a:fillRect/>
                </a:stretch>
              </p:blipFill>
              <p:spPr>
                <a:xfrm>
                  <a:off x="2962728" y="3797424"/>
                  <a:ext cx="54720" cy="8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1">
              <p14:nvContentPartPr>
                <p14:cNvPr id="212" name="Ink 211">
                  <a:extLst>
                    <a:ext uri="{FF2B5EF4-FFF2-40B4-BE49-F238E27FC236}">
                      <a16:creationId xmlns:a16="http://schemas.microsoft.com/office/drawing/2014/main" id="{07DFF603-0876-5DBC-9720-4BDA42B92D58}"/>
                    </a:ext>
                  </a:extLst>
                </p14:cNvPr>
                <p14:cNvContentPartPr/>
                <p14:nvPr/>
              </p14:nvContentPartPr>
              <p14:xfrm>
                <a:off x="2973888" y="3659544"/>
                <a:ext cx="30960" cy="30240"/>
              </p14:xfrm>
            </p:contentPart>
          </mc:Choice>
          <mc:Fallback xmlns="">
            <p:pic>
              <p:nvPicPr>
                <p:cNvPr id="212" name="Ink 211">
                  <a:extLst>
                    <a:ext uri="{FF2B5EF4-FFF2-40B4-BE49-F238E27FC236}">
                      <a16:creationId xmlns:a16="http://schemas.microsoft.com/office/drawing/2014/main" id="{07DFF603-0876-5DBC-9720-4BDA42B92D58}"/>
                    </a:ext>
                  </a:extLst>
                </p:cNvPr>
                <p:cNvPicPr/>
                <p:nvPr/>
              </p:nvPicPr>
              <p:blipFill>
                <a:blip r:embed="rId222"/>
                <a:stretch>
                  <a:fillRect/>
                </a:stretch>
              </p:blipFill>
              <p:spPr>
                <a:xfrm>
                  <a:off x="2964888" y="3650544"/>
                  <a:ext cx="48600" cy="4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3">
              <p14:nvContentPartPr>
                <p14:cNvPr id="213" name="Ink 212">
                  <a:extLst>
                    <a:ext uri="{FF2B5EF4-FFF2-40B4-BE49-F238E27FC236}">
                      <a16:creationId xmlns:a16="http://schemas.microsoft.com/office/drawing/2014/main" id="{B0FAB091-1FC7-9E23-F782-0543C003DF2A}"/>
                    </a:ext>
                  </a:extLst>
                </p14:cNvPr>
                <p14:cNvContentPartPr/>
                <p14:nvPr/>
              </p14:nvContentPartPr>
              <p14:xfrm>
                <a:off x="3036888" y="3632184"/>
                <a:ext cx="189000" cy="400680"/>
              </p14:xfrm>
            </p:contentPart>
          </mc:Choice>
          <mc:Fallback xmlns="">
            <p:pic>
              <p:nvPicPr>
                <p:cNvPr id="213" name="Ink 212">
                  <a:extLst>
                    <a:ext uri="{FF2B5EF4-FFF2-40B4-BE49-F238E27FC236}">
                      <a16:creationId xmlns:a16="http://schemas.microsoft.com/office/drawing/2014/main" id="{B0FAB091-1FC7-9E23-F782-0543C003DF2A}"/>
                    </a:ext>
                  </a:extLst>
                </p:cNvPr>
                <p:cNvPicPr/>
                <p:nvPr/>
              </p:nvPicPr>
              <p:blipFill>
                <a:blip r:embed="rId224"/>
                <a:stretch>
                  <a:fillRect/>
                </a:stretch>
              </p:blipFill>
              <p:spPr>
                <a:xfrm>
                  <a:off x="3028248" y="3623184"/>
                  <a:ext cx="206640" cy="418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22" name="Group 221">
            <a:extLst>
              <a:ext uri="{FF2B5EF4-FFF2-40B4-BE49-F238E27FC236}">
                <a16:creationId xmlns:a16="http://schemas.microsoft.com/office/drawing/2014/main" id="{9C526BAF-E2C1-32E3-904F-5479D06DB4B4}"/>
              </a:ext>
            </a:extLst>
          </p:cNvPr>
          <p:cNvGrpSpPr/>
          <p:nvPr/>
        </p:nvGrpSpPr>
        <p:grpSpPr>
          <a:xfrm>
            <a:off x="3635928" y="3704904"/>
            <a:ext cx="1576080" cy="198720"/>
            <a:chOff x="3635928" y="3704904"/>
            <a:chExt cx="1576080" cy="198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25">
              <p14:nvContentPartPr>
                <p14:cNvPr id="214" name="Ink 213">
                  <a:extLst>
                    <a:ext uri="{FF2B5EF4-FFF2-40B4-BE49-F238E27FC236}">
                      <a16:creationId xmlns:a16="http://schemas.microsoft.com/office/drawing/2014/main" id="{90BB180B-7DCF-E2CD-E9B7-4A68B50FA0BA}"/>
                    </a:ext>
                  </a:extLst>
                </p14:cNvPr>
                <p14:cNvContentPartPr/>
                <p14:nvPr/>
              </p14:nvContentPartPr>
              <p14:xfrm>
                <a:off x="3635928" y="3776904"/>
                <a:ext cx="406080" cy="126720"/>
              </p14:xfrm>
            </p:contentPart>
          </mc:Choice>
          <mc:Fallback xmlns="">
            <p:pic>
              <p:nvPicPr>
                <p:cNvPr id="214" name="Ink 213">
                  <a:extLst>
                    <a:ext uri="{FF2B5EF4-FFF2-40B4-BE49-F238E27FC236}">
                      <a16:creationId xmlns:a16="http://schemas.microsoft.com/office/drawing/2014/main" id="{90BB180B-7DCF-E2CD-E9B7-4A68B50FA0BA}"/>
                    </a:ext>
                  </a:extLst>
                </p:cNvPr>
                <p:cNvPicPr/>
                <p:nvPr/>
              </p:nvPicPr>
              <p:blipFill>
                <a:blip r:embed="rId226"/>
                <a:stretch>
                  <a:fillRect/>
                </a:stretch>
              </p:blipFill>
              <p:spPr>
                <a:xfrm>
                  <a:off x="3627288" y="3767904"/>
                  <a:ext cx="423720" cy="14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7">
              <p14:nvContentPartPr>
                <p14:cNvPr id="215" name="Ink 214">
                  <a:extLst>
                    <a:ext uri="{FF2B5EF4-FFF2-40B4-BE49-F238E27FC236}">
                      <a16:creationId xmlns:a16="http://schemas.microsoft.com/office/drawing/2014/main" id="{E5F1EC81-D564-C2B0-F70F-0A18BE5D9937}"/>
                    </a:ext>
                  </a:extLst>
                </p14:cNvPr>
                <p14:cNvContentPartPr/>
                <p14:nvPr/>
              </p14:nvContentPartPr>
              <p14:xfrm>
                <a:off x="4097448" y="3795624"/>
                <a:ext cx="86760" cy="71640"/>
              </p14:xfrm>
            </p:contentPart>
          </mc:Choice>
          <mc:Fallback xmlns="">
            <p:pic>
              <p:nvPicPr>
                <p:cNvPr id="215" name="Ink 214">
                  <a:extLst>
                    <a:ext uri="{FF2B5EF4-FFF2-40B4-BE49-F238E27FC236}">
                      <a16:creationId xmlns:a16="http://schemas.microsoft.com/office/drawing/2014/main" id="{E5F1EC81-D564-C2B0-F70F-0A18BE5D9937}"/>
                    </a:ext>
                  </a:extLst>
                </p:cNvPr>
                <p:cNvPicPr/>
                <p:nvPr/>
              </p:nvPicPr>
              <p:blipFill>
                <a:blip r:embed="rId228"/>
                <a:stretch>
                  <a:fillRect/>
                </a:stretch>
              </p:blipFill>
              <p:spPr>
                <a:xfrm>
                  <a:off x="4088448" y="3786984"/>
                  <a:ext cx="104400" cy="8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9">
              <p14:nvContentPartPr>
                <p14:cNvPr id="216" name="Ink 215">
                  <a:extLst>
                    <a:ext uri="{FF2B5EF4-FFF2-40B4-BE49-F238E27FC236}">
                      <a16:creationId xmlns:a16="http://schemas.microsoft.com/office/drawing/2014/main" id="{CE688CDE-59A3-0AB6-1512-970CF617A6E8}"/>
                    </a:ext>
                  </a:extLst>
                </p14:cNvPr>
                <p14:cNvContentPartPr/>
                <p14:nvPr/>
              </p14:nvContentPartPr>
              <p14:xfrm>
                <a:off x="4223808" y="3786984"/>
                <a:ext cx="116280" cy="73800"/>
              </p14:xfrm>
            </p:contentPart>
          </mc:Choice>
          <mc:Fallback xmlns="">
            <p:pic>
              <p:nvPicPr>
                <p:cNvPr id="216" name="Ink 215">
                  <a:extLst>
                    <a:ext uri="{FF2B5EF4-FFF2-40B4-BE49-F238E27FC236}">
                      <a16:creationId xmlns:a16="http://schemas.microsoft.com/office/drawing/2014/main" id="{CE688CDE-59A3-0AB6-1512-970CF617A6E8}"/>
                    </a:ext>
                  </a:extLst>
                </p:cNvPr>
                <p:cNvPicPr/>
                <p:nvPr/>
              </p:nvPicPr>
              <p:blipFill>
                <a:blip r:embed="rId230"/>
                <a:stretch>
                  <a:fillRect/>
                </a:stretch>
              </p:blipFill>
              <p:spPr>
                <a:xfrm>
                  <a:off x="4214808" y="3777984"/>
                  <a:ext cx="133920" cy="9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1">
              <p14:nvContentPartPr>
                <p14:cNvPr id="217" name="Ink 216">
                  <a:extLst>
                    <a:ext uri="{FF2B5EF4-FFF2-40B4-BE49-F238E27FC236}">
                      <a16:creationId xmlns:a16="http://schemas.microsoft.com/office/drawing/2014/main" id="{1D1380A0-CB84-DF5C-90A9-8224411522B1}"/>
                    </a:ext>
                  </a:extLst>
                </p14:cNvPr>
                <p14:cNvContentPartPr/>
                <p14:nvPr/>
              </p14:nvContentPartPr>
              <p14:xfrm>
                <a:off x="4405968" y="3847824"/>
                <a:ext cx="70920" cy="14400"/>
              </p14:xfrm>
            </p:contentPart>
          </mc:Choice>
          <mc:Fallback xmlns="">
            <p:pic>
              <p:nvPicPr>
                <p:cNvPr id="217" name="Ink 216">
                  <a:extLst>
                    <a:ext uri="{FF2B5EF4-FFF2-40B4-BE49-F238E27FC236}">
                      <a16:creationId xmlns:a16="http://schemas.microsoft.com/office/drawing/2014/main" id="{1D1380A0-CB84-DF5C-90A9-8224411522B1}"/>
                    </a:ext>
                  </a:extLst>
                </p:cNvPr>
                <p:cNvPicPr/>
                <p:nvPr/>
              </p:nvPicPr>
              <p:blipFill>
                <a:blip r:embed="rId232"/>
                <a:stretch>
                  <a:fillRect/>
                </a:stretch>
              </p:blipFill>
              <p:spPr>
                <a:xfrm>
                  <a:off x="4397328" y="3838824"/>
                  <a:ext cx="88560" cy="3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3">
              <p14:nvContentPartPr>
                <p14:cNvPr id="218" name="Ink 217">
                  <a:extLst>
                    <a:ext uri="{FF2B5EF4-FFF2-40B4-BE49-F238E27FC236}">
                      <a16:creationId xmlns:a16="http://schemas.microsoft.com/office/drawing/2014/main" id="{2309D45A-4875-5B40-0FC6-F0C33CB84B18}"/>
                    </a:ext>
                  </a:extLst>
                </p14:cNvPr>
                <p14:cNvContentPartPr/>
                <p14:nvPr/>
              </p14:nvContentPartPr>
              <p14:xfrm>
                <a:off x="4502808" y="3786624"/>
                <a:ext cx="142200" cy="113040"/>
              </p14:xfrm>
            </p:contentPart>
          </mc:Choice>
          <mc:Fallback xmlns="">
            <p:pic>
              <p:nvPicPr>
                <p:cNvPr id="218" name="Ink 217">
                  <a:extLst>
                    <a:ext uri="{FF2B5EF4-FFF2-40B4-BE49-F238E27FC236}">
                      <a16:creationId xmlns:a16="http://schemas.microsoft.com/office/drawing/2014/main" id="{2309D45A-4875-5B40-0FC6-F0C33CB84B18}"/>
                    </a:ext>
                  </a:extLst>
                </p:cNvPr>
                <p:cNvPicPr/>
                <p:nvPr/>
              </p:nvPicPr>
              <p:blipFill>
                <a:blip r:embed="rId234"/>
                <a:stretch>
                  <a:fillRect/>
                </a:stretch>
              </p:blipFill>
              <p:spPr>
                <a:xfrm>
                  <a:off x="4493808" y="3777624"/>
                  <a:ext cx="159840" cy="13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5">
              <p14:nvContentPartPr>
                <p14:cNvPr id="219" name="Ink 218">
                  <a:extLst>
                    <a:ext uri="{FF2B5EF4-FFF2-40B4-BE49-F238E27FC236}">
                      <a16:creationId xmlns:a16="http://schemas.microsoft.com/office/drawing/2014/main" id="{97C39B74-E6F1-8623-69E5-AABD0BB928B7}"/>
                    </a:ext>
                  </a:extLst>
                </p14:cNvPr>
                <p14:cNvContentPartPr/>
                <p14:nvPr/>
              </p14:nvContentPartPr>
              <p14:xfrm>
                <a:off x="4667328" y="3763944"/>
                <a:ext cx="41040" cy="132120"/>
              </p14:xfrm>
            </p:contentPart>
          </mc:Choice>
          <mc:Fallback xmlns="">
            <p:pic>
              <p:nvPicPr>
                <p:cNvPr id="219" name="Ink 218">
                  <a:extLst>
                    <a:ext uri="{FF2B5EF4-FFF2-40B4-BE49-F238E27FC236}">
                      <a16:creationId xmlns:a16="http://schemas.microsoft.com/office/drawing/2014/main" id="{97C39B74-E6F1-8623-69E5-AABD0BB928B7}"/>
                    </a:ext>
                  </a:extLst>
                </p:cNvPr>
                <p:cNvPicPr/>
                <p:nvPr/>
              </p:nvPicPr>
              <p:blipFill>
                <a:blip r:embed="rId236"/>
                <a:stretch>
                  <a:fillRect/>
                </a:stretch>
              </p:blipFill>
              <p:spPr>
                <a:xfrm>
                  <a:off x="4658688" y="3755304"/>
                  <a:ext cx="58680" cy="14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7">
              <p14:nvContentPartPr>
                <p14:cNvPr id="220" name="Ink 219">
                  <a:extLst>
                    <a:ext uri="{FF2B5EF4-FFF2-40B4-BE49-F238E27FC236}">
                      <a16:creationId xmlns:a16="http://schemas.microsoft.com/office/drawing/2014/main" id="{85FAFB4E-3642-F568-AE61-1A1A9F0E0867}"/>
                    </a:ext>
                  </a:extLst>
                </p14:cNvPr>
                <p14:cNvContentPartPr/>
                <p14:nvPr/>
              </p14:nvContentPartPr>
              <p14:xfrm>
                <a:off x="4668048" y="3704904"/>
                <a:ext cx="409320" cy="173880"/>
              </p14:xfrm>
            </p:contentPart>
          </mc:Choice>
          <mc:Fallback xmlns="">
            <p:pic>
              <p:nvPicPr>
                <p:cNvPr id="220" name="Ink 219">
                  <a:extLst>
                    <a:ext uri="{FF2B5EF4-FFF2-40B4-BE49-F238E27FC236}">
                      <a16:creationId xmlns:a16="http://schemas.microsoft.com/office/drawing/2014/main" id="{85FAFB4E-3642-F568-AE61-1A1A9F0E0867}"/>
                    </a:ext>
                  </a:extLst>
                </p:cNvPr>
                <p:cNvPicPr/>
                <p:nvPr/>
              </p:nvPicPr>
              <p:blipFill>
                <a:blip r:embed="rId238"/>
                <a:stretch>
                  <a:fillRect/>
                </a:stretch>
              </p:blipFill>
              <p:spPr>
                <a:xfrm>
                  <a:off x="4659048" y="3695904"/>
                  <a:ext cx="426960" cy="19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9">
              <p14:nvContentPartPr>
                <p14:cNvPr id="221" name="Ink 220">
                  <a:extLst>
                    <a:ext uri="{FF2B5EF4-FFF2-40B4-BE49-F238E27FC236}">
                      <a16:creationId xmlns:a16="http://schemas.microsoft.com/office/drawing/2014/main" id="{56094419-40C9-13CF-7AC9-930601552A2F}"/>
                    </a:ext>
                  </a:extLst>
                </p14:cNvPr>
                <p14:cNvContentPartPr/>
                <p14:nvPr/>
              </p14:nvContentPartPr>
              <p14:xfrm>
                <a:off x="5153688" y="3727224"/>
                <a:ext cx="58320" cy="4320"/>
              </p14:xfrm>
            </p:contentPart>
          </mc:Choice>
          <mc:Fallback xmlns="">
            <p:pic>
              <p:nvPicPr>
                <p:cNvPr id="221" name="Ink 220">
                  <a:extLst>
                    <a:ext uri="{FF2B5EF4-FFF2-40B4-BE49-F238E27FC236}">
                      <a16:creationId xmlns:a16="http://schemas.microsoft.com/office/drawing/2014/main" id="{56094419-40C9-13CF-7AC9-930601552A2F}"/>
                    </a:ext>
                  </a:extLst>
                </p:cNvPr>
                <p:cNvPicPr/>
                <p:nvPr/>
              </p:nvPicPr>
              <p:blipFill>
                <a:blip r:embed="rId240"/>
                <a:stretch>
                  <a:fillRect/>
                </a:stretch>
              </p:blipFill>
              <p:spPr>
                <a:xfrm>
                  <a:off x="5145048" y="3718224"/>
                  <a:ext cx="75960" cy="21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1" name="Group 230">
            <a:extLst>
              <a:ext uri="{FF2B5EF4-FFF2-40B4-BE49-F238E27FC236}">
                <a16:creationId xmlns:a16="http://schemas.microsoft.com/office/drawing/2014/main" id="{0404BA18-5B9C-DF21-73AE-0610CB917EAA}"/>
              </a:ext>
            </a:extLst>
          </p:cNvPr>
          <p:cNvGrpSpPr/>
          <p:nvPr/>
        </p:nvGrpSpPr>
        <p:grpSpPr>
          <a:xfrm>
            <a:off x="5677488" y="3671064"/>
            <a:ext cx="165960" cy="193320"/>
            <a:chOff x="5677488" y="3671064"/>
            <a:chExt cx="165960" cy="193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41">
              <p14:nvContentPartPr>
                <p14:cNvPr id="224" name="Ink 223">
                  <a:extLst>
                    <a:ext uri="{FF2B5EF4-FFF2-40B4-BE49-F238E27FC236}">
                      <a16:creationId xmlns:a16="http://schemas.microsoft.com/office/drawing/2014/main" id="{1EFC075E-BA59-E981-D89A-C44266ABA7FB}"/>
                    </a:ext>
                  </a:extLst>
                </p14:cNvPr>
                <p14:cNvContentPartPr/>
                <p14:nvPr/>
              </p14:nvContentPartPr>
              <p14:xfrm>
                <a:off x="5714928" y="3754584"/>
                <a:ext cx="128520" cy="109800"/>
              </p14:xfrm>
            </p:contentPart>
          </mc:Choice>
          <mc:Fallback xmlns="">
            <p:pic>
              <p:nvPicPr>
                <p:cNvPr id="224" name="Ink 223">
                  <a:extLst>
                    <a:ext uri="{FF2B5EF4-FFF2-40B4-BE49-F238E27FC236}">
                      <a16:creationId xmlns:a16="http://schemas.microsoft.com/office/drawing/2014/main" id="{1EFC075E-BA59-E981-D89A-C44266ABA7FB}"/>
                    </a:ext>
                  </a:extLst>
                </p:cNvPr>
                <p:cNvPicPr/>
                <p:nvPr/>
              </p:nvPicPr>
              <p:blipFill>
                <a:blip r:embed="rId242"/>
                <a:stretch>
                  <a:fillRect/>
                </a:stretch>
              </p:blipFill>
              <p:spPr>
                <a:xfrm>
                  <a:off x="5705928" y="3745944"/>
                  <a:ext cx="146160" cy="12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3">
              <p14:nvContentPartPr>
                <p14:cNvPr id="225" name="Ink 224">
                  <a:extLst>
                    <a:ext uri="{FF2B5EF4-FFF2-40B4-BE49-F238E27FC236}">
                      <a16:creationId xmlns:a16="http://schemas.microsoft.com/office/drawing/2014/main" id="{EC1AB54D-78AB-D90E-1522-05F58CEEA367}"/>
                    </a:ext>
                  </a:extLst>
                </p14:cNvPr>
                <p14:cNvContentPartPr/>
                <p14:nvPr/>
              </p14:nvContentPartPr>
              <p14:xfrm>
                <a:off x="5677488" y="3671064"/>
                <a:ext cx="42120" cy="15480"/>
              </p14:xfrm>
            </p:contentPart>
          </mc:Choice>
          <mc:Fallback xmlns="">
            <p:pic>
              <p:nvPicPr>
                <p:cNvPr id="225" name="Ink 224">
                  <a:extLst>
                    <a:ext uri="{FF2B5EF4-FFF2-40B4-BE49-F238E27FC236}">
                      <a16:creationId xmlns:a16="http://schemas.microsoft.com/office/drawing/2014/main" id="{EC1AB54D-78AB-D90E-1522-05F58CEEA367}"/>
                    </a:ext>
                  </a:extLst>
                </p:cNvPr>
                <p:cNvPicPr/>
                <p:nvPr/>
              </p:nvPicPr>
              <p:blipFill>
                <a:blip r:embed="rId244"/>
                <a:stretch>
                  <a:fillRect/>
                </a:stretch>
              </p:blipFill>
              <p:spPr>
                <a:xfrm>
                  <a:off x="5668488" y="3662424"/>
                  <a:ext cx="59760" cy="331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45">
            <p14:nvContentPartPr>
              <p14:cNvPr id="226" name="Ink 225">
                <a:extLst>
                  <a:ext uri="{FF2B5EF4-FFF2-40B4-BE49-F238E27FC236}">
                    <a16:creationId xmlns:a16="http://schemas.microsoft.com/office/drawing/2014/main" id="{FB6FF293-2EEA-D018-36E0-9248F7347D4A}"/>
                  </a:ext>
                </a:extLst>
              </p14:cNvPr>
              <p14:cNvContentPartPr/>
              <p14:nvPr/>
            </p14:nvContentPartPr>
            <p14:xfrm>
              <a:off x="6293448" y="3774744"/>
              <a:ext cx="88200" cy="44280"/>
            </p14:xfrm>
          </p:contentPart>
        </mc:Choice>
        <mc:Fallback xmlns="">
          <p:pic>
            <p:nvPicPr>
              <p:cNvPr id="226" name="Ink 225">
                <a:extLst>
                  <a:ext uri="{FF2B5EF4-FFF2-40B4-BE49-F238E27FC236}">
                    <a16:creationId xmlns:a16="http://schemas.microsoft.com/office/drawing/2014/main" id="{FB6FF293-2EEA-D018-36E0-9248F7347D4A}"/>
                  </a:ext>
                </a:extLst>
              </p:cNvPr>
              <p:cNvPicPr/>
              <p:nvPr/>
            </p:nvPicPr>
            <p:blipFill>
              <a:blip r:embed="rId246"/>
              <a:stretch>
                <a:fillRect/>
              </a:stretch>
            </p:blipFill>
            <p:spPr>
              <a:xfrm>
                <a:off x="6284808" y="3765744"/>
                <a:ext cx="105840" cy="61920"/>
              </a:xfrm>
              <a:prstGeom prst="rect">
                <a:avLst/>
              </a:prstGeom>
            </p:spPr>
          </p:pic>
        </mc:Fallback>
      </mc:AlternateContent>
      <p:grpSp>
        <p:nvGrpSpPr>
          <p:cNvPr id="230" name="Group 229">
            <a:extLst>
              <a:ext uri="{FF2B5EF4-FFF2-40B4-BE49-F238E27FC236}">
                <a16:creationId xmlns:a16="http://schemas.microsoft.com/office/drawing/2014/main" id="{5D1C71D7-E8BC-B297-5962-E1CE6967B166}"/>
              </a:ext>
            </a:extLst>
          </p:cNvPr>
          <p:cNvGrpSpPr/>
          <p:nvPr/>
        </p:nvGrpSpPr>
        <p:grpSpPr>
          <a:xfrm>
            <a:off x="6770808" y="3626424"/>
            <a:ext cx="635760" cy="275400"/>
            <a:chOff x="6770808" y="3626424"/>
            <a:chExt cx="635760" cy="275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47">
              <p14:nvContentPartPr>
                <p14:cNvPr id="227" name="Ink 226">
                  <a:extLst>
                    <a:ext uri="{FF2B5EF4-FFF2-40B4-BE49-F238E27FC236}">
                      <a16:creationId xmlns:a16="http://schemas.microsoft.com/office/drawing/2014/main" id="{A073556E-0E2F-CF70-3184-840F372C6854}"/>
                    </a:ext>
                  </a:extLst>
                </p14:cNvPr>
                <p14:cNvContentPartPr/>
                <p14:nvPr/>
              </p14:nvContentPartPr>
              <p14:xfrm>
                <a:off x="6770808" y="3626424"/>
                <a:ext cx="185040" cy="275400"/>
              </p14:xfrm>
            </p:contentPart>
          </mc:Choice>
          <mc:Fallback xmlns="">
            <p:pic>
              <p:nvPicPr>
                <p:cNvPr id="227" name="Ink 226">
                  <a:extLst>
                    <a:ext uri="{FF2B5EF4-FFF2-40B4-BE49-F238E27FC236}">
                      <a16:creationId xmlns:a16="http://schemas.microsoft.com/office/drawing/2014/main" id="{A073556E-0E2F-CF70-3184-840F372C6854}"/>
                    </a:ext>
                  </a:extLst>
                </p:cNvPr>
                <p:cNvPicPr/>
                <p:nvPr/>
              </p:nvPicPr>
              <p:blipFill>
                <a:blip r:embed="rId248"/>
                <a:stretch>
                  <a:fillRect/>
                </a:stretch>
              </p:blipFill>
              <p:spPr>
                <a:xfrm>
                  <a:off x="6762168" y="3617424"/>
                  <a:ext cx="202680" cy="29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9">
              <p14:nvContentPartPr>
                <p14:cNvPr id="228" name="Ink 227">
                  <a:extLst>
                    <a:ext uri="{FF2B5EF4-FFF2-40B4-BE49-F238E27FC236}">
                      <a16:creationId xmlns:a16="http://schemas.microsoft.com/office/drawing/2014/main" id="{0D67C5A3-14DE-EB99-7217-2EB9E2580EEC}"/>
                    </a:ext>
                  </a:extLst>
                </p14:cNvPr>
                <p14:cNvContentPartPr/>
                <p14:nvPr/>
              </p14:nvContentPartPr>
              <p14:xfrm>
                <a:off x="7032528" y="3672864"/>
                <a:ext cx="119880" cy="180000"/>
              </p14:xfrm>
            </p:contentPart>
          </mc:Choice>
          <mc:Fallback xmlns="">
            <p:pic>
              <p:nvPicPr>
                <p:cNvPr id="228" name="Ink 227">
                  <a:extLst>
                    <a:ext uri="{FF2B5EF4-FFF2-40B4-BE49-F238E27FC236}">
                      <a16:creationId xmlns:a16="http://schemas.microsoft.com/office/drawing/2014/main" id="{0D67C5A3-14DE-EB99-7217-2EB9E2580EEC}"/>
                    </a:ext>
                  </a:extLst>
                </p:cNvPr>
                <p:cNvPicPr/>
                <p:nvPr/>
              </p:nvPicPr>
              <p:blipFill>
                <a:blip r:embed="rId250"/>
                <a:stretch>
                  <a:fillRect/>
                </a:stretch>
              </p:blipFill>
              <p:spPr>
                <a:xfrm>
                  <a:off x="7023888" y="3664224"/>
                  <a:ext cx="137520" cy="19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1">
              <p14:nvContentPartPr>
                <p14:cNvPr id="229" name="Ink 228">
                  <a:extLst>
                    <a:ext uri="{FF2B5EF4-FFF2-40B4-BE49-F238E27FC236}">
                      <a16:creationId xmlns:a16="http://schemas.microsoft.com/office/drawing/2014/main" id="{EF49DDF0-A0B7-989F-5614-D0DD69C74DC5}"/>
                    </a:ext>
                  </a:extLst>
                </p14:cNvPr>
                <p14:cNvContentPartPr/>
                <p14:nvPr/>
              </p14:nvContentPartPr>
              <p14:xfrm>
                <a:off x="7279128" y="3682944"/>
                <a:ext cx="127440" cy="169920"/>
              </p14:xfrm>
            </p:contentPart>
          </mc:Choice>
          <mc:Fallback xmlns="">
            <p:pic>
              <p:nvPicPr>
                <p:cNvPr id="229" name="Ink 228">
                  <a:extLst>
                    <a:ext uri="{FF2B5EF4-FFF2-40B4-BE49-F238E27FC236}">
                      <a16:creationId xmlns:a16="http://schemas.microsoft.com/office/drawing/2014/main" id="{EF49DDF0-A0B7-989F-5614-D0DD69C74DC5}"/>
                    </a:ext>
                  </a:extLst>
                </p:cNvPr>
                <p:cNvPicPr/>
                <p:nvPr/>
              </p:nvPicPr>
              <p:blipFill>
                <a:blip r:embed="rId252"/>
                <a:stretch>
                  <a:fillRect/>
                </a:stretch>
              </p:blipFill>
              <p:spPr>
                <a:xfrm>
                  <a:off x="7270488" y="3674304"/>
                  <a:ext cx="145080" cy="187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5" name="Group 234">
            <a:extLst>
              <a:ext uri="{FF2B5EF4-FFF2-40B4-BE49-F238E27FC236}">
                <a16:creationId xmlns:a16="http://schemas.microsoft.com/office/drawing/2014/main" id="{DE312ABB-1448-A5B2-76C3-DCC4661C45AC}"/>
              </a:ext>
            </a:extLst>
          </p:cNvPr>
          <p:cNvGrpSpPr/>
          <p:nvPr/>
        </p:nvGrpSpPr>
        <p:grpSpPr>
          <a:xfrm>
            <a:off x="7971048" y="3589704"/>
            <a:ext cx="1002240" cy="294840"/>
            <a:chOff x="7971048" y="3589704"/>
            <a:chExt cx="1002240" cy="294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53">
              <p14:nvContentPartPr>
                <p14:cNvPr id="232" name="Ink 231">
                  <a:extLst>
                    <a:ext uri="{FF2B5EF4-FFF2-40B4-BE49-F238E27FC236}">
                      <a16:creationId xmlns:a16="http://schemas.microsoft.com/office/drawing/2014/main" id="{92F297DC-180A-F0AD-4888-72EAC12B2758}"/>
                    </a:ext>
                  </a:extLst>
                </p14:cNvPr>
                <p14:cNvContentPartPr/>
                <p14:nvPr/>
              </p14:nvContentPartPr>
              <p14:xfrm>
                <a:off x="8125848" y="3651264"/>
                <a:ext cx="38520" cy="230040"/>
              </p14:xfrm>
            </p:contentPart>
          </mc:Choice>
          <mc:Fallback xmlns="">
            <p:pic>
              <p:nvPicPr>
                <p:cNvPr id="232" name="Ink 231">
                  <a:extLst>
                    <a:ext uri="{FF2B5EF4-FFF2-40B4-BE49-F238E27FC236}">
                      <a16:creationId xmlns:a16="http://schemas.microsoft.com/office/drawing/2014/main" id="{92F297DC-180A-F0AD-4888-72EAC12B2758}"/>
                    </a:ext>
                  </a:extLst>
                </p:cNvPr>
                <p:cNvPicPr/>
                <p:nvPr/>
              </p:nvPicPr>
              <p:blipFill>
                <a:blip r:embed="rId254"/>
                <a:stretch>
                  <a:fillRect/>
                </a:stretch>
              </p:blipFill>
              <p:spPr>
                <a:xfrm>
                  <a:off x="8116848" y="3642264"/>
                  <a:ext cx="56160" cy="24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5">
              <p14:nvContentPartPr>
                <p14:cNvPr id="233" name="Ink 232">
                  <a:extLst>
                    <a:ext uri="{FF2B5EF4-FFF2-40B4-BE49-F238E27FC236}">
                      <a16:creationId xmlns:a16="http://schemas.microsoft.com/office/drawing/2014/main" id="{45B7F0E7-B2EC-CB52-C106-C731B1398483}"/>
                    </a:ext>
                  </a:extLst>
                </p14:cNvPr>
                <p14:cNvContentPartPr/>
                <p14:nvPr/>
              </p14:nvContentPartPr>
              <p14:xfrm>
                <a:off x="7971048" y="3589704"/>
                <a:ext cx="824400" cy="294840"/>
              </p14:xfrm>
            </p:contentPart>
          </mc:Choice>
          <mc:Fallback xmlns="">
            <p:pic>
              <p:nvPicPr>
                <p:cNvPr id="233" name="Ink 232">
                  <a:extLst>
                    <a:ext uri="{FF2B5EF4-FFF2-40B4-BE49-F238E27FC236}">
                      <a16:creationId xmlns:a16="http://schemas.microsoft.com/office/drawing/2014/main" id="{45B7F0E7-B2EC-CB52-C106-C731B1398483}"/>
                    </a:ext>
                  </a:extLst>
                </p:cNvPr>
                <p:cNvPicPr/>
                <p:nvPr/>
              </p:nvPicPr>
              <p:blipFill>
                <a:blip r:embed="rId256"/>
                <a:stretch>
                  <a:fillRect/>
                </a:stretch>
              </p:blipFill>
              <p:spPr>
                <a:xfrm>
                  <a:off x="7962048" y="3581064"/>
                  <a:ext cx="842040" cy="31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7">
              <p14:nvContentPartPr>
                <p14:cNvPr id="234" name="Ink 233">
                  <a:extLst>
                    <a:ext uri="{FF2B5EF4-FFF2-40B4-BE49-F238E27FC236}">
                      <a16:creationId xmlns:a16="http://schemas.microsoft.com/office/drawing/2014/main" id="{677D8A11-E8C6-22EE-A787-55B280F18B60}"/>
                    </a:ext>
                  </a:extLst>
                </p14:cNvPr>
                <p14:cNvContentPartPr/>
                <p14:nvPr/>
              </p14:nvContentPartPr>
              <p14:xfrm>
                <a:off x="8948088" y="3864024"/>
                <a:ext cx="25200" cy="14040"/>
              </p14:xfrm>
            </p:contentPart>
          </mc:Choice>
          <mc:Fallback xmlns="">
            <p:pic>
              <p:nvPicPr>
                <p:cNvPr id="234" name="Ink 233">
                  <a:extLst>
                    <a:ext uri="{FF2B5EF4-FFF2-40B4-BE49-F238E27FC236}">
                      <a16:creationId xmlns:a16="http://schemas.microsoft.com/office/drawing/2014/main" id="{677D8A11-E8C6-22EE-A787-55B280F18B60}"/>
                    </a:ext>
                  </a:extLst>
                </p:cNvPr>
                <p:cNvPicPr/>
                <p:nvPr/>
              </p:nvPicPr>
              <p:blipFill>
                <a:blip r:embed="rId258"/>
                <a:stretch>
                  <a:fillRect/>
                </a:stretch>
              </p:blipFill>
              <p:spPr>
                <a:xfrm>
                  <a:off x="8939448" y="3855024"/>
                  <a:ext cx="42840" cy="316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59">
            <p14:nvContentPartPr>
              <p14:cNvPr id="236" name="Ink 235">
                <a:extLst>
                  <a:ext uri="{FF2B5EF4-FFF2-40B4-BE49-F238E27FC236}">
                    <a16:creationId xmlns:a16="http://schemas.microsoft.com/office/drawing/2014/main" id="{836AEECD-F414-5479-EF29-4CC302904A06}"/>
                  </a:ext>
                </a:extLst>
              </p14:cNvPr>
              <p14:cNvContentPartPr/>
              <p14:nvPr/>
            </p14:nvContentPartPr>
            <p14:xfrm>
              <a:off x="2334528" y="4393584"/>
              <a:ext cx="150840" cy="330840"/>
            </p14:xfrm>
          </p:contentPart>
        </mc:Choice>
        <mc:Fallback xmlns="">
          <p:pic>
            <p:nvPicPr>
              <p:cNvPr id="236" name="Ink 235">
                <a:extLst>
                  <a:ext uri="{FF2B5EF4-FFF2-40B4-BE49-F238E27FC236}">
                    <a16:creationId xmlns:a16="http://schemas.microsoft.com/office/drawing/2014/main" id="{836AEECD-F414-5479-EF29-4CC302904A06}"/>
                  </a:ext>
                </a:extLst>
              </p:cNvPr>
              <p:cNvPicPr/>
              <p:nvPr/>
            </p:nvPicPr>
            <p:blipFill>
              <a:blip r:embed="rId260"/>
              <a:stretch>
                <a:fillRect/>
              </a:stretch>
            </p:blipFill>
            <p:spPr>
              <a:xfrm>
                <a:off x="2325888" y="4384584"/>
                <a:ext cx="168480" cy="348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1">
            <p14:nvContentPartPr>
              <p14:cNvPr id="237" name="Ink 236">
                <a:extLst>
                  <a:ext uri="{FF2B5EF4-FFF2-40B4-BE49-F238E27FC236}">
                    <a16:creationId xmlns:a16="http://schemas.microsoft.com/office/drawing/2014/main" id="{5C3BDAE4-9150-E3A4-467E-2F73FDD2BA5B}"/>
                  </a:ext>
                </a:extLst>
              </p14:cNvPr>
              <p14:cNvContentPartPr/>
              <p14:nvPr/>
            </p14:nvContentPartPr>
            <p14:xfrm>
              <a:off x="2320488" y="4243464"/>
              <a:ext cx="21600" cy="32400"/>
            </p14:xfrm>
          </p:contentPart>
        </mc:Choice>
        <mc:Fallback xmlns="">
          <p:pic>
            <p:nvPicPr>
              <p:cNvPr id="237" name="Ink 236">
                <a:extLst>
                  <a:ext uri="{FF2B5EF4-FFF2-40B4-BE49-F238E27FC236}">
                    <a16:creationId xmlns:a16="http://schemas.microsoft.com/office/drawing/2014/main" id="{5C3BDAE4-9150-E3A4-467E-2F73FDD2BA5B}"/>
                  </a:ext>
                </a:extLst>
              </p:cNvPr>
              <p:cNvPicPr/>
              <p:nvPr/>
            </p:nvPicPr>
            <p:blipFill>
              <a:blip r:embed="rId262"/>
              <a:stretch>
                <a:fillRect/>
              </a:stretch>
            </p:blipFill>
            <p:spPr>
              <a:xfrm>
                <a:off x="2311488" y="4234824"/>
                <a:ext cx="39240" cy="50040"/>
              </a:xfrm>
              <a:prstGeom prst="rect">
                <a:avLst/>
              </a:prstGeom>
            </p:spPr>
          </p:pic>
        </mc:Fallback>
      </mc:AlternateContent>
      <p:grpSp>
        <p:nvGrpSpPr>
          <p:cNvPr id="253" name="Group 252">
            <a:extLst>
              <a:ext uri="{FF2B5EF4-FFF2-40B4-BE49-F238E27FC236}">
                <a16:creationId xmlns:a16="http://schemas.microsoft.com/office/drawing/2014/main" id="{82E93890-BFFB-471A-6389-1566C89FA5F7}"/>
              </a:ext>
            </a:extLst>
          </p:cNvPr>
          <p:cNvGrpSpPr/>
          <p:nvPr/>
        </p:nvGrpSpPr>
        <p:grpSpPr>
          <a:xfrm>
            <a:off x="5428728" y="4389624"/>
            <a:ext cx="1334520" cy="155160"/>
            <a:chOff x="5428728" y="4389624"/>
            <a:chExt cx="1334520" cy="155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63">
              <p14:nvContentPartPr>
                <p14:cNvPr id="245" name="Ink 244">
                  <a:extLst>
                    <a:ext uri="{FF2B5EF4-FFF2-40B4-BE49-F238E27FC236}">
                      <a16:creationId xmlns:a16="http://schemas.microsoft.com/office/drawing/2014/main" id="{58899619-6049-845A-F35B-6157F04C0655}"/>
                    </a:ext>
                  </a:extLst>
                </p14:cNvPr>
                <p14:cNvContentPartPr/>
                <p14:nvPr/>
              </p14:nvContentPartPr>
              <p14:xfrm>
                <a:off x="5428728" y="4398624"/>
                <a:ext cx="309240" cy="140040"/>
              </p14:xfrm>
            </p:contentPart>
          </mc:Choice>
          <mc:Fallback xmlns="">
            <p:pic>
              <p:nvPicPr>
                <p:cNvPr id="245" name="Ink 244">
                  <a:extLst>
                    <a:ext uri="{FF2B5EF4-FFF2-40B4-BE49-F238E27FC236}">
                      <a16:creationId xmlns:a16="http://schemas.microsoft.com/office/drawing/2014/main" id="{58899619-6049-845A-F35B-6157F04C0655}"/>
                    </a:ext>
                  </a:extLst>
                </p:cNvPr>
                <p:cNvPicPr/>
                <p:nvPr/>
              </p:nvPicPr>
              <p:blipFill>
                <a:blip r:embed="rId264"/>
                <a:stretch>
                  <a:fillRect/>
                </a:stretch>
              </p:blipFill>
              <p:spPr>
                <a:xfrm>
                  <a:off x="5419728" y="4389984"/>
                  <a:ext cx="326880" cy="15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5">
              <p14:nvContentPartPr>
                <p14:cNvPr id="246" name="Ink 245">
                  <a:extLst>
                    <a:ext uri="{FF2B5EF4-FFF2-40B4-BE49-F238E27FC236}">
                      <a16:creationId xmlns:a16="http://schemas.microsoft.com/office/drawing/2014/main" id="{84F072B9-7B60-ABEF-B247-7A2ED3849C79}"/>
                    </a:ext>
                  </a:extLst>
                </p14:cNvPr>
                <p14:cNvContentPartPr/>
                <p14:nvPr/>
              </p14:nvContentPartPr>
              <p14:xfrm>
                <a:off x="5807448" y="4429944"/>
                <a:ext cx="54000" cy="65160"/>
              </p14:xfrm>
            </p:contentPart>
          </mc:Choice>
          <mc:Fallback xmlns="">
            <p:pic>
              <p:nvPicPr>
                <p:cNvPr id="246" name="Ink 245">
                  <a:extLst>
                    <a:ext uri="{FF2B5EF4-FFF2-40B4-BE49-F238E27FC236}">
                      <a16:creationId xmlns:a16="http://schemas.microsoft.com/office/drawing/2014/main" id="{84F072B9-7B60-ABEF-B247-7A2ED3849C79}"/>
                    </a:ext>
                  </a:extLst>
                </p:cNvPr>
                <p:cNvPicPr/>
                <p:nvPr/>
              </p:nvPicPr>
              <p:blipFill>
                <a:blip r:embed="rId266"/>
                <a:stretch>
                  <a:fillRect/>
                </a:stretch>
              </p:blipFill>
              <p:spPr>
                <a:xfrm>
                  <a:off x="5798808" y="4421304"/>
                  <a:ext cx="71640" cy="8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7">
              <p14:nvContentPartPr>
                <p14:cNvPr id="247" name="Ink 246">
                  <a:extLst>
                    <a:ext uri="{FF2B5EF4-FFF2-40B4-BE49-F238E27FC236}">
                      <a16:creationId xmlns:a16="http://schemas.microsoft.com/office/drawing/2014/main" id="{A215C421-D044-DC39-202B-B54836E492B6}"/>
                    </a:ext>
                  </a:extLst>
                </p14:cNvPr>
                <p14:cNvContentPartPr/>
                <p14:nvPr/>
              </p14:nvContentPartPr>
              <p14:xfrm>
                <a:off x="5935248" y="4411944"/>
                <a:ext cx="77040" cy="100080"/>
              </p14:xfrm>
            </p:contentPart>
          </mc:Choice>
          <mc:Fallback xmlns="">
            <p:pic>
              <p:nvPicPr>
                <p:cNvPr id="247" name="Ink 246">
                  <a:extLst>
                    <a:ext uri="{FF2B5EF4-FFF2-40B4-BE49-F238E27FC236}">
                      <a16:creationId xmlns:a16="http://schemas.microsoft.com/office/drawing/2014/main" id="{A215C421-D044-DC39-202B-B54836E492B6}"/>
                    </a:ext>
                  </a:extLst>
                </p:cNvPr>
                <p:cNvPicPr/>
                <p:nvPr/>
              </p:nvPicPr>
              <p:blipFill>
                <a:blip r:embed="rId268"/>
                <a:stretch>
                  <a:fillRect/>
                </a:stretch>
              </p:blipFill>
              <p:spPr>
                <a:xfrm>
                  <a:off x="5926248" y="4402944"/>
                  <a:ext cx="94680" cy="11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9">
              <p14:nvContentPartPr>
                <p14:cNvPr id="248" name="Ink 247">
                  <a:extLst>
                    <a:ext uri="{FF2B5EF4-FFF2-40B4-BE49-F238E27FC236}">
                      <a16:creationId xmlns:a16="http://schemas.microsoft.com/office/drawing/2014/main" id="{383A6E82-500E-717D-1A3B-7AA88E496A7E}"/>
                    </a:ext>
                  </a:extLst>
                </p14:cNvPr>
                <p14:cNvContentPartPr/>
                <p14:nvPr/>
              </p14:nvContentPartPr>
              <p14:xfrm>
                <a:off x="6028848" y="4476744"/>
                <a:ext cx="117360" cy="29520"/>
              </p14:xfrm>
            </p:contentPart>
          </mc:Choice>
          <mc:Fallback xmlns="">
            <p:pic>
              <p:nvPicPr>
                <p:cNvPr id="248" name="Ink 247">
                  <a:extLst>
                    <a:ext uri="{FF2B5EF4-FFF2-40B4-BE49-F238E27FC236}">
                      <a16:creationId xmlns:a16="http://schemas.microsoft.com/office/drawing/2014/main" id="{383A6E82-500E-717D-1A3B-7AA88E496A7E}"/>
                    </a:ext>
                  </a:extLst>
                </p:cNvPr>
                <p:cNvPicPr/>
                <p:nvPr/>
              </p:nvPicPr>
              <p:blipFill>
                <a:blip r:embed="rId270"/>
                <a:stretch>
                  <a:fillRect/>
                </a:stretch>
              </p:blipFill>
              <p:spPr>
                <a:xfrm>
                  <a:off x="6019848" y="4467744"/>
                  <a:ext cx="135000" cy="4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1">
              <p14:nvContentPartPr>
                <p14:cNvPr id="249" name="Ink 248">
                  <a:extLst>
                    <a:ext uri="{FF2B5EF4-FFF2-40B4-BE49-F238E27FC236}">
                      <a16:creationId xmlns:a16="http://schemas.microsoft.com/office/drawing/2014/main" id="{BBC78975-CA52-8E14-088B-21E56FEB81A9}"/>
                    </a:ext>
                  </a:extLst>
                </p14:cNvPr>
                <p14:cNvContentPartPr/>
                <p14:nvPr/>
              </p14:nvContentPartPr>
              <p14:xfrm>
                <a:off x="6152688" y="4424904"/>
                <a:ext cx="112320" cy="98280"/>
              </p14:xfrm>
            </p:contentPart>
          </mc:Choice>
          <mc:Fallback xmlns="">
            <p:pic>
              <p:nvPicPr>
                <p:cNvPr id="249" name="Ink 248">
                  <a:extLst>
                    <a:ext uri="{FF2B5EF4-FFF2-40B4-BE49-F238E27FC236}">
                      <a16:creationId xmlns:a16="http://schemas.microsoft.com/office/drawing/2014/main" id="{BBC78975-CA52-8E14-088B-21E56FEB81A9}"/>
                    </a:ext>
                  </a:extLst>
                </p:cNvPr>
                <p:cNvPicPr/>
                <p:nvPr/>
              </p:nvPicPr>
              <p:blipFill>
                <a:blip r:embed="rId272"/>
                <a:stretch>
                  <a:fillRect/>
                </a:stretch>
              </p:blipFill>
              <p:spPr>
                <a:xfrm>
                  <a:off x="6143688" y="4415904"/>
                  <a:ext cx="129960" cy="11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3">
              <p14:nvContentPartPr>
                <p14:cNvPr id="250" name="Ink 249">
                  <a:extLst>
                    <a:ext uri="{FF2B5EF4-FFF2-40B4-BE49-F238E27FC236}">
                      <a16:creationId xmlns:a16="http://schemas.microsoft.com/office/drawing/2014/main" id="{2814CE92-0E1D-DAD7-DF1F-59A5C323CF82}"/>
                    </a:ext>
                  </a:extLst>
                </p14:cNvPr>
                <p14:cNvContentPartPr/>
                <p14:nvPr/>
              </p14:nvContentPartPr>
              <p14:xfrm>
                <a:off x="6295248" y="4389624"/>
                <a:ext cx="82440" cy="155160"/>
              </p14:xfrm>
            </p:contentPart>
          </mc:Choice>
          <mc:Fallback xmlns="">
            <p:pic>
              <p:nvPicPr>
                <p:cNvPr id="250" name="Ink 249">
                  <a:extLst>
                    <a:ext uri="{FF2B5EF4-FFF2-40B4-BE49-F238E27FC236}">
                      <a16:creationId xmlns:a16="http://schemas.microsoft.com/office/drawing/2014/main" id="{2814CE92-0E1D-DAD7-DF1F-59A5C323CF82}"/>
                    </a:ext>
                  </a:extLst>
                </p:cNvPr>
                <p:cNvPicPr/>
                <p:nvPr/>
              </p:nvPicPr>
              <p:blipFill>
                <a:blip r:embed="rId274"/>
                <a:stretch>
                  <a:fillRect/>
                </a:stretch>
              </p:blipFill>
              <p:spPr>
                <a:xfrm>
                  <a:off x="6286248" y="4380624"/>
                  <a:ext cx="100080" cy="17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5">
              <p14:nvContentPartPr>
                <p14:cNvPr id="251" name="Ink 250">
                  <a:extLst>
                    <a:ext uri="{FF2B5EF4-FFF2-40B4-BE49-F238E27FC236}">
                      <a16:creationId xmlns:a16="http://schemas.microsoft.com/office/drawing/2014/main" id="{A6F967C7-AE22-9104-42B4-441578F334E3}"/>
                    </a:ext>
                  </a:extLst>
                </p14:cNvPr>
                <p14:cNvContentPartPr/>
                <p14:nvPr/>
              </p14:nvContentPartPr>
              <p14:xfrm>
                <a:off x="6292368" y="4389624"/>
                <a:ext cx="388440" cy="126720"/>
              </p14:xfrm>
            </p:contentPart>
          </mc:Choice>
          <mc:Fallback xmlns="">
            <p:pic>
              <p:nvPicPr>
                <p:cNvPr id="251" name="Ink 250">
                  <a:extLst>
                    <a:ext uri="{FF2B5EF4-FFF2-40B4-BE49-F238E27FC236}">
                      <a16:creationId xmlns:a16="http://schemas.microsoft.com/office/drawing/2014/main" id="{A6F967C7-AE22-9104-42B4-441578F334E3}"/>
                    </a:ext>
                  </a:extLst>
                </p:cNvPr>
                <p:cNvPicPr/>
                <p:nvPr/>
              </p:nvPicPr>
              <p:blipFill>
                <a:blip r:embed="rId276"/>
                <a:stretch>
                  <a:fillRect/>
                </a:stretch>
              </p:blipFill>
              <p:spPr>
                <a:xfrm>
                  <a:off x="6283728" y="4380984"/>
                  <a:ext cx="406080" cy="14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7">
              <p14:nvContentPartPr>
                <p14:cNvPr id="252" name="Ink 251">
                  <a:extLst>
                    <a:ext uri="{FF2B5EF4-FFF2-40B4-BE49-F238E27FC236}">
                      <a16:creationId xmlns:a16="http://schemas.microsoft.com/office/drawing/2014/main" id="{BD8CFA31-F77A-EAC2-AFF0-07783EB327AC}"/>
                    </a:ext>
                  </a:extLst>
                </p14:cNvPr>
                <p14:cNvContentPartPr/>
                <p14:nvPr/>
              </p14:nvContentPartPr>
              <p14:xfrm>
                <a:off x="6705648" y="4419504"/>
                <a:ext cx="57600" cy="18360"/>
              </p14:xfrm>
            </p:contentPart>
          </mc:Choice>
          <mc:Fallback xmlns="">
            <p:pic>
              <p:nvPicPr>
                <p:cNvPr id="252" name="Ink 251">
                  <a:extLst>
                    <a:ext uri="{FF2B5EF4-FFF2-40B4-BE49-F238E27FC236}">
                      <a16:creationId xmlns:a16="http://schemas.microsoft.com/office/drawing/2014/main" id="{BD8CFA31-F77A-EAC2-AFF0-07783EB327AC}"/>
                    </a:ext>
                  </a:extLst>
                </p:cNvPr>
                <p:cNvPicPr/>
                <p:nvPr/>
              </p:nvPicPr>
              <p:blipFill>
                <a:blip r:embed="rId278"/>
                <a:stretch>
                  <a:fillRect/>
                </a:stretch>
              </p:blipFill>
              <p:spPr>
                <a:xfrm>
                  <a:off x="6696648" y="4410864"/>
                  <a:ext cx="75240" cy="36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62" name="Group 261">
            <a:extLst>
              <a:ext uri="{FF2B5EF4-FFF2-40B4-BE49-F238E27FC236}">
                <a16:creationId xmlns:a16="http://schemas.microsoft.com/office/drawing/2014/main" id="{2F65C246-F407-3390-0519-6CAF2A8B249D}"/>
              </a:ext>
            </a:extLst>
          </p:cNvPr>
          <p:cNvGrpSpPr/>
          <p:nvPr/>
        </p:nvGrpSpPr>
        <p:grpSpPr>
          <a:xfrm>
            <a:off x="7255368" y="4469904"/>
            <a:ext cx="244440" cy="129960"/>
            <a:chOff x="7255368" y="4469904"/>
            <a:chExt cx="244440" cy="129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79">
              <p14:nvContentPartPr>
                <p14:cNvPr id="254" name="Ink 253">
                  <a:extLst>
                    <a:ext uri="{FF2B5EF4-FFF2-40B4-BE49-F238E27FC236}">
                      <a16:creationId xmlns:a16="http://schemas.microsoft.com/office/drawing/2014/main" id="{BBD5D00E-29E8-F5EF-8686-1AA50133242D}"/>
                    </a:ext>
                  </a:extLst>
                </p14:cNvPr>
                <p14:cNvContentPartPr/>
                <p14:nvPr/>
              </p14:nvContentPartPr>
              <p14:xfrm>
                <a:off x="7296768" y="4486104"/>
                <a:ext cx="203040" cy="113760"/>
              </p14:xfrm>
            </p:contentPart>
          </mc:Choice>
          <mc:Fallback xmlns="">
            <p:pic>
              <p:nvPicPr>
                <p:cNvPr id="254" name="Ink 253">
                  <a:extLst>
                    <a:ext uri="{FF2B5EF4-FFF2-40B4-BE49-F238E27FC236}">
                      <a16:creationId xmlns:a16="http://schemas.microsoft.com/office/drawing/2014/main" id="{BBD5D00E-29E8-F5EF-8686-1AA50133242D}"/>
                    </a:ext>
                  </a:extLst>
                </p:cNvPr>
                <p:cNvPicPr/>
                <p:nvPr/>
              </p:nvPicPr>
              <p:blipFill>
                <a:blip r:embed="rId280"/>
                <a:stretch>
                  <a:fillRect/>
                </a:stretch>
              </p:blipFill>
              <p:spPr>
                <a:xfrm>
                  <a:off x="7287768" y="4477464"/>
                  <a:ext cx="220680" cy="13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1">
              <p14:nvContentPartPr>
                <p14:cNvPr id="255" name="Ink 254">
                  <a:extLst>
                    <a:ext uri="{FF2B5EF4-FFF2-40B4-BE49-F238E27FC236}">
                      <a16:creationId xmlns:a16="http://schemas.microsoft.com/office/drawing/2014/main" id="{756A168E-9C8F-8B72-740B-DFAAC244422A}"/>
                    </a:ext>
                  </a:extLst>
                </p14:cNvPr>
                <p14:cNvContentPartPr/>
                <p14:nvPr/>
              </p14:nvContentPartPr>
              <p14:xfrm>
                <a:off x="7255368" y="4469904"/>
                <a:ext cx="21240" cy="104400"/>
              </p14:xfrm>
            </p:contentPart>
          </mc:Choice>
          <mc:Fallback xmlns="">
            <p:pic>
              <p:nvPicPr>
                <p:cNvPr id="255" name="Ink 254">
                  <a:extLst>
                    <a:ext uri="{FF2B5EF4-FFF2-40B4-BE49-F238E27FC236}">
                      <a16:creationId xmlns:a16="http://schemas.microsoft.com/office/drawing/2014/main" id="{756A168E-9C8F-8B72-740B-DFAAC244422A}"/>
                    </a:ext>
                  </a:extLst>
                </p:cNvPr>
                <p:cNvPicPr/>
                <p:nvPr/>
              </p:nvPicPr>
              <p:blipFill>
                <a:blip r:embed="rId282"/>
                <a:stretch>
                  <a:fillRect/>
                </a:stretch>
              </p:blipFill>
              <p:spPr>
                <a:xfrm>
                  <a:off x="7246368" y="4460904"/>
                  <a:ext cx="38880" cy="1220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83">
            <p14:nvContentPartPr>
              <p14:cNvPr id="256" name="Ink 255">
                <a:extLst>
                  <a:ext uri="{FF2B5EF4-FFF2-40B4-BE49-F238E27FC236}">
                    <a16:creationId xmlns:a16="http://schemas.microsoft.com/office/drawing/2014/main" id="{485321F3-6F88-0F63-F18A-9F153CF3F36E}"/>
                  </a:ext>
                </a:extLst>
              </p14:cNvPr>
              <p14:cNvContentPartPr/>
              <p14:nvPr/>
            </p14:nvContentPartPr>
            <p14:xfrm>
              <a:off x="7299288" y="4352904"/>
              <a:ext cx="15840" cy="20160"/>
            </p14:xfrm>
          </p:contentPart>
        </mc:Choice>
        <mc:Fallback xmlns="">
          <p:pic>
            <p:nvPicPr>
              <p:cNvPr id="256" name="Ink 255">
                <a:extLst>
                  <a:ext uri="{FF2B5EF4-FFF2-40B4-BE49-F238E27FC236}">
                    <a16:creationId xmlns:a16="http://schemas.microsoft.com/office/drawing/2014/main" id="{485321F3-6F88-0F63-F18A-9F153CF3F36E}"/>
                  </a:ext>
                </a:extLst>
              </p:cNvPr>
              <p:cNvPicPr/>
              <p:nvPr/>
            </p:nvPicPr>
            <p:blipFill>
              <a:blip r:embed="rId284"/>
              <a:stretch>
                <a:fillRect/>
              </a:stretch>
            </p:blipFill>
            <p:spPr>
              <a:xfrm>
                <a:off x="7290288" y="4343904"/>
                <a:ext cx="33480" cy="37800"/>
              </a:xfrm>
              <a:prstGeom prst="rect">
                <a:avLst/>
              </a:prstGeom>
            </p:spPr>
          </p:pic>
        </mc:Fallback>
      </mc:AlternateContent>
      <p:grpSp>
        <p:nvGrpSpPr>
          <p:cNvPr id="261" name="Group 260">
            <a:extLst>
              <a:ext uri="{FF2B5EF4-FFF2-40B4-BE49-F238E27FC236}">
                <a16:creationId xmlns:a16="http://schemas.microsoft.com/office/drawing/2014/main" id="{EFC2D7C8-34B8-455E-D91D-AF05DB9E53DE}"/>
              </a:ext>
            </a:extLst>
          </p:cNvPr>
          <p:cNvGrpSpPr/>
          <p:nvPr/>
        </p:nvGrpSpPr>
        <p:grpSpPr>
          <a:xfrm>
            <a:off x="7903368" y="4370904"/>
            <a:ext cx="1449720" cy="196200"/>
            <a:chOff x="7903368" y="4370904"/>
            <a:chExt cx="1449720" cy="196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85">
              <p14:nvContentPartPr>
                <p14:cNvPr id="257" name="Ink 256">
                  <a:extLst>
                    <a:ext uri="{FF2B5EF4-FFF2-40B4-BE49-F238E27FC236}">
                      <a16:creationId xmlns:a16="http://schemas.microsoft.com/office/drawing/2014/main" id="{0936546A-548E-E37C-E9C7-FF3387DF7670}"/>
                    </a:ext>
                  </a:extLst>
                </p14:cNvPr>
                <p14:cNvContentPartPr/>
                <p14:nvPr/>
              </p14:nvContentPartPr>
              <p14:xfrm>
                <a:off x="7903368" y="4472424"/>
                <a:ext cx="158040" cy="45720"/>
              </p14:xfrm>
            </p:contentPart>
          </mc:Choice>
          <mc:Fallback xmlns="">
            <p:pic>
              <p:nvPicPr>
                <p:cNvPr id="257" name="Ink 256">
                  <a:extLst>
                    <a:ext uri="{FF2B5EF4-FFF2-40B4-BE49-F238E27FC236}">
                      <a16:creationId xmlns:a16="http://schemas.microsoft.com/office/drawing/2014/main" id="{0936546A-548E-E37C-E9C7-FF3387DF7670}"/>
                    </a:ext>
                  </a:extLst>
                </p:cNvPr>
                <p:cNvPicPr/>
                <p:nvPr/>
              </p:nvPicPr>
              <p:blipFill>
                <a:blip r:embed="rId286"/>
                <a:stretch>
                  <a:fillRect/>
                </a:stretch>
              </p:blipFill>
              <p:spPr>
                <a:xfrm>
                  <a:off x="7894728" y="4463784"/>
                  <a:ext cx="175680" cy="6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7">
              <p14:nvContentPartPr>
                <p14:cNvPr id="258" name="Ink 257">
                  <a:extLst>
                    <a:ext uri="{FF2B5EF4-FFF2-40B4-BE49-F238E27FC236}">
                      <a16:creationId xmlns:a16="http://schemas.microsoft.com/office/drawing/2014/main" id="{B59B7878-2317-3FAD-E8E0-9533ABA7ACFC}"/>
                    </a:ext>
                  </a:extLst>
                </p14:cNvPr>
                <p14:cNvContentPartPr/>
                <p14:nvPr/>
              </p14:nvContentPartPr>
              <p14:xfrm>
                <a:off x="8315928" y="4372344"/>
                <a:ext cx="530280" cy="194760"/>
              </p14:xfrm>
            </p:contentPart>
          </mc:Choice>
          <mc:Fallback xmlns="">
            <p:pic>
              <p:nvPicPr>
                <p:cNvPr id="258" name="Ink 257">
                  <a:extLst>
                    <a:ext uri="{FF2B5EF4-FFF2-40B4-BE49-F238E27FC236}">
                      <a16:creationId xmlns:a16="http://schemas.microsoft.com/office/drawing/2014/main" id="{B59B7878-2317-3FAD-E8E0-9533ABA7ACFC}"/>
                    </a:ext>
                  </a:extLst>
                </p:cNvPr>
                <p:cNvPicPr/>
                <p:nvPr/>
              </p:nvPicPr>
              <p:blipFill>
                <a:blip r:embed="rId288"/>
                <a:stretch>
                  <a:fillRect/>
                </a:stretch>
              </p:blipFill>
              <p:spPr>
                <a:xfrm>
                  <a:off x="8307288" y="4363704"/>
                  <a:ext cx="547920" cy="21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9">
              <p14:nvContentPartPr>
                <p14:cNvPr id="259" name="Ink 258">
                  <a:extLst>
                    <a:ext uri="{FF2B5EF4-FFF2-40B4-BE49-F238E27FC236}">
                      <a16:creationId xmlns:a16="http://schemas.microsoft.com/office/drawing/2014/main" id="{1A234D31-F471-6967-79F1-055A9B9DA12C}"/>
                    </a:ext>
                  </a:extLst>
                </p14:cNvPr>
                <p14:cNvContentPartPr/>
                <p14:nvPr/>
              </p14:nvContentPartPr>
              <p14:xfrm>
                <a:off x="8904528" y="4370904"/>
                <a:ext cx="390600" cy="179280"/>
              </p14:xfrm>
            </p:contentPart>
          </mc:Choice>
          <mc:Fallback xmlns="">
            <p:pic>
              <p:nvPicPr>
                <p:cNvPr id="259" name="Ink 258">
                  <a:extLst>
                    <a:ext uri="{FF2B5EF4-FFF2-40B4-BE49-F238E27FC236}">
                      <a16:creationId xmlns:a16="http://schemas.microsoft.com/office/drawing/2014/main" id="{1A234D31-F471-6967-79F1-055A9B9DA12C}"/>
                    </a:ext>
                  </a:extLst>
                </p:cNvPr>
                <p:cNvPicPr/>
                <p:nvPr/>
              </p:nvPicPr>
              <p:blipFill>
                <a:blip r:embed="rId290"/>
                <a:stretch>
                  <a:fillRect/>
                </a:stretch>
              </p:blipFill>
              <p:spPr>
                <a:xfrm>
                  <a:off x="8895888" y="4362264"/>
                  <a:ext cx="408240" cy="19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1">
              <p14:nvContentPartPr>
                <p14:cNvPr id="260" name="Ink 259">
                  <a:extLst>
                    <a:ext uri="{FF2B5EF4-FFF2-40B4-BE49-F238E27FC236}">
                      <a16:creationId xmlns:a16="http://schemas.microsoft.com/office/drawing/2014/main" id="{042653D8-7EAC-0F29-A8C1-20339591726D}"/>
                    </a:ext>
                  </a:extLst>
                </p14:cNvPr>
                <p14:cNvContentPartPr/>
                <p14:nvPr/>
              </p14:nvContentPartPr>
              <p14:xfrm>
                <a:off x="9283248" y="4477464"/>
                <a:ext cx="69840" cy="27000"/>
              </p14:xfrm>
            </p:contentPart>
          </mc:Choice>
          <mc:Fallback xmlns="">
            <p:pic>
              <p:nvPicPr>
                <p:cNvPr id="260" name="Ink 259">
                  <a:extLst>
                    <a:ext uri="{FF2B5EF4-FFF2-40B4-BE49-F238E27FC236}">
                      <a16:creationId xmlns:a16="http://schemas.microsoft.com/office/drawing/2014/main" id="{042653D8-7EAC-0F29-A8C1-20339591726D}"/>
                    </a:ext>
                  </a:extLst>
                </p:cNvPr>
                <p:cNvPicPr/>
                <p:nvPr/>
              </p:nvPicPr>
              <p:blipFill>
                <a:blip r:embed="rId292"/>
                <a:stretch>
                  <a:fillRect/>
                </a:stretch>
              </p:blipFill>
              <p:spPr>
                <a:xfrm>
                  <a:off x="9274248" y="4468824"/>
                  <a:ext cx="87480" cy="446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93">
            <p14:nvContentPartPr>
              <p14:cNvPr id="263" name="Ink 262">
                <a:extLst>
                  <a:ext uri="{FF2B5EF4-FFF2-40B4-BE49-F238E27FC236}">
                    <a16:creationId xmlns:a16="http://schemas.microsoft.com/office/drawing/2014/main" id="{11C0EF16-CB90-0D12-8E20-326046D3E84B}"/>
                  </a:ext>
                </a:extLst>
              </p14:cNvPr>
              <p14:cNvContentPartPr/>
              <p14:nvPr/>
            </p14:nvContentPartPr>
            <p14:xfrm>
              <a:off x="9776088" y="4300704"/>
              <a:ext cx="292320" cy="425520"/>
            </p14:xfrm>
          </p:contentPart>
        </mc:Choice>
        <mc:Fallback xmlns="">
          <p:pic>
            <p:nvPicPr>
              <p:cNvPr id="263" name="Ink 262">
                <a:extLst>
                  <a:ext uri="{FF2B5EF4-FFF2-40B4-BE49-F238E27FC236}">
                    <a16:creationId xmlns:a16="http://schemas.microsoft.com/office/drawing/2014/main" id="{11C0EF16-CB90-0D12-8E20-326046D3E84B}"/>
                  </a:ext>
                </a:extLst>
              </p:cNvPr>
              <p:cNvPicPr/>
              <p:nvPr/>
            </p:nvPicPr>
            <p:blipFill>
              <a:blip r:embed="rId294"/>
              <a:stretch>
                <a:fillRect/>
              </a:stretch>
            </p:blipFill>
            <p:spPr>
              <a:xfrm>
                <a:off x="9767448" y="4292064"/>
                <a:ext cx="309960" cy="443160"/>
              </a:xfrm>
              <a:prstGeom prst="rect">
                <a:avLst/>
              </a:prstGeom>
            </p:spPr>
          </p:pic>
        </mc:Fallback>
      </mc:AlternateContent>
      <p:grpSp>
        <p:nvGrpSpPr>
          <p:cNvPr id="267" name="Group 266">
            <a:extLst>
              <a:ext uri="{FF2B5EF4-FFF2-40B4-BE49-F238E27FC236}">
                <a16:creationId xmlns:a16="http://schemas.microsoft.com/office/drawing/2014/main" id="{1536B69E-AB15-6500-4920-9B4AE789A334}"/>
              </a:ext>
            </a:extLst>
          </p:cNvPr>
          <p:cNvGrpSpPr/>
          <p:nvPr/>
        </p:nvGrpSpPr>
        <p:grpSpPr>
          <a:xfrm>
            <a:off x="10392048" y="4248504"/>
            <a:ext cx="592200" cy="313200"/>
            <a:chOff x="10392048" y="4248504"/>
            <a:chExt cx="592200" cy="313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95">
              <p14:nvContentPartPr>
                <p14:cNvPr id="264" name="Ink 263">
                  <a:extLst>
                    <a:ext uri="{FF2B5EF4-FFF2-40B4-BE49-F238E27FC236}">
                      <a16:creationId xmlns:a16="http://schemas.microsoft.com/office/drawing/2014/main" id="{D9A36608-6E8D-1FD9-DC39-89408486F465}"/>
                    </a:ext>
                  </a:extLst>
                </p14:cNvPr>
                <p14:cNvContentPartPr/>
                <p14:nvPr/>
              </p14:nvContentPartPr>
              <p14:xfrm>
                <a:off x="10392048" y="4248504"/>
                <a:ext cx="142560" cy="313200"/>
              </p14:xfrm>
            </p:contentPart>
          </mc:Choice>
          <mc:Fallback xmlns="">
            <p:pic>
              <p:nvPicPr>
                <p:cNvPr id="264" name="Ink 263">
                  <a:extLst>
                    <a:ext uri="{FF2B5EF4-FFF2-40B4-BE49-F238E27FC236}">
                      <a16:creationId xmlns:a16="http://schemas.microsoft.com/office/drawing/2014/main" id="{D9A36608-6E8D-1FD9-DC39-89408486F465}"/>
                    </a:ext>
                  </a:extLst>
                </p:cNvPr>
                <p:cNvPicPr/>
                <p:nvPr/>
              </p:nvPicPr>
              <p:blipFill>
                <a:blip r:embed="rId296"/>
                <a:stretch>
                  <a:fillRect/>
                </a:stretch>
              </p:blipFill>
              <p:spPr>
                <a:xfrm>
                  <a:off x="10383408" y="4239504"/>
                  <a:ext cx="160200" cy="33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7">
              <p14:nvContentPartPr>
                <p14:cNvPr id="265" name="Ink 264">
                  <a:extLst>
                    <a:ext uri="{FF2B5EF4-FFF2-40B4-BE49-F238E27FC236}">
                      <a16:creationId xmlns:a16="http://schemas.microsoft.com/office/drawing/2014/main" id="{019A849F-D02E-1CEE-7F55-5D401EF27E58}"/>
                    </a:ext>
                  </a:extLst>
                </p14:cNvPr>
                <p14:cNvContentPartPr/>
                <p14:nvPr/>
              </p14:nvContentPartPr>
              <p14:xfrm>
                <a:off x="10621728" y="4325544"/>
                <a:ext cx="115200" cy="166320"/>
              </p14:xfrm>
            </p:contentPart>
          </mc:Choice>
          <mc:Fallback xmlns="">
            <p:pic>
              <p:nvPicPr>
                <p:cNvPr id="265" name="Ink 264">
                  <a:extLst>
                    <a:ext uri="{FF2B5EF4-FFF2-40B4-BE49-F238E27FC236}">
                      <a16:creationId xmlns:a16="http://schemas.microsoft.com/office/drawing/2014/main" id="{019A849F-D02E-1CEE-7F55-5D401EF27E58}"/>
                    </a:ext>
                  </a:extLst>
                </p:cNvPr>
                <p:cNvPicPr/>
                <p:nvPr/>
              </p:nvPicPr>
              <p:blipFill>
                <a:blip r:embed="rId298"/>
                <a:stretch>
                  <a:fillRect/>
                </a:stretch>
              </p:blipFill>
              <p:spPr>
                <a:xfrm>
                  <a:off x="10613088" y="4316544"/>
                  <a:ext cx="132840" cy="18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9">
              <p14:nvContentPartPr>
                <p14:cNvPr id="266" name="Ink 265">
                  <a:extLst>
                    <a:ext uri="{FF2B5EF4-FFF2-40B4-BE49-F238E27FC236}">
                      <a16:creationId xmlns:a16="http://schemas.microsoft.com/office/drawing/2014/main" id="{DBDD8E79-1CF1-3A27-5ACF-804A2842E281}"/>
                    </a:ext>
                  </a:extLst>
                </p14:cNvPr>
                <p14:cNvContentPartPr/>
                <p14:nvPr/>
              </p14:nvContentPartPr>
              <p14:xfrm>
                <a:off x="10867608" y="4329864"/>
                <a:ext cx="116640" cy="184320"/>
              </p14:xfrm>
            </p:contentPart>
          </mc:Choice>
          <mc:Fallback xmlns="">
            <p:pic>
              <p:nvPicPr>
                <p:cNvPr id="266" name="Ink 265">
                  <a:extLst>
                    <a:ext uri="{FF2B5EF4-FFF2-40B4-BE49-F238E27FC236}">
                      <a16:creationId xmlns:a16="http://schemas.microsoft.com/office/drawing/2014/main" id="{DBDD8E79-1CF1-3A27-5ACF-804A2842E281}"/>
                    </a:ext>
                  </a:extLst>
                </p:cNvPr>
                <p:cNvPicPr/>
                <p:nvPr/>
              </p:nvPicPr>
              <p:blipFill>
                <a:blip r:embed="rId300"/>
                <a:stretch>
                  <a:fillRect/>
                </a:stretch>
              </p:blipFill>
              <p:spPr>
                <a:xfrm>
                  <a:off x="10858608" y="4320864"/>
                  <a:ext cx="134280" cy="201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74" name="Group 273">
            <a:extLst>
              <a:ext uri="{FF2B5EF4-FFF2-40B4-BE49-F238E27FC236}">
                <a16:creationId xmlns:a16="http://schemas.microsoft.com/office/drawing/2014/main" id="{36A4AEAA-BF07-BCC3-9A8C-45C7E7CECE86}"/>
              </a:ext>
            </a:extLst>
          </p:cNvPr>
          <p:cNvGrpSpPr/>
          <p:nvPr/>
        </p:nvGrpSpPr>
        <p:grpSpPr>
          <a:xfrm>
            <a:off x="2942928" y="4249584"/>
            <a:ext cx="2101320" cy="703440"/>
            <a:chOff x="2942928" y="4249584"/>
            <a:chExt cx="2101320" cy="703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01">
              <p14:nvContentPartPr>
                <p14:cNvPr id="238" name="Ink 237">
                  <a:extLst>
                    <a:ext uri="{FF2B5EF4-FFF2-40B4-BE49-F238E27FC236}">
                      <a16:creationId xmlns:a16="http://schemas.microsoft.com/office/drawing/2014/main" id="{F1CE14B6-1432-D84F-485B-862721F9A70C}"/>
                    </a:ext>
                  </a:extLst>
                </p14:cNvPr>
                <p14:cNvContentPartPr/>
                <p14:nvPr/>
              </p14:nvContentPartPr>
              <p14:xfrm>
                <a:off x="2942928" y="4249584"/>
                <a:ext cx="666720" cy="268200"/>
              </p14:xfrm>
            </p:contentPart>
          </mc:Choice>
          <mc:Fallback xmlns="">
            <p:pic>
              <p:nvPicPr>
                <p:cNvPr id="238" name="Ink 237">
                  <a:extLst>
                    <a:ext uri="{FF2B5EF4-FFF2-40B4-BE49-F238E27FC236}">
                      <a16:creationId xmlns:a16="http://schemas.microsoft.com/office/drawing/2014/main" id="{F1CE14B6-1432-D84F-485B-862721F9A70C}"/>
                    </a:ext>
                  </a:extLst>
                </p:cNvPr>
                <p:cNvPicPr/>
                <p:nvPr/>
              </p:nvPicPr>
              <p:blipFill>
                <a:blip r:embed="rId302"/>
                <a:stretch>
                  <a:fillRect/>
                </a:stretch>
              </p:blipFill>
              <p:spPr>
                <a:xfrm>
                  <a:off x="2933928" y="4240584"/>
                  <a:ext cx="684360" cy="28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3">
              <p14:nvContentPartPr>
                <p14:cNvPr id="239" name="Ink 238">
                  <a:extLst>
                    <a:ext uri="{FF2B5EF4-FFF2-40B4-BE49-F238E27FC236}">
                      <a16:creationId xmlns:a16="http://schemas.microsoft.com/office/drawing/2014/main" id="{E0B33603-5E7D-2C88-76D7-5884D77CF9BA}"/>
                    </a:ext>
                  </a:extLst>
                </p14:cNvPr>
                <p14:cNvContentPartPr/>
                <p14:nvPr/>
              </p14:nvContentPartPr>
              <p14:xfrm>
                <a:off x="3478608" y="4294944"/>
                <a:ext cx="136080" cy="33480"/>
              </p14:xfrm>
            </p:contentPart>
          </mc:Choice>
          <mc:Fallback xmlns="">
            <p:pic>
              <p:nvPicPr>
                <p:cNvPr id="239" name="Ink 238">
                  <a:extLst>
                    <a:ext uri="{FF2B5EF4-FFF2-40B4-BE49-F238E27FC236}">
                      <a16:creationId xmlns:a16="http://schemas.microsoft.com/office/drawing/2014/main" id="{E0B33603-5E7D-2C88-76D7-5884D77CF9BA}"/>
                    </a:ext>
                  </a:extLst>
                </p:cNvPr>
                <p:cNvPicPr/>
                <p:nvPr/>
              </p:nvPicPr>
              <p:blipFill>
                <a:blip r:embed="rId304"/>
                <a:stretch>
                  <a:fillRect/>
                </a:stretch>
              </p:blipFill>
              <p:spPr>
                <a:xfrm>
                  <a:off x="3469608" y="4286304"/>
                  <a:ext cx="153720" cy="5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5">
              <p14:nvContentPartPr>
                <p14:cNvPr id="240" name="Ink 239">
                  <a:extLst>
                    <a:ext uri="{FF2B5EF4-FFF2-40B4-BE49-F238E27FC236}">
                      <a16:creationId xmlns:a16="http://schemas.microsoft.com/office/drawing/2014/main" id="{344FE2CA-84A7-11AF-8D51-43C16F345F8C}"/>
                    </a:ext>
                  </a:extLst>
                </p14:cNvPr>
                <p14:cNvContentPartPr/>
                <p14:nvPr/>
              </p14:nvContentPartPr>
              <p14:xfrm>
                <a:off x="3677688" y="4389264"/>
                <a:ext cx="218160" cy="265680"/>
              </p14:xfrm>
            </p:contentPart>
          </mc:Choice>
          <mc:Fallback xmlns="">
            <p:pic>
              <p:nvPicPr>
                <p:cNvPr id="240" name="Ink 239">
                  <a:extLst>
                    <a:ext uri="{FF2B5EF4-FFF2-40B4-BE49-F238E27FC236}">
                      <a16:creationId xmlns:a16="http://schemas.microsoft.com/office/drawing/2014/main" id="{344FE2CA-84A7-11AF-8D51-43C16F345F8C}"/>
                    </a:ext>
                  </a:extLst>
                </p:cNvPr>
                <p:cNvPicPr/>
                <p:nvPr/>
              </p:nvPicPr>
              <p:blipFill>
                <a:blip r:embed="rId306"/>
                <a:stretch>
                  <a:fillRect/>
                </a:stretch>
              </p:blipFill>
              <p:spPr>
                <a:xfrm>
                  <a:off x="3669048" y="4380624"/>
                  <a:ext cx="235800" cy="28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7">
              <p14:nvContentPartPr>
                <p14:cNvPr id="241" name="Ink 240">
                  <a:extLst>
                    <a:ext uri="{FF2B5EF4-FFF2-40B4-BE49-F238E27FC236}">
                      <a16:creationId xmlns:a16="http://schemas.microsoft.com/office/drawing/2014/main" id="{A7906FAD-15D1-34D5-AEFA-18BFFA09B5E9}"/>
                    </a:ext>
                  </a:extLst>
                </p14:cNvPr>
                <p14:cNvContentPartPr/>
                <p14:nvPr/>
              </p14:nvContentPartPr>
              <p14:xfrm>
                <a:off x="3893328" y="4409784"/>
                <a:ext cx="196200" cy="59760"/>
              </p14:xfrm>
            </p:contentPart>
          </mc:Choice>
          <mc:Fallback xmlns="">
            <p:pic>
              <p:nvPicPr>
                <p:cNvPr id="241" name="Ink 240">
                  <a:extLst>
                    <a:ext uri="{FF2B5EF4-FFF2-40B4-BE49-F238E27FC236}">
                      <a16:creationId xmlns:a16="http://schemas.microsoft.com/office/drawing/2014/main" id="{A7906FAD-15D1-34D5-AEFA-18BFFA09B5E9}"/>
                    </a:ext>
                  </a:extLst>
                </p:cNvPr>
                <p:cNvPicPr/>
                <p:nvPr/>
              </p:nvPicPr>
              <p:blipFill>
                <a:blip r:embed="rId308"/>
                <a:stretch>
                  <a:fillRect/>
                </a:stretch>
              </p:blipFill>
              <p:spPr>
                <a:xfrm>
                  <a:off x="3884328" y="4401144"/>
                  <a:ext cx="213840" cy="7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9">
              <p14:nvContentPartPr>
                <p14:cNvPr id="242" name="Ink 241">
                  <a:extLst>
                    <a:ext uri="{FF2B5EF4-FFF2-40B4-BE49-F238E27FC236}">
                      <a16:creationId xmlns:a16="http://schemas.microsoft.com/office/drawing/2014/main" id="{60CE2348-9AA0-87F2-6998-604E67E51212}"/>
                    </a:ext>
                  </a:extLst>
                </p14:cNvPr>
                <p14:cNvContentPartPr/>
                <p14:nvPr/>
              </p14:nvContentPartPr>
              <p14:xfrm>
                <a:off x="4103208" y="4412664"/>
                <a:ext cx="90360" cy="269280"/>
              </p14:xfrm>
            </p:contentPart>
          </mc:Choice>
          <mc:Fallback xmlns="">
            <p:pic>
              <p:nvPicPr>
                <p:cNvPr id="242" name="Ink 241">
                  <a:extLst>
                    <a:ext uri="{FF2B5EF4-FFF2-40B4-BE49-F238E27FC236}">
                      <a16:creationId xmlns:a16="http://schemas.microsoft.com/office/drawing/2014/main" id="{60CE2348-9AA0-87F2-6998-604E67E51212}"/>
                    </a:ext>
                  </a:extLst>
                </p:cNvPr>
                <p:cNvPicPr/>
                <p:nvPr/>
              </p:nvPicPr>
              <p:blipFill>
                <a:blip r:embed="rId310"/>
                <a:stretch>
                  <a:fillRect/>
                </a:stretch>
              </p:blipFill>
              <p:spPr>
                <a:xfrm>
                  <a:off x="4094568" y="4403664"/>
                  <a:ext cx="108000" cy="28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1">
              <p14:nvContentPartPr>
                <p14:cNvPr id="244" name="Ink 243">
                  <a:extLst>
                    <a:ext uri="{FF2B5EF4-FFF2-40B4-BE49-F238E27FC236}">
                      <a16:creationId xmlns:a16="http://schemas.microsoft.com/office/drawing/2014/main" id="{D10235B3-9A38-E218-D3E2-4BEBE1B666B6}"/>
                    </a:ext>
                  </a:extLst>
                </p14:cNvPr>
                <p14:cNvContentPartPr/>
                <p14:nvPr/>
              </p14:nvContentPartPr>
              <p14:xfrm>
                <a:off x="4683528" y="4328784"/>
                <a:ext cx="189720" cy="447840"/>
              </p14:xfrm>
            </p:contentPart>
          </mc:Choice>
          <mc:Fallback xmlns="">
            <p:pic>
              <p:nvPicPr>
                <p:cNvPr id="244" name="Ink 243">
                  <a:extLst>
                    <a:ext uri="{FF2B5EF4-FFF2-40B4-BE49-F238E27FC236}">
                      <a16:creationId xmlns:a16="http://schemas.microsoft.com/office/drawing/2014/main" id="{D10235B3-9A38-E218-D3E2-4BEBE1B666B6}"/>
                    </a:ext>
                  </a:extLst>
                </p:cNvPr>
                <p:cNvPicPr/>
                <p:nvPr/>
              </p:nvPicPr>
              <p:blipFill>
                <a:blip r:embed="rId312"/>
                <a:stretch>
                  <a:fillRect/>
                </a:stretch>
              </p:blipFill>
              <p:spPr>
                <a:xfrm>
                  <a:off x="4674528" y="4320144"/>
                  <a:ext cx="207360" cy="46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3">
              <p14:nvContentPartPr>
                <p14:cNvPr id="268" name="Ink 267">
                  <a:extLst>
                    <a:ext uri="{FF2B5EF4-FFF2-40B4-BE49-F238E27FC236}">
                      <a16:creationId xmlns:a16="http://schemas.microsoft.com/office/drawing/2014/main" id="{FBE50823-F3E7-23C0-B9E8-CA49D5997D33}"/>
                    </a:ext>
                  </a:extLst>
                </p14:cNvPr>
                <p14:cNvContentPartPr/>
                <p14:nvPr/>
              </p14:nvContentPartPr>
              <p14:xfrm>
                <a:off x="3658608" y="4802184"/>
                <a:ext cx="455760" cy="150840"/>
              </p14:xfrm>
            </p:contentPart>
          </mc:Choice>
          <mc:Fallback xmlns="">
            <p:pic>
              <p:nvPicPr>
                <p:cNvPr id="268" name="Ink 267">
                  <a:extLst>
                    <a:ext uri="{FF2B5EF4-FFF2-40B4-BE49-F238E27FC236}">
                      <a16:creationId xmlns:a16="http://schemas.microsoft.com/office/drawing/2014/main" id="{FBE50823-F3E7-23C0-B9E8-CA49D5997D33}"/>
                    </a:ext>
                  </a:extLst>
                </p:cNvPr>
                <p:cNvPicPr/>
                <p:nvPr/>
              </p:nvPicPr>
              <p:blipFill>
                <a:blip r:embed="rId314"/>
                <a:stretch>
                  <a:fillRect/>
                </a:stretch>
              </p:blipFill>
              <p:spPr>
                <a:xfrm>
                  <a:off x="3649608" y="4793184"/>
                  <a:ext cx="473400" cy="16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5">
              <p14:nvContentPartPr>
                <p14:cNvPr id="269" name="Ink 268">
                  <a:extLst>
                    <a:ext uri="{FF2B5EF4-FFF2-40B4-BE49-F238E27FC236}">
                      <a16:creationId xmlns:a16="http://schemas.microsoft.com/office/drawing/2014/main" id="{4A9D8839-53AA-9FAB-1992-E7F35C32326B}"/>
                    </a:ext>
                  </a:extLst>
                </p14:cNvPr>
                <p14:cNvContentPartPr/>
                <p14:nvPr/>
              </p14:nvContentPartPr>
              <p14:xfrm>
                <a:off x="4237848" y="4855464"/>
                <a:ext cx="44640" cy="55080"/>
              </p14:xfrm>
            </p:contentPart>
          </mc:Choice>
          <mc:Fallback xmlns="">
            <p:pic>
              <p:nvPicPr>
                <p:cNvPr id="269" name="Ink 268">
                  <a:extLst>
                    <a:ext uri="{FF2B5EF4-FFF2-40B4-BE49-F238E27FC236}">
                      <a16:creationId xmlns:a16="http://schemas.microsoft.com/office/drawing/2014/main" id="{4A9D8839-53AA-9FAB-1992-E7F35C32326B}"/>
                    </a:ext>
                  </a:extLst>
                </p:cNvPr>
                <p:cNvPicPr/>
                <p:nvPr/>
              </p:nvPicPr>
              <p:blipFill>
                <a:blip r:embed="rId316"/>
                <a:stretch>
                  <a:fillRect/>
                </a:stretch>
              </p:blipFill>
              <p:spPr>
                <a:xfrm>
                  <a:off x="4228848" y="4846824"/>
                  <a:ext cx="62280" cy="7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7">
              <p14:nvContentPartPr>
                <p14:cNvPr id="270" name="Ink 269">
                  <a:extLst>
                    <a:ext uri="{FF2B5EF4-FFF2-40B4-BE49-F238E27FC236}">
                      <a16:creationId xmlns:a16="http://schemas.microsoft.com/office/drawing/2014/main" id="{9AA40DE9-68CA-544A-4C9E-A486FAB63120}"/>
                    </a:ext>
                  </a:extLst>
                </p14:cNvPr>
                <p14:cNvContentPartPr/>
                <p14:nvPr/>
              </p14:nvContentPartPr>
              <p14:xfrm>
                <a:off x="4354848" y="4868064"/>
                <a:ext cx="94680" cy="59760"/>
              </p14:xfrm>
            </p:contentPart>
          </mc:Choice>
          <mc:Fallback xmlns="">
            <p:pic>
              <p:nvPicPr>
                <p:cNvPr id="270" name="Ink 269">
                  <a:extLst>
                    <a:ext uri="{FF2B5EF4-FFF2-40B4-BE49-F238E27FC236}">
                      <a16:creationId xmlns:a16="http://schemas.microsoft.com/office/drawing/2014/main" id="{9AA40DE9-68CA-544A-4C9E-A486FAB63120}"/>
                    </a:ext>
                  </a:extLst>
                </p:cNvPr>
                <p:cNvPicPr/>
                <p:nvPr/>
              </p:nvPicPr>
              <p:blipFill>
                <a:blip r:embed="rId318"/>
                <a:stretch>
                  <a:fillRect/>
                </a:stretch>
              </p:blipFill>
              <p:spPr>
                <a:xfrm>
                  <a:off x="4345848" y="4859064"/>
                  <a:ext cx="112320" cy="7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9">
              <p14:nvContentPartPr>
                <p14:cNvPr id="271" name="Ink 270">
                  <a:extLst>
                    <a:ext uri="{FF2B5EF4-FFF2-40B4-BE49-F238E27FC236}">
                      <a16:creationId xmlns:a16="http://schemas.microsoft.com/office/drawing/2014/main" id="{6F8C91C2-AE61-A136-3C7F-E27E313301AC}"/>
                    </a:ext>
                  </a:extLst>
                </p14:cNvPr>
                <p14:cNvContentPartPr/>
                <p14:nvPr/>
              </p14:nvContentPartPr>
              <p14:xfrm>
                <a:off x="4468248" y="4812624"/>
                <a:ext cx="3600" cy="21600"/>
              </p14:xfrm>
            </p:contentPart>
          </mc:Choice>
          <mc:Fallback xmlns="">
            <p:pic>
              <p:nvPicPr>
                <p:cNvPr id="271" name="Ink 270">
                  <a:extLst>
                    <a:ext uri="{FF2B5EF4-FFF2-40B4-BE49-F238E27FC236}">
                      <a16:creationId xmlns:a16="http://schemas.microsoft.com/office/drawing/2014/main" id="{6F8C91C2-AE61-A136-3C7F-E27E313301AC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4459248" y="4803624"/>
                  <a:ext cx="21240" cy="3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0">
              <p14:nvContentPartPr>
                <p14:cNvPr id="272" name="Ink 271">
                  <a:extLst>
                    <a:ext uri="{FF2B5EF4-FFF2-40B4-BE49-F238E27FC236}">
                      <a16:creationId xmlns:a16="http://schemas.microsoft.com/office/drawing/2014/main" id="{A31958D4-E7C8-895D-26DB-CA23DDE39A09}"/>
                    </a:ext>
                  </a:extLst>
                </p14:cNvPr>
                <p14:cNvContentPartPr/>
                <p14:nvPr/>
              </p14:nvContentPartPr>
              <p14:xfrm>
                <a:off x="4540968" y="4759704"/>
                <a:ext cx="503280" cy="171000"/>
              </p14:xfrm>
            </p:contentPart>
          </mc:Choice>
          <mc:Fallback xmlns="">
            <p:pic>
              <p:nvPicPr>
                <p:cNvPr id="272" name="Ink 271">
                  <a:extLst>
                    <a:ext uri="{FF2B5EF4-FFF2-40B4-BE49-F238E27FC236}">
                      <a16:creationId xmlns:a16="http://schemas.microsoft.com/office/drawing/2014/main" id="{A31958D4-E7C8-895D-26DB-CA23DDE39A09}"/>
                    </a:ext>
                  </a:extLst>
                </p:cNvPr>
                <p:cNvPicPr/>
                <p:nvPr/>
              </p:nvPicPr>
              <p:blipFill>
                <a:blip r:embed="rId321"/>
                <a:stretch>
                  <a:fillRect/>
                </a:stretch>
              </p:blipFill>
              <p:spPr>
                <a:xfrm>
                  <a:off x="4532328" y="4751064"/>
                  <a:ext cx="520920" cy="18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2">
              <p14:nvContentPartPr>
                <p14:cNvPr id="273" name="Ink 272">
                  <a:extLst>
                    <a:ext uri="{FF2B5EF4-FFF2-40B4-BE49-F238E27FC236}">
                      <a16:creationId xmlns:a16="http://schemas.microsoft.com/office/drawing/2014/main" id="{9DE862A7-C18A-3C88-A91A-7302439274D9}"/>
                    </a:ext>
                  </a:extLst>
                </p14:cNvPr>
                <p14:cNvContentPartPr/>
                <p14:nvPr/>
              </p14:nvContentPartPr>
              <p14:xfrm>
                <a:off x="4851648" y="4815144"/>
                <a:ext cx="42120" cy="10800"/>
              </p14:xfrm>
            </p:contentPart>
          </mc:Choice>
          <mc:Fallback xmlns="">
            <p:pic>
              <p:nvPicPr>
                <p:cNvPr id="273" name="Ink 272">
                  <a:extLst>
                    <a:ext uri="{FF2B5EF4-FFF2-40B4-BE49-F238E27FC236}">
                      <a16:creationId xmlns:a16="http://schemas.microsoft.com/office/drawing/2014/main" id="{9DE862A7-C18A-3C88-A91A-7302439274D9}"/>
                    </a:ext>
                  </a:extLst>
                </p:cNvPr>
                <p:cNvPicPr/>
                <p:nvPr/>
              </p:nvPicPr>
              <p:blipFill>
                <a:blip r:embed="rId323"/>
                <a:stretch>
                  <a:fillRect/>
                </a:stretch>
              </p:blipFill>
              <p:spPr>
                <a:xfrm>
                  <a:off x="4843008" y="4806504"/>
                  <a:ext cx="59760" cy="28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81" name="Group 280">
            <a:extLst>
              <a:ext uri="{FF2B5EF4-FFF2-40B4-BE49-F238E27FC236}">
                <a16:creationId xmlns:a16="http://schemas.microsoft.com/office/drawing/2014/main" id="{B8F17287-E4BE-D30A-273F-C6C8C461EB3F}"/>
              </a:ext>
            </a:extLst>
          </p:cNvPr>
          <p:cNvGrpSpPr/>
          <p:nvPr/>
        </p:nvGrpSpPr>
        <p:grpSpPr>
          <a:xfrm>
            <a:off x="5386968" y="4677984"/>
            <a:ext cx="536760" cy="229320"/>
            <a:chOff x="5386968" y="4677984"/>
            <a:chExt cx="536760" cy="229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24">
              <p14:nvContentPartPr>
                <p14:cNvPr id="275" name="Ink 274">
                  <a:extLst>
                    <a:ext uri="{FF2B5EF4-FFF2-40B4-BE49-F238E27FC236}">
                      <a16:creationId xmlns:a16="http://schemas.microsoft.com/office/drawing/2014/main" id="{FEFB23E1-680B-BAB5-7A1A-1DFD07CF85BF}"/>
                    </a:ext>
                  </a:extLst>
                </p14:cNvPr>
                <p14:cNvContentPartPr/>
                <p14:nvPr/>
              </p14:nvContentPartPr>
              <p14:xfrm>
                <a:off x="5386968" y="4808304"/>
                <a:ext cx="206280" cy="94680"/>
              </p14:xfrm>
            </p:contentPart>
          </mc:Choice>
          <mc:Fallback xmlns="">
            <p:pic>
              <p:nvPicPr>
                <p:cNvPr id="275" name="Ink 274">
                  <a:extLst>
                    <a:ext uri="{FF2B5EF4-FFF2-40B4-BE49-F238E27FC236}">
                      <a16:creationId xmlns:a16="http://schemas.microsoft.com/office/drawing/2014/main" id="{FEFB23E1-680B-BAB5-7A1A-1DFD07CF85BF}"/>
                    </a:ext>
                  </a:extLst>
                </p:cNvPr>
                <p:cNvPicPr/>
                <p:nvPr/>
              </p:nvPicPr>
              <p:blipFill>
                <a:blip r:embed="rId325"/>
                <a:stretch>
                  <a:fillRect/>
                </a:stretch>
              </p:blipFill>
              <p:spPr>
                <a:xfrm>
                  <a:off x="5377968" y="4799664"/>
                  <a:ext cx="223920" cy="11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6">
              <p14:nvContentPartPr>
                <p14:cNvPr id="276" name="Ink 275">
                  <a:extLst>
                    <a:ext uri="{FF2B5EF4-FFF2-40B4-BE49-F238E27FC236}">
                      <a16:creationId xmlns:a16="http://schemas.microsoft.com/office/drawing/2014/main" id="{C020BA9E-753B-7AE9-7B0C-EC62664AA994}"/>
                    </a:ext>
                  </a:extLst>
                </p14:cNvPr>
                <p14:cNvContentPartPr/>
                <p14:nvPr/>
              </p14:nvContentPartPr>
              <p14:xfrm>
                <a:off x="5742648" y="4723704"/>
                <a:ext cx="15840" cy="177120"/>
              </p14:xfrm>
            </p:contentPart>
          </mc:Choice>
          <mc:Fallback xmlns="">
            <p:pic>
              <p:nvPicPr>
                <p:cNvPr id="276" name="Ink 275">
                  <a:extLst>
                    <a:ext uri="{FF2B5EF4-FFF2-40B4-BE49-F238E27FC236}">
                      <a16:creationId xmlns:a16="http://schemas.microsoft.com/office/drawing/2014/main" id="{C020BA9E-753B-7AE9-7B0C-EC62664AA994}"/>
                    </a:ext>
                  </a:extLst>
                </p:cNvPr>
                <p:cNvPicPr/>
                <p:nvPr/>
              </p:nvPicPr>
              <p:blipFill>
                <a:blip r:embed="rId327"/>
                <a:stretch>
                  <a:fillRect/>
                </a:stretch>
              </p:blipFill>
              <p:spPr>
                <a:xfrm>
                  <a:off x="5734008" y="4714704"/>
                  <a:ext cx="33480" cy="19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8">
              <p14:nvContentPartPr>
                <p14:cNvPr id="277" name="Ink 276">
                  <a:extLst>
                    <a:ext uri="{FF2B5EF4-FFF2-40B4-BE49-F238E27FC236}">
                      <a16:creationId xmlns:a16="http://schemas.microsoft.com/office/drawing/2014/main" id="{03E90715-570B-C9A0-293D-A4DB80760D14}"/>
                    </a:ext>
                  </a:extLst>
                </p14:cNvPr>
                <p14:cNvContentPartPr/>
                <p14:nvPr/>
              </p14:nvContentPartPr>
              <p14:xfrm>
                <a:off x="5716368" y="4677984"/>
                <a:ext cx="207360" cy="229320"/>
              </p14:xfrm>
            </p:contentPart>
          </mc:Choice>
          <mc:Fallback xmlns="">
            <p:pic>
              <p:nvPicPr>
                <p:cNvPr id="277" name="Ink 276">
                  <a:extLst>
                    <a:ext uri="{FF2B5EF4-FFF2-40B4-BE49-F238E27FC236}">
                      <a16:creationId xmlns:a16="http://schemas.microsoft.com/office/drawing/2014/main" id="{03E90715-570B-C9A0-293D-A4DB80760D14}"/>
                    </a:ext>
                  </a:extLst>
                </p:cNvPr>
                <p:cNvPicPr/>
                <p:nvPr/>
              </p:nvPicPr>
              <p:blipFill>
                <a:blip r:embed="rId329"/>
                <a:stretch>
                  <a:fillRect/>
                </a:stretch>
              </p:blipFill>
              <p:spPr>
                <a:xfrm>
                  <a:off x="5707728" y="4669344"/>
                  <a:ext cx="225000" cy="246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88" name="Group 287">
            <a:extLst>
              <a:ext uri="{FF2B5EF4-FFF2-40B4-BE49-F238E27FC236}">
                <a16:creationId xmlns:a16="http://schemas.microsoft.com/office/drawing/2014/main" id="{D808D5F6-FA10-27F5-AFD1-6B7A75570D99}"/>
              </a:ext>
            </a:extLst>
          </p:cNvPr>
          <p:cNvGrpSpPr/>
          <p:nvPr/>
        </p:nvGrpSpPr>
        <p:grpSpPr>
          <a:xfrm>
            <a:off x="6427008" y="4810464"/>
            <a:ext cx="1423800" cy="149760"/>
            <a:chOff x="6427008" y="4810464"/>
            <a:chExt cx="1423800" cy="149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30">
              <p14:nvContentPartPr>
                <p14:cNvPr id="278" name="Ink 277">
                  <a:extLst>
                    <a:ext uri="{FF2B5EF4-FFF2-40B4-BE49-F238E27FC236}">
                      <a16:creationId xmlns:a16="http://schemas.microsoft.com/office/drawing/2014/main" id="{8A0870CD-B8BB-822A-8841-FAF423A27270}"/>
                    </a:ext>
                  </a:extLst>
                </p14:cNvPr>
                <p14:cNvContentPartPr/>
                <p14:nvPr/>
              </p14:nvContentPartPr>
              <p14:xfrm>
                <a:off x="6427008" y="4820184"/>
                <a:ext cx="127440" cy="97200"/>
              </p14:xfrm>
            </p:contentPart>
          </mc:Choice>
          <mc:Fallback xmlns="">
            <p:pic>
              <p:nvPicPr>
                <p:cNvPr id="278" name="Ink 277">
                  <a:extLst>
                    <a:ext uri="{FF2B5EF4-FFF2-40B4-BE49-F238E27FC236}">
                      <a16:creationId xmlns:a16="http://schemas.microsoft.com/office/drawing/2014/main" id="{8A0870CD-B8BB-822A-8841-FAF423A27270}"/>
                    </a:ext>
                  </a:extLst>
                </p:cNvPr>
                <p:cNvPicPr/>
                <p:nvPr/>
              </p:nvPicPr>
              <p:blipFill>
                <a:blip r:embed="rId331"/>
                <a:stretch>
                  <a:fillRect/>
                </a:stretch>
              </p:blipFill>
              <p:spPr>
                <a:xfrm>
                  <a:off x="6418008" y="4811544"/>
                  <a:ext cx="145080" cy="11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2">
              <p14:nvContentPartPr>
                <p14:cNvPr id="279" name="Ink 278">
                  <a:extLst>
                    <a:ext uri="{FF2B5EF4-FFF2-40B4-BE49-F238E27FC236}">
                      <a16:creationId xmlns:a16="http://schemas.microsoft.com/office/drawing/2014/main" id="{F84BFDD7-F102-BC45-4FE2-2B7F183CB11A}"/>
                    </a:ext>
                  </a:extLst>
                </p14:cNvPr>
                <p14:cNvContentPartPr/>
                <p14:nvPr/>
              </p14:nvContentPartPr>
              <p14:xfrm>
                <a:off x="6596208" y="4855824"/>
                <a:ext cx="337320" cy="59040"/>
              </p14:xfrm>
            </p:contentPart>
          </mc:Choice>
          <mc:Fallback xmlns="">
            <p:pic>
              <p:nvPicPr>
                <p:cNvPr id="279" name="Ink 278">
                  <a:extLst>
                    <a:ext uri="{FF2B5EF4-FFF2-40B4-BE49-F238E27FC236}">
                      <a16:creationId xmlns:a16="http://schemas.microsoft.com/office/drawing/2014/main" id="{F84BFDD7-F102-BC45-4FE2-2B7F183CB11A}"/>
                    </a:ext>
                  </a:extLst>
                </p:cNvPr>
                <p:cNvPicPr/>
                <p:nvPr/>
              </p:nvPicPr>
              <p:blipFill>
                <a:blip r:embed="rId333"/>
                <a:stretch>
                  <a:fillRect/>
                </a:stretch>
              </p:blipFill>
              <p:spPr>
                <a:xfrm>
                  <a:off x="6587568" y="4847184"/>
                  <a:ext cx="354960" cy="7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4">
              <p14:nvContentPartPr>
                <p14:cNvPr id="282" name="Ink 281">
                  <a:extLst>
                    <a:ext uri="{FF2B5EF4-FFF2-40B4-BE49-F238E27FC236}">
                      <a16:creationId xmlns:a16="http://schemas.microsoft.com/office/drawing/2014/main" id="{9CFF2718-E43B-BCC8-F43E-A598A78D8AF8}"/>
                    </a:ext>
                  </a:extLst>
                </p14:cNvPr>
                <p14:cNvContentPartPr/>
                <p14:nvPr/>
              </p14:nvContentPartPr>
              <p14:xfrm>
                <a:off x="7048368" y="4934664"/>
                <a:ext cx="36720" cy="5040"/>
              </p14:xfrm>
            </p:contentPart>
          </mc:Choice>
          <mc:Fallback xmlns="">
            <p:pic>
              <p:nvPicPr>
                <p:cNvPr id="282" name="Ink 281">
                  <a:extLst>
                    <a:ext uri="{FF2B5EF4-FFF2-40B4-BE49-F238E27FC236}">
                      <a16:creationId xmlns:a16="http://schemas.microsoft.com/office/drawing/2014/main" id="{9CFF2718-E43B-BCC8-F43E-A598A78D8AF8}"/>
                    </a:ext>
                  </a:extLst>
                </p:cNvPr>
                <p:cNvPicPr/>
                <p:nvPr/>
              </p:nvPicPr>
              <p:blipFill>
                <a:blip r:embed="rId335"/>
                <a:stretch>
                  <a:fillRect/>
                </a:stretch>
              </p:blipFill>
              <p:spPr>
                <a:xfrm>
                  <a:off x="7039728" y="4925664"/>
                  <a:ext cx="54360" cy="2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6">
              <p14:nvContentPartPr>
                <p14:cNvPr id="284" name="Ink 283">
                  <a:extLst>
                    <a:ext uri="{FF2B5EF4-FFF2-40B4-BE49-F238E27FC236}">
                      <a16:creationId xmlns:a16="http://schemas.microsoft.com/office/drawing/2014/main" id="{6FFC3D46-B5D9-4DDE-4667-8CB69B75A4BE}"/>
                    </a:ext>
                  </a:extLst>
                </p14:cNvPr>
                <p14:cNvContentPartPr/>
                <p14:nvPr/>
              </p14:nvContentPartPr>
              <p14:xfrm>
                <a:off x="7234488" y="4860144"/>
                <a:ext cx="185760" cy="100080"/>
              </p14:xfrm>
            </p:contentPart>
          </mc:Choice>
          <mc:Fallback xmlns="">
            <p:pic>
              <p:nvPicPr>
                <p:cNvPr id="284" name="Ink 283">
                  <a:extLst>
                    <a:ext uri="{FF2B5EF4-FFF2-40B4-BE49-F238E27FC236}">
                      <a16:creationId xmlns:a16="http://schemas.microsoft.com/office/drawing/2014/main" id="{6FFC3D46-B5D9-4DDE-4667-8CB69B75A4BE}"/>
                    </a:ext>
                  </a:extLst>
                </p:cNvPr>
                <p:cNvPicPr/>
                <p:nvPr/>
              </p:nvPicPr>
              <p:blipFill>
                <a:blip r:embed="rId337"/>
                <a:stretch>
                  <a:fillRect/>
                </a:stretch>
              </p:blipFill>
              <p:spPr>
                <a:xfrm>
                  <a:off x="7225488" y="4851144"/>
                  <a:ext cx="203400" cy="11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8">
              <p14:nvContentPartPr>
                <p14:cNvPr id="285" name="Ink 284">
                  <a:extLst>
                    <a:ext uri="{FF2B5EF4-FFF2-40B4-BE49-F238E27FC236}">
                      <a16:creationId xmlns:a16="http://schemas.microsoft.com/office/drawing/2014/main" id="{511BFD50-7402-AD5A-0CE3-AFF9FE67A899}"/>
                    </a:ext>
                  </a:extLst>
                </p14:cNvPr>
                <p14:cNvContentPartPr/>
                <p14:nvPr/>
              </p14:nvContentPartPr>
              <p14:xfrm>
                <a:off x="7518168" y="4863024"/>
                <a:ext cx="50400" cy="76320"/>
              </p14:xfrm>
            </p:contentPart>
          </mc:Choice>
          <mc:Fallback xmlns="">
            <p:pic>
              <p:nvPicPr>
                <p:cNvPr id="285" name="Ink 284">
                  <a:extLst>
                    <a:ext uri="{FF2B5EF4-FFF2-40B4-BE49-F238E27FC236}">
                      <a16:creationId xmlns:a16="http://schemas.microsoft.com/office/drawing/2014/main" id="{511BFD50-7402-AD5A-0CE3-AFF9FE67A899}"/>
                    </a:ext>
                  </a:extLst>
                </p:cNvPr>
                <p:cNvPicPr/>
                <p:nvPr/>
              </p:nvPicPr>
              <p:blipFill>
                <a:blip r:embed="rId339"/>
                <a:stretch>
                  <a:fillRect/>
                </a:stretch>
              </p:blipFill>
              <p:spPr>
                <a:xfrm>
                  <a:off x="7509168" y="4854384"/>
                  <a:ext cx="68040" cy="9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0">
              <p14:nvContentPartPr>
                <p14:cNvPr id="286" name="Ink 285">
                  <a:extLst>
                    <a:ext uri="{FF2B5EF4-FFF2-40B4-BE49-F238E27FC236}">
                      <a16:creationId xmlns:a16="http://schemas.microsoft.com/office/drawing/2014/main" id="{967D0038-8783-8683-DF2F-FC00D91F055A}"/>
                    </a:ext>
                  </a:extLst>
                </p14:cNvPr>
                <p14:cNvContentPartPr/>
                <p14:nvPr/>
              </p14:nvContentPartPr>
              <p14:xfrm>
                <a:off x="7628328" y="4879944"/>
                <a:ext cx="111600" cy="37800"/>
              </p14:xfrm>
            </p:contentPart>
          </mc:Choice>
          <mc:Fallback xmlns="">
            <p:pic>
              <p:nvPicPr>
                <p:cNvPr id="286" name="Ink 285">
                  <a:extLst>
                    <a:ext uri="{FF2B5EF4-FFF2-40B4-BE49-F238E27FC236}">
                      <a16:creationId xmlns:a16="http://schemas.microsoft.com/office/drawing/2014/main" id="{967D0038-8783-8683-DF2F-FC00D91F055A}"/>
                    </a:ext>
                  </a:extLst>
                </p:cNvPr>
                <p:cNvPicPr/>
                <p:nvPr/>
              </p:nvPicPr>
              <p:blipFill>
                <a:blip r:embed="rId341"/>
                <a:stretch>
                  <a:fillRect/>
                </a:stretch>
              </p:blipFill>
              <p:spPr>
                <a:xfrm>
                  <a:off x="7619328" y="4871304"/>
                  <a:ext cx="129240" cy="5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2">
              <p14:nvContentPartPr>
                <p14:cNvPr id="287" name="Ink 286">
                  <a:extLst>
                    <a:ext uri="{FF2B5EF4-FFF2-40B4-BE49-F238E27FC236}">
                      <a16:creationId xmlns:a16="http://schemas.microsoft.com/office/drawing/2014/main" id="{FDD0142F-6F79-95E1-380F-68CF3C796780}"/>
                    </a:ext>
                  </a:extLst>
                </p14:cNvPr>
                <p14:cNvContentPartPr/>
                <p14:nvPr/>
              </p14:nvContentPartPr>
              <p14:xfrm>
                <a:off x="7791048" y="4810464"/>
                <a:ext cx="59760" cy="106200"/>
              </p14:xfrm>
            </p:contentPart>
          </mc:Choice>
          <mc:Fallback xmlns="">
            <p:pic>
              <p:nvPicPr>
                <p:cNvPr id="287" name="Ink 286">
                  <a:extLst>
                    <a:ext uri="{FF2B5EF4-FFF2-40B4-BE49-F238E27FC236}">
                      <a16:creationId xmlns:a16="http://schemas.microsoft.com/office/drawing/2014/main" id="{FDD0142F-6F79-95E1-380F-68CF3C796780}"/>
                    </a:ext>
                  </a:extLst>
                </p:cNvPr>
                <p:cNvPicPr/>
                <p:nvPr/>
              </p:nvPicPr>
              <p:blipFill>
                <a:blip r:embed="rId343"/>
                <a:stretch>
                  <a:fillRect/>
                </a:stretch>
              </p:blipFill>
              <p:spPr>
                <a:xfrm>
                  <a:off x="7782048" y="4801824"/>
                  <a:ext cx="77400" cy="123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91" name="Group 290">
            <a:extLst>
              <a:ext uri="{FF2B5EF4-FFF2-40B4-BE49-F238E27FC236}">
                <a16:creationId xmlns:a16="http://schemas.microsoft.com/office/drawing/2014/main" id="{F6C59BFA-00C2-D737-F38D-0450059DEFB9}"/>
              </a:ext>
            </a:extLst>
          </p:cNvPr>
          <p:cNvGrpSpPr/>
          <p:nvPr/>
        </p:nvGrpSpPr>
        <p:grpSpPr>
          <a:xfrm>
            <a:off x="3161448" y="5002344"/>
            <a:ext cx="702000" cy="354240"/>
            <a:chOff x="3161448" y="5002344"/>
            <a:chExt cx="702000" cy="354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44">
              <p14:nvContentPartPr>
                <p14:cNvPr id="289" name="Ink 288">
                  <a:extLst>
                    <a:ext uri="{FF2B5EF4-FFF2-40B4-BE49-F238E27FC236}">
                      <a16:creationId xmlns:a16="http://schemas.microsoft.com/office/drawing/2014/main" id="{B00AD344-15C0-9384-F856-D048CD671057}"/>
                    </a:ext>
                  </a:extLst>
                </p14:cNvPr>
                <p14:cNvContentPartPr/>
                <p14:nvPr/>
              </p14:nvContentPartPr>
              <p14:xfrm>
                <a:off x="3244968" y="5112144"/>
                <a:ext cx="67320" cy="244440"/>
              </p14:xfrm>
            </p:contentPart>
          </mc:Choice>
          <mc:Fallback xmlns="">
            <p:pic>
              <p:nvPicPr>
                <p:cNvPr id="289" name="Ink 288">
                  <a:extLst>
                    <a:ext uri="{FF2B5EF4-FFF2-40B4-BE49-F238E27FC236}">
                      <a16:creationId xmlns:a16="http://schemas.microsoft.com/office/drawing/2014/main" id="{B00AD344-15C0-9384-F856-D048CD671057}"/>
                    </a:ext>
                  </a:extLst>
                </p:cNvPr>
                <p:cNvPicPr/>
                <p:nvPr/>
              </p:nvPicPr>
              <p:blipFill>
                <a:blip r:embed="rId345"/>
                <a:stretch>
                  <a:fillRect/>
                </a:stretch>
              </p:blipFill>
              <p:spPr>
                <a:xfrm>
                  <a:off x="3236328" y="5103144"/>
                  <a:ext cx="84960" cy="26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6">
              <p14:nvContentPartPr>
                <p14:cNvPr id="290" name="Ink 289">
                  <a:extLst>
                    <a:ext uri="{FF2B5EF4-FFF2-40B4-BE49-F238E27FC236}">
                      <a16:creationId xmlns:a16="http://schemas.microsoft.com/office/drawing/2014/main" id="{15491F82-E546-1296-D20B-92C0A28AFAC4}"/>
                    </a:ext>
                  </a:extLst>
                </p14:cNvPr>
                <p14:cNvContentPartPr/>
                <p14:nvPr/>
              </p14:nvContentPartPr>
              <p14:xfrm>
                <a:off x="3161448" y="5002344"/>
                <a:ext cx="702000" cy="279720"/>
              </p14:xfrm>
            </p:contentPart>
          </mc:Choice>
          <mc:Fallback xmlns="">
            <p:pic>
              <p:nvPicPr>
                <p:cNvPr id="290" name="Ink 289">
                  <a:extLst>
                    <a:ext uri="{FF2B5EF4-FFF2-40B4-BE49-F238E27FC236}">
                      <a16:creationId xmlns:a16="http://schemas.microsoft.com/office/drawing/2014/main" id="{15491F82-E546-1296-D20B-92C0A28AFAC4}"/>
                    </a:ext>
                  </a:extLst>
                </p:cNvPr>
                <p:cNvPicPr/>
                <p:nvPr/>
              </p:nvPicPr>
              <p:blipFill>
                <a:blip r:embed="rId347"/>
                <a:stretch>
                  <a:fillRect/>
                </a:stretch>
              </p:blipFill>
              <p:spPr>
                <a:xfrm>
                  <a:off x="3152448" y="4993704"/>
                  <a:ext cx="719640" cy="297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95" name="Group 294">
            <a:extLst>
              <a:ext uri="{FF2B5EF4-FFF2-40B4-BE49-F238E27FC236}">
                <a16:creationId xmlns:a16="http://schemas.microsoft.com/office/drawing/2014/main" id="{8C345DB7-0056-1D4E-613B-8250083272CB}"/>
              </a:ext>
            </a:extLst>
          </p:cNvPr>
          <p:cNvGrpSpPr/>
          <p:nvPr/>
        </p:nvGrpSpPr>
        <p:grpSpPr>
          <a:xfrm>
            <a:off x="4398048" y="5069664"/>
            <a:ext cx="776880" cy="461520"/>
            <a:chOff x="4398048" y="5069664"/>
            <a:chExt cx="776880" cy="461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48">
              <p14:nvContentPartPr>
                <p14:cNvPr id="292" name="Ink 291">
                  <a:extLst>
                    <a:ext uri="{FF2B5EF4-FFF2-40B4-BE49-F238E27FC236}">
                      <a16:creationId xmlns:a16="http://schemas.microsoft.com/office/drawing/2014/main" id="{56AF50F4-14D2-FFCA-4E7D-81CFAAEA432D}"/>
                    </a:ext>
                  </a:extLst>
                </p14:cNvPr>
                <p14:cNvContentPartPr/>
                <p14:nvPr/>
              </p14:nvContentPartPr>
              <p14:xfrm>
                <a:off x="4398048" y="5082624"/>
                <a:ext cx="307080" cy="387720"/>
              </p14:xfrm>
            </p:contentPart>
          </mc:Choice>
          <mc:Fallback xmlns="">
            <p:pic>
              <p:nvPicPr>
                <p:cNvPr id="292" name="Ink 291">
                  <a:extLst>
                    <a:ext uri="{FF2B5EF4-FFF2-40B4-BE49-F238E27FC236}">
                      <a16:creationId xmlns:a16="http://schemas.microsoft.com/office/drawing/2014/main" id="{56AF50F4-14D2-FFCA-4E7D-81CFAAEA432D}"/>
                    </a:ext>
                  </a:extLst>
                </p:cNvPr>
                <p:cNvPicPr/>
                <p:nvPr/>
              </p:nvPicPr>
              <p:blipFill>
                <a:blip r:embed="rId349"/>
                <a:stretch>
                  <a:fillRect/>
                </a:stretch>
              </p:blipFill>
              <p:spPr>
                <a:xfrm>
                  <a:off x="4389408" y="5073984"/>
                  <a:ext cx="324720" cy="40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0">
              <p14:nvContentPartPr>
                <p14:cNvPr id="293" name="Ink 292">
                  <a:extLst>
                    <a:ext uri="{FF2B5EF4-FFF2-40B4-BE49-F238E27FC236}">
                      <a16:creationId xmlns:a16="http://schemas.microsoft.com/office/drawing/2014/main" id="{7EA81F01-D989-5597-ACEB-42A9CE538075}"/>
                    </a:ext>
                  </a:extLst>
                </p14:cNvPr>
                <p14:cNvContentPartPr/>
                <p14:nvPr/>
              </p14:nvContentPartPr>
              <p14:xfrm>
                <a:off x="4773888" y="5161104"/>
                <a:ext cx="82800" cy="211320"/>
              </p14:xfrm>
            </p:contentPart>
          </mc:Choice>
          <mc:Fallback xmlns="">
            <p:pic>
              <p:nvPicPr>
                <p:cNvPr id="293" name="Ink 292">
                  <a:extLst>
                    <a:ext uri="{FF2B5EF4-FFF2-40B4-BE49-F238E27FC236}">
                      <a16:creationId xmlns:a16="http://schemas.microsoft.com/office/drawing/2014/main" id="{7EA81F01-D989-5597-ACEB-42A9CE538075}"/>
                    </a:ext>
                  </a:extLst>
                </p:cNvPr>
                <p:cNvPicPr/>
                <p:nvPr/>
              </p:nvPicPr>
              <p:blipFill>
                <a:blip r:embed="rId351"/>
                <a:stretch>
                  <a:fillRect/>
                </a:stretch>
              </p:blipFill>
              <p:spPr>
                <a:xfrm>
                  <a:off x="4764888" y="5152104"/>
                  <a:ext cx="100440" cy="22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2">
              <p14:nvContentPartPr>
                <p14:cNvPr id="294" name="Ink 293">
                  <a:extLst>
                    <a:ext uri="{FF2B5EF4-FFF2-40B4-BE49-F238E27FC236}">
                      <a16:creationId xmlns:a16="http://schemas.microsoft.com/office/drawing/2014/main" id="{44DB4C43-CC91-CB19-6E67-4897EB787D41}"/>
                    </a:ext>
                  </a:extLst>
                </p14:cNvPr>
                <p14:cNvContentPartPr/>
                <p14:nvPr/>
              </p14:nvContentPartPr>
              <p14:xfrm>
                <a:off x="4939488" y="5069664"/>
                <a:ext cx="235440" cy="461520"/>
              </p14:xfrm>
            </p:contentPart>
          </mc:Choice>
          <mc:Fallback xmlns="">
            <p:pic>
              <p:nvPicPr>
                <p:cNvPr id="294" name="Ink 293">
                  <a:extLst>
                    <a:ext uri="{FF2B5EF4-FFF2-40B4-BE49-F238E27FC236}">
                      <a16:creationId xmlns:a16="http://schemas.microsoft.com/office/drawing/2014/main" id="{44DB4C43-CC91-CB19-6E67-4897EB787D41}"/>
                    </a:ext>
                  </a:extLst>
                </p:cNvPr>
                <p:cNvPicPr/>
                <p:nvPr/>
              </p:nvPicPr>
              <p:blipFill>
                <a:blip r:embed="rId353"/>
                <a:stretch>
                  <a:fillRect/>
                </a:stretch>
              </p:blipFill>
              <p:spPr>
                <a:xfrm>
                  <a:off x="4930848" y="5060664"/>
                  <a:ext cx="253080" cy="479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06" name="Group 305">
            <a:extLst>
              <a:ext uri="{FF2B5EF4-FFF2-40B4-BE49-F238E27FC236}">
                <a16:creationId xmlns:a16="http://schemas.microsoft.com/office/drawing/2014/main" id="{3856AA97-B6D2-7B45-8BF3-08ACB00F9837}"/>
              </a:ext>
            </a:extLst>
          </p:cNvPr>
          <p:cNvGrpSpPr/>
          <p:nvPr/>
        </p:nvGrpSpPr>
        <p:grpSpPr>
          <a:xfrm>
            <a:off x="5708448" y="5089464"/>
            <a:ext cx="1836000" cy="281160"/>
            <a:chOff x="5708448" y="5089464"/>
            <a:chExt cx="1836000" cy="281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54">
              <p14:nvContentPartPr>
                <p14:cNvPr id="296" name="Ink 295">
                  <a:extLst>
                    <a:ext uri="{FF2B5EF4-FFF2-40B4-BE49-F238E27FC236}">
                      <a16:creationId xmlns:a16="http://schemas.microsoft.com/office/drawing/2014/main" id="{229206B7-553A-F3FD-C582-9B070EBD5460}"/>
                    </a:ext>
                  </a:extLst>
                </p14:cNvPr>
                <p14:cNvContentPartPr/>
                <p14:nvPr/>
              </p14:nvContentPartPr>
              <p14:xfrm>
                <a:off x="5708448" y="5089464"/>
                <a:ext cx="354960" cy="230400"/>
              </p14:xfrm>
            </p:contentPart>
          </mc:Choice>
          <mc:Fallback xmlns="">
            <p:pic>
              <p:nvPicPr>
                <p:cNvPr id="296" name="Ink 295">
                  <a:extLst>
                    <a:ext uri="{FF2B5EF4-FFF2-40B4-BE49-F238E27FC236}">
                      <a16:creationId xmlns:a16="http://schemas.microsoft.com/office/drawing/2014/main" id="{229206B7-553A-F3FD-C582-9B070EBD5460}"/>
                    </a:ext>
                  </a:extLst>
                </p:cNvPr>
                <p:cNvPicPr/>
                <p:nvPr/>
              </p:nvPicPr>
              <p:blipFill>
                <a:blip r:embed="rId355"/>
                <a:stretch>
                  <a:fillRect/>
                </a:stretch>
              </p:blipFill>
              <p:spPr>
                <a:xfrm>
                  <a:off x="5699808" y="5080824"/>
                  <a:ext cx="372600" cy="24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6">
              <p14:nvContentPartPr>
                <p14:cNvPr id="297" name="Ink 296">
                  <a:extLst>
                    <a:ext uri="{FF2B5EF4-FFF2-40B4-BE49-F238E27FC236}">
                      <a16:creationId xmlns:a16="http://schemas.microsoft.com/office/drawing/2014/main" id="{DEB85B1E-06C7-90F8-9117-CF8B5F6022F8}"/>
                    </a:ext>
                  </a:extLst>
                </p14:cNvPr>
                <p14:cNvContentPartPr/>
                <p14:nvPr/>
              </p14:nvContentPartPr>
              <p14:xfrm>
                <a:off x="6140808" y="5238864"/>
                <a:ext cx="21240" cy="78480"/>
              </p14:xfrm>
            </p:contentPart>
          </mc:Choice>
          <mc:Fallback xmlns="">
            <p:pic>
              <p:nvPicPr>
                <p:cNvPr id="297" name="Ink 296">
                  <a:extLst>
                    <a:ext uri="{FF2B5EF4-FFF2-40B4-BE49-F238E27FC236}">
                      <a16:creationId xmlns:a16="http://schemas.microsoft.com/office/drawing/2014/main" id="{DEB85B1E-06C7-90F8-9117-CF8B5F6022F8}"/>
                    </a:ext>
                  </a:extLst>
                </p:cNvPr>
                <p:cNvPicPr/>
                <p:nvPr/>
              </p:nvPicPr>
              <p:blipFill>
                <a:blip r:embed="rId357"/>
                <a:stretch>
                  <a:fillRect/>
                </a:stretch>
              </p:blipFill>
              <p:spPr>
                <a:xfrm>
                  <a:off x="6131808" y="5230224"/>
                  <a:ext cx="38880" cy="9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8">
              <p14:nvContentPartPr>
                <p14:cNvPr id="298" name="Ink 297">
                  <a:extLst>
                    <a:ext uri="{FF2B5EF4-FFF2-40B4-BE49-F238E27FC236}">
                      <a16:creationId xmlns:a16="http://schemas.microsoft.com/office/drawing/2014/main" id="{788BD058-411E-8138-39B2-9A602F8FEB30}"/>
                    </a:ext>
                  </a:extLst>
                </p14:cNvPr>
                <p14:cNvContentPartPr/>
                <p14:nvPr/>
              </p14:nvContentPartPr>
              <p14:xfrm>
                <a:off x="6191208" y="5158584"/>
                <a:ext cx="19080" cy="20880"/>
              </p14:xfrm>
            </p:contentPart>
          </mc:Choice>
          <mc:Fallback xmlns="">
            <p:pic>
              <p:nvPicPr>
                <p:cNvPr id="298" name="Ink 297">
                  <a:extLst>
                    <a:ext uri="{FF2B5EF4-FFF2-40B4-BE49-F238E27FC236}">
                      <a16:creationId xmlns:a16="http://schemas.microsoft.com/office/drawing/2014/main" id="{788BD058-411E-8138-39B2-9A602F8FEB30}"/>
                    </a:ext>
                  </a:extLst>
                </p:cNvPr>
                <p:cNvPicPr/>
                <p:nvPr/>
              </p:nvPicPr>
              <p:blipFill>
                <a:blip r:embed="rId359"/>
                <a:stretch>
                  <a:fillRect/>
                </a:stretch>
              </p:blipFill>
              <p:spPr>
                <a:xfrm>
                  <a:off x="6182568" y="5149584"/>
                  <a:ext cx="36720" cy="3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0">
              <p14:nvContentPartPr>
                <p14:cNvPr id="299" name="Ink 298">
                  <a:extLst>
                    <a:ext uri="{FF2B5EF4-FFF2-40B4-BE49-F238E27FC236}">
                      <a16:creationId xmlns:a16="http://schemas.microsoft.com/office/drawing/2014/main" id="{889000E9-F3E0-CBDD-91BD-0C8646EA83D4}"/>
                    </a:ext>
                  </a:extLst>
                </p14:cNvPr>
                <p14:cNvContentPartPr/>
                <p14:nvPr/>
              </p14:nvContentPartPr>
              <p14:xfrm>
                <a:off x="6260328" y="5133744"/>
                <a:ext cx="358920" cy="195120"/>
              </p14:xfrm>
            </p:contentPart>
          </mc:Choice>
          <mc:Fallback xmlns="">
            <p:pic>
              <p:nvPicPr>
                <p:cNvPr id="299" name="Ink 298">
                  <a:extLst>
                    <a:ext uri="{FF2B5EF4-FFF2-40B4-BE49-F238E27FC236}">
                      <a16:creationId xmlns:a16="http://schemas.microsoft.com/office/drawing/2014/main" id="{889000E9-F3E0-CBDD-91BD-0C8646EA83D4}"/>
                    </a:ext>
                  </a:extLst>
                </p:cNvPr>
                <p:cNvPicPr/>
                <p:nvPr/>
              </p:nvPicPr>
              <p:blipFill>
                <a:blip r:embed="rId361"/>
                <a:stretch>
                  <a:fillRect/>
                </a:stretch>
              </p:blipFill>
              <p:spPr>
                <a:xfrm>
                  <a:off x="6251688" y="5124744"/>
                  <a:ext cx="376560" cy="21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2">
              <p14:nvContentPartPr>
                <p14:cNvPr id="300" name="Ink 299">
                  <a:extLst>
                    <a:ext uri="{FF2B5EF4-FFF2-40B4-BE49-F238E27FC236}">
                      <a16:creationId xmlns:a16="http://schemas.microsoft.com/office/drawing/2014/main" id="{FF375AC1-B003-CFE5-3388-2C04923D84E4}"/>
                    </a:ext>
                  </a:extLst>
                </p14:cNvPr>
                <p14:cNvContentPartPr/>
                <p14:nvPr/>
              </p14:nvContentPartPr>
              <p14:xfrm>
                <a:off x="6817608" y="5113944"/>
                <a:ext cx="568800" cy="256680"/>
              </p14:xfrm>
            </p:contentPart>
          </mc:Choice>
          <mc:Fallback xmlns="">
            <p:pic>
              <p:nvPicPr>
                <p:cNvPr id="300" name="Ink 299">
                  <a:extLst>
                    <a:ext uri="{FF2B5EF4-FFF2-40B4-BE49-F238E27FC236}">
                      <a16:creationId xmlns:a16="http://schemas.microsoft.com/office/drawing/2014/main" id="{FF375AC1-B003-CFE5-3388-2C04923D84E4}"/>
                    </a:ext>
                  </a:extLst>
                </p:cNvPr>
                <p:cNvPicPr/>
                <p:nvPr/>
              </p:nvPicPr>
              <p:blipFill>
                <a:blip r:embed="rId363"/>
                <a:stretch>
                  <a:fillRect/>
                </a:stretch>
              </p:blipFill>
              <p:spPr>
                <a:xfrm>
                  <a:off x="6808608" y="5104944"/>
                  <a:ext cx="586440" cy="27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4">
              <p14:nvContentPartPr>
                <p14:cNvPr id="302" name="Ink 301">
                  <a:extLst>
                    <a:ext uri="{FF2B5EF4-FFF2-40B4-BE49-F238E27FC236}">
                      <a16:creationId xmlns:a16="http://schemas.microsoft.com/office/drawing/2014/main" id="{3F05D6BF-B7A2-3D9E-308C-09FCFCA03DCF}"/>
                    </a:ext>
                  </a:extLst>
                </p14:cNvPr>
                <p14:cNvContentPartPr/>
                <p14:nvPr/>
              </p14:nvContentPartPr>
              <p14:xfrm>
                <a:off x="7451928" y="5219064"/>
                <a:ext cx="92520" cy="82080"/>
              </p14:xfrm>
            </p:contentPart>
          </mc:Choice>
          <mc:Fallback xmlns="">
            <p:pic>
              <p:nvPicPr>
                <p:cNvPr id="302" name="Ink 301">
                  <a:extLst>
                    <a:ext uri="{FF2B5EF4-FFF2-40B4-BE49-F238E27FC236}">
                      <a16:creationId xmlns:a16="http://schemas.microsoft.com/office/drawing/2014/main" id="{3F05D6BF-B7A2-3D9E-308C-09FCFCA03DCF}"/>
                    </a:ext>
                  </a:extLst>
                </p:cNvPr>
                <p:cNvPicPr/>
                <p:nvPr/>
              </p:nvPicPr>
              <p:blipFill>
                <a:blip r:embed="rId365"/>
                <a:stretch>
                  <a:fillRect/>
                </a:stretch>
              </p:blipFill>
              <p:spPr>
                <a:xfrm>
                  <a:off x="7442928" y="5210424"/>
                  <a:ext cx="110160" cy="99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05" name="Group 304">
            <a:extLst>
              <a:ext uri="{FF2B5EF4-FFF2-40B4-BE49-F238E27FC236}">
                <a16:creationId xmlns:a16="http://schemas.microsoft.com/office/drawing/2014/main" id="{31D022E4-26D7-EDED-4D47-E3B8B5A1C055}"/>
              </a:ext>
            </a:extLst>
          </p:cNvPr>
          <p:cNvGrpSpPr/>
          <p:nvPr/>
        </p:nvGrpSpPr>
        <p:grpSpPr>
          <a:xfrm>
            <a:off x="7848288" y="5127624"/>
            <a:ext cx="507240" cy="227880"/>
            <a:chOff x="7848288" y="5127624"/>
            <a:chExt cx="507240" cy="227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66">
              <p14:nvContentPartPr>
                <p14:cNvPr id="303" name="Ink 302">
                  <a:extLst>
                    <a:ext uri="{FF2B5EF4-FFF2-40B4-BE49-F238E27FC236}">
                      <a16:creationId xmlns:a16="http://schemas.microsoft.com/office/drawing/2014/main" id="{09061A99-70C0-7C05-F868-84DCD3D273B9}"/>
                    </a:ext>
                  </a:extLst>
                </p14:cNvPr>
                <p14:cNvContentPartPr/>
                <p14:nvPr/>
              </p14:nvContentPartPr>
              <p14:xfrm>
                <a:off x="8068608" y="5127624"/>
                <a:ext cx="54360" cy="227880"/>
              </p14:xfrm>
            </p:contentPart>
          </mc:Choice>
          <mc:Fallback xmlns="">
            <p:pic>
              <p:nvPicPr>
                <p:cNvPr id="303" name="Ink 302">
                  <a:extLst>
                    <a:ext uri="{FF2B5EF4-FFF2-40B4-BE49-F238E27FC236}">
                      <a16:creationId xmlns:a16="http://schemas.microsoft.com/office/drawing/2014/main" id="{09061A99-70C0-7C05-F868-84DCD3D273B9}"/>
                    </a:ext>
                  </a:extLst>
                </p:cNvPr>
                <p:cNvPicPr/>
                <p:nvPr/>
              </p:nvPicPr>
              <p:blipFill>
                <a:blip r:embed="rId367"/>
                <a:stretch>
                  <a:fillRect/>
                </a:stretch>
              </p:blipFill>
              <p:spPr>
                <a:xfrm>
                  <a:off x="8059968" y="5118624"/>
                  <a:ext cx="72000" cy="24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8">
              <p14:nvContentPartPr>
                <p14:cNvPr id="304" name="Ink 303">
                  <a:extLst>
                    <a:ext uri="{FF2B5EF4-FFF2-40B4-BE49-F238E27FC236}">
                      <a16:creationId xmlns:a16="http://schemas.microsoft.com/office/drawing/2014/main" id="{6809F92A-95DC-F7E4-9214-057156981471}"/>
                    </a:ext>
                  </a:extLst>
                </p14:cNvPr>
                <p14:cNvContentPartPr/>
                <p14:nvPr/>
              </p14:nvContentPartPr>
              <p14:xfrm>
                <a:off x="7848288" y="5238864"/>
                <a:ext cx="507240" cy="61560"/>
              </p14:xfrm>
            </p:contentPart>
          </mc:Choice>
          <mc:Fallback xmlns="">
            <p:pic>
              <p:nvPicPr>
                <p:cNvPr id="304" name="Ink 303">
                  <a:extLst>
                    <a:ext uri="{FF2B5EF4-FFF2-40B4-BE49-F238E27FC236}">
                      <a16:creationId xmlns:a16="http://schemas.microsoft.com/office/drawing/2014/main" id="{6809F92A-95DC-F7E4-9214-057156981471}"/>
                    </a:ext>
                  </a:extLst>
                </p:cNvPr>
                <p:cNvPicPr/>
                <p:nvPr/>
              </p:nvPicPr>
              <p:blipFill>
                <a:blip r:embed="rId369"/>
                <a:stretch>
                  <a:fillRect/>
                </a:stretch>
              </p:blipFill>
              <p:spPr>
                <a:xfrm>
                  <a:off x="7839648" y="5229864"/>
                  <a:ext cx="524880" cy="79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15" name="Group 314">
            <a:extLst>
              <a:ext uri="{FF2B5EF4-FFF2-40B4-BE49-F238E27FC236}">
                <a16:creationId xmlns:a16="http://schemas.microsoft.com/office/drawing/2014/main" id="{9A4BF862-246B-9446-6B53-DB6573A4DCBE}"/>
              </a:ext>
            </a:extLst>
          </p:cNvPr>
          <p:cNvGrpSpPr/>
          <p:nvPr/>
        </p:nvGrpSpPr>
        <p:grpSpPr>
          <a:xfrm>
            <a:off x="8713008" y="5167584"/>
            <a:ext cx="1136160" cy="163080"/>
            <a:chOff x="8713008" y="5167584"/>
            <a:chExt cx="1136160" cy="163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70">
              <p14:nvContentPartPr>
                <p14:cNvPr id="307" name="Ink 306">
                  <a:extLst>
                    <a:ext uri="{FF2B5EF4-FFF2-40B4-BE49-F238E27FC236}">
                      <a16:creationId xmlns:a16="http://schemas.microsoft.com/office/drawing/2014/main" id="{B54BE643-3442-9646-FEF0-658234A7A4B4}"/>
                    </a:ext>
                  </a:extLst>
                </p14:cNvPr>
                <p14:cNvContentPartPr/>
                <p14:nvPr/>
              </p14:nvContentPartPr>
              <p14:xfrm>
                <a:off x="8713008" y="5206104"/>
                <a:ext cx="627120" cy="124560"/>
              </p14:xfrm>
            </p:contentPart>
          </mc:Choice>
          <mc:Fallback xmlns="">
            <p:pic>
              <p:nvPicPr>
                <p:cNvPr id="307" name="Ink 306">
                  <a:extLst>
                    <a:ext uri="{FF2B5EF4-FFF2-40B4-BE49-F238E27FC236}">
                      <a16:creationId xmlns:a16="http://schemas.microsoft.com/office/drawing/2014/main" id="{B54BE643-3442-9646-FEF0-658234A7A4B4}"/>
                    </a:ext>
                  </a:extLst>
                </p:cNvPr>
                <p:cNvPicPr/>
                <p:nvPr/>
              </p:nvPicPr>
              <p:blipFill>
                <a:blip r:embed="rId371"/>
                <a:stretch>
                  <a:fillRect/>
                </a:stretch>
              </p:blipFill>
              <p:spPr>
                <a:xfrm>
                  <a:off x="8704368" y="5197104"/>
                  <a:ext cx="644760" cy="14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2">
              <p14:nvContentPartPr>
                <p14:cNvPr id="308" name="Ink 307">
                  <a:extLst>
                    <a:ext uri="{FF2B5EF4-FFF2-40B4-BE49-F238E27FC236}">
                      <a16:creationId xmlns:a16="http://schemas.microsoft.com/office/drawing/2014/main" id="{1BAFE550-1D73-BBDB-32DF-5732D53C16D4}"/>
                    </a:ext>
                  </a:extLst>
                </p14:cNvPr>
                <p14:cNvContentPartPr/>
                <p14:nvPr/>
              </p14:nvContentPartPr>
              <p14:xfrm>
                <a:off x="9403128" y="5167584"/>
                <a:ext cx="346320" cy="138600"/>
              </p14:xfrm>
            </p:contentPart>
          </mc:Choice>
          <mc:Fallback xmlns="">
            <p:pic>
              <p:nvPicPr>
                <p:cNvPr id="308" name="Ink 307">
                  <a:extLst>
                    <a:ext uri="{FF2B5EF4-FFF2-40B4-BE49-F238E27FC236}">
                      <a16:creationId xmlns:a16="http://schemas.microsoft.com/office/drawing/2014/main" id="{1BAFE550-1D73-BBDB-32DF-5732D53C16D4}"/>
                    </a:ext>
                  </a:extLst>
                </p:cNvPr>
                <p:cNvPicPr/>
                <p:nvPr/>
              </p:nvPicPr>
              <p:blipFill>
                <a:blip r:embed="rId373"/>
                <a:stretch>
                  <a:fillRect/>
                </a:stretch>
              </p:blipFill>
              <p:spPr>
                <a:xfrm>
                  <a:off x="9394488" y="5158944"/>
                  <a:ext cx="363960" cy="15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4">
              <p14:nvContentPartPr>
                <p14:cNvPr id="309" name="Ink 308">
                  <a:extLst>
                    <a:ext uri="{FF2B5EF4-FFF2-40B4-BE49-F238E27FC236}">
                      <a16:creationId xmlns:a16="http://schemas.microsoft.com/office/drawing/2014/main" id="{B01561D4-E4F1-BE88-F491-59419966E975}"/>
                    </a:ext>
                  </a:extLst>
                </p14:cNvPr>
                <p14:cNvContentPartPr/>
                <p14:nvPr/>
              </p14:nvContentPartPr>
              <p14:xfrm>
                <a:off x="9704808" y="5211504"/>
                <a:ext cx="144360" cy="35280"/>
              </p14:xfrm>
            </p:contentPart>
          </mc:Choice>
          <mc:Fallback xmlns="">
            <p:pic>
              <p:nvPicPr>
                <p:cNvPr id="309" name="Ink 308">
                  <a:extLst>
                    <a:ext uri="{FF2B5EF4-FFF2-40B4-BE49-F238E27FC236}">
                      <a16:creationId xmlns:a16="http://schemas.microsoft.com/office/drawing/2014/main" id="{B01561D4-E4F1-BE88-F491-59419966E975}"/>
                    </a:ext>
                  </a:extLst>
                </p:cNvPr>
                <p:cNvPicPr/>
                <p:nvPr/>
              </p:nvPicPr>
              <p:blipFill>
                <a:blip r:embed="rId375"/>
                <a:stretch>
                  <a:fillRect/>
                </a:stretch>
              </p:blipFill>
              <p:spPr>
                <a:xfrm>
                  <a:off x="9696168" y="5202504"/>
                  <a:ext cx="162000" cy="52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14" name="Group 313">
            <a:extLst>
              <a:ext uri="{FF2B5EF4-FFF2-40B4-BE49-F238E27FC236}">
                <a16:creationId xmlns:a16="http://schemas.microsoft.com/office/drawing/2014/main" id="{BE373508-72D5-A2C0-0D2F-F76710063B71}"/>
              </a:ext>
            </a:extLst>
          </p:cNvPr>
          <p:cNvGrpSpPr/>
          <p:nvPr/>
        </p:nvGrpSpPr>
        <p:grpSpPr>
          <a:xfrm>
            <a:off x="10155528" y="5055984"/>
            <a:ext cx="665640" cy="247680"/>
            <a:chOff x="10155528" y="5055984"/>
            <a:chExt cx="665640" cy="247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76">
              <p14:nvContentPartPr>
                <p14:cNvPr id="310" name="Ink 309">
                  <a:extLst>
                    <a:ext uri="{FF2B5EF4-FFF2-40B4-BE49-F238E27FC236}">
                      <a16:creationId xmlns:a16="http://schemas.microsoft.com/office/drawing/2014/main" id="{6A1142AF-B71C-68EA-C071-14B4CFF11BF3}"/>
                    </a:ext>
                  </a:extLst>
                </p14:cNvPr>
                <p14:cNvContentPartPr/>
                <p14:nvPr/>
              </p14:nvContentPartPr>
              <p14:xfrm>
                <a:off x="10155528" y="5160384"/>
                <a:ext cx="165600" cy="114480"/>
              </p14:xfrm>
            </p:contentPart>
          </mc:Choice>
          <mc:Fallback xmlns="">
            <p:pic>
              <p:nvPicPr>
                <p:cNvPr id="310" name="Ink 309">
                  <a:extLst>
                    <a:ext uri="{FF2B5EF4-FFF2-40B4-BE49-F238E27FC236}">
                      <a16:creationId xmlns:a16="http://schemas.microsoft.com/office/drawing/2014/main" id="{6A1142AF-B71C-68EA-C071-14B4CFF11BF3}"/>
                    </a:ext>
                  </a:extLst>
                </p:cNvPr>
                <p:cNvPicPr/>
                <p:nvPr/>
              </p:nvPicPr>
              <p:blipFill>
                <a:blip r:embed="rId377"/>
                <a:stretch>
                  <a:fillRect/>
                </a:stretch>
              </p:blipFill>
              <p:spPr>
                <a:xfrm>
                  <a:off x="10146888" y="5151744"/>
                  <a:ext cx="183240" cy="13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8">
              <p14:nvContentPartPr>
                <p14:cNvPr id="311" name="Ink 310">
                  <a:extLst>
                    <a:ext uri="{FF2B5EF4-FFF2-40B4-BE49-F238E27FC236}">
                      <a16:creationId xmlns:a16="http://schemas.microsoft.com/office/drawing/2014/main" id="{7A69563E-0763-C41A-913F-C8AB6A9FE8A8}"/>
                    </a:ext>
                  </a:extLst>
                </p14:cNvPr>
                <p14:cNvContentPartPr/>
                <p14:nvPr/>
              </p14:nvContentPartPr>
              <p14:xfrm>
                <a:off x="10337328" y="5115744"/>
                <a:ext cx="50040" cy="187920"/>
              </p14:xfrm>
            </p:contentPart>
          </mc:Choice>
          <mc:Fallback xmlns="">
            <p:pic>
              <p:nvPicPr>
                <p:cNvPr id="311" name="Ink 310">
                  <a:extLst>
                    <a:ext uri="{FF2B5EF4-FFF2-40B4-BE49-F238E27FC236}">
                      <a16:creationId xmlns:a16="http://schemas.microsoft.com/office/drawing/2014/main" id="{7A69563E-0763-C41A-913F-C8AB6A9FE8A8}"/>
                    </a:ext>
                  </a:extLst>
                </p:cNvPr>
                <p:cNvPicPr/>
                <p:nvPr/>
              </p:nvPicPr>
              <p:blipFill>
                <a:blip r:embed="rId379"/>
                <a:stretch>
                  <a:fillRect/>
                </a:stretch>
              </p:blipFill>
              <p:spPr>
                <a:xfrm>
                  <a:off x="10328328" y="5107104"/>
                  <a:ext cx="67680" cy="20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0">
              <p14:nvContentPartPr>
                <p14:cNvPr id="312" name="Ink 311">
                  <a:extLst>
                    <a:ext uri="{FF2B5EF4-FFF2-40B4-BE49-F238E27FC236}">
                      <a16:creationId xmlns:a16="http://schemas.microsoft.com/office/drawing/2014/main" id="{E38E44E0-FDF7-413D-64DB-B385DCEE83F1}"/>
                    </a:ext>
                  </a:extLst>
                </p14:cNvPr>
                <p14:cNvContentPartPr/>
                <p14:nvPr/>
              </p14:nvContentPartPr>
              <p14:xfrm>
                <a:off x="10342368" y="5055984"/>
                <a:ext cx="378000" cy="208440"/>
              </p14:xfrm>
            </p:contentPart>
          </mc:Choice>
          <mc:Fallback xmlns="">
            <p:pic>
              <p:nvPicPr>
                <p:cNvPr id="312" name="Ink 311">
                  <a:extLst>
                    <a:ext uri="{FF2B5EF4-FFF2-40B4-BE49-F238E27FC236}">
                      <a16:creationId xmlns:a16="http://schemas.microsoft.com/office/drawing/2014/main" id="{E38E44E0-FDF7-413D-64DB-B385DCEE83F1}"/>
                    </a:ext>
                  </a:extLst>
                </p:cNvPr>
                <p:cNvPicPr/>
                <p:nvPr/>
              </p:nvPicPr>
              <p:blipFill>
                <a:blip r:embed="rId381"/>
                <a:stretch>
                  <a:fillRect/>
                </a:stretch>
              </p:blipFill>
              <p:spPr>
                <a:xfrm>
                  <a:off x="10333728" y="5047344"/>
                  <a:ext cx="395640" cy="22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2">
              <p14:nvContentPartPr>
                <p14:cNvPr id="313" name="Ink 312">
                  <a:extLst>
                    <a:ext uri="{FF2B5EF4-FFF2-40B4-BE49-F238E27FC236}">
                      <a16:creationId xmlns:a16="http://schemas.microsoft.com/office/drawing/2014/main" id="{7C43026C-CCD4-B6CD-EAAD-A4839D28D3B8}"/>
                    </a:ext>
                  </a:extLst>
                </p14:cNvPr>
                <p14:cNvContentPartPr/>
                <p14:nvPr/>
              </p14:nvContentPartPr>
              <p14:xfrm>
                <a:off x="10774728" y="5120424"/>
                <a:ext cx="46440" cy="29520"/>
              </p14:xfrm>
            </p:contentPart>
          </mc:Choice>
          <mc:Fallback xmlns="">
            <p:pic>
              <p:nvPicPr>
                <p:cNvPr id="313" name="Ink 312">
                  <a:extLst>
                    <a:ext uri="{FF2B5EF4-FFF2-40B4-BE49-F238E27FC236}">
                      <a16:creationId xmlns:a16="http://schemas.microsoft.com/office/drawing/2014/main" id="{7C43026C-CCD4-B6CD-EAAD-A4839D28D3B8}"/>
                    </a:ext>
                  </a:extLst>
                </p:cNvPr>
                <p:cNvPicPr/>
                <p:nvPr/>
              </p:nvPicPr>
              <p:blipFill>
                <a:blip r:embed="rId383"/>
                <a:stretch>
                  <a:fillRect/>
                </a:stretch>
              </p:blipFill>
              <p:spPr>
                <a:xfrm>
                  <a:off x="10766088" y="5111784"/>
                  <a:ext cx="64080" cy="47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24" name="Group 323">
            <a:extLst>
              <a:ext uri="{FF2B5EF4-FFF2-40B4-BE49-F238E27FC236}">
                <a16:creationId xmlns:a16="http://schemas.microsoft.com/office/drawing/2014/main" id="{A35DC166-0AF0-4177-63BC-7EB60AA185EA}"/>
              </a:ext>
            </a:extLst>
          </p:cNvPr>
          <p:cNvGrpSpPr/>
          <p:nvPr/>
        </p:nvGrpSpPr>
        <p:grpSpPr>
          <a:xfrm>
            <a:off x="2601288" y="5492664"/>
            <a:ext cx="489240" cy="336240"/>
            <a:chOff x="2601288" y="5492664"/>
            <a:chExt cx="489240" cy="336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84">
              <p14:nvContentPartPr>
                <p14:cNvPr id="316" name="Ink 315">
                  <a:extLst>
                    <a:ext uri="{FF2B5EF4-FFF2-40B4-BE49-F238E27FC236}">
                      <a16:creationId xmlns:a16="http://schemas.microsoft.com/office/drawing/2014/main" id="{5EC46F26-95FA-9B83-2B5C-F2EA36019C13}"/>
                    </a:ext>
                  </a:extLst>
                </p14:cNvPr>
                <p14:cNvContentPartPr/>
                <p14:nvPr/>
              </p14:nvContentPartPr>
              <p14:xfrm>
                <a:off x="3089448" y="5721264"/>
                <a:ext cx="1080" cy="2880"/>
              </p14:xfrm>
            </p:contentPart>
          </mc:Choice>
          <mc:Fallback xmlns="">
            <p:pic>
              <p:nvPicPr>
                <p:cNvPr id="316" name="Ink 315">
                  <a:extLst>
                    <a:ext uri="{FF2B5EF4-FFF2-40B4-BE49-F238E27FC236}">
                      <a16:creationId xmlns:a16="http://schemas.microsoft.com/office/drawing/2014/main" id="{5EC46F26-95FA-9B83-2B5C-F2EA36019C13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3080808" y="5712624"/>
                  <a:ext cx="18720" cy="2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5">
              <p14:nvContentPartPr>
                <p14:cNvPr id="317" name="Ink 316">
                  <a:extLst>
                    <a:ext uri="{FF2B5EF4-FFF2-40B4-BE49-F238E27FC236}">
                      <a16:creationId xmlns:a16="http://schemas.microsoft.com/office/drawing/2014/main" id="{D25520CD-A2DC-CF5B-6A96-3B3FDA0D7A9D}"/>
                    </a:ext>
                  </a:extLst>
                </p14:cNvPr>
                <p14:cNvContentPartPr/>
                <p14:nvPr/>
              </p14:nvContentPartPr>
              <p14:xfrm>
                <a:off x="2601288" y="5492664"/>
                <a:ext cx="476640" cy="336240"/>
              </p14:xfrm>
            </p:contentPart>
          </mc:Choice>
          <mc:Fallback xmlns="">
            <p:pic>
              <p:nvPicPr>
                <p:cNvPr id="317" name="Ink 316">
                  <a:extLst>
                    <a:ext uri="{FF2B5EF4-FFF2-40B4-BE49-F238E27FC236}">
                      <a16:creationId xmlns:a16="http://schemas.microsoft.com/office/drawing/2014/main" id="{D25520CD-A2DC-CF5B-6A96-3B3FDA0D7A9D}"/>
                    </a:ext>
                  </a:extLst>
                </p:cNvPr>
                <p:cNvPicPr/>
                <p:nvPr/>
              </p:nvPicPr>
              <p:blipFill>
                <a:blip r:embed="rId386"/>
                <a:stretch>
                  <a:fillRect/>
                </a:stretch>
              </p:blipFill>
              <p:spPr>
                <a:xfrm>
                  <a:off x="2592648" y="5483664"/>
                  <a:ext cx="494280" cy="353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23" name="Group 322">
            <a:extLst>
              <a:ext uri="{FF2B5EF4-FFF2-40B4-BE49-F238E27FC236}">
                <a16:creationId xmlns:a16="http://schemas.microsoft.com/office/drawing/2014/main" id="{1C660E81-11A0-F053-211C-0DBA7FD84C9B}"/>
              </a:ext>
            </a:extLst>
          </p:cNvPr>
          <p:cNvGrpSpPr/>
          <p:nvPr/>
        </p:nvGrpSpPr>
        <p:grpSpPr>
          <a:xfrm>
            <a:off x="3368088" y="5720184"/>
            <a:ext cx="826200" cy="468360"/>
            <a:chOff x="3368088" y="5720184"/>
            <a:chExt cx="826200" cy="468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87">
              <p14:nvContentPartPr>
                <p14:cNvPr id="318" name="Ink 317">
                  <a:extLst>
                    <a:ext uri="{FF2B5EF4-FFF2-40B4-BE49-F238E27FC236}">
                      <a16:creationId xmlns:a16="http://schemas.microsoft.com/office/drawing/2014/main" id="{DF1CA95B-BD53-4FBA-26F7-94886F6C8499}"/>
                    </a:ext>
                  </a:extLst>
                </p14:cNvPr>
                <p14:cNvContentPartPr/>
                <p14:nvPr/>
              </p14:nvContentPartPr>
              <p14:xfrm>
                <a:off x="3397608" y="5921784"/>
                <a:ext cx="6840" cy="16560"/>
              </p14:xfrm>
            </p:contentPart>
          </mc:Choice>
          <mc:Fallback xmlns="">
            <p:pic>
              <p:nvPicPr>
                <p:cNvPr id="318" name="Ink 317">
                  <a:extLst>
                    <a:ext uri="{FF2B5EF4-FFF2-40B4-BE49-F238E27FC236}">
                      <a16:creationId xmlns:a16="http://schemas.microsoft.com/office/drawing/2014/main" id="{DF1CA95B-BD53-4FBA-26F7-94886F6C8499}"/>
                    </a:ext>
                  </a:extLst>
                </p:cNvPr>
                <p:cNvPicPr/>
                <p:nvPr/>
              </p:nvPicPr>
              <p:blipFill>
                <a:blip r:embed="rId388"/>
                <a:stretch>
                  <a:fillRect/>
                </a:stretch>
              </p:blipFill>
              <p:spPr>
                <a:xfrm>
                  <a:off x="3388608" y="5913144"/>
                  <a:ext cx="24480" cy="3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9">
              <p14:nvContentPartPr>
                <p14:cNvPr id="319" name="Ink 318">
                  <a:extLst>
                    <a:ext uri="{FF2B5EF4-FFF2-40B4-BE49-F238E27FC236}">
                      <a16:creationId xmlns:a16="http://schemas.microsoft.com/office/drawing/2014/main" id="{1AB15A5C-1818-1E37-E1F2-0596B9BB25B2}"/>
                    </a:ext>
                  </a:extLst>
                </p14:cNvPr>
                <p14:cNvContentPartPr/>
                <p14:nvPr/>
              </p14:nvContentPartPr>
              <p14:xfrm>
                <a:off x="3368088" y="5842584"/>
                <a:ext cx="406440" cy="345960"/>
              </p14:xfrm>
            </p:contentPart>
          </mc:Choice>
          <mc:Fallback xmlns="">
            <p:pic>
              <p:nvPicPr>
                <p:cNvPr id="319" name="Ink 318">
                  <a:extLst>
                    <a:ext uri="{FF2B5EF4-FFF2-40B4-BE49-F238E27FC236}">
                      <a16:creationId xmlns:a16="http://schemas.microsoft.com/office/drawing/2014/main" id="{1AB15A5C-1818-1E37-E1F2-0596B9BB25B2}"/>
                    </a:ext>
                  </a:extLst>
                </p:cNvPr>
                <p:cNvPicPr/>
                <p:nvPr/>
              </p:nvPicPr>
              <p:blipFill>
                <a:blip r:embed="rId390"/>
                <a:stretch>
                  <a:fillRect/>
                </a:stretch>
              </p:blipFill>
              <p:spPr>
                <a:xfrm>
                  <a:off x="3359448" y="5833584"/>
                  <a:ext cx="424080" cy="36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1">
              <p14:nvContentPartPr>
                <p14:cNvPr id="320" name="Ink 319">
                  <a:extLst>
                    <a:ext uri="{FF2B5EF4-FFF2-40B4-BE49-F238E27FC236}">
                      <a16:creationId xmlns:a16="http://schemas.microsoft.com/office/drawing/2014/main" id="{72639453-EB35-1CCD-5453-AE492BDA504F}"/>
                    </a:ext>
                  </a:extLst>
                </p14:cNvPr>
                <p14:cNvContentPartPr/>
                <p14:nvPr/>
              </p14:nvContentPartPr>
              <p14:xfrm>
                <a:off x="3760848" y="5720184"/>
                <a:ext cx="15840" cy="54000"/>
              </p14:xfrm>
            </p:contentPart>
          </mc:Choice>
          <mc:Fallback xmlns="">
            <p:pic>
              <p:nvPicPr>
                <p:cNvPr id="320" name="Ink 319">
                  <a:extLst>
                    <a:ext uri="{FF2B5EF4-FFF2-40B4-BE49-F238E27FC236}">
                      <a16:creationId xmlns:a16="http://schemas.microsoft.com/office/drawing/2014/main" id="{72639453-EB35-1CCD-5453-AE492BDA504F}"/>
                    </a:ext>
                  </a:extLst>
                </p:cNvPr>
                <p:cNvPicPr/>
                <p:nvPr/>
              </p:nvPicPr>
              <p:blipFill>
                <a:blip r:embed="rId392"/>
                <a:stretch>
                  <a:fillRect/>
                </a:stretch>
              </p:blipFill>
              <p:spPr>
                <a:xfrm>
                  <a:off x="3751848" y="5711184"/>
                  <a:ext cx="33480" cy="7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3">
              <p14:nvContentPartPr>
                <p14:cNvPr id="321" name="Ink 320">
                  <a:extLst>
                    <a:ext uri="{FF2B5EF4-FFF2-40B4-BE49-F238E27FC236}">
                      <a16:creationId xmlns:a16="http://schemas.microsoft.com/office/drawing/2014/main" id="{BB08D465-B27E-9158-58B4-5A0152EF0F8F}"/>
                    </a:ext>
                  </a:extLst>
                </p14:cNvPr>
                <p14:cNvContentPartPr/>
                <p14:nvPr/>
              </p14:nvContentPartPr>
              <p14:xfrm>
                <a:off x="3837528" y="5762664"/>
                <a:ext cx="306360" cy="149400"/>
              </p14:xfrm>
            </p:contentPart>
          </mc:Choice>
          <mc:Fallback xmlns="">
            <p:pic>
              <p:nvPicPr>
                <p:cNvPr id="321" name="Ink 320">
                  <a:extLst>
                    <a:ext uri="{FF2B5EF4-FFF2-40B4-BE49-F238E27FC236}">
                      <a16:creationId xmlns:a16="http://schemas.microsoft.com/office/drawing/2014/main" id="{BB08D465-B27E-9158-58B4-5A0152EF0F8F}"/>
                    </a:ext>
                  </a:extLst>
                </p:cNvPr>
                <p:cNvPicPr/>
                <p:nvPr/>
              </p:nvPicPr>
              <p:blipFill>
                <a:blip r:embed="rId394"/>
                <a:stretch>
                  <a:fillRect/>
                </a:stretch>
              </p:blipFill>
              <p:spPr>
                <a:xfrm>
                  <a:off x="3828888" y="5753664"/>
                  <a:ext cx="324000" cy="16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5">
              <p14:nvContentPartPr>
                <p14:cNvPr id="322" name="Ink 321">
                  <a:extLst>
                    <a:ext uri="{FF2B5EF4-FFF2-40B4-BE49-F238E27FC236}">
                      <a16:creationId xmlns:a16="http://schemas.microsoft.com/office/drawing/2014/main" id="{80C867B1-CB0B-511D-7165-72E9BE7729A9}"/>
                    </a:ext>
                  </a:extLst>
                </p14:cNvPr>
                <p14:cNvContentPartPr/>
                <p14:nvPr/>
              </p14:nvContentPartPr>
              <p14:xfrm>
                <a:off x="4117248" y="5847624"/>
                <a:ext cx="77040" cy="17280"/>
              </p14:xfrm>
            </p:contentPart>
          </mc:Choice>
          <mc:Fallback xmlns="">
            <p:pic>
              <p:nvPicPr>
                <p:cNvPr id="322" name="Ink 321">
                  <a:extLst>
                    <a:ext uri="{FF2B5EF4-FFF2-40B4-BE49-F238E27FC236}">
                      <a16:creationId xmlns:a16="http://schemas.microsoft.com/office/drawing/2014/main" id="{80C867B1-CB0B-511D-7165-72E9BE7729A9}"/>
                    </a:ext>
                  </a:extLst>
                </p:cNvPr>
                <p:cNvPicPr/>
                <p:nvPr/>
              </p:nvPicPr>
              <p:blipFill>
                <a:blip r:embed="rId396"/>
                <a:stretch>
                  <a:fillRect/>
                </a:stretch>
              </p:blipFill>
              <p:spPr>
                <a:xfrm>
                  <a:off x="4108608" y="5838984"/>
                  <a:ext cx="94680" cy="349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97">
            <p14:nvContentPartPr>
              <p14:cNvPr id="325" name="Ink 324">
                <a:extLst>
                  <a:ext uri="{FF2B5EF4-FFF2-40B4-BE49-F238E27FC236}">
                    <a16:creationId xmlns:a16="http://schemas.microsoft.com/office/drawing/2014/main" id="{E8BF6F5F-4102-BEAF-A18D-CFD6D911D794}"/>
                  </a:ext>
                </a:extLst>
              </p14:cNvPr>
              <p14:cNvContentPartPr/>
              <p14:nvPr/>
            </p14:nvContentPartPr>
            <p14:xfrm>
              <a:off x="4386168" y="5774184"/>
              <a:ext cx="110520" cy="169200"/>
            </p14:xfrm>
          </p:contentPart>
        </mc:Choice>
        <mc:Fallback xmlns="">
          <p:pic>
            <p:nvPicPr>
              <p:cNvPr id="325" name="Ink 324">
                <a:extLst>
                  <a:ext uri="{FF2B5EF4-FFF2-40B4-BE49-F238E27FC236}">
                    <a16:creationId xmlns:a16="http://schemas.microsoft.com/office/drawing/2014/main" id="{E8BF6F5F-4102-BEAF-A18D-CFD6D911D794}"/>
                  </a:ext>
                </a:extLst>
              </p:cNvPr>
              <p:cNvPicPr/>
              <p:nvPr/>
            </p:nvPicPr>
            <p:blipFill>
              <a:blip r:embed="rId398"/>
              <a:stretch>
                <a:fillRect/>
              </a:stretch>
            </p:blipFill>
            <p:spPr>
              <a:xfrm>
                <a:off x="4377528" y="5765184"/>
                <a:ext cx="128160" cy="186840"/>
              </a:xfrm>
              <a:prstGeom prst="rect">
                <a:avLst/>
              </a:prstGeom>
            </p:spPr>
          </p:pic>
        </mc:Fallback>
      </mc:AlternateContent>
      <p:grpSp>
        <p:nvGrpSpPr>
          <p:cNvPr id="331" name="Group 330">
            <a:extLst>
              <a:ext uri="{FF2B5EF4-FFF2-40B4-BE49-F238E27FC236}">
                <a16:creationId xmlns:a16="http://schemas.microsoft.com/office/drawing/2014/main" id="{E8CD409F-8639-975E-C952-A8EB1C311FCF}"/>
              </a:ext>
            </a:extLst>
          </p:cNvPr>
          <p:cNvGrpSpPr/>
          <p:nvPr/>
        </p:nvGrpSpPr>
        <p:grpSpPr>
          <a:xfrm>
            <a:off x="4796568" y="5692464"/>
            <a:ext cx="894240" cy="315360"/>
            <a:chOff x="4796568" y="5692464"/>
            <a:chExt cx="894240" cy="315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99">
              <p14:nvContentPartPr>
                <p14:cNvPr id="326" name="Ink 325">
                  <a:extLst>
                    <a:ext uri="{FF2B5EF4-FFF2-40B4-BE49-F238E27FC236}">
                      <a16:creationId xmlns:a16="http://schemas.microsoft.com/office/drawing/2014/main" id="{547DB46D-A672-F647-CBA5-EAB175D8F225}"/>
                    </a:ext>
                  </a:extLst>
                </p14:cNvPr>
                <p14:cNvContentPartPr/>
                <p14:nvPr/>
              </p14:nvContentPartPr>
              <p14:xfrm>
                <a:off x="4796568" y="5692464"/>
                <a:ext cx="582480" cy="315360"/>
              </p14:xfrm>
            </p:contentPart>
          </mc:Choice>
          <mc:Fallback xmlns="">
            <p:pic>
              <p:nvPicPr>
                <p:cNvPr id="326" name="Ink 325">
                  <a:extLst>
                    <a:ext uri="{FF2B5EF4-FFF2-40B4-BE49-F238E27FC236}">
                      <a16:creationId xmlns:a16="http://schemas.microsoft.com/office/drawing/2014/main" id="{547DB46D-A672-F647-CBA5-EAB175D8F225}"/>
                    </a:ext>
                  </a:extLst>
                </p:cNvPr>
                <p:cNvPicPr/>
                <p:nvPr/>
              </p:nvPicPr>
              <p:blipFill>
                <a:blip r:embed="rId400"/>
                <a:stretch>
                  <a:fillRect/>
                </a:stretch>
              </p:blipFill>
              <p:spPr>
                <a:xfrm>
                  <a:off x="4787568" y="5683824"/>
                  <a:ext cx="600120" cy="33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1">
              <p14:nvContentPartPr>
                <p14:cNvPr id="327" name="Ink 326">
                  <a:extLst>
                    <a:ext uri="{FF2B5EF4-FFF2-40B4-BE49-F238E27FC236}">
                      <a16:creationId xmlns:a16="http://schemas.microsoft.com/office/drawing/2014/main" id="{3EEED058-40DC-2120-79B0-408C13975118}"/>
                    </a:ext>
                  </a:extLst>
                </p14:cNvPr>
                <p14:cNvContentPartPr/>
                <p14:nvPr/>
              </p14:nvContentPartPr>
              <p14:xfrm>
                <a:off x="5282928" y="5729184"/>
                <a:ext cx="82440" cy="38160"/>
              </p14:xfrm>
            </p:contentPart>
          </mc:Choice>
          <mc:Fallback xmlns="">
            <p:pic>
              <p:nvPicPr>
                <p:cNvPr id="327" name="Ink 326">
                  <a:extLst>
                    <a:ext uri="{FF2B5EF4-FFF2-40B4-BE49-F238E27FC236}">
                      <a16:creationId xmlns:a16="http://schemas.microsoft.com/office/drawing/2014/main" id="{3EEED058-40DC-2120-79B0-408C13975118}"/>
                    </a:ext>
                  </a:extLst>
                </p:cNvPr>
                <p:cNvPicPr/>
                <p:nvPr/>
              </p:nvPicPr>
              <p:blipFill>
                <a:blip r:embed="rId402"/>
                <a:stretch>
                  <a:fillRect/>
                </a:stretch>
              </p:blipFill>
              <p:spPr>
                <a:xfrm>
                  <a:off x="5273928" y="5720184"/>
                  <a:ext cx="100080" cy="5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3">
              <p14:nvContentPartPr>
                <p14:cNvPr id="328" name="Ink 327">
                  <a:extLst>
                    <a:ext uri="{FF2B5EF4-FFF2-40B4-BE49-F238E27FC236}">
                      <a16:creationId xmlns:a16="http://schemas.microsoft.com/office/drawing/2014/main" id="{ED6BBEA4-1D56-8C0F-0440-85F95CBBCAD3}"/>
                    </a:ext>
                  </a:extLst>
                </p14:cNvPr>
                <p14:cNvContentPartPr/>
                <p14:nvPr/>
              </p14:nvContentPartPr>
              <p14:xfrm>
                <a:off x="5464008" y="5872824"/>
                <a:ext cx="83880" cy="13680"/>
              </p14:xfrm>
            </p:contentPart>
          </mc:Choice>
          <mc:Fallback xmlns="">
            <p:pic>
              <p:nvPicPr>
                <p:cNvPr id="328" name="Ink 327">
                  <a:extLst>
                    <a:ext uri="{FF2B5EF4-FFF2-40B4-BE49-F238E27FC236}">
                      <a16:creationId xmlns:a16="http://schemas.microsoft.com/office/drawing/2014/main" id="{ED6BBEA4-1D56-8C0F-0440-85F95CBBCAD3}"/>
                    </a:ext>
                  </a:extLst>
                </p:cNvPr>
                <p:cNvPicPr/>
                <p:nvPr/>
              </p:nvPicPr>
              <p:blipFill>
                <a:blip r:embed="rId404"/>
                <a:stretch>
                  <a:fillRect/>
                </a:stretch>
              </p:blipFill>
              <p:spPr>
                <a:xfrm>
                  <a:off x="5455368" y="5863824"/>
                  <a:ext cx="101520" cy="3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5">
              <p14:nvContentPartPr>
                <p14:cNvPr id="329" name="Ink 328">
                  <a:extLst>
                    <a:ext uri="{FF2B5EF4-FFF2-40B4-BE49-F238E27FC236}">
                      <a16:creationId xmlns:a16="http://schemas.microsoft.com/office/drawing/2014/main" id="{12357BC9-2023-CCCD-7956-69FD0E9CD14F}"/>
                    </a:ext>
                  </a:extLst>
                </p14:cNvPr>
                <p14:cNvContentPartPr/>
                <p14:nvPr/>
              </p14:nvContentPartPr>
              <p14:xfrm>
                <a:off x="5646888" y="5898024"/>
                <a:ext cx="43920" cy="3600"/>
              </p14:xfrm>
            </p:contentPart>
          </mc:Choice>
          <mc:Fallback xmlns="">
            <p:pic>
              <p:nvPicPr>
                <p:cNvPr id="329" name="Ink 328">
                  <a:extLst>
                    <a:ext uri="{FF2B5EF4-FFF2-40B4-BE49-F238E27FC236}">
                      <a16:creationId xmlns:a16="http://schemas.microsoft.com/office/drawing/2014/main" id="{12357BC9-2023-CCCD-7956-69FD0E9CD14F}"/>
                    </a:ext>
                  </a:extLst>
                </p:cNvPr>
                <p:cNvPicPr/>
                <p:nvPr/>
              </p:nvPicPr>
              <p:blipFill>
                <a:blip r:embed="rId406"/>
                <a:stretch>
                  <a:fillRect/>
                </a:stretch>
              </p:blipFill>
              <p:spPr>
                <a:xfrm>
                  <a:off x="5637888" y="5889384"/>
                  <a:ext cx="61560" cy="212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407">
            <p14:nvContentPartPr>
              <p14:cNvPr id="330" name="Ink 329">
                <a:extLst>
                  <a:ext uri="{FF2B5EF4-FFF2-40B4-BE49-F238E27FC236}">
                    <a16:creationId xmlns:a16="http://schemas.microsoft.com/office/drawing/2014/main" id="{D1212981-DB3C-434F-B16B-62367F27DBA3}"/>
                  </a:ext>
                </a:extLst>
              </p14:cNvPr>
              <p14:cNvContentPartPr/>
              <p14:nvPr/>
            </p14:nvContentPartPr>
            <p14:xfrm>
              <a:off x="2517768" y="6119064"/>
              <a:ext cx="466920" cy="300600"/>
            </p14:xfrm>
          </p:contentPart>
        </mc:Choice>
        <mc:Fallback xmlns="">
          <p:pic>
            <p:nvPicPr>
              <p:cNvPr id="330" name="Ink 329">
                <a:extLst>
                  <a:ext uri="{FF2B5EF4-FFF2-40B4-BE49-F238E27FC236}">
                    <a16:creationId xmlns:a16="http://schemas.microsoft.com/office/drawing/2014/main" id="{D1212981-DB3C-434F-B16B-62367F27DBA3}"/>
                  </a:ext>
                </a:extLst>
              </p:cNvPr>
              <p:cNvPicPr/>
              <p:nvPr/>
            </p:nvPicPr>
            <p:blipFill>
              <a:blip r:embed="rId408"/>
              <a:stretch>
                <a:fillRect/>
              </a:stretch>
            </p:blipFill>
            <p:spPr>
              <a:xfrm>
                <a:off x="2509128" y="6110424"/>
                <a:ext cx="484560" cy="318240"/>
              </a:xfrm>
              <a:prstGeom prst="rect">
                <a:avLst/>
              </a:prstGeom>
            </p:spPr>
          </p:pic>
        </mc:Fallback>
      </mc:AlternateContent>
      <p:grpSp>
        <p:nvGrpSpPr>
          <p:cNvPr id="334" name="Group 333">
            <a:extLst>
              <a:ext uri="{FF2B5EF4-FFF2-40B4-BE49-F238E27FC236}">
                <a16:creationId xmlns:a16="http://schemas.microsoft.com/office/drawing/2014/main" id="{14D882F8-D4AB-49FE-96A8-93AD9729A3B9}"/>
              </a:ext>
            </a:extLst>
          </p:cNvPr>
          <p:cNvGrpSpPr/>
          <p:nvPr/>
        </p:nvGrpSpPr>
        <p:grpSpPr>
          <a:xfrm>
            <a:off x="3296448" y="6449904"/>
            <a:ext cx="1091160" cy="358920"/>
            <a:chOff x="3296448" y="6449904"/>
            <a:chExt cx="1091160" cy="358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09">
              <p14:nvContentPartPr>
                <p14:cNvPr id="332" name="Ink 331">
                  <a:extLst>
                    <a:ext uri="{FF2B5EF4-FFF2-40B4-BE49-F238E27FC236}">
                      <a16:creationId xmlns:a16="http://schemas.microsoft.com/office/drawing/2014/main" id="{DF96A7B7-0CEA-7CF6-FB40-9D63DF4F5C06}"/>
                    </a:ext>
                  </a:extLst>
                </p14:cNvPr>
                <p14:cNvContentPartPr/>
                <p14:nvPr/>
              </p14:nvContentPartPr>
              <p14:xfrm>
                <a:off x="3296448" y="6452424"/>
                <a:ext cx="1009440" cy="356400"/>
              </p14:xfrm>
            </p:contentPart>
          </mc:Choice>
          <mc:Fallback xmlns="">
            <p:pic>
              <p:nvPicPr>
                <p:cNvPr id="332" name="Ink 331">
                  <a:extLst>
                    <a:ext uri="{FF2B5EF4-FFF2-40B4-BE49-F238E27FC236}">
                      <a16:creationId xmlns:a16="http://schemas.microsoft.com/office/drawing/2014/main" id="{DF96A7B7-0CEA-7CF6-FB40-9D63DF4F5C06}"/>
                    </a:ext>
                  </a:extLst>
                </p:cNvPr>
                <p:cNvPicPr/>
                <p:nvPr/>
              </p:nvPicPr>
              <p:blipFill>
                <a:blip r:embed="rId410"/>
                <a:stretch>
                  <a:fillRect/>
                </a:stretch>
              </p:blipFill>
              <p:spPr>
                <a:xfrm>
                  <a:off x="3287448" y="6443784"/>
                  <a:ext cx="1027080" cy="37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1">
              <p14:nvContentPartPr>
                <p14:cNvPr id="333" name="Ink 332">
                  <a:extLst>
                    <a:ext uri="{FF2B5EF4-FFF2-40B4-BE49-F238E27FC236}">
                      <a16:creationId xmlns:a16="http://schemas.microsoft.com/office/drawing/2014/main" id="{DDEA9268-2B30-3417-E524-EA14D28E3D54}"/>
                    </a:ext>
                  </a:extLst>
                </p14:cNvPr>
                <p14:cNvContentPartPr/>
                <p14:nvPr/>
              </p14:nvContentPartPr>
              <p14:xfrm>
                <a:off x="4374288" y="6449904"/>
                <a:ext cx="13320" cy="17280"/>
              </p14:xfrm>
            </p:contentPart>
          </mc:Choice>
          <mc:Fallback xmlns="">
            <p:pic>
              <p:nvPicPr>
                <p:cNvPr id="333" name="Ink 332">
                  <a:extLst>
                    <a:ext uri="{FF2B5EF4-FFF2-40B4-BE49-F238E27FC236}">
                      <a16:creationId xmlns:a16="http://schemas.microsoft.com/office/drawing/2014/main" id="{DDEA9268-2B30-3417-E524-EA14D28E3D54}"/>
                    </a:ext>
                  </a:extLst>
                </p:cNvPr>
                <p:cNvPicPr/>
                <p:nvPr/>
              </p:nvPicPr>
              <p:blipFill>
                <a:blip r:embed="rId412"/>
                <a:stretch>
                  <a:fillRect/>
                </a:stretch>
              </p:blipFill>
              <p:spPr>
                <a:xfrm>
                  <a:off x="4365648" y="6440904"/>
                  <a:ext cx="30960" cy="34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51" name="Group 350">
            <a:extLst>
              <a:ext uri="{FF2B5EF4-FFF2-40B4-BE49-F238E27FC236}">
                <a16:creationId xmlns:a16="http://schemas.microsoft.com/office/drawing/2014/main" id="{47C1ADE5-5395-389D-B4F1-46A6174587E6}"/>
              </a:ext>
            </a:extLst>
          </p:cNvPr>
          <p:cNvGrpSpPr/>
          <p:nvPr/>
        </p:nvGrpSpPr>
        <p:grpSpPr>
          <a:xfrm>
            <a:off x="4758408" y="6306984"/>
            <a:ext cx="1436040" cy="243360"/>
            <a:chOff x="4758408" y="6306984"/>
            <a:chExt cx="1436040" cy="243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13">
              <p14:nvContentPartPr>
                <p14:cNvPr id="335" name="Ink 334">
                  <a:extLst>
                    <a:ext uri="{FF2B5EF4-FFF2-40B4-BE49-F238E27FC236}">
                      <a16:creationId xmlns:a16="http://schemas.microsoft.com/office/drawing/2014/main" id="{CA5F729B-70B1-81C2-DD97-1D484536C110}"/>
                    </a:ext>
                  </a:extLst>
                </p14:cNvPr>
                <p14:cNvContentPartPr/>
                <p14:nvPr/>
              </p14:nvContentPartPr>
              <p14:xfrm>
                <a:off x="4758408" y="6430104"/>
                <a:ext cx="487080" cy="110160"/>
              </p14:xfrm>
            </p:contentPart>
          </mc:Choice>
          <mc:Fallback xmlns="">
            <p:pic>
              <p:nvPicPr>
                <p:cNvPr id="335" name="Ink 334">
                  <a:extLst>
                    <a:ext uri="{FF2B5EF4-FFF2-40B4-BE49-F238E27FC236}">
                      <a16:creationId xmlns:a16="http://schemas.microsoft.com/office/drawing/2014/main" id="{CA5F729B-70B1-81C2-DD97-1D484536C110}"/>
                    </a:ext>
                  </a:extLst>
                </p:cNvPr>
                <p:cNvPicPr/>
                <p:nvPr/>
              </p:nvPicPr>
              <p:blipFill>
                <a:blip r:embed="rId414"/>
                <a:stretch>
                  <a:fillRect/>
                </a:stretch>
              </p:blipFill>
              <p:spPr>
                <a:xfrm>
                  <a:off x="4749768" y="6421104"/>
                  <a:ext cx="504720" cy="12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5">
              <p14:nvContentPartPr>
                <p14:cNvPr id="336" name="Ink 335">
                  <a:extLst>
                    <a:ext uri="{FF2B5EF4-FFF2-40B4-BE49-F238E27FC236}">
                      <a16:creationId xmlns:a16="http://schemas.microsoft.com/office/drawing/2014/main" id="{9E70B307-81BE-0597-822F-E26DAE792B4F}"/>
                    </a:ext>
                  </a:extLst>
                </p14:cNvPr>
                <p14:cNvContentPartPr/>
                <p14:nvPr/>
              </p14:nvContentPartPr>
              <p14:xfrm>
                <a:off x="5439168" y="6395904"/>
                <a:ext cx="141840" cy="144720"/>
              </p14:xfrm>
            </p:contentPart>
          </mc:Choice>
          <mc:Fallback xmlns="">
            <p:pic>
              <p:nvPicPr>
                <p:cNvPr id="336" name="Ink 335">
                  <a:extLst>
                    <a:ext uri="{FF2B5EF4-FFF2-40B4-BE49-F238E27FC236}">
                      <a16:creationId xmlns:a16="http://schemas.microsoft.com/office/drawing/2014/main" id="{9E70B307-81BE-0597-822F-E26DAE792B4F}"/>
                    </a:ext>
                  </a:extLst>
                </p:cNvPr>
                <p:cNvPicPr/>
                <p:nvPr/>
              </p:nvPicPr>
              <p:blipFill>
                <a:blip r:embed="rId416"/>
                <a:stretch>
                  <a:fillRect/>
                </a:stretch>
              </p:blipFill>
              <p:spPr>
                <a:xfrm>
                  <a:off x="5430528" y="6387264"/>
                  <a:ext cx="159480" cy="16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7">
              <p14:nvContentPartPr>
                <p14:cNvPr id="337" name="Ink 336">
                  <a:extLst>
                    <a:ext uri="{FF2B5EF4-FFF2-40B4-BE49-F238E27FC236}">
                      <a16:creationId xmlns:a16="http://schemas.microsoft.com/office/drawing/2014/main" id="{D67E1988-74AF-0414-6D24-4340AAFBE2D3}"/>
                    </a:ext>
                  </a:extLst>
                </p14:cNvPr>
                <p14:cNvContentPartPr/>
                <p14:nvPr/>
              </p14:nvContentPartPr>
              <p14:xfrm>
                <a:off x="5611968" y="6409944"/>
                <a:ext cx="27360" cy="140400"/>
              </p14:xfrm>
            </p:contentPart>
          </mc:Choice>
          <mc:Fallback xmlns="">
            <p:pic>
              <p:nvPicPr>
                <p:cNvPr id="337" name="Ink 336">
                  <a:extLst>
                    <a:ext uri="{FF2B5EF4-FFF2-40B4-BE49-F238E27FC236}">
                      <a16:creationId xmlns:a16="http://schemas.microsoft.com/office/drawing/2014/main" id="{D67E1988-74AF-0414-6D24-4340AAFBE2D3}"/>
                    </a:ext>
                  </a:extLst>
                </p:cNvPr>
                <p:cNvPicPr/>
                <p:nvPr/>
              </p:nvPicPr>
              <p:blipFill>
                <a:blip r:embed="rId418"/>
                <a:stretch>
                  <a:fillRect/>
                </a:stretch>
              </p:blipFill>
              <p:spPr>
                <a:xfrm>
                  <a:off x="5603328" y="6401304"/>
                  <a:ext cx="45000" cy="15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9">
              <p14:nvContentPartPr>
                <p14:cNvPr id="338" name="Ink 337">
                  <a:extLst>
                    <a:ext uri="{FF2B5EF4-FFF2-40B4-BE49-F238E27FC236}">
                      <a16:creationId xmlns:a16="http://schemas.microsoft.com/office/drawing/2014/main" id="{895B2D47-1CD5-8FC3-9414-1F9A21D94F4B}"/>
                    </a:ext>
                  </a:extLst>
                </p14:cNvPr>
                <p14:cNvContentPartPr/>
                <p14:nvPr/>
              </p14:nvContentPartPr>
              <p14:xfrm>
                <a:off x="5629608" y="6306984"/>
                <a:ext cx="331560" cy="203040"/>
              </p14:xfrm>
            </p:contentPart>
          </mc:Choice>
          <mc:Fallback xmlns="">
            <p:pic>
              <p:nvPicPr>
                <p:cNvPr id="338" name="Ink 337">
                  <a:extLst>
                    <a:ext uri="{FF2B5EF4-FFF2-40B4-BE49-F238E27FC236}">
                      <a16:creationId xmlns:a16="http://schemas.microsoft.com/office/drawing/2014/main" id="{895B2D47-1CD5-8FC3-9414-1F9A21D94F4B}"/>
                    </a:ext>
                  </a:extLst>
                </p:cNvPr>
                <p:cNvPicPr/>
                <p:nvPr/>
              </p:nvPicPr>
              <p:blipFill>
                <a:blip r:embed="rId420"/>
                <a:stretch>
                  <a:fillRect/>
                </a:stretch>
              </p:blipFill>
              <p:spPr>
                <a:xfrm>
                  <a:off x="5620968" y="6297984"/>
                  <a:ext cx="349200" cy="22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1">
              <p14:nvContentPartPr>
                <p14:cNvPr id="339" name="Ink 338">
                  <a:extLst>
                    <a:ext uri="{FF2B5EF4-FFF2-40B4-BE49-F238E27FC236}">
                      <a16:creationId xmlns:a16="http://schemas.microsoft.com/office/drawing/2014/main" id="{671C31ED-5206-9CD3-75B2-807B400A89A9}"/>
                    </a:ext>
                  </a:extLst>
                </p14:cNvPr>
                <p14:cNvContentPartPr/>
                <p14:nvPr/>
              </p14:nvContentPartPr>
              <p14:xfrm>
                <a:off x="5998968" y="6333984"/>
                <a:ext cx="69840" cy="54720"/>
              </p14:xfrm>
            </p:contentPart>
          </mc:Choice>
          <mc:Fallback xmlns="">
            <p:pic>
              <p:nvPicPr>
                <p:cNvPr id="339" name="Ink 338">
                  <a:extLst>
                    <a:ext uri="{FF2B5EF4-FFF2-40B4-BE49-F238E27FC236}">
                      <a16:creationId xmlns:a16="http://schemas.microsoft.com/office/drawing/2014/main" id="{671C31ED-5206-9CD3-75B2-807B400A89A9}"/>
                    </a:ext>
                  </a:extLst>
                </p:cNvPr>
                <p:cNvPicPr/>
                <p:nvPr/>
              </p:nvPicPr>
              <p:blipFill>
                <a:blip r:embed="rId422"/>
                <a:stretch>
                  <a:fillRect/>
                </a:stretch>
              </p:blipFill>
              <p:spPr>
                <a:xfrm>
                  <a:off x="5989968" y="6325344"/>
                  <a:ext cx="87480" cy="7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3">
              <p14:nvContentPartPr>
                <p14:cNvPr id="341" name="Ink 340">
                  <a:extLst>
                    <a:ext uri="{FF2B5EF4-FFF2-40B4-BE49-F238E27FC236}">
                      <a16:creationId xmlns:a16="http://schemas.microsoft.com/office/drawing/2014/main" id="{23254BC0-A70A-9615-D503-BADC92BDF642}"/>
                    </a:ext>
                  </a:extLst>
                </p14:cNvPr>
                <p14:cNvContentPartPr/>
                <p14:nvPr/>
              </p14:nvContentPartPr>
              <p14:xfrm>
                <a:off x="6075288" y="6388704"/>
                <a:ext cx="119160" cy="67320"/>
              </p14:xfrm>
            </p:contentPart>
          </mc:Choice>
          <mc:Fallback xmlns="">
            <p:pic>
              <p:nvPicPr>
                <p:cNvPr id="341" name="Ink 340">
                  <a:extLst>
                    <a:ext uri="{FF2B5EF4-FFF2-40B4-BE49-F238E27FC236}">
                      <a16:creationId xmlns:a16="http://schemas.microsoft.com/office/drawing/2014/main" id="{23254BC0-A70A-9615-D503-BADC92BDF642}"/>
                    </a:ext>
                  </a:extLst>
                </p:cNvPr>
                <p:cNvPicPr/>
                <p:nvPr/>
              </p:nvPicPr>
              <p:blipFill>
                <a:blip r:embed="rId424"/>
                <a:stretch>
                  <a:fillRect/>
                </a:stretch>
              </p:blipFill>
              <p:spPr>
                <a:xfrm>
                  <a:off x="6066648" y="6379704"/>
                  <a:ext cx="136800" cy="84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50" name="Group 349">
            <a:extLst>
              <a:ext uri="{FF2B5EF4-FFF2-40B4-BE49-F238E27FC236}">
                <a16:creationId xmlns:a16="http://schemas.microsoft.com/office/drawing/2014/main" id="{7E64B70F-5944-828E-0F7E-8F53B1931FB5}"/>
              </a:ext>
            </a:extLst>
          </p:cNvPr>
          <p:cNvGrpSpPr/>
          <p:nvPr/>
        </p:nvGrpSpPr>
        <p:grpSpPr>
          <a:xfrm>
            <a:off x="6618888" y="6255864"/>
            <a:ext cx="267480" cy="389520"/>
            <a:chOff x="6618888" y="6255864"/>
            <a:chExt cx="267480" cy="389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25">
              <p14:nvContentPartPr>
                <p14:cNvPr id="342" name="Ink 341">
                  <a:extLst>
                    <a:ext uri="{FF2B5EF4-FFF2-40B4-BE49-F238E27FC236}">
                      <a16:creationId xmlns:a16="http://schemas.microsoft.com/office/drawing/2014/main" id="{E2327126-4DF1-B694-F11F-CEE2F2CCCCFD}"/>
                    </a:ext>
                  </a:extLst>
                </p14:cNvPr>
                <p14:cNvContentPartPr/>
                <p14:nvPr/>
              </p14:nvContentPartPr>
              <p14:xfrm>
                <a:off x="6618888" y="6255864"/>
                <a:ext cx="65160" cy="207360"/>
              </p14:xfrm>
            </p:contentPart>
          </mc:Choice>
          <mc:Fallback xmlns="">
            <p:pic>
              <p:nvPicPr>
                <p:cNvPr id="342" name="Ink 341">
                  <a:extLst>
                    <a:ext uri="{FF2B5EF4-FFF2-40B4-BE49-F238E27FC236}">
                      <a16:creationId xmlns:a16="http://schemas.microsoft.com/office/drawing/2014/main" id="{E2327126-4DF1-B694-F11F-CEE2F2CCCCFD}"/>
                    </a:ext>
                  </a:extLst>
                </p:cNvPr>
                <p:cNvPicPr/>
                <p:nvPr/>
              </p:nvPicPr>
              <p:blipFill>
                <a:blip r:embed="rId426"/>
                <a:stretch>
                  <a:fillRect/>
                </a:stretch>
              </p:blipFill>
              <p:spPr>
                <a:xfrm>
                  <a:off x="6609888" y="6246864"/>
                  <a:ext cx="82800" cy="22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7">
              <p14:nvContentPartPr>
                <p14:cNvPr id="343" name="Ink 342">
                  <a:extLst>
                    <a:ext uri="{FF2B5EF4-FFF2-40B4-BE49-F238E27FC236}">
                      <a16:creationId xmlns:a16="http://schemas.microsoft.com/office/drawing/2014/main" id="{DEA4AB6F-2B55-2713-88F6-B56DA35A3A67}"/>
                    </a:ext>
                  </a:extLst>
                </p14:cNvPr>
                <p14:cNvContentPartPr/>
                <p14:nvPr/>
              </p14:nvContentPartPr>
              <p14:xfrm>
                <a:off x="6715008" y="6362784"/>
                <a:ext cx="171360" cy="282600"/>
              </p14:xfrm>
            </p:contentPart>
          </mc:Choice>
          <mc:Fallback xmlns="">
            <p:pic>
              <p:nvPicPr>
                <p:cNvPr id="343" name="Ink 342">
                  <a:extLst>
                    <a:ext uri="{FF2B5EF4-FFF2-40B4-BE49-F238E27FC236}">
                      <a16:creationId xmlns:a16="http://schemas.microsoft.com/office/drawing/2014/main" id="{DEA4AB6F-2B55-2713-88F6-B56DA35A3A67}"/>
                    </a:ext>
                  </a:extLst>
                </p:cNvPr>
                <p:cNvPicPr/>
                <p:nvPr/>
              </p:nvPicPr>
              <p:blipFill>
                <a:blip r:embed="rId428"/>
                <a:stretch>
                  <a:fillRect/>
                </a:stretch>
              </p:blipFill>
              <p:spPr>
                <a:xfrm>
                  <a:off x="6706368" y="6354144"/>
                  <a:ext cx="189000" cy="300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49" name="Group 348">
            <a:extLst>
              <a:ext uri="{FF2B5EF4-FFF2-40B4-BE49-F238E27FC236}">
                <a16:creationId xmlns:a16="http://schemas.microsoft.com/office/drawing/2014/main" id="{D45D5B53-F603-E86C-C813-37F1F52CFC44}"/>
              </a:ext>
            </a:extLst>
          </p:cNvPr>
          <p:cNvGrpSpPr/>
          <p:nvPr/>
        </p:nvGrpSpPr>
        <p:grpSpPr>
          <a:xfrm>
            <a:off x="7198128" y="6236064"/>
            <a:ext cx="925920" cy="425880"/>
            <a:chOff x="7198128" y="6236064"/>
            <a:chExt cx="925920" cy="425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29">
              <p14:nvContentPartPr>
                <p14:cNvPr id="344" name="Ink 343">
                  <a:extLst>
                    <a:ext uri="{FF2B5EF4-FFF2-40B4-BE49-F238E27FC236}">
                      <a16:creationId xmlns:a16="http://schemas.microsoft.com/office/drawing/2014/main" id="{ADDA0F9F-DB80-4C7C-A499-91B19B72CEB4}"/>
                    </a:ext>
                  </a:extLst>
                </p14:cNvPr>
                <p14:cNvContentPartPr/>
                <p14:nvPr/>
              </p14:nvContentPartPr>
              <p14:xfrm>
                <a:off x="7198128" y="6309864"/>
                <a:ext cx="188280" cy="284400"/>
              </p14:xfrm>
            </p:contentPart>
          </mc:Choice>
          <mc:Fallback xmlns="">
            <p:pic>
              <p:nvPicPr>
                <p:cNvPr id="344" name="Ink 343">
                  <a:extLst>
                    <a:ext uri="{FF2B5EF4-FFF2-40B4-BE49-F238E27FC236}">
                      <a16:creationId xmlns:a16="http://schemas.microsoft.com/office/drawing/2014/main" id="{ADDA0F9F-DB80-4C7C-A499-91B19B72CEB4}"/>
                    </a:ext>
                  </a:extLst>
                </p:cNvPr>
                <p:cNvPicPr/>
                <p:nvPr/>
              </p:nvPicPr>
              <p:blipFill>
                <a:blip r:embed="rId430"/>
                <a:stretch>
                  <a:fillRect/>
                </a:stretch>
              </p:blipFill>
              <p:spPr>
                <a:xfrm>
                  <a:off x="7189128" y="6300864"/>
                  <a:ext cx="205920" cy="30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1">
              <p14:nvContentPartPr>
                <p14:cNvPr id="345" name="Ink 344">
                  <a:extLst>
                    <a:ext uri="{FF2B5EF4-FFF2-40B4-BE49-F238E27FC236}">
                      <a16:creationId xmlns:a16="http://schemas.microsoft.com/office/drawing/2014/main" id="{F312EE88-87C0-AACE-8D7E-F691323286AC}"/>
                    </a:ext>
                  </a:extLst>
                </p14:cNvPr>
                <p14:cNvContentPartPr/>
                <p14:nvPr/>
              </p14:nvContentPartPr>
              <p14:xfrm>
                <a:off x="7441848" y="6273144"/>
                <a:ext cx="122760" cy="240480"/>
              </p14:xfrm>
            </p:contentPart>
          </mc:Choice>
          <mc:Fallback xmlns="">
            <p:pic>
              <p:nvPicPr>
                <p:cNvPr id="345" name="Ink 344">
                  <a:extLst>
                    <a:ext uri="{FF2B5EF4-FFF2-40B4-BE49-F238E27FC236}">
                      <a16:creationId xmlns:a16="http://schemas.microsoft.com/office/drawing/2014/main" id="{F312EE88-87C0-AACE-8D7E-F691323286AC}"/>
                    </a:ext>
                  </a:extLst>
                </p:cNvPr>
                <p:cNvPicPr/>
                <p:nvPr/>
              </p:nvPicPr>
              <p:blipFill>
                <a:blip r:embed="rId432"/>
                <a:stretch>
                  <a:fillRect/>
                </a:stretch>
              </p:blipFill>
              <p:spPr>
                <a:xfrm>
                  <a:off x="7433208" y="6264504"/>
                  <a:ext cx="140400" cy="25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3">
              <p14:nvContentPartPr>
                <p14:cNvPr id="346" name="Ink 345">
                  <a:extLst>
                    <a:ext uri="{FF2B5EF4-FFF2-40B4-BE49-F238E27FC236}">
                      <a16:creationId xmlns:a16="http://schemas.microsoft.com/office/drawing/2014/main" id="{39E83D35-AAE8-1575-2FD3-0C9133C9BDA3}"/>
                    </a:ext>
                  </a:extLst>
                </p14:cNvPr>
                <p14:cNvContentPartPr/>
                <p14:nvPr/>
              </p14:nvContentPartPr>
              <p14:xfrm>
                <a:off x="7594488" y="6236064"/>
                <a:ext cx="365400" cy="356400"/>
              </p14:xfrm>
            </p:contentPart>
          </mc:Choice>
          <mc:Fallback xmlns="">
            <p:pic>
              <p:nvPicPr>
                <p:cNvPr id="346" name="Ink 345">
                  <a:extLst>
                    <a:ext uri="{FF2B5EF4-FFF2-40B4-BE49-F238E27FC236}">
                      <a16:creationId xmlns:a16="http://schemas.microsoft.com/office/drawing/2014/main" id="{39E83D35-AAE8-1575-2FD3-0C9133C9BDA3}"/>
                    </a:ext>
                  </a:extLst>
                </p:cNvPr>
                <p:cNvPicPr/>
                <p:nvPr/>
              </p:nvPicPr>
              <p:blipFill>
                <a:blip r:embed="rId434"/>
                <a:stretch>
                  <a:fillRect/>
                </a:stretch>
              </p:blipFill>
              <p:spPr>
                <a:xfrm>
                  <a:off x="7585488" y="6227424"/>
                  <a:ext cx="383040" cy="37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5">
              <p14:nvContentPartPr>
                <p14:cNvPr id="347" name="Ink 346">
                  <a:extLst>
                    <a:ext uri="{FF2B5EF4-FFF2-40B4-BE49-F238E27FC236}">
                      <a16:creationId xmlns:a16="http://schemas.microsoft.com/office/drawing/2014/main" id="{1BD52A3F-4B2D-45C1-97DA-455B756F3AB2}"/>
                    </a:ext>
                  </a:extLst>
                </p14:cNvPr>
                <p14:cNvContentPartPr/>
                <p14:nvPr/>
              </p14:nvContentPartPr>
              <p14:xfrm>
                <a:off x="7940088" y="6288984"/>
                <a:ext cx="21960" cy="71280"/>
              </p14:xfrm>
            </p:contentPart>
          </mc:Choice>
          <mc:Fallback xmlns="">
            <p:pic>
              <p:nvPicPr>
                <p:cNvPr id="347" name="Ink 346">
                  <a:extLst>
                    <a:ext uri="{FF2B5EF4-FFF2-40B4-BE49-F238E27FC236}">
                      <a16:creationId xmlns:a16="http://schemas.microsoft.com/office/drawing/2014/main" id="{1BD52A3F-4B2D-45C1-97DA-455B756F3AB2}"/>
                    </a:ext>
                  </a:extLst>
                </p:cNvPr>
                <p:cNvPicPr/>
                <p:nvPr/>
              </p:nvPicPr>
              <p:blipFill>
                <a:blip r:embed="rId436"/>
                <a:stretch>
                  <a:fillRect/>
                </a:stretch>
              </p:blipFill>
              <p:spPr>
                <a:xfrm>
                  <a:off x="7931088" y="6279984"/>
                  <a:ext cx="39600" cy="8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7">
              <p14:nvContentPartPr>
                <p14:cNvPr id="348" name="Ink 347">
                  <a:extLst>
                    <a:ext uri="{FF2B5EF4-FFF2-40B4-BE49-F238E27FC236}">
                      <a16:creationId xmlns:a16="http://schemas.microsoft.com/office/drawing/2014/main" id="{EB9AFEFA-8C15-A98B-8E42-4914FC80682C}"/>
                    </a:ext>
                  </a:extLst>
                </p14:cNvPr>
                <p14:cNvContentPartPr/>
                <p14:nvPr/>
              </p14:nvContentPartPr>
              <p14:xfrm>
                <a:off x="7963848" y="6359904"/>
                <a:ext cx="160200" cy="302040"/>
              </p14:xfrm>
            </p:contentPart>
          </mc:Choice>
          <mc:Fallback xmlns="">
            <p:pic>
              <p:nvPicPr>
                <p:cNvPr id="348" name="Ink 347">
                  <a:extLst>
                    <a:ext uri="{FF2B5EF4-FFF2-40B4-BE49-F238E27FC236}">
                      <a16:creationId xmlns:a16="http://schemas.microsoft.com/office/drawing/2014/main" id="{EB9AFEFA-8C15-A98B-8E42-4914FC80682C}"/>
                    </a:ext>
                  </a:extLst>
                </p:cNvPr>
                <p:cNvPicPr/>
                <p:nvPr/>
              </p:nvPicPr>
              <p:blipFill>
                <a:blip r:embed="rId438"/>
                <a:stretch>
                  <a:fillRect/>
                </a:stretch>
              </p:blipFill>
              <p:spPr>
                <a:xfrm>
                  <a:off x="7955208" y="6350904"/>
                  <a:ext cx="177840" cy="319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78" name="Group 377">
            <a:extLst>
              <a:ext uri="{FF2B5EF4-FFF2-40B4-BE49-F238E27FC236}">
                <a16:creationId xmlns:a16="http://schemas.microsoft.com/office/drawing/2014/main" id="{4911E9AD-37BF-3F2B-0FDB-C8D3CFB77A7F}"/>
              </a:ext>
            </a:extLst>
          </p:cNvPr>
          <p:cNvGrpSpPr/>
          <p:nvPr/>
        </p:nvGrpSpPr>
        <p:grpSpPr>
          <a:xfrm>
            <a:off x="8461368" y="6116904"/>
            <a:ext cx="3467160" cy="614160"/>
            <a:chOff x="8461368" y="6116904"/>
            <a:chExt cx="3467160" cy="614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39">
              <p14:nvContentPartPr>
                <p14:cNvPr id="352" name="Ink 351">
                  <a:extLst>
                    <a:ext uri="{FF2B5EF4-FFF2-40B4-BE49-F238E27FC236}">
                      <a16:creationId xmlns:a16="http://schemas.microsoft.com/office/drawing/2014/main" id="{24678AAA-82C4-564D-94B5-E032BBC9C10A}"/>
                    </a:ext>
                  </a:extLst>
                </p14:cNvPr>
                <p14:cNvContentPartPr/>
                <p14:nvPr/>
              </p14:nvContentPartPr>
              <p14:xfrm>
                <a:off x="8461368" y="6309504"/>
                <a:ext cx="276840" cy="259560"/>
              </p14:xfrm>
            </p:contentPart>
          </mc:Choice>
          <mc:Fallback xmlns="">
            <p:pic>
              <p:nvPicPr>
                <p:cNvPr id="352" name="Ink 351">
                  <a:extLst>
                    <a:ext uri="{FF2B5EF4-FFF2-40B4-BE49-F238E27FC236}">
                      <a16:creationId xmlns:a16="http://schemas.microsoft.com/office/drawing/2014/main" id="{24678AAA-82C4-564D-94B5-E032BBC9C10A}"/>
                    </a:ext>
                  </a:extLst>
                </p:cNvPr>
                <p:cNvPicPr/>
                <p:nvPr/>
              </p:nvPicPr>
              <p:blipFill>
                <a:blip r:embed="rId440"/>
                <a:stretch>
                  <a:fillRect/>
                </a:stretch>
              </p:blipFill>
              <p:spPr>
                <a:xfrm>
                  <a:off x="8452368" y="6300864"/>
                  <a:ext cx="294480" cy="27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1">
              <p14:nvContentPartPr>
                <p14:cNvPr id="353" name="Ink 352">
                  <a:extLst>
                    <a:ext uri="{FF2B5EF4-FFF2-40B4-BE49-F238E27FC236}">
                      <a16:creationId xmlns:a16="http://schemas.microsoft.com/office/drawing/2014/main" id="{BB6731CB-D6C3-E29F-B599-BAA02E9AA861}"/>
                    </a:ext>
                  </a:extLst>
                </p14:cNvPr>
                <p14:cNvContentPartPr/>
                <p14:nvPr/>
              </p14:nvContentPartPr>
              <p14:xfrm>
                <a:off x="8777088" y="6305544"/>
                <a:ext cx="77760" cy="49320"/>
              </p14:xfrm>
            </p:contentPart>
          </mc:Choice>
          <mc:Fallback xmlns="">
            <p:pic>
              <p:nvPicPr>
                <p:cNvPr id="353" name="Ink 352">
                  <a:extLst>
                    <a:ext uri="{FF2B5EF4-FFF2-40B4-BE49-F238E27FC236}">
                      <a16:creationId xmlns:a16="http://schemas.microsoft.com/office/drawing/2014/main" id="{BB6731CB-D6C3-E29F-B599-BAA02E9AA861}"/>
                    </a:ext>
                  </a:extLst>
                </p:cNvPr>
                <p:cNvPicPr/>
                <p:nvPr/>
              </p:nvPicPr>
              <p:blipFill>
                <a:blip r:embed="rId442"/>
                <a:stretch>
                  <a:fillRect/>
                </a:stretch>
              </p:blipFill>
              <p:spPr>
                <a:xfrm>
                  <a:off x="8768448" y="6296544"/>
                  <a:ext cx="95400" cy="6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3">
              <p14:nvContentPartPr>
                <p14:cNvPr id="354" name="Ink 353">
                  <a:extLst>
                    <a:ext uri="{FF2B5EF4-FFF2-40B4-BE49-F238E27FC236}">
                      <a16:creationId xmlns:a16="http://schemas.microsoft.com/office/drawing/2014/main" id="{1CD7EFF9-7AEE-36EA-6450-D8165839F2EF}"/>
                    </a:ext>
                  </a:extLst>
                </p14:cNvPr>
                <p14:cNvContentPartPr/>
                <p14:nvPr/>
              </p14:nvContentPartPr>
              <p14:xfrm>
                <a:off x="8893368" y="6318864"/>
                <a:ext cx="133200" cy="59040"/>
              </p14:xfrm>
            </p:contentPart>
          </mc:Choice>
          <mc:Fallback xmlns="">
            <p:pic>
              <p:nvPicPr>
                <p:cNvPr id="354" name="Ink 353">
                  <a:extLst>
                    <a:ext uri="{FF2B5EF4-FFF2-40B4-BE49-F238E27FC236}">
                      <a16:creationId xmlns:a16="http://schemas.microsoft.com/office/drawing/2014/main" id="{1CD7EFF9-7AEE-36EA-6450-D8165839F2EF}"/>
                    </a:ext>
                  </a:extLst>
                </p:cNvPr>
                <p:cNvPicPr/>
                <p:nvPr/>
              </p:nvPicPr>
              <p:blipFill>
                <a:blip r:embed="rId444"/>
                <a:stretch>
                  <a:fillRect/>
                </a:stretch>
              </p:blipFill>
              <p:spPr>
                <a:xfrm>
                  <a:off x="8884368" y="6310224"/>
                  <a:ext cx="150840" cy="7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5">
              <p14:nvContentPartPr>
                <p14:cNvPr id="355" name="Ink 354">
                  <a:extLst>
                    <a:ext uri="{FF2B5EF4-FFF2-40B4-BE49-F238E27FC236}">
                      <a16:creationId xmlns:a16="http://schemas.microsoft.com/office/drawing/2014/main" id="{03B9161F-3165-31CD-F2F7-9A3E18C888B8}"/>
                    </a:ext>
                  </a:extLst>
                </p14:cNvPr>
                <p14:cNvContentPartPr/>
                <p14:nvPr/>
              </p14:nvContentPartPr>
              <p14:xfrm>
                <a:off x="9091008" y="6326064"/>
                <a:ext cx="148320" cy="42480"/>
              </p14:xfrm>
            </p:contentPart>
          </mc:Choice>
          <mc:Fallback xmlns="">
            <p:pic>
              <p:nvPicPr>
                <p:cNvPr id="355" name="Ink 354">
                  <a:extLst>
                    <a:ext uri="{FF2B5EF4-FFF2-40B4-BE49-F238E27FC236}">
                      <a16:creationId xmlns:a16="http://schemas.microsoft.com/office/drawing/2014/main" id="{03B9161F-3165-31CD-F2F7-9A3E18C888B8}"/>
                    </a:ext>
                  </a:extLst>
                </p:cNvPr>
                <p:cNvPicPr/>
                <p:nvPr/>
              </p:nvPicPr>
              <p:blipFill>
                <a:blip r:embed="rId446"/>
                <a:stretch>
                  <a:fillRect/>
                </a:stretch>
              </p:blipFill>
              <p:spPr>
                <a:xfrm>
                  <a:off x="9082008" y="6317424"/>
                  <a:ext cx="165960" cy="6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7">
              <p14:nvContentPartPr>
                <p14:cNvPr id="356" name="Ink 355">
                  <a:extLst>
                    <a:ext uri="{FF2B5EF4-FFF2-40B4-BE49-F238E27FC236}">
                      <a16:creationId xmlns:a16="http://schemas.microsoft.com/office/drawing/2014/main" id="{E4EE9021-F225-BB50-8839-3BEC399A8170}"/>
                    </a:ext>
                  </a:extLst>
                </p14:cNvPr>
                <p14:cNvContentPartPr/>
                <p14:nvPr/>
              </p14:nvContentPartPr>
              <p14:xfrm>
                <a:off x="9346968" y="6320664"/>
                <a:ext cx="192240" cy="52920"/>
              </p14:xfrm>
            </p:contentPart>
          </mc:Choice>
          <mc:Fallback xmlns="">
            <p:pic>
              <p:nvPicPr>
                <p:cNvPr id="356" name="Ink 355">
                  <a:extLst>
                    <a:ext uri="{FF2B5EF4-FFF2-40B4-BE49-F238E27FC236}">
                      <a16:creationId xmlns:a16="http://schemas.microsoft.com/office/drawing/2014/main" id="{E4EE9021-F225-BB50-8839-3BEC399A8170}"/>
                    </a:ext>
                  </a:extLst>
                </p:cNvPr>
                <p:cNvPicPr/>
                <p:nvPr/>
              </p:nvPicPr>
              <p:blipFill>
                <a:blip r:embed="rId448"/>
                <a:stretch>
                  <a:fillRect/>
                </a:stretch>
              </p:blipFill>
              <p:spPr>
                <a:xfrm>
                  <a:off x="9338328" y="6312024"/>
                  <a:ext cx="209880" cy="7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9">
              <p14:nvContentPartPr>
                <p14:cNvPr id="358" name="Ink 357">
                  <a:extLst>
                    <a:ext uri="{FF2B5EF4-FFF2-40B4-BE49-F238E27FC236}">
                      <a16:creationId xmlns:a16="http://schemas.microsoft.com/office/drawing/2014/main" id="{5B9BA6A6-4E2E-DC24-5BC8-0131AFE1A1AA}"/>
                    </a:ext>
                  </a:extLst>
                </p14:cNvPr>
                <p14:cNvContentPartPr/>
                <p14:nvPr/>
              </p14:nvContentPartPr>
              <p14:xfrm>
                <a:off x="9757728" y="6234264"/>
                <a:ext cx="229680" cy="206640"/>
              </p14:xfrm>
            </p:contentPart>
          </mc:Choice>
          <mc:Fallback xmlns="">
            <p:pic>
              <p:nvPicPr>
                <p:cNvPr id="358" name="Ink 357">
                  <a:extLst>
                    <a:ext uri="{FF2B5EF4-FFF2-40B4-BE49-F238E27FC236}">
                      <a16:creationId xmlns:a16="http://schemas.microsoft.com/office/drawing/2014/main" id="{5B9BA6A6-4E2E-DC24-5BC8-0131AFE1A1AA}"/>
                    </a:ext>
                  </a:extLst>
                </p:cNvPr>
                <p:cNvPicPr/>
                <p:nvPr/>
              </p:nvPicPr>
              <p:blipFill>
                <a:blip r:embed="rId450"/>
                <a:stretch>
                  <a:fillRect/>
                </a:stretch>
              </p:blipFill>
              <p:spPr>
                <a:xfrm>
                  <a:off x="9749088" y="6225624"/>
                  <a:ext cx="247320" cy="22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1">
              <p14:nvContentPartPr>
                <p14:cNvPr id="359" name="Ink 358">
                  <a:extLst>
                    <a:ext uri="{FF2B5EF4-FFF2-40B4-BE49-F238E27FC236}">
                      <a16:creationId xmlns:a16="http://schemas.microsoft.com/office/drawing/2014/main" id="{64F0C9DB-0AD4-88BA-23D6-07A4D37D8082}"/>
                    </a:ext>
                  </a:extLst>
                </p14:cNvPr>
                <p14:cNvContentPartPr/>
                <p14:nvPr/>
              </p14:nvContentPartPr>
              <p14:xfrm>
                <a:off x="10065528" y="6179544"/>
                <a:ext cx="449640" cy="201240"/>
              </p14:xfrm>
            </p:contentPart>
          </mc:Choice>
          <mc:Fallback xmlns="">
            <p:pic>
              <p:nvPicPr>
                <p:cNvPr id="359" name="Ink 358">
                  <a:extLst>
                    <a:ext uri="{FF2B5EF4-FFF2-40B4-BE49-F238E27FC236}">
                      <a16:creationId xmlns:a16="http://schemas.microsoft.com/office/drawing/2014/main" id="{64F0C9DB-0AD4-88BA-23D6-07A4D37D8082}"/>
                    </a:ext>
                  </a:extLst>
                </p:cNvPr>
                <p:cNvPicPr/>
                <p:nvPr/>
              </p:nvPicPr>
              <p:blipFill>
                <a:blip r:embed="rId452"/>
                <a:stretch>
                  <a:fillRect/>
                </a:stretch>
              </p:blipFill>
              <p:spPr>
                <a:xfrm>
                  <a:off x="10056888" y="6170544"/>
                  <a:ext cx="467280" cy="21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3">
              <p14:nvContentPartPr>
                <p14:cNvPr id="360" name="Ink 359">
                  <a:extLst>
                    <a:ext uri="{FF2B5EF4-FFF2-40B4-BE49-F238E27FC236}">
                      <a16:creationId xmlns:a16="http://schemas.microsoft.com/office/drawing/2014/main" id="{755CDA7D-B150-F27E-2B7F-1A31F5C0C7BB}"/>
                    </a:ext>
                  </a:extLst>
                </p14:cNvPr>
                <p14:cNvContentPartPr/>
                <p14:nvPr/>
              </p14:nvContentPartPr>
              <p14:xfrm>
                <a:off x="10756008" y="6124104"/>
                <a:ext cx="145800" cy="217080"/>
              </p14:xfrm>
            </p:contentPart>
          </mc:Choice>
          <mc:Fallback xmlns="">
            <p:pic>
              <p:nvPicPr>
                <p:cNvPr id="360" name="Ink 359">
                  <a:extLst>
                    <a:ext uri="{FF2B5EF4-FFF2-40B4-BE49-F238E27FC236}">
                      <a16:creationId xmlns:a16="http://schemas.microsoft.com/office/drawing/2014/main" id="{755CDA7D-B150-F27E-2B7F-1A31F5C0C7BB}"/>
                    </a:ext>
                  </a:extLst>
                </p:cNvPr>
                <p:cNvPicPr/>
                <p:nvPr/>
              </p:nvPicPr>
              <p:blipFill>
                <a:blip r:embed="rId454"/>
                <a:stretch>
                  <a:fillRect/>
                </a:stretch>
              </p:blipFill>
              <p:spPr>
                <a:xfrm>
                  <a:off x="10747008" y="6115104"/>
                  <a:ext cx="163440" cy="23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5">
              <p14:nvContentPartPr>
                <p14:cNvPr id="361" name="Ink 360">
                  <a:extLst>
                    <a:ext uri="{FF2B5EF4-FFF2-40B4-BE49-F238E27FC236}">
                      <a16:creationId xmlns:a16="http://schemas.microsoft.com/office/drawing/2014/main" id="{53C1F909-D9C6-B286-F166-2FC07B1EBD64}"/>
                    </a:ext>
                  </a:extLst>
                </p14:cNvPr>
                <p14:cNvContentPartPr/>
                <p14:nvPr/>
              </p14:nvContentPartPr>
              <p14:xfrm>
                <a:off x="11151648" y="6145704"/>
                <a:ext cx="128520" cy="231480"/>
              </p14:xfrm>
            </p:contentPart>
          </mc:Choice>
          <mc:Fallback xmlns="">
            <p:pic>
              <p:nvPicPr>
                <p:cNvPr id="361" name="Ink 360">
                  <a:extLst>
                    <a:ext uri="{FF2B5EF4-FFF2-40B4-BE49-F238E27FC236}">
                      <a16:creationId xmlns:a16="http://schemas.microsoft.com/office/drawing/2014/main" id="{53C1F909-D9C6-B286-F166-2FC07B1EBD64}"/>
                    </a:ext>
                  </a:extLst>
                </p:cNvPr>
                <p:cNvPicPr/>
                <p:nvPr/>
              </p:nvPicPr>
              <p:blipFill>
                <a:blip r:embed="rId456"/>
                <a:stretch>
                  <a:fillRect/>
                </a:stretch>
              </p:blipFill>
              <p:spPr>
                <a:xfrm>
                  <a:off x="11143008" y="6137064"/>
                  <a:ext cx="146160" cy="24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7">
              <p14:nvContentPartPr>
                <p14:cNvPr id="362" name="Ink 361">
                  <a:extLst>
                    <a:ext uri="{FF2B5EF4-FFF2-40B4-BE49-F238E27FC236}">
                      <a16:creationId xmlns:a16="http://schemas.microsoft.com/office/drawing/2014/main" id="{5CF553DA-6C8B-921F-1D82-68E90C1A8B4A}"/>
                    </a:ext>
                  </a:extLst>
                </p14:cNvPr>
                <p14:cNvContentPartPr/>
                <p14:nvPr/>
              </p14:nvContentPartPr>
              <p14:xfrm>
                <a:off x="11397888" y="6116904"/>
                <a:ext cx="332280" cy="142560"/>
              </p14:xfrm>
            </p:contentPart>
          </mc:Choice>
          <mc:Fallback xmlns="">
            <p:pic>
              <p:nvPicPr>
                <p:cNvPr id="362" name="Ink 361">
                  <a:extLst>
                    <a:ext uri="{FF2B5EF4-FFF2-40B4-BE49-F238E27FC236}">
                      <a16:creationId xmlns:a16="http://schemas.microsoft.com/office/drawing/2014/main" id="{5CF553DA-6C8B-921F-1D82-68E90C1A8B4A}"/>
                    </a:ext>
                  </a:extLst>
                </p:cNvPr>
                <p:cNvPicPr/>
                <p:nvPr/>
              </p:nvPicPr>
              <p:blipFill>
                <a:blip r:embed="rId458"/>
                <a:stretch>
                  <a:fillRect/>
                </a:stretch>
              </p:blipFill>
              <p:spPr>
                <a:xfrm>
                  <a:off x="11389248" y="6108264"/>
                  <a:ext cx="349920" cy="16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9">
              <p14:nvContentPartPr>
                <p14:cNvPr id="364" name="Ink 363">
                  <a:extLst>
                    <a:ext uri="{FF2B5EF4-FFF2-40B4-BE49-F238E27FC236}">
                      <a16:creationId xmlns:a16="http://schemas.microsoft.com/office/drawing/2014/main" id="{2F0B47BC-0DF4-AFDA-DBA0-0707D3E15909}"/>
                    </a:ext>
                  </a:extLst>
                </p14:cNvPr>
                <p14:cNvContentPartPr/>
                <p14:nvPr/>
              </p14:nvContentPartPr>
              <p14:xfrm>
                <a:off x="8828208" y="6526944"/>
                <a:ext cx="96480" cy="189720"/>
              </p14:xfrm>
            </p:contentPart>
          </mc:Choice>
          <mc:Fallback xmlns="">
            <p:pic>
              <p:nvPicPr>
                <p:cNvPr id="364" name="Ink 363">
                  <a:extLst>
                    <a:ext uri="{FF2B5EF4-FFF2-40B4-BE49-F238E27FC236}">
                      <a16:creationId xmlns:a16="http://schemas.microsoft.com/office/drawing/2014/main" id="{2F0B47BC-0DF4-AFDA-DBA0-0707D3E15909}"/>
                    </a:ext>
                  </a:extLst>
                </p:cNvPr>
                <p:cNvPicPr/>
                <p:nvPr/>
              </p:nvPicPr>
              <p:blipFill>
                <a:blip r:embed="rId460"/>
                <a:stretch>
                  <a:fillRect/>
                </a:stretch>
              </p:blipFill>
              <p:spPr>
                <a:xfrm>
                  <a:off x="8819568" y="6518304"/>
                  <a:ext cx="114120" cy="20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1">
              <p14:nvContentPartPr>
                <p14:cNvPr id="365" name="Ink 364">
                  <a:extLst>
                    <a:ext uri="{FF2B5EF4-FFF2-40B4-BE49-F238E27FC236}">
                      <a16:creationId xmlns:a16="http://schemas.microsoft.com/office/drawing/2014/main" id="{ACC0898B-1ACB-A751-ED4F-1E2CD5229D3D}"/>
                    </a:ext>
                  </a:extLst>
                </p14:cNvPr>
                <p14:cNvContentPartPr/>
                <p14:nvPr/>
              </p14:nvContentPartPr>
              <p14:xfrm>
                <a:off x="8780688" y="6516504"/>
                <a:ext cx="463320" cy="164880"/>
              </p14:xfrm>
            </p:contentPart>
          </mc:Choice>
          <mc:Fallback xmlns="">
            <p:pic>
              <p:nvPicPr>
                <p:cNvPr id="365" name="Ink 364">
                  <a:extLst>
                    <a:ext uri="{FF2B5EF4-FFF2-40B4-BE49-F238E27FC236}">
                      <a16:creationId xmlns:a16="http://schemas.microsoft.com/office/drawing/2014/main" id="{ACC0898B-1ACB-A751-ED4F-1E2CD5229D3D}"/>
                    </a:ext>
                  </a:extLst>
                </p:cNvPr>
                <p:cNvPicPr/>
                <p:nvPr/>
              </p:nvPicPr>
              <p:blipFill>
                <a:blip r:embed="rId462"/>
                <a:stretch>
                  <a:fillRect/>
                </a:stretch>
              </p:blipFill>
              <p:spPr>
                <a:xfrm>
                  <a:off x="8771688" y="6507504"/>
                  <a:ext cx="480960" cy="18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3">
              <p14:nvContentPartPr>
                <p14:cNvPr id="366" name="Ink 365">
                  <a:extLst>
                    <a:ext uri="{FF2B5EF4-FFF2-40B4-BE49-F238E27FC236}">
                      <a16:creationId xmlns:a16="http://schemas.microsoft.com/office/drawing/2014/main" id="{6D1A7FC1-78BD-EFF9-D15F-880517E8DBAE}"/>
                    </a:ext>
                  </a:extLst>
                </p14:cNvPr>
                <p14:cNvContentPartPr/>
                <p14:nvPr/>
              </p14:nvContentPartPr>
              <p14:xfrm>
                <a:off x="9485928" y="6627384"/>
                <a:ext cx="32040" cy="61560"/>
              </p14:xfrm>
            </p:contentPart>
          </mc:Choice>
          <mc:Fallback xmlns="">
            <p:pic>
              <p:nvPicPr>
                <p:cNvPr id="366" name="Ink 365">
                  <a:extLst>
                    <a:ext uri="{FF2B5EF4-FFF2-40B4-BE49-F238E27FC236}">
                      <a16:creationId xmlns:a16="http://schemas.microsoft.com/office/drawing/2014/main" id="{6D1A7FC1-78BD-EFF9-D15F-880517E8DBAE}"/>
                    </a:ext>
                  </a:extLst>
                </p:cNvPr>
                <p:cNvPicPr/>
                <p:nvPr/>
              </p:nvPicPr>
              <p:blipFill>
                <a:blip r:embed="rId464"/>
                <a:stretch>
                  <a:fillRect/>
                </a:stretch>
              </p:blipFill>
              <p:spPr>
                <a:xfrm>
                  <a:off x="9477288" y="6618744"/>
                  <a:ext cx="49680" cy="7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5">
              <p14:nvContentPartPr>
                <p14:cNvPr id="367" name="Ink 366">
                  <a:extLst>
                    <a:ext uri="{FF2B5EF4-FFF2-40B4-BE49-F238E27FC236}">
                      <a16:creationId xmlns:a16="http://schemas.microsoft.com/office/drawing/2014/main" id="{7DD4E1E2-CA81-740F-C28A-7778D7EFA8ED}"/>
                    </a:ext>
                  </a:extLst>
                </p14:cNvPr>
                <p14:cNvContentPartPr/>
                <p14:nvPr/>
              </p14:nvContentPartPr>
              <p14:xfrm>
                <a:off x="9460368" y="6499944"/>
                <a:ext cx="90360" cy="213480"/>
              </p14:xfrm>
            </p:contentPart>
          </mc:Choice>
          <mc:Fallback xmlns="">
            <p:pic>
              <p:nvPicPr>
                <p:cNvPr id="367" name="Ink 366">
                  <a:extLst>
                    <a:ext uri="{FF2B5EF4-FFF2-40B4-BE49-F238E27FC236}">
                      <a16:creationId xmlns:a16="http://schemas.microsoft.com/office/drawing/2014/main" id="{7DD4E1E2-CA81-740F-C28A-7778D7EFA8ED}"/>
                    </a:ext>
                  </a:extLst>
                </p:cNvPr>
                <p:cNvPicPr/>
                <p:nvPr/>
              </p:nvPicPr>
              <p:blipFill>
                <a:blip r:embed="rId466"/>
                <a:stretch>
                  <a:fillRect/>
                </a:stretch>
              </p:blipFill>
              <p:spPr>
                <a:xfrm>
                  <a:off x="9451728" y="6491304"/>
                  <a:ext cx="108000" cy="23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7">
              <p14:nvContentPartPr>
                <p14:cNvPr id="368" name="Ink 367">
                  <a:extLst>
                    <a:ext uri="{FF2B5EF4-FFF2-40B4-BE49-F238E27FC236}">
                      <a16:creationId xmlns:a16="http://schemas.microsoft.com/office/drawing/2014/main" id="{7BA47A7B-459F-949E-16B7-EB5A99FA89F8}"/>
                    </a:ext>
                  </a:extLst>
                </p14:cNvPr>
                <p14:cNvContentPartPr/>
                <p14:nvPr/>
              </p14:nvContentPartPr>
              <p14:xfrm>
                <a:off x="9460008" y="6493104"/>
                <a:ext cx="465840" cy="164520"/>
              </p14:xfrm>
            </p:contentPart>
          </mc:Choice>
          <mc:Fallback xmlns="">
            <p:pic>
              <p:nvPicPr>
                <p:cNvPr id="368" name="Ink 367">
                  <a:extLst>
                    <a:ext uri="{FF2B5EF4-FFF2-40B4-BE49-F238E27FC236}">
                      <a16:creationId xmlns:a16="http://schemas.microsoft.com/office/drawing/2014/main" id="{7BA47A7B-459F-949E-16B7-EB5A99FA89F8}"/>
                    </a:ext>
                  </a:extLst>
                </p:cNvPr>
                <p:cNvPicPr/>
                <p:nvPr/>
              </p:nvPicPr>
              <p:blipFill>
                <a:blip r:embed="rId468"/>
                <a:stretch>
                  <a:fillRect/>
                </a:stretch>
              </p:blipFill>
              <p:spPr>
                <a:xfrm>
                  <a:off x="9451368" y="6484104"/>
                  <a:ext cx="483480" cy="18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9">
              <p14:nvContentPartPr>
                <p14:cNvPr id="369" name="Ink 368">
                  <a:extLst>
                    <a:ext uri="{FF2B5EF4-FFF2-40B4-BE49-F238E27FC236}">
                      <a16:creationId xmlns:a16="http://schemas.microsoft.com/office/drawing/2014/main" id="{6156C54B-1946-899C-04A5-2294DB89E9B5}"/>
                    </a:ext>
                  </a:extLst>
                </p14:cNvPr>
                <p14:cNvContentPartPr/>
                <p14:nvPr/>
              </p14:nvContentPartPr>
              <p14:xfrm>
                <a:off x="9927648" y="6635304"/>
                <a:ext cx="74520" cy="38880"/>
              </p14:xfrm>
            </p:contentPart>
          </mc:Choice>
          <mc:Fallback xmlns="">
            <p:pic>
              <p:nvPicPr>
                <p:cNvPr id="369" name="Ink 368">
                  <a:extLst>
                    <a:ext uri="{FF2B5EF4-FFF2-40B4-BE49-F238E27FC236}">
                      <a16:creationId xmlns:a16="http://schemas.microsoft.com/office/drawing/2014/main" id="{6156C54B-1946-899C-04A5-2294DB89E9B5}"/>
                    </a:ext>
                  </a:extLst>
                </p:cNvPr>
                <p:cNvPicPr/>
                <p:nvPr/>
              </p:nvPicPr>
              <p:blipFill>
                <a:blip r:embed="rId470"/>
                <a:stretch>
                  <a:fillRect/>
                </a:stretch>
              </p:blipFill>
              <p:spPr>
                <a:xfrm>
                  <a:off x="9919008" y="6626304"/>
                  <a:ext cx="92160" cy="5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1">
              <p14:nvContentPartPr>
                <p14:cNvPr id="370" name="Ink 369">
                  <a:extLst>
                    <a:ext uri="{FF2B5EF4-FFF2-40B4-BE49-F238E27FC236}">
                      <a16:creationId xmlns:a16="http://schemas.microsoft.com/office/drawing/2014/main" id="{3071AE12-4F05-BA6D-B907-3CCD32C0F490}"/>
                    </a:ext>
                  </a:extLst>
                </p14:cNvPr>
                <p14:cNvContentPartPr/>
                <p14:nvPr/>
              </p14:nvContentPartPr>
              <p14:xfrm>
                <a:off x="10231488" y="6626664"/>
                <a:ext cx="10800" cy="45000"/>
              </p14:xfrm>
            </p:contentPart>
          </mc:Choice>
          <mc:Fallback xmlns="">
            <p:pic>
              <p:nvPicPr>
                <p:cNvPr id="370" name="Ink 369">
                  <a:extLst>
                    <a:ext uri="{FF2B5EF4-FFF2-40B4-BE49-F238E27FC236}">
                      <a16:creationId xmlns:a16="http://schemas.microsoft.com/office/drawing/2014/main" id="{3071AE12-4F05-BA6D-B907-3CCD32C0F490}"/>
                    </a:ext>
                  </a:extLst>
                </p:cNvPr>
                <p:cNvPicPr/>
                <p:nvPr/>
              </p:nvPicPr>
              <p:blipFill>
                <a:blip r:embed="rId472"/>
                <a:stretch>
                  <a:fillRect/>
                </a:stretch>
              </p:blipFill>
              <p:spPr>
                <a:xfrm>
                  <a:off x="10222488" y="6617664"/>
                  <a:ext cx="28440" cy="6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3">
              <p14:nvContentPartPr>
                <p14:cNvPr id="371" name="Ink 370">
                  <a:extLst>
                    <a:ext uri="{FF2B5EF4-FFF2-40B4-BE49-F238E27FC236}">
                      <a16:creationId xmlns:a16="http://schemas.microsoft.com/office/drawing/2014/main" id="{5672E748-0CD2-ABAB-8FB0-A12D7324FB11}"/>
                    </a:ext>
                  </a:extLst>
                </p14:cNvPr>
                <p14:cNvContentPartPr/>
                <p14:nvPr/>
              </p14:nvContentPartPr>
              <p14:xfrm>
                <a:off x="10258128" y="6569064"/>
                <a:ext cx="1080" cy="29520"/>
              </p14:xfrm>
            </p:contentPart>
          </mc:Choice>
          <mc:Fallback xmlns="">
            <p:pic>
              <p:nvPicPr>
                <p:cNvPr id="371" name="Ink 370">
                  <a:extLst>
                    <a:ext uri="{FF2B5EF4-FFF2-40B4-BE49-F238E27FC236}">
                      <a16:creationId xmlns:a16="http://schemas.microsoft.com/office/drawing/2014/main" id="{5672E748-0CD2-ABAB-8FB0-A12D7324FB11}"/>
                    </a:ext>
                  </a:extLst>
                </p:cNvPr>
                <p:cNvPicPr/>
                <p:nvPr/>
              </p:nvPicPr>
              <p:blipFill>
                <a:blip r:embed="rId474"/>
                <a:stretch>
                  <a:fillRect/>
                </a:stretch>
              </p:blipFill>
              <p:spPr>
                <a:xfrm>
                  <a:off x="10249488" y="6560064"/>
                  <a:ext cx="18720" cy="4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5">
              <p14:nvContentPartPr>
                <p14:cNvPr id="372" name="Ink 371">
                  <a:extLst>
                    <a:ext uri="{FF2B5EF4-FFF2-40B4-BE49-F238E27FC236}">
                      <a16:creationId xmlns:a16="http://schemas.microsoft.com/office/drawing/2014/main" id="{B1740C9D-0A7C-4A6D-CC05-D0CE4E2CBE4C}"/>
                    </a:ext>
                  </a:extLst>
                </p14:cNvPr>
                <p14:cNvContentPartPr/>
                <p14:nvPr/>
              </p14:nvContentPartPr>
              <p14:xfrm>
                <a:off x="10321128" y="6611544"/>
                <a:ext cx="99000" cy="14760"/>
              </p14:xfrm>
            </p:contentPart>
          </mc:Choice>
          <mc:Fallback xmlns="">
            <p:pic>
              <p:nvPicPr>
                <p:cNvPr id="372" name="Ink 371">
                  <a:extLst>
                    <a:ext uri="{FF2B5EF4-FFF2-40B4-BE49-F238E27FC236}">
                      <a16:creationId xmlns:a16="http://schemas.microsoft.com/office/drawing/2014/main" id="{B1740C9D-0A7C-4A6D-CC05-D0CE4E2CBE4C}"/>
                    </a:ext>
                  </a:extLst>
                </p:cNvPr>
                <p:cNvPicPr/>
                <p:nvPr/>
              </p:nvPicPr>
              <p:blipFill>
                <a:blip r:embed="rId476"/>
                <a:stretch>
                  <a:fillRect/>
                </a:stretch>
              </p:blipFill>
              <p:spPr>
                <a:xfrm>
                  <a:off x="10312128" y="6602904"/>
                  <a:ext cx="116640" cy="3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7">
              <p14:nvContentPartPr>
                <p14:cNvPr id="373" name="Ink 372">
                  <a:extLst>
                    <a:ext uri="{FF2B5EF4-FFF2-40B4-BE49-F238E27FC236}">
                      <a16:creationId xmlns:a16="http://schemas.microsoft.com/office/drawing/2014/main" id="{E84A0CBD-80E5-80AC-4D7D-DEC11C70A6CC}"/>
                    </a:ext>
                  </a:extLst>
                </p14:cNvPr>
                <p14:cNvContentPartPr/>
                <p14:nvPr/>
              </p14:nvContentPartPr>
              <p14:xfrm>
                <a:off x="10690128" y="6555744"/>
                <a:ext cx="34560" cy="135720"/>
              </p14:xfrm>
            </p:contentPart>
          </mc:Choice>
          <mc:Fallback xmlns="">
            <p:pic>
              <p:nvPicPr>
                <p:cNvPr id="373" name="Ink 372">
                  <a:extLst>
                    <a:ext uri="{FF2B5EF4-FFF2-40B4-BE49-F238E27FC236}">
                      <a16:creationId xmlns:a16="http://schemas.microsoft.com/office/drawing/2014/main" id="{E84A0CBD-80E5-80AC-4D7D-DEC11C70A6CC}"/>
                    </a:ext>
                  </a:extLst>
                </p:cNvPr>
                <p:cNvPicPr/>
                <p:nvPr/>
              </p:nvPicPr>
              <p:blipFill>
                <a:blip r:embed="rId478"/>
                <a:stretch>
                  <a:fillRect/>
                </a:stretch>
              </p:blipFill>
              <p:spPr>
                <a:xfrm>
                  <a:off x="10681128" y="6546744"/>
                  <a:ext cx="52200" cy="15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9">
              <p14:nvContentPartPr>
                <p14:cNvPr id="374" name="Ink 373">
                  <a:extLst>
                    <a:ext uri="{FF2B5EF4-FFF2-40B4-BE49-F238E27FC236}">
                      <a16:creationId xmlns:a16="http://schemas.microsoft.com/office/drawing/2014/main" id="{96CED2F4-1633-22C3-EB99-249C3F422D13}"/>
                    </a:ext>
                  </a:extLst>
                </p14:cNvPr>
                <p14:cNvContentPartPr/>
                <p14:nvPr/>
              </p14:nvContentPartPr>
              <p14:xfrm>
                <a:off x="10669608" y="6629904"/>
                <a:ext cx="153360" cy="34920"/>
              </p14:xfrm>
            </p:contentPart>
          </mc:Choice>
          <mc:Fallback xmlns="">
            <p:pic>
              <p:nvPicPr>
                <p:cNvPr id="374" name="Ink 373">
                  <a:extLst>
                    <a:ext uri="{FF2B5EF4-FFF2-40B4-BE49-F238E27FC236}">
                      <a16:creationId xmlns:a16="http://schemas.microsoft.com/office/drawing/2014/main" id="{96CED2F4-1633-22C3-EB99-249C3F422D13}"/>
                    </a:ext>
                  </a:extLst>
                </p:cNvPr>
                <p:cNvPicPr/>
                <p:nvPr/>
              </p:nvPicPr>
              <p:blipFill>
                <a:blip r:embed="rId480"/>
                <a:stretch>
                  <a:fillRect/>
                </a:stretch>
              </p:blipFill>
              <p:spPr>
                <a:xfrm>
                  <a:off x="10660968" y="6621264"/>
                  <a:ext cx="171000" cy="5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1">
              <p14:nvContentPartPr>
                <p14:cNvPr id="375" name="Ink 374">
                  <a:extLst>
                    <a:ext uri="{FF2B5EF4-FFF2-40B4-BE49-F238E27FC236}">
                      <a16:creationId xmlns:a16="http://schemas.microsoft.com/office/drawing/2014/main" id="{50E90B4D-14AC-A92F-F941-70DD0A628C33}"/>
                    </a:ext>
                  </a:extLst>
                </p14:cNvPr>
                <p14:cNvContentPartPr/>
                <p14:nvPr/>
              </p14:nvContentPartPr>
              <p14:xfrm>
                <a:off x="11076768" y="6425784"/>
                <a:ext cx="591840" cy="305280"/>
              </p14:xfrm>
            </p:contentPart>
          </mc:Choice>
          <mc:Fallback xmlns="">
            <p:pic>
              <p:nvPicPr>
                <p:cNvPr id="375" name="Ink 374">
                  <a:extLst>
                    <a:ext uri="{FF2B5EF4-FFF2-40B4-BE49-F238E27FC236}">
                      <a16:creationId xmlns:a16="http://schemas.microsoft.com/office/drawing/2014/main" id="{50E90B4D-14AC-A92F-F941-70DD0A628C33}"/>
                    </a:ext>
                  </a:extLst>
                </p:cNvPr>
                <p:cNvPicPr/>
                <p:nvPr/>
              </p:nvPicPr>
              <p:blipFill>
                <a:blip r:embed="rId482"/>
                <a:stretch>
                  <a:fillRect/>
                </a:stretch>
              </p:blipFill>
              <p:spPr>
                <a:xfrm>
                  <a:off x="11068128" y="6416784"/>
                  <a:ext cx="609480" cy="32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3">
              <p14:nvContentPartPr>
                <p14:cNvPr id="376" name="Ink 375">
                  <a:extLst>
                    <a:ext uri="{FF2B5EF4-FFF2-40B4-BE49-F238E27FC236}">
                      <a16:creationId xmlns:a16="http://schemas.microsoft.com/office/drawing/2014/main" id="{379B78CA-2687-738E-778E-BD38641A215E}"/>
                    </a:ext>
                  </a:extLst>
                </p14:cNvPr>
                <p14:cNvContentPartPr/>
                <p14:nvPr/>
              </p14:nvContentPartPr>
              <p14:xfrm>
                <a:off x="11744568" y="6505344"/>
                <a:ext cx="63720" cy="48600"/>
              </p14:xfrm>
            </p:contentPart>
          </mc:Choice>
          <mc:Fallback xmlns="">
            <p:pic>
              <p:nvPicPr>
                <p:cNvPr id="376" name="Ink 375">
                  <a:extLst>
                    <a:ext uri="{FF2B5EF4-FFF2-40B4-BE49-F238E27FC236}">
                      <a16:creationId xmlns:a16="http://schemas.microsoft.com/office/drawing/2014/main" id="{379B78CA-2687-738E-778E-BD38641A215E}"/>
                    </a:ext>
                  </a:extLst>
                </p:cNvPr>
                <p:cNvPicPr/>
                <p:nvPr/>
              </p:nvPicPr>
              <p:blipFill>
                <a:blip r:embed="rId484"/>
                <a:stretch>
                  <a:fillRect/>
                </a:stretch>
              </p:blipFill>
              <p:spPr>
                <a:xfrm>
                  <a:off x="11735568" y="6496344"/>
                  <a:ext cx="81360" cy="6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5">
              <p14:nvContentPartPr>
                <p14:cNvPr id="377" name="Ink 376">
                  <a:extLst>
                    <a:ext uri="{FF2B5EF4-FFF2-40B4-BE49-F238E27FC236}">
                      <a16:creationId xmlns:a16="http://schemas.microsoft.com/office/drawing/2014/main" id="{65102CED-70C1-30C5-E869-D02403B2A3E2}"/>
                    </a:ext>
                  </a:extLst>
                </p14:cNvPr>
                <p14:cNvContentPartPr/>
                <p14:nvPr/>
              </p14:nvContentPartPr>
              <p14:xfrm>
                <a:off x="11918808" y="6596424"/>
                <a:ext cx="9720" cy="4320"/>
              </p14:xfrm>
            </p:contentPart>
          </mc:Choice>
          <mc:Fallback xmlns="">
            <p:pic>
              <p:nvPicPr>
                <p:cNvPr id="377" name="Ink 376">
                  <a:extLst>
                    <a:ext uri="{FF2B5EF4-FFF2-40B4-BE49-F238E27FC236}">
                      <a16:creationId xmlns:a16="http://schemas.microsoft.com/office/drawing/2014/main" id="{65102CED-70C1-30C5-E869-D02403B2A3E2}"/>
                    </a:ext>
                  </a:extLst>
                </p:cNvPr>
                <p:cNvPicPr/>
                <p:nvPr/>
              </p:nvPicPr>
              <p:blipFill>
                <a:blip r:embed="rId486"/>
                <a:stretch>
                  <a:fillRect/>
                </a:stretch>
              </p:blipFill>
              <p:spPr>
                <a:xfrm>
                  <a:off x="11909808" y="6587784"/>
                  <a:ext cx="27360" cy="219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487">
            <p14:nvContentPartPr>
              <p14:cNvPr id="381" name="Ink 380">
                <a:extLst>
                  <a:ext uri="{FF2B5EF4-FFF2-40B4-BE49-F238E27FC236}">
                    <a16:creationId xmlns:a16="http://schemas.microsoft.com/office/drawing/2014/main" id="{FEC8BCB3-5F42-CAE0-5E1D-5916AF629E40}"/>
                  </a:ext>
                </a:extLst>
              </p14:cNvPr>
              <p14:cNvContentPartPr/>
              <p14:nvPr/>
            </p14:nvContentPartPr>
            <p14:xfrm>
              <a:off x="5635728" y="891144"/>
              <a:ext cx="63000" cy="140400"/>
            </p14:xfrm>
          </p:contentPart>
        </mc:Choice>
        <mc:Fallback xmlns="">
          <p:pic>
            <p:nvPicPr>
              <p:cNvPr id="381" name="Ink 380">
                <a:extLst>
                  <a:ext uri="{FF2B5EF4-FFF2-40B4-BE49-F238E27FC236}">
                    <a16:creationId xmlns:a16="http://schemas.microsoft.com/office/drawing/2014/main" id="{FEC8BCB3-5F42-CAE0-5E1D-5916AF629E40}"/>
                  </a:ext>
                </a:extLst>
              </p:cNvPr>
              <p:cNvPicPr/>
              <p:nvPr/>
            </p:nvPicPr>
            <p:blipFill>
              <a:blip r:embed="rId488"/>
              <a:stretch>
                <a:fillRect/>
              </a:stretch>
            </p:blipFill>
            <p:spPr>
              <a:xfrm>
                <a:off x="5626728" y="882504"/>
                <a:ext cx="80640" cy="158040"/>
              </a:xfrm>
              <a:prstGeom prst="rect">
                <a:avLst/>
              </a:prstGeom>
            </p:spPr>
          </p:pic>
        </mc:Fallback>
      </mc:AlternateContent>
      <p:grpSp>
        <p:nvGrpSpPr>
          <p:cNvPr id="391" name="Group 390">
            <a:extLst>
              <a:ext uri="{FF2B5EF4-FFF2-40B4-BE49-F238E27FC236}">
                <a16:creationId xmlns:a16="http://schemas.microsoft.com/office/drawing/2014/main" id="{21DB1C27-0976-FF4B-D2C9-7FDF57CAE2C6}"/>
              </a:ext>
            </a:extLst>
          </p:cNvPr>
          <p:cNvGrpSpPr/>
          <p:nvPr/>
        </p:nvGrpSpPr>
        <p:grpSpPr>
          <a:xfrm>
            <a:off x="5989608" y="601704"/>
            <a:ext cx="1491120" cy="492120"/>
            <a:chOff x="5989608" y="601704"/>
            <a:chExt cx="1491120" cy="492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89">
              <p14:nvContentPartPr>
                <p14:cNvPr id="382" name="Ink 381">
                  <a:extLst>
                    <a:ext uri="{FF2B5EF4-FFF2-40B4-BE49-F238E27FC236}">
                      <a16:creationId xmlns:a16="http://schemas.microsoft.com/office/drawing/2014/main" id="{D1878620-8518-769F-5A65-6B0BD4F97B3F}"/>
                    </a:ext>
                  </a:extLst>
                </p14:cNvPr>
                <p14:cNvContentPartPr/>
                <p14:nvPr/>
              </p14:nvContentPartPr>
              <p14:xfrm>
                <a:off x="5989608" y="720864"/>
                <a:ext cx="282240" cy="219960"/>
              </p14:xfrm>
            </p:contentPart>
          </mc:Choice>
          <mc:Fallback xmlns="">
            <p:pic>
              <p:nvPicPr>
                <p:cNvPr id="382" name="Ink 381">
                  <a:extLst>
                    <a:ext uri="{FF2B5EF4-FFF2-40B4-BE49-F238E27FC236}">
                      <a16:creationId xmlns:a16="http://schemas.microsoft.com/office/drawing/2014/main" id="{D1878620-8518-769F-5A65-6B0BD4F97B3F}"/>
                    </a:ext>
                  </a:extLst>
                </p:cNvPr>
                <p:cNvPicPr/>
                <p:nvPr/>
              </p:nvPicPr>
              <p:blipFill>
                <a:blip r:embed="rId490"/>
                <a:stretch>
                  <a:fillRect/>
                </a:stretch>
              </p:blipFill>
              <p:spPr>
                <a:xfrm>
                  <a:off x="5980968" y="711864"/>
                  <a:ext cx="299880" cy="23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1">
              <p14:nvContentPartPr>
                <p14:cNvPr id="383" name="Ink 382">
                  <a:extLst>
                    <a:ext uri="{FF2B5EF4-FFF2-40B4-BE49-F238E27FC236}">
                      <a16:creationId xmlns:a16="http://schemas.microsoft.com/office/drawing/2014/main" id="{103BC9BA-A233-7E9E-5781-6D92F4E8C3FC}"/>
                    </a:ext>
                  </a:extLst>
                </p14:cNvPr>
                <p14:cNvContentPartPr/>
                <p14:nvPr/>
              </p14:nvContentPartPr>
              <p14:xfrm>
                <a:off x="6370848" y="737784"/>
                <a:ext cx="97200" cy="349920"/>
              </p14:xfrm>
            </p:contentPart>
          </mc:Choice>
          <mc:Fallback xmlns="">
            <p:pic>
              <p:nvPicPr>
                <p:cNvPr id="383" name="Ink 382">
                  <a:extLst>
                    <a:ext uri="{FF2B5EF4-FFF2-40B4-BE49-F238E27FC236}">
                      <a16:creationId xmlns:a16="http://schemas.microsoft.com/office/drawing/2014/main" id="{103BC9BA-A233-7E9E-5781-6D92F4E8C3FC}"/>
                    </a:ext>
                  </a:extLst>
                </p:cNvPr>
                <p:cNvPicPr/>
                <p:nvPr/>
              </p:nvPicPr>
              <p:blipFill>
                <a:blip r:embed="rId492"/>
                <a:stretch>
                  <a:fillRect/>
                </a:stretch>
              </p:blipFill>
              <p:spPr>
                <a:xfrm>
                  <a:off x="6361848" y="729144"/>
                  <a:ext cx="114840" cy="36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3">
              <p14:nvContentPartPr>
                <p14:cNvPr id="384" name="Ink 383">
                  <a:extLst>
                    <a:ext uri="{FF2B5EF4-FFF2-40B4-BE49-F238E27FC236}">
                      <a16:creationId xmlns:a16="http://schemas.microsoft.com/office/drawing/2014/main" id="{B3E89B53-6D95-701C-3DA6-434327927965}"/>
                    </a:ext>
                  </a:extLst>
                </p14:cNvPr>
                <p14:cNvContentPartPr/>
                <p14:nvPr/>
              </p14:nvContentPartPr>
              <p14:xfrm>
                <a:off x="6528168" y="757944"/>
                <a:ext cx="19080" cy="236520"/>
              </p14:xfrm>
            </p:contentPart>
          </mc:Choice>
          <mc:Fallback xmlns="">
            <p:pic>
              <p:nvPicPr>
                <p:cNvPr id="384" name="Ink 383">
                  <a:extLst>
                    <a:ext uri="{FF2B5EF4-FFF2-40B4-BE49-F238E27FC236}">
                      <a16:creationId xmlns:a16="http://schemas.microsoft.com/office/drawing/2014/main" id="{B3E89B53-6D95-701C-3DA6-434327927965}"/>
                    </a:ext>
                  </a:extLst>
                </p:cNvPr>
                <p:cNvPicPr/>
                <p:nvPr/>
              </p:nvPicPr>
              <p:blipFill>
                <a:blip r:embed="rId494"/>
                <a:stretch>
                  <a:fillRect/>
                </a:stretch>
              </p:blipFill>
              <p:spPr>
                <a:xfrm>
                  <a:off x="6519168" y="749304"/>
                  <a:ext cx="36720" cy="25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5">
              <p14:nvContentPartPr>
                <p14:cNvPr id="385" name="Ink 384">
                  <a:extLst>
                    <a:ext uri="{FF2B5EF4-FFF2-40B4-BE49-F238E27FC236}">
                      <a16:creationId xmlns:a16="http://schemas.microsoft.com/office/drawing/2014/main" id="{7D22009C-FAC4-0F46-619C-989A7E109FD0}"/>
                    </a:ext>
                  </a:extLst>
                </p14:cNvPr>
                <p14:cNvContentPartPr/>
                <p14:nvPr/>
              </p14:nvContentPartPr>
              <p14:xfrm>
                <a:off x="6564168" y="727704"/>
                <a:ext cx="127440" cy="239760"/>
              </p14:xfrm>
            </p:contentPart>
          </mc:Choice>
          <mc:Fallback xmlns="">
            <p:pic>
              <p:nvPicPr>
                <p:cNvPr id="385" name="Ink 384">
                  <a:extLst>
                    <a:ext uri="{FF2B5EF4-FFF2-40B4-BE49-F238E27FC236}">
                      <a16:creationId xmlns:a16="http://schemas.microsoft.com/office/drawing/2014/main" id="{7D22009C-FAC4-0F46-619C-989A7E109FD0}"/>
                    </a:ext>
                  </a:extLst>
                </p:cNvPr>
                <p:cNvPicPr/>
                <p:nvPr/>
              </p:nvPicPr>
              <p:blipFill>
                <a:blip r:embed="rId496"/>
                <a:stretch>
                  <a:fillRect/>
                </a:stretch>
              </p:blipFill>
              <p:spPr>
                <a:xfrm>
                  <a:off x="6555528" y="718704"/>
                  <a:ext cx="145080" cy="25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7">
              <p14:nvContentPartPr>
                <p14:cNvPr id="386" name="Ink 385">
                  <a:extLst>
                    <a:ext uri="{FF2B5EF4-FFF2-40B4-BE49-F238E27FC236}">
                      <a16:creationId xmlns:a16="http://schemas.microsoft.com/office/drawing/2014/main" id="{AB3B0295-51A6-AEB4-F07F-2AA23F7D166E}"/>
                    </a:ext>
                  </a:extLst>
                </p14:cNvPr>
                <p14:cNvContentPartPr/>
                <p14:nvPr/>
              </p14:nvContentPartPr>
              <p14:xfrm>
                <a:off x="6787008" y="904104"/>
                <a:ext cx="107640" cy="14040"/>
              </p14:xfrm>
            </p:contentPart>
          </mc:Choice>
          <mc:Fallback xmlns="">
            <p:pic>
              <p:nvPicPr>
                <p:cNvPr id="386" name="Ink 385">
                  <a:extLst>
                    <a:ext uri="{FF2B5EF4-FFF2-40B4-BE49-F238E27FC236}">
                      <a16:creationId xmlns:a16="http://schemas.microsoft.com/office/drawing/2014/main" id="{AB3B0295-51A6-AEB4-F07F-2AA23F7D166E}"/>
                    </a:ext>
                  </a:extLst>
                </p:cNvPr>
                <p:cNvPicPr/>
                <p:nvPr/>
              </p:nvPicPr>
              <p:blipFill>
                <a:blip r:embed="rId498"/>
                <a:stretch>
                  <a:fillRect/>
                </a:stretch>
              </p:blipFill>
              <p:spPr>
                <a:xfrm>
                  <a:off x="6778008" y="895464"/>
                  <a:ext cx="125280" cy="3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9">
              <p14:nvContentPartPr>
                <p14:cNvPr id="387" name="Ink 386">
                  <a:extLst>
                    <a:ext uri="{FF2B5EF4-FFF2-40B4-BE49-F238E27FC236}">
                      <a16:creationId xmlns:a16="http://schemas.microsoft.com/office/drawing/2014/main" id="{40F75309-3863-6B33-3186-9D61DEAEF859}"/>
                    </a:ext>
                  </a:extLst>
                </p14:cNvPr>
                <p14:cNvContentPartPr/>
                <p14:nvPr/>
              </p14:nvContentPartPr>
              <p14:xfrm>
                <a:off x="6911928" y="601704"/>
                <a:ext cx="207720" cy="492120"/>
              </p14:xfrm>
            </p:contentPart>
          </mc:Choice>
          <mc:Fallback xmlns="">
            <p:pic>
              <p:nvPicPr>
                <p:cNvPr id="387" name="Ink 386">
                  <a:extLst>
                    <a:ext uri="{FF2B5EF4-FFF2-40B4-BE49-F238E27FC236}">
                      <a16:creationId xmlns:a16="http://schemas.microsoft.com/office/drawing/2014/main" id="{40F75309-3863-6B33-3186-9D61DEAEF859}"/>
                    </a:ext>
                  </a:extLst>
                </p:cNvPr>
                <p:cNvPicPr/>
                <p:nvPr/>
              </p:nvPicPr>
              <p:blipFill>
                <a:blip r:embed="rId500"/>
                <a:stretch>
                  <a:fillRect/>
                </a:stretch>
              </p:blipFill>
              <p:spPr>
                <a:xfrm>
                  <a:off x="6902928" y="592704"/>
                  <a:ext cx="225360" cy="50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1">
              <p14:nvContentPartPr>
                <p14:cNvPr id="388" name="Ink 387">
                  <a:extLst>
                    <a:ext uri="{FF2B5EF4-FFF2-40B4-BE49-F238E27FC236}">
                      <a16:creationId xmlns:a16="http://schemas.microsoft.com/office/drawing/2014/main" id="{52669A97-2A17-0E60-7885-C1C8D6B18D28}"/>
                    </a:ext>
                  </a:extLst>
                </p14:cNvPr>
                <p14:cNvContentPartPr/>
                <p14:nvPr/>
              </p14:nvContentPartPr>
              <p14:xfrm>
                <a:off x="7131528" y="874944"/>
                <a:ext cx="3240" cy="12600"/>
              </p14:xfrm>
            </p:contentPart>
          </mc:Choice>
          <mc:Fallback xmlns="">
            <p:pic>
              <p:nvPicPr>
                <p:cNvPr id="388" name="Ink 387">
                  <a:extLst>
                    <a:ext uri="{FF2B5EF4-FFF2-40B4-BE49-F238E27FC236}">
                      <a16:creationId xmlns:a16="http://schemas.microsoft.com/office/drawing/2014/main" id="{52669A97-2A17-0E60-7885-C1C8D6B18D28}"/>
                    </a:ext>
                  </a:extLst>
                </p:cNvPr>
                <p:cNvPicPr/>
                <p:nvPr/>
              </p:nvPicPr>
              <p:blipFill>
                <a:blip r:embed="rId502"/>
                <a:stretch>
                  <a:fillRect/>
                </a:stretch>
              </p:blipFill>
              <p:spPr>
                <a:xfrm>
                  <a:off x="7122528" y="866304"/>
                  <a:ext cx="20880" cy="3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3">
              <p14:nvContentPartPr>
                <p14:cNvPr id="389" name="Ink 388">
                  <a:extLst>
                    <a:ext uri="{FF2B5EF4-FFF2-40B4-BE49-F238E27FC236}">
                      <a16:creationId xmlns:a16="http://schemas.microsoft.com/office/drawing/2014/main" id="{F1C8D254-2D91-004F-2E02-F7FB317BEF8B}"/>
                    </a:ext>
                  </a:extLst>
                </p14:cNvPr>
                <p14:cNvContentPartPr/>
                <p14:nvPr/>
              </p14:nvContentPartPr>
              <p14:xfrm>
                <a:off x="7233408" y="919944"/>
                <a:ext cx="41040" cy="41400"/>
              </p14:xfrm>
            </p:contentPart>
          </mc:Choice>
          <mc:Fallback xmlns="">
            <p:pic>
              <p:nvPicPr>
                <p:cNvPr id="389" name="Ink 388">
                  <a:extLst>
                    <a:ext uri="{FF2B5EF4-FFF2-40B4-BE49-F238E27FC236}">
                      <a16:creationId xmlns:a16="http://schemas.microsoft.com/office/drawing/2014/main" id="{F1C8D254-2D91-004F-2E02-F7FB317BEF8B}"/>
                    </a:ext>
                  </a:extLst>
                </p:cNvPr>
                <p:cNvPicPr/>
                <p:nvPr/>
              </p:nvPicPr>
              <p:blipFill>
                <a:blip r:embed="rId504"/>
                <a:stretch>
                  <a:fillRect/>
                </a:stretch>
              </p:blipFill>
              <p:spPr>
                <a:xfrm>
                  <a:off x="7224408" y="910944"/>
                  <a:ext cx="58680" cy="5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5">
              <p14:nvContentPartPr>
                <p14:cNvPr id="390" name="Ink 389">
                  <a:extLst>
                    <a:ext uri="{FF2B5EF4-FFF2-40B4-BE49-F238E27FC236}">
                      <a16:creationId xmlns:a16="http://schemas.microsoft.com/office/drawing/2014/main" id="{403CF91A-F001-1E96-7DBC-B1477D98DA9A}"/>
                    </a:ext>
                  </a:extLst>
                </p14:cNvPr>
                <p14:cNvContentPartPr/>
                <p14:nvPr/>
              </p14:nvContentPartPr>
              <p14:xfrm>
                <a:off x="7316928" y="766584"/>
                <a:ext cx="163800" cy="219240"/>
              </p14:xfrm>
            </p:contentPart>
          </mc:Choice>
          <mc:Fallback xmlns="">
            <p:pic>
              <p:nvPicPr>
                <p:cNvPr id="390" name="Ink 389">
                  <a:extLst>
                    <a:ext uri="{FF2B5EF4-FFF2-40B4-BE49-F238E27FC236}">
                      <a16:creationId xmlns:a16="http://schemas.microsoft.com/office/drawing/2014/main" id="{403CF91A-F001-1E96-7DBC-B1477D98DA9A}"/>
                    </a:ext>
                  </a:extLst>
                </p:cNvPr>
                <p:cNvPicPr/>
                <p:nvPr/>
              </p:nvPicPr>
              <p:blipFill>
                <a:blip r:embed="rId506"/>
                <a:stretch>
                  <a:fillRect/>
                </a:stretch>
              </p:blipFill>
              <p:spPr>
                <a:xfrm>
                  <a:off x="7307928" y="757944"/>
                  <a:ext cx="181440" cy="2368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507">
            <p14:nvContentPartPr>
              <p14:cNvPr id="392" name="Ink 391">
                <a:extLst>
                  <a:ext uri="{FF2B5EF4-FFF2-40B4-BE49-F238E27FC236}">
                    <a16:creationId xmlns:a16="http://schemas.microsoft.com/office/drawing/2014/main" id="{D1712931-411D-8EC6-E12D-5F61A69A3801}"/>
                  </a:ext>
                </a:extLst>
              </p14:cNvPr>
              <p14:cNvContentPartPr/>
              <p14:nvPr/>
            </p14:nvContentPartPr>
            <p14:xfrm>
              <a:off x="8023248" y="874224"/>
              <a:ext cx="3600" cy="4680"/>
            </p14:xfrm>
          </p:contentPart>
        </mc:Choice>
        <mc:Fallback xmlns="">
          <p:pic>
            <p:nvPicPr>
              <p:cNvPr id="392" name="Ink 391">
                <a:extLst>
                  <a:ext uri="{FF2B5EF4-FFF2-40B4-BE49-F238E27FC236}">
                    <a16:creationId xmlns:a16="http://schemas.microsoft.com/office/drawing/2014/main" id="{D1712931-411D-8EC6-E12D-5F61A69A3801}"/>
                  </a:ext>
                </a:extLst>
              </p:cNvPr>
              <p:cNvPicPr/>
              <p:nvPr/>
            </p:nvPicPr>
            <p:blipFill>
              <a:blip r:embed="rId508"/>
              <a:stretch>
                <a:fillRect/>
              </a:stretch>
            </p:blipFill>
            <p:spPr>
              <a:xfrm>
                <a:off x="8014248" y="865584"/>
                <a:ext cx="21240" cy="22320"/>
              </a:xfrm>
              <a:prstGeom prst="rect">
                <a:avLst/>
              </a:prstGeom>
            </p:spPr>
          </p:pic>
        </mc:Fallback>
      </mc:AlternateContent>
      <p:grpSp>
        <p:nvGrpSpPr>
          <p:cNvPr id="399" name="Group 398">
            <a:extLst>
              <a:ext uri="{FF2B5EF4-FFF2-40B4-BE49-F238E27FC236}">
                <a16:creationId xmlns:a16="http://schemas.microsoft.com/office/drawing/2014/main" id="{19988AD2-041D-6F84-5303-1DC47280D12E}"/>
              </a:ext>
            </a:extLst>
          </p:cNvPr>
          <p:cNvGrpSpPr/>
          <p:nvPr/>
        </p:nvGrpSpPr>
        <p:grpSpPr>
          <a:xfrm>
            <a:off x="7932888" y="692064"/>
            <a:ext cx="1301040" cy="411480"/>
            <a:chOff x="7932888" y="692064"/>
            <a:chExt cx="1301040" cy="411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09">
              <p14:nvContentPartPr>
                <p14:cNvPr id="393" name="Ink 392">
                  <a:extLst>
                    <a:ext uri="{FF2B5EF4-FFF2-40B4-BE49-F238E27FC236}">
                      <a16:creationId xmlns:a16="http://schemas.microsoft.com/office/drawing/2014/main" id="{84ED9142-3B57-F28C-FA72-0DC26E27DE8A}"/>
                    </a:ext>
                  </a:extLst>
                </p14:cNvPr>
                <p14:cNvContentPartPr/>
                <p14:nvPr/>
              </p14:nvContentPartPr>
              <p14:xfrm>
                <a:off x="7932888" y="707184"/>
                <a:ext cx="444600" cy="396360"/>
              </p14:xfrm>
            </p:contentPart>
          </mc:Choice>
          <mc:Fallback xmlns="">
            <p:pic>
              <p:nvPicPr>
                <p:cNvPr id="393" name="Ink 392">
                  <a:extLst>
                    <a:ext uri="{FF2B5EF4-FFF2-40B4-BE49-F238E27FC236}">
                      <a16:creationId xmlns:a16="http://schemas.microsoft.com/office/drawing/2014/main" id="{84ED9142-3B57-F28C-FA72-0DC26E27DE8A}"/>
                    </a:ext>
                  </a:extLst>
                </p:cNvPr>
                <p:cNvPicPr/>
                <p:nvPr/>
              </p:nvPicPr>
              <p:blipFill>
                <a:blip r:embed="rId510"/>
                <a:stretch>
                  <a:fillRect/>
                </a:stretch>
              </p:blipFill>
              <p:spPr>
                <a:xfrm>
                  <a:off x="7923888" y="698184"/>
                  <a:ext cx="462240" cy="41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1">
              <p14:nvContentPartPr>
                <p14:cNvPr id="394" name="Ink 393">
                  <a:extLst>
                    <a:ext uri="{FF2B5EF4-FFF2-40B4-BE49-F238E27FC236}">
                      <a16:creationId xmlns:a16="http://schemas.microsoft.com/office/drawing/2014/main" id="{A234F1FE-C9AA-10E5-3511-5B2E8EBEDF13}"/>
                    </a:ext>
                  </a:extLst>
                </p14:cNvPr>
                <p14:cNvContentPartPr/>
                <p14:nvPr/>
              </p14:nvContentPartPr>
              <p14:xfrm>
                <a:off x="8422848" y="875664"/>
                <a:ext cx="134280" cy="73440"/>
              </p14:xfrm>
            </p:contentPart>
          </mc:Choice>
          <mc:Fallback xmlns="">
            <p:pic>
              <p:nvPicPr>
                <p:cNvPr id="394" name="Ink 393">
                  <a:extLst>
                    <a:ext uri="{FF2B5EF4-FFF2-40B4-BE49-F238E27FC236}">
                      <a16:creationId xmlns:a16="http://schemas.microsoft.com/office/drawing/2014/main" id="{A234F1FE-C9AA-10E5-3511-5B2E8EBEDF13}"/>
                    </a:ext>
                  </a:extLst>
                </p:cNvPr>
                <p:cNvPicPr/>
                <p:nvPr/>
              </p:nvPicPr>
              <p:blipFill>
                <a:blip r:embed="rId512"/>
                <a:stretch>
                  <a:fillRect/>
                </a:stretch>
              </p:blipFill>
              <p:spPr>
                <a:xfrm>
                  <a:off x="8413848" y="867024"/>
                  <a:ext cx="151920" cy="9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3">
              <p14:nvContentPartPr>
                <p14:cNvPr id="395" name="Ink 394">
                  <a:extLst>
                    <a:ext uri="{FF2B5EF4-FFF2-40B4-BE49-F238E27FC236}">
                      <a16:creationId xmlns:a16="http://schemas.microsoft.com/office/drawing/2014/main" id="{C8521427-1478-A67C-06C8-CCC2C6535909}"/>
                    </a:ext>
                  </a:extLst>
                </p14:cNvPr>
                <p14:cNvContentPartPr/>
                <p14:nvPr/>
              </p14:nvContentPartPr>
              <p14:xfrm>
                <a:off x="8655408" y="713664"/>
                <a:ext cx="9360" cy="256320"/>
              </p14:xfrm>
            </p:contentPart>
          </mc:Choice>
          <mc:Fallback xmlns="">
            <p:pic>
              <p:nvPicPr>
                <p:cNvPr id="395" name="Ink 394">
                  <a:extLst>
                    <a:ext uri="{FF2B5EF4-FFF2-40B4-BE49-F238E27FC236}">
                      <a16:creationId xmlns:a16="http://schemas.microsoft.com/office/drawing/2014/main" id="{C8521427-1478-A67C-06C8-CCC2C6535909}"/>
                    </a:ext>
                  </a:extLst>
                </p:cNvPr>
                <p:cNvPicPr/>
                <p:nvPr/>
              </p:nvPicPr>
              <p:blipFill>
                <a:blip r:embed="rId514"/>
                <a:stretch>
                  <a:fillRect/>
                </a:stretch>
              </p:blipFill>
              <p:spPr>
                <a:xfrm>
                  <a:off x="8646768" y="704664"/>
                  <a:ext cx="27000" cy="27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5">
              <p14:nvContentPartPr>
                <p14:cNvPr id="396" name="Ink 395">
                  <a:extLst>
                    <a:ext uri="{FF2B5EF4-FFF2-40B4-BE49-F238E27FC236}">
                      <a16:creationId xmlns:a16="http://schemas.microsoft.com/office/drawing/2014/main" id="{889DF48E-4377-2613-7BB8-C9B7DA166036}"/>
                    </a:ext>
                  </a:extLst>
                </p14:cNvPr>
                <p14:cNvContentPartPr/>
                <p14:nvPr/>
              </p14:nvContentPartPr>
              <p14:xfrm>
                <a:off x="8689608" y="692064"/>
                <a:ext cx="174960" cy="215280"/>
              </p14:xfrm>
            </p:contentPart>
          </mc:Choice>
          <mc:Fallback xmlns="">
            <p:pic>
              <p:nvPicPr>
                <p:cNvPr id="396" name="Ink 395">
                  <a:extLst>
                    <a:ext uri="{FF2B5EF4-FFF2-40B4-BE49-F238E27FC236}">
                      <a16:creationId xmlns:a16="http://schemas.microsoft.com/office/drawing/2014/main" id="{889DF48E-4377-2613-7BB8-C9B7DA166036}"/>
                    </a:ext>
                  </a:extLst>
                </p:cNvPr>
                <p:cNvPicPr/>
                <p:nvPr/>
              </p:nvPicPr>
              <p:blipFill>
                <a:blip r:embed="rId516"/>
                <a:stretch>
                  <a:fillRect/>
                </a:stretch>
              </p:blipFill>
              <p:spPr>
                <a:xfrm>
                  <a:off x="8680968" y="683424"/>
                  <a:ext cx="192600" cy="23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7">
              <p14:nvContentPartPr>
                <p14:cNvPr id="397" name="Ink 396">
                  <a:extLst>
                    <a:ext uri="{FF2B5EF4-FFF2-40B4-BE49-F238E27FC236}">
                      <a16:creationId xmlns:a16="http://schemas.microsoft.com/office/drawing/2014/main" id="{CD48FCB6-1F6F-6FAB-FABE-098B3C5A11DB}"/>
                    </a:ext>
                  </a:extLst>
                </p14:cNvPr>
                <p14:cNvContentPartPr/>
                <p14:nvPr/>
              </p14:nvContentPartPr>
              <p14:xfrm>
                <a:off x="8957808" y="892584"/>
                <a:ext cx="101160" cy="5760"/>
              </p14:xfrm>
            </p:contentPart>
          </mc:Choice>
          <mc:Fallback xmlns="">
            <p:pic>
              <p:nvPicPr>
                <p:cNvPr id="397" name="Ink 396">
                  <a:extLst>
                    <a:ext uri="{FF2B5EF4-FFF2-40B4-BE49-F238E27FC236}">
                      <a16:creationId xmlns:a16="http://schemas.microsoft.com/office/drawing/2014/main" id="{CD48FCB6-1F6F-6FAB-FABE-098B3C5A11DB}"/>
                    </a:ext>
                  </a:extLst>
                </p:cNvPr>
                <p:cNvPicPr/>
                <p:nvPr/>
              </p:nvPicPr>
              <p:blipFill>
                <a:blip r:embed="rId518"/>
                <a:stretch>
                  <a:fillRect/>
                </a:stretch>
              </p:blipFill>
              <p:spPr>
                <a:xfrm>
                  <a:off x="8949168" y="883584"/>
                  <a:ext cx="11880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9">
              <p14:nvContentPartPr>
                <p14:cNvPr id="398" name="Ink 397">
                  <a:extLst>
                    <a:ext uri="{FF2B5EF4-FFF2-40B4-BE49-F238E27FC236}">
                      <a16:creationId xmlns:a16="http://schemas.microsoft.com/office/drawing/2014/main" id="{68823B45-20AD-36CE-BE4F-69C876EB7D60}"/>
                    </a:ext>
                  </a:extLst>
                </p14:cNvPr>
                <p14:cNvContentPartPr/>
                <p14:nvPr/>
              </p14:nvContentPartPr>
              <p14:xfrm>
                <a:off x="8362368" y="756504"/>
                <a:ext cx="871560" cy="113400"/>
              </p14:xfrm>
            </p:contentPart>
          </mc:Choice>
          <mc:Fallback xmlns="">
            <p:pic>
              <p:nvPicPr>
                <p:cNvPr id="398" name="Ink 397">
                  <a:extLst>
                    <a:ext uri="{FF2B5EF4-FFF2-40B4-BE49-F238E27FC236}">
                      <a16:creationId xmlns:a16="http://schemas.microsoft.com/office/drawing/2014/main" id="{68823B45-20AD-36CE-BE4F-69C876EB7D60}"/>
                    </a:ext>
                  </a:extLst>
                </p:cNvPr>
                <p:cNvPicPr/>
                <p:nvPr/>
              </p:nvPicPr>
              <p:blipFill>
                <a:blip r:embed="rId520"/>
                <a:stretch>
                  <a:fillRect/>
                </a:stretch>
              </p:blipFill>
              <p:spPr>
                <a:xfrm>
                  <a:off x="8353728" y="747504"/>
                  <a:ext cx="889200" cy="13104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411707711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F6078E-F8EC-8694-DE9C-165583D76C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endParaRPr lang="en-IN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59" name="Ink 58">
                <a:extLst>
                  <a:ext uri="{FF2B5EF4-FFF2-40B4-BE49-F238E27FC236}">
                    <a16:creationId xmlns:a16="http://schemas.microsoft.com/office/drawing/2014/main" id="{578DC995-41AF-F0EC-A28F-7FD70C7AD763}"/>
                  </a:ext>
                </a:extLst>
              </p14:cNvPr>
              <p14:cNvContentPartPr/>
              <p14:nvPr/>
            </p14:nvContentPartPr>
            <p14:xfrm>
              <a:off x="9997848" y="1633824"/>
              <a:ext cx="3600" cy="1080"/>
            </p14:xfrm>
          </p:contentPart>
        </mc:Choice>
        <mc:Fallback xmlns="">
          <p:pic>
            <p:nvPicPr>
              <p:cNvPr id="59" name="Ink 58">
                <a:extLst>
                  <a:ext uri="{FF2B5EF4-FFF2-40B4-BE49-F238E27FC236}">
                    <a16:creationId xmlns:a16="http://schemas.microsoft.com/office/drawing/2014/main" id="{578DC995-41AF-F0EC-A28F-7FD70C7AD763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987848" y="1620324"/>
                <a:ext cx="23200" cy="275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08" name="Ink 107">
                <a:extLst>
                  <a:ext uri="{FF2B5EF4-FFF2-40B4-BE49-F238E27FC236}">
                    <a16:creationId xmlns:a16="http://schemas.microsoft.com/office/drawing/2014/main" id="{A29EFE7E-8466-F00F-17AA-72EE82C73811}"/>
                  </a:ext>
                </a:extLst>
              </p14:cNvPr>
              <p14:cNvContentPartPr/>
              <p14:nvPr/>
            </p14:nvContentPartPr>
            <p14:xfrm>
              <a:off x="10428408" y="2647584"/>
              <a:ext cx="28080" cy="3240"/>
            </p14:xfrm>
          </p:contentPart>
        </mc:Choice>
        <mc:Fallback xmlns="">
          <p:pic>
            <p:nvPicPr>
              <p:cNvPr id="108" name="Ink 107">
                <a:extLst>
                  <a:ext uri="{FF2B5EF4-FFF2-40B4-BE49-F238E27FC236}">
                    <a16:creationId xmlns:a16="http://schemas.microsoft.com/office/drawing/2014/main" id="{A29EFE7E-8466-F00F-17AA-72EE82C73811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0419408" y="2638584"/>
                <a:ext cx="45720" cy="20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09" name="Ink 108">
                <a:extLst>
                  <a:ext uri="{FF2B5EF4-FFF2-40B4-BE49-F238E27FC236}">
                    <a16:creationId xmlns:a16="http://schemas.microsoft.com/office/drawing/2014/main" id="{312A2B19-84BF-38C9-EA80-A0F6B613F63A}"/>
                  </a:ext>
                </a:extLst>
              </p14:cNvPr>
              <p14:cNvContentPartPr/>
              <p14:nvPr/>
            </p14:nvContentPartPr>
            <p14:xfrm>
              <a:off x="10763568" y="2771064"/>
              <a:ext cx="1800" cy="3600"/>
            </p14:xfrm>
          </p:contentPart>
        </mc:Choice>
        <mc:Fallback xmlns="">
          <p:pic>
            <p:nvPicPr>
              <p:cNvPr id="109" name="Ink 108">
                <a:extLst>
                  <a:ext uri="{FF2B5EF4-FFF2-40B4-BE49-F238E27FC236}">
                    <a16:creationId xmlns:a16="http://schemas.microsoft.com/office/drawing/2014/main" id="{312A2B19-84BF-38C9-EA80-A0F6B613F63A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0754568" y="2762064"/>
                <a:ext cx="19440" cy="21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92" name="Ink 191">
                <a:extLst>
                  <a:ext uri="{FF2B5EF4-FFF2-40B4-BE49-F238E27FC236}">
                    <a16:creationId xmlns:a16="http://schemas.microsoft.com/office/drawing/2014/main" id="{5D519595-49FE-D41B-C0B6-CD6868ECB314}"/>
                  </a:ext>
                </a:extLst>
              </p14:cNvPr>
              <p14:cNvContentPartPr/>
              <p14:nvPr/>
            </p14:nvContentPartPr>
            <p14:xfrm>
              <a:off x="3774888" y="6755904"/>
              <a:ext cx="360" cy="4680"/>
            </p14:xfrm>
          </p:contentPart>
        </mc:Choice>
        <mc:Fallback xmlns="">
          <p:pic>
            <p:nvPicPr>
              <p:cNvPr id="192" name="Ink 191">
                <a:extLst>
                  <a:ext uri="{FF2B5EF4-FFF2-40B4-BE49-F238E27FC236}">
                    <a16:creationId xmlns:a16="http://schemas.microsoft.com/office/drawing/2014/main" id="{5D519595-49FE-D41B-C0B6-CD6868ECB314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765888" y="6746904"/>
                <a:ext cx="18000" cy="22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12733BF5-0767-D7F9-3B60-B4348FE1A018}"/>
                  </a:ext>
                </a:extLst>
              </p14:cNvPr>
              <p14:cNvContentPartPr/>
              <p14:nvPr/>
            </p14:nvContentPartPr>
            <p14:xfrm>
              <a:off x="1059048" y="732024"/>
              <a:ext cx="194040" cy="36144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12733BF5-0767-D7F9-3B60-B4348FE1A018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1050048" y="723024"/>
                <a:ext cx="211680" cy="379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F096DDFD-5039-59B5-8213-7921B283B6B3}"/>
                  </a:ext>
                </a:extLst>
              </p14:cNvPr>
              <p14:cNvContentPartPr/>
              <p14:nvPr/>
            </p14:nvContentPartPr>
            <p14:xfrm>
              <a:off x="1441008" y="999504"/>
              <a:ext cx="23760" cy="1908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F096DDFD-5039-59B5-8213-7921B283B6B3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1432368" y="990864"/>
                <a:ext cx="41400" cy="36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CE67B2CA-1FAD-D84E-80C8-3BD606EBB1CD}"/>
                  </a:ext>
                </a:extLst>
              </p14:cNvPr>
              <p14:cNvContentPartPr/>
              <p14:nvPr/>
            </p14:nvContentPartPr>
            <p14:xfrm>
              <a:off x="3927888" y="771264"/>
              <a:ext cx="152640" cy="5652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CE67B2CA-1FAD-D84E-80C8-3BD606EBB1CD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3918888" y="762264"/>
                <a:ext cx="170280" cy="74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121DBAAA-1D60-0C5A-F5A5-35084F734DEF}"/>
                  </a:ext>
                </a:extLst>
              </p14:cNvPr>
              <p14:cNvContentPartPr/>
              <p14:nvPr/>
            </p14:nvContentPartPr>
            <p14:xfrm>
              <a:off x="3968928" y="638064"/>
              <a:ext cx="15120" cy="2268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121DBAAA-1D60-0C5A-F5A5-35084F734DEF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3960288" y="629424"/>
                <a:ext cx="32760" cy="40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BC0D74A7-E277-0A8C-7AB5-AF5255B08523}"/>
                  </a:ext>
                </a:extLst>
              </p14:cNvPr>
              <p14:cNvContentPartPr/>
              <p14:nvPr/>
            </p14:nvContentPartPr>
            <p14:xfrm>
              <a:off x="4318128" y="621864"/>
              <a:ext cx="735840" cy="38484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BC0D74A7-E277-0A8C-7AB5-AF5255B08523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4309128" y="613224"/>
                <a:ext cx="753480" cy="402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EB011192-7029-4D01-389E-8F375962F8A1}"/>
                  </a:ext>
                </a:extLst>
              </p14:cNvPr>
              <p14:cNvContentPartPr/>
              <p14:nvPr/>
            </p14:nvContentPartPr>
            <p14:xfrm>
              <a:off x="5025888" y="621864"/>
              <a:ext cx="105120" cy="17280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EB011192-7029-4D01-389E-8F375962F8A1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5016888" y="612864"/>
                <a:ext cx="122760" cy="34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4431AF20-95CE-7892-69D8-D3E53F821EE9}"/>
                  </a:ext>
                </a:extLst>
              </p14:cNvPr>
              <p14:cNvContentPartPr/>
              <p14:nvPr/>
            </p14:nvContentPartPr>
            <p14:xfrm>
              <a:off x="5082768" y="491544"/>
              <a:ext cx="327960" cy="666000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4431AF20-95CE-7892-69D8-D3E53F821EE9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5073768" y="482544"/>
                <a:ext cx="345600" cy="683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3A5E22B1-7AC4-64A2-7625-A0CDD54AD518}"/>
                  </a:ext>
                </a:extLst>
              </p14:cNvPr>
              <p14:cNvContentPartPr/>
              <p14:nvPr/>
            </p14:nvContentPartPr>
            <p14:xfrm>
              <a:off x="5801328" y="536544"/>
              <a:ext cx="53640" cy="393840"/>
            </p14:xfrm>
          </p:contentPart>
        </mc:Choice>
        <mc:Fallback xmlns=""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3A5E22B1-7AC4-64A2-7625-A0CDD54AD518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5792328" y="527544"/>
                <a:ext cx="71280" cy="411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EA6C8D41-AC0B-17AA-C707-15982FB86604}"/>
                  </a:ext>
                </a:extLst>
              </p14:cNvPr>
              <p14:cNvContentPartPr/>
              <p14:nvPr/>
            </p14:nvContentPartPr>
            <p14:xfrm>
              <a:off x="5723928" y="526824"/>
              <a:ext cx="711720" cy="307080"/>
            </p14:xfrm>
          </p:contentPart>
        </mc:Choice>
        <mc:Fallback xmlns=""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EA6C8D41-AC0B-17AA-C707-15982FB86604}"/>
                  </a:ext>
                </a:extLst>
              </p:cNvPr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5715288" y="517824"/>
                <a:ext cx="729360" cy="324720"/>
              </a:xfrm>
              <a:prstGeom prst="rect">
                <a:avLst/>
              </a:prstGeom>
            </p:spPr>
          </p:pic>
        </mc:Fallback>
      </mc:AlternateContent>
      <p:grpSp>
        <p:nvGrpSpPr>
          <p:cNvPr id="28" name="Group 27">
            <a:extLst>
              <a:ext uri="{FF2B5EF4-FFF2-40B4-BE49-F238E27FC236}">
                <a16:creationId xmlns:a16="http://schemas.microsoft.com/office/drawing/2014/main" id="{9E50F0BD-1D04-2118-1BC4-321A42F3F3A2}"/>
              </a:ext>
            </a:extLst>
          </p:cNvPr>
          <p:cNvGrpSpPr/>
          <p:nvPr/>
        </p:nvGrpSpPr>
        <p:grpSpPr>
          <a:xfrm>
            <a:off x="6929568" y="397224"/>
            <a:ext cx="2592720" cy="608040"/>
            <a:chOff x="6929568" y="397224"/>
            <a:chExt cx="2592720" cy="608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0F8279A0-AE6A-3E19-4036-EE511ED4F7FD}"/>
                    </a:ext>
                  </a:extLst>
                </p14:cNvPr>
                <p14:cNvContentPartPr/>
                <p14:nvPr/>
              </p14:nvContentPartPr>
              <p14:xfrm>
                <a:off x="6929568" y="489384"/>
                <a:ext cx="745200" cy="37728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0F8279A0-AE6A-3E19-4036-EE511ED4F7FD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6920568" y="480384"/>
                  <a:ext cx="762840" cy="39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6F06860C-B185-6BB4-170D-19BE884EC1CF}"/>
                    </a:ext>
                  </a:extLst>
                </p14:cNvPr>
                <p14:cNvContentPartPr/>
                <p14:nvPr/>
              </p14:nvContentPartPr>
              <p14:xfrm>
                <a:off x="7742448" y="710064"/>
                <a:ext cx="97920" cy="4284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6F06860C-B185-6BB4-170D-19BE884EC1CF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7733448" y="701424"/>
                  <a:ext cx="115560" cy="6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DFE3ECE1-43FE-8A34-9EE4-0C08F401918C}"/>
                    </a:ext>
                  </a:extLst>
                </p14:cNvPr>
                <p14:cNvContentPartPr/>
                <p14:nvPr/>
              </p14:nvContentPartPr>
              <p14:xfrm>
                <a:off x="7909128" y="696744"/>
                <a:ext cx="128880" cy="2592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DFE3ECE1-43FE-8A34-9EE4-0C08F401918C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7900128" y="687744"/>
                  <a:ext cx="146520" cy="4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C13C8C28-94B5-ECF9-8C15-923ACA7FDF92}"/>
                    </a:ext>
                  </a:extLst>
                </p14:cNvPr>
                <p14:cNvContentPartPr/>
                <p14:nvPr/>
              </p14:nvContentPartPr>
              <p14:xfrm>
                <a:off x="7763328" y="514224"/>
                <a:ext cx="86040" cy="3060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C13C8C28-94B5-ECF9-8C15-923ACA7FDF92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7754328" y="505584"/>
                  <a:ext cx="103680" cy="4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0167EFCF-AB6D-ABBE-BE60-04533300D4D0}"/>
                    </a:ext>
                  </a:extLst>
                </p14:cNvPr>
                <p14:cNvContentPartPr/>
                <p14:nvPr/>
              </p14:nvContentPartPr>
              <p14:xfrm>
                <a:off x="8450208" y="397224"/>
                <a:ext cx="1072080" cy="60804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0167EFCF-AB6D-ABBE-BE60-04533300D4D0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8441568" y="388584"/>
                  <a:ext cx="1089720" cy="62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71EF23F2-7383-1B16-760E-11A8551AB411}"/>
                    </a:ext>
                  </a:extLst>
                </p14:cNvPr>
                <p14:cNvContentPartPr/>
                <p14:nvPr/>
              </p14:nvContentPartPr>
              <p14:xfrm>
                <a:off x="8971848" y="517824"/>
                <a:ext cx="40680" cy="864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71EF23F2-7383-1B16-760E-11A8551AB411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8963208" y="508824"/>
                  <a:ext cx="58320" cy="26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0D078FBC-B24A-FB9B-9161-601FD660CA04}"/>
              </a:ext>
            </a:extLst>
          </p:cNvPr>
          <p:cNvGrpSpPr/>
          <p:nvPr/>
        </p:nvGrpSpPr>
        <p:grpSpPr>
          <a:xfrm>
            <a:off x="1927008" y="560304"/>
            <a:ext cx="1732680" cy="1413000"/>
            <a:chOff x="1927008" y="560304"/>
            <a:chExt cx="1732680" cy="1413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9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9A23C652-1724-2C7C-EA8F-52662358EB28}"/>
                    </a:ext>
                  </a:extLst>
                </p14:cNvPr>
                <p14:cNvContentPartPr/>
                <p14:nvPr/>
              </p14:nvContentPartPr>
              <p14:xfrm>
                <a:off x="1927008" y="684144"/>
                <a:ext cx="91080" cy="23004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9A23C652-1724-2C7C-EA8F-52662358EB28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1918368" y="675504"/>
                  <a:ext cx="108720" cy="24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299AE063-2A57-C090-5D28-C603D3BAE100}"/>
                    </a:ext>
                  </a:extLst>
                </p14:cNvPr>
                <p14:cNvContentPartPr/>
                <p14:nvPr/>
              </p14:nvContentPartPr>
              <p14:xfrm>
                <a:off x="2076408" y="692064"/>
                <a:ext cx="117360" cy="44280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299AE063-2A57-C090-5D28-C603D3BAE100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2067768" y="683424"/>
                  <a:ext cx="135000" cy="46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DEC5177A-D828-2D48-546B-0BB8CA88252C}"/>
                    </a:ext>
                  </a:extLst>
                </p14:cNvPr>
                <p14:cNvContentPartPr/>
                <p14:nvPr/>
              </p14:nvContentPartPr>
              <p14:xfrm>
                <a:off x="2487168" y="560304"/>
                <a:ext cx="202680" cy="57168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DEC5177A-D828-2D48-546B-0BB8CA88252C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2478168" y="551664"/>
                  <a:ext cx="220320" cy="58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C07F9D31-4DF9-A0C8-7588-C1A5CE89687A}"/>
                    </a:ext>
                  </a:extLst>
                </p14:cNvPr>
                <p14:cNvContentPartPr/>
                <p14:nvPr/>
              </p14:nvContentPartPr>
              <p14:xfrm>
                <a:off x="2843928" y="721944"/>
                <a:ext cx="260640" cy="34200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C07F9D31-4DF9-A0C8-7588-C1A5CE89687A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2835288" y="713304"/>
                  <a:ext cx="278280" cy="35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ACAD712C-C18E-B0F9-0797-7232831DC440}"/>
                    </a:ext>
                  </a:extLst>
                </p14:cNvPr>
                <p14:cNvContentPartPr/>
                <p14:nvPr/>
              </p14:nvContentPartPr>
              <p14:xfrm>
                <a:off x="3142368" y="776304"/>
                <a:ext cx="234000" cy="7236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ACAD712C-C18E-B0F9-0797-7232831DC440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3133728" y="767664"/>
                  <a:ext cx="251640" cy="9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2CC6E94E-35F5-9698-37EF-8393210E7E5C}"/>
                    </a:ext>
                  </a:extLst>
                </p14:cNvPr>
                <p14:cNvContentPartPr/>
                <p14:nvPr/>
              </p14:nvContentPartPr>
              <p14:xfrm>
                <a:off x="3342168" y="696384"/>
                <a:ext cx="150120" cy="12312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2CC6E94E-35F5-9698-37EF-8393210E7E5C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3333528" y="687384"/>
                  <a:ext cx="167760" cy="14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BCB70047-D802-FDD5-16AC-A2F553914341}"/>
                    </a:ext>
                  </a:extLst>
                </p14:cNvPr>
                <p14:cNvContentPartPr/>
                <p14:nvPr/>
              </p14:nvContentPartPr>
              <p14:xfrm>
                <a:off x="3549888" y="761904"/>
                <a:ext cx="83880" cy="3852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BCB70047-D802-FDD5-16AC-A2F553914341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3540888" y="753264"/>
                  <a:ext cx="101520" cy="5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06A314EE-BCC1-A047-72CD-E25F15F176C4}"/>
                    </a:ext>
                  </a:extLst>
                </p14:cNvPr>
                <p14:cNvContentPartPr/>
                <p14:nvPr/>
              </p14:nvContentPartPr>
              <p14:xfrm>
                <a:off x="2188728" y="1256184"/>
                <a:ext cx="571320" cy="35100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06A314EE-BCC1-A047-72CD-E25F15F176C4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2179728" y="1247544"/>
                  <a:ext cx="588960" cy="36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BF1215BF-AAF6-773B-D7C6-F9B316101EC7}"/>
                    </a:ext>
                  </a:extLst>
                </p14:cNvPr>
                <p14:cNvContentPartPr/>
                <p14:nvPr/>
              </p14:nvContentPartPr>
              <p14:xfrm>
                <a:off x="3093768" y="1782864"/>
                <a:ext cx="51120" cy="3492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BF1215BF-AAF6-773B-D7C6-F9B316101EC7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3084768" y="1773864"/>
                  <a:ext cx="68760" cy="5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3D4B679B-B09D-FC21-A62C-35DE1E9532A3}"/>
                    </a:ext>
                  </a:extLst>
                </p14:cNvPr>
                <p14:cNvContentPartPr/>
                <p14:nvPr/>
              </p14:nvContentPartPr>
              <p14:xfrm>
                <a:off x="2982888" y="1756224"/>
                <a:ext cx="176760" cy="21708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3D4B679B-B09D-FC21-A62C-35DE1E9532A3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2973888" y="1747224"/>
                  <a:ext cx="194400" cy="23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F92E2DF3-F359-9B22-0075-2A8806DF8F64}"/>
                    </a:ext>
                  </a:extLst>
                </p14:cNvPr>
                <p14:cNvContentPartPr/>
                <p14:nvPr/>
              </p14:nvContentPartPr>
              <p14:xfrm>
                <a:off x="3216888" y="1710504"/>
                <a:ext cx="402120" cy="22500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F92E2DF3-F359-9B22-0075-2A8806DF8F64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3208248" y="1701504"/>
                  <a:ext cx="419760" cy="24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EEA39B54-FE6A-8AF3-B946-B4D764EFC6C2}"/>
                    </a:ext>
                  </a:extLst>
                </p14:cNvPr>
                <p14:cNvContentPartPr/>
                <p14:nvPr/>
              </p14:nvContentPartPr>
              <p14:xfrm>
                <a:off x="3615408" y="1853064"/>
                <a:ext cx="44280" cy="2952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EEA39B54-FE6A-8AF3-B946-B4D764EFC6C2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3606408" y="1844064"/>
                  <a:ext cx="61920" cy="471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63">
            <p14:nvContentPartPr>
              <p14:cNvPr id="37" name="Ink 36">
                <a:extLst>
                  <a:ext uri="{FF2B5EF4-FFF2-40B4-BE49-F238E27FC236}">
                    <a16:creationId xmlns:a16="http://schemas.microsoft.com/office/drawing/2014/main" id="{85C5E57A-1890-4248-6138-A9D173DCBE38}"/>
                  </a:ext>
                </a:extLst>
              </p14:cNvPr>
              <p14:cNvContentPartPr/>
              <p14:nvPr/>
            </p14:nvContentPartPr>
            <p14:xfrm>
              <a:off x="4216968" y="1774224"/>
              <a:ext cx="160560" cy="54720"/>
            </p14:xfrm>
          </p:contentPart>
        </mc:Choice>
        <mc:Fallback xmlns="">
          <p:pic>
            <p:nvPicPr>
              <p:cNvPr id="37" name="Ink 36">
                <a:extLst>
                  <a:ext uri="{FF2B5EF4-FFF2-40B4-BE49-F238E27FC236}">
                    <a16:creationId xmlns:a16="http://schemas.microsoft.com/office/drawing/2014/main" id="{85C5E57A-1890-4248-6138-A9D173DCBE38}"/>
                  </a:ext>
                </a:extLst>
              </p:cNvPr>
              <p:cNvPicPr/>
              <p:nvPr/>
            </p:nvPicPr>
            <p:blipFill>
              <a:blip r:embed="rId64"/>
              <a:stretch>
                <a:fillRect/>
              </a:stretch>
            </p:blipFill>
            <p:spPr>
              <a:xfrm>
                <a:off x="4207968" y="1765224"/>
                <a:ext cx="178200" cy="72360"/>
              </a:xfrm>
              <a:prstGeom prst="rect">
                <a:avLst/>
              </a:prstGeom>
            </p:spPr>
          </p:pic>
        </mc:Fallback>
      </mc:AlternateContent>
      <p:grpSp>
        <p:nvGrpSpPr>
          <p:cNvPr id="40" name="Group 39">
            <a:extLst>
              <a:ext uri="{FF2B5EF4-FFF2-40B4-BE49-F238E27FC236}">
                <a16:creationId xmlns:a16="http://schemas.microsoft.com/office/drawing/2014/main" id="{71D51537-7E5D-F412-5BA6-CBCD44D2037B}"/>
              </a:ext>
            </a:extLst>
          </p:cNvPr>
          <p:cNvGrpSpPr/>
          <p:nvPr/>
        </p:nvGrpSpPr>
        <p:grpSpPr>
          <a:xfrm>
            <a:off x="4686048" y="1569744"/>
            <a:ext cx="696960" cy="275040"/>
            <a:chOff x="4686048" y="1569744"/>
            <a:chExt cx="696960" cy="275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5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F9C13192-553B-8ED8-7547-7EE5D2E5547B}"/>
                    </a:ext>
                  </a:extLst>
                </p14:cNvPr>
                <p14:cNvContentPartPr/>
                <p14:nvPr/>
              </p14:nvContentPartPr>
              <p14:xfrm>
                <a:off x="4686048" y="1728504"/>
                <a:ext cx="340560" cy="11628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F9C13192-553B-8ED8-7547-7EE5D2E5547B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4677408" y="1719864"/>
                  <a:ext cx="358200" cy="13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299D3904-F774-8F76-D88E-0128032F29FB}"/>
                    </a:ext>
                  </a:extLst>
                </p14:cNvPr>
                <p14:cNvContentPartPr/>
                <p14:nvPr/>
              </p14:nvContentPartPr>
              <p14:xfrm>
                <a:off x="5127048" y="1569744"/>
                <a:ext cx="255960" cy="25020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299D3904-F774-8F76-D88E-0128032F29FB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5118408" y="1561104"/>
                  <a:ext cx="273600" cy="267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EB699F0C-5E0D-FC54-5D69-A84F3B40FFDE}"/>
              </a:ext>
            </a:extLst>
          </p:cNvPr>
          <p:cNvGrpSpPr/>
          <p:nvPr/>
        </p:nvGrpSpPr>
        <p:grpSpPr>
          <a:xfrm>
            <a:off x="5799528" y="1421784"/>
            <a:ext cx="625680" cy="532440"/>
            <a:chOff x="5799528" y="1421784"/>
            <a:chExt cx="625680" cy="532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9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635B00CC-4A27-035F-81D1-0265CEAC447E}"/>
                    </a:ext>
                  </a:extLst>
                </p14:cNvPr>
                <p14:cNvContentPartPr/>
                <p14:nvPr/>
              </p14:nvContentPartPr>
              <p14:xfrm>
                <a:off x="5874048" y="1421784"/>
                <a:ext cx="168120" cy="53244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635B00CC-4A27-035F-81D1-0265CEAC447E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5865048" y="1412784"/>
                  <a:ext cx="185760" cy="55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1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C27D868C-13DB-8D3D-5AB5-D98547D2017E}"/>
                    </a:ext>
                  </a:extLst>
                </p14:cNvPr>
                <p14:cNvContentPartPr/>
                <p14:nvPr/>
              </p14:nvContentPartPr>
              <p14:xfrm>
                <a:off x="5799528" y="1654344"/>
                <a:ext cx="430560" cy="15732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C27D868C-13DB-8D3D-5AB5-D98547D2017E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5790888" y="1645704"/>
                  <a:ext cx="448200" cy="17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3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DE50A657-65C0-527D-DEAE-D83C0786491C}"/>
                    </a:ext>
                  </a:extLst>
                </p14:cNvPr>
                <p14:cNvContentPartPr/>
                <p14:nvPr/>
              </p14:nvContentPartPr>
              <p14:xfrm>
                <a:off x="6309288" y="1656504"/>
                <a:ext cx="115920" cy="3600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DE50A657-65C0-527D-DEAE-D83C0786491C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6300288" y="1647504"/>
                  <a:ext cx="133560" cy="53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93358F3E-8BFE-9460-E7CE-7DD61693A0FF}"/>
              </a:ext>
            </a:extLst>
          </p:cNvPr>
          <p:cNvGrpSpPr/>
          <p:nvPr/>
        </p:nvGrpSpPr>
        <p:grpSpPr>
          <a:xfrm>
            <a:off x="6862248" y="1545984"/>
            <a:ext cx="951120" cy="418320"/>
            <a:chOff x="6862248" y="1545984"/>
            <a:chExt cx="951120" cy="418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5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23694971-5844-0A6C-BBA7-DF49B43769A8}"/>
                    </a:ext>
                  </a:extLst>
                </p14:cNvPr>
                <p14:cNvContentPartPr/>
                <p14:nvPr/>
              </p14:nvContentPartPr>
              <p14:xfrm>
                <a:off x="6862248" y="1545984"/>
                <a:ext cx="743040" cy="41832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23694971-5844-0A6C-BBA7-DF49B43769A8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6853248" y="1537344"/>
                  <a:ext cx="760680" cy="43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7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30165402-482C-73D8-EF7D-98174ED7AF6A}"/>
                    </a:ext>
                  </a:extLst>
                </p14:cNvPr>
                <p14:cNvContentPartPr/>
                <p14:nvPr/>
              </p14:nvContentPartPr>
              <p14:xfrm>
                <a:off x="7712208" y="1605384"/>
                <a:ext cx="101160" cy="7488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30165402-482C-73D8-EF7D-98174ED7AF6A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7703568" y="1596384"/>
                  <a:ext cx="118800" cy="92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6" name="Group 55">
            <a:extLst>
              <a:ext uri="{FF2B5EF4-FFF2-40B4-BE49-F238E27FC236}">
                <a16:creationId xmlns:a16="http://schemas.microsoft.com/office/drawing/2014/main" id="{E22C7EE0-5F22-E3ED-BC0F-8B67AD68DD98}"/>
              </a:ext>
            </a:extLst>
          </p:cNvPr>
          <p:cNvGrpSpPr/>
          <p:nvPr/>
        </p:nvGrpSpPr>
        <p:grpSpPr>
          <a:xfrm>
            <a:off x="8109288" y="1336104"/>
            <a:ext cx="2376360" cy="572040"/>
            <a:chOff x="8109288" y="1336104"/>
            <a:chExt cx="2376360" cy="572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9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CF8E7353-88F0-3708-243A-8CB5D743B861}"/>
                    </a:ext>
                  </a:extLst>
                </p14:cNvPr>
                <p14:cNvContentPartPr/>
                <p14:nvPr/>
              </p14:nvContentPartPr>
              <p14:xfrm>
                <a:off x="8242128" y="1336104"/>
                <a:ext cx="224280" cy="57204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CF8E7353-88F0-3708-243A-8CB5D743B861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8233488" y="1327464"/>
                  <a:ext cx="241920" cy="58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1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A0F0220D-90D1-503A-3CE7-C4889ECCCC35}"/>
                    </a:ext>
                  </a:extLst>
                </p14:cNvPr>
                <p14:cNvContentPartPr/>
                <p14:nvPr/>
              </p14:nvContentPartPr>
              <p14:xfrm>
                <a:off x="8109288" y="1573704"/>
                <a:ext cx="620280" cy="21708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A0F0220D-90D1-503A-3CE7-C4889ECCCC35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8100648" y="1565064"/>
                  <a:ext cx="637920" cy="23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3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22FAA267-74DA-AE34-63EE-5E2752BBEF5B}"/>
                    </a:ext>
                  </a:extLst>
                </p14:cNvPr>
                <p14:cNvContentPartPr/>
                <p14:nvPr/>
              </p14:nvContentPartPr>
              <p14:xfrm>
                <a:off x="9004608" y="1548504"/>
                <a:ext cx="365400" cy="11988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22FAA267-74DA-AE34-63EE-5E2752BBEF5B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8995608" y="1539864"/>
                  <a:ext cx="383040" cy="13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5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7A874C44-D94C-E610-EEE5-04AD7244C448}"/>
                    </a:ext>
                  </a:extLst>
                </p14:cNvPr>
                <p14:cNvContentPartPr/>
                <p14:nvPr/>
              </p14:nvContentPartPr>
              <p14:xfrm>
                <a:off x="9395928" y="1525464"/>
                <a:ext cx="224640" cy="33876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7A874C44-D94C-E610-EEE5-04AD7244C448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9386928" y="1516824"/>
                  <a:ext cx="242280" cy="35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7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B4F23EA7-9672-BB04-2729-197460C5AA29}"/>
                    </a:ext>
                  </a:extLst>
                </p14:cNvPr>
                <p14:cNvContentPartPr/>
                <p14:nvPr/>
              </p14:nvContentPartPr>
              <p14:xfrm>
                <a:off x="9700488" y="1562904"/>
                <a:ext cx="456840" cy="6084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B4F23EA7-9672-BB04-2729-197460C5AA29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9691488" y="1553904"/>
                  <a:ext cx="474480" cy="7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9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82B975CE-5DA9-25C1-8953-908431DD22CE}"/>
                    </a:ext>
                  </a:extLst>
                </p14:cNvPr>
                <p14:cNvContentPartPr/>
                <p14:nvPr/>
              </p14:nvContentPartPr>
              <p14:xfrm>
                <a:off x="10193328" y="1508184"/>
                <a:ext cx="5760" cy="1800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82B975CE-5DA9-25C1-8953-908431DD22CE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10184688" y="1499184"/>
                  <a:ext cx="23400" cy="3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1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521F9191-C643-984A-C028-B141E1DAA6E8}"/>
                    </a:ext>
                  </a:extLst>
                </p14:cNvPr>
                <p14:cNvContentPartPr/>
                <p14:nvPr/>
              </p14:nvContentPartPr>
              <p14:xfrm>
                <a:off x="10265328" y="1560744"/>
                <a:ext cx="220320" cy="5580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521F9191-C643-984A-C028-B141E1DAA6E8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10256688" y="1551744"/>
                  <a:ext cx="237960" cy="734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93">
            <p14:nvContentPartPr>
              <p14:cNvPr id="57" name="Ink 56">
                <a:extLst>
                  <a:ext uri="{FF2B5EF4-FFF2-40B4-BE49-F238E27FC236}">
                    <a16:creationId xmlns:a16="http://schemas.microsoft.com/office/drawing/2014/main" id="{FC80FC12-3B3A-20B3-C51B-0952ED47E219}"/>
                  </a:ext>
                </a:extLst>
              </p14:cNvPr>
              <p14:cNvContentPartPr/>
              <p14:nvPr/>
            </p14:nvContentPartPr>
            <p14:xfrm>
              <a:off x="3283848" y="2251584"/>
              <a:ext cx="203760" cy="272160"/>
            </p14:xfrm>
          </p:contentPart>
        </mc:Choice>
        <mc:Fallback xmlns="">
          <p:pic>
            <p:nvPicPr>
              <p:cNvPr id="57" name="Ink 56">
                <a:extLst>
                  <a:ext uri="{FF2B5EF4-FFF2-40B4-BE49-F238E27FC236}">
                    <a16:creationId xmlns:a16="http://schemas.microsoft.com/office/drawing/2014/main" id="{FC80FC12-3B3A-20B3-C51B-0952ED47E219}"/>
                  </a:ext>
                </a:extLst>
              </p:cNvPr>
              <p:cNvPicPr/>
              <p:nvPr/>
            </p:nvPicPr>
            <p:blipFill>
              <a:blip r:embed="rId94"/>
              <a:stretch>
                <a:fillRect/>
              </a:stretch>
            </p:blipFill>
            <p:spPr>
              <a:xfrm>
                <a:off x="3275208" y="2242584"/>
                <a:ext cx="221400" cy="289800"/>
              </a:xfrm>
              <a:prstGeom prst="rect">
                <a:avLst/>
              </a:prstGeom>
            </p:spPr>
          </p:pic>
        </mc:Fallback>
      </mc:AlternateContent>
      <p:grpSp>
        <p:nvGrpSpPr>
          <p:cNvPr id="68" name="Group 67">
            <a:extLst>
              <a:ext uri="{FF2B5EF4-FFF2-40B4-BE49-F238E27FC236}">
                <a16:creationId xmlns:a16="http://schemas.microsoft.com/office/drawing/2014/main" id="{4256C09C-17E9-825C-D3CF-9891FF47E4C7}"/>
              </a:ext>
            </a:extLst>
          </p:cNvPr>
          <p:cNvGrpSpPr/>
          <p:nvPr/>
        </p:nvGrpSpPr>
        <p:grpSpPr>
          <a:xfrm>
            <a:off x="4056408" y="2139624"/>
            <a:ext cx="2140200" cy="434520"/>
            <a:chOff x="4056408" y="2139624"/>
            <a:chExt cx="2140200" cy="434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5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EC8E80F9-3D78-00CE-9659-57A124D6714B}"/>
                    </a:ext>
                  </a:extLst>
                </p14:cNvPr>
                <p14:cNvContentPartPr/>
                <p14:nvPr/>
              </p14:nvContentPartPr>
              <p14:xfrm>
                <a:off x="4056408" y="2233224"/>
                <a:ext cx="259920" cy="34092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EC8E80F9-3D78-00CE-9659-57A124D6714B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4047408" y="2224224"/>
                  <a:ext cx="277560" cy="35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7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FC7115B5-1755-0F7A-2956-C2E7E0F95297}"/>
                    </a:ext>
                  </a:extLst>
                </p14:cNvPr>
                <p14:cNvContentPartPr/>
                <p14:nvPr/>
              </p14:nvContentPartPr>
              <p14:xfrm>
                <a:off x="4567608" y="2201904"/>
                <a:ext cx="26280" cy="22392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FC7115B5-1755-0F7A-2956-C2E7E0F95297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4558968" y="2193264"/>
                  <a:ext cx="43920" cy="24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9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A8939E7E-411E-72EE-FB2F-C72E7C284B1A}"/>
                    </a:ext>
                  </a:extLst>
                </p14:cNvPr>
                <p14:cNvContentPartPr/>
                <p14:nvPr/>
              </p14:nvContentPartPr>
              <p14:xfrm>
                <a:off x="4444128" y="2321784"/>
                <a:ext cx="255960" cy="5148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A8939E7E-411E-72EE-FB2F-C72E7C284B1A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4435128" y="2312784"/>
                  <a:ext cx="273600" cy="6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1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01F43B6F-F60E-C2DA-E052-A226A662B72E}"/>
                    </a:ext>
                  </a:extLst>
                </p14:cNvPr>
                <p14:cNvContentPartPr/>
                <p14:nvPr/>
              </p14:nvContentPartPr>
              <p14:xfrm>
                <a:off x="4985568" y="2265984"/>
                <a:ext cx="74880" cy="10980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01F43B6F-F60E-C2DA-E052-A226A662B72E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4976928" y="2256984"/>
                  <a:ext cx="92520" cy="12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3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C5ED8BA6-10CF-FA92-F0C4-5E589C574DC8}"/>
                    </a:ext>
                  </a:extLst>
                </p14:cNvPr>
                <p14:cNvContentPartPr/>
                <p14:nvPr/>
              </p14:nvContentPartPr>
              <p14:xfrm>
                <a:off x="5174208" y="2139624"/>
                <a:ext cx="416880" cy="37908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C5ED8BA6-10CF-FA92-F0C4-5E589C574DC8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5165568" y="2130984"/>
                  <a:ext cx="434520" cy="39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5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E7157987-0D52-126C-A4B5-33A0A56E7C25}"/>
                    </a:ext>
                  </a:extLst>
                </p14:cNvPr>
                <p14:cNvContentPartPr/>
                <p14:nvPr/>
              </p14:nvContentPartPr>
              <p14:xfrm>
                <a:off x="5355288" y="2169504"/>
                <a:ext cx="207720" cy="3420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E7157987-0D52-126C-A4B5-33A0A56E7C25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5346648" y="2160504"/>
                  <a:ext cx="225360" cy="5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7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8D82A2F8-CDC1-EEE8-C11C-3E6939CFF984}"/>
                    </a:ext>
                  </a:extLst>
                </p14:cNvPr>
                <p14:cNvContentPartPr/>
                <p14:nvPr/>
              </p14:nvContentPartPr>
              <p14:xfrm>
                <a:off x="5876208" y="2213424"/>
                <a:ext cx="129240" cy="17244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8D82A2F8-CDC1-EEE8-C11C-3E6939CFF984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5867208" y="2204424"/>
                  <a:ext cx="146880" cy="19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9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73C6696B-EE2E-6962-F504-E5FCF23C99C0}"/>
                    </a:ext>
                  </a:extLst>
                </p14:cNvPr>
                <p14:cNvContentPartPr/>
                <p14:nvPr/>
              </p14:nvContentPartPr>
              <p14:xfrm>
                <a:off x="6184728" y="2387304"/>
                <a:ext cx="11880" cy="288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73C6696B-EE2E-6962-F504-E5FCF23C99C0}"/>
                    </a:ext>
                  </a:extLst>
                </p:cNvPr>
                <p:cNvPicPr/>
                <p:nvPr/>
              </p:nvPicPr>
              <p:blipFill>
                <a:blip r:embed="rId110"/>
                <a:stretch>
                  <a:fillRect/>
                </a:stretch>
              </p:blipFill>
              <p:spPr>
                <a:xfrm>
                  <a:off x="6175728" y="2378664"/>
                  <a:ext cx="29520" cy="205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11">
            <p14:nvContentPartPr>
              <p14:cNvPr id="69" name="Ink 68">
                <a:extLst>
                  <a:ext uri="{FF2B5EF4-FFF2-40B4-BE49-F238E27FC236}">
                    <a16:creationId xmlns:a16="http://schemas.microsoft.com/office/drawing/2014/main" id="{5C779A1D-62FE-FFF6-556C-2BD96637A132}"/>
                  </a:ext>
                </a:extLst>
              </p14:cNvPr>
              <p14:cNvContentPartPr/>
              <p14:nvPr/>
            </p14:nvContentPartPr>
            <p14:xfrm>
              <a:off x="218448" y="3237624"/>
              <a:ext cx="11352240" cy="480600"/>
            </p14:xfrm>
          </p:contentPart>
        </mc:Choice>
        <mc:Fallback xmlns="">
          <p:pic>
            <p:nvPicPr>
              <p:cNvPr id="69" name="Ink 68">
                <a:extLst>
                  <a:ext uri="{FF2B5EF4-FFF2-40B4-BE49-F238E27FC236}">
                    <a16:creationId xmlns:a16="http://schemas.microsoft.com/office/drawing/2014/main" id="{5C779A1D-62FE-FFF6-556C-2BD96637A132}"/>
                  </a:ext>
                </a:extLst>
              </p:cNvPr>
              <p:cNvPicPr/>
              <p:nvPr/>
            </p:nvPicPr>
            <p:blipFill>
              <a:blip r:embed="rId112"/>
              <a:stretch>
                <a:fillRect/>
              </a:stretch>
            </p:blipFill>
            <p:spPr>
              <a:xfrm>
                <a:off x="209808" y="3228624"/>
                <a:ext cx="11369880" cy="498240"/>
              </a:xfrm>
              <a:prstGeom prst="rect">
                <a:avLst/>
              </a:prstGeom>
            </p:spPr>
          </p:pic>
        </mc:Fallback>
      </mc:AlternateContent>
      <p:grpSp>
        <p:nvGrpSpPr>
          <p:cNvPr id="76" name="Group 75">
            <a:extLst>
              <a:ext uri="{FF2B5EF4-FFF2-40B4-BE49-F238E27FC236}">
                <a16:creationId xmlns:a16="http://schemas.microsoft.com/office/drawing/2014/main" id="{E71D9B44-289E-11F5-E35F-55917EE1A93A}"/>
              </a:ext>
            </a:extLst>
          </p:cNvPr>
          <p:cNvGrpSpPr/>
          <p:nvPr/>
        </p:nvGrpSpPr>
        <p:grpSpPr>
          <a:xfrm>
            <a:off x="3242088" y="3799944"/>
            <a:ext cx="1096200" cy="268920"/>
            <a:chOff x="3242088" y="3799944"/>
            <a:chExt cx="1096200" cy="268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3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F82BF1B5-4120-0249-D2D3-0E4FD194A467}"/>
                    </a:ext>
                  </a:extLst>
                </p14:cNvPr>
                <p14:cNvContentPartPr/>
                <p14:nvPr/>
              </p14:nvContentPartPr>
              <p14:xfrm>
                <a:off x="3242088" y="3816504"/>
                <a:ext cx="195840" cy="24408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F82BF1B5-4120-0249-D2D3-0E4FD194A467}"/>
                    </a:ext>
                  </a:extLst>
                </p:cNvPr>
                <p:cNvPicPr/>
                <p:nvPr/>
              </p:nvPicPr>
              <p:blipFill>
                <a:blip r:embed="rId114"/>
                <a:stretch>
                  <a:fillRect/>
                </a:stretch>
              </p:blipFill>
              <p:spPr>
                <a:xfrm>
                  <a:off x="3233448" y="3807864"/>
                  <a:ext cx="213480" cy="26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5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6058D39A-A813-45C3-66AB-D165E90B342F}"/>
                    </a:ext>
                  </a:extLst>
                </p14:cNvPr>
                <p14:cNvContentPartPr/>
                <p14:nvPr/>
              </p14:nvContentPartPr>
              <p14:xfrm>
                <a:off x="3585528" y="3799944"/>
                <a:ext cx="5040" cy="9648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6058D39A-A813-45C3-66AB-D165E90B342F}"/>
                    </a:ext>
                  </a:extLst>
                </p:cNvPr>
                <p:cNvPicPr/>
                <p:nvPr/>
              </p:nvPicPr>
              <p:blipFill>
                <a:blip r:embed="rId116"/>
                <a:stretch>
                  <a:fillRect/>
                </a:stretch>
              </p:blipFill>
              <p:spPr>
                <a:xfrm>
                  <a:off x="3576888" y="3791304"/>
                  <a:ext cx="22680" cy="11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7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E638B41E-73B0-127F-98FE-B1E8CADE7BE1}"/>
                    </a:ext>
                  </a:extLst>
                </p14:cNvPr>
                <p14:cNvContentPartPr/>
                <p14:nvPr/>
              </p14:nvContentPartPr>
              <p14:xfrm>
                <a:off x="3760488" y="4010544"/>
                <a:ext cx="577800" cy="5832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E638B41E-73B0-127F-98FE-B1E8CADE7BE1}"/>
                    </a:ext>
                  </a:extLst>
                </p:cNvPr>
                <p:cNvPicPr/>
                <p:nvPr/>
              </p:nvPicPr>
              <p:blipFill>
                <a:blip r:embed="rId118"/>
                <a:stretch>
                  <a:fillRect/>
                </a:stretch>
              </p:blipFill>
              <p:spPr>
                <a:xfrm>
                  <a:off x="3751488" y="4001904"/>
                  <a:ext cx="595440" cy="75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5" name="Group 74">
            <a:extLst>
              <a:ext uri="{FF2B5EF4-FFF2-40B4-BE49-F238E27FC236}">
                <a16:creationId xmlns:a16="http://schemas.microsoft.com/office/drawing/2014/main" id="{FD1975C4-1EFF-7907-C79A-F16BB62A7EF9}"/>
              </a:ext>
            </a:extLst>
          </p:cNvPr>
          <p:cNvGrpSpPr/>
          <p:nvPr/>
        </p:nvGrpSpPr>
        <p:grpSpPr>
          <a:xfrm>
            <a:off x="4622688" y="3885264"/>
            <a:ext cx="427320" cy="236520"/>
            <a:chOff x="4622688" y="3885264"/>
            <a:chExt cx="427320" cy="236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9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E768DA9F-6B6A-3117-829B-AC6852E343EC}"/>
                    </a:ext>
                  </a:extLst>
                </p14:cNvPr>
                <p14:cNvContentPartPr/>
                <p14:nvPr/>
              </p14:nvContentPartPr>
              <p14:xfrm>
                <a:off x="4622688" y="4022064"/>
                <a:ext cx="16920" cy="1584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E768DA9F-6B6A-3117-829B-AC6852E343EC}"/>
                    </a:ext>
                  </a:extLst>
                </p:cNvPr>
                <p:cNvPicPr/>
                <p:nvPr/>
              </p:nvPicPr>
              <p:blipFill>
                <a:blip r:embed="rId120"/>
                <a:stretch>
                  <a:fillRect/>
                </a:stretch>
              </p:blipFill>
              <p:spPr>
                <a:xfrm>
                  <a:off x="4613688" y="4013064"/>
                  <a:ext cx="34560" cy="3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1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027F516A-C456-A440-AEC2-77EA90C06B18}"/>
                    </a:ext>
                  </a:extLst>
                </p14:cNvPr>
                <p14:cNvContentPartPr/>
                <p14:nvPr/>
              </p14:nvContentPartPr>
              <p14:xfrm>
                <a:off x="4855608" y="3885264"/>
                <a:ext cx="194400" cy="23652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027F516A-C456-A440-AEC2-77EA90C06B18}"/>
                    </a:ext>
                  </a:extLst>
                </p:cNvPr>
                <p:cNvPicPr/>
                <p:nvPr/>
              </p:nvPicPr>
              <p:blipFill>
                <a:blip r:embed="rId122"/>
                <a:stretch>
                  <a:fillRect/>
                </a:stretch>
              </p:blipFill>
              <p:spPr>
                <a:xfrm>
                  <a:off x="4846968" y="3876624"/>
                  <a:ext cx="212040" cy="254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1" name="Group 80">
            <a:extLst>
              <a:ext uri="{FF2B5EF4-FFF2-40B4-BE49-F238E27FC236}">
                <a16:creationId xmlns:a16="http://schemas.microsoft.com/office/drawing/2014/main" id="{4A595878-1DAC-F7F9-4C73-921132BA7015}"/>
              </a:ext>
            </a:extLst>
          </p:cNvPr>
          <p:cNvGrpSpPr/>
          <p:nvPr/>
        </p:nvGrpSpPr>
        <p:grpSpPr>
          <a:xfrm>
            <a:off x="4947048" y="4259304"/>
            <a:ext cx="685800" cy="213480"/>
            <a:chOff x="4947048" y="4259304"/>
            <a:chExt cx="685800" cy="213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3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F720A1FF-7709-6469-4A37-287F2C5EAB1C}"/>
                    </a:ext>
                  </a:extLst>
                </p14:cNvPr>
                <p14:cNvContentPartPr/>
                <p14:nvPr/>
              </p14:nvContentPartPr>
              <p14:xfrm>
                <a:off x="4947048" y="4268664"/>
                <a:ext cx="160920" cy="15012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F720A1FF-7709-6469-4A37-287F2C5EAB1C}"/>
                    </a:ext>
                  </a:extLst>
                </p:cNvPr>
                <p:cNvPicPr/>
                <p:nvPr/>
              </p:nvPicPr>
              <p:blipFill>
                <a:blip r:embed="rId124"/>
                <a:stretch>
                  <a:fillRect/>
                </a:stretch>
              </p:blipFill>
              <p:spPr>
                <a:xfrm>
                  <a:off x="4938408" y="4260024"/>
                  <a:ext cx="178560" cy="16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5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8E71A0B3-8009-226F-58C7-B999D3A715FD}"/>
                    </a:ext>
                  </a:extLst>
                </p14:cNvPr>
                <p14:cNvContentPartPr/>
                <p14:nvPr/>
              </p14:nvContentPartPr>
              <p14:xfrm>
                <a:off x="5116608" y="4259304"/>
                <a:ext cx="72000" cy="21348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8E71A0B3-8009-226F-58C7-B999D3A715FD}"/>
                    </a:ext>
                  </a:extLst>
                </p:cNvPr>
                <p:cNvPicPr/>
                <p:nvPr/>
              </p:nvPicPr>
              <p:blipFill>
                <a:blip r:embed="rId126"/>
                <a:stretch>
                  <a:fillRect/>
                </a:stretch>
              </p:blipFill>
              <p:spPr>
                <a:xfrm>
                  <a:off x="5107608" y="4250664"/>
                  <a:ext cx="89640" cy="23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7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1E82E14E-8AA4-2B34-F021-76E70843F3CB}"/>
                    </a:ext>
                  </a:extLst>
                </p14:cNvPr>
                <p14:cNvContentPartPr/>
                <p14:nvPr/>
              </p14:nvContentPartPr>
              <p14:xfrm>
                <a:off x="5180688" y="4311504"/>
                <a:ext cx="335160" cy="12996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1E82E14E-8AA4-2B34-F021-76E70843F3CB}"/>
                    </a:ext>
                  </a:extLst>
                </p:cNvPr>
                <p:cNvPicPr/>
                <p:nvPr/>
              </p:nvPicPr>
              <p:blipFill>
                <a:blip r:embed="rId128"/>
                <a:stretch>
                  <a:fillRect/>
                </a:stretch>
              </p:blipFill>
              <p:spPr>
                <a:xfrm>
                  <a:off x="5171688" y="4302504"/>
                  <a:ext cx="352800" cy="14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9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52F603F5-D6C6-BBA2-EE23-A94B64514DAF}"/>
                    </a:ext>
                  </a:extLst>
                </p14:cNvPr>
                <p14:cNvContentPartPr/>
                <p14:nvPr/>
              </p14:nvContentPartPr>
              <p14:xfrm>
                <a:off x="5580288" y="4338864"/>
                <a:ext cx="52560" cy="2700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52F603F5-D6C6-BBA2-EE23-A94B64514DAF}"/>
                    </a:ext>
                  </a:extLst>
                </p:cNvPr>
                <p:cNvPicPr/>
                <p:nvPr/>
              </p:nvPicPr>
              <p:blipFill>
                <a:blip r:embed="rId130"/>
                <a:stretch>
                  <a:fillRect/>
                </a:stretch>
              </p:blipFill>
              <p:spPr>
                <a:xfrm>
                  <a:off x="5571648" y="4330224"/>
                  <a:ext cx="70200" cy="44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9" name="Group 88">
            <a:extLst>
              <a:ext uri="{FF2B5EF4-FFF2-40B4-BE49-F238E27FC236}">
                <a16:creationId xmlns:a16="http://schemas.microsoft.com/office/drawing/2014/main" id="{53A9EAD4-C731-07A4-8AAB-038BD3981A5F}"/>
              </a:ext>
            </a:extLst>
          </p:cNvPr>
          <p:cNvGrpSpPr/>
          <p:nvPr/>
        </p:nvGrpSpPr>
        <p:grpSpPr>
          <a:xfrm>
            <a:off x="9242568" y="3825144"/>
            <a:ext cx="1225080" cy="820440"/>
            <a:chOff x="9242568" y="3825144"/>
            <a:chExt cx="1225080" cy="820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1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C29E5B76-C1DD-6DAA-B670-E7464C3F7499}"/>
                    </a:ext>
                  </a:extLst>
                </p14:cNvPr>
                <p14:cNvContentPartPr/>
                <p14:nvPr/>
              </p14:nvContentPartPr>
              <p14:xfrm>
                <a:off x="9565488" y="3825144"/>
                <a:ext cx="178200" cy="197280"/>
              </p14:xfrm>
            </p:contentPart>
          </mc:Choice>
          <mc:Fallback xmlns=""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C29E5B76-C1DD-6DAA-B670-E7464C3F7499}"/>
                    </a:ext>
                  </a:extLst>
                </p:cNvPr>
                <p:cNvPicPr/>
                <p:nvPr/>
              </p:nvPicPr>
              <p:blipFill>
                <a:blip r:embed="rId132"/>
                <a:stretch>
                  <a:fillRect/>
                </a:stretch>
              </p:blipFill>
              <p:spPr>
                <a:xfrm>
                  <a:off x="9556488" y="3816144"/>
                  <a:ext cx="195840" cy="21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3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4B7F19DF-16E2-B86C-60C1-B135B87217EC}"/>
                    </a:ext>
                  </a:extLst>
                </p14:cNvPr>
                <p14:cNvContentPartPr/>
                <p14:nvPr/>
              </p14:nvContentPartPr>
              <p14:xfrm>
                <a:off x="9358128" y="4076424"/>
                <a:ext cx="342720" cy="23148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4B7F19DF-16E2-B86C-60C1-B135B87217EC}"/>
                    </a:ext>
                  </a:extLst>
                </p:cNvPr>
                <p:cNvPicPr/>
                <p:nvPr/>
              </p:nvPicPr>
              <p:blipFill>
                <a:blip r:embed="rId134"/>
                <a:stretch>
                  <a:fillRect/>
                </a:stretch>
              </p:blipFill>
              <p:spPr>
                <a:xfrm>
                  <a:off x="9349128" y="4067784"/>
                  <a:ext cx="360360" cy="24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5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9AA13238-1D9F-9384-A574-8CA7AB0F54F4}"/>
                    </a:ext>
                  </a:extLst>
                </p14:cNvPr>
                <p14:cNvContentPartPr/>
                <p14:nvPr/>
              </p14:nvContentPartPr>
              <p14:xfrm>
                <a:off x="9748008" y="4114224"/>
                <a:ext cx="509760" cy="33804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9AA13238-1D9F-9384-A574-8CA7AB0F54F4}"/>
                    </a:ext>
                  </a:extLst>
                </p:cNvPr>
                <p:cNvPicPr/>
                <p:nvPr/>
              </p:nvPicPr>
              <p:blipFill>
                <a:blip r:embed="rId136"/>
                <a:stretch>
                  <a:fillRect/>
                </a:stretch>
              </p:blipFill>
              <p:spPr>
                <a:xfrm>
                  <a:off x="9739368" y="4105584"/>
                  <a:ext cx="527400" cy="35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7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5E5DBA24-EA15-6E3B-5523-69FBFF699A4F}"/>
                    </a:ext>
                  </a:extLst>
                </p14:cNvPr>
                <p14:cNvContentPartPr/>
                <p14:nvPr/>
              </p14:nvContentPartPr>
              <p14:xfrm>
                <a:off x="9242568" y="4368024"/>
                <a:ext cx="180000" cy="12132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5E5DBA24-EA15-6E3B-5523-69FBFF699A4F}"/>
                    </a:ext>
                  </a:extLst>
                </p:cNvPr>
                <p:cNvPicPr/>
                <p:nvPr/>
              </p:nvPicPr>
              <p:blipFill>
                <a:blip r:embed="rId138"/>
                <a:stretch>
                  <a:fillRect/>
                </a:stretch>
              </p:blipFill>
              <p:spPr>
                <a:xfrm>
                  <a:off x="9233928" y="4359024"/>
                  <a:ext cx="197640" cy="13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9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C7D0A7AA-81CF-D951-F93C-827C2C1A02CF}"/>
                    </a:ext>
                  </a:extLst>
                </p14:cNvPr>
                <p14:cNvContentPartPr/>
                <p14:nvPr/>
              </p14:nvContentPartPr>
              <p14:xfrm>
                <a:off x="9512928" y="4377384"/>
                <a:ext cx="116280" cy="127800"/>
              </p14:xfrm>
            </p:contentPart>
          </mc:Choice>
          <mc:Fallback xmlns=""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C7D0A7AA-81CF-D951-F93C-827C2C1A02CF}"/>
                    </a:ext>
                  </a:extLst>
                </p:cNvPr>
                <p:cNvPicPr/>
                <p:nvPr/>
              </p:nvPicPr>
              <p:blipFill>
                <a:blip r:embed="rId140"/>
                <a:stretch>
                  <a:fillRect/>
                </a:stretch>
              </p:blipFill>
              <p:spPr>
                <a:xfrm>
                  <a:off x="9504288" y="4368384"/>
                  <a:ext cx="133920" cy="14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1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66A42382-8B96-4327-13F5-A6FC024203AE}"/>
                    </a:ext>
                  </a:extLst>
                </p14:cNvPr>
                <p14:cNvContentPartPr/>
                <p14:nvPr/>
              </p14:nvContentPartPr>
              <p14:xfrm>
                <a:off x="10081008" y="4494744"/>
                <a:ext cx="131400" cy="104400"/>
              </p14:xfrm>
            </p:contentPart>
          </mc:Choice>
          <mc:Fallback xmlns=""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66A42382-8B96-4327-13F5-A6FC024203AE}"/>
                    </a:ext>
                  </a:extLst>
                </p:cNvPr>
                <p:cNvPicPr/>
                <p:nvPr/>
              </p:nvPicPr>
              <p:blipFill>
                <a:blip r:embed="rId142"/>
                <a:stretch>
                  <a:fillRect/>
                </a:stretch>
              </p:blipFill>
              <p:spPr>
                <a:xfrm>
                  <a:off x="10072368" y="4486104"/>
                  <a:ext cx="149040" cy="12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3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19685BD1-46B3-14F1-0FD6-3F29B6A625C4}"/>
                    </a:ext>
                  </a:extLst>
                </p14:cNvPr>
                <p14:cNvContentPartPr/>
                <p14:nvPr/>
              </p14:nvContentPartPr>
              <p14:xfrm>
                <a:off x="10313568" y="4491504"/>
                <a:ext cx="154080" cy="15408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19685BD1-46B3-14F1-0FD6-3F29B6A625C4}"/>
                    </a:ext>
                  </a:extLst>
                </p:cNvPr>
                <p:cNvPicPr/>
                <p:nvPr/>
              </p:nvPicPr>
              <p:blipFill>
                <a:blip r:embed="rId144"/>
                <a:stretch>
                  <a:fillRect/>
                </a:stretch>
              </p:blipFill>
              <p:spPr>
                <a:xfrm>
                  <a:off x="10304568" y="4482864"/>
                  <a:ext cx="171720" cy="171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3" name="Group 92">
            <a:extLst>
              <a:ext uri="{FF2B5EF4-FFF2-40B4-BE49-F238E27FC236}">
                <a16:creationId xmlns:a16="http://schemas.microsoft.com/office/drawing/2014/main" id="{9A4BB74B-19B6-42F6-C5C5-99A0DA9E0A14}"/>
              </a:ext>
            </a:extLst>
          </p:cNvPr>
          <p:cNvGrpSpPr/>
          <p:nvPr/>
        </p:nvGrpSpPr>
        <p:grpSpPr>
          <a:xfrm>
            <a:off x="3239568" y="4425264"/>
            <a:ext cx="1005480" cy="252720"/>
            <a:chOff x="3239568" y="4425264"/>
            <a:chExt cx="1005480" cy="252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5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F60A4BE5-447D-B9F6-12D3-F3AD2B4BFAAA}"/>
                    </a:ext>
                  </a:extLst>
                </p14:cNvPr>
                <p14:cNvContentPartPr/>
                <p14:nvPr/>
              </p14:nvContentPartPr>
              <p14:xfrm>
                <a:off x="3239568" y="4425264"/>
                <a:ext cx="181440" cy="178560"/>
              </p14:xfrm>
            </p:contentPart>
          </mc:Choice>
          <mc:Fallback xmlns=""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F60A4BE5-447D-B9F6-12D3-F3AD2B4BFAAA}"/>
                    </a:ext>
                  </a:extLst>
                </p:cNvPr>
                <p:cNvPicPr/>
                <p:nvPr/>
              </p:nvPicPr>
              <p:blipFill>
                <a:blip r:embed="rId146"/>
                <a:stretch>
                  <a:fillRect/>
                </a:stretch>
              </p:blipFill>
              <p:spPr>
                <a:xfrm>
                  <a:off x="3230568" y="4416264"/>
                  <a:ext cx="199080" cy="19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7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E199DA95-E4E8-8BE7-0D81-9A594ABEA805}"/>
                    </a:ext>
                  </a:extLst>
                </p14:cNvPr>
                <p14:cNvContentPartPr/>
                <p14:nvPr/>
              </p14:nvContentPartPr>
              <p14:xfrm>
                <a:off x="3474648" y="4499064"/>
                <a:ext cx="27360" cy="14148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E199DA95-E4E8-8BE7-0D81-9A594ABEA805}"/>
                    </a:ext>
                  </a:extLst>
                </p:cNvPr>
                <p:cNvPicPr/>
                <p:nvPr/>
              </p:nvPicPr>
              <p:blipFill>
                <a:blip r:embed="rId148"/>
                <a:stretch>
                  <a:fillRect/>
                </a:stretch>
              </p:blipFill>
              <p:spPr>
                <a:xfrm>
                  <a:off x="3465648" y="4490064"/>
                  <a:ext cx="45000" cy="15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9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B3A608B8-833D-1D1C-61FD-29370F26A7F4}"/>
                    </a:ext>
                  </a:extLst>
                </p14:cNvPr>
                <p14:cNvContentPartPr/>
                <p14:nvPr/>
              </p14:nvContentPartPr>
              <p14:xfrm>
                <a:off x="3730248" y="4584384"/>
                <a:ext cx="514800" cy="9360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B3A608B8-833D-1D1C-61FD-29370F26A7F4}"/>
                    </a:ext>
                  </a:extLst>
                </p:cNvPr>
                <p:cNvPicPr/>
                <p:nvPr/>
              </p:nvPicPr>
              <p:blipFill>
                <a:blip r:embed="rId150"/>
                <a:stretch>
                  <a:fillRect/>
                </a:stretch>
              </p:blipFill>
              <p:spPr>
                <a:xfrm>
                  <a:off x="3721608" y="4575384"/>
                  <a:ext cx="532440" cy="111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1" name="Group 100">
            <a:extLst>
              <a:ext uri="{FF2B5EF4-FFF2-40B4-BE49-F238E27FC236}">
                <a16:creationId xmlns:a16="http://schemas.microsoft.com/office/drawing/2014/main" id="{2180356D-47BA-4337-B175-5B5CBE593E6B}"/>
              </a:ext>
            </a:extLst>
          </p:cNvPr>
          <p:cNvGrpSpPr/>
          <p:nvPr/>
        </p:nvGrpSpPr>
        <p:grpSpPr>
          <a:xfrm>
            <a:off x="4623048" y="4603464"/>
            <a:ext cx="1055520" cy="181800"/>
            <a:chOff x="4623048" y="4603464"/>
            <a:chExt cx="1055520" cy="181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1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8FA0C37E-E214-11CA-DEC6-B1C1419107A3}"/>
                    </a:ext>
                  </a:extLst>
                </p14:cNvPr>
                <p14:cNvContentPartPr/>
                <p14:nvPr/>
              </p14:nvContentPartPr>
              <p14:xfrm>
                <a:off x="4623048" y="4640904"/>
                <a:ext cx="64080" cy="33840"/>
              </p14:xfrm>
            </p:contentPart>
          </mc:Choice>
          <mc:Fallback xmlns=""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8FA0C37E-E214-11CA-DEC6-B1C1419107A3}"/>
                    </a:ext>
                  </a:extLst>
                </p:cNvPr>
                <p:cNvPicPr/>
                <p:nvPr/>
              </p:nvPicPr>
              <p:blipFill>
                <a:blip r:embed="rId152"/>
                <a:stretch>
                  <a:fillRect/>
                </a:stretch>
              </p:blipFill>
              <p:spPr>
                <a:xfrm>
                  <a:off x="4614408" y="4632264"/>
                  <a:ext cx="81720" cy="5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3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5F54814D-53F9-2AED-4405-D94A28C09F44}"/>
                    </a:ext>
                  </a:extLst>
                </p14:cNvPr>
                <p14:cNvContentPartPr/>
                <p14:nvPr/>
              </p14:nvContentPartPr>
              <p14:xfrm>
                <a:off x="4650408" y="4662504"/>
                <a:ext cx="5760" cy="1080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5F54814D-53F9-2AED-4405-D94A28C09F44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4641408" y="4653864"/>
                  <a:ext cx="23400" cy="1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4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6EA27496-01D7-1601-E85C-7083F0684A84}"/>
                    </a:ext>
                  </a:extLst>
                </p14:cNvPr>
                <p14:cNvContentPartPr/>
                <p14:nvPr/>
              </p14:nvContentPartPr>
              <p14:xfrm>
                <a:off x="4841568" y="4603464"/>
                <a:ext cx="184680" cy="137160"/>
              </p14:xfrm>
            </p:contentPart>
          </mc:Choice>
          <mc:Fallback xmlns=""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6EA27496-01D7-1601-E85C-7083F0684A84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4832568" y="4594824"/>
                  <a:ext cx="202320" cy="15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6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6F90DE48-4EE0-EB7C-4D22-13BA50A995B1}"/>
                    </a:ext>
                  </a:extLst>
                </p14:cNvPr>
                <p14:cNvContentPartPr/>
                <p14:nvPr/>
              </p14:nvContentPartPr>
              <p14:xfrm>
                <a:off x="5064048" y="4607784"/>
                <a:ext cx="99360" cy="175680"/>
              </p14:xfrm>
            </p:contentPart>
          </mc:Choice>
          <mc:Fallback xmlns=""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6F90DE48-4EE0-EB7C-4D22-13BA50A995B1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5055408" y="4598784"/>
                  <a:ext cx="117000" cy="19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8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75983F12-4B80-FB3D-43D1-103452759CFE}"/>
                    </a:ext>
                  </a:extLst>
                </p14:cNvPr>
                <p14:cNvContentPartPr/>
                <p14:nvPr/>
              </p14:nvContentPartPr>
              <p14:xfrm>
                <a:off x="5365008" y="4625784"/>
                <a:ext cx="126000" cy="130680"/>
              </p14:xfrm>
            </p:contentPart>
          </mc:Choice>
          <mc:Fallback xmlns=""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75983F12-4B80-FB3D-43D1-103452759CFE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5356008" y="4617144"/>
                  <a:ext cx="143640" cy="14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0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1BEA46CF-26A2-D08E-C8AB-C93846567452}"/>
                    </a:ext>
                  </a:extLst>
                </p14:cNvPr>
                <p14:cNvContentPartPr/>
                <p14:nvPr/>
              </p14:nvContentPartPr>
              <p14:xfrm>
                <a:off x="5582448" y="4613904"/>
                <a:ext cx="96120" cy="171360"/>
              </p14:xfrm>
            </p:contentPart>
          </mc:Choice>
          <mc:Fallback xmlns=""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1BEA46CF-26A2-D08E-C8AB-C93846567452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5573808" y="4605264"/>
                  <a:ext cx="113760" cy="1890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306834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80F7E2AADB42F4F94A0E44679B89A5F" ma:contentTypeVersion="3" ma:contentTypeDescription="Create a new document." ma:contentTypeScope="" ma:versionID="095c2e2bd464aea1c5e8bf553b1b8c8f">
  <xsd:schema xmlns:xsd="http://www.w3.org/2001/XMLSchema" xmlns:xs="http://www.w3.org/2001/XMLSchema" xmlns:p="http://schemas.microsoft.com/office/2006/metadata/properties" xmlns:ns2="54e62d50-43ec-40b5-93bd-d68fd11638e6" targetNamespace="http://schemas.microsoft.com/office/2006/metadata/properties" ma:root="true" ma:fieldsID="2d36a206fe6acc26553a90a3f1519cb4" ns2:_="">
    <xsd:import namespace="54e62d50-43ec-40b5-93bd-d68fd11638e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4e62d50-43ec-40b5-93bd-d68fd11638e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91A7CE4E-CF6A-4277-9C07-8618BB960F67}"/>
</file>

<file path=customXml/itemProps2.xml><?xml version="1.0" encoding="utf-8"?>
<ds:datastoreItem xmlns:ds="http://schemas.openxmlformats.org/officeDocument/2006/customXml" ds:itemID="{45988AE3-0327-442E-9A16-22FAD7C8F13A}"/>
</file>

<file path=customXml/itemProps3.xml><?xml version="1.0" encoding="utf-8"?>
<ds:datastoreItem xmlns:ds="http://schemas.openxmlformats.org/officeDocument/2006/customXml" ds:itemID="{F023AB7F-EFDD-4823-8047-F835BEB153CD}"/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15</Words>
  <Application>Microsoft Office PowerPoint</Application>
  <PresentationFormat>Widescreen</PresentationFormat>
  <Paragraphs>5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Indrajit Mukherjee</dc:creator>
  <cp:lastModifiedBy>Indrajit Mukherjee</cp:lastModifiedBy>
  <cp:revision>1</cp:revision>
  <dcterms:created xsi:type="dcterms:W3CDTF">2023-10-27T06:01:34Z</dcterms:created>
  <dcterms:modified xsi:type="dcterms:W3CDTF">2023-10-27T06:05:10Z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0x010100180F7E2AADB42F4F94A0E44679B89A5F</vt:lpwstr>
  </property>
</Properties>
</file>